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52"/>
  </p:notesMasterIdLst>
  <p:sldIdLst>
    <p:sldId id="405" r:id="rId2"/>
    <p:sldId id="468" r:id="rId3"/>
    <p:sldId id="469" r:id="rId4"/>
    <p:sldId id="470" r:id="rId5"/>
    <p:sldId id="472" r:id="rId6"/>
    <p:sldId id="473" r:id="rId7"/>
    <p:sldId id="501" r:id="rId8"/>
    <p:sldId id="555" r:id="rId9"/>
    <p:sldId id="552" r:id="rId10"/>
    <p:sldId id="553" r:id="rId11"/>
    <p:sldId id="554" r:id="rId12"/>
    <p:sldId id="557" r:id="rId13"/>
    <p:sldId id="506" r:id="rId14"/>
    <p:sldId id="556" r:id="rId15"/>
    <p:sldId id="507" r:id="rId16"/>
    <p:sldId id="508" r:id="rId17"/>
    <p:sldId id="509" r:id="rId18"/>
    <p:sldId id="558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20" r:id="rId30"/>
    <p:sldId id="521" r:id="rId31"/>
    <p:sldId id="522" r:id="rId32"/>
    <p:sldId id="523" r:id="rId33"/>
    <p:sldId id="524" r:id="rId34"/>
    <p:sldId id="525" r:id="rId35"/>
    <p:sldId id="526" r:id="rId36"/>
    <p:sldId id="527" r:id="rId37"/>
    <p:sldId id="528" r:id="rId38"/>
    <p:sldId id="529" r:id="rId39"/>
    <p:sldId id="530" r:id="rId40"/>
    <p:sldId id="531" r:id="rId41"/>
    <p:sldId id="532" r:id="rId42"/>
    <p:sldId id="533" r:id="rId43"/>
    <p:sldId id="534" r:id="rId44"/>
    <p:sldId id="535" r:id="rId45"/>
    <p:sldId id="536" r:id="rId46"/>
    <p:sldId id="537" r:id="rId47"/>
    <p:sldId id="538" r:id="rId48"/>
    <p:sldId id="543" r:id="rId49"/>
    <p:sldId id="544" r:id="rId50"/>
    <p:sldId id="54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20DC3-0B32-4AB5-B8DC-705FB8A62D30}" v="6" dt="2025-11-02T07:22:42.052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microsoft.com/office/2016/11/relationships/changesInfo" Target="changesInfos/changesInfo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401DE48-593D-4635-9BB2-4D1E517C9F67}"/>
    <pc:docChg chg="custSel addSld modSld">
      <pc:chgData name="Rahul Mishra" userId="57c6469e-ac64-4888-811b-35f0aabddbad" providerId="ADAL" clId="{3401DE48-593D-4635-9BB2-4D1E517C9F67}" dt="2025-04-27T04:18:46.602" v="19"/>
      <pc:docMkLst>
        <pc:docMk/>
      </pc:docMkLst>
      <pc:sldChg chg="addSp delSp mod">
        <pc:chgData name="Rahul Mishra" userId="57c6469e-ac64-4888-811b-35f0aabddbad" providerId="ADAL" clId="{3401DE48-593D-4635-9BB2-4D1E517C9F67}" dt="2025-04-26T02:54:07.937" v="5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3401DE48-593D-4635-9BB2-4D1E517C9F67}" dt="2025-04-18T17:42:00.566" v="1" actId="478"/>
        <pc:sldMkLst>
          <pc:docMk/>
          <pc:sldMk cId="3994029264" sldId="468"/>
        </pc:sldMkLst>
      </pc:sldChg>
      <pc:sldChg chg="addSp">
        <pc:chgData name="Rahul Mishra" userId="57c6469e-ac64-4888-811b-35f0aabddbad" providerId="ADAL" clId="{3401DE48-593D-4635-9BB2-4D1E517C9F67}" dt="2025-04-26T02:54:07.937" v="5"/>
        <pc:sldMkLst>
          <pc:docMk/>
          <pc:sldMk cId="4158004702" sldId="470"/>
        </pc:sldMkLst>
      </pc:sldChg>
      <pc:sldChg chg="addSp delSp mod">
        <pc:chgData name="Rahul Mishra" userId="57c6469e-ac64-4888-811b-35f0aabddbad" providerId="ADAL" clId="{3401DE48-593D-4635-9BB2-4D1E517C9F67}" dt="2025-04-26T02:54:07.937" v="5"/>
        <pc:sldMkLst>
          <pc:docMk/>
          <pc:sldMk cId="1896839646" sldId="472"/>
        </pc:sldMkLst>
      </pc:sldChg>
      <pc:sldChg chg="addSp">
        <pc:chgData name="Rahul Mishra" userId="57c6469e-ac64-4888-811b-35f0aabddbad" providerId="ADAL" clId="{3401DE48-593D-4635-9BB2-4D1E517C9F67}" dt="2025-04-26T02:54:07.937" v="5"/>
        <pc:sldMkLst>
          <pc:docMk/>
          <pc:sldMk cId="4033255452" sldId="473"/>
        </pc:sldMkLst>
      </pc:sldChg>
      <pc:sldChg chg="delSp mod">
        <pc:chgData name="Rahul Mishra" userId="57c6469e-ac64-4888-811b-35f0aabddbad" providerId="ADAL" clId="{3401DE48-593D-4635-9BB2-4D1E517C9F67}" dt="2025-04-18T17:42:08.503" v="2" actId="478"/>
        <pc:sldMkLst>
          <pc:docMk/>
          <pc:sldMk cId="492849745" sldId="474"/>
        </pc:sldMkLst>
      </pc:sldChg>
      <pc:sldChg chg="addSp">
        <pc:chgData name="Rahul Mishra" userId="57c6469e-ac64-4888-811b-35f0aabddbad" providerId="ADAL" clId="{3401DE48-593D-4635-9BB2-4D1E517C9F67}" dt="2025-04-26T02:54:07.937" v="5"/>
        <pc:sldMkLst>
          <pc:docMk/>
          <pc:sldMk cId="3670611197" sldId="501"/>
        </pc:sldMkLst>
      </pc:sldChg>
      <pc:sldChg chg="addSp">
        <pc:chgData name="Rahul Mishra" userId="57c6469e-ac64-4888-811b-35f0aabddbad" providerId="ADAL" clId="{3401DE48-593D-4635-9BB2-4D1E517C9F67}" dt="2025-04-26T03:08:28.577" v="9"/>
        <pc:sldMkLst>
          <pc:docMk/>
          <pc:sldMk cId="3967788290" sldId="506"/>
        </pc:sldMkLst>
      </pc:sldChg>
      <pc:sldChg chg="addSp">
        <pc:chgData name="Rahul Mishra" userId="57c6469e-ac64-4888-811b-35f0aabddbad" providerId="ADAL" clId="{3401DE48-593D-4635-9BB2-4D1E517C9F67}" dt="2025-04-26T03:22:40.267" v="12"/>
        <pc:sldMkLst>
          <pc:docMk/>
          <pc:sldMk cId="4157103988" sldId="507"/>
        </pc:sldMkLst>
      </pc:sldChg>
      <pc:sldChg chg="addSp">
        <pc:chgData name="Rahul Mishra" userId="57c6469e-ac64-4888-811b-35f0aabddbad" providerId="ADAL" clId="{3401DE48-593D-4635-9BB2-4D1E517C9F67}" dt="2025-04-26T03:22:40.267" v="12"/>
        <pc:sldMkLst>
          <pc:docMk/>
          <pc:sldMk cId="296212894" sldId="508"/>
        </pc:sldMkLst>
      </pc:sldChg>
      <pc:sldChg chg="addSp">
        <pc:chgData name="Rahul Mishra" userId="57c6469e-ac64-4888-811b-35f0aabddbad" providerId="ADAL" clId="{3401DE48-593D-4635-9BB2-4D1E517C9F67}" dt="2025-04-26T03:22:40.267" v="12"/>
        <pc:sldMkLst>
          <pc:docMk/>
          <pc:sldMk cId="2938237840" sldId="509"/>
        </pc:sldMkLst>
      </pc:sldChg>
      <pc:sldChg chg="addSp delSp mod">
        <pc:chgData name="Rahul Mishra" userId="57c6469e-ac64-4888-811b-35f0aabddbad" providerId="ADAL" clId="{3401DE48-593D-4635-9BB2-4D1E517C9F67}" dt="2025-04-26T03:31:21.926" v="17"/>
        <pc:sldMkLst>
          <pc:docMk/>
          <pc:sldMk cId="1997723239" sldId="510"/>
        </pc:sldMkLst>
      </pc:sldChg>
      <pc:sldChg chg="addSp delSp mod">
        <pc:chgData name="Rahul Mishra" userId="57c6469e-ac64-4888-811b-35f0aabddbad" providerId="ADAL" clId="{3401DE48-593D-4635-9BB2-4D1E517C9F67}" dt="2025-04-26T03:23:45.784" v="15" actId="478"/>
        <pc:sldMkLst>
          <pc:docMk/>
          <pc:sldMk cId="2655869495" sldId="512"/>
        </pc:sldMkLst>
      </pc:sldChg>
      <pc:sldChg chg="addSp">
        <pc:chgData name="Rahul Mishra" userId="57c6469e-ac64-4888-811b-35f0aabddbad" providerId="ADAL" clId="{3401DE48-593D-4635-9BB2-4D1E517C9F67}" dt="2025-04-26T03:22:40.267" v="12"/>
        <pc:sldMkLst>
          <pc:docMk/>
          <pc:sldMk cId="1468048628" sldId="514"/>
        </pc:sldMkLst>
      </pc:sldChg>
      <pc:sldChg chg="addSp">
        <pc:chgData name="Rahul Mishra" userId="57c6469e-ac64-4888-811b-35f0aabddbad" providerId="ADAL" clId="{3401DE48-593D-4635-9BB2-4D1E517C9F67}" dt="2025-04-26T03:25:17.767" v="16"/>
        <pc:sldMkLst>
          <pc:docMk/>
          <pc:sldMk cId="357345619" sldId="518"/>
        </pc:sldMkLst>
      </pc:sldChg>
      <pc:sldChg chg="addSp">
        <pc:chgData name="Rahul Mishra" userId="57c6469e-ac64-4888-811b-35f0aabddbad" providerId="ADAL" clId="{3401DE48-593D-4635-9BB2-4D1E517C9F67}" dt="2025-04-26T03:31:21.926" v="17"/>
        <pc:sldMkLst>
          <pc:docMk/>
          <pc:sldMk cId="2573141201" sldId="519"/>
        </pc:sldMkLst>
      </pc:sldChg>
      <pc:sldChg chg="addSp">
        <pc:chgData name="Rahul Mishra" userId="57c6469e-ac64-4888-811b-35f0aabddbad" providerId="ADAL" clId="{3401DE48-593D-4635-9BB2-4D1E517C9F67}" dt="2025-04-26T03:41:07.266" v="18"/>
        <pc:sldMkLst>
          <pc:docMk/>
          <pc:sldMk cId="3465564828" sldId="520"/>
        </pc:sldMkLst>
      </pc:sldChg>
      <pc:sldChg chg="addSp">
        <pc:chgData name="Rahul Mishra" userId="57c6469e-ac64-4888-811b-35f0aabddbad" providerId="ADAL" clId="{3401DE48-593D-4635-9BB2-4D1E517C9F67}" dt="2025-04-26T03:41:07.266" v="18"/>
        <pc:sldMkLst>
          <pc:docMk/>
          <pc:sldMk cId="3937994810" sldId="522"/>
        </pc:sldMkLst>
      </pc:sldChg>
      <pc:sldChg chg="addSp">
        <pc:chgData name="Rahul Mishra" userId="57c6469e-ac64-4888-811b-35f0aabddbad" providerId="ADAL" clId="{3401DE48-593D-4635-9BB2-4D1E517C9F67}" dt="2025-04-26T03:41:07.266" v="18"/>
        <pc:sldMkLst>
          <pc:docMk/>
          <pc:sldMk cId="3241773854" sldId="523"/>
        </pc:sldMkLst>
      </pc:sldChg>
      <pc:sldChg chg="addSp">
        <pc:chgData name="Rahul Mishra" userId="57c6469e-ac64-4888-811b-35f0aabddbad" providerId="ADAL" clId="{3401DE48-593D-4635-9BB2-4D1E517C9F67}" dt="2025-04-26T03:41:07.266" v="18"/>
        <pc:sldMkLst>
          <pc:docMk/>
          <pc:sldMk cId="3540199148" sldId="524"/>
        </pc:sldMkLst>
      </pc:sldChg>
      <pc:sldChg chg="addSp">
        <pc:chgData name="Rahul Mishra" userId="57c6469e-ac64-4888-811b-35f0aabddbad" providerId="ADAL" clId="{3401DE48-593D-4635-9BB2-4D1E517C9F67}" dt="2025-04-26T03:41:07.266" v="18"/>
        <pc:sldMkLst>
          <pc:docMk/>
          <pc:sldMk cId="3999969012" sldId="526"/>
        </pc:sldMkLst>
      </pc:sldChg>
      <pc:sldChg chg="addSp">
        <pc:chgData name="Rahul Mishra" userId="57c6469e-ac64-4888-811b-35f0aabddbad" providerId="ADAL" clId="{3401DE48-593D-4635-9BB2-4D1E517C9F67}" dt="2025-04-27T04:18:46.602" v="19"/>
        <pc:sldMkLst>
          <pc:docMk/>
          <pc:sldMk cId="2753455720" sldId="543"/>
        </pc:sldMkLst>
      </pc:sldChg>
      <pc:sldChg chg="addSp">
        <pc:chgData name="Rahul Mishra" userId="57c6469e-ac64-4888-811b-35f0aabddbad" providerId="ADAL" clId="{3401DE48-593D-4635-9BB2-4D1E517C9F67}" dt="2025-04-27T04:18:46.602" v="19"/>
        <pc:sldMkLst>
          <pc:docMk/>
          <pc:sldMk cId="3945323040" sldId="544"/>
        </pc:sldMkLst>
      </pc:sldChg>
      <pc:sldChg chg="addSp">
        <pc:chgData name="Rahul Mishra" userId="57c6469e-ac64-4888-811b-35f0aabddbad" providerId="ADAL" clId="{3401DE48-593D-4635-9BB2-4D1E517C9F67}" dt="2025-04-27T04:18:46.602" v="19"/>
        <pc:sldMkLst>
          <pc:docMk/>
          <pc:sldMk cId="1040822873" sldId="545"/>
        </pc:sldMkLst>
      </pc:sldChg>
      <pc:sldChg chg="addSp">
        <pc:chgData name="Rahul Mishra" userId="57c6469e-ac64-4888-811b-35f0aabddbad" providerId="ADAL" clId="{3401DE48-593D-4635-9BB2-4D1E517C9F67}" dt="2025-04-26T03:04:46.372" v="8"/>
        <pc:sldMkLst>
          <pc:docMk/>
          <pc:sldMk cId="2972190030" sldId="552"/>
        </pc:sldMkLst>
      </pc:sldChg>
      <pc:sldChg chg="addSp">
        <pc:chgData name="Rahul Mishra" userId="57c6469e-ac64-4888-811b-35f0aabddbad" providerId="ADAL" clId="{3401DE48-593D-4635-9BB2-4D1E517C9F67}" dt="2025-04-26T03:04:46.372" v="8"/>
        <pc:sldMkLst>
          <pc:docMk/>
          <pc:sldMk cId="2952253871" sldId="553"/>
        </pc:sldMkLst>
      </pc:sldChg>
      <pc:sldChg chg="addSp">
        <pc:chgData name="Rahul Mishra" userId="57c6469e-ac64-4888-811b-35f0aabddbad" providerId="ADAL" clId="{3401DE48-593D-4635-9BB2-4D1E517C9F67}" dt="2025-04-26T03:04:46.372" v="8"/>
        <pc:sldMkLst>
          <pc:docMk/>
          <pc:sldMk cId="2273670382" sldId="554"/>
        </pc:sldMkLst>
      </pc:sldChg>
      <pc:sldChg chg="addSp new">
        <pc:chgData name="Rahul Mishra" userId="57c6469e-ac64-4888-811b-35f0aabddbad" providerId="ADAL" clId="{3401DE48-593D-4635-9BB2-4D1E517C9F67}" dt="2025-04-26T02:57:52.747" v="7"/>
        <pc:sldMkLst>
          <pc:docMk/>
          <pc:sldMk cId="3708943068" sldId="555"/>
        </pc:sldMkLst>
      </pc:sldChg>
      <pc:sldChg chg="addSp new">
        <pc:chgData name="Rahul Mishra" userId="57c6469e-ac64-4888-811b-35f0aabddbad" providerId="ADAL" clId="{3401DE48-593D-4635-9BB2-4D1E517C9F67}" dt="2025-04-26T03:11:24.557" v="11"/>
        <pc:sldMkLst>
          <pc:docMk/>
          <pc:sldMk cId="3276290455" sldId="556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312D1C11-0546-479D-80D7-0B12BB5A28A7}"/>
    <pc:docChg chg="addSld modSld">
      <pc:chgData name="Rahul Mishra" userId="57c6469e-ac64-4888-811b-35f0aabddbad" providerId="ADAL" clId="{312D1C11-0546-479D-80D7-0B12BB5A28A7}" dt="2024-10-18T17:19:47.026" v="2"/>
      <pc:docMkLst>
        <pc:docMk/>
      </pc:docMkLst>
      <pc:sldChg chg="modSp mod">
        <pc:chgData name="Rahul Mishra" userId="57c6469e-ac64-4888-811b-35f0aabddbad" providerId="ADAL" clId="{312D1C11-0546-479D-80D7-0B12BB5A28A7}" dt="2024-10-18T17:15:42.793" v="1" actId="20577"/>
        <pc:sldMkLst>
          <pc:docMk/>
          <pc:sldMk cId="545609971" sldId="405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2113216562" sldId="719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848781093" sldId="720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3230534890" sldId="721"/>
        </pc:sldMkLst>
      </pc:sldChg>
    </pc:docChg>
  </pc:docChgLst>
  <pc:docChgLst>
    <pc:chgData name="Rahul Mishra" userId="57c6469e-ac64-4888-811b-35f0aabddbad" providerId="ADAL" clId="{E2361D09-C398-4E88-8F26-17B8531156BA}"/>
    <pc:docChg chg="custSel addSld delSld modSld">
      <pc:chgData name="Rahul Mishra" userId="57c6469e-ac64-4888-811b-35f0aabddbad" providerId="ADAL" clId="{E2361D09-C398-4E88-8F26-17B8531156BA}" dt="2024-10-31T09:40:49.457" v="28" actId="47"/>
      <pc:docMkLst>
        <pc:docMk/>
      </pc:docMkLst>
      <pc:sldChg chg="add del">
        <pc:chgData name="Rahul Mishra" userId="57c6469e-ac64-4888-811b-35f0aabddbad" providerId="ADAL" clId="{E2361D09-C398-4E88-8F26-17B8531156BA}" dt="2024-10-31T09:40:49.457" v="28" actId="47"/>
        <pc:sldMkLst>
          <pc:docMk/>
          <pc:sldMk cId="109857222" sldId="25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16476901" sldId="46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7698636" sldId="46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803075321" sldId="46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94029264" sldId="46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531540611" sldId="46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58004702" sldId="47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69549052" sldId="47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896839646" sldId="47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33255452" sldId="47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92849745" sldId="47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017760832" sldId="47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70611197" sldId="50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67788290" sldId="50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57103988" sldId="50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6212894" sldId="50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38237840" sldId="50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997723239" sldId="51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71170173" sldId="51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655869495" sldId="51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859892768" sldId="51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468048628" sldId="51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94425593" sldId="51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581252862" sldId="51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07030644" sldId="51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7345619" sldId="51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573141201" sldId="51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465564828" sldId="52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522011976" sldId="52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37994810" sldId="52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241773854" sldId="52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40199148" sldId="52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55136574" sldId="52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99969012" sldId="52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38027510" sldId="52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752951647" sldId="52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132676974" sldId="52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21937089" sldId="53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075802525" sldId="53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57905329" sldId="53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281464922" sldId="53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951664994" sldId="53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61901111" sldId="53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59315865" sldId="53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17652102" sldId="53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573523818" sldId="53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72190030" sldId="55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52253871" sldId="55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273670382" sldId="554"/>
        </pc:sldMkLst>
      </pc:sldChg>
      <pc:sldChg chg="delSp del mod">
        <pc:chgData name="Rahul Mishra" userId="57c6469e-ac64-4888-811b-35f0aabddbad" providerId="ADAL" clId="{E2361D09-C398-4E88-8F26-17B8531156BA}" dt="2024-10-31T09:39:26.609" v="2" actId="47"/>
        <pc:sldMkLst>
          <pc:docMk/>
          <pc:sldMk cId="2194219352" sldId="745"/>
        </pc:sldMkLst>
      </pc:sldChg>
      <pc:sldChg chg="delSp del mod">
        <pc:chgData name="Rahul Mishra" userId="57c6469e-ac64-4888-811b-35f0aabddbad" providerId="ADAL" clId="{E2361D09-C398-4E88-8F26-17B8531156BA}" dt="2024-10-31T09:39:27.629" v="3" actId="47"/>
        <pc:sldMkLst>
          <pc:docMk/>
          <pc:sldMk cId="3377793554" sldId="748"/>
        </pc:sldMkLst>
      </pc:sldChg>
      <pc:sldChg chg="delSp mod">
        <pc:chgData name="Rahul Mishra" userId="57c6469e-ac64-4888-811b-35f0aabddbad" providerId="ADAL" clId="{E2361D09-C398-4E88-8F26-17B8531156BA}" dt="2024-10-31T09:39:32.534" v="4" actId="478"/>
        <pc:sldMkLst>
          <pc:docMk/>
          <pc:sldMk cId="1475525639" sldId="753"/>
        </pc:sldMkLst>
      </pc:sldChg>
      <pc:sldChg chg="delSp mod">
        <pc:chgData name="Rahul Mishra" userId="57c6469e-ac64-4888-811b-35f0aabddbad" providerId="ADAL" clId="{E2361D09-C398-4E88-8F26-17B8531156BA}" dt="2024-10-31T09:39:35.065" v="5" actId="478"/>
        <pc:sldMkLst>
          <pc:docMk/>
          <pc:sldMk cId="2615085894" sldId="754"/>
        </pc:sldMkLst>
      </pc:sldChg>
      <pc:sldChg chg="del">
        <pc:chgData name="Rahul Mishra" userId="57c6469e-ac64-4888-811b-35f0aabddbad" providerId="ADAL" clId="{E2361D09-C398-4E88-8F26-17B8531156BA}" dt="2024-10-31T09:39:43.033" v="6" actId="47"/>
        <pc:sldMkLst>
          <pc:docMk/>
          <pc:sldMk cId="2326947280" sldId="755"/>
        </pc:sldMkLst>
      </pc:sldChg>
      <pc:sldChg chg="del">
        <pc:chgData name="Rahul Mishra" userId="57c6469e-ac64-4888-811b-35f0aabddbad" providerId="ADAL" clId="{E2361D09-C398-4E88-8F26-17B8531156BA}" dt="2024-10-31T09:39:44.117" v="7" actId="47"/>
        <pc:sldMkLst>
          <pc:docMk/>
          <pc:sldMk cId="2294533003" sldId="756"/>
        </pc:sldMkLst>
      </pc:sldChg>
      <pc:sldChg chg="del">
        <pc:chgData name="Rahul Mishra" userId="57c6469e-ac64-4888-811b-35f0aabddbad" providerId="ADAL" clId="{E2361D09-C398-4E88-8F26-17B8531156BA}" dt="2024-10-31T09:39:44.887" v="8" actId="47"/>
        <pc:sldMkLst>
          <pc:docMk/>
          <pc:sldMk cId="2011259894" sldId="757"/>
        </pc:sldMkLst>
      </pc:sldChg>
      <pc:sldChg chg="del">
        <pc:chgData name="Rahul Mishra" userId="57c6469e-ac64-4888-811b-35f0aabddbad" providerId="ADAL" clId="{E2361D09-C398-4E88-8F26-17B8531156BA}" dt="2024-10-31T09:39:45.546" v="9" actId="47"/>
        <pc:sldMkLst>
          <pc:docMk/>
          <pc:sldMk cId="3262598722" sldId="758"/>
        </pc:sldMkLst>
      </pc:sldChg>
      <pc:sldChg chg="del">
        <pc:chgData name="Rahul Mishra" userId="57c6469e-ac64-4888-811b-35f0aabddbad" providerId="ADAL" clId="{E2361D09-C398-4E88-8F26-17B8531156BA}" dt="2024-10-31T09:39:46.193" v="10" actId="47"/>
        <pc:sldMkLst>
          <pc:docMk/>
          <pc:sldMk cId="2836416788" sldId="759"/>
        </pc:sldMkLst>
      </pc:sldChg>
      <pc:sldChg chg="del">
        <pc:chgData name="Rahul Mishra" userId="57c6469e-ac64-4888-811b-35f0aabddbad" providerId="ADAL" clId="{E2361D09-C398-4E88-8F26-17B8531156BA}" dt="2024-10-31T09:39:46.711" v="11" actId="47"/>
        <pc:sldMkLst>
          <pc:docMk/>
          <pc:sldMk cId="3910719898" sldId="760"/>
        </pc:sldMkLst>
      </pc:sldChg>
      <pc:sldChg chg="del">
        <pc:chgData name="Rahul Mishra" userId="57c6469e-ac64-4888-811b-35f0aabddbad" providerId="ADAL" clId="{E2361D09-C398-4E88-8F26-17B8531156BA}" dt="2024-10-31T09:39:47.184" v="12" actId="47"/>
        <pc:sldMkLst>
          <pc:docMk/>
          <pc:sldMk cId="1773177265" sldId="761"/>
        </pc:sldMkLst>
      </pc:sldChg>
      <pc:sldChg chg="del">
        <pc:chgData name="Rahul Mishra" userId="57c6469e-ac64-4888-811b-35f0aabddbad" providerId="ADAL" clId="{E2361D09-C398-4E88-8F26-17B8531156BA}" dt="2024-10-31T09:39:47.734" v="13" actId="47"/>
        <pc:sldMkLst>
          <pc:docMk/>
          <pc:sldMk cId="2882708876" sldId="762"/>
        </pc:sldMkLst>
      </pc:sldChg>
      <pc:sldChg chg="del">
        <pc:chgData name="Rahul Mishra" userId="57c6469e-ac64-4888-811b-35f0aabddbad" providerId="ADAL" clId="{E2361D09-C398-4E88-8F26-17B8531156BA}" dt="2024-10-31T09:39:48.269" v="14" actId="47"/>
        <pc:sldMkLst>
          <pc:docMk/>
          <pc:sldMk cId="2013161462" sldId="763"/>
        </pc:sldMkLst>
      </pc:sldChg>
      <pc:sldChg chg="del">
        <pc:chgData name="Rahul Mishra" userId="57c6469e-ac64-4888-811b-35f0aabddbad" providerId="ADAL" clId="{E2361D09-C398-4E88-8F26-17B8531156BA}" dt="2024-10-31T09:39:49.979" v="15" actId="47"/>
        <pc:sldMkLst>
          <pc:docMk/>
          <pc:sldMk cId="1039760754" sldId="764"/>
        </pc:sldMkLst>
      </pc:sldChg>
      <pc:sldChg chg="del">
        <pc:chgData name="Rahul Mishra" userId="57c6469e-ac64-4888-811b-35f0aabddbad" providerId="ADAL" clId="{E2361D09-C398-4E88-8F26-17B8531156BA}" dt="2024-10-31T09:39:51.112" v="16" actId="47"/>
        <pc:sldMkLst>
          <pc:docMk/>
          <pc:sldMk cId="3814915801" sldId="765"/>
        </pc:sldMkLst>
      </pc:sldChg>
      <pc:sldChg chg="del">
        <pc:chgData name="Rahul Mishra" userId="57c6469e-ac64-4888-811b-35f0aabddbad" providerId="ADAL" clId="{E2361D09-C398-4E88-8F26-17B8531156BA}" dt="2024-10-31T09:39:51.693" v="17" actId="47"/>
        <pc:sldMkLst>
          <pc:docMk/>
          <pc:sldMk cId="1365623728" sldId="766"/>
        </pc:sldMkLst>
      </pc:sldChg>
      <pc:sldChg chg="del">
        <pc:chgData name="Rahul Mishra" userId="57c6469e-ac64-4888-811b-35f0aabddbad" providerId="ADAL" clId="{E2361D09-C398-4E88-8F26-17B8531156BA}" dt="2024-10-31T09:39:52.337" v="18" actId="47"/>
        <pc:sldMkLst>
          <pc:docMk/>
          <pc:sldMk cId="2242920848" sldId="767"/>
        </pc:sldMkLst>
      </pc:sldChg>
      <pc:sldChg chg="del">
        <pc:chgData name="Rahul Mishra" userId="57c6469e-ac64-4888-811b-35f0aabddbad" providerId="ADAL" clId="{E2361D09-C398-4E88-8F26-17B8531156BA}" dt="2024-10-31T09:39:52.949" v="19" actId="47"/>
        <pc:sldMkLst>
          <pc:docMk/>
          <pc:sldMk cId="3122015358" sldId="768"/>
        </pc:sldMkLst>
      </pc:sldChg>
      <pc:sldChg chg="del">
        <pc:chgData name="Rahul Mishra" userId="57c6469e-ac64-4888-811b-35f0aabddbad" providerId="ADAL" clId="{E2361D09-C398-4E88-8F26-17B8531156BA}" dt="2024-10-31T09:40:38.278" v="20" actId="47"/>
        <pc:sldMkLst>
          <pc:docMk/>
          <pc:sldMk cId="3259106881" sldId="769"/>
        </pc:sldMkLst>
      </pc:sldChg>
      <pc:sldChg chg="del">
        <pc:chgData name="Rahul Mishra" userId="57c6469e-ac64-4888-811b-35f0aabddbad" providerId="ADAL" clId="{E2361D09-C398-4E88-8F26-17B8531156BA}" dt="2024-10-31T09:40:39.330" v="21" actId="47"/>
        <pc:sldMkLst>
          <pc:docMk/>
          <pc:sldMk cId="3354458900" sldId="770"/>
        </pc:sldMkLst>
      </pc:sldChg>
      <pc:sldChg chg="del">
        <pc:chgData name="Rahul Mishra" userId="57c6469e-ac64-4888-811b-35f0aabddbad" providerId="ADAL" clId="{E2361D09-C398-4E88-8F26-17B8531156BA}" dt="2024-10-31T09:40:42.155" v="22" actId="47"/>
        <pc:sldMkLst>
          <pc:docMk/>
          <pc:sldMk cId="2972418310" sldId="771"/>
        </pc:sldMkLst>
      </pc:sldChg>
      <pc:sldChg chg="del">
        <pc:chgData name="Rahul Mishra" userId="57c6469e-ac64-4888-811b-35f0aabddbad" providerId="ADAL" clId="{E2361D09-C398-4E88-8F26-17B8531156BA}" dt="2024-10-31T09:40:43.067" v="23" actId="47"/>
        <pc:sldMkLst>
          <pc:docMk/>
          <pc:sldMk cId="2487306710" sldId="772"/>
        </pc:sldMkLst>
      </pc:sldChg>
      <pc:sldChg chg="del">
        <pc:chgData name="Rahul Mishra" userId="57c6469e-ac64-4888-811b-35f0aabddbad" providerId="ADAL" clId="{E2361D09-C398-4E88-8F26-17B8531156BA}" dt="2024-10-31T09:40:44.054" v="24" actId="47"/>
        <pc:sldMkLst>
          <pc:docMk/>
          <pc:sldMk cId="3155447598" sldId="773"/>
        </pc:sldMkLst>
      </pc:sldChg>
      <pc:sldChg chg="del">
        <pc:chgData name="Rahul Mishra" userId="57c6469e-ac64-4888-811b-35f0aabddbad" providerId="ADAL" clId="{E2361D09-C398-4E88-8F26-17B8531156BA}" dt="2024-10-31T09:40:44.871" v="25" actId="47"/>
        <pc:sldMkLst>
          <pc:docMk/>
          <pc:sldMk cId="461008102" sldId="774"/>
        </pc:sldMkLst>
      </pc:sldChg>
      <pc:sldChg chg="del">
        <pc:chgData name="Rahul Mishra" userId="57c6469e-ac64-4888-811b-35f0aabddbad" providerId="ADAL" clId="{E2361D09-C398-4E88-8F26-17B8531156BA}" dt="2024-10-31T09:40:45.592" v="26" actId="47"/>
        <pc:sldMkLst>
          <pc:docMk/>
          <pc:sldMk cId="2829493214" sldId="775"/>
        </pc:sldMkLst>
      </pc:sldChg>
    </pc:docChg>
  </pc:docChgLst>
  <pc:docChgLst>
    <pc:chgData name="Rahul Mishra" userId="57c6469e-ac64-4888-811b-35f0aabddbad" providerId="ADAL" clId="{2587B58E-4F3B-47AB-B3EB-62407C9160B0}"/>
    <pc:docChg chg="custSel addSld modSld sldOrd">
      <pc:chgData name="Rahul Mishra" userId="57c6469e-ac64-4888-811b-35f0aabddbad" providerId="ADAL" clId="{2587B58E-4F3B-47AB-B3EB-62407C9160B0}" dt="2025-11-02T07:22:42.051" v="13"/>
      <pc:docMkLst>
        <pc:docMk/>
      </pc:docMkLst>
      <pc:sldChg chg="addSp">
        <pc:chgData name="Rahul Mishra" userId="57c6469e-ac64-4888-811b-35f0aabddbad" providerId="ADAL" clId="{2587B58E-4F3B-47AB-B3EB-62407C9160B0}" dt="2025-11-02T03:48:43.760" v="0"/>
        <pc:sldMkLst>
          <pc:docMk/>
          <pc:sldMk cId="4033255452" sldId="473"/>
        </pc:sldMkLst>
        <pc:inkChg chg="add">
          <ac:chgData name="Rahul Mishra" userId="57c6469e-ac64-4888-811b-35f0aabddbad" providerId="ADAL" clId="{2587B58E-4F3B-47AB-B3EB-62407C9160B0}" dt="2025-11-02T03:48:43.760" v="0"/>
          <ac:inkMkLst>
            <pc:docMk/>
            <pc:sldMk cId="4033255452" sldId="473"/>
            <ac:inkMk id="6" creationId="{B74F5C12-00E8-CE7D-9599-4DFBE5A38336}"/>
          </ac:inkMkLst>
        </pc:inkChg>
      </pc:sldChg>
      <pc:sldChg chg="addSp">
        <pc:chgData name="Rahul Mishra" userId="57c6469e-ac64-4888-811b-35f0aabddbad" providerId="ADAL" clId="{2587B58E-4F3B-47AB-B3EB-62407C9160B0}" dt="2025-11-02T04:04:54.133" v="6"/>
        <pc:sldMkLst>
          <pc:docMk/>
          <pc:sldMk cId="3967788290" sldId="506"/>
        </pc:sldMkLst>
        <pc:inkChg chg="add">
          <ac:chgData name="Rahul Mishra" userId="57c6469e-ac64-4888-811b-35f0aabddbad" providerId="ADAL" clId="{2587B58E-4F3B-47AB-B3EB-62407C9160B0}" dt="2025-11-02T04:04:54.133" v="6"/>
          <ac:inkMkLst>
            <pc:docMk/>
            <pc:sldMk cId="3967788290" sldId="506"/>
            <ac:inkMk id="7" creationId="{849285B5-D85E-FFC2-E0C1-E510BD428404}"/>
          </ac:inkMkLst>
        </pc:inkChg>
      </pc:sldChg>
      <pc:sldChg chg="addSp">
        <pc:chgData name="Rahul Mishra" userId="57c6469e-ac64-4888-811b-35f0aabddbad" providerId="ADAL" clId="{2587B58E-4F3B-47AB-B3EB-62407C9160B0}" dt="2025-11-02T06:02:31.544" v="7"/>
        <pc:sldMkLst>
          <pc:docMk/>
          <pc:sldMk cId="4157103988" sldId="507"/>
        </pc:sldMkLst>
        <pc:inkChg chg="add">
          <ac:chgData name="Rahul Mishra" userId="57c6469e-ac64-4888-811b-35f0aabddbad" providerId="ADAL" clId="{2587B58E-4F3B-47AB-B3EB-62407C9160B0}" dt="2025-11-02T06:02:31.544" v="7"/>
          <ac:inkMkLst>
            <pc:docMk/>
            <pc:sldMk cId="4157103988" sldId="507"/>
            <ac:inkMk id="7" creationId="{8C384C3E-443A-A4CD-53F6-B97D64E55AC9}"/>
          </ac:inkMkLst>
        </pc:inkChg>
      </pc:sldChg>
      <pc:sldChg chg="addSp">
        <pc:chgData name="Rahul Mishra" userId="57c6469e-ac64-4888-811b-35f0aabddbad" providerId="ADAL" clId="{2587B58E-4F3B-47AB-B3EB-62407C9160B0}" dt="2025-11-02T06:02:31.544" v="7"/>
        <pc:sldMkLst>
          <pc:docMk/>
          <pc:sldMk cId="296212894" sldId="508"/>
        </pc:sldMkLst>
        <pc:inkChg chg="add">
          <ac:chgData name="Rahul Mishra" userId="57c6469e-ac64-4888-811b-35f0aabddbad" providerId="ADAL" clId="{2587B58E-4F3B-47AB-B3EB-62407C9160B0}" dt="2025-11-02T06:02:31.544" v="7"/>
          <ac:inkMkLst>
            <pc:docMk/>
            <pc:sldMk cId="296212894" sldId="508"/>
            <ac:inkMk id="7" creationId="{304EB9A8-A760-BAD3-D9C2-8389C3CFC218}"/>
          </ac:inkMkLst>
        </pc:inkChg>
      </pc:sldChg>
      <pc:sldChg chg="addSp">
        <pc:chgData name="Rahul Mishra" userId="57c6469e-ac64-4888-811b-35f0aabddbad" providerId="ADAL" clId="{2587B58E-4F3B-47AB-B3EB-62407C9160B0}" dt="2025-11-02T06:52:55.381" v="10"/>
        <pc:sldMkLst>
          <pc:docMk/>
          <pc:sldMk cId="2938237840" sldId="509"/>
        </pc:sldMkLst>
        <pc:inkChg chg="add">
          <ac:chgData name="Rahul Mishra" userId="57c6469e-ac64-4888-811b-35f0aabddbad" providerId="ADAL" clId="{2587B58E-4F3B-47AB-B3EB-62407C9160B0}" dt="2025-11-02T06:02:31.544" v="7"/>
          <ac:inkMkLst>
            <pc:docMk/>
            <pc:sldMk cId="2938237840" sldId="509"/>
            <ac:inkMk id="8" creationId="{70ADB442-0DBC-34EF-79B6-B45BD9E81359}"/>
          </ac:inkMkLst>
        </pc:inkChg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2938237840" sldId="509"/>
            <ac:inkMk id="13" creationId="{FF1ED370-A041-AAE1-CE04-2D9854E02255}"/>
          </ac:inkMkLst>
        </pc:inkChg>
      </pc:sldChg>
      <pc:sldChg chg="addSp delSp mod">
        <pc:chgData name="Rahul Mishra" userId="57c6469e-ac64-4888-811b-35f0aabddbad" providerId="ADAL" clId="{2587B58E-4F3B-47AB-B3EB-62407C9160B0}" dt="2025-11-02T06:52:55.381" v="10"/>
        <pc:sldMkLst>
          <pc:docMk/>
          <pc:sldMk cId="1997723239" sldId="510"/>
        </pc:sldMkLst>
        <pc:inkChg chg="add del">
          <ac:chgData name="Rahul Mishra" userId="57c6469e-ac64-4888-811b-35f0aabddbad" providerId="ADAL" clId="{2587B58E-4F3B-47AB-B3EB-62407C9160B0}" dt="2025-11-02T06:02:36.241" v="8" actId="478"/>
          <ac:inkMkLst>
            <pc:docMk/>
            <pc:sldMk cId="1997723239" sldId="510"/>
            <ac:inkMk id="3" creationId="{BB2CB781-98BC-E064-24E7-FEBF6AF04FE2}"/>
          </ac:inkMkLst>
        </pc:inkChg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1997723239" sldId="510"/>
            <ac:inkMk id="5" creationId="{EB3E8D14-C7F8-C6FD-9BE8-C92FD3C825DE}"/>
          </ac:inkMkLst>
        </pc:inkChg>
      </pc:sldChg>
      <pc:sldChg chg="addSp">
        <pc:chgData name="Rahul Mishra" userId="57c6469e-ac64-4888-811b-35f0aabddbad" providerId="ADAL" clId="{2587B58E-4F3B-47AB-B3EB-62407C9160B0}" dt="2025-11-02T06:52:55.381" v="10"/>
        <pc:sldMkLst>
          <pc:docMk/>
          <pc:sldMk cId="3671170173" sldId="511"/>
        </pc:sldMkLst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3671170173" sldId="511"/>
            <ac:inkMk id="3" creationId="{E0A842DE-B8D3-653A-D5C0-1335276D3961}"/>
          </ac:inkMkLst>
        </pc:inkChg>
      </pc:sldChg>
      <pc:sldChg chg="addSp">
        <pc:chgData name="Rahul Mishra" userId="57c6469e-ac64-4888-811b-35f0aabddbad" providerId="ADAL" clId="{2587B58E-4F3B-47AB-B3EB-62407C9160B0}" dt="2025-11-02T06:52:55.381" v="10"/>
        <pc:sldMkLst>
          <pc:docMk/>
          <pc:sldMk cId="357345619" sldId="518"/>
        </pc:sldMkLst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357345619" sldId="518"/>
            <ac:inkMk id="3" creationId="{F2972C71-5E99-AF47-8D4C-9BFDEAAA65EC}"/>
          </ac:inkMkLst>
        </pc:inkChg>
      </pc:sldChg>
      <pc:sldChg chg="addSp">
        <pc:chgData name="Rahul Mishra" userId="57c6469e-ac64-4888-811b-35f0aabddbad" providerId="ADAL" clId="{2587B58E-4F3B-47AB-B3EB-62407C9160B0}" dt="2025-11-02T06:52:55.381" v="10"/>
        <pc:sldMkLst>
          <pc:docMk/>
          <pc:sldMk cId="2573141201" sldId="519"/>
        </pc:sldMkLst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2573141201" sldId="519"/>
            <ac:inkMk id="4" creationId="{FA229F41-1AE4-E76E-527F-11A75B89B51E}"/>
          </ac:inkMkLst>
        </pc:inkChg>
      </pc:sldChg>
      <pc:sldChg chg="addSp">
        <pc:chgData name="Rahul Mishra" userId="57c6469e-ac64-4888-811b-35f0aabddbad" providerId="ADAL" clId="{2587B58E-4F3B-47AB-B3EB-62407C9160B0}" dt="2025-11-02T06:59:06.517" v="11"/>
        <pc:sldMkLst>
          <pc:docMk/>
          <pc:sldMk cId="522011976" sldId="521"/>
        </pc:sldMkLst>
        <pc:inkChg chg="add">
          <ac:chgData name="Rahul Mishra" userId="57c6469e-ac64-4888-811b-35f0aabddbad" providerId="ADAL" clId="{2587B58E-4F3B-47AB-B3EB-62407C9160B0}" dt="2025-11-02T06:59:06.517" v="11"/>
          <ac:inkMkLst>
            <pc:docMk/>
            <pc:sldMk cId="522011976" sldId="521"/>
            <ac:inkMk id="7" creationId="{8CF1F22B-4314-D245-8F8B-D4F6C46E1E47}"/>
          </ac:inkMkLst>
        </pc:inkChg>
      </pc:sldChg>
      <pc:sldChg chg="addSp delSp mod">
        <pc:chgData name="Rahul Mishra" userId="57c6469e-ac64-4888-811b-35f0aabddbad" providerId="ADAL" clId="{2587B58E-4F3B-47AB-B3EB-62407C9160B0}" dt="2025-11-02T07:22:42.051" v="13"/>
        <pc:sldMkLst>
          <pc:docMk/>
          <pc:sldMk cId="3937994810" sldId="522"/>
        </pc:sldMkLst>
        <pc:inkChg chg="add del">
          <ac:chgData name="Rahul Mishra" userId="57c6469e-ac64-4888-811b-35f0aabddbad" providerId="ADAL" clId="{2587B58E-4F3B-47AB-B3EB-62407C9160B0}" dt="2025-11-02T06:59:09.647" v="12" actId="478"/>
          <ac:inkMkLst>
            <pc:docMk/>
            <pc:sldMk cId="3937994810" sldId="522"/>
            <ac:inkMk id="3" creationId="{82580A47-B674-3477-88A3-6CE8D4F476BF}"/>
          </ac:inkMkLst>
        </pc:inkChg>
        <pc:inkChg chg="add">
          <ac:chgData name="Rahul Mishra" userId="57c6469e-ac64-4888-811b-35f0aabddbad" providerId="ADAL" clId="{2587B58E-4F3B-47AB-B3EB-62407C9160B0}" dt="2025-11-02T07:22:42.051" v="13"/>
          <ac:inkMkLst>
            <pc:docMk/>
            <pc:sldMk cId="3937994810" sldId="522"/>
            <ac:inkMk id="5" creationId="{7ACBE29F-FD62-1AEA-B104-803C72771588}"/>
          </ac:inkMkLst>
        </pc:inkChg>
      </pc:sldChg>
      <pc:sldChg chg="addSp">
        <pc:chgData name="Rahul Mishra" userId="57c6469e-ac64-4888-811b-35f0aabddbad" providerId="ADAL" clId="{2587B58E-4F3B-47AB-B3EB-62407C9160B0}" dt="2025-11-02T07:22:42.051" v="13"/>
        <pc:sldMkLst>
          <pc:docMk/>
          <pc:sldMk cId="3241773854" sldId="523"/>
        </pc:sldMkLst>
        <pc:inkChg chg="add">
          <ac:chgData name="Rahul Mishra" userId="57c6469e-ac64-4888-811b-35f0aabddbad" providerId="ADAL" clId="{2587B58E-4F3B-47AB-B3EB-62407C9160B0}" dt="2025-11-02T07:22:42.051" v="13"/>
          <ac:inkMkLst>
            <pc:docMk/>
            <pc:sldMk cId="3241773854" sldId="523"/>
            <ac:inkMk id="3" creationId="{DEAB6E23-D419-FF52-50F1-6FC2F240928D}"/>
          </ac:inkMkLst>
        </pc:inkChg>
      </pc:sldChg>
      <pc:sldChg chg="addSp">
        <pc:chgData name="Rahul Mishra" userId="57c6469e-ac64-4888-811b-35f0aabddbad" providerId="ADAL" clId="{2587B58E-4F3B-47AB-B3EB-62407C9160B0}" dt="2025-11-02T07:22:42.051" v="13"/>
        <pc:sldMkLst>
          <pc:docMk/>
          <pc:sldMk cId="3540199148" sldId="524"/>
        </pc:sldMkLst>
        <pc:inkChg chg="add">
          <ac:chgData name="Rahul Mishra" userId="57c6469e-ac64-4888-811b-35f0aabddbad" providerId="ADAL" clId="{2587B58E-4F3B-47AB-B3EB-62407C9160B0}" dt="2025-11-02T07:22:42.051" v="13"/>
          <ac:inkMkLst>
            <pc:docMk/>
            <pc:sldMk cId="3540199148" sldId="524"/>
            <ac:inkMk id="3" creationId="{5854AF29-E11F-ADC9-5A0F-A8BD377FDFB5}"/>
          </ac:inkMkLst>
        </pc:inkChg>
      </pc:sldChg>
      <pc:sldChg chg="addSp">
        <pc:chgData name="Rahul Mishra" userId="57c6469e-ac64-4888-811b-35f0aabddbad" providerId="ADAL" clId="{2587B58E-4F3B-47AB-B3EB-62407C9160B0}" dt="2025-11-02T03:48:43.760" v="0"/>
        <pc:sldMkLst>
          <pc:docMk/>
          <pc:sldMk cId="2972190030" sldId="552"/>
        </pc:sldMkLst>
        <pc:inkChg chg="add">
          <ac:chgData name="Rahul Mishra" userId="57c6469e-ac64-4888-811b-35f0aabddbad" providerId="ADAL" clId="{2587B58E-4F3B-47AB-B3EB-62407C9160B0}" dt="2025-11-02T03:48:43.760" v="0"/>
          <ac:inkMkLst>
            <pc:docMk/>
            <pc:sldMk cId="2972190030" sldId="552"/>
            <ac:inkMk id="6" creationId="{9EAC27AF-86BA-8F28-3F14-D519166AE6AE}"/>
          </ac:inkMkLst>
        </pc:inkChg>
      </pc:sldChg>
      <pc:sldChg chg="addSp">
        <pc:chgData name="Rahul Mishra" userId="57c6469e-ac64-4888-811b-35f0aabddbad" providerId="ADAL" clId="{2587B58E-4F3B-47AB-B3EB-62407C9160B0}" dt="2025-11-02T03:48:43.760" v="0"/>
        <pc:sldMkLst>
          <pc:docMk/>
          <pc:sldMk cId="2952253871" sldId="553"/>
        </pc:sldMkLst>
        <pc:inkChg chg="add">
          <ac:chgData name="Rahul Mishra" userId="57c6469e-ac64-4888-811b-35f0aabddbad" providerId="ADAL" clId="{2587B58E-4F3B-47AB-B3EB-62407C9160B0}" dt="2025-11-02T03:48:43.760" v="0"/>
          <ac:inkMkLst>
            <pc:docMk/>
            <pc:sldMk cId="2952253871" sldId="553"/>
            <ac:inkMk id="4" creationId="{5CE25EDF-38B8-19B6-23FE-AB6C516DB2EF}"/>
          </ac:inkMkLst>
        </pc:inkChg>
      </pc:sldChg>
      <pc:sldChg chg="ord">
        <pc:chgData name="Rahul Mishra" userId="57c6469e-ac64-4888-811b-35f0aabddbad" providerId="ADAL" clId="{2587B58E-4F3B-47AB-B3EB-62407C9160B0}" dt="2025-11-02T03:48:57.203" v="5"/>
        <pc:sldMkLst>
          <pc:docMk/>
          <pc:sldMk cId="2273670382" sldId="554"/>
        </pc:sldMkLst>
      </pc:sldChg>
      <pc:sldChg chg="addSp">
        <pc:chgData name="Rahul Mishra" userId="57c6469e-ac64-4888-811b-35f0aabddbad" providerId="ADAL" clId="{2587B58E-4F3B-47AB-B3EB-62407C9160B0}" dt="2025-11-02T04:04:54.133" v="6"/>
        <pc:sldMkLst>
          <pc:docMk/>
          <pc:sldMk cId="3708943068" sldId="555"/>
        </pc:sldMkLst>
        <pc:inkChg chg="add">
          <ac:chgData name="Rahul Mishra" userId="57c6469e-ac64-4888-811b-35f0aabddbad" providerId="ADAL" clId="{2587B58E-4F3B-47AB-B3EB-62407C9160B0}" dt="2025-11-02T04:04:54.133" v="6"/>
          <ac:inkMkLst>
            <pc:docMk/>
            <pc:sldMk cId="3708943068" sldId="555"/>
            <ac:inkMk id="3" creationId="{56FCE6FC-1B73-7156-2818-DC28944B7439}"/>
          </ac:inkMkLst>
        </pc:inkChg>
      </pc:sldChg>
      <pc:sldChg chg="new">
        <pc:chgData name="Rahul Mishra" userId="57c6469e-ac64-4888-811b-35f0aabddbad" providerId="ADAL" clId="{2587B58E-4F3B-47AB-B3EB-62407C9160B0}" dt="2025-11-02T03:48:52.943" v="1" actId="680"/>
        <pc:sldMkLst>
          <pc:docMk/>
          <pc:sldMk cId="3532407840" sldId="557"/>
        </pc:sldMkLst>
      </pc:sldChg>
      <pc:sldChg chg="addSp new">
        <pc:chgData name="Rahul Mishra" userId="57c6469e-ac64-4888-811b-35f0aabddbad" providerId="ADAL" clId="{2587B58E-4F3B-47AB-B3EB-62407C9160B0}" dt="2025-11-02T06:52:55.381" v="10"/>
        <pc:sldMkLst>
          <pc:docMk/>
          <pc:sldMk cId="1454629881" sldId="558"/>
        </pc:sldMkLst>
        <pc:inkChg chg="add">
          <ac:chgData name="Rahul Mishra" userId="57c6469e-ac64-4888-811b-35f0aabddbad" providerId="ADAL" clId="{2587B58E-4F3B-47AB-B3EB-62407C9160B0}" dt="2025-11-02T06:52:55.381" v="10"/>
          <ac:inkMkLst>
            <pc:docMk/>
            <pc:sldMk cId="1454629881" sldId="558"/>
            <ac:inkMk id="3" creationId="{78FD3A77-433E-5636-CAEB-375758E2AA42}"/>
          </ac:inkMkLst>
        </pc:inkChg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D1B13840-9E10-48FD-B7AC-24AA0EEF3DD7}"/>
    <pc:docChg chg="addSld delSld modSld">
      <pc:chgData name="Rahul Mishra" userId="57c6469e-ac64-4888-811b-35f0aabddbad" providerId="ADAL" clId="{D1B13840-9E10-48FD-B7AC-24AA0EEF3DD7}" dt="2024-11-02T17:56:06.445" v="11" actId="47"/>
      <pc:docMkLst>
        <pc:docMk/>
      </pc:docMkLst>
      <pc:sldChg chg="add del">
        <pc:chgData name="Rahul Mishra" userId="57c6469e-ac64-4888-811b-35f0aabddbad" providerId="ADAL" clId="{D1B13840-9E10-48FD-B7AC-24AA0EEF3DD7}" dt="2024-11-02T17:56:06.445" v="11" actId="47"/>
        <pc:sldMkLst>
          <pc:docMk/>
          <pc:sldMk cId="109857222" sldId="256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232324117" sldId="462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2753455720" sldId="543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945323040" sldId="544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1040822873" sldId="545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199675297" sldId="546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377484224" sldId="547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395497162" sldId="548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1311247545" sldId="549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321988931" sldId="555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329315197" sldId="557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1984915707" sldId="558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4073440043" sldId="559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458315981" sldId="560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2341760162" sldId="561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351292529" sldId="562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3969534962" sldId="568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3630848284" sldId="569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220813046" sldId="570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2166454129" sldId="571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1942157202" sldId="572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4237367068" sldId="573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3621721354" sldId="574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1257771463" sldId="575"/>
        </pc:sldMkLst>
      </pc:sldChg>
      <pc:sldChg chg="add">
        <pc:chgData name="Rahul Mishra" userId="57c6469e-ac64-4888-811b-35f0aabddbad" providerId="ADAL" clId="{D1B13840-9E10-48FD-B7AC-24AA0EEF3DD7}" dt="2024-11-02T17:56:04.078" v="10"/>
        <pc:sldMkLst>
          <pc:docMk/>
          <pc:sldMk cId="83152193" sldId="576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1324382644" sldId="577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1774470896" sldId="578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3267982702" sldId="579"/>
        </pc:sldMkLst>
      </pc:sldChg>
      <pc:sldChg chg="delSp add setBg delDesignElem">
        <pc:chgData name="Rahul Mishra" userId="57c6469e-ac64-4888-811b-35f0aabddbad" providerId="ADAL" clId="{D1B13840-9E10-48FD-B7AC-24AA0EEF3DD7}" dt="2024-11-02T17:56:04.078" v="10"/>
        <pc:sldMkLst>
          <pc:docMk/>
          <pc:sldMk cId="568607474" sldId="581"/>
        </pc:sldMkLst>
      </pc:sld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44:10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3152 13418 4009 0,'-14'12'231'0,"1"-1"54"0,0 3-35 0,1 1-53 16,1-1-18-16,5 0 6 0,0-1-21 16,2-1-17-16,4 2 0 0,6-2 14 15,8 2-8-15,12 3-5 0,10-5-9 0,11-4-9 16,19-6-13-16,6-4-14 15,7-4-7-15,21-10-10 0,-4-6-88 0,-7-4-75 16,-7-4-72-16,-17 2-86 0,-10-1-91 16,-11 0-77-16,-8-1-73 0,-15 10-73 0,-12 8-101 15,-9 3-23-15,-11 7-479 0,11 2-619 16</inkml:trace>
  <inkml:trace contextRef="#ctx0" brushRef="#br0" timeOffset="164.73">3220 13876 2978 0,'-27'24'24'0,"7"-7"51"0,2 7 41 0,1-7 38 15,4 0 30-15,2-3 14 16,2-2 10-16,0 3 2 0,7-3 13 0,2-2 18 16,4 2 3-16,5-3 3 0,9 1-9 15,7-7-16-15,18-1-28 0,16-7-20 0,4-5-18 16,8-3-25-16,1-5-108 0,18-9-99 16,-20 5-126-16,1 1-144 0,-10 2-162 15,-3-4-222-15,-2 4 32 0,-20 7 79 0,-11 5-422 16,-9 4-515-16</inkml:trace>
  <inkml:trace contextRef="#ctx0" brushRef="#br0" timeOffset="331.66">3666 14096 2850 0,'-19'9'206'15,"6"-3"33"-15,3 0-1 0,2-3 1 16,8-3 7-16,-7 5 4 0,7-5 12 16,0 0-14-16,0 0-13 0,0 0-23 0,32-12-18 15,-1 2-22-15,5 0-20 0,4-4-17 16,6-3-80-16,5-2-94 0,-2-2-107 0,1 0-147 15,-4 1-166-15,0-1-230 0,-1 2-5 16,-12 3 77-16,-7-2-402 0,-1 1-494 0</inkml:trace>
  <inkml:trace contextRef="#ctx0" brushRef="#br0" timeOffset="649.31">3858 13194 3226 0,'-7'-12'245'15,"1"6"14"-15,0 0 13 0,6 6 16 0,-6-11-18 16,6 11-20-16,-1-4-27 0,1 4-15 16,0 0 16-16,32 17-8 0,9 7-6 0,2 5 3 15,0 4-14-15,5 5-18 0,-6 4-17 16,-3 1-5-16,-7 6-2 0,-3-3-10 0,-9 0 3 15,-8 1 0-15,-8-5-8 16,-10 1-11-16,-9 7-9 0,-9-1-15 0,-3 3-12 16,-10-3-8-16,-5-1-12 0,-9 8-54 15,5-14-21-15,2-2-42 0,2-4-123 0,4-3-100 16,4-1-123-16,6-10-138 0,3 0-154 16,5-7-185-16,7-3 70 0,1-5 100 15,3 0-587-15,2 0-742 0</inkml:trace>
  <inkml:trace contextRef="#ctx0" brushRef="#br0" timeOffset="15111.47">10555 13941 3204 0,'0'0'50'0,"0"0"20"0,0 0-3 16,0 0 24-16,0 0 27 0,0 0 72 0,0 0 5 16,0 0-18-16,25 7-27 0,15-14-17 15,19-5-9-15,8-1-13 0,7-6-9 16,25-5-9-16,-5 0-13 0,3-5-8 0,-4 3-5 16,-2 1-11-16,-24 6-6 15,-4 2-4-15,-8 0-7 0,-17 7-9 0,-3 3-18 0,-11 1-18 16,-6 0-18-16,-5 3-22 15,-3 2-22-15,-3 1-19 0,-7 0-34 0,0 0-46 0,0 0-50 16,0 0-71-16,0 0-120 16,0 0-217-16,-2 12 31 0,2-12 78 0,0 6-219 15,0-6-226-15</inkml:trace>
  <inkml:trace contextRef="#ctx0" brushRef="#br0" timeOffset="21564.33">8953 14957 2204 0,'-4'-10'100'16,"2"-1"39"-16,0 1 20 0,-2-3 1 15,4 1-21-15,0 4 6 0,0-3-19 0,2-1-9 16,2 3-16-16,-2 1-16 0,2-2-1 16,-1 4-20-16,3 1-64 0,-1 2-65 15,-5 3-78-15,14-4-121 0,-14 4-203 0,0 0-94 16,19 8 72-16,-13-4-67 15,1 0-58-15</inkml:trace>
  <inkml:trace contextRef="#ctx0" brushRef="#br0" timeOffset="25479">10190 14866 1548 0,'0'0'20'0,"3"-4"21"0,-3 4 20 15,0 0 13-15,0 0 15 0,0 0 6 0,6-4-3 16,-6 4-8-16,0 0-9 15,0 0-6-15,0 0-2 0,0 0 5 0,0 0 4 16,0 0 6-16,5-7 5 0,-5 7 8 16,0 0 7-16,0 0 6 0,0 0 7 0,0 0 6 15,0 0-2-15,0 0 2 0,0 0-5 16,0 0-3-16,0 0-5 0,0 0-10 16,0 0-8-16,0 0-15 0,0 0-7 0,0 0-3 15,0 0-7-15,-7-12-3 16,7 12-7-16,0 0-9 0,-7-4 1 0,7 4-4 15,0 0-6-15,-11-6-3 0,11 6-4 16,-11 0 0-16,11 0-7 0,0 0 9 0,-13-6-7 16,13 6 3-16,-12-2-4 0,12 2 2 15,-13-1-1-15,13 1-1 0,0 0 2 16,-17-2-3-16,17 2-5 0,0 0-3 0,-21 2 4 16,21-2-5-16,-13 1-6 0,13-1 7 15,-15 2 0-15,15-2-3 0,-18 3 5 0,18-3 5 16,-14 3 7-16,14-3 1 0,-12 4 1 15,4 0-7-15,8-4-3 0,-16 6-2 0,11-2 0 16,-1 2-2-16,6-6 0 0,-14 8-1 16,11-3 2-16,-3 1-3 0,3 2-1 15,-3-1 0-15,1-1-2 0,1 1 7 16,-3 2-8-16,4 0 4 0,-1-3-1 16,0 3-2-16,1-1 16 0,-1 5 15 0,2-4 1 15,0 2-8-15,2 1 3 0,-2 0-3 16,4 1 20-16,0-2 5 0,0 3-4 0,0-2-4 15,1-1-1-15,-1 5-5 0,2-5 13 16,1 3 16-16,1-2-1 0,2 0 7 0,0-3 13 16,-1-1 1-16,5 2 5 0,-1-3 11 15,-2-3-2-15,5 4-4 0,1-3-3 16,1-2 1-16,-1-1 8 0,-2 0-5 0,2-2 1 16,-1 0-5-16,5-4-2 15,-4 2-5-15,4 1-3 0,-2-4-6 0,1 1-11 16,0-4 0-16,2 4-13 0,-2-5 1 15,-2 5-6-15,0-4-7 0,-2 1 0 0,1-1 7 16,-1 2 9-16,-1-2 5 0,-1 1-18 16,-3 1-1-16,2-2-5 0,-2 2-3 0,-2-2 0 15,0-2-1-15,-3 2-5 0,3-1-2 16,-2-1-2-16,1 0-18 0,-5 0-10 0,1-2 0 16,-2 0 0-16,2 1 0 0,-4-1 0 15,2 1 0-15,-2-2 0 0,-1 1 0 16,-1 1 0-16,-1 0 0 0,0 1 0 15,-1 0 0-15,-1-2 0 0,0 1 0 16,-4 1 0-16,2-1 0 0,-2 1 0 0,1 2 0 16,-1-2 0-16,2 1 0 0,-5 0 0 15,1 0 0-15,-1 4 0 0,-1-3 0 0,1 3 0 16,1 0 0-16,2 3 0 0,-3-2 0 16,0 4 0-16,-2-1 0 0,16 1 0 0,-27 1 0 15,16-1 0-15,-5 2 0 0,5 0 0 16,-2 1 0-16,1-1 0 0,1 1 0 15,-3-1 0-15,5 2 0 0,-2-1 0 0,-3 0 0 16,3 2 0-16,2-1 0 0,-3-1 0 16,3 2 0-16,-3 1 0 0,2 0 0 0,-1-2 0 15,1 1 0-15,1 3 0 16,0-4 0-16,-2 4 0 0,2-2 0 0,2 2 0 16,0-1 0-16,-2 1 0 0,0 4 0 15,2-3 0-15,1 1 0 0,1 1 0 0,-4 3 0 16,4 0 0-16,-1 1 0 0,2-1 0 15,-1 1 0-15,5 1 0 0,-3 1 0 0,3 0 0 16,0 0 0-16,3 2 0 0,-3 0 0 16,4-2 0-16,-3 2 0 0,1-3 0 0,2 1 0 15,1-3 0-15,1 2 0 0,1-4 0 16,0 0 0-16,2-1 0 0,0-4 0 16,5 1 0-16,1-5 0 0,3 3 0 15,-6-5 0-15,4-1 0 0,-3 2 0 0,1-4 0 16,-3 2 0-16,-11 0 0 0,19-1 0 15,-19 1 0-15,0 0 0 0,8 3 0 16,-8-3-223-16,-20 13-276 0,2 0-228 0,-7 5-235 16,0-1 103-16,7-3 102 0,4 1-659 15,1 2-868-15</inkml:trace>
  <inkml:trace contextRef="#ctx0" brushRef="#br0" timeOffset="34024.64">6704 15738 2304 0,'0'0'158'16,"0"0"-5"-16,0-9-19 0,0 9 3 16,0 0 2-16,0 0 15 0,0 0-28 0,0 0-3 15,-4-11-16-15,4 11-1 0,0 0-14 16,0 0-3-16,0 0-4 0,0 0 5 0,-2-6-2 15,2 6 3-15,0 0-6 16,0 0-5-16,0 0-7 0,0 0-2 0,0 0-2 16,0 0-10-16,0 0-5 0,0 0 1 15,0 0-5-15,0 0-7 0,0 0-2 0,0 0 2 16,0 0-6-16,-37 10-1 0,30-5 6 16,0-2-1-16,-3 2 0 0,2 1-3 15,1-2-4-15,-3 4-1 0,1-3-5 0,-1 2-4 16,1-2-2-16,1 3 7 15,-2-3-10-15,1 2 0 0,-2 2-1 0,4-3-1 0,-2 1-6 16,2 0 4-16,-1 0-2 16,0 3 0-16,4-5-4 0,-5 4 0 0,4 0 2 15,-1-1 1-15,0 1-4 0,0 1-3 16,4 0 4-16,-1 0-1 0,-3 3-1 16,2-1 1-16,-2 1-1 0,2-3 4 0,0 6-7 15,3-3 1-15,-1-1-1 0,0-1 4 16,0 1 0-16,2 0 16 0,-2 2 16 0,4-2-2 15,-2 0-2-15,2 2 0 16,0-2-4-16,1 0-1 0,-1 3 0 0,4 0 9 16,0-3 11-16,0 2-2 0,1 0-4 15,2 0 3-15,3 2 17 0,1-5 6 0,3 3 8 16,-3-3 0-16,5 1-2 0,-4-4-3 16,4 2 13-16,-3-3 18 0,0-3-6 15,-4 2 2-15,5 0 2 0,-3-3 0 0,3-1 2 16,-3-2 0-16,2 1-2 0,-15-1 0 15,26-3-3-15,-10 0-6 0,2-3-5 0,-4 0-5 16,2 0 5-16,-3-1-2 0,0-1-5 16,5-4-38-16,-6-1-44 0,2 1 0 0,-1-2 0 15,-1-1 0-15,-1 1 0 16,0-2 0-16,0 2 0 0,-4-2 0 0,-2-4 0 16,1 1 0-16,1-2 0 0,-4 1 0 15,1 1 0-15,-2 0 0 0,-2 1 0 0,-2-1 0 16,-4-4 0-16,-2 2 0 0,-5-5 0 15,-4 1 0-15,-2 4 0 0,-6-1 0 16,0 7 0-16,-2 3 0 0,-5 1 0 0,3 7 0 16,4 0 0-16,-3 2 0 0,2 2 0 15,-3 2 0-15,4 2-148 0,2 2-203 0,-7 5-90 16,9-1-105-16,2 0-137 0,3 0-199 16,0 1 82-16,2 2-676 0,7 1-924 15</inkml:trace>
  <inkml:trace contextRef="#ctx0" brushRef="#br0" timeOffset="47339.03">8579 17515 4275 0,'-10'5'-28'0,"10"-5"17"0,-4 6 28 16,4-6 43-16,0 0 42 0,0 0 28 15,0 0 22-15,0 0 8 0,0 0-9 0,0 0-11 16,0 0-17-16,0 0-14 0,43-13-9 16,-13 3-10-16,1-2-10 0,1 2-6 15,1-2-5-15,-7 0-7 0,3 0-3 16,-7 4-9-16,-2 2-8 0,-8 0-3 16,1 1-4-16,-2 3-4 0,-6 0-6 0,-5 2-4 15,16-8-3-15,-11 6-22 0,-5 2-32 16,11-2-46-16,-11 2-56 0,0 0-73 15,0 0-81-15,0 0-87 0,9-4-166 0,-9 4-206 16,0 0 82-16,0 0-375 0,0 0-516 16</inkml:trace>
  <inkml:trace contextRef="#ctx0" brushRef="#br0" timeOffset="47823.97">9732 17749 3159 0,'0'0'143'0,"0"0"33"16,-17-12 15-16,17 12-15 16,-4-7-17-16,4 7-10 0,2-10-21 0,-2 10-11 15,2-12-20-15,-2 12-70 0,3-8-88 16,-3 8-101-16,4-9-117 0,2 5-189 15,-2-2-191-15,-4 6 76 0,11-7-203 0,-5 2-274 16</inkml:trace>
  <inkml:trace contextRef="#ctx0" brushRef="#br0" timeOffset="49355.7">11488 14977 2166 0,'11'-12'3'0,"-6"1"29"0,1 0 34 0,-1 1 30 15,2 1 24-15,-2 1 21 16,-1-3 19-16,1 5 12 0,-1-2-19 0,-4 8-15 15,8-8-16-15,-8 8-16 0,0 0-9 16,0 0-10-16,0 0 50 0,0 0-14 16,6 28 27-16,-6-11 1 0,0 9-17 0,-2-1 13 15,2 1-1-15,-3 10-10 0,2 0-11 16,-3-1-16-16,2-6-7 0,-2-4-10 0,2 1-10 16,-3-5-7-16,3 2-11 0,-2-5-2 15,4-3-7-15,-1-1-5 0,-1-3-1 0,-1 0-1 16,1-3 27-16,2-2 9 15,0-6-11-15,0 0-8 0,12 0-4 0,-12 0-8 16,19-19-7-16,-2-4-7 0,4-4-1 16,3-14-2-16,5-6-8 0,2-3-2 15,-3 4-11-15,4 2-2 0,-3 4-3 0,-2 3-2 16,-6 8-1-16,-1 4 1 0,-7 9-1 16,-2-1 2-16,-1 8-11 0,-1 1-2 0,2-1 0 15,1 6 1-15,1 3-1 0,1 0 3 16,3 4 1-16,-2 2 1 0,6 4-2 0,5 3-1 15,1 7 3-15,-2-1-2 16,2 1 2-16,-4 0-2 0,1 1 4 0,-3-1-5 16,-5-6 2-16,-5 1-2 0,-2-6-1 0,0 0 0 15,-6-1-1-15,-1 1 4 0,-6-1 2 16,-4-3-1-16,-3 2 0 0,-7-2 1 0,-4 1-1 16,-3-3-1-16,-12 0 5 15,-6-3-2-15,11 0 1 0,3 0 1 0,0 0-1 16,11 0-1-16,-2 0-3 0,3 0 0 15,2 0-51-15,4 0-53 0,11 0-76 0,-19 0-82 16,11 4-70-16,8-4-77 0,-10 5-90 16,10-5-233-16,0 8 59 0,0-8 76 0,0 8-273 15,0-8-354-15</inkml:trace>
  <inkml:trace contextRef="#ctx0" brushRef="#br0" timeOffset="50407.92">12585 14722 2495 0,'47'-135'-565'16,"-39"118"1095"-1,-4 5-302-15,0 3-252 0,0 3 28 0,-4 6-37 16,0 0 520-16,0 0-285 0,-6 39 71 16,-2-7-189-16,-2 7 125 0,-1 11-94 15,-1 5-54-15,1-4-46 0,-1 2 77 0,3-2 94 16,-2-1-120-16,5-10-48 0,-2-3 14 15,3-6-31-15,-1-5-107 0,2-3 116 16,1-8 51-16,1-1-91 0,0-2 140 0,0-3 306 16,-1 1-128-16,3-6-288 15,0-4 3-15,0 0 11 0,0 0-5 16,0 0-33-16,0 0 48 0,0 0-47 0,0 0 55 16,16-26-160-16,-16 19 122 0,-4-6-66 15,1 0 88-15,-9-4-144 0,-1 4 148 16,-9 4-65-16,4 6 62 0,-7-1 60 0,-4 2-169 15,3 2 182-15,-1 2-154 0,0 2 49 16,7 2 66-16,0 0-160 0,5 1 189 16,3 3-111-16,3-2 70 0,4 1-59 0,0 3-18 15,5-4 31-15,0 1 50 16,7 1 7-16,-2-2-78 0,2 3-18 16,6-1-295-16,1 2-190 0,1-2-332 0,4 0-199 15,1 1-53-15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49:09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4192 2871 1729 0,'2'-9'315'0,"-2"0"-43"0,0 2-15 16,0 7-3-16,2-14 6 0,-2 7-2 0,0 7-5 15,0-8-11-15,0 8 11 0,0 0 0 16,-2-10-8-16,2 10-24 0,0 0-21 0,-4-7-23 15,4 7 8-15,0 0 12 0,-9 24-20 16,0-6-6-16,-2 9-7 0,0 4-2 16,-3 3-4-16,3 2-17 0,0 1-10 0,-1-1-13 15,3-1-9-15,0-4-15 0,0-1-1 16,4-4-18-16,1-7-5 0,2-3-3 16,-3 1-7-16,3-4-8 0,0-1-5 15,-1-4-13-15,3 1-31 0,-3-2-22 0,3-7-43 16,-2 6-62-16,2-6-45 0,0 0-46 15,0 0-40-15,0 0-30 0,5-35-30 16,0 12-14-16,4-9 3 0,0-4 23 0,5-1 28 16,-4-1 28-16,-1-2 25 0,-1 3 25 15,1-1 32-15,-1 5 41 0,-1 0 41 0,2 10 38 16,-6 2 50-16,1 5 40 0,-2 3 36 16,1 3 9-16,-3-1 6 0,2 3-6 0,-2-1-5 15,0 9-3-15,8-5 72 0,-8 5 12 16,0 0-2-16,26 14 2 0,-8-2-15 15,5 8-1-15,6 2-10 0,5 9-15 0,2 1-8 16,-2-2-9-16,0 1-11 16,0-2-15-16,-9-5-12 0,2 2-10 0,-4-4-45 15,-4-1-41-15,-3-4-47 0,-5-2-48 16,-1-3-58-16,-1 0-63 0,-2-1-49 0,-1-3-48 16,-1-2-100-16,-5-4-160 0,0-2-51 15,0 0 68-15,0 0-280 0,0 0-347 16</inkml:trace>
  <inkml:trace contextRef="#ctx0" brushRef="#br0" timeOffset="167.31">4337 3116 2529 0,'-12'1'125'0,"12"-1"32"0,-17 0 22 0,17 0 25 0,-7 3 14 0,7-3 8 16,0 0-8-16,0 0-20 16,0 0-16-16,0 0-24 0,-16 2-20 0,16-2-15 15,0 0-9-15,0 0-22 0,0 0-53 16,0 0-78-16,48-4-109 0,-23 2-133 15,-1-4-177-15,7-4-198 0,-6 1 54 0,-4-1-322 16,-2 0-404-16</inkml:trace>
  <inkml:trace contextRef="#ctx0" brushRef="#br0" timeOffset="582.74">4145 2501 2641 0,'-29'0'36'0,"-1"9"24"0,-17 11 31 0,-1 9 23 16,-1 4 32-16,-10 17 16 0,0 3 16 15,4 9 18-15,3 8 33 0,5 3-8 16,7 7-17-16,8 0-10 0,5 2 22 0,11-12 7 16,3 0-8-16,10-2-30 15,6-1-13-15,7-3-12 0,9-3-8 0,10-6-12 0,18 7-10 16,14-12-9-16,9-9-14 15,14-10-7-15,-7-14-11 0,9-10-13 0,27-7 1 16,4-11-22-16,-1-9-18 0,-1-9-29 16,-4-9-13-16,-5-9-7 0,-11 0-1 15,-11-7-1-15,-12 0 5 0,-13-9 7 0,-11-8-4 16,-12-5 3-16,-19 10 2 0,-11-8-1 16,-9-7 1-16,-20-20 3 0,-12 3-8 0,-14 4 4 15,-11 10-8-15,-6 12 1 0,-4 12-2 16,-5 19-2-16,10 18-11 0,-3 8-15 0,-2 13-17 15,0 9-22-15,0 12-35 0,5 7-48 16,-15 14-74-16,10 9-82 0,11 1-93 16,18-7-151-16,9-2-179 0,15-11 67 0,8-1-419 15,9-5-563-15</inkml:trace>
  <inkml:trace contextRef="#ctx0" brushRef="#br0" timeOffset="1016.62">7728 2428 3439 0,'-7'-7'230'0,"5"2"-33"0,2 5-17 0,-2-7-18 0,2 7-22 0,0 0-15 16,0 0 18-16,0 0 16 0,8 29 9 16,-4-8-20-16,4 13-13 0,-3-1-12 0,1 4-9 15,-1 0-9-15,0-2-16 0,-3-6-52 16,2-4-51-16,-4 0-70 0,1-1-90 0,-1-3-96 16,0-3-93-16,0 0-111 0,-1-5-195 15,-3-3 31-15,4-3 66 0,-2-2-257 16,2-5-314-16</inkml:trace>
  <inkml:trace contextRef="#ctx0" brushRef="#br0" timeOffset="1383.44">7862 2394 2391 0,'4'-23'51'0,"2"4"36"0,0 5 23 16,1-1 15-16,1 3 34 0,3 2 12 16,1 1-7-16,5 2 5 0,-2 6-18 15,7 2-8-15,-2 4-10 0,10 6-5 0,1 5-6 16,-3 3-15-16,-4 5-7 0,-3-3 3 15,-5 8 11-15,-4 0 10 0,-4 4 9 0,-6 3 14 16,-6 0 14-16,-2-2 16 0,-6-1 18 16,1-2 6-16,-1-3-17 0,3-9-20 0,4-2-11 15,-3-2-20-15,6-5-4 0,-2 0-19 16,2-1-15-16,0 0-3 0,2 1-13 16,2-2 0-16,3 4-7 0,-4-1-9 15,1 1-6-15,2 1-3 0,1 4-7 16,-1-3 1-16,0 1-8 0,-1 2-1 0,-1-3 0 15,-2 3-3-15,0 1-2 0,-2-1 6 16,-3 1 12-16,-1-1 4 0,-3 3-1 0,-3-3-3 16,1 0-1-16,-3-1-8 0,1-3-2 15,-4 2-3-15,-7-2-9 0,-1-3-30 0,-8 0-61 16,-3 0-70-16,-1-8-85 16,-4 2-104-16,-1-4-143 0,0-2-190 0,4-7-209 15,2-7 76-15,-2-12 83 0,8-8-543 0,6-7-707 16</inkml:trace>
  <inkml:trace contextRef="#ctx0" brushRef="#br0" timeOffset="1732.48">7825 1947 3266 0,'-22'-3'-73'0,"-1"5"19"16,-11 7 29-16,-15 14 30 0,-5 8 39 0,-14 23 35 15,-7 9 64-15,-1 17 33 0,-6 14 20 16,-17 32 13-16,30-22 1 0,6 1 16 0,12 3-8 15,9 5-5-15,15-5-12 0,16-3-18 16,18-25-11-16,18 13-12 0,19-12-12 16,17-9-7-16,17-12-10 0,14-13-16 15,10-12-15-15,9-14 4 0,4-13-18 16,9-10-1-16,-1-11-13 0,-3-11-6 0,-3-9-8 16,-9-8-4-16,-6-7-3 0,-11-7-3 15,-12-7-3-15,-11-1 3 0,-14-3 29 0,-11-11 2 16,-13-3 1-16,-13-8-13 0,-10 12-7 15,-18-21-5-15,-10 2-5 0,-13-2-13 0,-11 14-9 16,-11 11-26-16,-10 12-38 0,-11 14-42 16,-8 17-48-16,10 16-54 0,-5 9-97 15,-5 8-116-15,1 5-169 0,-13 6-258 16,20-1 41-16,11 7 86 0,-3 1-495 16,8 5-652-16</inkml:trace>
  <inkml:trace contextRef="#ctx0" brushRef="#br0" timeOffset="2683.63">8081 6131 3245 0,'6'-13'34'0,"0"4"59"0,-6 0 62 15,0 3 50-15,2 1 14 0,-2 5 18 16,0 0 11-16,-17-5-5 0,17 5-6 0,-31 16 6 16,4 5-8-16,-7 10-16 15,0 2-19-15,2-1-16 0,7 4-9 0,8-5-21 16,5 0-14-16,7 0-8 0,5-4-16 16,1-4-8-16,5 2-16 0,6 1-9 0,-1-4-14 15,0-6-46-15,1-3-45 0,1-4-49 16,5-2-62-16,-2-4-74 0,4-5-111 15,3-5-93-15,5-6-98 0,3-4-114 0,-2-4-101 16,1-8 66-16,0-5-503 0,-7-7-627 16</inkml:trace>
  <inkml:trace contextRef="#ctx0" brushRef="#br0" timeOffset="3000.27">7744 5738 3357 0,'-61'33'-9'0,"-2"14"53"15,-5 6 59-15,1 10 44 0,0 14 33 16,0 8 28-16,8 2 21 0,10 8 6 0,9-2-4 16,13 0-6-16,21-21-17 0,12 1-6 15,11-3-23-15,25 7-12 0,13-11-2 0,20-10-8 16,13-14-33-16,15-13-1 16,11-10-17-16,10-17-19 0,3-12-23 0,-1-8-33 0,-4-9-5 15,-6-13-24-15,-11-6-10 16,-9-6-1-16,-15-9 1 0,-8-2 1 0,-12-2 8 0,-14-3 7 15,-20 7 11-15,-7-3 0 0,-13-3 13 16,-9-2 0-16,-9-4 0 0,-19-11-7 16,-15 6-4-16,-7 9 0 0,-7 10-12 15,-9 15 0-15,3 17-6 0,-5 15-24 0,-7 7-50 16,0 10-75-16,-5 3-99 0,-19 13-130 16,5 6-159-16,7 2-248 0,5 4 68 0,5-1 87 15,18-4-487-15,-18 7-583 0</inkml:trace>
  <inkml:trace contextRef="#ctx0" brushRef="#br0" timeOffset="3467.54">4610 6621 3433 0,'-8'-12'204'0,"3"4"36"0,2 2 27 0,3 6 17 0,-6-7 10 0,6 7-27 0,0 0 32 15,0 0 2-15,0 0-13 16,-15 23-24-16,12-9-21 0,0 1-24 0,1 5-25 15,0-1-16-15,0 2-25 0,2 4-15 16,0-7-74-16,0 3-78 0,0 0-85 0,2-3-99 16,-2-1-119-16,2-5-123 0,-2 2-130 15,0-7-235-15,0-1 62 0,0-6 82 0,0 0-524 16,0 0-649-16</inkml:trace>
  <inkml:trace contextRef="#ctx0" brushRef="#br0" timeOffset="3715.32">4547 6485 3536 0,'2'-13'103'0,"-2"5"9"16,0 1 8-16,0 7 19 0,5-10 34 16,2 8 34-16,7 0 15 0,7 6 5 15,14 3 1-15,12 6-18 0,6 8-8 16,-4 6-25-16,1 4-12 0,-3 1-13 0,-10 5-12 16,-10 1-2-16,-12-4-3 0,-7 4-25 15,-11-2-15-15,-8 2-5 0,-10 4-6 16,-5 1-12-16,-4-2-1 0,-9-6-16 0,-1-4-3 15,-4-4-13-15,2-5-24 0,4-8-46 16,-4-6-41-16,0-4-50 0,1-4-63 0,-2-4-85 16,2-2-114-16,-5-10-108 0,-2-8-165 15,6-5-86-15,4-5 82 0,4-6-513 0,3-5-640 16</inkml:trace>
  <inkml:trace contextRef="#ctx0" brushRef="#br0" timeOffset="4082.74">4272 6121 3444 0,'-25'0'25'0,"-1"7"29"15,-14 7 32-15,-10 8 31 0,-2 9 31 16,-16 15 33-16,3 12 22 0,1 9 20 0,4 10 2 16,3 9 5-16,7 6 4 15,9 8-3-15,1 5-7 0,9 2-15 0,10-3-18 16,14-2-13-16,16-3-8 0,10-6-19 0,19-7-5 15,16-13-23-15,16-9-8 0,16-14-9 16,13-9-1-16,19-18-38 0,6-14-1 16,15-15-12-16,8-13-29 0,-4-13-10 15,-6-13 4-15,-13-6-34 0,-14-9 10 0,-16-5 9 16,-16-6 10-16,-17 1-6 0,-22-4 3 16,-10-4-2-16,-21 7-3 0,-18-6-1 0,-17-20-10 15,-16-3 7-15,-22 4-3 0,-15-1-8 16,-11 8-7-16,-33-15-15 0,27 38-16 0,-2 16-17 15,1 11-18-15,20 26-24 0,-2 14-44 16,2 11-60-16,-20 17-74 0,10 14-101 16,4 9-102-16,13 8-212 0,11 5-48 15,8 3 82-15,7 2-497 0,19-12-628 16</inkml:trace>
  <inkml:trace contextRef="#ctx0" brushRef="#br0" timeOffset="4598.92">5917 9157 3485 0,'3'-18'135'0,"-1"5"45"0,0-2 46 0,0 6 32 15,0 1 38-15,0 1 19 16,-2 7 1-16,1-12-19 0,-1 12-9 0,0 0 35 16,0 0 12-16,0 0-2 0,13 36-20 15,-12-13-19-15,-1 3-22 0,2 10-29 0,0 1-21 16,-2 3-162-16,4-5-60 0,-1 3 0 15,-1-2 0-15,2-2 0 0,1-7 0 0,-2-1 0 16,3-5 0-16,-2-2 0 0,-1-3 0 16,3-2-200-16,2-6-350 0,-2-6-150 15,-6-2-206-15,20-10 68 0,-6-6 95 16,2-9-704-16,4-16-896 0</inkml:trace>
  <inkml:trace contextRef="#ctx0" brushRef="#br0" timeOffset="4748.84">6155 9036 4216 0,'-2'-10'114'15,"-3"1"46"-15,2 2 26 0,3 7 16 16,-4-8 23-16,4 8 10 0,2-12-19 0,0 5-7 16,6 0-30-16,5 0-26 0,5-1 0 15,0-1-13-15,5 1-26 0,2 0-57 0,0 4-73 16,-3 2-90-16,0 2-118 16,-3 2-143-16,-2 2-131 0,-2 7-207 0,-5 1-11 15,-5 2 81-15,-5 3-485 0,-2 1-588 16</inkml:trace>
  <inkml:trace contextRef="#ctx0" brushRef="#br0" timeOffset="4930.96">6069 9341 3230 0,'-17'9'136'0,"2"-3"43"15,3-2 32-15,4 0 32 0,1 0 25 16,7-4 23-16,-9 2 0 0,9-2-15 0,0 0-21 16,0 0-28-16,0 0-19 0,0 0-30 15,0 0-17-15,28-12-58 0,-5 7-66 0,3 0-76 16,9-2-97-16,-7 5-121 15,-1-1-122-15,-4 3-150 0,4 3-195 0,-4-1 52 0,-5 3 83 16,-4-1-421-16,-3 4-485 16</inkml:trace>
  <inkml:trace contextRef="#ctx0" brushRef="#br0" timeOffset="5081.85">6172 9576 3041 0,'-19'10'181'16,"5"-1"37"-16,1-2 19 0,3 1 21 0,1-4 7 15,4-1-9-15,5-3-18 0,-12 5-27 16,12-5-16-16,-8 7-31 0,8-7-7 0,0 0-15 15,14 10-27-15,-3-6-65 0,5-4-66 16,2 1-94-16,7-4-128 0,11-5-144 0,3-1-164 16,-1-5-135-16,3-10 61 15,0 0-446-15,-5-6-539 0</inkml:trace>
  <inkml:trace contextRef="#ctx0" brushRef="#br0" timeOffset="5415.51">6365 8770 2988 0,'-32'-14'2'0,"-9"2"38"0,-3 6 47 0,-6 6 36 16,-10 3 44-16,-5 12 29 0,0 4 29 16,-15 20 26-16,0 7 26 0,-2 17 24 0,2 9 10 15,4 8 6-15,10 12-7 0,6 7-14 16,10 3-12-16,14-1-24 0,10 1-24 0,16-3-23 16,12-20-19-16,15 12-15 15,24-9-21-15,9-11-10 0,20-13-15 0,15-11-13 16,14-15-16-16,11-11-12 0,10-16-19 15,2-12-15-15,6-17-18 0,2-11-32 0,-6-9-8 16,-6-11 0-16,-10-5 0 0,-13-9 0 16,-10-7 0-16,-17-5 0 0,-13-10 0 15,-14-4 0-15,-21-8 0 0,-16-5 0 0,-17-1 0 16,-16-3 0-16,-19 1 0 0,-11 1 0 16,-13 11 0-16,-12 10 0 0,-6 17 0 0,-7 26 0 15,-5 17 0-15,-9 20 0 16,1 20 0-16,3 16-140 0,8 10-103 0,10 8-123 15,10 5-176-15,12-1-250 0,22-5-66 16,5-3 85-16,7-2-750 0,5-3-967 0</inkml:trace>
  <inkml:trace contextRef="#ctx0" brushRef="#br0" timeOffset="6367.14">5248 3330 1143 0,'2'-7'187'15,"-2"7"8"-15,0 0-2 0,-2-10-3 16,2 10-8-16,0 0 1 0,-6-9-6 15,6 9 5-15,-8-3-4 0,8 3 20 0,0 0 8 16,-11-6-6-16,11 6-4 0,0 0-18 16,0 0-19-16,-9-6-12 0,9 6-16 0,0 0-10 15,0 0-6-15,0 0-10 0,39-6-9 16,6 1-10-16,19-3-8 0,10-3-6 16,34-4-4-16,5 2-11 0,5-4-9 15,4 1-4-15,-2-2-7 0,-3 3-2 16,-6-3 1-16,-32 10-6 0,-6-1-2 0,-12 1-4 15,-17 3-3-15,-8 1-1 0,-10 1-2 16,-6 0 2-16,-4 1-4 0,-4 0-1 0,-1 0-4 16,-11 2-1-16,14-1 0 0,-14 1-3 15,10-4-14-15,-10 4-31 0,0 0-41 0,0 0-55 16,0 0-64-16,0 0-66 0,0 0-87 16,0 0-97-16,0 0-219 0,0 0 58 15,0 0-295-15,0 0-386 0</inkml:trace>
  <inkml:trace contextRef="#ctx0" brushRef="#br0" timeOffset="6648.15">6541 2954 2627 0,'0'0'80'0,"-15"-6"29"16,15 6 12-16,-5-2 5 0,5 2-7 0,0 0-8 15,0 0-14-15,0 0 1 0,0 0 26 16,0 0 15-16,49 14-6 0,-16 3-8 0,7 5-9 15,1 9-10-15,-3-1-2 16,-3 3-15-16,-9 1 6 0,-8-2 22 0,-5-3 31 16,-5 4 19-16,-8-6 9 0,-5-3-6 0,-7 8-8 15,-5-3-22-15,-1 0-8 0,-5-4-18 16,-2-2-7-16,3-3-11 0,-3 0-10 0,0-5-13 16,6-3-40-16,2-4-46 15,3-1-66-15,5-1-99 0,-2-4-118 0,6 0-147 16,5-2-205-16,0 0-87 0,-16-4 83 15,16 4-435-15,0 0-558 0</inkml:trace>
  <inkml:trace contextRef="#ctx0" brushRef="#br0" timeOffset="7331.25">7800 3517 3157 0,'-8'-15'53'0,"4"4"22"0,0 3 39 0,0-2 40 0,2 2 33 0,0 2 26 0,1-2 23 0,1 8 5 0,-6-12-19 0,6 12-18 0,-2-9-26 16,2 9-19-16,-2-8-25 0,2 8-15 15,0 0-9-15,0 0-5 0,0 0-6 0,11 45 19 16,-5-10 9-16,4 16 16 16,3 5 22-16,1 5 6 0,-1 5-5 0,4 23-3 15,-2 4-8-15,3 2 18 0,-2 5 34 16,2 0-15-16,0 0-18 0,-2-7-17 15,-1 1-13-15,-3-22 8 0,-1 1-128 16,-2-5-24-16,1-3 0 0,-4-2 0 0,-1-4 0 16,-3-14 0-16,-2-4 0 0,2-3 0 0,-2-9 0 15,2-5 0-15,-2-6 0 16,0-4 0-16,0 1 0 0,0-5 0 0,0-1 0 16,0 2 0-16,2-2 0 0,-2-2 0 0,0-7 0 15,0 12 0-15,0-12 0 0,2 8 0 16,-2-8 0-16,3 6 0 0,-3-6 0 15,0 0 0-15,1 6 0 0,-1-6 0 0,0 0 0 16,0 0 0-16,0 0 0 0,0 0-144 16,0 0-684-16,0 0-137 0,-8-24 87 15,4 19-950-15,-1-1-1256 0</inkml:trace>
  <inkml:trace contextRef="#ctx0" brushRef="#br0" timeOffset="7582.42">7784 4977 5143 0,'-11'-11'27'0,"2"2"59"16,3 2 57-16,-1 2 67 0,7 5 51 15,-5-8 33-15,5 8 4 0,-4-6-13 16,4 6 26-16,0 0 30 0,0 0 1 0,20 26-26 16,-4-4-182-16,4 7-134 0,5 9 0 15,0 5 0-15,0-2 0 0,2 2 0 0,0 0 0 16,2 0 0-16,-3-2 0 15,-1-2 0-15,-6-8 0 0,-2-4 0 0,-4-3 0 0,-1-4 0 16,-2-6 0-16,-3-2 0 0,1-4 0 16,-2-1 0-16,-1-5-73 0,-5-2-582 15,0 0-131-15,20-14-129 0,-13 1 87 16,1-3-850-16,1-16-1114 0</inkml:trace>
  <inkml:trace contextRef="#ctx0" brushRef="#br0" timeOffset="7814.66">8312 4967 4394 0,'-2'-13'12'0,"-3"1"60"0,-2 7 47 16,-2-1 45-16,2 3 47 0,7 3 70 0,-21 2 51 16,-3 6 23-16,-4 11 19 15,-10 13 10-15,-2 6 9 0,2 5-18 0,-1 3-7 0,5 3-27 16,2-3-325-16,3 0-16 16,3-3 0-16,5-4 0 0,7-8 0 0,3-2 0 15,2-7 0-15,3-2 0 0,0-8 0 16,2 2 0-16,1-4 0 0,-1-3 0 0,0 1 0 15,2-4 0-15,2-4 0 0,0 0 0 16,0 0 0-16,0 0-393 0,-10-21-486 0,7 3-69 16,-3-1 97-16,-1-10-890 0,-5 0-1174 15</inkml:trace>
  <inkml:trace contextRef="#ctx0" brushRef="#br0" timeOffset="8632.45">7662 3750 4369 0,'5'-8'-207'0,"-4"5"42"0,-1 3 32 0,4-7 36 16,-4 7 31-16,0 0 34 0,0 0 35 15,0 0 11-15,-18-8 14 0,18 8 17 0,-21 3 2 16,1 4 14-16,-11 5 15 0,-3 5 15 16,-14 8 8-16,-4 1 11 0,-2 9 5 0,-21 9 0 15,-1 8 5-15,0 6-9 0,0 2-5 16,-4 2-7-16,-3 2-10 0,-1 2-4 16,-1-2-5-16,-2 5-2 0,-1-3 21 0,2 0 2 15,2-4-5-15,-2-2-2 0,3-4-5 16,-1 0-5-16,1-3-1 0,2 1 8 15,1-2 1-15,3-1-13 0,-1 5-9 16,5-4 5-16,5-3-6 0,3 1 1 0,16-12 1 16,1 1 0-16,0-1-3 0,3 0 2 15,1-2 5-15,6-1 9 0,0-2-13 16,4-2-3-16,3 0 3 0,6-7-3 0,2-1 3 16,2-3 6-16,4-4-10 0,5-3 2 15,1-3-10-15,2-1-8 0,4 0-8 0,-4-3 2 16,4 1-5-16,-1-2-3 0,2 0-1 15,-1-1-2-15,5-4-7 0,-7 8 1 0,4-4 1 16,3-4-3-16,-6 7-7 0,6-7-2 16,-3 6 3-16,3-6-4 0,0 0-4 15,-8 4-23-15,8-4-56 0,0 0-57 16,-4 4-62-16,4-4-88 0,0 0-131 0,0 0-146 16,0 0-204-16,-8-14-63 0,6 7 93 15,0-3-655-15,-1-1-833 0</inkml:trace>
  <inkml:trace contextRef="#ctx0" brushRef="#br0" timeOffset="8947.54">4800 5225 4061 0,'0'0'66'0,"0"-12"29"0,0 12 14 15,-2-5 16-15,2 5 16 0,0 0 2 16,0 0 22-16,0 0 72 0,0 0 49 15,-6 30 13-15,-3 5-4 0,-5 12-7 0,-2 7-6 16,-6 0 5-16,-1 4 4 0,-2 1 3 16,0-4-15-16,0-4-13 0,2-1-84 0,3-5-182 15,5-9 0-15,3-5 0 0,9-6 0 16,-1-4 0-16,4-6 0 0,2-1 0 0,7-2 0 16,3-4 0-16,6-2 0 0,7-3 0 15,4-3 0-15,15-3 0 0,0-1 0 16,-3-1 0-16,0 0 0 0,-3 0 0 15,-8 1 0-15,-5 2 0 0,-8-1 0 0,-3 3 0 0,-3 0 0 16,-1 2 0-16,-10-2-257 16,11 3-400-16,-11-3-146 0,8 5-91 0,-8-5 91 15,3 6-822-15,-3-6-1063 0</inkml:trace>
  <inkml:trace contextRef="#ctx0" brushRef="#br0" timeOffset="10097.29">5564 6861 4118 0,'-9'6'-217'15,"9"-6"51"-15,-16 5 46 0,8-3 46 0,-1 2 43 16,-2-2 40-16,-1 0 47 16,1 2 30-16,1 0 29 0,-1-2 19 0,2 1 5 0,9-3 8 15,-18 5 4-15,12-3 0 16,6-2-6-16,-14 2-3 0,14-2-13 0,-9 3-15 15,9-3-2-15,0 0 14 0,0 0 7 16,0 0 2-16,16 12-5 0,4-11-1 16,7-2 6-16,18-3-6 0,16 0-14 0,7-3 2 15,7 1-13-15,4-2-17 0,5 2-8 16,0 0-6-16,-1-2 0 0,3 1-17 0,20-3 15 16,-29 3-7-16,2-2-6 0,-11 0-4 15,-5 1-6-15,-17 3-6 0,-6 0 3 16,-11 2-7-16,-6-1-6 0,-5 3 1 0,-2-2 7 15,-3 1 8-15,1 0 7 0,-3 0 4 16,-11 2 1-16,17-2 0 0,-6 1-8 16,-1-3-3-16,-10 4-8 0,26-1 0 0,-14-1-1 15,3 0-9-15,1 0-5 0,1 1 1 16,-4 0-4-16,2-2-8 0,-1 3 8 16,-14 0-10-16,20-2 0 0,-8 2-1 0,-12 0 1 15,15-1 8-15,-15 1 11 0,0 0 5 16,20 0 2-16,-20 0 5 0,0 0-13 0,12-2-31 15,-12 2 0-15,8 0 0 0,-8 0 0 16,0 0 0-16,0 0 0 0,0 0 0 16,16-3 0-16,-16 3-58 0,0 0-189 0,0 0-135 15,0 0-157-15,0 0-141 0,0 0-174 0,0 0 62 16,-40 5 94-16,17 1-642 16,-13 2-797-16</inkml:trace>
  <inkml:trace contextRef="#ctx0" brushRef="#br0" timeOffset="10814.7">5677 6684 3403 0,'5'-5'-177'0,"1"5"50"0,-6 0 44 0,10-6 43 0,-5 3 45 0,-5 3 30 0,11-5 33 16,-11 5 19-16,9-2 16 0,-9 2 4 16,0 0 9-16,0 0 3 0,0 0 47 15,0 0 26-15,11 10 20 0,-13-1 23 16,-4 5 11-16,-4 3 8 0,-6 10-12 0,-6 2 2 16,-12 7 4-16,0-2 7 0,-4 2-16 15,-3 0-12-15,5-3-16 0,8-10-16 0,3-3-5 16,5-1 2-16,2-5-3 0,7-2-1 15,3-4-4-15,0-1-10 0,1-2-12 0,3 0-32 16,4-5-130-16,0 0 0 0,0 0 0 16,0 0 0-16,0 0 0 0,0 0 0 0,20 4 0 15,-6-3 0-15,3 3 0 16,4 1 0-16,0 3 0 0,10 3 0 0,-2 2 0 16,-1-1 0-16,3 2 0 0,-3 0 0 15,-6-4 0-15,-2-2 0 0,-1 2 0 0,-2-3 0 16,-1-1 0-16,-3 0 0 0,-1-1 0 15,-1 0 0-15,-2-2-64 0,-1 1-348 16,1-4-150-16,1 3-155 0,-1-3-173 0,-9 0 92 16,19 0-817-16,-8 0-1054 0</inkml:trace>
  <inkml:trace contextRef="#ctx0" brushRef="#br0" timeOffset="11397.96">7826 6855 4290 0,'0'-6'-66'0,"0"-2"58"16,0 8 34-16,0-9 26 0,0 9 32 0,0-8 23 15,0 8 12-15,0 0-2 0,0 0-10 16,0 0 7-16,0 0 13 0,0 0 18 0,-30 29 17 16,3 8 10-16,-3 9 21 0,-19 17 11 15,2 9 9-15,-1 6 6 0,-9 4 4 16,-2 7-6-16,-6 5 3 0,-3 0 1 16,0 0 3-16,3-3 10 0,6-2 8 0,3-4-11 15,6-7-229-15,7-8-2 0,13-14 0 16,3-8 0-16,4-9 0 0,6-8 0 15,3-4 0-15,3-6 0 0,1-5 0 0,4-5 0 16,-3 1 0-16,5-5 0 0,-1 1 0 16,0-2 0-16,3 0 0 0,2-6 0 0,-5 4 0 15,5-4 0-15,0 0 0 0,0 0 0 16,0 0 0-16,0 0 0 0,0 0 0 0,-17-10 0 16,17 10-251-16,-3-11-339 0,-2 3-91 15,3 2-145-15,2-4 2 0,0 2 93 16,2-1-727-16,0-1-908 0</inkml:trace>
  <inkml:trace contextRef="#ctx0" brushRef="#br0" timeOffset="11715.41">6822 8061 3823 0,'-2'-9'18'0,"0"2"56"0,2-2 37 15,0 9 52-15,-1-10 49 0,1 10 33 16,-5-8 11-16,5 8 4 0,-2-7-19 0,2 7-9 15,0 0 48-15,0 0 28 0,-5 31 4 16,1-9-6-16,-2 12 5 0,1 1-19 0,-4 2-3 16,-2-1 2-16,4 1-124 15,1-6-167-15,2-4 0 0,4-5 0 0,0-3 0 16,4-4 0-16,4 1 0 0,3-3 0 16,8-4 0-16,4-4 0 0,8-5 0 0,12-2 0 15,5-3 0-15,5-7 0 0,-7 4 0 16,-4-1 0-16,-6-1 0 0,-9 3 0 0,-6 4 0 15,-4-3 0-15,-6 4 0 0,1 1 0 16,-12 1 0-16,0 0 0 0,8 3 0 0,-8-3 0 16,0 0-96-16,0 0-563 0,-18 16-116 15,9-14-115-15,1 0 80 0,-3 1-877 16,-2 1-1123-16</inkml:trace>
  <inkml:trace contextRef="#ctx0" brushRef="#br0" timeOffset="12280.31">4855 7781 4462 0,'-5'-6'-92'0,"5"6"57"0,-9-6 63 0,4 1 55 0,5 5 56 16,-8-9 51-16,8 9 49 0,-7-9 43 15,3 5 0-15,4 4 9 0,-5-7-3 16,5 7-10-16,0 0-21 0,0 0-21 0,0 0 13 16,0 0 51-16,15 18 10 0,6 8-4 15,11 14-208-15,10 4-98 0,11 20 0 0,6 2 0 16,2 2 0-16,4 0 0 0,0-3 0 15,-1-2 0-15,-1 0 0 0,-4-7 0 0,-14-10 0 16,-4-5 0-16,-3-3 0 0,-6-6 0 16,-8-8 0-16,-5-3 0 0,-6-7 0 0,-1-3 0 15,-3 1 0-15,-3-6 0 0,-1-2 0 16,-1-1 0-16,-4-3 0 0,0 0 0 0,0 0 0 16,0 0 0-16,0 0 0 15,-13-17 0-15,9 12 0 0,-3-2 0 0,-3 3-350 16,-3 1-529-16,-3 1-65 0,1 2 100 15,-6 0-916-15,-6 4-1190 0</inkml:trace>
  <inkml:trace contextRef="#ctx0" brushRef="#br0" timeOffset="12530.23">5124 8630 5209 0,'-12'-7'99'0,"7"2"33"16,-3 2 45-16,8 3 49 0,-7-6 24 15,7 6 11-15,0 0 32 0,0 0 30 16,0 0 11-16,25 16-10 0,-7-6-19 0,9 7-47 16,5 2-258-16,-1-2 0 0,3 0 0 15,-2-1 0-15,5-1 0 0,-3-1 0 0,-3-4 0 16,-7-2 0-16,-3-1 0 0,-3-3 0 16,-2-1 0-16,2 0 0 0,-5-3 0 15,-1 0 0-15,-12 0 0 0,18-3-183 0,-7-2-390 16,-6 0-140-16,2 0-184 0,1-2 76 15,0-2 80-15,1 1-709 0,2-3-899 16</inkml:trace>
  <inkml:trace contextRef="#ctx0" brushRef="#br0" timeOffset="12764.43">5825 8386 4226 0,'-7'-8'164'15,"-1"3"42"-15,8 5 31 0,-19 0 56 0,19 0 48 16,-29 17 39-16,6 1 24 0,-2 6 10 15,0 2-29-15,-7 5-12 0,10-4-28 0,-1 0-33 16,3-2-201-16,4-1-111 0,2-7 0 16,3-3 0-16,5-2 0 0,-2-2 0 15,2 1 0-15,1-6 0 0,1 3 0 0,-1-1 0 16,3-2 0-16,2-5 0 0,-4 9 0 16,4-9-250-16,-10 6-462 0,3-4-239 15,-1 0 80-15,8-2 99 0,-21 0-804 16,21 0-1019-16</inkml:trace>
  <inkml:trace contextRef="#ctx0" brushRef="#br0" timeOffset="14283.3">4106 6125 4310 0,'-4'10'-21'16,"2"-5"39"-16,-1-2 28 0,3-3 23 16,-4 7 35-16,4-7 19 0,0 0 21 15,0 0 10-15,0 0-6 0,0 0-4 0,0 0-3 16,0 0-13-16,0 0-12 0,0 0-7 16,0 0 2-16,7-27-5 0,-1 13-9 0,0-3-4 15,2-2-12-15,1-12-4 0,-2-2-10 16,6-4-9-16,-6-13 3 0,2-8-13 0,3-7-8 15,-3-6 2-15,2-25-13 0,1-5-8 16,0-4 4-16,-3 1-5 0,1-5-7 16,-1 7-1-16,-3 1 0 0,-3 21 2 15,1 3-5-15,-2 6-3 0,-2 11 4 0,0 13 14 16,-2 8 8-16,2 8 15 0,-2 8 8 16,2 4-5-16,-2-1-9 0,2 7 9 15,0 1-19-15,-1 0-1 0,-1 1-2 0,2 1-7 16,0 2-2-16,0 1-1 0,0 0-1 15,0 0 2-15,0 7-6 0,2-10-5 0,-2 10 2 16,1-7-3-16,-1 7 4 16,0-8-1-16,0 8 3 0,-3-7-5 0,3 7-5 0,0 0 10 15,0-7-11-15,0 7-5 16,0 0 3-16,0 0 11 0,-2-7-14 0,2 7 2 0,0 0 4 16,0 0 2-16,0 0-3 15,0 0 2-15,-2-10 2 0,2 10-1 0,0 0-1 16,-2-7 5-16,2 7-6 0,-2-9-2 15,2 9 2-15,0-9-5 0,0 9 1 16,-3-7 1-16,3 7 8 0,-2-8-6 0,2 8 2 16,-4-10 1-16,2 5-1 0,2-2-4 15,-3-1 3-15,3-1-2 0,-3-3-2 0,3-1-3 16,0-1 6-16,0-2 1 0,0 0-7 16,0 2 5-16,0-1 1 0,3 1-1 0,-3 2-1 15,-1 4 9-15,2-1 9 0,-1 1-3 16,-1 0 18-16,1 0-8 0,0 8 0 0,0-12 3 15,-2 7 5-15,2 5-1 16,0-10 1-16,0 10-7 0,0-9 4 0,0 9 3 16,0-6-5-16,0 6 3 0,0 0-3 15,0-9-9-15,0 9 4 0,0 0 0 16,0 0-4-16,-2-7-7 0,2 7 0 0,0 0-4 16,-13 17 10-16,-5 5 9 0,-4 5 11 15,-8 6 14-15,-1 3 23 0,-8 0-75 0,5 0 0 16,-2-3 0-16,4-4 0 0,7-5 0 15,4-5 0-15,2-5 0 0,5-2 0 0,5-4 0 16,0 1 0-16,2-2 0 0,0 1 0 16,3-6 0-16,-1 1 0 0,5-3 0 0,-6 4 0 15,6-4 0-15,0 0 0 16,10-22 0-16,-1 4 0 0,7-11 0 0,2-2 0 16,7-6 0-16,-6 8 0 0,4 2 0 15,-6 4 0-15,-3 6 0 0,-1 4 0 16,-6 4 0-16,3 2 0 0,-4 5 0 0,5 5 0 15,3 4 0-15,1 5 0 0,6 10 0 16,4-1 0-16,2 3 0 0,-2 1 0 0,9 4 0 16,0-2 0-16,-4-8 0 0,-3-1 0 15,1-2 0-15,-7-4 0 0,-3-5 0 0,-3 1 0 16,-5-3 0-16,-3 0 0 0,2-1 0 16,-1-1 0-16,-2 1 0 0,-6-4 0 0,9 3 0 15,-9-3 0-15,0 0 0 16,0 0 0-16,0 0 0 0,-1-15-182 0,1 15-867 15,-14-10 93-15,4 6 102 0,-2 1-897 16,-6-1-1184-16</inkml:trace>
  <inkml:trace contextRef="#ctx0" brushRef="#br0" timeOffset="16346.8">7830 5159 637 0,'6'-4'387'0,"-6"4"-109"15,0 0-46-15,0 0-19 0,0 0 1 0,0 0-8 16,-8-10-2-16,8 10-9 16,0 0 5-16,-2-7 0 0,2 7-1 0,-1-8 1 15,1 8-8-15,-2-6 0 0,2 6-2 16,-2-8 1-16,2 8 11 0,0-7 6 16,0-1 13-16,0 8 11 0,-5-10 12 0,5 10 12 15,-2-11 1-15,2 11-5 0,-2-8-10 16,1 2-7-16,1 6-8 0,0 0-11 0,-6-10-9 15,6 10-7-15,-2-8-7 0,2 8-7 16,0 0-11-16,0-11-7 0,0 11-28 16,0 0-140-16,0-8 0 0,0 8 0 0,0 0 0 15,0 0 0-15,0 0 0 0,0-11 0 16,0 11 0-16,0 0 0 0,0 0 0 16,0 0 0-16,0 0 0 0,0-6 0 0,0 6 0 15,0 0 0-15,0 0 0 0,0 0 0 16,0 0 0-16,16 29 0 0,-3-4 0 0,0 4 0 15,4 2 0-15,1 2 0 0,4 7 0 16,1-1 0-16,0-1 0 0,-1-7 0 16,-6-2 0-16,0-2 0 0,0-1 0 0,-3-6 0 15,-6-5 0-15,0-1 0 0,-3-3 0 16,1-3 0-16,-1 2 0 0,3-4 0 16,-4 0 0-16,-1-1 0 0,2 1 0 0,0 0 0 15,-4-6 0-15,3 6 0 0,-3-6 0 16,4 6 0-16,-4-6 0 0,4 5 0 15,-4-5 0-15,0 0 0 0,4 4 0 0,-4-4 0 16,0 0 0-16,0 0 0 0,0 0 0 16,0 0 0-16,0 0 0 0,0 0 0 0,0 0 0 15,0 0-358-15,0 0-666 0,-15-17 92 16,11 11-1067-16,4-2-1415 0</inkml:trace>
  <inkml:trace contextRef="#ctx0" brushRef="#br0" timeOffset="16695.91">8293 5002 5168 0,'0'-13'-195'0,"0"3"56"0,0 4 61 0,0-3 56 0,0 4 51 16,0 5 47-16,0-11 37 0,0 11 18 0,0 0 1 15,0-11 9-15,0 11 9 0,0 0-3 16,-2-7-2-16,2 7 6 0,0 0 37 15,0 0 18-15,-17 22-8 0,2 1 3 0,-3 7 8 16,-6 9 15-16,-1 2 2 0,-2 4-8 16,2-2 1-16,0 0-3 0,3-2-79 15,1-2-137-15,5-6 0 0,2-6 0 16,0-3 0-16,4-3 0 0,3-6 0 0,3-3 0 16,-1-2 0-16,0-2 0 0,3-1 0 15,-1-1 0-15,3-6 0 0,-4 11 0 0,4-11 0 16,-6 7 0-16,6-7 0 0,0 0 0 15,-3 2 0-15,3-2 0 0,0 0 0 0,0 0 0 16,0 0 0-16,0 0 0 0,0 0-562 16,-20-4-252-16,20 4-110 0,0 0 89 0,-18 0-885 15,18 0-1152-15</inkml:trace>
  <inkml:trace contextRef="#ctx0" brushRef="#br0" timeOffset="17047.78">7645 5121 4424 0,'-2'-10'-47'0,"-3"0"60"0,0 1 50 16,3 0 51-16,1 3 59 0,1 6 53 16,-6-11 37-16,4 5 10 0,2 6-7 15,0 0-21-15,-2-9-11 0,2 9 30 16,0 0 20-16,0 0 2 0,36 19-8 15,-13 3-10-15,4 4-14 0,6 10-20 0,-1 0-158 16,4-1-76-16,-2 6 0 0,-2-5 0 16,4-1 0-16,-9-2 0 0,-4-6 0 0,-3 0 0 15,-2-7 0-15,-4-3 0 0,-5-3 0 16,2-5 0-16,-6 3 0 0,1-6 0 0,-3 1 0 16,1-2 0-16,-4-5 0 0,5 9 0 15,-3-7 0-15,-2-2 0 0,0 0 0 0,0 0 0 16,0 0 0-16,0 0 0 0,0 0-396 15,0 0-451-15,0 0-92 0,0 0 93 0,0 0-910 16,0 0-1187-16</inkml:trace>
  <inkml:trace contextRef="#ctx0" brushRef="#br0" timeOffset="17346.18">8262 5075 5212 0,'0'-5'69'0,"0"5"23"16,0 0 74-16,0 0 74 0,-23 13 57 15,10 3 40-15,-8 9 17 0,4 1-6 0,-6 2-1 16,2 3-17-16,5 0-8 0,-4-2-245 16,5 0-77-16,0-2 0 0,4-4 0 15,0-5 0-15,4-1 0 0,1-3 0 16,1-2 0-16,1-1 0 0,1-3 0 0,-2 2 0 15,1-2 0-15,2-4 0 0,2-4 0 16,-5 11 0-16,3-7 0 0,2-4 0 0,-6 5 0 16,6-5 0-16,0 0 0 0,0 0 0 15,0 0-879-15,-21-5-100 0,21 5 101 16,-15-12-977-16,3 3-1281 0</inkml:trace>
  <inkml:trace contextRef="#ctx0" brushRef="#br0" timeOffset="19778.66">12587 2726 4646 0,'4'-10'-197'0,"-3"0"67"0,1 3 54 0,0-3 62 16,-2 10 67-16,2-12 53 0,0 8 56 16,-2 4 35-16,2-9 20 0,-2 9 14 15,0 0-15-15,2-8-21 0,-2 8-27 16,0 0-16-16,0 0 42 0,0 0 2 0,-31 43-5 15,11-14-16-15,-9 10 10 0,0 6 0 16,1 2-1-16,-3 0 2 0,3 5-15 0,-1-4-12 16,4-4-17-16,0-3-16 0,9-10-13 15,-2 0-55-15,5-5-58 0,1-5 0 16,5-4 0-16,1-4 0 0,-1-1 0 0,0-4 0 16,4 1 0-16,1-2 0 0,-4-1 0 15,6-6 0-15,-4 6 0 0,4-6 0 0,0 0 0 16,0 0-48-16,0-26-286 15,2 9-57-15,4-5-51 0,5-11-22 0,1-5-13 16,6-9 12-16,4 0 25 0,-1-4 49 16,2 0 68-16,-1 5 65 0,-1-1 56 0,3 4 57 15,-8 10 55-15,0-1 42 0,-1 3 55 16,-1 2 53-16,-2 4 42 0,-1 6 38 16,-4 1 30-16,0 6 13 0,-1 1 7 0,-1 1-11 15,2 2-14-15,-3 1-21 0,-1 5-20 16,-3 2 0-16,0 0 23 0,22 17 25 0,-8 4 3 15,2 7-11-15,1 3 8 16,-2 3 12-16,4 7-10 0,0 2-6 0,1-2-4 0,-6-9-15 16,2 1-13-16,-1-2-13 15,-2-4-10-15,1 0-10 0,-5-5-10 0,1-5-2 16,-4-3-12-16,-3-4-4 0,1-2-2 16,2 1-11-16,-3-2 5 0,-1-2-6 0,-2-5 14 15,7 10 13-15,-7-10-66 0,3 9-22 16,-3-9 0-16,0 0 0 0,-6 8 0 15,6-8 0-15,-19 4 0 0,4-4 0 0,-7 0 0 16,-5 1 0-16,-16 1 0 0,9 0 0 16,5-4 0-16,3 4 0 0,2-2 0 0,2 0 0 15,3-2 0-15,4 4 0 0,1-4 0 16,14 2 0-16,-22-2 0 0,22 2 0 16,-16 0 0-16,16 0 0 0,0 0 0 0,-19 0 0 15,19 0-267-15,-9-3-135 0,9 3-139 16,0 0-158-16,0-7-203 0,0 7 82 15,14-10-731-15,-3 1-994 0</inkml:trace>
  <inkml:trace contextRef="#ctx0" brushRef="#br0" timeOffset="20278.74">13345 2412 4471 0,'2'-17'85'0,"2"5"59"0,0 4 48 0,-3-1 44 0,-1 3 29 0,0 6 0 0,0-9-17 16,0 9-28-16,0 0-29 0,0 0 4 15,0 0 36-15,0 0-1 0,10 38-16 16,-8-1-10-16,-1 4-1 0,1 2-2 0,1 3-12 16,-3-1-10-16,0 0-151 0,0-2-28 15,0-2 0-15,0-5 0 0,-3-7 0 0,1-6 0 16,2-3 0-16,0-3 0 15,-1-1 0-15,1-3 0 0,0-1 0 0,0-3 0 0,-2-1 0 16,2-2 0-16,0-6 0 0,-2 11 0 16,2-11 0-16,0 0 0 0,0 0 0 15,0 0 0-15,0 0 0 0,0 0 0 16,0 0 0-16,-34-22 0 0,14 12 0 0,4 0 0 16,-17-2 0-16,8 7 0 0,-1 1 0 15,-1 2 0-15,5 0 0 0,0 2 0 16,1 4 0-16,5 0 0 0,-4 1 0 0,7 3 0 15,-1 0 0-15,3 2 0 16,1 2 0-16,4 1 0 0,3 1 0 0,1-3 0 0,2 1 0 16,5 4 0-16,-1-4 0 15,8 3 0-15,1-1 0 0,5 0 0 0,-4-2 0 0,8-4 0 16,-8 3 0-16,2-6 0 16,-1 2 0-16,1-3 0 0,-7 2 0 0,1-5 0 15,1 1 0-15,0 0-265 0,-1-2-274 16,-10 0-146-16,21-4-222 0,-11 2 47 0,1-4 92 15,-4 3-649-15,4-3-869 0</inkml:trace>
  <inkml:trace contextRef="#ctx0" brushRef="#br0" timeOffset="21245.6">13652 2890 4174 0,'6'-6'88'16,"-3"-2"39"-16,5 3 50 0,-5 1 52 15,4-1 49-15,-7 5 9 0,7-9-2 0,-7 9-23 16,8-6-26-16,-8 6-22 0,0 0-4 16,19 9-2-16,-10 0-4 0,2 2-8 0,0 5-10 15,0 0 6-15,-6 3 0 0,4-2-4 16,-8-1-7-16,-1 1-104 0,0 1-77 0,0 1 0 15,-8 2 0-15,1-3 0 0,-3 1 0 16,-2-2 0-16,-1-1 0 0,1-3 0 16,-2-4 0-16,1 0 0 0,1-3 0 0,1-4 0 15,-3-4 0-15,14 2 0 16,-22-12 0-16,10-2 0 0,2-6 0 0,3 0 0 16,5-6 0-16,0-1 0 0,6-11 0 15,3 1 0-15,-3 12 0 0,3 4 0 0,-5 4 0 16,5 3 0-16,-4 2 0 0,-1 0 0 15,4 7 0-15,-1 5 0 0,-5 0 0 0,22 4 0 16,-9 3 0-16,4 2 0 0,8 5 0 16,0 6 0-16,6-2 0 0,-4 2 0 0,7-4 0 15,-4 2 0-15,-1-3-80 16,-4-1-458-16,-1-4-70 0,-9-3-60 0,2-3-105 16,-5-1-51-16,-1-3 75 0,-2 0-595 15,3-3-799-15</inkml:trace>
  <inkml:trace contextRef="#ctx0" brushRef="#br0" timeOffset="21496.6">14094 2930 3465 0,'3'-16'-35'0,"-3"4"80"0,0 4 75 16,0 2 68-16,0 6 53 0,0-15 47 0,0 15 23 16,0-6 10-16,0 6-24 0,0-8-23 15,0 8-25-15,0 0-32 0,0 0-29 0,0 0-6 16,0 0 14-16,0 0-13 0,9 26-3 16,-6-6-10-16,1 5-1 0,-2 9-21 0,2 3-14 15,-3 2-9-15,-1-1-15 0,-1 1-6 16,-3 0-9-16,2-1-7 0,-2-1-2 15,-3 0-34-15,2-4-52 0,-2-8 0 16,3-4 0-16,1-1 0 0,-1-3 0 16,0-5 0-16,1 1 0 0,-4-4 0 0,3 3 0 15,1-3 0-15,-5-2 0 0,-1 2 0 16,-3-5-171-16,-1 0-256 0,-1-2-146 0,-1-4-169 16,-2-2-143-16,-2-5 80 0,-2-11-755 15,4-3-1004-15</inkml:trace>
  <inkml:trace contextRef="#ctx0" brushRef="#br0" timeOffset="21662.37">14048 2652 4667 0,'-1'-15'111'0,"1"3"27"0,0 1 37 16,-2 2 38-16,2 9 5 0,-2-11-21 16,0 5-28-16,2 6-25 0,0-8-62 0,0 8-60 15,0-7-78-15,0 7-82 0,0 0-83 16,0 0-85-16,0 0-107 0,17 15-175 15,-14-5-133-15,1-1 76 0,0 7-392 0,-1 0-510 16</inkml:trace>
  <inkml:trace contextRef="#ctx0" brushRef="#br0" timeOffset="22063.42">14277 2913 3230 0,'1'-3'186'0,"-1"3"-12"0,9-5 6 16,-9 5 40-16,0 0 49 0,0 0 50 0,27 8 4 16,-14 0-21-16,-1 1-21 0,2 4-25 15,1-2-18-15,-1 3-21 0,1 1-13 0,-5 1-16 16,-1-1-13-16,-1-3-11 0,-3 2-7 16,-1-2-5-16,0 2-7 0,-4-2-14 15,-1-1-11-15,-2 1-11 0,-3 0-8 0,1-5-9 16,-1 0-6-16,1-2-7 15,5-5-21-15,0 0-23 0,0 0-35 0,-31-16 0 16,27 0 0-16,-4-3 0 0,6-5 0 16,2 0 0-16,2 0 0 0,2 0 0 0,-1 7 0 15,0-1 0-15,-1 7 0 0,4 1-4 16,-3-2-7-16,1 8-9 0,3 2 15 0,-7 2-2 16,16 2 5-16,-7 2-1 0,5 6 3 15,-1 2-1-15,3 1 2 0,0 1-1 0,6 7 0 16,-1-4-32-16,1 2-61 0,-4-5-87 15,-4-3-91-15,0 0-102 0,-1-4-114 0,1-1-152 16,-1-2-235-16,1-4 84 0,-3 0 86 16,4-2-553-16,-15 2-718 0</inkml:trace>
  <inkml:trace contextRef="#ctx0" brushRef="#br0" timeOffset="22844.43">15091 2908 3389 0,'0'0'71'0,"-6"-14"22"0,2 4 34 16,2 2 37-16,1 3 43 0,1 5 31 0,-7-16 17 15,5 8 3-15,0 3 2 16,2 5-5-16,-3-12-7 0,-3 6-38 0,3 0-22 16,-7 3-15-16,10 3-27 0,-25-3-10 15,0 6-17-15,-9 6-6 0,2 1-8 0,1 3-4 16,3 2-5-16,-1 1 0 0,6 2-7 15,8-1-7-15,3-3-2 0,5 0 1 0,3-3 4 16,4 0 0-16,4 1 15 0,3 0 10 16,5-4 5-16,7 3 2 0,2-5-9 0,6-4-17 15,0 0-91-15,1-2 0 0,1-2 0 16,9-3 0-16,-2 0 0 0,-8-2 0 16,-5 2 0-16,-2 0 0 0,-4-1 0 0,-1 2 0 15,-3-1 0-15,-2 1 0 16,-3 0 0-16,-8 4 0 0,15-4 0 0,-15 4 0 0,11-1 0 15,-11 1 0-15,0 0 0 16,0 0 0-16,0 0 0 0,0 14 0 0,0-14 0 16,-2 10 0-16,2-10 0 0,0 0 0 15,-1 12 0-15,1-12 0 0,0 7 0 0,0-7 0 16,0 0 0-16,13 7 0 0,0-7 0 16,-13 0 0-16,34-5 0 0,-10 0 0 0,-3-2 0 15,-3 0 0-15,2 2 0 0,-5 0 0 16,0 2 0-16,-4 1 0 0,1-2 0 0,-2 2 0 15,-10 2 0-15,13-4 0 0,-13 4 0 16,0 0 0-16,17 3 0 0,-17-3 0 16,11 9 0-16,-4-4 0 0,-6 1 0 15,5 0 0-15,0 2 0 0,-1-1 0 16,2 1 0-16,0-2 0 0,2-1 0 0,0-2 0 16,5-1 0-16,3 0 0 0,2-2 0 15,3-4 0-15,3 1 0 0,11-6-73 0,0-3-348 16,-2-1-36-16,0 1-12 0,-2-5 3 15,2 0 23-15,-1-3 42 0,-5-1 56 0,1-1 75 16,0-2 81-16,-6 4 76 0,-4-3 78 16,-6 6 71-16,1 5 64 0,-5 2 57 15,-1 2 44-15,-3 1 34 0,1 1 25 16,-2 1-3-16,-4 5-7 0,0 0-16 0,0 0 35 16,0 0 38-16,0 0 5 0,-19 45-7 0,-4-4-21 15,-6 10-4-15,2 8-85 0,-1 16-195 16,7-7 0-16,-2 14 0 0,10-10 0 15,0 1 0-15,1-3 0 0,4 1 0 16,1-9 0-16,-2-4 0 0,-3-9 0 0,6-11 0 16,-1-7 0-16,3-7 0 0,-2-7-427 15,3-6-172-15,-4-8-93 0,3-1-129 0,4-2-13 16,0 0 88-16,-9-25-639 0,6 5-838 16</inkml:trace>
  <inkml:trace contextRef="#ctx0" brushRef="#br0" timeOffset="23011.06">15697 3050 4202 0,'-6'-24'193'0,"2"7"68"0,-1 2 67 0,0 4 30 0,3 3-2 16,0 1-29-16,1-1-34 0,1 8-40 0,-6-8-23 15,6 8-21-15,0 0-22 0,0 0-35 16,0 0-67-16,0 0-94 0,0 0-112 0,7 35-129 16,7-21-172-16,1-3-220 0,10 7-217 15,6-5 76-15,-3-3 84 0,-3-1-542 16,-2-2-703-16</inkml:trace>
  <inkml:trace contextRef="#ctx0" brushRef="#br0" timeOffset="23311.35">16697 2356 3859 0,'-4'-25'212'0,"1"5"39"0,-3 5 66 0,4 1 41 15,0 3 32-15,0 3 2 0,0 1-23 16,0 0-36-16,2 7-42 0,0 0-32 16,0 0-4-16,0 0 16 0,4 35-11 0,0 8-17 15,-2 19-112-15,4 9-131 16,-3 5 0-16,-3 2 0 0,0 3 0 0,-1 0 0 16,-5-1 0-16,-2-6 0 0,0-7 0 15,3-7 0-15,-1-4 0 0,3-16 0 0,-6-5 0 16,6-10 0-16,-1-4 0 0,2-7 0 15,0-3 0-15,0-2 0 0,4-4 0 0,-2-5-448 16,0 0-230-16,0 0-76 0,21-13-123 16,-10-1 62-16,9-9-756 0,5-12-1013 15</inkml:trace>
  <inkml:trace contextRef="#ctx0" brushRef="#br0" timeOffset="23494.77">16935 2908 3999 0,'12'-16'-34'0,"-7"4"126"0,2 3 79 0,-4 3 67 15,-1 0 49-15,-2 6 30 0,6-10 12 16,-6 10-11-16,1-5-22 0,-1 5 3 15,0 0 29-15,0 0-6 0,4 27-36 16,-4-10-25-16,-2 6-30 0,0 1-21 0,1 0-25 16,-1-2-129-16,-2 1-56 0,2 1 0 15,0-5 0-15,-1-2-15 0,-2-2-244 16,5-3-82-16,0-2-97 0,0-2-105 0,0-8-96 16,7 4-139-16,-7-4-13 0,0 0 85 15,0 0-546-15,30-17-713 0</inkml:trace>
  <inkml:trace contextRef="#ctx0" brushRef="#br0" timeOffset="23862.41">17202 2830 3254 0,'8'-15'-10'0,"-3"5"75"0,1 1 62 16,-2 2 35-16,0 2 29 0,-4 5 17 15,4-8-2-15,-4 8-19 0,5-7-21 16,-5 7-16-16,4-7-14 0,-4 7-17 16,13-9-15-16,-5 6-25 0,2 0-27 0,-10 3-33 15,14-6-17-15,-14 6-16 0,12-3-3 16,-12 3-2-16,0 0-6 0,0 0 7 0,13 7 3 15,-13-7 4-15,0 10 1 0,0-10 9 16,-1 12 9-16,-3-3 7 0,-2 1 18 0,3 2 17 16,-5 2 12-16,4-1 11 0,-2 1 16 15,2 2 25-15,3 0 9 0,1 1 42 16,0 1 40-16,0-1 26 0,1 3 17 16,-1-4 10-16,6 5 9 0,-2-6 5 15,-3 2 5-15,2-5 2 0,1 1-4 0,0-2-215 16,-3 0-60-16,-1-3 0 0,2 1 0 15,-2-1 0-15,0 1 0 0,2-1 0 0,-2-8 0 16,0 12 0-16,-2-5 0 0,2-7 0 16,-2 12 0-16,-1-6 0 0,-3-2 0 0,-2 0 0 15,1-3 0-15,-3 3 0 0,10-4 0 16,-21-2-261-16,21 2-563 0,-15-10-154 0,12 1 95 16,3-4-901-16,9-8-1213 0</inkml:trace>
  <inkml:trace contextRef="#ctx0" brushRef="#br0" timeOffset="24062.67">17837 2150 5208 0,'15'-36'44'0,"-1"11"75"0,-9 5 92 16,3 7 75-16,-6 3 42 0,-1 0 10 15,1 5 13-15,-2 5-27 0,2-10-33 0,0 6-38 16,-2 4-21-16,0 0-26 0,4 25-206 16,-3-2 0-16,-2 22 0 0,-5 15 0 0,2 4 0 15,-3 4 0-15,-2 3 0 0,-7 1 0 16,1-4 0-16,-2-1 0 0,-5-1 0 0,0-6 0 15,-1-2 0-15,-2-5 0 0,0-5 0 16,0-2-64-16,0-9-633 0,9-8-118 0,-4-9-104 16,6-8 79-16,-4-3-812 15,11-6-1088-15</inkml:trace>
  <inkml:trace contextRef="#ctx0" brushRef="#br0" timeOffset="24212.46">17504 3012 4329 0,'-16'-8'28'0,"16"8"97"15,-7-3 80-15,7 3 65 0,0 0 62 0,-6-6 32 16,6 6 3-16,0 0-23 0,0 0-34 15,13-14-33-15,3 8-29 0,0-3-29 0,6 2-65 16,-6 0-82-16,4-1-133 0,-5 1-159 16,0 1-189-16,-4 0-247 0,3-2-224 0,-7 5 71 15,-5 0 91-15,-2 3-605 16,0 0-781-16</inkml:trace>
  <inkml:trace contextRef="#ctx0" brushRef="#br0" timeOffset="29944.88">16145 5492 1199 0,'5'-10'563'0,"3"1"-171"16,-7 3-67-16,3-2-30 0,1 2-21 15,-5 6-8-15,3-15-4 0,-1 9-7 0,2-2 14 16,-4 8-7-16,4-13 14 0,-2 9-13 16,-2 4 6-16,1-12-14 0,-1 12-23 15,2-8-27-15,-2 8-22 0,0 0 7 16,0 0 39-16,0 0 5 0,-27 41-12 0,11-8-8 15,-9 12 11-15,-2 1-12 0,-3 2 0 16,-1 1-8-16,6 3-12 0,-2-3-185 16,5 0-8-16,3-3 0 0,-1-3 0 0,9-9 0 15,0-1 0-15,1-4 0 0,4-6 0 16,3-6 0-16,-3-3 0 0,3-2 0 0,1-1 0 16,-5-2 0-16,5-2 0 0,2-7 0 15,-1 8 0-15,1-8 0 0,0 0 0 0,0 0 0 16,0 0 0-16,0 0 0 0,10-20 0 15,-5 5-328-15,6-1-180 0,5-11-54 16,1-2-46-16,0-3-45 0,6-6-65 16,-1-1-12-16,-2-1-659 0,-1-1-842 0</inkml:trace>
  <inkml:trace contextRef="#ctx0" brushRef="#br0" timeOffset="30162.43">16131 5540 3573 0,'10'-27'-153'0,"-3"2"53"16,3 4 49-16,-5 2 51 0,3-3 52 15,2 5 57-15,-3-1 27 0,1 5 25 16,0 1 3-16,1 0 15 0,2 7 23 0,3 4 18 15,-14 1 34-15,40 20 48 0,-14 1 6 16,3 14 16-16,3 8-3 0,-3 3-9 0,-4 1-18 16,2 3-27-16,-2-2-23 15,-5 1-23-15,1-3-21 0,2 0-20 0,-8-3-17 16,1-11-16-16,-5-3-16 0,0 0-100 16,-3-6-31-16,0-6 0 0,-5-3 0 0,1-5 0 15,4 0 0-15,-6 0 0 0,2-1 0 16,0-5-115-16,-4-3-223 0,0 0-123 0,0 0-113 15,0 0-137-15,0 0-133 0,3-17 76 16,-4 5-722-16,-5 3-936 0</inkml:trace>
  <inkml:trace contextRef="#ctx0" brushRef="#br0" timeOffset="30395.39">16219 5831 3944 0,'-23'-3'54'0,"4"0"45"0,1-1 45 15,6 3 51-15,0-1 50 0,12 2 50 0,-13-4 17 16,13 4 0-16,0 0-13 0,0 0-18 16,0 0-26-16,37-12-21 0,4 9-24 0,6 0-24 15,5-1-27-15,2 4-60 0,-4 0-78 16,2-4-87-16,-6 4-87 0,-2-2-76 0,-16 2-66 16,-3 0-55-16,-8 0-35 0,-5 0-38 15,-7 0-51-15,-5 0-58 0,0 0-114 0,0 0 14 16,0 0-443-16,0 0-545 15</inkml:trace>
  <inkml:trace contextRef="#ctx0" brushRef="#br0" timeOffset="31043.28">16394 7424 3031 0,'-2'-7'191'0,"0"0"39"0,2 7-1 0,-1-10-17 0,1 10-18 16,0 0 54-16,0 0 47 0,0 0 27 0,-13 32-11 15,4-3-21-15,6 6-25 0,-3 2-24 16,6 4-19-16,-2-1-25 0,4-2-19 0,2 1-21 16,-1-2-17-16,1-4-11 0,2-4-30 15,-6-5-63-15,0-6-68 0,1 0-94 0,-2 2-82 16,-1-5-118-16,-2 3-96 15,2-7-127-15,0-4-201 0,-3-1 31 0,1-1 74 0,4-5-525 16,0 0-636-16</inkml:trace>
  <inkml:trace contextRef="#ctx0" brushRef="#br0" timeOffset="31460.34">16473 7407 3060 0,'9'-18'38'0,"-4"0"54"0,1 4 32 16,0 2 19-16,4 2 18 0,-3 2 20 15,2 1 17-15,7 1 7 0,-1 3-4 16,0 5-8-16,0 1-16 0,8 6-7 0,2 8-10 16,0 2-12-16,-6 6 7 0,-4 1-5 15,-4 6-2-15,-5-1 8 0,-6-2-8 0,-4 6-2 16,-1 0-12-16,-8-3-10 16,-3 1-9-16,1-4 12 0,-2-4 18 0,2 0 4 15,3-7-4-15,5-5-2 0,1-4 2 0,2 0 0 16,3-2-9-16,1 0 15 0,0 2 2 15,5-1-20-15,4 2-41 0,5 2-92 16,3 0 0-16,0 2 0 0,6 1 0 0,-6 1 0 16,-1-1 0-16,-1 1 0 0,-3-1 0 15,-1 2 0-15,-4-1 0 0,0 0 0 0,-7-2 0 16,-1 0 0-16,-7 6 0 0,-1-4 0 16,-10 3 0-16,-3 1 0 0,-2 0 0 0,-2-5 0 15,-5 0 0-15,-6-4 0 16,1-1 0-16,0-2 0 0,0-1 0 0,7-3 0 15,1-2 0-15,-1-2 0 0,6 0 0 16,3-2 0-16,0 0 0 0,7 2 0 0,-1-3 0 16,3 1 0-16,-1 0 0 0,12 2-481 15,-11-3-499-15,11 3 61 0,-5-2 101 0,5 2-880 16,0 0-1133-16</inkml:trace>
  <inkml:trace contextRef="#ctx0" brushRef="#br0" timeOffset="32177.96">16617 9012 4391 0,'4'-5'-151'0,"-4"5"52"15,2-10 37-15,-2 10 51 0,2-9 60 0,-2 9 40 16,0-10 31-16,-2 3 10 0,0 0 2 16,-2 0 4-16,-2-1-2 0,1-1-3 15,-3 1-8-15,-4 1-6 0,1 0-6 16,-4 4-8-16,-2 1 4 0,-10 4 8 0,-11 11-3 16,-12 8 20-16,1 6 7 0,-2 7 16 15,-1 6 7-15,5-1 16 0,4 0-9 0,7 2 3 16,9-1 13-16,14-7 11 0,5-1 28 15,13-4 25-15,4 1 21 0,12-2-87 16,15 2-183-16,11-2 0 0,9-7 0 0,7-7 0 16,1 0 0-16,2-4 0 0,-8-4 0 0,-10-1 0 15,-10-2 0-15,-7 2 0 16,-8-2 0-16,-6-2 0 0,-4 0 0 0,0 3 0 16,-1 0 0-16,-5-1 0 0,-7-2 0 15,11 2 0-15,-11-2 0 0,0 0 0 0,0 0 0 16,-3 8 0-16,3-8 0 0,0 0 0 15,-11 9 0-15,7-7-257 0,4-2-630 0,-9 8-59 16,0-4 95-16,2 1-934 0,0 2-1216 16</inkml:trace>
  <inkml:trace contextRef="#ctx0" brushRef="#br0" timeOffset="32695.53">16340 10480 5178 0,'0'-12'0'0,"0"3"52"0,0 4 33 16,0 5 24-16,0-8 15 0,0 8-3 15,0 0 60-15,0 0 29 0,0 0 16 16,-3 32-6-16,3-15-11 0,0 6-14 0,3 1-8 0,-1 2-19 16,0 0-14-16,5 8-15 15,-4-5-12-15,1-5-14 0,-2-2-13 0,2 0-13 16,-3-5-48-16,-1 2-55 0,2-5-90 15,-2 0-89-15,-2-1-104 0,2-1-124 0,-3-2-138 16,-1-3-191-16,2-2-56 0,2-5 81 16,0 0-680-16,0 0-859 0</inkml:trace>
  <inkml:trace contextRef="#ctx0" brushRef="#br0" timeOffset="32959.33">16354 10485 3780 0,'0'-10'47'15,"2"-1"49"-15,0 3 27 0,4-1 23 0,3 1 27 16,5-1 26-16,0 6 24 0,10 3 16 16,10 5 16-16,4 5-6 0,8 9-7 15,-3 5-18-15,5 5-17 0,-4 4-13 0,-5 0-21 16,-5 2-17-16,-6 3-10 0,-9-5 9 16,-5-1 4-16,-11 2 5 0,-3-6 8 15,-5 6 7-15,-11 1-22 0,0-4-11 0,-11 4-13 16,-6 0-79-16,-1-4-54 0,-5-4 0 0,5-8 0 15,-9 1 0-15,7-6 0 16,-3-4 0-16,3-1 0 0,5-6 0 0,6 1 0 16,5-4-280-16,-1-2-224 0,0 0-158 15,2 0-246-15,5 1 75 0,1 1 96 0,0 0-714 16,3 3-901-16</inkml:trace>
  <inkml:trace contextRef="#ctx0" brushRef="#br0" timeOffset="33676.01">16577 11894 4301 0,'6'-8'71'0,"-3"2"30"0,4 2 40 0,-7 4 41 16,3-7 40-16,-3 7 41 0,0 0 17 0,0 0 7 15,0-9-6-15,0 9-13 0,0 0-22 16,-12-7-23-16,-1 5-11 0,-6 2-14 15,-1-1-9-15,-11 1-16 0,-8 3-14 16,0-1-16-16,-3 1-12 0,1 1-15 0,4-1-112 16,4-1-4-16,8 2 0 0,4-3 0 15,3 2 0-15,4-2 0 0,-1-1 0 0,1 1 0 16,5-1 0-16,9 0 0 0,-17 2 0 16,17-2 0-16,-14 1 0 0,14-1 0 0,-9 14 0 15,5-2 0-15,4 7 0 0,-3 18 0 16,-4 2 0-16,4 4 0 0,-7 7 0 0,-1 6 0 15,-1 0 0-15,1 2 0 0,-3-2 0 16,5-3 0-16,5-10 0 0,1-4 0 0,-1-8 0 16,6-5 0-16,2-3 0 15,3 0 0-15,7 1 0 0,2-7 0 0,8-1 0 16,0-6 0-16,-1-5 0 0,2-1 0 16,1-4 0-16,-1 3 0 0,2-6 0 0,-2 3 0 15,-3-2 0-15,-2 2 0 0,-5-2 0 16,0 2 0-16,-2-2 0 0,1 2 0 0,-14 0 0 15,19 0 0-15,-11-2 0 0,-8 2-800 16,14-4-173-16,-12 0 86 0,5 1-994 0,-7 3-1305 16</inkml:trace>
  <inkml:trace contextRef="#ctx0" brushRef="#br0" timeOffset="33860.25">16087 12405 5336 0,'-13'-3'321'0,"3"3"21"0,10 0 24 0,-11-4 14 0,11 4-23 0,0 0-34 16,0 0-55-16,27-22-16 0,-5 14-47 0,13-1-164 15,1-2-41-15,4 3 0 0,-2 0-138 16,3 2-204-16,-5 0-177 0,-10 3-214 0,-5-1-149 16,-6 4 81-16,-5 0-823 15,-10 0-1064-15</inkml:trace>
  <inkml:trace contextRef="#ctx0" brushRef="#br0" timeOffset="35825.56">15698 5525 4463 0,'0'-9'-260'16,"0"1"53"-16,0-1 45 0,-1 0 37 15,1 1 40-15,-2-3 33 0,-2 3 23 0,4-2 21 16,-2 3 11-16,0-1 6 0,2 8-3 16,-1-14-2-16,-1 8-2 0,2 6-3 15,-2-7-2-15,2 7 2 0,0 0-1 0,0 0-1 16,0 0 3-16,0 0 0 0,0 0 2 0,0 0 34 15,-12 31 8-15,3 0 4 16,-1 5 33-16,-4 9-7 0,2 4 18 0,-4 4 5 16,-1 6-11-16,3-1-4 0,1 7-2 15,6 2 8-15,-3 0-5 0,4 2 11 16,3 1 3-16,-1-3-8 0,4 4-5 0,2-3-6 16,-2 0-6-16,0 1 7 0,-2-3 22 15,0 0-8-15,0-4-7 0,0 3-4 0,-4-1-4 16,0-2 21-16,-3-3-4 0,4 3-4 15,-4-4-12-15,4 1-3 0,-3-2-8 0,3-1-5 16,-1 2-5-16,3-2-5 16,-4 2-3-16,3 0 23 0,1-5 0 0,3-7-6 15,-4 0 1-15,2 12-8 0,2-11-2 16,0-2-10-16,2 1-7 0,-6 12-9 0,6 0-3 16,-2-10 3-16,0 1-9 0,2-3 2 15,2 9-2-15,-6-8 6 0,6-1-8 0,-1 8 10 16,6-12 33-16,-4 9-6 0,1-10-4 15,-3-2-7-15,1-1-6 0,2 2 0 0,-5-2-3 16,-1 0-4-16,2-1 0 0,-2 4-4 16,0-4-10-16,-2 1 8 0,-5-1-16 0,5 1 13 15,-5-1-5-15,3 0 2 16,2 2-5-16,-1-4-5 0,-2-1 6 0,1-3 0 16,1 1-6-16,1-4-4 0,2-5 6 15,-4 3-1-15,0 1-5 0,2 7 1 0,-6 2 2 16,4 0 36-16,-1 0 2 0,-2 0-2 15,-1-1 0-15,2 1-9 0,-2 3-2 0,-1-4-3 16,3 2-2-16,3-4-5 0,-2-3 1 16,1-6-5-16,1 9 0 0,1-6 0 15,-2-4-3-15,6 3-7 0,-4-3 3 0,0 3-1 16,2 0-2-16,0-3 4 0,0 5-8 16,-3-3-8-16,-1 11 0 0,2-5 0 0,-4 4 0 15,0-2 0-15,2 2 0 0,1 0 0 16,-3-8 0-16,3-6 0 0,-1 6 0 0,-1-3 0 15,1 0 0-15,4 1 0 0,-3 1 0 16,-1 1 0-16,2-2 0 0,-1 8 0 16,-3 0 0-16,2 0 0 0,3-4 0 0,-6 7 0 15,3-2 0-15,1-1 0 0,-3-1 0 16,1 1 0-16,-1-7 0 0,1-2 0 16,3-2 0-16,1 1 0 0,-3-1 0 0,2-3 0 15,0 0 0-15,0-2 0 0,2 2 0 16,-1-1 0-16,-1 2 0 0,2-2 0 15,-2 6 0-15,0-4 0 0,2 0 0 0,-2 1 0 16,2 2 0-16,-2 0 0 0,2 4 0 0,-1 9 0 16,-2 0 0-16,3-5 0 15,-2-3 0-15,2-2 0 0,0 15 0 0,-2-3 0 16,2 0 0-16,-2 2 0 0,0-1 0 16,4-1 0-16,-2 2 0 0,4-1 0 0,1 0 0 15,-4 1 0-15,3-1 0 0,2 1 0 16,-5 2 0-16,5-1 0 0,-2 2 0 0,-3 1 0 15,1-2 0-15,0 1 0 0,1 0 0 16,-3-4 0-16,0-1 0 0,4-1 0 0,-4-8 0 16,2-8 0-16,-2 0 0 15,1-3 0-15,-1 0 0 0,0-2 0 0,0-3 0 16,0 1 0-16,0 0 0 0,2-2 0 16,-2 1 0-16,0 3 0 0,2 1 0 0,-2 1 0 15,0-5 0-15,0 2 0 0,2-1 0 16,0 0 0-16,0-4 0 0,-2 1 0 0,0-3 0 15,0 1 0-15,0-1 0 0,0-1 0 16,0-7 0-16,0 10 0 0,0-10-28 0,0 0-724 16,0 0-224-16,-31-39 83 0,18 3 104 15,-3-24-828-15,2-12-1055 0</inkml:trace>
  <inkml:trace contextRef="#ctx0" brushRef="#br0" timeOffset="38974.97">15828 5459 4014 0,'6'-6'-264'0,"-6"6"33"0,0 0 40 16,0 0 39-16,-15-7 47 0,15 7 43 16,-12-8 33-16,9 6 25 0,-6-2 10 15,9 4 6-15,-9-11 6 0,7 4-2 0,-1 2 2 16,1-5 2-16,0 0-6 0,4 1 5 16,0-3 2-16,0-2 5 0,-1 3-1 15,1-3 10-15,0 2-5 0,0 0 8 0,0 0 14 16,0 2-2-16,-1 0-10 0,-1 1 1 15,0-1-3-15,2 4-10 0,0-2-1 0,3 1-5 16,-2-1-2-16,1 2 0 0,5 0-6 16,3-3 3-16,1 4-6 0,5-2 2 0,-2 3-7 15,9-2 4-15,0 3-2 16,2 1-2-16,6 2 5 0,8 0-4 0,5 0-3 0,5 1-1 16,16-1 3-16,6 0-5 0,0-3-1 15,10 3 3-15,3 0 5 0,3 0-5 16,23-4-3-16,-24 0 3 0,-2-4 1 15,-8 4 0-15,-6-2-1 0,-5 0-2 16,-10 1 1-16,-14 5 2 0,-13-2 0 0,-6 0 3 16,-3 0-3-16,-3 0 9 0,-3 0-9 15,-1 0 1-15,-3 1 2 0,-11 1-2 0,17-4 0 16,-8 3 1-16,-9 1-7 0,15-4 3 16,-5 0 0-16,-10 4-1 0,13-3-1 0,-5-2 4 15,-8 5-3-15,12-3-2 16,-12 3-4-16,11-6 2 0,-11 6-1 0,0 0 1 15,7-3-1-15,-7 3 0 0,0 0-2 0,0 0-7 16,0 0 8-16,0 0 4 16,0 0-7-16,12 11 9 0,-12-11-2 0,2 9-3 15,-2-1 4-15,0 4 13 0,-2 5 10 16,0 5-2-16,-6 9 30 0,1 5 12 0,-3 14-4 16,1 1 0-16,3 5-4 0,-2 4-5 15,5 2 9-15,1 4 11 0,2-3-3 0,2 4-4 16,-1 2 12-16,7 1 3 0,-2 0 16 15,0 0-2-15,-2 1 3 0,-1 1 2 0,3-4 18 16,-4 1-9-16,-1 1-10 0,-1-3 30 16,0-2-11-16,-1-3-12 0,-1-2-3 15,2-12-8-15,2 0-8 0,-1-2-7 0,1 1-7 16,2-3-2-16,4 7-9 16,-4-7 0-16,3-5-3 0,1 1-11 0,-2-3 4 15,0 2-10-15,-1-4 0 0,-1 0 1 16,0-9-6-16,-2 1 2 0,-1-4 0 0,-1 2 5 15,0 0 12-15,0 3-1 0,-1-4 3 16,-1 1-8-16,-2 1 4 0,2-1-11 0,0 0 0 16,2-4-7-16,-1 4-1 0,-1-7-3 15,2 3-5-15,-2-2 2 0,2-2-12 0,-2 2 2 16,2-2 4-16,0 2 0 16,2-2-4-16,-4 2 0 0,0-2 1 0,2 3-6 0,-2-4 0 15,-1 2-1-15,2 0 0 16,-1 2-2-16,-2-4 0 0,0 7-1 0,3-4-22 15,-3 1 19-15,0 3-4 0,2-1 4 16,1 2-9-16,-1-2 14 0,0 3-9 0,-1-2 0 16,-1 1-1-16,2 1 12 0,2 2-6 15,-1 0-3-15,-5 7 2 0,2-5 2 0,3-3 0 16,-5 6 7-16,2 3-7 0,2-6 3 16,2-1 7-16,-2-3-9 0,2 3 0 0,-2-2 8 15,4 3-3-15,0 8-4 16,0-3 5-16,0 2-2 0,-2-5 1 0,6 3 2 15,-4-2-8-15,-1 2 5 0,1-3 0 16,0 3-2-16,2-3-9 0,-4 5 15 0,0-5-2 16,0-2 3-16,0 8-8 0,0-8 0 15,-2 10-2-15,2-8 0 0,-2 5 4 0,2-6-8 16,0-2 9-16,0 1-2 0,-2-4 2 16,2 5 2-16,0 5 7 0,-2 2-3 0,2-1 5 15,-1 1-7-15,-1 1-1 0,-2 1 3 16,2-2-7-16,4 1 2 0,-6-2 0 15,2 0-2-15,0-2-1 0,2-3 3 0,0-7-5 16,2 3 1-16,-6-3-3 0,4 1 4 16,0 0-2-16,2 0-11 0,-2 1 9 0,2 2 14 15,0-2-8-15,-2-1-2 0,2 2-2 16,2 11 0-16,-2-2 5 0,1-2 0 16,-1 5 3-16,-2-10-6 0,0 0 3 0,2 6-4 15,0 2 1-15,0-8 1 0,0 0-2 16,-1 7 3-16,-1-6-3 0,0 8 2 15,2-1 9-15,7 2 20 0,-9-3-3 0,2 2-6 16,-2-2 7-16,0-1-36 0,0-3-1 16,0 4 0-16,1-4 0 0,-1-4 0 0,0-1 0 15,0 0 0-15,-1 11 0 0,-1-1 0 16,2-7 0-16,0-3 0 0,-2 10 0 16,4-1 0-16,-2-5 0 0,2-1 0 0,-1 6 0 15,-1 0 0-15,2 1 0 0,-2-7 0 0,2 8 0 16,2-9 0-16,-2 8 0 15,-1 0 0-15,1-7 0 0,-5 5 0 0,3 2 0 16,-2-1 0-16,0 0 0 0,2-5 0 16,-2-3 0-16,2-1 0 0,0 1 0 0,0-1 0 15,2-1 0-15,-4 0 0 0,4-1 0 16,-2-1 0-16,2-3 0 0,-2-3 0 0,0 3 0 16,0-1 0-16,2 0 0 0,-2-1 0 15,1 1 0-15,-2 6 0 0,2-1 0 0,-1 3 0 16,-3 6 0-16,-1 1 0 15,4-4 0-15,-2-4 0 0,0 9 0 0,2-7 0 16,-1-1 0-16,-1-3 0 0,-7 11 0 16,9-8 0-16,0-4 0 0,2 0 0 0,-2-6 0 0,0 3 0 15,2-4 0-15,-2-3 0 16,-2 0 0-16,2-1 0 0,0 0 0 0,2-1 0 16,1-2 0-16,-3-2 0 0,0 3 0 15,2-3 0-15,-2 1 0 0,-2-1 0 0,2 3 0 16,0-3 0-16,0 1 0 15,0-1 0-15,-3 1 0 0,1-2 0 0,0 1 0 0,2-1 0 16,0 0 0-16,-2 0 0 0,2-7 0 16,0 12 0-16,0-6 0 0,0-6 0 0,-1 12 0 15,1-7 0-15,-2 3 0 16,2 0 0-16,-4 2 0 0,4-3 0 0,-2 3 0 16,2 0 0-16,-2-2 0 0,2 1 0 15,0-1 0-15,-1 1 0 0,-1 0 0 0,2-4 0 16,0 3 0-16,0-8 0 0,0 14 0 15,2-7 0-15,-2-1 0 0,0 1 0 0,1 0 0 16,-1 0 0-16,0 2 0 0,0-3 0 16,0 1 0-16,2 0 0 0,-2 2 0 0,2-4 0 15,-2-5 0-15,-2 12 0 0,2-12 0 16,0 8 0-16,0-8 0 0,0 7 0 16,0-7 0-16,2 7 0 0,-2-7 0 15,0 0 0-15,-2 8 0 0,2-8 0 0,-3 12 0 16,1-8 0-16,-4 1 0 0,2 2 0 15,0 0 0-15,-2-1 0 0,1 2 0 0,-3-2 0 16,0 1 0-16,1 1 0 0,-3-2 0 16,3 0 0-16,-3-1 0 0,1 0 0 0,-4-1 0 15,-1 1 0-15,-3-1 0 0,0 0 0 16,-5-2 0-16,-4 0 0 0,2 2 0 0,-15 0 0 16,-3 0 0-16,3-1 0 0,-4 2 0 15,1 0 0-15,-2-1 0 0,1 4 0 0,-1-3 0 16,4 0 0-16,-2-2 0 0,4 1 0 15,6-2 0-15,3 0 0 0,1-2 0 16,-11 5 0-16,8-2 0 0,3-1 0 16,2 1 0-16,-15 1 0 0,7 1 0 0,3 0 0 15,6-3 0-15,0 1 0 0,3 2 0 16,-3-1 0-16,0-3 0 0,-1 5 0 0,3-5 0 16,-3 3 0-16,-1 1 0 0,0-2 0 15,2 2 0-15,-2-1 0 0,1-1 0 0,-1 1 0 16,-2-3 0-16,-5 6 0 0,0-1 0 15,5-2 0-15,2 0 0 0,3 1 0 0,-1-2 0 16,-1 2 0-16,1-3 0 0,2 0 0 16,-2 2 0-16,1 0 0 0,-1-2 0 15,0 1 0-15,3-1 0 0,-1 4 0 16,-1-5 0-16,-1 2 0 0,0 1 0 0,-1-2 0 16,-3 1 0-16,7 2 0 0,-3-3 0 15,-2 3 0-15,2-1 0 0,2 0 0 0,5-2 0 16,-2 0 0-16,5 0 0 0,2 0 0 15,2 0 0-15,-2 0 0 0,2 0 0 16,11-2 0-16,-15 0 0 0,5 3 0 0,10-3 0 16,-11 1 0-16,11-1 0 0,0 0 0 15,-14 0 0-15,14 0 0 0,-9 2 0 16,9-2 0-16,0 0 0 0,-9 0 0 0,9 0 0 16,0 0 0-16,0 0 0 0,0 0 0 15,0 0 0-15,-14 2 0 0,14-2 0 0,0 0 0 16,0 0 0-16,0 0 0 0,0 0 0 15,0 0 0-15,0 0 0 0,0 0 0 16,0 0 0-16,0 0 0 0,0 0 0 0,-11-4 0 16,11 4 0-16,-2-8 0 0,2-2 0 15,-2 0 0-15,2-7 0 0,0-2 0 0,0-10 0 16,4-13 0-16,0-15 0 0,-1-5 0 16,1-6 0-16,0-4 0 0,1-1 0 0,-2 4 0 15,-1 8 0-15,-4 15 0 0,2 7 0 16,0 8 0-16,0 7 0 0,0 5 0 15,0 4 0-15,-2 1 0 0,2 2 0 16,-4 2 0-16,-2 3 0 0,2 2 0 0,-3 1 0 16,3 1 0-16,4 3-325 0,-7-5-148 15,7 5-103-15,0 0-141 0,-6-8-130 0,6 8 77 16,1-7-755-16,-2-1-969 0</inkml:trace>
  <inkml:trace contextRef="#ctx0" brushRef="#br0" timeOffset="39526.5">15451 11703 4111 0,'-8'-6'-75'0,"-4"-1"17"0,3 2 7 0,-2 0 23 0,-3-2 36 0,3 1 36 0,2 1 30 0,-1-1 7 0,1 1 4 16,1 1-5-16,4 1-12 0,4 3-13 16,-4-5-2-16,4 5 2 0,19-9-9 15,15 0-8-15,20-6-3 0,14 2-4 0,31-9 0 16,10 1-7-16,8 2-3 0,6-2-3 15,7 1-2-15,-1-1-1 0,0 3-13 16,-6-1-7-16,-6 5-4 0,-9 0 4 16,-31 3 5-16,-13 1-1 0,-19 2-2 0,-4 2 2 15,-10 1 7-15,-13 1 5 0,-4 0 2 16,-7-1-5-16,-1 1-1 0,-4-1 1 0,-2 5 0 16,0 0-6-16,-10-7 1 0,10 7-29 15,-7-6-30-15,7 6-81 0,-14-4-87 0,7 1-116 16,7 3-155-16,-18 0-95 0,18 0 58 15,-20 1-292-15,6 1-309 0</inkml:trace>
  <inkml:trace contextRef="#ctx0" brushRef="#br0" timeOffset="40026.85">15483 10382 2308 0,'-13'-1'-1'0,"13"1"6"0,-15 0 10 0,15 0 23 16,-20-2 29-16,13 2 27 0,7 0 29 0,-17-4 26 16,17 4 2-16,-12-1-13 0,12 1-16 15,-5-5-9-15,5 5-15 0,0 0-3 16,26-12-16-16,10 5-4 0,25-7-13 0,14 0-5 15,30-1-5-15,9-3-9 0,8 1-5 0,7 3-1 16,9-1-8-16,1 1 1 16,0 1-3-16,0-1-5 0,-9 2-23 0,-15 0-21 15,-6 0-17-15,-32 2-18 0,-10 3-11 16,-12-2 8-16,-15 2 5 0,-12 1 5 0,-6 0 2 16,-9 0 1-16,-6-1 1 0,-1 0-4 15,-5 0-25-15,-2-1-36 0,1 8-52 0,-17-12-90 16,3 3-135-16,-4 0-103 0,-15-4 50 15,3 1-104-15,-4-3-47 0</inkml:trace>
  <inkml:trace contextRef="#ctx0" brushRef="#br0" timeOffset="40591.25">15630 8710 1631 0,'-9'-7'50'0,"-1"0"3"0,0 3 13 0,3-2 13 0,2 1 19 16,-6 2 13-16,6-1 14 0,-1 1 15 0,6 3 8 15,-14-7-7-15,13 4-9 16,1 3-16-16,-8-5-10 0,8 5-8 0,0 0-11 16,16-11-2-16,6 4-5 0,32-6-10 15,10 1-7-15,15-2-7 0,23-1-10 0,9-3 3 16,11-1-9-16,7 3 0 0,3 1-2 16,2 0-7-16,-1 5-5 0,-8-4-3 0,-6 4-3 15,-12-1-3-15,-32 3-1 0,-3 1-2 16,-13 4-3-16,-20-3-1 0,-8 3-5 0,-8 1-3 15,-4 0 8-15,-6 1-2 16,-2-1-9-16,-1 1-3 0,-10 1-4 0,8-4-19 16,-8 4-31-16,0 0-52 0,0 0-62 0,0 0-107 15,-2-7-153-15,2 7-94 0,-16-7 52 16,5 2-155-16,-4-3-128 0</inkml:trace>
  <inkml:trace contextRef="#ctx0" brushRef="#br0" timeOffset="41191.01">15643 6996 1632 0,'-9'-2'-41'0,"0"0"14"0,-2-1 29 16,11 3 24-16,-9-2 14 0,9 2 4 0,0 0 5 16,-4-5-7-16,4 5 2 0,25-9 3 15,10 3-3-15,24-5 0 0,7 3-1 16,15-2 0-16,21-1-6 0,5 4-5 15,1-2 0-15,3 2-4 0,-19 3-2 0,-5-4 0 16,-1 4 16-16,-4-2 9 0,-9 2 5 16,-12-2 8-16,-18 2 20 0,-7 1 25 15,-7-1 40-15,-10 2 24 0,-2-2-12 0,-3-2-9 16,-5 2-8-16,-2-2 4 0,2-1-10 16,-6 3-11-16,3-4-13 0,-3 3-11 0,1 2-10 15,-4 3-10-15,8-9-12 0,-8 9-4 16,4-4-12-16,-4 4-7 0,6-6-28 0,-6 6-29 15,0 0-28-15,0 0-50 0,0 0-63 16,0 0-63-16,0 0-75 0,0 0-77 0,0 0-163 16,0 0-16-16,0 0 60 0,0 0-115 15,0 0-98-15</inkml:trace>
  <inkml:trace contextRef="#ctx0" brushRef="#br0" timeOffset="42908.73">17896 5779 1741 0,'0'0'153'0,"-17"0"9"0,6 0 1 15,11 0 5-15,-20 3 26 0,20-3 22 0,-16-3 13 16,16 3 23-16,0 0 0 16,-18 0-12-16,18 0-19 0,0 0-17 0,0 0-12 15,0 0 5-15,0 0-4 0,40 6-12 16,10-3-15-16,20-1-15 0,8 2-15 0,7-2-15 15,8 1-10-15,20-2 5 0,-19-1-9 16,-7-1-6-16,-1 1-15 0,-3-3-8 16,-8-1-4-16,-3-2-12 0,-11 4-3 0,-16-3-8 15,-7 1 2-15,-12 0-5 0,-1 0-7 16,-9 0-4-16,1 0-5 0,-5 0-1 0,-1 2-11 16,-6-1-19-16,3-1-40 15,-8 4-57-15,10-5-85 0,-10 5-126 0,0 0-112 0,0 0-122 16,0 0-196-16,0 0 47 15,-12-13 73-15,12 13-408 0,-8-4-499 0</inkml:trace>
  <inkml:trace contextRef="#ctx0" brushRef="#br0" timeOffset="43191.09">19049 5430 3077 0,'0'0'86'16,"2"-10"9"-16,4 6 16 0,-1 1 24 0,6 1 25 15,5 0 26-15,2 4 14 0,7 5 5 16,11 5-7-16,-2 6-11 0,4 5-12 16,-6 8-11-16,-7 2-9 0,-7-2-6 15,-6-1-10-15,-6 3 12 0,-6-4-15 0,-8 4-2 16,-4 0-3-16,-2 0-8 0,-11 6-8 16,-6-4 8-16,-1-4-13 0,0 0-4 0,1-8-13 15,-5 2-6-15,7-6-14 0,4-1-6 16,2-5-5-16,9-5-9 0,0 0-21 15,3-4-52-15,0 0-80 0,2-2-104 0,9-2-136 16,0 0-142-16,-16-10-159 0,14 4-121 16,-3-4 72-16,7-3-595 0,3-5-745 0</inkml:trace>
  <inkml:trace contextRef="#ctx0" brushRef="#br0" timeOffset="43591.57">19872 5233 3313 0,'2'-22'-36'0,"-2"5"44"0,2 2 56 16,-2 3 52-16,0-1 36 0,0 0 31 15,4 0 33-15,-2 3 27 0,-1-1 11 0,-1 1 3 16,2 2-7-16,-2-1-13 0,0 9-19 15,2-10-27-15,2 6-20 0,-4 4 2 16,0 0 43-16,0 0 16 0,14 38 9 16,-9-4-3-16,4 18 8 0,2 6 17 0,-6 7-3 15,1 4-9-15,-3 2-19 0,-1-1-230 16,0 0-2-16,-2-2 0 0,0-5 0 16,0-1 0-16,-4-3 0 0,1-13 0 0,-1-6 0 15,0-3 0-15,1-4 0 0,-4-10 0 16,3-3 0-16,4-5 0 0,-1-1 0 0,-1-3 0 15,-2-4 0-15,6-2 0 16,-2-5 0-16,0 0 0 0,0 0 0 0,0 0 0 16,0 0 0-16,16-17-583 0,-11 1-168 15,1-3-164-15,-1-4 74 0,3-9 94 0,2-1-734 16,-3-1-928-16</inkml:trace>
  <inkml:trace contextRef="#ctx0" brushRef="#br0" timeOffset="44358.54">19968 4888 4251 0,'-18'-12'-67'0,"3"3"38"0,5 3 31 0,1 0 33 0,1 1 51 15,3 2 20-15,-2-3 5 0,7 6-3 16,-7-5-13-16,7 5-9 0,0 0-9 16,16-10-2-16,6 5-10 0,35-2-7 0,20 0-7 15,11 3-5-15,32-3-4 0,5 2-10 16,3 1-20-16,-3 0-9 0,1 3-3 0,3-3 6 16,-6 4-5-16,-4-1-4 15,-33 1 3-15,-2 0 3 0,-13 0 1 0,-21 0-9 0,-9 0 12 16,-8 0 22-16,-10 0 21 15,-2 0 28-15,-5 0 11 0,-4 0 22 0,1 0 7 0,-13 0-1 16,22 1-3-16,-22-1-5 16,15 5 32-16,-11 4 27 0,0 6 2 0,-1 8 17 15,-3 14 18-15,-3 9 5 0,-5 22 5 16,-2 5 8-16,-5 26 11 0,0 2 4 0,2-1-111 16,-3-1-127-16,3 0 0 0,8-20 0 15,1-3 0-15,-3 2 0 0,2-6 0 0,1-5 0 16,1-7 0-16,-3-8 0 0,0-11 0 15,2-7 0-15,-2-8 0 0,4-7 0 16,1-3 0-16,-1-3 0 0,0-3 0 16,0-2 0-16,-2-3 0 0,1-1 0 0,3-4 0 15,-14 0 0-15,14 0 0 0,-22-5 0 16,6 0 0-16,-7-2 0 0,-11 0 0 0,-6 0 0 16,-6 0 0-16,-13 2 0 0,-6 0 0 15,-5 1 0-15,-5 4 0 0,-3 0 0 0,2 2 0 16,0 0 0-16,3 0 0 0,1-1 0 15,7 3 0-15,15 1 0 0,9-2 0 0,1-1 0 16,9 3 0-16,8-3 0 0,6 1 0 16,2-3 0-16,1 0 0 0,5 0 0 0,0 0 0 15,9 0 0-15,-20 0 0 16,20 0 0-16,-13 0 0 0,13 0 0 0,-12 0 0 16,12 0 0-16,0 0 0 0,-13 0 0 15,13 0 0-15,0 0 0 0,0 0 0 0,-17 0 0 16,17 0 0-16,0 0 0 0,0 0 0 15,-9 2 0-15,9-2 0 0,0 0 0 0,0 0 0 16,0 0 0-16,-11 0 0 0,11 0 0 16,0 0 0-16,0 0 0 0,0 0 0 0,0 0 0 15,0 0 0-15,0 0-335 0,-7-7-683 16,7-1 90-16,2-3 105 0,-2 0-907 16,0-5-1163-16</inkml:trace>
  <inkml:trace contextRef="#ctx0" brushRef="#br0" timeOffset="44624.71">20417 5380 4860 0,'-8'-10'3'0,"8"10"27"15,-4-4 19-15,4 4 34 0,0 0 54 16,0 0 49-16,0 0 20 0,0 0 14 0,-11 29-10 15,11-11-11-15,-1 7-9 0,-1-2-14 16,2 4-22-16,0 2-10 0,2 6-20 16,-1 1-11-16,3-7-14 0,0-5-10 15,-1-2-61-15,-3-3-80 0,0-2-78 0,2-3-80 16,0-3-87-16,-2 1-86 0,-2-4-117 16,0-4-165-16,2-4-70 0,-5 2 49 0,5-2-553 15,0 0-700-15</inkml:trace>
  <inkml:trace contextRef="#ctx0" brushRef="#br0" timeOffset="45024.6">20491 5262 3600 0,'6'-12'-2'16,"-1"5"34"-16,2-1 26 0,0 2 37 16,3 0 27-16,-1 2 5 0,3 1 1 15,-12 3-5-15,30 3-7 0,-13 3-6 0,0 4 5 16,-2 3-1-16,-1 3-10 0,1 8 2 15,-3-4 8-15,-5 1 2 0,-1 3 4 0,-3 1 0 16,-3-2-6-16,-1 2 9 0,-7 8-21 16,1-2 4-16,-2-4 11 0,-2-2 7 15,2-8 8-15,2 0 2 0,0-4 2 0,0 0 3 16,3-3-7-16,1-2-1 0,-1 3-12 16,2-5-10-16,0 2-8 0,0 0 10 0,2-1 7 15,0 3-2-15,2 0-10 16,4 1-7-16,-3 2-4 0,-1 1-5 0,6 2-1 15,-5-2-6-15,-1 1-36 0,3 1-47 16,-5 1 0-16,0-2 0 0,-2 2 0 0,-3-2 0 16,-2 1 0-16,-4 1 0 0,-5-2 0 15,1-1 0-15,-10 1 0 0,1 1 0 0,-3-3 0 16,0-4 0-16,3-1 0 0,-3-4 0 16,2 0 0-16,-2-4 0 0,2-4 0 0,0 0 0 15,3-4-381-15,-6-5-375 0,5-5-183 16,5 5 73-16,5-1 107 0,6 2-768 15,-2-2-972-15</inkml:trace>
  <inkml:trace contextRef="#ctx0" brushRef="#br0" timeOffset="45542.75">22123 5479 3947 0,'-18'5'-50'0,"5"-5"66"15,-1 0 45-15,14 0 44 0,-16 2 49 16,16-2 45-16,-16 2 37 0,16-2 24 16,0 0 37-16,0 0 4 0,0 0 2 0,0 0-7 15,39-13-15-15,-3 5-21 0,9 4-29 16,16-4-22-16,10 3-24 0,1 1-19 0,0 0-17 16,3 0-18-16,-3 4-50 0,-3-2-55 15,-16 0-85-15,-5 0-89 0,-4 0-79 0,-14 2-75 16,-5-2-101-16,-7 0-124 0,-5-3-135 15,-4 2-125-15,-5-2 50 0,-2 1-621 0,-2 4-812 16</inkml:trace>
  <inkml:trace contextRef="#ctx0" brushRef="#br0" timeOffset="45824.4">22625 5217 3788 0,'-3'-6'-16'0,"3"6"15"0,0 0 0 0,0 0 39 15,0 0 48-15,0 0 46 0,0 0 50 16,27 22 24-16,-8-1 18 0,-2 8 3 0,4 1 3 16,-4 11 11-16,2 0-2 0,-5-2-2 15,-9-3-10-15,1 3-16 0,-3-3-12 0,-6 0-17 16,-3-3-14-16,1-1-10 16,-7 0-14-16,-1-6-13 0,-3-2-8 0,-1 1-13 15,-4-3-14-15,4-7-9 0,2-1-6 16,-5-2-10-16,6 0-10 0,-6-3-34 0,5-3-44 15,2 0-73-15,0-3-91 0,3-3-104 16,10 0-112-16,-13-5-125 0,9 0-150 16,2-4-150-16,6-3 76 0,1-1-668 0,5-7-864 15</inkml:trace>
  <inkml:trace contextRef="#ctx0" brushRef="#br0" timeOffset="46357.49">23170 5449 3999 0,'0'-5'44'0,"0"5"36"0,-1-10 34 16,1 10 28-16,0 0 19 0,0 0 4 0,0 0-1 15,0 0 52-15,0 0 31 0,0 0 12 16,-10 33-15-16,9-14 4 0,-1 6-4 16,-2 1-10-16,0-1-14 0,0 9-18 0,-4-3-18 15,6-2-18-15,-9 0-15 0,8-3-10 16,-6-5-16-16,4-3-10 0,-3-1-8 0,3 0-14 15,-1-5-4-15,4-2-52 0,-2 0-37 16,0-5 0-16,4-5 0 0,-4 4 0 0,4-4 0 16,0 0 0-16,0 0 0 15,0-31 0-15,10-2 0 0,2-13 0 0,6-6 0 16,3-1 0-16,3-3 0 0,1 6 0 16,-2 3 0-16,-5 14 0 0,0 4 0 0,-7 9 0 15,-4 5 0-15,0 3 0 0,0 3 0 16,-1 6 0-16,-6 3 0 0,0 0 0 0,21 15 0 15,-10 0 0-15,4 11 0 0,4 3 0 16,8 5 0-16,0 1 0 0,-1 0 0 0,-1-10 0 16,-2 1 0-16,-2-7 0 0,-4-2 0 15,-6-5 0-15,-1-2 0 0,0-3 0 16,-5-2 0-16,3-2 0 0,-8-3 0 16,0 0 0-16,23-4 0 0,-14-7 0 0,-2 1 0 15,6-7 0-15,-4-2 0 0,2-10 0 16,1-2 0-16,-5-3 0 0,2-5 0 0,0 2 0 15,-2-3 0-15,2-11 0 0,1 10 0 16,-2 0 0-16,-3 5 0 0,3 4 0 0,-4 8 0 16,-1 5 0-16,4 3 0 0,-5 7 0 15,-1-1 0-15,1 6-440 0,-2 4-248 16,0 0-156-16,0 0-31 0,0 0 82 0,0 0-755 16,0 0-991-16</inkml:trace>
  <inkml:trace contextRef="#ctx0" brushRef="#br0" timeOffset="46723.7">23925 5099 4438 0,'-2'-7'-62'0,"2"2"56"0,0 5 38 0,0 0 31 0,-1-9 7 15,1 9 39-15,0 0 34 0,0 0 29 16,-11 23-3-16,7-8 9 0,-5 7 4 0,4-1-5 15,1 2-7-15,2 1-9 16,2 1-1-16,2 1-3 0,6 6 1 0,6-1-14 0,0-3-9 16,6-1-6-16,3-7-13 15,1-2-2-15,4-5 3 0,-4-1-8 0,-1-8 4 16,2 0 0-16,-7-4-4 0,1-4 0 16,3 3-5-16,-2-6-4 0,-1-3-10 0,1 2-8 15,-4-4-46-15,0-3-36 0,-3-2 0 16,-4-1 0-16,3-2 0 0,-1-9 0 0,-3-3 0 15,-2-3 0-15,4 1 0 0,-5 1 0 16,1 7 0-16,-5 6 0 0,1 4-22 0,5 2-218 16,-5 1-97-16,-2 6-129 0,-2 2-112 15,-5 1-127-15,7 4-124 0,-13-3 64 16,13 3-680-16,-15 0-895 0</inkml:trace>
  <inkml:trace contextRef="#ctx0" brushRef="#br0" timeOffset="47023.63">24665 5039 4304 0,'2'-5'98'0,"-2"5"38"0,0 0 36 15,-2-12 30-15,2 12-4 0,0 0-10 16,0 0 35-16,0 0 73 0,0 0 19 0,-3 34 7 16,2-8 9-16,-3 10 11 15,-2 3-19-15,-1 3-32 0,0 9-17 0,-4-10-98 16,6 2-176-16,1-2 0 0,2-2 0 15,4 0 0-15,2-6 0 0,3 0 0 0,5-3 0 16,1-5 0-16,7-3 0 0,3-2 0 16,-1-9 0-16,7-1 0 0,-3-2 0 15,-3-4 0-15,1-4 0 0,-4 2 0 0,1-4 0 16,0 2 0-16,0-4 0 0,-2 0 0 16,-1-1 0-16,-4 0 0 0,4-2 0 0,-5-1 0 15,-2-1 0-15,-1-2 0 16,-1 1 0-16,2-2-708 0,-4-3-283 0,-1 1 85 0,1-3-994 15,-2 2-1322-15</inkml:trace>
  <inkml:trace contextRef="#ctx0" brushRef="#br0" timeOffset="47358.71">25424 4991 5516 0,'3'-7'-18'0,"-1"0"34"0,0 3 23 16,-2 4 47-16,0 0 102 0,0 0 77 15,6 27 49-15,-8-3 36 0,-4 13 14 0,-2 3-10 16,-7 8 2-16,-2 3-3 0,-5 1-345 16,-5-2-8-16,4-4 0 0,1-2 0 0,4-2 0 15,2-9 0-15,3-4 0 0,10-4 0 16,1-4 0-16,4-4 0 0,1-2 0 16,12 0 0-16,6 3 0 0,10-7 0 15,3-4 0-15,4-3 0 0,-1-4 0 0,4-2 0 16,1 0 0-16,-10 1 0 0,-5-1 0 15,-6 0 0-15,1 2 0 0,-8-2 0 0,2 2 0 16,-7 0 0-16,-9 0 0 0,20-1 0 16,-13 1 0-16,-7 0 0 0,11-1 0 0,-11 1 0 15,0 0 0-15,0 0 0 0,0 0 0 16,0 0 0-16,0 0 0 0,0 0-925 0,-45 0-59 16,18 1 115-16,-14 6-972 0,-2 0-1267 15</inkml:trace>
  <inkml:trace contextRef="#ctx0" brushRef="#br0" timeOffset="49474.75">17640 7896 2921 0,'0'0'152'16,"-30"0"36"-16,30 0-12 0,0 0 28 0,0 0 17 16,-8-6 7-16,8 6-10 0,0 0-19 15,0 0-18-15,-9-1-6 0,9 1-10 16,0 0 1-16,0 0-8 0,0 0-5 0,0 0-9 16,0 0-3-16,0 0 15 0,0 0 13 15,0 0 2-15,0 0-4 0,38 3-9 16,-7-3-10-16,16 2-3 0,18-4-26 0,7 0-10 15,6 1-11-15,4-5-10 0,4 4-9 16,2-4-10-16,3 3-6 0,17-2-7 0,-24 3-7 16,2 0-3-16,-11 0-6 0,-3 1 3 15,-9-3-9-15,-15 2-5 0,-6 1 3 16,-14-2-1-16,-4 3-7 0,-8 0 2 0,4 0 24 16,-8-2 13-16,4 2 9 0,1-2-5 15,-1 2-67-15,-5-2 0 0,1 2 0 0,-1-1 0 16,-11 1 0-16,19-2 0 0,-10 2 0 15,-9 0 0-15,15 0 0 0,-15 0 0 0,16-2 0 16,-16 2 0-16,7 0 0 0,-7 0 0 16,0 0 0-16,14-1-8 0,-14 1-324 15,7-5-154-15,-7 5-149 0,0-6-200 16,0 6 7-16,-9-10 80 0,5 5-721 0,-4-3-917 16</inkml:trace>
  <inkml:trace contextRef="#ctx0" brushRef="#br0" timeOffset="49790.37">19154 7531 4328 0,'0'0'30'0,"0"0"-20"0,0 0 40 0,0 0 53 15,0 0 39-15,21 14 24 0,-8-5 6 0,4 4-6 16,4 3-8-16,2 5-17 0,-4 0-7 15,0 1-6-15,-4 1-13 0,-4-3-1 0,-2 1 1 16,-6-3-9-16,-3 2-1 0,-3 2-10 16,-7 7-8-16,-5-4-1 0,-5 3-5 0,-3-2-15 15,1-2-5-15,-5 0 2 16,2-2-30-16,-1-3 4 0,1-1-5 0,-2-4-5 0,8-3 4 16,2-2-34-16,2-1-29 15,5-4-48-15,1-4-65 0,-1 3-95 0,10-3-118 16,-12-6-121-16,9-1-173 0,3 0-82 15,2-5 68-15,3-1-556 0,5-3-685 16</inkml:trace>
  <inkml:trace contextRef="#ctx0" brushRef="#br0" timeOffset="50122.45">19701 7349 3598 0,'0'-18'55'0,"-2"1"58"16,4 6 58-16,-4 0 48 0,4 2 31 15,-2 3 19-15,0 6-15 0,0-12-17 0,0 12-31 16,0 0 3-16,0 0 38 0,0 0 11 16,9 29-10-16,-7-5-15 0,4 15-4 0,0 3 5 15,-3 11-22-15,3-1-13 16,-2-7-20-16,-3-2-18 0,1 0-17 0,2-1-8 0,-2-4-20 15,1-9-102-15,-3-6-14 16,0-2 0-16,-3-2 0 0,3-2 0 0,0-3 0 0,-2-2 0 16,0-1 0-16,2-2 0 15,0 0 0-15,-2-1 0 0,0-1 0 0,1-2-260 16,-7-1-215-16,8-4-139 0,-7 3-176 16,7-3-53-16,0 0 77 0,-12-14-745 0,10 3-957 15</inkml:trace>
  <inkml:trace contextRef="#ctx0" brushRef="#br0" timeOffset="50741.36">19808 7141 4133 0,'-14'-9'-33'0,"5"-1"54"0,-2 3 50 16,6 2 56-16,-2 1 49 0,3-2 41 15,4 6 11-15,-6-7-15 0,6 7-12 0,-3-10-21 16,6 5-26-16,8-3-15 0,22-5-15 16,17-1-10-16,12 2-14 0,14-3-11 0,6 7-12 15,26-6-31-15,-23 5-15 0,-3 2-10 16,-4-1-3-16,-6 5-4 0,-1-2 5 0,-7 1-7 16,-10 2 2-16,-4 0 1 15,-9 1-6-15,-8 1 4 0,-8-3-6 0,-4 3 4 0,-6 0-1 16,-2 0 12-16,0 3 11 15,1-2 20-15,-1 7 11 0,3 3 22 0,-3 5 7 16,4 11 22-16,-6 6 11 0,2 4 9 16,-1 16 17-16,1 6 20 0,7 3 5 0,-4 5-12 15,4 1-14-15,7 15-75 0,-8-18-76 16,1-4 0-16,2-3 0 0,-8-5 0 0,0-3 0 16,-3-12 0-16,-1-5 0 0,-4-8 0 15,-2-7 0-15,-1-3 0 0,-1-3 0 0,2 0 0 16,-2-3 0-16,0-3 0 0,-2-6 0 15,-8 10 0-15,3-8 0 0,-6 2 0 0,-3-4 0 16,-8 2 0-16,-6-2 0 16,-16 1 0-16,-6 1 0 0,-18 4 0 0,-6-2 0 0,-4 4 0 15,-8-2 0-15,-20 2 0 0,20-5 0 16,0 1 0-16,5 2 0 0,7-2 0 16,10 0 0-16,14 0 0 0,6 0 0 15,7-1 0-15,10-1 0 0,6-2 0 0,3 0 0 16,5 2 0-16,4-2 0 0,9 0 0 15,-20 2 0-15,20-2 0 0,-12 0 0 0,12 0 0 16,-13 0 0-16,13 0 0 0,0 0 0 16,-12-2 0-16,12 2 0 0,0 0 0 0,0 0 0 15,0 0 0-15,-13-2 0 16,13 2-68-16,0 0-644 0,0 0-163 0,14-17-21 16,-6 11 89-16,-3-5-837 0,7-1-1081 15</inkml:trace>
  <inkml:trace contextRef="#ctx0" brushRef="#br0" timeOffset="51056.1">20538 7361 4523 0,'0'-12'-18'0,"1"3"50"0,-2 1 43 0,1 3 35 0,0 5 34 0,-9-11 20 0,6 6 1 15,3 5-8-15,-19 0 5 0,19 0 8 16,-48 16 14-16,14-1 22 0,-11 7 16 16,2 5 10-16,3 4 7 0,0 2-6 0,5 2 0 15,7-1-19-15,9-5-13 0,2 0-16 16,6-1-9-16,7-3-10 0,4-3-150 0,6-1-16 16,8 4 0-16,9 0 0 0,4-4 0 15,7-5 0-15,15 1 0 0,-10-4 0 16,3-4 0-16,-2-3 0 0,0-2 0 0,-6-4-24 15,-9-2-408-15,2 0-107 0,-7-4-117 16,-2 2-180-16,-2-1 21 0,-11 0 91 16,3-1-693-16,-5 1-867 0</inkml:trace>
  <inkml:trace contextRef="#ctx0" brushRef="#br0" timeOffset="51524.16">21558 7511 3693 0,'-13'0'-135'0,"13"0"45"0,-23 2 50 16,12 0 46-16,-1 0 62 0,3-2 51 0,-5 2 32 15,7-2 31-15,7 0 9 0,-19 2 9 16,11-2 10-16,8 0 5 0,-11 3-3 0,11-3-12 16,0 0-13-16,0 0 6 0,0 0-12 15,43 0-14-15,7-4-19 0,20 3-13 16,9-3-11-16,9 0-12 0,20 0-9 15,3 0-16-15,-22 1-9 0,3 1-13 0,-4-1-4 16,-4 3-4-16,-9 0-10 0,-6-5-3 16,-21 5-4-16,-9 0-3 0,-10-2 5 15,-8 0-7-15,-1 2-3 0,-7-2 4 0,0 0-7 16,-13 2-3-16,17-1-13 0,-9-2-40 16,-8 3-55-16,8-3-69 0,-8 3-101 0,0 0-141 15,2-4-161-15,-2 4-225 16,0 0 32-16,-12-10 80 0,12 10-561 0,-13-6-689 0</inkml:trace>
  <inkml:trace contextRef="#ctx0" brushRef="#br0" timeOffset="51789.48">22614 7303 3829 0,'0'0'231'16,"-11"-4"-21"-16,11 4-22 0,0 0-7 0,0 0 29 15,0 0 20-15,0 0 2 0,22 22 0 16,-10-6-25-16,5 8-10 0,-3 5-11 0,-1 1-10 16,-6 5-14-16,0 0-2 15,-7-6-10-15,-7 5-3 0,-4 0-11 0,-4-1-11 16,-10 3-10-16,2-7-9 0,-2-3-13 16,-5 1-10-16,-1-7-3 0,3 0-13 0,-1-2-9 15,0-2-40-15,9-4-44 0,4-4-79 16,4-2-110-16,0-3-145 0,0-1-178 0,12-2-190 15,-17-5-89-15,11 0 72 0,1 3-709 16,-1-5-903-16</inkml:trace>
  <inkml:trace contextRef="#ctx0" brushRef="#br0" timeOffset="52841.31">23253 7049 4045 0,'2'-16'12'0,"-1"4"38"0,-1 2 23 16,0 2 27-16,0 2 27 0,0 6 12 0,2-8 5 15,-2 8 35-15,0 0 66 16,0 0 29-16,0 36 9 0,-2 1-13 0,2 7-7 16,-1 11 1-16,-3 1-10 0,0 2-17 15,2 2-17-15,1-5-20 0,1-9-20 0,0-1-19 16,0-5-18-16,0 0-12 0,1-4-14 15,-1-6-37-15,2-7-80 0,-2-3 0 0,0-4 0 16,2-2 0-16,-2-1 0 0,2-2-169 16,-2 0-62-16,0-4-84 0,0-3-125 0,0-4-128 15,0 0-142-15,0 0-93 0,0 0 60 16,0 0-690-16,-6-33-882 0</inkml:trace>
  <inkml:trace contextRef="#ctx0" brushRef="#br0" timeOffset="53288.83">23291 7018 3781 0,'-8'-7'26'0,"3"0"39"0,-3 2 26 0,5 2 25 15,3 3 29-15,-5-7 18 0,5 7 8 16,-2-10-13-16,2 10-14 0,7-12-18 16,7 1-13-16,15-5-12 0,5 1-8 0,18-3-8 15,1-1-14-15,4 1-6 0,2 3-4 16,-4 6-10-16,-7 4-4 0,-4 5-8 15,-2 8-4-15,-6 4 0 0,-1 5 6 0,-1 16 24 16,-7 9 24-16,-6 7 26 0,-6 5 12 16,-6 0 8-16,-3 9 10 0,2-2-1 15,-5 2-2-15,3 4-3 0,-1-3-12 0,1-2-18 16,1-2-9-16,-2-2-1 0,2-4-12 16,1-13-8-16,0 1-7 0,0-9-8 0,-5-7-6 15,1-6-3-15,0-3-3 0,-3-5-3 16,1 0 40-16,0 0 20 0,-2-4 9 0,0-3-118 15,-4 1 0-15,-1 0 0 0,-8-4 0 16,-6 0 0-16,-8 2 0 0,-2-4 0 0,-16 1 0 16,-3 2 0-16,-1-2 0 0,-7-2 0 15,5 1 0-15,1-3 0 0,1 2 0 16,4-1 0-16,8 0 0 0,6 0 0 16,8 1 0-16,6 0 0 0,2 1 0 0,4-5 0 15,1 4 0-15,-2-3 0 0,5-1 0 16,1 1 0-16,3 0-188 0,-4-3-307 0,5-2-99 15,1 2-140-15,1 1-121 0,-2-6 80 16,2 3-772-16,0-1-992 0</inkml:trace>
  <inkml:trace contextRef="#ctx0" brushRef="#br0" timeOffset="53593.62">23486 7366 4061 0,'3'-9'64'0,"1"4"56"0,-2 0 12 0,-2 5 6 0,3-7 13 16,-3 7 3-16,0 0-6 0,0 0 45 16,0 0 39-16,6 16-8 0,-6-2-16 0,2 5-14 15,-2 2-21-15,0 4-20 0,0 1-14 16,0-1-8-16,0 0-19 0,0 2-12 15,0-4-31-15,0-2-46 0,0-1-59 0,0-2-67 16,0-3-78-16,0-1-95 0,0-2-99 16,-2-2-105-16,-2-3-118 0,2-4-117 0,2-3 56 15,0 0-530-15,0 0-654 16</inkml:trace>
  <inkml:trace contextRef="#ctx0" brushRef="#br0" timeOffset="53839.03">23514 7268 3365 0,'2'-10'83'0,"-4"1"42"0,2 6 21 0,0 3 17 16,0-8 10-16,0 8-5 0,0 0-3 16,0 0 53-16,0 0 23 0,0 0 7 15,40 20 5-15,-17-1 7 0,1 6-17 16,1 1-14-16,2 7-20 0,-2 5-15 0,-8-5-17 0,0 0-8 16,-5 2-11-16,-7-2-12 15,-1-3-6-15,-4-4-10 0,-5 6-12 0,-6 1-13 16,-2-4-11-16,-4 1-7 0,-2-5-8 15,-2-2-8-15,-2-3-14 0,0-3-26 0,-1-1-35 16,3-6-39-16,-1-3-48 0,4-6-75 16,0 0-78-16,2-3-92 0,-2-5-115 0,1-3-103 15,4-8-114-15,-5-5-117 16,13-1 80-16,1 3-655 0,6 0-814 0</inkml:trace>
  <inkml:trace contextRef="#ctx0" brushRef="#br0" timeOffset="54088.78">24537 7368 3975 0,'-20'-4'369'0,"6"1"17"0,3-1 17 16,3 4-4-16,8 0-28 0,-8-5-32 15,8 5-37-15,0 0-31 0,30-7-30 0,17 7-26 0,15 2-32 16,9-2-93-16,3 0-128 0,4 0-144 16,-3-2-169-16,-3 0-164 0,-6-2-165 15,-5-3-139-15,-16 0 85 0,-5-2-703 16,-6 1-887-16</inkml:trace>
  <inkml:trace contextRef="#ctx0" brushRef="#br0" timeOffset="54372.52">25124 7099 4175 0,'0'0'-15'0,"0"0"37"0,0 0 57 16,0 0 52-16,0 0 42 16,31 25 24-16,-20-8 18 0,2 11 13 0,-1 1-3 15,-1 5-20-15,-4-1-5 0,0 5-5 16,-3-2-2-16,-8 3-11 0,-4-2-12 0,2 0-14 15,-12 7-13-15,2-9-11 0,-9 2-16 16,-2-2-10-16,5-7-13 0,-1-3-7 0,-2-1-31 16,4-4-23-16,0-5-46 0,7-4-55 15,2-2-69-15,0 0-81 0,2-7-110 0,3 1-120 16,7-3-119-16,0 0-197 0,-14-9 21 16,17 1 88-16,1-4-549 0,1-2-669 15</inkml:trace>
  <inkml:trace contextRef="#ctx0" brushRef="#br0" timeOffset="54871.97">25690 7332 3284 0,'0'0'237'0,"4"-5"50"0,-4 5 10 0,0 0 14 16,0 0 26-16,0 0 24 0,0 0 28 15,0 0 1-15,0 0-14 0,-13 33-38 0,5-15-30 16,-2 11-25-16,1 0-32 0,0 4-23 15,1-2-22-15,0 0-19 0,0-6-66 0,3-4-121 16,-1-2 0-16,3-4 0 0,-2-1 0 16,1-2 0-16,4-2 0 0,-1-1 0 15,-1-3 0-15,2-6 0 0,-2 9 0 16,2-9 0-16,0 0 0 0,0 0 0 0,0 0 0 16,11-36 0-16,-1 4 0 0,5-3 0 15,8-8 0-15,2 0 0 0,2 5 0 0,-7 8 0 16,-1 5 0-16,1 2 0 0,-9 7 0 15,-4 5 0-15,3 3 0 0,-2 2 0 0,-1 6 0 16,-7 0 0-16,23 12 0 0,-12 1 0 16,9 8 0-16,-4 5 0 0,2 3 0 0,0 0 0 15,-2 0 0-15,2-2 0 16,-3 0 0-16,-2-7 0 0,-3-4 0 0,-1-5 0 16,-1 1 0-16,0-5 0 0,-3 3 0 15,2-6 0-15,-1-1 0 0,-6-3 0 0,16-1 0 16,-16 1 0-16,21-10 0 0,-12-1 0 15,2-3 0-15,3-1 0 0,3-10 0 0,-1-5 0 16,-4-1 0-16,10-8 0 0,-11 3 0 16,5-12 0-16,2-2 0 0,1 1 0 0,1-2 0 15,-11 15 0-15,2 2 0 0,1 7 0 16,-5 4-53-16,1 10-476 0,-3 3-103 0,4 1-122 16,-6 6-101-16,-3 3 73 15,0 0-778-15,0 0-1002 0</inkml:trace>
  <inkml:trace contextRef="#ctx0" brushRef="#br0" timeOffset="55221.51">26471 7097 4097 0,'0'-6'-88'15,"0"6"35"-15,0 0 37 0,0 0 90 0,0 0 56 0,0 0 49 16,-1 23 29-16,-1-9 16 0,-2 1 16 0,-1 3 5 15,0-1-2-15,-3 5-13 16,5-1-11-16,-3 0-21 0,4 2-18 0,-3-5-22 16,3 2-12-16,2-3-16 0,-2-5-9 15,4 1-11-15,4-1-3 0,1-1-14 0,4-5-2 0,3-1-14 16,4-3-9-16,4-2-4 16,3-3-2-16,-1-1-10 0,13-6-2 0,-5-2-8 15,-4-1-2-15,-1-5 0 0,2 1-6 16,-6-5 1-16,-5-2-4 0,2-2-3 0,-5-3-8 15,-3-3 0-15,-1-1-4 0,-4 1-1 16,2 5-6-16,-4 5-17 0,-3 3-42 0,2 4-38 16,-3 1-58-16,1 4-77 0,2 0-107 15,-2 3-119-15,-2 7-103 0,-6-5-124 0,6 5-98 16,0 0 57-16,0 0-629 16,-21 14-800-16</inkml:trace>
  <inkml:trace contextRef="#ctx0" brushRef="#br0" timeOffset="55538.8">26979 6868 3746 0,'9'-15'3'0,"-4"3"59"0,4 3 52 16,-6 1 37-16,-1 1 32 0,2 2 11 0,-4 5-8 16,0 0 42-16,0 0 51 0,0 0 30 15,18 24 3-15,-11-5 0 0,-3 4 1 16,-3 14 2-16,-1 4-24 0,0 0-11 15,-1 0-9-15,-3 0-10 0,-3 0-11 0,4 2-119 16,-3-4-131-16,2-2 0 0,3-8 0 16,-3-5 0-16,4-3 0 0,-2-2 0 0,0-1 0 15,2-2 0-15,2-3 0 0,0-1 0 16,0 0 0-16,1 0 0 0,-1-1 0 0,4-1 0 16,-1-2 0-16,4-3 0 0,-2 1 0 15,2-3 0-15,2 0 0 0,-2-3 0 16,4 0 0-16,1-3 0 0,4-6-137 15,1 0-550-15,8-9-120 0,-5-1-82 0,1-5 79 0,-3 1-843 16,-1-1-1091-16</inkml:trace>
  <inkml:trace contextRef="#ctx0" brushRef="#br0" timeOffset="55873.3">27493 6915 4834 0,'6'-11'49'15,"-3"3"56"-15,1 2 53 0,-2 0 52 16,-2 6 44-16,2-10 15 0,-2 10 2 0,0 0 32 15,0 0 26-15,0 0 13 0,14 28-4 16,-14-11 21-16,-2 8-1 0,-5 16-346 0,-4 7-12 16,-3 0 0-16,-4-1 0 0,-1-1 0 15,0-3 0-15,3-10 0 0,5 0 0 16,-1-2 0-16,3-3 0 0,3-4 0 0,5-5 0 16,1-1 0-16,1-6 0 0,7 2 0 15,4-3 0-15,3-2 0 0,6-3 0 16,4 0 0-16,4-3 0 0,-6-2 0 0,2 1 0 15,-3-2 0-15,-3 2 0 0,-4-2 0 16,1 0 0-16,-3 2 0 0,-4-2 0 0,-9 0 0 16,15 0 0-16,-15 0 0 0,13 0 0 15,-13 0 0-15,0 0 0 0,11-2 0 0,-11 2 0 16,0 0 0-16,0 0 0 0,0 0 0 16,0 0 0-16,0 0-614 0,-45 0-383 0,24 2-1241 15,-8 0-1640-15</inkml:trace>
  <inkml:trace contextRef="#ctx0" brushRef="#br0" timeOffset="57438.12">17857 9343 5844 0,'0'0'-205'0,"-20"-4"60"0,20 4 39 16,-16 0 47-16,7-3 45 0,9 3 46 16,-16-1 49-16,16 1 31 0,-14-4 21 0,14 4 8 15,-12-2 7-15,12 2 0 0,0 0-11 16,0 0-2-16,0 0 9 0,0 0-4 15,0 0-5-15,62-12-16 0,2 9-8 0,14-3-12 16,29-4-10-16,8 0-16 0,10-4 2 16,3 3-14-16,-3-3-26 0,5 3-24 0,-8 3-10 15,-8-4-10-15,-11-3 10 0,-28 10 2 16,-9-3-3-16,-21 2 1 0,-2 0-2 0,-14 2 4 16,-6-1 2-16,-7 5-2 0,-2-2-4 15,-3-2 2-15,-2 2-1 0,-9 2-7 0,11-4-16 16,-11 4-31-16,1-6-55 15,-1 6-69-15,0 0-80 0,0 0-112 0,0 0-113 16,-15-8-144-16,6 5-136 0,9 3 61 16,-18-3-627-16,11 0-785 0</inkml:trace>
  <inkml:trace contextRef="#ctx0" brushRef="#br0" timeOffset="57722.6">19265 8889 3477 0,'0'0'91'0,"1"-7"38"0,-1 7 12 0,0-8-9 16,0 8-7-16,0 0 38 0,11 0 31 16,-11 0 31-16,31 10 10 0,-4 2-9 0,1 3-12 15,5 2-31-15,-5 4-6 16,-5 3-24-16,6 8-13 0,-9-3-12 0,-4 2-6 0,-7 1-3 16,-5-7-6-16,-4-2-9 15,-6 10-19-15,-3-2 8 0,-5-2-11 0,-2 2-5 16,-6-3-8-16,-2-3-9 0,0 1-3 15,-1-4-6-15,0-1 1 0,-2-4-8 0,2-1-13 16,5-4-35-16,6-5-60 0,0-3-70 16,3 0-92-16,2-2-118 0,-2-2-112 0,11 0-130 15,-13-10-176-15,12 5 51 0,1-5 80 16,1 4-517-16,1-5-614 0</inkml:trace>
  <inkml:trace contextRef="#ctx0" brushRef="#br0" timeOffset="59154.65">20041 8906 3471 0,'0'-17'147'0,"0"2"28"16,0 6 25-16,0 1 21 0,0-2 14 16,0 3 5-16,0 7-16 0,2-9-10 0,-2 9 42 15,0 0 31-15,0 0 4 0,14 45-10 16,-6-6-11-16,1 13-14 0,-4 3-15 0,5 2-22 15,-4 0-17-15,1 1-21 16,-3-2-13-16,3-1-18 0,-6-10-7 0,1-2-24 0,-2-4-119 16,0-2 0-16,-2-7 0 15,1-8 0-15,-2 1 0 0,-3-5 0 0,4-2 0 0,1-1 0 16,-1-2 0-16,0-4 0 16,0 0 0-16,-2-4 0 0,1 1-1 0,3-6-413 15,0 0-114-15,0 0-112 0,0 0-170 16,-23-23 10-16,21 6 68 0,0-5-719 0,4-7-900 15</inkml:trace>
  <inkml:trace contextRef="#ctx0" brushRef="#br0" timeOffset="59639.4">20135 8686 4251 0,'-9'-5'24'16,"-1"2"6"-16,4 1 16 0,6 2 34 0,-9-3 34 15,9 3 14-15,0 0-4 0,-4-6-1 16,4 6 3-16,0 0-9 0,38-6-11 16,2-3-7-16,18-1-12 0,6-4-8 0,8 4-7 15,2-5-9-15,5 2-8 0,-1 7-5 16,-4-2-4-16,-7 6-6 0,-15 4-6 0,3 8-4 16,-6 7-2-16,-8 3-3 0,-5 6 4 15,-6 4 19-15,-5 6 26 0,-7 5 38 0,-2 4 27 16,-5 7 8-16,-1 1 13 0,0 2 17 15,-1-1-3-15,-2 3 13 0,5-1 8 16,-1-2-8-16,0-1-16 0,-2-12-15 16,-2-3-17-16,1-4-20 0,-2-7-119 0,-2-5 0 15,-1-8 0-15,-1 3 0 0,0-5 0 16,-2-3 0-16,-2 3 0 0,-1-1 0 0,-9 3 0 16,-3-1 0-16,-14 3 0 0,-3 2 0 15,-13 3 0-15,-3-2 0 0,-4 0 0 0,-7-1 0 16,-4 1 0-16,0-2 0 0,0-1 0 15,4-2 0-15,2-3 0 0,3-1 0 0,16-2 0 16,2-2 0-16,11-1 0 0,8-3 0 16,0 2 0-16,6-2 0 0,-1 0 0 0,5-2 0 15,7 0 0-15,-16 0 0 16,16 0 0-16,-13-4 0 0,13 4 0 0,-9-6-218 16,9 6-347-16,-9-7-110 0,8 1-213 15,-1-3 71-15,2 0 89 0,0 1-734 0,-4-4-912 16</inkml:trace>
  <inkml:trace contextRef="#ctx0" brushRef="#br0" timeOffset="59888.83">20453 8992 4459 0,'0'-9'185'0,"-1"2"-2"0,1 7 5 0,-2-7 11 0,2 7-5 15,0 0 40-15,0 0 19 0,0 0 8 16,5 28-21-16,1-8-21 0,-2 4-24 16,-1 10-18-16,6 1-15 0,-8-1-19 0,5 0-17 15,-2-6-43-15,-2-4-51 0,-1 0-51 16,-1-4-84-16,2-1-68 0,2 0-74 0,-4-5-84 16,0-1-69-16,0-4-66 15,-2-1-75-15,0-4-105 0,2-4-38 0,0 0 51 16,0 0-494-16,0 0-594 0</inkml:trace>
  <inkml:trace contextRef="#ctx0" brushRef="#br0" timeOffset="60156.44">20453 9002 3011 0,'2'-16'6'0,"0"4"46"0,0 4 25 0,0 1 19 16,0 0 34-16,0 4 37 0,3-2 29 16,3 3 29-16,5 0 14 0,-13 2 1 0,42 7 2 15,-12 3-9-15,7 4-10 0,5 8-3 16,-2 0 5-16,-2 6-20 0,-14-6-15 15,3 2-5-15,-4 1-3 0,-7-2 5 0,-7 5-4 16,-3-7-9-16,-6 2-10 0,-4-2-11 0,-10 8-14 16,0-2-13-16,-10-1-12 15,1 1-12-15,-3-4-11 0,2 0-11 0,-5-5-11 16,-2-1-15-16,5 1-27 0,-7-7-44 16,3-3-60-16,5 0-85 0,4-6-89 0,0-2-114 15,4-2-116-15,0-3-107 0,3-2-207 16,3-3 28-16,6 3 79 0,2-1-610 0,6-2-756 15</inkml:trace>
  <inkml:trace contextRef="#ctx0" brushRef="#br0" timeOffset="60438.28">21655 9026 3565 0,'-25'-4'137'0,"1"3"43"16,3 1 16-16,6-2 16 0,2 2 26 15,13 0 30-15,-17-2 30 0,9 0-8 0,8 2-21 16,0 0 2-16,0 0-19 0,0 0-26 16,69-7-25-16,-3 4-19 0,10-2-22 0,12 0-49 15,21 0-77-15,-21-2-60 16,-3 0-95-16,-3 2-89 0,-14-2-78 0,-2 0-57 0,-23 4-33 15,-3-2-35-15,-13 0-55 16,-10 3-88-16,-6-2-87 0,-3 2 40 0,-8 2-431 16,-2-4-507-16</inkml:trace>
  <inkml:trace contextRef="#ctx0" brushRef="#br0" timeOffset="60722.46">22390 8767 3262 0,'0'0'256'0,"0"0"-14"0,0 0-25 16,0 0-14-16,0 0 39 15,0 0 26-15,0 0 18 0,24 27-16 0,-5-10-20 16,4 5-16-16,2 2-30 0,-4-1-32 16,-4 4-15-16,0 2-11 0,-3 2-17 0,-5 2-8 15,-5-7-14-15,-4-1-1 0,-6 9-12 16,-1-5-10-16,-7 2-8 0,-3-2-8 0,0-2-4 15,-5-1-6-15,-2-4-7 0,-1-2-7 16,0-3-19-16,-1-1-24 0,-1-3-50 0,7-2-71 16,0-4-81-16,5-4-113 0,2 0-125 15,1-3-144-15,12 0-203 0,-17-8 57 16,11 3 73-16,5-2-555 0,-1-4-674 16</inkml:trace>
  <inkml:trace contextRef="#ctx0" brushRef="#br0" timeOffset="61139.15">23299 8645 3282 0,'2'-20'86'15,"-2"1"53"-15,0 3 33 16,-2 4 45-16,2 2 42 0,-3 2 34 0,1-1 17 16,2 9-10-16,0-12-30 0,0 12-33 0,0 0 7 15,0 0 39-15,-5 35 14 0,-1 6-15 16,3 11-29-16,-5 7-16 0,0 2-3 0,2 5-11 15,-1 0-13-15,3 0-23 16,1-3-15-16,1-3-168 0,0-11-4 0,2-3 0 16,-2-2 0-16,2-3 0 0,0-10 0 15,2-6 0-15,-2-4 0 0,0-4 0 0,0-2 0 16,0-4 0-16,0-1 0 0,0 0 0 16,2-2 0-16,-2-4 0 0,0-4 0 0,7 3 0 15,-7-3-443-15,0 0-189 0,15-15-166 16,-12 5-54-16,4-2 70 0,-1-1-811 0,1-7-1034 15</inkml:trace>
  <inkml:trace contextRef="#ctx0" brushRef="#br0" timeOffset="61704.36">23335 8531 4730 0,'-23'-7'87'0,"3"1"22"0,8 2 32 16,-1-2 42-16,4 2 28 0,4 1 5 15,-3-1-18-15,8 4-20 0,0-8-20 0,15 1-15 16,19-3-9-16,25-2-23 0,14-2-11 16,7 4-13-16,22-4-31 0,2 2-8 15,-1 2-30-15,-25 0-22 0,2 5-7 0,-8-2 0 16,-5 5 1-16,-15 0 2 0,-9 1-3 0,-10 4 4 15,-9 2 2-15,7 7 6 16,-10 7 26-16,-5 7 20 0,-11 4 22 0,1 4 5 16,-10 7 17-16,-3 0 17 0,-3 7 3 15,-3 6 12-15,-3 3 17 0,-1-3 9 0,3 2-4 16,2 0 23-16,-4-4-71 0,5-1-97 16,-2-5 0-16,3-11 0 0,2 0 0 0,5-10 0 15,-3-4 0-15,0-3 0 0,2-4 0 16,-2-1 0-16,4-2 0 0,2-1 0 0,-1-1 0 15,-3-1 0-15,2-1 0 16,0 0 0-16,-1 0 0 0,-6 1 0 0,-4 1 0 16,-12 6 0-16,-3-3 0 0,-6 1 0 15,-4-2 0-15,-7-1 0 0,-9 2 0 0,-5-3 0 16,0-1 0-16,-2 1 0 0,1-4 0 16,14 1 0-16,5-3 0 0,3 0 0 0,7 0 0 15,8-1 0-15,6 0 0 0,2-2 0 16,-1 2 0-16,3-2 0 0,3 0 0 0,10 0 0 15,-17 0 0-15,17 0 0 0,-17 2 0 16,17-2 0-16,-17-4-493 0,17 4-242 0,-10-4-170 16,8 0 62-16,2 4 92 0,0-11-767 15,0 11-964-15</inkml:trace>
  <inkml:trace contextRef="#ctx0" brushRef="#br0" timeOffset="62004.53">23634 8801 4358 0,'-3'-14'75'0,"0"6"40"0,-3-1 41 0,6 2 37 16,0 7 31-16,-3-10 31 0,3 7-6 0,0 3-17 15,0 0-27-15,0 0-18 0,0 0 22 16,0 0 10-16,0 0-7 0,0 23-12 15,0-5-15-15,0 2-26 0,0 6-14 16,-2 2-13-16,0-3-13 0,-2 12-11 0,2-1-10 16,-1-9-10-16,1-2-20 0,-1-2-68 15,-1-5 0-15,2-1 0 0,2-3 0 0,-1-2 0 16,-1 0-42-16,2-3-178 0,0-1-85 16,0 0-118-16,0-8-128 0,0 0-150 0,0 0-115 15,0 0 65-15,0 0-739 0,19-18-938 16</inkml:trace>
  <inkml:trace contextRef="#ctx0" brushRef="#br0" timeOffset="62188.81">23760 8828 4326 0,'-8'-6'135'0,"2"0"47"16,6 6 44-16,-11-6 73 0,5 0 50 16,6 6 19-16,-10-7-15 0,10 7-27 15,-2-4-33-15,2 4-32 0,0 0-32 16,18-14-18-16,-3 10-28 0,6-1-72 0,4 2-81 15,0-2-111-15,2 1-115 0,-3 2-110 16,-3 2-134-16,0 0-143 0,-2 0-181 0,-4 0-18 16,-2 0 72-16,-1 0-657 0,-12 0-822 15</inkml:trace>
  <inkml:trace contextRef="#ctx0" brushRef="#br0" timeOffset="62371.17">23636 8993 4121 0,'-12'2'153'0,"5"3"34"0,-1-5 27 16,8 0 29-16,0 0 21 0,-10 2-7 16,10-2-23-16,0 0-25 0,0 0-24 0,0 0-18 15,45-12-27-15,-31 10-40 0,8-1-66 16,-1 1-75-16,-3 0-84 0,4-1-104 0,-3 3-116 16,-1 1-106-16,0-1-134 0,-5 2-117 15,-1 2 56-15,-3 1-505 0,-3 3-618 16</inkml:trace>
  <inkml:trace contextRef="#ctx0" brushRef="#br0" timeOffset="62537.45">23665 9201 3248 0,'-20'10'130'0,"6"-3"63"0,3 0 50 0,6-4 45 15,-2 1 49-15,7-4 30 0,-13 3 1 16,13-3-17-16,-7 3-29 0,7-3-33 0,0 0-26 16,0 0-23-16,0 0-23 0,0 0-36 15,32 4-70-15,-12-6-89 0,-2 2-114 0,4-2-108 16,-1 1-142-16,-3-1-143 0,4-1-196 15,-3 1-93-15,-4 0 85 0,-1 1-640 0,-2-1-785 16</inkml:trace>
  <inkml:trace contextRef="#ctx0" brushRef="#br0" timeOffset="63071.25">25112 8909 3506 0,'-25'0'60'0,"1"-2"55"0,1 2 34 0,4 2 32 15,1-2 36-15,0 0 43 0,5 0 30 16,13 0 13-16,-21 0-16 0,21 0-24 0,0 0-12 16,0 0-5-16,0 0-11 0,0 0-26 15,74-6-24-15,-7 1-13 0,9-1-22 16,8 3-24-16,4-2-70 0,20-3-81 0,-26 1-113 15,-3 3-107-15,-11-1-123 0,-7-2-113 16,-18-1-127-16,-7 2-170 0,-11-2 83 0,-7 3-639 16,-7-3-791-16</inkml:trace>
  <inkml:trace contextRef="#ctx0" brushRef="#br0" timeOffset="63322.38">25621 8623 3506 0,'6'-5'-9'15,"-4"-2"44"-15,-2 7 14 0,5-8 10 0,2 4 39 16,-7 4 37-16,16 0 42 0,-2 4 34 16,7 4 18-16,7 6 11 0,5 5 0 15,4 6-12-15,-1 6-13 0,-6-2-15 16,-7 0-6-16,-4-2 4 0,-4 4 2 0,-5-2 0 16,-5-5-5-16,-3-1-10 0,-6 0-31 15,-3 6-11-15,-5 1-18 0,-5-2-6 16,0-4-15-16,-4 0-9 0,0-6-10 0,4-1-15 15,4-5-31-15,0-3-40 0,3-4-40 16,0 4-80-16,5-3-96 0,-4-6-123 0,9 0-125 16,0 0-134-16,-14-8-193 0,12 0 42 15,2-3 79-15,2-6-595 0,3-1-726 0</inkml:trace>
  <inkml:trace contextRef="#ctx0" brushRef="#br0" timeOffset="63838.62">26300 8636 3350 0,'8'-6'92'0,"-3"1"63"16,-1 1 7-16,-4 4-6 0,0 0 18 15,0 0 67-15,0 0 40 0,9 15 28 0,-7-4 4 16,0 6 4-16,0 2-16 0,-4 1-19 16,0 4-23-16,0 0-24 0,2 2-19 0,-1-2-21 15,-3 1-21-15,0-2-17 0,0 0-13 16,3-5-9-16,-3-1-18 0,2-5-11 15,-3 1-10-15,5-1-7 0,-3-2-6 0,3-1-31 16,-2-5-52-16,2-4 0 0,0 11 0 0,0-11 0 16,0 0 0-16,0 0 0 15,0 0 0-15,0 0 0 0,5-46 0 0,4 17 0 0,4-8 0 16,2-5 0-16,4-1 0 16,-2 10 0-16,-4 2 0 0,3 6 0 0,-7 6 0 15,0 5 0-15,0 4 0 0,-4 6 0 16,5 3 0-16,-10 1 0 0,23 10 0 0,-10 1 0 15,2 5 0-15,4 5 0 0,4-1 0 16,-2 4 0-16,0-2 0 0,3-1 0 0,-2-4 0 16,-7-1 0-16,-2-7 0 15,-2 0 0-15,1-2 0 0,-2-1 0 0,-3-2 0 0,0 0 0 16,-7-4 0-16,11 4 0 16,-11-4 0-16,0 0 0 0,21-10 0 0,-14 0 0 15,2 0 0-15,-1-3 0 0,2-5 0 16,-3-1 0-16,4-10 0 0,2-5 0 0,-2 0 0 15,3-2 0-15,-3 2 0 0,1 0 0 16,1 3 0-16,-2 4 0 0,-4 7 0 0,-1 3 0 16,2 5 0-16,-4 2 0 0,-3 3-576 15,1 3-101-15,-2 4-165 0,0 0 2 16,0 0 69-16,0 0-754 0,0 0-971 0</inkml:trace>
  <inkml:trace contextRef="#ctx0" brushRef="#br0" timeOffset="64171.16">27024 8417 4183 0,'4'-5'-7'0,"-4"5"32"0,1-7 17 0,-1 7 20 0,0 0 42 0,0 0 60 16,0 0 46-16,0 0 21 0,-1 27 5 0,-1-9 1 16,-2-1-6-16,4 2-6 0,-2-1-1 15,0 4-12-15,2-3-17 0,2 2-16 0,2-1-18 16,0 0-17-16,2-1-13 15,0-4-12-15,3 2-9 0,0-5-5 0,5 0-10 0,1-3-7 16,0-4-7-16,0-2-8 16,5-1-4-16,-3-2-10 0,2-2-3 0,0-1-7 15,-1-4-6-15,9-7 0 0,-5 1-31 0,-1-8-12 16,-3 1 0-16,0-6 0 0,-3-2 0 16,-2-3 0-16,-3 0 0 0,-3-1 0 15,1 6 0-15,-6 5 0 0,2 4-20 0,0 2-152 16,-3 5-73-16,-1 1-102 0,0 2-114 15,-3 1-104-15,3 6-145 0,-9-5-91 16,9 5 64-16,-12 0-669 0,12 0-857 0</inkml:trace>
  <inkml:trace contextRef="#ctx0" brushRef="#br0" timeOffset="64486.93">27674 8286 3997 0,'8'-12'82'0,"-3"0"39"0,1 4 40 0,-4 1 39 15,-2 7 35-15,3-8 29 0,-3 8 5 16,5-6-4-16,-5 6 44 0,0 0 34 0,0 0 14 16,7 33-4-16,-7-13-26 0,-2 7 2 15,1 12-17-15,-5-1-45 0,-2 5-267 0,0-1 0 16,3-1 0-16,-1 0 0 0,3-4 0 16,-2-4 0-16,3-6 0 0,0-3 0 0,2-6 0 15,2 0 0-15,0-3 0 0,3 0 0 16,-4-3 0-16,7-1 0 0,-3-1 0 0,5-2 0 15,2-2 0-15,-3 0 0 0,4-6 0 16,-1 2 0-16,-1-2 0 0,-11 0 0 16,25-5 0-16,-12 0 0 0,2-3 0 15,3-5 0-15,2-4-404 0,2-5-174 0,1-2-28 16,-3-7-19-16,5-7-13 0,2 1-13 16,1-1 7-16,3 1-732 0,-4 4-829 0</inkml:trace>
  <inkml:trace contextRef="#ctx0" brushRef="#br0" timeOffset="64736.87">28116 8410 3629 0,'12'-14'-49'0,"-7"4"75"0,3 3 58 0,-5 1 40 15,-1 0 35-15,-2 6 32 0,6-6 65 0,-6 6 73 16,0 0 42-16,0 0 18 0,2 25 4 16,-4-9 7-16,-2 6 12 0,-1 11-15 15,-6-1 2-15,0 3-11 0,0-2-95 16,4-1-293-16,0-1 0 0,0-6 0 0,2-3 0 16,5-1 0-16,0-1 0 0,1 3 0 15,7-3 0-15,2-1 0 0,5 5 0 0,6-3 0 16,6-3 0-16,1 2 0 0,8-4 0 15,-1 1 0-15,-3 0 0 0,-3-5 0 16,-6-2 0-16,-9-3 0 0,0 1 0 0,-3-4 0 16,-3 1 0-16,-4-2 0 0,-4-3 0 0,0 7 0 15,0-7 0-15,0 0 0 0,-12 5 0 16,1-3-501-16,11-2-471 0,-25 1 61 16,6 1 104-16,-1 0-893 0,-5 1-1136 15</inkml:trace>
  <inkml:trace contextRef="#ctx0" brushRef="#br0" timeOffset="67353.36">17762 10862 960 0,'-11'0'224'0,"11"0"-88"0,0 0-27 0,-16 0-13 15,16 0 10-15,0 0 21 0,-14-3 5 16,14 3 1-16,-9-2 17 0,9 2 8 16,0 0 9-16,-11-6 7 0,11 6 2 15,0 0-6-15,-3-4-13 0,3 4-15 0,0 0-11 16,0 0-11-16,0 0-15 0,0 0-5 15,19-11 3-15,-6 10-13 0,8-1-3 0,17-2-9 16,10 1-9-16,22-1-9 0,6-2-4 16,10 0-6-16,23 0 0 0,9-2-8 0,2 1-3 15,4 3-2-15,4 0-5 0,-1 1 0 16,-5 0-6-16,-7-1 1 0,-31 2-3 16,-9 0-4-16,-3-1 4 0,-23 0-8 15,-10 2 3-15,-7 1-4 0,-10-2 9 0,-3 0 15 16,-6 0-2-16,1 0-1 0,-3-1-3 15,-3 1-7-15,-2-1 2 0,-6 3-5 0,9-5-2 16,-9 5 0-16,10-6-3 0,-10 6-10 16,5-5 0-16,-5 5-46 0,7-5-51 15,-7 5-84-15,5-2-77 0,-5 2-117 0,0 0-152 16,7-6-95-16,-7 6 59 0,0 0-291 16,0-7-330-16</inkml:trace>
  <inkml:trace contextRef="#ctx0" brushRef="#br0" timeOffset="67655.42">19471 10498 2446 0,'-1'-8'44'0,"1"8"8"0,0 0 0 0,0 0 2 0,0 0 34 15,0 0 40-15,0 0 18 0,32 15 17 16,-15-4-11-16,8 4-10 0,0 3-13 0,4 1-13 15,0-1-6-15,-5 1-16 16,1 2-8-16,-6-3-7 0,-4-1-3 0,-5-1-2 0,-5-1-2 16,-1-1-3-16,-6 2-5 15,-3-1-4-15,-11 9-6 0,-2 0-4 0,-7 1-3 16,-9 1-4-16,-5 2-7 0,-3-2-2 16,-1-1-4-16,-2 0-4 0,0 2-6 0,4-5-31 15,9-5-65-15,3 2-81 0,4-4-86 16,5-4-111-16,6-1-175 0,5-3-66 15,4-4 61-15,5-3-261 0,0 0-283 0</inkml:trace>
  <inkml:trace contextRef="#ctx0" brushRef="#br0" timeOffset="70035.59">20560 10624 2189 0,'3'-19'189'0,"-1"4"19"0,1 1-27 0,-1 3 41 16,-2 4-28-16,2 0-39 0,-2 7-36 16,0 0 26-16,0 0 25 0,0 0 3 15,-22 21 20-15,5 6-12 0,-2 2 0 0,2 4 2 16,-8 5-13-16,1 5-17 0,-3-4-11 15,2 2-15-15,2-2-13 0,0-1-11 0,6-9-7 16,0-2-13-16,2-3-6 0,3-6-6 16,3-2-10-16,1-4-3 0,5-4-3 0,-6-1-2 15,8 0 0-15,-3-3 3 16,4-4-12-16,0 0-3 0,0 0-1 0,5-21-6 0,6 4-4 16,1-10-5-16,8-4-4 15,3-13 1-15,3 4-1 0,-1-9-5 0,2 2-2 16,-4-1 0-16,2 3-5 0,-3 3 1 15,-5 13 0-15,1 6-4 0,-5 5-1 0,-6 4-6 16,2 5 1-16,-2 4-1 0,0 2-2 16,4 6 4-16,1 2 1 0,5 6 1 0,6 7-3 15,11 7 5-15,-9-2 0 0,9 6-3 16,-5-7 3-16,0-1-4 0,-2 1 2 0,-3-1-2 16,1-2 0-16,-10-4 2 0,3-5-1 15,-7 0-1-15,-4-3 1 0,2 0-1 0,-4 0 16 16,1-2 15-16,-6-5 0 15,0 0-3-15,-11 12 2 0,-3-10-12 0,-6 1 1 16,-4 0-5-16,-3 0-3 0,1-2 3 16,-3-1-8-16,0 0-1 0,3 0 2 0,2 0 0 15,4 0 2-15,4 0 1 0,4 0-8 16,-2-1 1-16,14 1 2 0,-19 0-3 16,11-3-3-16,8 3-32 0,-15 0-51 0,15 0-64 15,0 0-88-15,-16 0-117 0,16 0-132 16,0 0-211-16,-13 0-32 0,13 0 78 0,-11-4-519 15,5 0-634-15</inkml:trace>
  <inkml:trace contextRef="#ctx0" brushRef="#br0" timeOffset="70652.98">20147 10437 3365 0,'-14'-4'-28'0,"5"3"20"16,1-1 24-16,8 2 31 0,-3-5-1 0,3 5-6 16,11-8-4-16,8-1 7 0,17-3-17 15,18-2-2-15,7 1-1 0,7-1-3 16,6-1-1-16,25-5-4 0,2-1 5 0,-4 3 1 16,-16 5-5-16,-7-2 2 0,-4 3-1 15,-9 4-5-15,-15 1 0 0,-4 5-4 16,-12 5 1-16,-9 3-3 0,1 4 2 0,-4 11 32 15,-2 4 37-15,-9 8 1 0,2 6 52 16,-4 6 2-16,-1 10 17 0,-2 2-12 0,-1 3-12 16,5 1-14-16,0-1-7 0,-1 3-9 15,3-3-8-15,3-2-9 0,-1 0-8 0,2-4-8 16,-5-14-5-16,0-3-7 0,-1-2-3 16,1-11-5-16,-6-4-5 0,1-4 12 15,0-2 10-15,0-4 21 0,-2 0 21 0,-6-1 10 16,0-2-8-16,-3 0-11 0,-4-2-11 15,-9 2-9-15,-2-4-4 0,-14 1-7 0,-4 2-7 16,-4-2 3-16,-15-1-16 16,0 1-2-16,-6-1-1 0,3 2-6 0,-7-2 1 15,2 1-7-15,1-1-6 0,0 1 1 16,0 3-2-16,3-4-6 0,18 1 1 0,1-1 3 16,6 1-2-16,1-3-7 0,12 2-3 15,6-3 4-15,1 2-2 0,7-2 3 0,-1 2 8 16,3-2-12-16,0-2 1 0,6-1-4 15,-4-4 5-15,4-2-2 0,-1-1-1 0,6-3 0 16,0-5 4-16,4-7-7 16,3-10 5-16,2-3-2 0,2-10 1 0,2-2-1 15,1-3 4-15,-2-1-7 0,2-3 0 16,1-2-1-16,-1-1-6 0,-3-3-2 0,0 2-42 16,1 4-24-16,-4 2-28 0,-3 19-35 15,2 3-48-15,-5 10-83 0,3 5-108 0,-3 7-85 16,0 2-95-16,-2 4-164 0,0 5 63 15,0 0-505-15,0 0-627 0</inkml:trace>
  <inkml:trace contextRef="#ctx0" brushRef="#br0" timeOffset="71020.48">21883 10689 3036 0,'-27'-2'-91'0,"2"1"24"0,2 1 31 0,3 1 31 16,-2-1 37-16,3 2 38 0,6-2 37 15,-3 3 22-15,7-3 4 0,0 0-5 0,9 0-3 16,0 0-12-16,0 0-7 0,0 0-14 15,0 0-11-15,61-15-12 0,2 5 6 16,7 0-13-16,14 1-6 0,20-1-6 16,9 0 0-16,-6 3-9 0,-19 3-4 0,-5 1-4 15,-3 0-7-15,-6 3 0 0,-6 0-4 16,-21 3-34-16,-6-3-46 0,-11 1-34 0,-8-2-19 16,-2 2-27-16,-8-1-23 0,-3 0-32 15,-9 0-61-15,0 0-88 0,0 0-194 0,0 0 27 16,0 0 61-16,0 0-112 0,0 0-62 15</inkml:trace>
  <inkml:trace contextRef="#ctx0" brushRef="#br0" timeOffset="71253.67">22799 10435 1648 0,'0'0'133'16,"0"0"1"-16,0 0-23 0,0 0-8 15,0 0-5-15,-15 14 13 0,15-6 40 16,0 4 3-16,4 4-18 0,2 4-7 0,-3 1-17 15,3 4 29-15,-1 6 7 0,2-3-10 16,-7-2 9-16,-2-1-11 0,-6 6-7 0,-5 0-7 16,-5 0-15-16,-2-2-8 15,-11 6-8-15,-4-8-16 0,-3-1-2 0,-3 0-10 0,-4-6-13 16,2 1-36-16,9-7-69 0,2-4-91 16,7-3-97-16,3-1-151 0,9-4-202 0,1-2 33 15,12 0 76-15,-13-9-217 16,12 3-197-16</inkml:trace>
  <inkml:trace contextRef="#ctx0" brushRef="#br0" timeOffset="71986.78">23506 10556 1856 0,'-4'-17'0'0,"2"-3"24"0,2 1 23 0,0 4 25 0,0-2 32 0,2-2 31 0,0 0 23 16,2 2 39-16,0 0 26 0,-2 2 21 15,2 3-1-15,0 0-18 0,-3 3-24 0,-1 1-19 16,0 8-16-16,0 0 72 0,0 0-3 16,0 32-22-16,-3 2-16 0,-3 4 19 0,2 3-10 15,-2 1-26-15,0 1-16 16,5-2-9-16,-3 3-12 0,0 0-16 0,2-4-12 15,-1 1-13-15,1-5-13 0,-3-1-18 16,0-1-8-16,3-5-8 0,0-9-11 0,-2-1-40 16,2-3-74-16,2-3-66 0,0 1-74 15,-1-6-74-15,-1-1-93 0,2-1-107 0,0-6-181 16,0 0-24-16,0 0 65 0,0 0-449 16,15-24-545-16</inkml:trace>
  <inkml:trace contextRef="#ctx0" brushRef="#br0" timeOffset="72402.92">23656 10243 3119 0,'-3'-14'-2'0,"1"4"32"15,0 1 40-15,0-1 26 0,2 3 3 16,4-3 16-16,1 2-10 0,6-5-8 16,11-7-8-16,6 5-9 0,9-1-12 0,12-3-8 15,10 2-2-15,2 5-4 0,8 4-6 16,-5 4-4-16,0 8-10 0,-3 2-2 0,-4 14-1 15,-8 2-3-15,-2 7-4 0,-8 3 2 16,-6 8 15-16,-8 5 26 0,-2 0 28 16,-8 9 11-16,-4-3 20 0,-3 1 12 0,-4-8-10 15,-3 0-13-15,3 3-10 0,0-3-12 16,-2 1-7-16,1-3-11 0,-1-1-4 0,3-3-9 16,-1-5-4-16,-3-5-6 15,1-5-8-15,-2-6 14 0,-2 0 25 0,-1-3 22 16,-7 2 12-16,-5-2 3 0,-14 3-9 15,-3-3-8-15,-16 1-1 0,4-6 1 0,-17 0-11 16,-1-2-8-16,-1-1-7 0,-7-2-11 16,8-3-9-16,8-2 1 0,7-1-5 0,1 0-9 15,13 0-1-15,9 1-4 0,1 1-5 16,9-2 4-16,1 1-18 0,2-1-4 0,-1 0-61 16,12 2-97-16,-7-4-104 15,7 4-149-15,0 0-159 0,0 0-246 0,0 0 23 0,0 0 85 16,0 0-614-16,0 0-763 15</inkml:trace>
  <inkml:trace contextRef="#ctx0" brushRef="#br0" timeOffset="76371.5">24049 10281 3668 0,'7'-9'-135'0,"0"5"28"0,-3 0 31 0,-1 0 39 15,-3 4 44-15,6-4 41 0,-6 4 23 16,0 0 14-16,2-5-19 0,-2 5 6 0,0 0 0 16,0 0-5-16,0 0-1 0,-8-12-1 15,8 12-14-15,-14-4 0 0,3 2 0 16,0-2-11-16,-3 1-3 0,2-1-1 0,-2 3-2 16,1-1-5-16,0-1 2 0,-1 1-2 15,3 0-9-15,1 0 5 0,0-1-7 0,10 3-1 16,-14-3 0-16,5 3-5 0,9 0-2 15,0 0-3-15,0 0 7 0,-18 6-1 0,10 0-2 16,0 5 1-16,1 3 26 0,-1 5 6 16,-5 8 36-16,1 5 11 0,-1 1 12 15,-2 1-4-15,2 1-8 0,-3 0 20 16,3-2 3-16,1 0-11 0,5-4 13 0,1-4-3 0,4-4 17 16,2-3 6-16,2-3 4 15,8 5-2-15,1-5 3 0,2-3-20 0,9-2-7 16,-2 1-7-16,11-3-14 0,-1-3-6 15,-3-3-11-15,0 2-11 0,1-3 0 0,1-1-12 16,-4 3-1-16,-5-3-13 0,1 1-7 16,-5-1-4-16,-1 0-1 0,-1 1-46 0,-5-1-56 15,-9 0-60-15,17-1-75 0,-17 1-91 16,0 0-72-16,12 0-73 0,-12 0-96 0,0 0-192 16,0 0 40-16,0 0 81 0,0 0-442 15,0 0-528-15</inkml:trace>
  <inkml:trace contextRef="#ctx0" brushRef="#br0" timeOffset="76551.17">23954 10558 3054 0,'-15'-5'-18'0,"5"3"30"0,1 0 45 16,9 2 51-16,-11-2 32 0,11 2 14 0,-9-2-19 16,9 2-7-16,0 0-14 0,0 0-11 15,0 0-8-15,0 0-14 0,23-6-8 0,-23 6-15 16,35 0-81-16,-14 3-129 0,6 0-159 15,-1-3-239-15,1 2-18 0,-5-4 61 16,5 2-236-16,0-2-233 0</inkml:trace>
  <inkml:trace contextRef="#ctx0" brushRef="#br0" timeOffset="76818.92">24857 10519 2264 0,'-17'0'97'0,"4"0"12"16,1 0 31-16,12 0 59 0,-13 0 20 16,13 0-2-16,0 0-19 0,0 0-22 15,0 0-19-15,0 0-15 0,55-3-16 16,-9 3-15-16,4 0-11 0,12 0-8 0,5 3-39 15,-13-3-95-15,8 3-104 0,-12-3-100 16,1 0-122-16,-5-3-219 0,-1 3 33 0,-14-3 62 16,-4 3-177-16,-10-4-163 0</inkml:trace>
  <inkml:trace contextRef="#ctx0" brushRef="#br0" timeOffset="77067.67">25451 10352 1925 0,'0'0'25'0,"0"0"1"16,0 0 6-16,0 0-10 0,0 0 0 0,0 0 55 16,0 0 24-16,29 17-12 0,-21-5-6 15,-2 1 36-15,0 8-8 0,-3-4 37 16,1 2-8-16,-2 3-15 0,-4 2 24 0,-2 1-10 16,-3 4-14-16,-1 0-13 0,-4-2-9 15,1-6-10-15,2-1-8 0,-8 1-7 0,-3 2-16 16,5-5-1-16,-8-1-8 0,5-4-2 15,-2-1-7-15,3 0-4 0,-2-1-80 16,5-5-88-16,2 2-115 0,1-4-143 16,0-1-197-16,6-2 42 0,5-1-248 0,0 0-277 15</inkml:trace>
  <inkml:trace contextRef="#ctx0" brushRef="#br0" timeOffset="77584.82">25738 10580 2220 0,'7'-12'87'0,"-1"-3"40"16,-3 7 32-16,-1 2 12 0,3 0 2 0,-5 6-13 16,2-6-15-16,-2 6 61 15,0 0-10-15,0 0 19 0,2 24-22 0,-6-10-18 16,-1 3 26-16,2 2-7 0,-7 3-16 0,-1 5 10 16,-1-2-16-16,-1 1-16 0,-4-2-15 15,0 0-16-15,3-5-14 0,1-4-7 16,1-1-13-16,5-4-3 0,-2 1-7 0,1-3 8 15,0-1 6-15,3-1 20 0,1-3 1 16,4-3-19-16,0 0-5 0,0 0-11 0,0 0-11 16,-6-28-7-16,14 7-6 0,6-12-4 15,4-6-2-15,7-7-9 0,2 7-6 0,1 0-5 16,-6 12 1-16,-2 2-4 0,-4 9-8 16,-5 3-2-16,-2 4-4 0,3 4 0 0,-5 5-4 15,-7 0 5-15,25 14-5 16,-3 5 3-16,-4 4-1 0,3 4-8 0,1-1 4 0,0 1 2 15,-1 0-4-15,-2 0 1 16,2-6-2-16,-6-2 2 0,-4-4-1 0,0-4 4 16,-2-2-7-16,-4-1 6 0,3-3 37 15,-5 0 23-15,-3-5-13 0,14 2 0 0,-14-2-6 16,0 0-5-16,24-12-5 0,-17 1-5 16,2-1 5-16,0-3-13 0,9-9-2 15,-5-3-3-15,3-4-5 0,-4-3-2 0,8-9-4 16,-4 0-2-16,2-2-14 0,0 4-4 15,-4 7-69-15,-2 5-44 0,-1 6-36 0,-1 8-78 16,-7 3-95-16,4 4-69 16,-5 6-54-16,-2 2-85 0,0 0-193 0,0 0-9 15,0 0 80-15,0 0-531 0,-16 27-655 0</inkml:trace>
  <inkml:trace contextRef="#ctx0" brushRef="#br0" timeOffset="77918.08">26277 10408 3388 0,'-3'-10'-67'0,"-2"4"25"0,1 1 40 0,4 5 41 0,-3-5 13 15,3 5 11-15,0 0 23 0,0 0 13 16,0 0 26-16,-15 17-10 0,8-5 26 0,4 2-12 16,-1 3-10-16,-3 2 32 15,1 1-13-15,2 1-17 0,1-1-9 0,0-3-2 16,6 0-2-16,-1 1-4 0,1-2-3 15,5-1-9-15,3-1-6 0,4-3-6 0,4-1-10 16,-2-4-7-16,3-2-4 0,-2-2-6 16,4-2-6-16,1-4-5 0,2-4-3 15,2-2-5-15,2-3-2 0,-2-5-5 0,-4-1-1 16,-4-5-3-16,2 1 0 0,-6-5-4 16,-2 1-3-16,-3 5-5 0,0 3-2 0,-7 5-13 15,1-1-56-15,0 6-80 0,-4 0-96 16,0 6-75-16,0 3-86 0,-8-5-122 0,8 5-155 15,0 0 53-15,0 0-426 16,-14 12-521-16</inkml:trace>
  <inkml:trace contextRef="#ctx0" brushRef="#br0" timeOffset="78235.16">26731 10330 2748 0,'4'-16'-68'0,"-1"-1"46"0,-1 6 47 16,2 3 36-16,0 0 45 0,-3 2 29 0,-1 6-10 15,2-8-14-15,-2 8-12 16,0 0 72-16,0 0 19 0,0 0 20 0,6 30 8 16,-10-7 11-16,-3 8 4 0,-2 6 1 15,-3-1 3-15,-5 7-11 0,-1-9 12 0,5-2-10 16,-2-1-1-16,2-4-19 0,4-6-17 16,-2-3-17-16,6-5 0 0,-1 1-2 15,3-3 6-15,-1-3 4 0,4 1 4 0,0-9-14 16,7 13-17-16,4-8-14 0,3 1-18 15,7-3-9-15,4-1-54 0,3-1-60 0,10 1 0 16,-6 0 0-16,-3-4 0 0,-2 2 0 16,0 0 0-16,-1-2 0 0,-4 1 0 0,-2-1 0 15,-1 0 0-15,-1-1 0 0,-3 1-323 16,-1 0-140-16,0-3-126 0,4 0-158 16,-2-2-101-16,-2-1 75 0,5-4-740 15,-3-3-958-15</inkml:trace>
  <inkml:trace contextRef="#ctx0" brushRef="#br0" timeOffset="78517.23">27291 10348 4049 0,'0'-8'-80'0,"-4"2"59"15,4 6 43-15,-4-8 40 0,4 8 20 0,0 0 16 16,-3-6-12-16,3 6 57 0,0 0 33 16,0 0 16-16,-10 26 7 0,6-11 14 0,-2 6 6 15,-1 8 13-15,-3 0-18 16,1 0 8-16,-1 0-17 0,3-5-18 0,-1-3-15 0,2-2-15 15,2-1 12-15,3-1 5 16,1-3 5-16,1 3-1 0,9-2-13 0,4-1-17 16,9 3-18-16,4-5-10 0,4-4-21 15,4 1-99-15,-9-4 0 0,-1-2 0 0,0 1 0 16,-4-4 0-16,-3 2 0 0,2-2 0 16,-4 0 0-16,-4 1-227 0,-2-1-143 0,-10 0-115 15,12 0-92-15,-12 0-144 0,0 0-102 16,0 0 74-16,0 0-693 0,-34 5-891 0</inkml:trace>
  <inkml:trace contextRef="#ctx0" brushRef="#br0" timeOffset="79467.1">17922 12405 1207 0,'-7'2'277'16,"-2"-2"-51"-16,9 0-40 0,-13 2-14 16,13-2 7-16,0 0-1 0,0 0 1 0,0 0 1 15,-12 0 13-15,12 0-9 0,0 0-23 16,0 0-10-16,53-12-13 0,-6 5-15 15,21-1-10-15,6 1-17 0,8 1-9 16,6 1-3-16,1 2-9 0,3 3-6 16,-6 2-8-16,-5 3-11 0,-9 0-81 0,-6 4-125 15,-14 1-135-15,-13-4-203 0,-17 1-106 16,-6-1 71-16,-11-3-243 0,-5 0-260 0</inkml:trace>
  <inkml:trace contextRef="#ctx0" brushRef="#br0" timeOffset="79751.53">18795 12241 2300 0,'0'0'31'16,"9"-4"-3"-16,-9 4-1 0,18 4 4 0,1 5 78 16,12 5 37-16,3 2 1 0,8 9-3 15,0 2-18-15,-2 4-6 0,-2 3 4 0,-8 0 12 16,-7-5-17-16,-1-2-2 0,-10 4 14 15,-4-8 7-15,-6 0-7 0,-2-7-11 16,-6 7-8-16,-1-4-12 0,-2-1-8 0,-11 5-9 16,3-3-7-16,-6-3-9 0,2-3-4 15,2-4-8-15,-2-1-2 0,0-2-11 16,2-1-14-16,0-2-49 0,2-2-79 16,-3 0-100-16,6-2-113 0,-4-4-150 0,3 0-174 15,-1-2 47-15,5-1-319 0,2 2-390 16</inkml:trace>
  <inkml:trace contextRef="#ctx0" brushRef="#br0" timeOffset="80734.5">19786 12398 2640 0,'4'-15'11'15,"0"3"51"-15,-2 2 44 0,0 0 21 0,-1 3 38 16,1 2 2-16,2 0-19 0,-4 5-11 15,3-6-16-15,-3 6-13 0,0 0 35 16,0 0-13-16,-3 29-11 0,-1-8-7 16,1 3 22-16,-5 10-12 0,1-1-10 0,-2 2-11 15,0-4-12-15,2 0-5 0,-2-1-10 16,-2-8-6-16,6-3-7 0,-3-5-5 0,5-1-6 16,-4 1-3-16,5-5 50 0,-1-3 19 15,-3 3 23-15,6-9 2 0,-3 7-14 0,3-7-8 16,0 0-16-16,0 0-10 0,0 0-6 15,-8-22-14-15,10 6-6 0,0-2-10 0,2-15-8 16,-1-1-3-16,6-2-11 16,0 4 3-16,0 0-4 0,-2 9-1 0,-1 6-5 15,0 2-7-15,-2 5 4 0,4 0-9 16,-3 4-2-16,2 3-1 0,5 3-2 0,5 5-1 16,4 4 2-16,12 6-2 0,5 7-3 15,4 4 8-15,1 0-9 0,2-1 5 0,0-1-7 16,-2-2 3-16,-9-5 3 0,-4-2-3 15,-8-3 0-15,-2-6 1 0,-6 2-1 16,-1-2 47-16,-4-2 24 0,1-2-5 0,-10-2-11 16,18-6-3-16,-7 0 7 15,-4-3-3-15,0-5-8 0,3-4-1 0,0-1-12 0,-3-10 0 16,2-2-10-16,4-4 0 0,-4 2-5 16,-2-8-7-16</inkml:trace>
  <inkml:trace contextRef="#ctx0" brushRef="#br0" timeOffset="85583.92">20638 12409 1900 0,'0'0'239'0,"0"-9"-26"0,0 4-10 0,0 5 11 16,4-13 5-16,-2 7 3 0,0-1-2 0,-1 1-7 16,-1 6 16-16,6-12 4 0,-6 12-8 15,5-11-16-15,-5 11-21 0,2-6-14 0,-2 6-24 16,0 0 4-16,0 0 29 0,0 0 13 16,0 0-1-16,-2 35-17 0,-5-12-3 0,3 1-5 15,1 6-15-15,-3-1-9 16,3-4-11-16,1-2-8 0,2-1-5 0,0-3-7 15,2-1-4-15,1 3-8 0,5-6-7 16,-1 1-7-16,7-1-3 0,-1-7-11 0,1-1-8 16,2-2-3-16,6-3-7 0,-3 0-7 15,1-6-5-15,3-1-1 0,0-2-6 0,-2 1-2 16,6-11-3-16,-10 5-5 0,6-5-2 16,-6-1-5-16,0-5-1 0,0 0-20 0,-1-6 0 15,-3-2 0-15,1-2 0 0,-2 1 0 16,4-1 0-16,-3 5 0 0,-4 7 0 15,2 7 0-15,-8-1-96 0,3 6-98 16,-4 2-40-16,-1 3-51 0,-1 4-70 0,0 0-88 16,0 0-92-16,0 0-133 0,-23 14-125 15,14-3 71-15,2 1-593 0,1 0-772 16</inkml:trace>
  <inkml:trace contextRef="#ctx0" brushRef="#br0" timeOffset="85882.5">21288 12258 3599 0,'5'-11'-7'0,"4"-1"44"0,-8 2 43 15,3 6 23-15,2-2 17 0,-6 6 40 16,0 0 27-16,0 0 27 0,0 0 17 0,19 15 9 16,-17 2 22-16,-2 0-4 0,-6 18 18 15,-4 3 3-15,3 0-3 0,-8 6-11 16,3-6-6-16,1-1-14 0,1-2-9 0,1-4-5 15,1-4-6-15,4-6-4 0,4-3-27 16,-1 0-194-16,2-5 0 0,-1-1 0 0,6-1 0 16,1 1 0-16,5-4 0 0,-1 1 0 15,1-4 0-15,1-2 0 0,-2-1 0 0,3 1 0 16,-1-3 0-16,5 0 0 0,-3-1 0 16,2-3-446-16,0 1-427 0,0-2-69 0,5-4 107 15,-2 2-898-15,-1-3-1165 16</inkml:trace>
  <inkml:trace contextRef="#ctx0" brushRef="#br0" timeOffset="86182.7">21800 12283 4501 0,'-1'-4'-31'0,"-1"-2"56"0,2 6 16 16,-2-9 13-16,2 9 48 0,0 0 67 15,0 0 59-15,0 0 72 0,0 0 17 0,-6 39 11 16,3-16 3-16,-8 10-4 15,2 5-1-15,-2-4-1 0,1 2-3 0,-1-3-17 16,2 0-84-16,-2-2-221 0,6-8 0 0,1-5 0 16,2-1 0-16,2-2 0 0,6 1 0 15,1-5 0-15,5 0 0 0,1-4 0 16,7-2 0-16,3 0 0 0,1-4 0 0,1 1 0 16,-2 0 0-16,-4-2 0 0,0 0 0 15,-4 0 0-15,0 0 0 0,-5 1 0 0,1-1 0 16,-11 0 0-16,18 0 0 0,-11 2 0 15,-7-2 0-15,12 0-71 0,-12 0-594 0,0 0-142 16,0 0-113-16,0 0 97 0,0 0-845 16,0 0-1105-16</inkml:trace>
  <inkml:trace contextRef="#ctx0" brushRef="#br0" timeOffset="87582.61">3272 12479 2874 0,'2'-10'184'0,"-4"4"-112"0,2 6 17 0,0 0 45 0,-21 16 14 0,-1 6 9 0,0 2-3 15,-7 9 7-15,1 2 8 0,-3 2 16 16,3-3-7-16,5-5-2 0,-1-1-6 16,6 1-13-16,0-4-9 0,2 1-21 15,2-2-11-15,1-4-9 0,5-7-11 0,0-1-6 16,5-3-11-16,-1 0 1 0,0-4 5 15,2-1 8-15,2-4-8 0,0 0-8 0,0 0-4 16,0 0-13-16,15-21-6 0,1-2-7 16,2-1 2-16,0-5-6 0,11-9-4 15,-3-3-12-15,3 2 4 0,2-1-4 0,-5 3-9 16,-4 12 1-16,0 1 1 0,-8 7-8 16,0 5-3-16,-3 3 1 0,0 5-1 0,-2 2-5 15,2 4-1-15,5 5 8 16,2 2-11-16,7 11 0 0,5 2 2 0,5 9 4 0,2 0-1 15,-1-2-3-15,2 0 0 16,-4 0 7-16,-6-7-5 0,-3-2-4 0,-2 0 3 0,-6-7-3 16,-3-3 7-16,-3 0-2 15,-4-4 44-15,-3-3 33 0,-4-3 13 0,5 5 9 16,-5-5-10-16,0 0-11 0,0 0-5 16,-56-12-7-16,14 2-8 0,-9 2-6 15,-3-3-5-15,-3 3-9 0,14-1 0 0,2 2-7 16,3 0 3-16,11 3-11 15,4 0-1-15,8 2-5 0,2 0-7 0,0-1-21 16,5 0-52-16,8 3-64 0,-14 1-64 16,14-1-66-16,-5 11-78 0,5-1-106 0,2 7-125 15,1 8-199-15,1 12-37 0,3 8 91 0,-2 15-542 16,1 1-708-16</inkml:trace>
  <inkml:trace contextRef="#ctx0" brushRef="#br0" timeOffset="88149.26">3116 13505 3722 0,'-7'-5'98'0,"7"5"14"0,0 0 30 0,0 0 48 0,0 0 23 0,-9 20 6 0,7-6-21 0,2 3-15 0,2 3-20 15,-2 5-16-15,2-2-17 16,0 1-12-16,-1 3-9 0,1-4-41 0,0 0-65 15,1 2-69-15,-1-2-68 0,-2-3-46 16,0-4-53-16,2-5-10 0,-2 0-5 0,0-1-14 16,0-6-7-16,0-4-6 0,0 0 20 15,0 0 24-15,0 0 22 0,0 0 29 16,0 0 22-16,-11-19 35 0,8 5 26 0,1-3 26 16,2-2 29-16,-2-5 20 15,4-3 23-15,3 2 24 0,-3 2 17 0,7 1 19 0,-2 1 12 16,0 3-2-16,3 5 5 0,2 2 14 15,-1 4 10-15,1 4 15 0,1 3 19 16,1 2 3-16,-2 1-1 0,3 4 0 16,-1 2 9-16,1 1 10 0,-1 3 3 0,-5-1 3 15,0-1 16-15,1 3 8 0,-2-2 13 16,-1 1 4-16,1-1 0 0,-2 1-13 16,1-3-8-16,-1 0-7 0,1 2-10 0,4 2-18 15,-2-5-13-15,4 8-8 0,-1 0-15 16,4 3-6-16,0 4-10 0,-3 0-10 0,1 3 19 15,-7-3-3-15,-1-1-5 16,-4 0-4-16,-6 0 36 0,-2 8 10 0,-8 0-11 16,-4 0-14-16,-11 3-8 0,-5 0-10 15,-6-1-11-15,-2-2-6 0,0-2-10 0,0-6-10 16,2 2-40-16,8-9-17 0,1-4 0 16,6-5 0-16,9-1 0 0,-2-4-34 15,5-2-187-15,1 0-127 0,1-4-161 0,-1-2-184 16,5-1-203-16,1-1 69 0,1 4 91 15,5 4-600-15,-6-6-791 0</inkml:trace>
  <inkml:trace contextRef="#ctx0" brushRef="#br0" timeOffset="88483.76">3408 14694 3699 0,'-3'-10'-6'0,"-1"3"42"0,-5 2 29 0,-5 4 45 0,14 1 47 0,-34 8 32 0,1 7 27 15,-8 6 21-15,-2 5 23 0,4 1 22 0,-1 5-1 16,4 3 9-16,4 5-12 15,5-6-16-15,11 0-8 0,5-5-22 0,7-3-20 16,0-5-22-16,8 1-18 0,6-4-15 16,-1 0-15-16,12 0-15 0,4-1-39 0,0-3-78 15,-5-5-115-15,3 0-126 0,-8-4-124 16,3-1-122-16,-1 1-158 0,-6-5-245 0,0 4 72 16,-2 0 96-16,-4-2-559 0,-5-2-731 15</inkml:trace>
  <inkml:trace contextRef="#ctx0" brushRef="#br0" timeOffset="88782.69">2917 15441 3646 0,'-2'-8'97'0,"2"8"47"0,0-13 39 0,2 5 18 16,-2 8 8-16,2-10 1 0,-2 10 1 15,0 0 18-15,0 0 40 0,0 0 4 16,25 20-11-16,-16-4-12 0,3 12-25 0,-5-2-17 16,1 5-23-16,-3 0-16 0,-3-2-16 15,3-4-17-15,-5 1-11 0,0 2-15 0,0-4-12 16,0-1-50-16,-3-2-69 16,3-2-87-16,-2-2-94 0,0-1-97 0,2-3-93 15,-1 1-71-15,-3-4-123 0,2-3-222 0,-2-2 50 16,-1 0 82-16,5-5-456 15,0 0-600-15</inkml:trace>
  <inkml:trace contextRef="#ctx0" brushRef="#br0" timeOffset="89015.46">2931 15454 3412 0,'2'-10'115'0,"1"-1"8"0,3 7 45 0,3-1 64 15,3 3 46-15,5 2 42 16,4 3-2-16,11 4-11 0,4 5-3 0,9 7-27 15,-9-4-29-15,4 7-28 0,-14-1-18 0,1 3-18 16,-8 0-13-16,-6 2-15 16,-5-2-14-16,-4-2-8 0,-6 3-12 0,-8 7-13 15,-5-1-10-15,-9 6-13 0,-3 1-5 16,-2-1-9-16,-7-2-33 0,1-8-53 0,-5 4-75 16,-1-7-85-16,-2-3-81 0,5-7-87 15,4-3-98-15,0-3-103 0,4-4-168 0,5-2-107 16,5-2 89-16,6 0-565 0,-2 2-752 15</inkml:trace>
  <inkml:trace contextRef="#ctx0" brushRef="#br0" timeOffset="89271.31">2786 16075 3759 0,'4'-5'136'0,"-4"5"47"0,0 0 22 0,0 0 21 16,5-4 23-16,-5 4 26 0,0 0 26 15,0 0 22-15,7 26-12 0,0-9-17 0,0 14-8 16,-1 5-21-16,1 7-24 0,-1 10 2 16,4 0-26-16,-1 0-20 0,-1 0-14 0,-3-10-17 15,3-4-35-15,-4 0-131 16,2-4 0-16,-1-2 0 0,-1-9 0 0,2-5 0 16,-6-4-28-16,2-3-237 0,0-1-90 15,-2-8-99-15,0-3-100 0,0 0-125 16,0 0-172-16,0 0 73 0,-10-32-660 0,8 7-887 15</inkml:trace>
  <inkml:trace contextRef="#ctx0" brushRef="#br0" timeOffset="89431.25">2816 16225 4297 0,'-7'-6'141'16,"0"-2"67"-16,2 3 64 0,3-3 38 0,0 1 4 16,4-3-14-16,5-4-24 0,11-10-30 15,5 2-23-15,6 0-21 0,10-4-20 0,1 2-23 16,-6 5-88-16,-3 4-129 15,3 4-133-15,-1 2-147 0,-4 3-141 16,-5 6-191-16,-3 2-145 0,-3 0 78 0,-7 0-594 16,2 7-787-16</inkml:trace>
  <inkml:trace contextRef="#ctx0" brushRef="#br0" timeOffset="89598.62">2809 16465 3919 0,'-12'8'55'0,"5"-2"7"0,1-4 0 0,6-2-10 16,-8 5-2-16,8-5-30 16,0 0-56-16,0 0-67 0,0 0-74 0,17 5-78 15,-8-1-93-15,3 3-135 0,-2-1-79 16,1 3 55-16,1 1-88 0,-5 0-95 16</inkml:trace>
  <inkml:trace contextRef="#ctx0" brushRef="#br0" timeOffset="89732.46">2900 16651 1631 0,'0'12'153'0,"2"-5"96"16,-4 0 68-16,2-7 57 0,0 0 51 0,-2 11 39 15,2-11 7-15,-2 7-16 0,2-7-34 16,0 0-37-16,0 0-38 0,0 0-41 16,0 0-31-16,10 4-70 0,-10-4-86 0,25-12-145 15,-5 5-157-15,9-7-146 16,5-5-152-16,7-1-241 0,2-6-33 0,-3-1 85 0,6-2-492 16,-3-5-628-16</inkml:trace>
  <inkml:trace contextRef="#ctx0" brushRef="#br0" timeOffset="90515.54">3923 12431 3305 0,'0'-22'-74'0,"-2"3"41"0,2 5 45 0,0 1 26 0,-2 4 7 0,2 1 6 0,0 1-10 15,0 7-1-15,0 0 60 0,0 0 33 16,0 0 24-16,23 44 6 0,-8 2 15 16,1 10 1-16,2 4 1 0,6 23 31 0,-1 8-6 15,-2 8 18-15,1 6-13 0,5 10 39 16,1 9 9-16,-3 6 7 0,0 4 8 16,-2 6-7-16,0 6-1 0,-6 3-21 0,-4-2-24 15,-8 3-17-15,-2-4-11 0,-6-2 3 16,-6-1-7-16,0-7-179 0,-2-5-9 15,-1-7 0-15,1-9 0 0,2-3 0 0,-1-10 0 16,0-24 0-16,5-6 0 0,-1-5 0 16,3-5 0-16,2-8 0 0,-1-7 0 0,4-4 0 15,-1-2 0-15,2-3 0 0,3 1 0 16,-1-3 0-16,-1-4 0 0,3-6 0 0,2-3 0 16,-4-5 0-16,3-1 0 15,1 1 0-15,5-3 0 0,11 2 0 0,2-3 0 16,10-4 0-16,1 0 0 0,18 1 0 15,1-3 0-15,4-3 0 0,0 4 0 0,-2-2 0 16,-3 1 0-16,-11-3 0 0,-4 1 0 0,0-1 0 16,-7 0 0-16,-7-1 0 15,-7 0 0-15,-2-4 0 0,-5 1 0 0,-3 0 0 16,-1-1 0-16,-9 0 0 0,15-1 0 16,-15 1 0-16,6-11 0 0,-6 3 0 0,-3-8-373 15,-6-6-445-15,-3-12-149 0,-10-12 89 16,1-10-875-16,-7-21-1185 0</inkml:trace>
  <inkml:trace contextRef="#ctx0" brushRef="#br0" timeOffset="90884.73">3794 12726 4479 0,'-27'-7'-139'0,"6"-1"54"0,2-3 62 0,3 1 60 0,2-4 36 0,4-1 8 16,4 0-7-16,6-3-14 0,10-2-3 15,10-6-9-15,19-2-4 0,8 4-3 0,3 10-6 16,3 2-75-16,-5 6-82 0,-2 8-103 16,-1 4-109-16,-5 4-167 0,-3 1-122 15,-8 3 61-15,-11-2-246 0,-6-3-295 16</inkml:trace>
  <inkml:trace contextRef="#ctx0" brushRef="#br0" timeOffset="91800.33">4478 11693 2228 0,'8'-23'-19'0,"-1"3"32"0,-1 5 41 0,-3 1 29 0,1 1 26 0,-1 3 7 15,1 1-12-15,-3 2-10 16,-1 7 2-16,0 0 68 0,0 0 17 0,0 0-6 15,-8 47-10-15,1-14 8 0,-1 4-8 16,-1 3-14-16,3 1-10 0,-2 1-9 0,1-2-11 16,1-4-11-16,-1-1-11 0,-2-4-4 15,6-8-3-15,-1-5-1 0,0-1 8 0,1-5 16 16,1-2 19-16,0-3 14 0,0 1-4 16,2-8-13-16,0 0-20 0,0 0-8 0,0 0-16 15,0 0-3-15,11-37-12 0,0 11-4 16,3-6-9-16,1-11-8 0,4-2-6 15,-4-3-8-15,5-2-5 0,-3 0-11 16,0 3 5-16,-5 13-2 0,-1 5-4 16,-4 9-12-16,-1 2 0 0,-3 9-4 0,2 0 2 15,-1 7 2-15,-4 2 2 0,0 0-3 16,22 19-8-16,-8-4 10 0,5 12-5 0,0 2 1 16,9 4 4-16,1 3-5 0,-2 0 0 15,1-3 1-15,-4-7 0 0,-6 1 4 0,1-5-7 16,-8-3 2-16,3-5-4 0,-8 0 2 15,-1-6 1-15,1 1 6 0,-4-1 2 0,-2-8-6 16,-4 8 1-16,4-8 2 0,-15 3-2 16,1-3 0-16,14 0 3 0,-36-5-5 15,11 1 3-15,1 0-3 0,-11-4-4 16,-3 1 6-16,2-1-2 0,2 2-6 16,8-2 3-16,-1 5-5 0,2-3-3 0,6 5-20 15,0-1-45-15,3 2-55 0,1 0-61 16,2 3-93-16,1 1-91 0,1 3-115 0,3 0-198 15,4-2-41-15,4-5 77 0,7 11-412 16,2-7-532-16</inkml:trace>
  <inkml:trace contextRef="#ctx0" brushRef="#br0" timeOffset="92014.82">5316 11573 3139 0,'0'-9'51'0,"-2"0"9"0,4 4-5 0,-2 5 38 0,0 0 34 0,0 0 8 16,0 0 9-16,-9 25-9 16,9-11-13-16,0 6-10 0,0 6-9 0,0-1-11 15,0 2-7-15,0 0-29 0,-4 10-62 16,4-8-78-16,-2-2-71 0,2-1-63 0,-6-1-59 16,0-4-62-16,3-4-54 0,-1-3-109 15,-1-3-23-15,1-5-159 0,2 0-178 16</inkml:trace>
  <inkml:trace contextRef="#ctx0" brushRef="#br0" timeOffset="92381.06">5259 11748 1756 0,'5'-32'-41'0,"4"-4"32"16,-2 6 39-16,2-2 32 15,-3 10 25-15,2 5 17 0,-2 3-1 0,-2 2-12 0,-1 3-10 16,5 1-2-16,-2 5 17 0,2 3 2 16,-8 0-2-16,0 0-6 0,24 10-8 15,-16 0 8-15,-1 2 10 0,-1 2-3 16,0 0 22-16,-4 1 13 0,-2 2 1 0,-5 2 2 15,2-1-5-15,-3-1-11 0,3-3-3 16,-1-2-4-16,0 1-8 0,2-3-5 16,0 2-3-16,4-4 10 0,2 5 0 0,3-1-3 15,9 1-9-15,4 8-5 16,5-5-9-16,2 4-10 0,4-1-8 0,-3 3-5 0,-3 2-4 16,-3-3-8-16,0 1-4 15,-5 0-3-15,-6-2-7 0,-5-2 3 0,-3-3-5 16,-1 5 1-16,-5-5 1 0,-7 2 2 15,-1-1 2-15,-3 1 0 0,-9 1 0 0,-1 0-6 16,-1-5-1-16,-5-1-2 0,5-2-5 16,2-3 1-16,1-2-5 0,0-3-3 0,1 0-34 15,0-2-55-15,4 0-84 0,2-2-113 16,4-3-140-16,1-2-233 0,2-2-47 16,2-6 76-16,6 3-367 0,0-2-460 0</inkml:trace>
  <inkml:trace contextRef="#ctx0" brushRef="#br0" timeOffset="92732.81">6854 11425 2618 0,'-12'-15'-3'0,"5"12"40"0,7 3 38 0,-29 0 46 0,4 7 42 0,-14 4 26 0,-8 9 17 0,0 4 15 15,6 5 4-15,2 1 3 0,9 0 1 16,7-4-6-16,4 3-1 0,8-3 4 0,4-1 12 15,9-4-2-15,5-1-22 0,9 7-23 16,4-4-10-16,8-2-18 0,3 0-16 16,3-6-19-16,0-1-52 0,4 0-91 15,1-3-95-15,1 0-124 0,-2-2-156 16,-2-1-158-16,2-3-237 0,-9-2 73 0,-5-3 79 0,-1 2-431 16,-3 0-535-16</inkml:trace>
  <inkml:trace contextRef="#ctx0" brushRef="#br0" timeOffset="93166.23">7534 11294 2766 0,'0'0'-87'0,"-1"-8"57"0,1 8 33 16,-4-5 21-16,4 5 10 0,0 0-2 0,0 0 28 15,0 0 85-15,0 0 41 0,2 22 22 16,0-2 0-16,-1 7 11 0,-1 12-5 0,4 0-4 16,3 1-6-16,-10-3-12 15,6-2-18-15,-3-3-18 0,1-4-8 0,-1-3-16 16,0 0-16-16,0-2-9 0,0-3-9 16,0-1-11-16,-1-1-8 0,1-5-8 0,0 1-11 15,0 0-36-15,0-2-63 0,1-2-74 16,-1-1-107-16,0-1-101 0,0-1-105 0,0-1-163 15,0-6-87-15,2 10 66 0,-2-10-358 16,6 1-446-16</inkml:trace>
  <inkml:trace contextRef="#ctx0" brushRef="#br0" timeOffset="95214.4">7511 11298 2925 0,'3'-12'254'0,"1"3"-22"0,-2 0-32 0,1 1-24 15,1-1-6-15,2 2-3 0,1-1-16 0,7 1-10 0,2 1-19 16,2 4-1-16,7 2 1 0,11 5-8 0,12 9-3 16,1 6-3-16,-1 7-5 15,-1 7-9-15,-3 3-1 0,-4 4-10 0,-4-1-7 16,-7 1-4-16,-8 2-5 0,-14-8 3 0,-3 1 9 16,-4 0 11-16,-7 1 6 0,-6-3-1 15,-5-1 4-15,-7 2-5 0,0 0-12 16,-7-5-3-16,-4-2-11 0,9-6-2 0,0-1-7 15,3-3-9-15,3-6-9 0,4-3-5 16,2-3-17-16,1-5-49 0,5-1-65 0,9 0-89 16,-22-7-128-16,19-2-112 0,-1-4-147 15,8-4-201-15,6-12 74 0,8-3 66 0,13-5-425 16,1 5-529-16</inkml:trace>
  <inkml:trace contextRef="#ctx0" brushRef="#br0" timeOffset="95647.9">8945 11168 3176 0,'9'-15'141'0,"1"5"27"16,-7 2 6-16,4 1 15 0,-4 1 5 0,-3 0-3 16,0 6-6-16,0 0 19 15,0 0 15-15,0 0 3 0,-23-2-4 0,23 2-8 16,-38 11-14-16,4-1-11 0,2 0-12 15,-3 0-16-15,1 0-22 0,-1-1-7 0,1 2-15 16,7-8-13-16,8 2-7 0,2 0-3 16,6-2-12-16,1-1 32 0,1 0-6 0,9-2-13 15,-14-4-9-15,14 4-13 0,-5-7-6 16,5 7-11-16,0 0-5 0,-4-6-13 0,4 6-4 16,0 0 1-16,0 0 5 0,16 23 10 15,-15-1 22-15,3 12 13 0,-2 5 12 0,-2 2 14 16,-2 5 1-16,0 0-108 0,0-2 0 15,2-1 0-15,0-2 0 0,2-3 0 0,2-3 0 16,-2-7 0-16,3-6 0 16,-3-2 0-16,2-4 0 0,2 0 0 0,2-3 0 0,-1-3 0 15,4 0 0-15,5-2 0 16,-3-5 0-16,4 1 0 0,-4-2 0 0,1-1 0 16,-1-1 0-16,-1-1 0 0,-12 1 0 15,19-6-523-15,-11 0-364 0,-1 1-42 0,-3-5 100 16,2 0-879-16,-6 0-1143 0</inkml:trace>
  <inkml:trace contextRef="#ctx0" brushRef="#br0" timeOffset="95815.4">8605 11572 5073 0,'-20'-8'105'0,"2"1"44"16,3 0 51-16,3 1 76 0,1 1 40 15,2 1 12-15,3-2-22 0,-2 0-30 16,8 6-32-16,-3-8-29 0,3 8-42 0,9-13-87 15,8 5-112-15,12 0-138 0,9-2-192 16,8 5-214-16,13-5-307 0,-1 3 47 0,-4-2 85 16,-10 6-676-16,-2 4-873 0</inkml:trace>
  <inkml:trace contextRef="#ctx0" brushRef="#br0" timeOffset="96814.47">9876 12064 4133 0,'-3'-10'7'16,"-3"0"30"-16,6 1 10 0,2-1 0 16,3 1 13-16,8-2 15 0,-2 2 4 15,4-2-9-15,7 2-6 0,9-3-9 16,-2 6-5-16,-3 2-6 0,3 4-3 0,0 4-7 16,3 4-2-16,-2 6 0 0,-1 9 17 15,2 8 18-15,-8 6 11 0,-5 4 17 16,-4 9 18-16,-5 10 13 0,-1 7 68 0,-7 5 52 15,8 7-3-15,2 22 16 0,0 7-2 16,7 3-4-16,-1 5-22 0,3-2-20 0,4 4-21 16,-1-3-19-16,-5-5-18 0,9-2-15 15,-4-5-11-15,-2-7-44 0,0-3-83 0,-4-4 0 16,-4-21 0-16,-3 0 0 16,-1-5 0-16,-5-4 0 0,0 2 0 0,-4-14 0 15,-2 10 0-15,0-11 0 0,-2-1 0 16,-1-4 0-16,-1 0 0 0,1-2 0 0,-4-6 0 15,6-6 0-15,-1-3 0 0,0-1 0 16,1-5 0-16,-1-1 0 0,2-3 0 0,0-3 0 16,2-1 0-16,-2 1 0 0,-2-3 0 15,4 1 0-15,-2-2 0 0,0 1 0 0,2 1 0 16,-2-2 0-16,0 1 0 16,2 3 0-16,-1-1 0 0,-1 0 0 0,0 2 0 0,2 1 0 15,0-2 0-15,0 1 0 16,0 0 0-16,0 0 0 0,4 2 0 0,-4-3 0 0,1-1 0 15,-1-2 0-15,2 3 0 16,-2-5 0-16,2 2 0 0,-2 0 0 0,2-1 0 16,-2 1 0-16,0 1 0 0,-4 0 0 15,2 6 0-15,-3-2 0 0,1 4 0 0,1-1 0 16,-6-2 0-16,6 3 0 0,-5-2 0 16,4-3 0-16,-3 2 0 0,2-3 0 0,4-3 0 15,-3 0 0-15,0-1 0 0,2-1 0 16,2-1 0-16,0-5 0 0,-3 9 0 15,3-9 0-15,-4 6 0 0,4-6 0 0,-2 6 0 16,2-6 0-16,0 0 0 0,-2 6 0 16,2-6 0-16,0 0 0 0,-2 7 0 15,2-7 0-15,0 0 0 0,0 0 0 0,-1 4 0 16,1-4 0-16,0 0 0 0,0 0 0 16,-4 8 0-16,4-8 0 0,0 0 0 15,-3 4 0-15,3-4 0 0,0 0 0 0,-13 10 0 16,4-6 0-16,-7 2 0 0,-5 1 0 15,-15 3 0-15,-2-1 0 0,-16 1 0 0,-3-2 0 16,-4-1 0-16,-2 0 0 0,2-1 0 16,16-3 0-16,4-1 0 0,14 2 0 0,6-4 0 15,1 4 0-15,5-4 0 16,3 0 0-16,1 2 0 0,2-2 0 0,9 0 0 16,-16 1 0-16,16-1 0 0,-11 0 0 15,11 0 0-15,0 0 0 0,0 0 0 0,0 0 0 0,0 0 0 16,0 0 0-16,21-15 0 15,-21 15 0-15,6-3 0 0,-6 3 0 0,0 0 0 16,0 0 0-16,0 0 0 0,0 0-666 16,9-4-343-16,-9 4-1207 0,0 0-1620 0</inkml:trace>
  <inkml:trace contextRef="#ctx0" brushRef="#br0" timeOffset="102046.53">6053 16806 5787 0,'-24'-4'-192'0,"24"4"72"0,-17-2 53 0,17 2 45 0,-9-2 54 0,9 2 61 0,0 0 44 0,-11-7-1 16,11 7-6-16,9-12-10 0,6 0-6 16,10-5 9-16,3 3-23 0,6-1 4 0,1 1-9 15,-3 6-6-15,0-1-18 0,-5 6-12 16,-4 1-6-16,-3 2 5 0,-4 5-4 16,5 2 2-16,-4 5 17 0,-3 3 13 15,-3 5 24-15,-6 1 12 0,-3 2 25 0,-5 3 24 16,-7 9 18-16,-2-5 3 0,-8 1-101 0,2 0-91 15,-2-4 0-15,4-3 0 16,5-5 0-16,2-6 0 0,5 1 0 0,-2-4 0 16,2-3 0-16,2 0 0 0,1 0 0 15,1-7 0-15,0 0 0 0,5 14 0 0,3-10 0 16,0-1 0-16,-8-3 0 0,20 4 0 16,-8-4 0-16,1 2 0 0,1-2 0 0,3-2 0 15,0 2 0-15,5-6 0 0,1-1 0 16,8-3 0-16,3-4-68 0,-2-5-649 15,7-8-130-15,1-2-97 0,-4-2 89 0,0-2-764 16,-1 1-1058-16</inkml:trace>
  <inkml:trace contextRef="#ctx0" brushRef="#br0" timeOffset="102381.09">6892 16624 4028 0,'4'-8'-181'0,"-2"2"55"0,2-1 50 0,-4 7 45 15,3-12 52-15,0 7 41 0,-3 5 28 16,0-7 14-16,0 7 8 0,0 0-5 0,0 0-3 15,0 0 56-15,0 0 51 0,0 0 33 16,-14 20 29-16,1-4 17 0,-2 8 2 16,-2 2-1-16,-1-4-15 0,1 2-23 0,8-5-27 15,-3-1-20-15,9-5-19 16,-1 0-15-16,4 1-17 0,2-2-15 0,2 0-13 0,1 1-12 16,3-1-12-16,-1 0-10 15,3-3-9-15,1 2-8 0,-2-1-73 0,2 0-3 16,-2 0 0-16,-2-1 0 0,2 0 0 15,-6-2 0-15,3 3 0 0,-3-3 0 0,-1 1 0 16,-2 1 0-16,0-1 0 0,-2 1 0 16,-1 2 0-16,1-2 0 0,-4 0 0 15,-6 2 0-15,3-3 0 0,-2-1 0 0,-5-1 0 16,3-2 0-16,-2 1 0 0,-2-2 0 16,0-3 0-16,-7 0-68 0,6 0-577 0,-5-4-189 15,0-2-117-15,8-1 102 16,-3 2-798-16,7-2-1086 0</inkml:trace>
  <inkml:trace contextRef="#ctx0" brushRef="#br0" timeOffset="102813.76">6711 15989 4263 0,'-38'-8'-188'0,"-4"0"44"0,-5 6 55 0,-5 4 47 0,-13 6 49 0,-1 6 49 16,-22 13 48-16,2 10 38 0,4 11 24 0,-1 14 30 16,4 11 12-16,5 9 10 0,5 3 18 15,4 4 17-15,10 6-8 0,12 6 0 16,8-4-17-16,14-1-14 0,17-17-19 16,6 3-21-16,20 13 1 0,10-6-18 15,18-8-14-15,14-9-13 0,10-8-15 0,12-12-8 16,9-9-14-16,2-9-4 0,3-11-11 15,-15-15-2-15,3-11-14 0,15-13-13 0,-4-11-17 16,-5-12 2-16,-9-11-6 16,-7-4 3-16,-5-14-6 0,-10-2-1 0,-6-5-5 0,-12-12 0 15,-7-3-1-15,-9-8-18 0,-10-5 0 16,-8-8 0-16,-11-2 0 0,-9 2 0 16,-12-1-16-16,-13 9-31 0,-10 14-14 15,-7 12-13-15,-9 20-29 0,5 23-19 16,-10 13-13-16,-9 11-30 0,-4 14-43 0,-17 13-40 15,0 12-49-15,1 10-67 0,8 11-72 16,2 6-126-16,10 6-251 0,10 2 77 0,8-1 74 16,10 2-407-16,14-11-540 0</inkml:trace>
  <inkml:trace contextRef="#ctx0" brushRef="#br0" timeOffset="105829.37">19954 4003 1117 0,'-6'-3'498'0,"6"3"-155"0,-13-8-83 0,10 4-65 0,3 4-38 0,-13-4-4 0,13 4 14 15,0 0 4-15,-32 15 14 0,17-4 9 0,-6 9-5 16,2 4-21-16,0 1 3 0,7-4-8 15,5 1-11-15,1-3-2 0,6 0 4 0,2-1-5 16,7 1 1-16,13 4-5 0,4-7-6 16,10-3-10-16,22-5-13 0,6-6-10 0,8-6-11 15,7-6-7-15,0-4-12 0,-6-3-4 16,-2-2-6-16,-9-1-7 0,-2-4-2 16,-12 3-8-16,-7 3 13 0,-8 0 22 15,-7 5 10-15,-4 0 16 0,-8 5-4 16,-2 0-9-16,-1 1-14 0,0 0-4 0,-2 1-17 15,-4 4-6-15,-5 2-13 0,11-5-35 16,-11 5-32-16,0 0-71 0,0 0-75 0,0 0-111 16,0 0-142-16,0 0-179 0,-24 23-206 15,7-12 79-15,-10 4-575 0,-2 0-763 0</inkml:trace>
  <inkml:trace contextRef="#ctx0" brushRef="#br0" timeOffset="108394.74">16340 13769 2109 0,'0'0'202'0,"13"-4"-59"0,-13 4-36 0,9-1 1 0,-9 1 30 0,0 0 13 0,11-5 16 0,-11 5-13 15,6-2 5-15,-6 2-6 16,0 0-3-16,10-4-12 0,-10 4 1 0,0 0-9 16,0 0-7-16,0 0-6 0,0 0-7 15,0 0-11-15,0 0-5 0,0 0-11 0,-40 14-8 16,9-2-4-16,-4 3-2 0,-8 8 3 15,-7 2-3-15,1 4-5 0,-3 2-8 16,4 2 1-16,7-4 3 0,5-2-6 0,12-4 4 16,3-4-3-16,12-2 32 0,5 0 12 15,8-4 18-15,5 3-2 0,12 5-7 0,4-1-8 16,8 1-7-16,6 3-8 16,4 2-9-16,0-3 5 0,2 4-21 0,-4-4-6 15,-5 1 0-15,-5-3-15 0,-6 0 8 16,-6-3 23-16,-6-1 37 0,-4-1 42 0,-5-2 26 15,-4-1 10-15,-4 3 6 0,-1 0 6 16,-6 0 0-16,-5-1-26 0,-2 6-171 0,-4-7 0 16,7-2 0-16,-11 2 0 0,3-5 0 15,0-1 0-15,-1-4 0 0,4-2 0 0,-7 1 0 16,2-6 0-16,-1 1 0 0,-9-10 0 16,3 3 0-16,7 1 0 0,-4-4-391 15,6 0-264-15,3 3-184 0,2-2-64 16,2-1 92-16,2 0-751 0,5 0-1004 15</inkml:trace>
  <inkml:trace contextRef="#ctx0" brushRef="#br0" timeOffset="108763.85">15916 13650 4458 0,'-37'5'-100'0,"-14"8"69"0,-6 8 59 0,2 8 54 0,0 8 46 0,-6 17 33 0,1 10 40 0,7 9 38 16,9 7-2-16,6 9 0 0,3 8-11 0,11 2-20 16,11 0-22-16,5-1-16 15,17-1-17-15,9-6-11 0,12-4-14 0,14-12-11 0,13-7-13 16,13-10-8-16,16-12-6 16,9-10-16-16,5-15-17 0,-13-14-40 0,3-12-29 15,22-14-15-15,-3-11-3 0,-8-12 6 16,-4-6-1-16,-4-7 5 0,-7-5 5 0,-5-9 7 15,-13-6-2-15,-11-9 8 0,-10-4 11 16,-8-4-2-16,-14-6 7 0,-16-5-1 0,-12 2-5 16,-17 0-2-16,-12 0-1 0,-10 1 2 15,-11 7-9-15,-12 13-3 0,-6 13-2 0,-5 13-18 16,0 13-29-16,7 19-37 16,-5 13-58-16,-2 11-70 0,-6 9-109 0,-16 12-126 15,11 2-156-15,5 6-181 0,23-5 78 16,6-1-567-16,1 1-740 0</inkml:trace>
  <inkml:trace contextRef="#ctx0" brushRef="#br0" timeOffset="112827.92">17556 14379 4385 0,'-27'-3'361'0,"7"1"-141"0,4-1-52 0,5 1 2 0,0 2 11 0,11 0 22 0,-15-4 23 16,15 4-21-16,-8-3-16 0,8 3-23 15,0 0-8-15,31-11-23 0,5 5-13 16,3 1-13-16,8-1-37 0,0 1-63 15,-3 2-69-15,-1 1-73 0,0-2-79 0,-5 2-102 16,-8 0-110-16,-5 0-127 0,-4-1-195 16,-6-1 25-16,-4 1 69 0,-2 0-459 15,-9 3-580-15</inkml:trace>
  <inkml:trace contextRef="#ctx0" brushRef="#br0" timeOffset="113078.81">17712 13827 3216 0,'0'-22'100'0,"3"5"27"16,-1 5 11-16,-2 1 6 0,2 5 5 16,-2 6 61-16,0 0 71 0,0 0 32 0,0 0 26 15,5 61 8-15,-6-5 3 0,1 9-24 16,-2 2-23-16,-2 7-23 0,-1 2-27 0,4 1-23 16,-1-3-24-16,-2-4-20 0,2-3-18 15,0-4-17-15,2-4-16 0,-2-14-15 0,2-7-8 16,0 0-105-16,0-10-7 0,-1-6 0 15,1-4 0-15,-2-5 0 0,4 0-135 0,-2-4-151 16,1-4-154-16,-1-5-152 0,4 3-161 16,-4-3-111-16,0 0 87 0,20-32-700 15,-6 5-926-15</inkml:trace>
  <inkml:trace contextRef="#ctx0" brushRef="#br0" timeOffset="113310.6">18347 13621 4484 0,'2'-19'152'16,"1"5"-10"-16,-3 4-15 0,2 8 36 0,-2 2 95 16,0 0 57-16,3 31 8 0,-3 8-1 15,0 6-13-15,-2 19-24 0,-1 4-20 0,-4 3-26 16,2 3-23-16,-3-2-25 0,3-1-20 16,-4 1-14-16,4 3-85 0,-1-9-72 15,3-4 0-15,1-2 0 0,-2-16 0 16,2-5 0-16,0-2 0 0,1-8 0 0,-1-8 0 15,-1-7 0-15,3 1-297 0,0-5-194 16,-2-3-178-16,2-7-258 0,0 0 84 0,0 0 91 16,0 0-681-16,16-26-882 0</inkml:trace>
  <inkml:trace contextRef="#ctx0" brushRef="#br0" timeOffset="113896.21">18784 14393 4048 0,'-14'-5'68'0,"5"1"40"0,2 0 48 0,7 4 41 0,-11-6 66 0,11 6 28 16,-5-7 1-16,5 7 2 0,16-10-2 0,0 3-9 15,18-3-26-15,9 0-26 0,2 4-26 16,12-2-21-16,3 1-15 0,-14 2-53 0,-3 1-66 16,3 1-84-16,-10-1-93 0,-1 0-90 15,-10 2-99-15,0-1-122 0,-9 2-111 0,4-3-155 16,-6-3-69-16,-4 3 79 0,0-2-548 15,-7 2-704-15</inkml:trace>
  <inkml:trace contextRef="#ctx0" brushRef="#br0" timeOffset="114095.19">19226 13914 3262 0,'-2'-14'53'0,"-2"2"48"0,0 4 6 16,4 3 0-16,0 5 60 0,0 0 81 0,0 0 54 15,-14 25 20-15,3-4 7 0,2 16-19 16,0 0-29-16,-3 11-27 0,6-5-26 0,-1 0-21 15,3-1-24-15,1-1-21 16,-6 1-35-16,6-7-70 0,-5 2-79 0,5-4-81 16,-3 1-99-16,0-10-126 0,0-2-138 15,-1-3-195-15,-4-2-105 0,-1-2 79 0,0-5-528 16,0-2-678-16</inkml:trace>
  <inkml:trace contextRef="#ctx0" brushRef="#br0" timeOffset="114876.93">19955 13964 4287 0,'-23'-12'444'0,"-1"1"-95"0,9 3-23 0,2 1 0 0,5 2-13 0,-4 0-24 15,9 0-21-15,1 0-51 0,2 5-17 0,7-12-18 16,7 3-19-16,6 2-17 0,17 2-16 16,-2 5-15-16,6 3-12 0,3 6-14 0,4 6-9 15,-9 10-8-15,-4 4-3 0,-14 0-46 16,-7 4-23-16,-11 6 0 0,-5 4 0 0,-13 8 0 16,-7 0 0-16,-5-3 0 15,-4-1 0-15,1-4 0 0,-3-5 0 0,12-11 0 16,2-3 0-16,6-5 0 0,4-6 0 15,0-1 0-15,6-3 0 0,4-2 0 0,10-2 0 16,5-2 0-16,13-1 0 0,14-2 0 16,5-2 0-16,2-1 0 0,-3 1 0 0,-2-3 0 15,-4 2 0-15,-3 1 0 0,-7-1 0 16,-6-1 0-16,0 1 0 0,-1-1 0 0,0-1-916 16,-2 1-75-16,-1-4 106 0,0 1-951 15,8-5-1263-15</inkml:trace>
  <inkml:trace contextRef="#ctx0" brushRef="#br0" timeOffset="115094.49">21025 14072 5622 0,'-17'-8'266'0,"6"1"31"0,1 1 22 15,2 2 31-15,8 4-6 0,-7-7 1 16,7 7-22-16,7-10-30 0,9 6-261 0,8-1-32 15,17-2 0-15,4 1 0 0,14 2 0 16,-7 0 0-16,9 1 0 0,-11-1 0 0,-3-2 0 16,-1 2-543-16,-8-4-176 15,0 1-196-15,-4-1 59 0,-9 0 93 0,-8-1-732 16,-6 1-941-16</inkml:trace>
  <inkml:trace contextRef="#ctx0" brushRef="#br0" timeOffset="115276.92">21547 13658 4125 0,'-7'-12'44'0,"0"4"27"15,4 1 11-15,-3 5 11 0,6 2 81 16,0 0 80-16,-23 25 61 0,7 2 38 16,0 8 2-16,-1 13-6 0,0 3-21 0,0 7-26 15,3 0-30-15,1 0-30 16,3 0-21-16,1-2-21 0,1-1-24 0,-2-4-44 16,3-10-55-16,-1-2-66 0,1 0-78 15,-3-8-89-15,1-1-101 0,-1-7-119 0,0-6-138 16,-1-4-138-16,0-3-204 0,1-3 66 15,-1-1 90-15,2-6-595 0,9 0-754 0</inkml:trace>
  <inkml:trace contextRef="#ctx0" brushRef="#br0" timeOffset="116226.84">22222 13728 5308 0,'0'-12'214'0,"0"2"-50"0,0 3-15 0,2-1 0 0,1 1-9 0,7-2 14 16,0 5-28-16,1-1-1 0,4 1-10 16,0 6 6-16,6 2-21 0,6 7 3 0,-2 5 15 15,-3 5-3-15,-4 9 4 16,-9 4 23-16,-3 4 16 0,-10 5 35 0,-5 10 35 16,-11-3-78-16,0-2-150 0,-1-3 0 15,-2-6 0-15,10-10 0 0,4-8 0 0,-2-4 0 16,8-3 0-16,1-1 0 0,4-3 0 15,1 2 0-15,11-7 0 0,8 1 0 16,17 0 0-16,12-6 0 0,18-3 0 0,5-2 0 16,5-4 0-16,-2 3 0 0,4 0 0 15,-7-2 0-15,-3-1 0 0,-5 3 0 0,-1 0-310 16,-4 1-741-16,0 2 123 16,-2-2-1079-16,-5-6-1424 0</inkml:trace>
  <inkml:trace contextRef="#ctx0" brushRef="#br0" timeOffset="116410.49">23352 13793 5972 0,'-23'-9'116'0,"6"1"33"15,-1 1 51-15,9 2 25 0,2 0 5 0,7 5-2 16,-4-6-17-16,4 6-22 0,25-8-18 16,13 2-21-16,7 1-54 0,16 1-77 15,0 0-93-15,2 0-98 0,-11 0-115 0,-6 2-156 16,-3-2-142-16,-1-4-152 0,-5 1-80 15,-3-3 84-15,-7-5-664 0,-9 7-850 16</inkml:trace>
  <inkml:trace contextRef="#ctx0" brushRef="#br0" timeOffset="116627.4">23729 13331 4056 0,'-21'-26'17'0,"4"1"54"16,-2 1 66-16,5 5 58 0,5 5 45 15,0 2 32-15,0 2-13 0,6 3-16 0,-3 4-25 16,6 3 61-16,0 0 15 0,-2 36-2 15,1 8-17-15,-1 21-19 0,0 7-18 0,-4 4-16 16,1 3-17-16,-7 20-17 16,-5 1-17-16,0-6-108 0,-1-4-63 0,5-20 0 0,-6 19 0 15,4-21 0-15,-1-4 0 16,1-4 0-16,2-4 0 0,-4-11 0 0,11-9 0 16,1-12-308-16,0-5-331 0,7-9-233 15,5-9-19-15,-7-1 88 0,20-15-788 0,17-12-1032 16</inkml:trace>
  <inkml:trace contextRef="#ctx0" brushRef="#br0" timeOffset="116893.53">24325 13459 4780 0,'7'-9'140'0,"-3"0"6"0,-3 3-2 0,7 4 22 16,-8 2 28-16,17 0 39 0,-4 4 12 15,5 10-6-15,0 9-3 0,2 8-5 16,-7 4-4-16,-3 17 2 0,-10-4 1 0,-9 13 1 15,-2 2 6-15,-6-2 25 0,-2-1-241 16,2-4-21-16,0-10 0 0,7-11 0 0,-1-4 0 16,5-8 0-16,5-3 0 0,2-5 0 15,9-3 0-15,15 4 0 0,26 3 0 0,25-6 0 16,35 1 0-16,9-4 0 0,7-3 0 16,1-7 0-16,-2-5 0 0,-6-4 0 0,-6-4 0 15,-5 1 0-15,-1 3-460 0,3 4-564 16,-21 2-1257-16,-4 4-1681 0</inkml:trace>
  <inkml:trace contextRef="#ctx0" brushRef="#br0" timeOffset="123975.86">26389 13626 6092 0,'-15'-5'-144'0,"15"5"35"0,-15-7 37 0,7 4 35 0,8 3 39 0,-9-6 43 0,9 6 38 0,-5-3 31 15,5 3 5-15,0 0 11 0,11-12-8 16,8 5-16-16,13 0-9 0,10 0-14 15,1 3-6-15,7 0-12 0,9-3-2 16,-12 5-16-16,-2-1-41 0,-1 1-40 0,-4 2-59 16,-6 0-78-16,-7 0-108 0,-4 2-126 15,-5-2-118-15,2 0-220 0,-7 2 9 0,-1 1 85 16,-7 1-459-16,1 1-578 0</inkml:trace>
  <inkml:trace contextRef="#ctx0" brushRef="#br0" timeOffset="124175.46">26529 13774 3501 0,'0'0'263'0,"-22"-2"-16"0,22 2 19 0,-12 0 29 0,12 0 42 15,0 0 19-15,0 0 0 16,-14-1-19-16,14 1-25 0,0 0-32 0,0 0-25 16,0 0-26-16,46 1-25 0,-19 1-19 15,-1-2-23-15,16 2-55 0,-2-2-64 0,-6 0-68 16,-5 0-97-16,1 0-81 0,-3 0-80 15,-4 0-103-15,-4 0-104 0,2 0-128 0,-6 0-200 16,-4-2 67-16,1 0 86 0,0 1-483 16,-5-1-614-16</inkml:trace>
  <inkml:trace contextRef="#ctx0" brushRef="#br0" timeOffset="124525.69">27780 13326 3521 0,'-1'-15'185'0,"-3"2"13"0,0 5-7 16,4 1-8-16,0 7 1 0,0-5 37 15,0 5 56-15,0 0 22 0,6 27 0 16,-4-1-6-16,1 15-17 0,1 5-30 0,-2 12-21 16,3-2-23-16,-4-10-19 0,-1 2-21 15,0 1-11-15,0-3-17 0,0-2-12 0,-1-4-13 16,-2 2-11-16,-1-6-10 0,-2-2-14 16,3-8-69-16,-3-3-85 0,1-2-90 0,-4-3-107 15,4-2-120-15,-1-4-145 0,3-3-187 16,1-5-109-16,0 0 82 0,2-4-651 0,0 0-859 15</inkml:trace>
  <inkml:trace contextRef="#ctx0" brushRef="#br0" timeOffset="124775.71">28011 13648 4099 0,'17'-29'32'16,"1"6"42"-16,-5 3 47 0,-1 5 41 16,1 3 30-16,-1 3 16 0,0 3 5 15,1 6 0-15,-13 0 1 0,25 10 11 0,-13 4 31 16,-2 6 13-16,-9 4 20 0,-1 3 16 15,-7 10 9-15,-11 7 9 0,-5 1 3 0,-2-2 6 16,-4-4-308-16,4-1-24 0,4-9 0 16,6-4 0-16,3-8 0 0,5-3 0 15,1-2 0-15,6 0 0 0,6-3 0 16,5 2 0-16,10-5 0 0,4-2 0 0,3-4 0 0,14-4 0 16,2-2 0-16,9-9 0 15,1 3 0-15,3-7 0 0,-2 2 0 0,-6-12-214 16,3 2-847-16,-2-6 104 0,-5-1-1070 15,1-4-1441-15</inkml:trace>
  <inkml:trace contextRef="#ctx0" brushRef="#br0" timeOffset="125109.12">28280 12839 5148 0,'-78'0'-173'0,"-10"8"68"0,-22 9 87 0,-3 16 79 16,4 14 61-16,7 9 75 0,5 11 46 0,5 13 50 15,10 10 20-15,10 6 3 16,11 4-2-16,13 9-10 0,19 1-23 0,17 0-24 16,17-1-24-16,15-5-24 0,23-3-17 15,12-6-188-15,19-6-4 0,10-9 0 0,10-13 0 16,4-15 0-16,8-11 0 0,-2-20 0 16,-20-13 0-16,2-14 0 0,17-15 0 0,-8-10 0 15,-2-8 0-15,-5-13 0 0,-10-8 0 16,-2-8 0-16,-7-9 0 0,-8-5 0 0,-6-7 0 15,-7-6 0-15,-12-6 0 0,-11 1 0 16,-16 4 0-16,-13 28 0 0,-8 10-77 16,-19 11-170-16,-13 12-35 0,-17 10-44 15,-15 11-57-15,-14 13-72 0,-32 12-85 0,-3 13-124 16,-4 10-120-16,6 7 72 0,1 7-554 16,3 10-725-16</inkml:trace>
  <inkml:trace contextRef="#ctx0" brushRef="#br0" timeOffset="125308.43">26982 14841 4129 0,'0'0'434'16,"0"0"-1"-16,0 0-3 0,38-15-12 0,12-2-17 16,15 0-23-16,30-9-30 0,7 1-31 15,7 1-36-15,2 0-28 0,1 2-33 0,-5 2-71 16,-6 3-149-16,-24 5 0 0,-9 1 0 15,-9 0-195-15,-14 6-113 0,-8 1-136 0,-8 0-131 16,-9 4-146-16,-6-3-136 0,-6 2 77 16,-8 1-686-16,0 0-915 0</inkml:trace>
  <inkml:trace contextRef="#ctx0" brushRef="#br0" timeOffset="126042.83">27138 14748 4208 0,'-19'9'86'0,"6"-7"26"0,4 2 7 0,-1-1 12 0,10-3 18 0,-4 5 32 0,4-5 17 0,0 0 24 15,0 0 9-15,57-6-21 0,-15 0-16 16,11-3-42-16,7 0-14 0,-1 0-17 16,-2 0-25-16,-12 3-65 0,1 1-40 0,-4 1-41 15,-12 1-37-15,-5 1-24 16,-3 4-3-16,-9 0 6 0,-3 2 12 0,-10-2 13 0,0-2 21 15,-16 16 37-15,-13-3 30 16,-7 2 42-16,-1-2 39 0,-12 3 58 0,12-7 53 16,4 0 37-16,8-4 3 0,6 1-11 15,4-3-14-15,4 2-8 0,1-2-1 0,4 0-5 16,6-3-13-16,0 0-22 0,0 0-147 16,44 4-16-16,-14-4 0 0,15-1 0 0,-2-2 0 15,0 0-18-15,-2 0-315 0,-3 0-134 16,-8 3-149-16,-6-4-199 0,-5 3-50 0,-4-2 94 15,-3 3-694-15,-3 0-912 16</inkml:trace>
  <inkml:trace contextRef="#ctx0" brushRef="#br0" timeOffset="126992.8">7485 17241 3305 0,'-12'-17'19'0,"9"1"-17"0,5-1-10 0,7-2 3 0,14-8 5 0,13-10-15 0,8-4 2 0,8 4 5 0,16-7 1 15,4 4-1-15,-12 11 2 16,1 3-7-16,-4 4-13 0,0 5-17 0,-17 6-13 15,-6 3-4-15,-9 8 3 0,-13 2 9 16,-8 4 0-16,-11 7 9 0,-17 9 26 0,-17 9 19 16,-7 1 27-16,-13 1 20 0,3-3 31 15,3-2 42-15,5-5 32 0,16-5 17 16,5-2-8-16,9-7-11 0,6 1-14 0,8-8-13 16,6-2-11-16,0 0-11 0,52-14-12 15,7-9-9-15,29-10-12 0,7-1-32 16,2-2-41-16,-2 2-38 0,-7 5-21 0,-19 7-6 15,-14 5-14-15,-14 5 7 0,-6 1-2 16,-14 8 18-16,-12 0 27 0,-6 3 33 16,-3 0 25-16,0 0 18 0,-68 17 18 15,11-5 4-15,-1 3-8 0,1-1-3 0,1 4-15 16,18-4-33-16,3 0-106 0,11 1-139 16,12 2-213-16,9-2-217 0,4-2 77 15,5 1-267-15,6-1-337 0</inkml:trace>
  <inkml:trace contextRef="#ctx0" brushRef="#br0" timeOffset="134991.07">29141 7386 4493 0,'-14'-3'221'0,"2"-1"-64"0,2 3-21 0,5 0 23 0,5 1 14 0,0 0-2 15,0 0 4-15,15-15-16 0,8 7-22 16,15-3-3-16,17-1-22 0,10-1-14 16,3 1 10-16,7 2-21 0,-3 1-55 15,1 4-60-15,-5 1-76 0,-3 3-112 16,-12-1-135-16,-7 2-166 0,-2-1-216 0,-8 1 22 16,-9 0 81-16,-7 0-480 0,-2 1-578 15</inkml:trace>
  <inkml:trace contextRef="#ctx0" brushRef="#br0" timeOffset="135223.13">29995 7165 3353 0,'4'-8'154'0,"-3"0"11"15,-1 8-5-15,4-4 16 0,-4 4 31 16,0 0 21-16,0 0 24 0,0 0 9 0,34 12 5 16,-22-2-13-16,1 1-23 0,7 13-21 15,-6-2-18-15,0 0-17 0,-8-1-6 0,-1 3-19 16,-5 1-15-16,-3 9-13 0,-5 1-13 15,-6-3-3-15,2 0-12 0,-3-3-14 16,-5 1-12-16,1 0-24 0,-1-7-48 0,-3-1-55 16,1-2-51-16,6-5-71 15,-2-2-91-15,5-7-111 0,-1-3-146 0,5-4-207 16,9 1-15-16,-9-16 78 0,11 1-563 16,11-14-700-16</inkml:trace>
  <inkml:trace contextRef="#ctx0" brushRef="#br0" timeOffset="135459.41">30922 6735 3792 0,'3'-12'166'0,"1"3"-15"16,-2 4-13-16,-2 5 36 0,0 0 44 0,0 0 34 16,5 31 7-16,-1-5-13 0,-6 10-16 15,2 7-26-15,0 2-41 0,-2 3-16 0,2 1-16 16,0-4-17-16,0 1-55 0,2-4-50 15,0-3-61-15,-2-3-66 0,2-7-68 16,-2-5-70-16,2-5-72 0,-2-4-62 16,2-3-82-16,-1-4-148 0,4-2-35 0,-1-6 66 15,-4 0-359-15,0 0-427 0</inkml:trace>
  <inkml:trace contextRef="#ctx0" brushRef="#br0" timeOffset="135739.23">31042 6675 2605 0,'2'-25'85'0,"-1"9"46"15,1 3 2-15,0 3-6 0,2 2 29 16,-1 3 30-16,7 2 24 0,-10 3 20 0,32 1-2 16,3 6-12-16,3 5-22 0,14 7-15 15,0 7-16-15,4 1-16 0,-3 4 1 16,-5 5-25-16,-4 5-11 0,-8 0-7 0,-7 1-6 16,-10 7-10-16,-6 1 9 15,-8-9-1-15,-6 3 12 0,-9 6 21 0,-5-1 21 16,-6-3 7-16,-4-4 2 0,-5-2 4 15,-2-1-9-15,-4-3-20 0,-5-1-7 0,-3-5-14 16,2-2-12-16,-3-3-13 16,-2-5-20-16,8-7-52 0,-1-3-57 0,6-4-75 0,3-5-73 15,8-2-102-15,2-6-112 16,4-6-140-16,4-3-178 0,5-4-57 0,8 2 83 16,4-4-590-16,10-7-742 0</inkml:trace>
  <inkml:trace contextRef="#ctx0" brushRef="#br0" timeOffset="135992.46">32014 7077 3789 0,'-14'-3'53'0,"14"3"8"0,-17 0 24 0,17 0 47 15,0 0 37-15,0 0 19 0,-14 3 12 16,14-3-1-16,0 0-15 0,0 0-18 16,0 0-20-16,69-6-20 0,-23 1-61 0,15 0-73 15,0-2-109-15,0-2-140 0,-6-1-190 16,2 3-256-16,-4-3 40 0,-12 1 65 0,-3 3-344 16,-10 2-422-16</inkml:trace>
  <inkml:trace contextRef="#ctx0" brushRef="#br0" timeOffset="136223.26">32437 6853 2882 0,'0'0'131'0,"0"0"-17"16,-9-4 17-16,9 4 41 0,0 0 36 16,0 0 24-16,27 14 0 0,-11-3-10 0,-1 3-14 15,8 5-25-15,-2 7-12 0,-4-1-19 16,-3 4-16-16,-5 0-6 0,-6-2-17 15,-4 0-10-15,-5 3-10 0,-4 2-8 0,-7-3-9 16,-4 0-31-16,-2-2-37 0,-3-4-52 16,-1-1-72-16,0-5-91 0,1 1-97 0,-3-7-111 15,10-1-158-15,2-5-109 0,3-1 67 16,5-3-362-16,9-1-453 0</inkml:trace>
  <inkml:trace contextRef="#ctx0" brushRef="#br0" timeOffset="141556.51">14000 4202 997 0,'-26'7'402'0,"-3"-3"-151"0,5-1-71 0,-5-1-32 0,-11 1-20 16,-6 1-18-16,2 0 0 0,-1 0 19 15,-1-1 17-15,4 2 20 0,2-3-6 0,14 0-10 16,2 0-17-16,5 0-13 0,6-1-15 16,2 2-9-16,3 1-11 0,8-4-4 0,0 0-4 15,38 17-11-15,27-9 1 16,28-6-11-16,51-6-9 0,32-9-3 0,82-5-1 15,16 0-12-15,20 0 5 0,16 0-7 0,6-2-4 16,3 7 0-16,6-1-2 16,-10 0-9-16,-12 4 5 0,-13 3 18 0,-18 2 4 15,-23 1 15-15,-71 2 8 0,-14 2 3 16,-15-1 4-16,-20-4-1 0,-35 5-4 0,-20-2-8 16,-21 2 1-16,-7-2-4 0,-6 0-8 15,-11 1 4-15,-6-1-7 0,-7 0-3 0,-2 2-7 16,-3-4-13-16,-11 4-34 15,11-1-52-15,-11 1-84 0,0 0-95 0,0 0-110 0,0 0-154 16,0 0-146-16,-43 0 68 0,16 5-301 16,-12-1-370-16</inkml:trace>
  <inkml:trace contextRef="#ctx0" brushRef="#br0" timeOffset="142807.79">2924 11165 2669 0,'7'-18'116'0,"-2"6"18"0,-3 2-9 0,0 1-14 0,0 3-13 0,-2 6-11 0,0 0 50 0,0 0 19 16,0 0 22-16,-18 26 11 0,0-3 0 15,0 3 3-15,-3 0-7 0,1 2-1 0,-7 6-13 16,4-6-7-16,2 0-3 0,0-3-11 16,4-3-16-16,2-2-10 0,5-6-6 0,2-5-10 15,1 0-13-15,3-2 4 0,-1 0 34 16,0-4 21-16,5-3 5 0,0 0-14 0,0 0-18 15,0 0-12-15,7-35-10 0,6-4-15 16,6-11-4-16,3-4-25 0,3-4-12 16,4 4-9-16,-1 6-7 0,-1 8 5 15,-4 2-10-15,-4 13-8 0,0 5 3 16,-1 5-7-16,-4 6-6 0,4 6 2 0,-3 1-4 16,10 5 3-16,0 2-25 0,7 9 1 15,2 3 1-15,10 2 8 0,-11 0-4 0,7 5 7 16,-8-4-2-16,-2 0-2 0,-5-2-4 15,0 0 5-15,-8-3-9 0,-6-5 4 0,1 1 3 16,-5-3-1-16,-1 1-2 0,-4-2 6 16,-2-1 7-16,-6 5-3 0,-5-3 4 0,-6 3-2 15,-4-3-3-15,-16 2-3 0,1 1 7 16,-5-3-2-16,-2-4 4 0,4 2-3 16,-1 0 1-16,9-5 3 0,6 1-10 0,4 0 4 15,3-1 2-15,4-1-7 0,-1 0-32 16,3 0-43-16,12 0-46 0,-17 0-58 15,9 2-71-15,8-2-102 0,-11 3-105 16,11-3-117-16,0 0-221 0,0 0 69 0,0 0 78 16,0 0-435-16,32-13-559 0</inkml:trace>
  <inkml:trace contextRef="#ctx0" brushRef="#br0" timeOffset="143191.07">3767 10435 2884 0,'9'-25'54'0,"0"5"68"0,-6 5 20 0,3 3-14 0,-3 6 7 16,-1 4 48-16,-2 2 52 0,0 0 28 0,-2 44 1 15,-3-4-3-15,-1 13-21 0,-6 4-20 16,1 1-16-16,-2 2-17 0,1 3-18 0,1-3-13 16,-1 1-29-16,5-3-21 0,3-5-8 15,0-11-3-15,1-2-15 0,3-3-10 0,-2-8-4 16,2-7-8-16,0-3-10 0,0-6-7 15,0-1 1-15,2-2-17 0,-4-4-15 16,2-6-9-16,0 0-1 0,0 0 1 0,0 0-5 16,0 0 0-16,-6-33 1 15,-4 13 3-15,-6-3-2 0,-8 3-2 0,1-1 3 0,-5 6-9 16,-3 5 3-16,1 6 5 16,5 4 1-16,-13 6 9 0,7 6-8 0,5 2-7 15,5 1 9-15,9 2-1 0,3-1-3 16,5 0 2-16,4 3-1 0,2-2 15 0,7 3-13 15,1-3-8-15,9 4-44 0,4-2-60 16,4-5-76-16,0 1-118 0,0-6-118 0,0-8-167 16,2-1-177-16,1 0 72 0,6-5-515 15,5-2-673-15</inkml:trace>
  <inkml:trace contextRef="#ctx0" brushRef="#br0" timeOffset="143421.21">4089 10936 3527 0,'4'-12'114'0,"-2"3"16"0,0 4 6 0,-2 5-2 16,3-9 14-16,-3 9 8 0,0 0 37 16,0 0 34-16,0 0 15 0,18 20-28 15,-12-5-11-15,-3 6-20 0,-1 3-15 0,0 3-9 16,-4 9-18-16,-3 5-16 16,-3-4-13-16,-8 12-7 0,0-1-23 0,-9 0-36 15,-2 0-47-15,-7-5-39 0,5-2-48 16,-3-5-63-16,3-3-52 0,4-11-68 0,4-10-67 0,6-4-74 15,1-7-94-15,3-5-179 16,4-6 33-16,0-7-436 0,4-4-558 0</inkml:trace>
  <inkml:trace contextRef="#ctx0" brushRef="#br0" timeOffset="143539.38">4032 10767 2654 0,'7'-5'-236'0,"-7"5"-26"0,0 0-103 15,8-2-244-15,-8 2-109 0</inkml:trace>
  <inkml:trace contextRef="#ctx0" brushRef="#br0" timeOffset="144471.26">4175 10914 1757 0,'0'0'134'0,"15"-3"46"0,-15 3 15 15,0 0 4-15,0 0 8 0,18 0 9 16,-18 0 7-16,11 8-3 0,-4-3-15 15,5 3-19-15,-3 3-16 0,2 6-15 0,-5-3-22 16,0 5-6-16,-2 1-13 0,-2 0-4 16,-4 3-12-16,-2 1-5 0,-2-4-10 0,-3 12-7 15,-4-7-9-15,1-2-7 16,3-9-5-16,-1-1 2 0,0-3-7 0,6-5-3 0,-3-4-7 16,7-1-5-16,0 0-4 15,-4-29-7-15,8 9 1 0,5-11-4 0,5 2-5 16,-1 2 2-16,-3 7 8 0,1 5 0 15,-3 3-8-15,-3 4 7 0,2 5 15 0,-7 3 23 16,15 1 13-16,-15-1-5 0,12 16 0 16,-3-2-6-16,0 2-8 0,-2 1-5 15,2 0-4-15,0 1-9 0,0-1 0 0,0-3-3 16,2-2-3-16,-2-3 4 16,0 1-4-16,1-6-5 0,1-1 0 0,3-6-2 15,3-3-5-15,2-4-1 0,8-11-1 16,-3-4 6-16,3-9-6 0,0 0-3 0,-2-1 0 15,-6 3 3-15,1 4 24 0,-2 5 40 16,-5 5-18-16,-3 5-10 0,-1 3-11 0,-3 2-3 16,1 3-2-16,1 3 5 0,-8 2 10 15,0 0-3-15,17 9-5 0,-5 1-4 0,-5 2-3 16,1-3-11-16,1 4 4 0,-1-3 3 16,3 0-4-16,-3 1-13 0,2-1 0 15,-3-2-2-15,-3-4-2 0,0-1 4 0,-4-3 10 16,14 5-19-16,-14-5-10 0,0 0-11 15,20-10-6-15,-10 0 3 0,1-2-3 16,-2-5 0-16,9-10 2 0,-3-4-5 0,2-1 0 16,0-9 1-16,1 7 5 0,-6 6 7 15,-1 6-6-15,-4 7 3 0,0 1 0 0,-1 4-1 16,-1 3-8-16,-2 5 14 0,-3 2 23 16,0 0 4-16,0 0 1 0,6 19-3 15,-8-5 5-15,2 0 0 0,-2 1-6 0,2 0 2 16,0 3-4-16,0 0-12 0,2 1 3 15,0-4-11-15,2 1-35 0,-1 0-39 16,-1-5-29-16,2 1-27 0,-1-1-32 0,2-2-16 16,-1-4-14-16,-4-5-13 15,9 7-11-15,-3-7 3 0,-6 0 18 0,0 0 29 0,21-12 21 16,-14-1 46-16,2-2 26 16,0-6 38-16,0-9 40 0,0-5 47 0,1 2 34 0,-4-2 38 15,1 4 29-15,-1 9 32 16,-2 4-36-16,-3 5-11 0,2 5-27 0,-3 8-2 15,0 0 25-15,0 0-9 0,0 0-10 16,-8 29-12-16,4-11-12 0,0 5-8 0,3-5-7 16,-1 1-37-16,2 1-42 0,3-4-48 15,1 5-52-15,0-3-36 0,4-1-7 16,-2-3-18-16,-1 1 5 0,-3-5 28 0,2-3 10 16,-2-2 17-16,-2-5 16 15,0 0 15-15,0 0 22 0,0 0 26 0,0 0 20 0,0 0 9 16,0 0 14-16,0 0-9 0,0 0 5 15,0 0-1-15,0 0-2 0,0 0-3 0,0 0-3 16,0 0 2-16,0 0-11 16,0 0-50-16,12 0-86 0,-12 0-112 0,0 0-119 15,9 3-185-15,-9-3-105 0,7 4 72 16,-7-4-371-16,6 4-443 0</inkml:trace>
  <inkml:trace contextRef="#ctx0" brushRef="#br0" timeOffset="176765.64">6014 10507 2581 0,'-2'-7'360'0,"0"2"-148"0,2 5-32 0,-4-10 2 0,4 10-12 0,-1-7-4 0,1 7-8 15,0 0 7-15,0 0 16 0,0 0 2 0,9 32-2 16,-2-3-10-16,3 4 2 15,1 2-13-15,0 1-3 0,1 0-8 0,1 2-1 0,-4-4-1 16,0 0-13-16,-2-3 15 16,-1-8-5-16,-1-3-8 0,2-1-7 0,-2-5-18 15,-3-3-7-15,2 0-4 0,-2-4-11 16,2 0-12-16,-4-7-8 0,0 0-10 0,0 0-16 16,0 0-13-16,3-23-17 0,-5 6-24 15,2-7-4-15,-5-11-5 0,1-1 10 16,0-1-3-16,-1 4-1 0,0 6 1 0,3 8 1 15,-1 3 4-15,1 3-1 0,-2 3 1 16,4 0 1-16,0 10 11 0,6-5 3 0,-6 5 1 16,0 0 1-16,0 0 8 0,28 11-1 15,-14-5-6-15,1 6 2 0,1-3-1 16,0 2-4-16,2-2 9 0,0-1-7 16,-2-1-4-16,5-4 3 0,-8 2 3 0,1-3-1 15,-1 0-5-15,2-4-1 0,-1 0 7 16,-3-4 1-16,3-3-6 0,-1-1-4 0,-4-4 0 15,3-1 7-15,-3-1-3 0,-2 3-5 16,0 1 2-16,-2 2-1 0,3 2 1 0,-3 2 7 16,-1-1 4-16,0 3 0 0,-4 4 2 15,0 0-1-15,14-2-9 0,-14 2 5 0,14 8-4 16,-5-2-5-16,0-1 5 16,2 3-3-16,5 0-6 0,-3-1 0 0,2 0-19 15,-2-2-10-15,1-3-3 0,-1 2-8 16,-1 0-8-16,1-2-9 0,-4-2-5 0,-9 0-7 15,22-6-13-15,-13 0-15 0,-1 1-29 16,1-6-29-16,-1-2-33 0,-3-4-35 16,4-3-29-16,-2-1 1 0,0 1 12 0,-1-1 15 15,1 3 26-15,0 2 20 0,-2 1 25 16,-1 1 38-16,2 4 39 0,-5 2 49 0,3-1 39 16,0 4 41-16,0 0 45 15,-4 5 26-15,12-4 20 0,-12 4 1 0,0 0-8 0,24 12-6 16,-12-3-13-16,1-1-12 15,2 6-8-15,3-2-10 0,-2 1-11 0,9 3-15 16,-5-2-29-16,-4-2-23 0,2 0-21 16,-5-2-24-16,3-1-20 0,-7-2-24 0,0 0-31 15,1-3-17-15,-2 1-24 0,-5-1-9 16,-3-4-4-16,6 2 9 0,-6-2 13 0,0 0 16 16,0 0 18-16,-4-25 24 0,0 8 22 15,-5-13 24-15,1-6 39 0,-5-12 42 0,0-3 26 16,-1 1 20-16,5 11 12 0,3 2 11 15,-2 13 6-15,4 5 1 0,2 4-1 16,-1 4-9-16,1 3 0 0,2 5-1 0,0 3-10 16,0 0-7-16,0 0-8 0,13 20-12 15,-3-5-7-15,1 1-8 0,9 8-5 16,-4 1-24-16,5-4-34 0,3 1-41 16,-6-2-51-16,1-2-61 0,-1-2-57 0,-5-4-42 15,-4-3-35-15,1 3-9 0,-2-3-3 16,-3 0-7-16,-3 2 17 0,0-3 15 0,-4 2 30 15,0-1 28-15,-1 1 50 0,-5-3 57 16,0 1 54-16,0-2 46 0,5-1 52 0,-3 0 38 16,6-5 26-16,-9 7 1 0,4-5 14 15,5-2 19-15,0 0 11 0,0 0-4 0,0 0-13 16,0 0-13-16,0 0-16 16,25 2-36-16,-25-2-54 0,23-4-63 0,-10 2-82 15,1 0-126-15,1 1-179 0,2-1-55 16,-2 0 59-16,5 1-143 0,-5 1-81 0</inkml:trace>
  <inkml:trace contextRef="#ctx0" brushRef="#br0" timeOffset="177381.42">3685 11913 1682 0,'-17'-12'143'0,"1"2"26"0,0 3-6 0,2-1-12 0,1 1-2 0,-1 0 13 0,3 2 29 0,2-1 18 15,-1 3 16-15,2-1 0 0,3 1-17 16,5 3-10-16,-8-1-12 0,8 1-13 0,0 0-10 16,0 0-4-16,29 0-5 0,9-6-10 15,21-7-12-15,13-6-9 0,33-12-11 16,19-10-13-16,54-25-8 0,14-6-51 0,12-6-77 16,9-1-85-16,17-4-57 15,19-1 2-15,11 1 15 0,13-4 22 0,5 4 38 16,0 2 43-16,-11 6 34 0,-16-1 18 15,-20 6 4-15,-21 5 2 0,-27 7-3 0,-59 19-3 16,-24 2-33-16,-17 6-36 0,-32 9-10 16,-15 5 12-16,-13 0 33 0,-10 3 36 0,-7 4 21 15,-6-1-10-15,-2 5-1 0,-5-1-18 16,-6 0-16-16,-3 2-45 0,1-1-42 0,-2 2-57 16,-1 2-103-16,5 0-126 0,-2 1-125 15,3 1 40-15,12 0-205 0,-16 1-186 16</inkml:trace>
  <inkml:trace contextRef="#ctx0" brushRef="#br0" timeOffset="-137452.89">9078 5920 985 0,'0'0'475'0,"-13"2"-154"0,13-2-60 0,-14 2-38 0,14-2-7 0,0 0 0 16,-18 0 7-16,18 0-2 0,-14-2 4 15,14 2 4-15,-13 0-4 0,13 0-4 0,0 0-3 16,-12-2 3-16,12 2-15 0,-4-8-18 16,3 3-20-16,1 5-12 0,3-18-18 15,3 5-12-15,8-3-13 0,7-6-19 0,5 0-6 16,4 2 0-16,15-6-16 0,3 0-8 16,4 3-4-16,2 3-5 0,5 4-11 15,0 5 3-15,2 3-6 0,-12 2-6 0,1 6-1 16,-2 1 0-16,9 10-4 0,-6 6 1 15,-1 1-6-15,-7 3-5 0,-2 4 0 0,-7 6-2 16,0-1 3-16,-5 6 0 0,-2-1-2 16,-7 9 19-16,0-3 23 0,-8 4-2 0,-3-6 52 15,-4-1-13-15,-1 3-2 0,-2 2 30 16,-6 1 17-16,-3 6 12 0,-3-1 6 16,-7-2 10-16,-2 3 2 0,-10-4-1 0,-3-3-81 15,-8-3-91-15,-3-3 0 16,-6-2 0-16,0-3 0 0,-9-4 0 0,-1-3 0 0,-4-2 0 15,0-5 0-15,-1-2 0 0,3-3 0 16,7-2 0-16,11-4 0 0,7 0 0 16,5-4 0-16,8 0 0 0,2-1 0 15,4 0 0-15,2-2 0 0,0 1 0 0,1-2 0 16,14 1 0-16,-25-2 0 0,16 0 0 16,9 2 0-16,-19-1 0 0,11-1 0 0,8 2 0 15,-11-3 0-15,11 3 0 0,-11-4 0 16,11 4 0-16,0 0 0 0,-8-3-24 0,8 3-734 15,-4-5-204-15,4 5 69 16,0 0 98-16,5-11-824 0,-5 11-1057 0</inkml:trace>
  <inkml:trace contextRef="#ctx0" brushRef="#br0" timeOffset="-137103.83">9107 6416 4702 0,'3'-7'-11'0,"-3"2"11"0,0 5 22 0,0 0 23 0,0 0 15 0,0 0 68 0,0 0 60 16,0 0 50-16,-11 39 27 0,-4-6 18 0,-7 11 15 15,-5 1 18-15,-4-1 11 0,3 1 3 16,-7 0-18-16,-2-6 2 0,3-3 1 16,6-3-256-16,6-8-59 0,2-2 0 15,9-4 0-15,4-5 0 0,2-2 0 0,5-3 0 16,5 2 0-16,9-2 0 0,3 0 0 15,17 1 0-15,7 0 0 0,0-3 0 0,15 1 0 16,1 1 0-16,4-2 0 0,-16 0 0 16,3-4 0-16,-8 2 0 0,-1-1 0 0,-13-1 0 15,-7 0 0-15,-3 1 0 0,-5-4 0 16,0 0 0-16,-3 2 0 0,-8-2 0 0,13 1 0 16,-13-1 0-16,0 0 0 15,0 0 0-15,0 0 0 0,0 0-652 0,0 0-226 0,0 0-22 16,0 0 84-16,0 0-866 0,0 0-1117 15</inkml:trace>
  <inkml:trace contextRef="#ctx0" brushRef="#br0" timeOffset="-40223.19">24177 1864 3606 0,'6'-29'86'0,"-2"8"61"0,-2 3 84 0,-1 5-10 0,-1 3-15 0,2 0-22 16,2-1-28-16,-2 3-29 0,0 0-28 16,-2 8-20-16,0-5-4 15,0 5 65-15,0 0 25 0,-4 46 33 0,-9 4-2 16,-5 14 9-16,-6 29 31 0,-11 12 17 16,-3 12 23-16,-6 6-15 0,-1 3-20 0,-3 1-10 15,-15 38-5-15,18-41-7 0,-1-6-92 16,2-2-127-16,10-4 0 0,3-8 0 0,5-8 0 15,1-8 0-15,9-20 0 0,1-6 0 16,2-6 0-16,5-5 0 0,-1-14 0 0,1-4 0 16,5-8 0-16,-2-6 0 0,1-5 0 15,2-2 0-15,-1-2 0 0,3-2 0 16,-2-4 0-16,2-4 0 0,0 0 0 16,0 0 0-16,0 0 0 0,19-13-222 0,0-10-385 15,-2-4-111-15,10-12-202 0,4-4 77 16,-1-6 87-16,2-4-647 0,6-20-855 15</inkml:trace>
  <inkml:trace contextRef="#ctx0" brushRef="#br0" timeOffset="-40023.06">23973 1798 4162 0,'-12'-15'57'0,"5"1"28"16,1 3 20-16,6-1 4 0,6-3 13 0,8-2 14 15,13-5 6-15,18-2-14 0,10 2-8 16,12 3-21-16,11 4-8 0,23-1-13 16,3 3-49-16,5-1-87 0,-24 7-98 15,2 5-96-15,-2 0-94 0,3 0-149 16,-6 1-203-16,-3-2 61 0,-15 1-323 0,-15 2-437 16</inkml:trace>
  <inkml:trace contextRef="#ctx0" brushRef="#br0" timeOffset="-39388.08">25080 1869 2646 0,'-11'-5'-2'0,"11"5"18"0,0 0 31 0,-34 10 27 0,5 4 31 0,-3 6 45 0,-9 4 24 0,1 5 21 16,1 4 2-16,5 0 0 0,1 3 11 15,8-1-7-15,10-3-6 0,5 0 7 0,9-6-1 16,2-2-5-16,7 6 3 16,7-2 3-16,6-4-14 0,6-4-3 0,5-3-10 15,7-4-14-15,2-6-16 0,6-6-13 16,12-7-13-16,-1-4-5 0,-3-5-9 0,-1-6-6 16,-7-8 10-16,-5-1-5 0,-6-6-10 15,-3-5-12-15,-8 0-8 0,-9-5-12 0,-4-6-6 16,-6-3-9-16,-8-2-5 0,-5 6-2 15,-5 1-7-15,-5 5-9 0,-10 9-3 16,0 12-10-16,-3 5-8 0,-10 7-16 0,1 4-52 16,-4 8-51-16,0 8-55 0,-11 6-69 15,4 3-88-15,16 2-97 0,3 1-123 0,8-1-187 16,16 1-60-16,3-3 90 16,12-1-481-16,7 5-651 0</inkml:trace>
  <inkml:trace contextRef="#ctx0" brushRef="#br0" timeOffset="-38973.17">26641 1823 3380 0,'13'-9'-57'0,"-2"1"47"0,1 0 55 16,-4-1 55-16,-1 3 72 0,3 0 47 0,-2 0 42 0,-3 0 31 16,1 1 13-16,-1 1-2 0,-5 4-18 0,9-8-22 15,-9 8-27-15,5-4-25 0,-5 4-8 16,0 0 52-16,4 19 28 15,-8-2-24-15,1 15-16 0,-9 4-9 0,0 2 2 16,1 13-17-16,-2 2-15 0,0 1-154 16,-3-1-50-16,5-2 0 0,-3-4 0 0,3-12 0 15,2 0 0-15,-2-4 0 0,6-8 0 16,-1-2 0-16,3-7 0 0,-1-2 0 0,0-2 0 16,2 1 0-16,1-3 0 0,-2-2 0 15,3-6 0-15,0 0 0 0,0 0-452 16,0 0-338-16,27-16-188 0,-6-5 98 0,0-5-851 15,4 1-1165-15</inkml:trace>
  <inkml:trace contextRef="#ctx0" brushRef="#br0" timeOffset="-38572.86">28074 1845 4477 0,'17'-12'-77'0,"-3"0"52"0,-5 3 56 0,-2 3 48 0,2 0 41 0,-6 0 30 15,-3 6 10-15,10-5-5 0,-10 5-11 0,0 0 80 16,0 0 36-16,7 23 10 0,-11-4-2 16,-3 17-3-16,-2 3 3 0,-9 11-7 15,3 3-23-15,-2 1-23 0,2-1-18 0,-4-5-19 16,3 1-16-16,-1-3-16 0,3-11-121 16,3-2-25-16,-2-6 0 0,3-5 0 0,3-3 0 15,1-4 0-15,1-1 0 16,3-3 0-16,-5-1 0 0,6-3 0 0,1-2-115 0,0-5-381 15,0 0-178-15,0 0-266 0,0 0 52 16,23-19 101-16,-9 5-672 16,4-6-909-16</inkml:trace>
  <inkml:trace contextRef="#ctx0" brushRef="#br0" timeOffset="-37757.74">29358 1910 3733 0,'0'0'-151'0,"-7"-9"46"0,7 9 37 0,0 0 41 0,-40 23 49 0,14-6 47 0,-9 10 42 0,3 2 16 15,2 5 26-15,8-5 18 0,7 3 20 16,2-1 23-16,3 1 21 0,10-5 37 16,0-1-13-16,10 3 14 0,1 2-10 15,4-5-14-15,4-1-17 0,4-4-16 16,2-3-20-16,2-3-16 0,-2-5-13 0,-1-4-12 16,1-3-3-16,1-3-3 0,-1-3 4 15,8-6-5-15,-3-3-14 0,1-8-14 0,-5-1-10 16,7-10-22-16,-5-4-88 0,1-4 0 15,-6-1 0-15,-4-3 0 0,-4 10 0 16,-5 2 0-16,-5 7 0 0,-1 4 0 0,-4 3 0 16,-4 4 0-16,-5 0 0 0,-9 3 0 15,-4 2 0-15,-5 4 0 0,-1 4-254 16,-17 5-94-16,-9 4-103 0,11 1-111 16,6 1-140-16,6 1-176 0,12 0 92 0,9-3-646 15,10 3-882-15</inkml:trace>
  <inkml:trace contextRef="#ctx0" brushRef="#br0" timeOffset="-37440.81">30142 2063 3977 0,'5'-3'-24'0,"-5"3"14"16,0 0 10-16,0 0 40 0,0 0 54 16,0 0 54-16,0 0 25 0,0 0 4 0,-13 29-10 15,5-18-14-15,3 7-9 16,-1-1-4-16,2 0-12 0,3 1-7 0,2 1-7 15,5 4-8-15,8 6-8 0,4-3-6 16,5-3-5-16,6-2-12 0,1-1-6 16,3-5-2-16,-5-3-3 0,-4-6 42 0,-6-1 31 15,0-3 15-15,-6-5 5 0,2-2-7 16,3-7-10-16,-5-3-13 0,1-12-12 0,1-4-16 16,-5-3-8-16,-2-4-14 0,-1 1-11 15,-1-2-2-15,-2 9-10 0,-1 7-14 0,0 4-35 16,-4 1-74-16,-3 3-95 0,0 3-85 15,-8 1-106-15,-5 8-139 0,0 1-203 16,-1 2-171-16,1 2 103 0,7 1-636 16,11-3-853-16</inkml:trace>
  <inkml:trace contextRef="#ctx0" brushRef="#br0" timeOffset="-37041.02">31078 1818 4209 0,'-20'-16'113'16,"7"6"22"-16,3-1 25 0,3 7 27 15,1-4 12-15,3 4-3 0,3 4-19 16,0 0-15-16,0 0-15 0,0 0-13 0,53 8-7 16,-4 8-20-16,5 9-8 0,-3 6 0 15,-2 7-4-15,-2 7 4 0,-4 19 27 16,-18-4 18-16,-2 23 18 0,-16-3 60 0,-7 22 6 15,-3 11 24-15,-6-1 0 0,-4 6 30 16,2 4-204-16,-2 2-78 0,0 0 0 16,2-3 0-16,0-2 0 0,-2-1 0 0,1-8 0 15,3-7 0-15,0-26 0 0,-3-7 0 16,-1-8 0-16,0-6 0 0,-6-8 0 0,-4-3 0 16,-4-9 0-16,-6-6 0 0,-8-9 0 15,-7-5 0-15,1-11 0 0,-18-1 0 0,-12-13 0 16,-3-3 0-16,-23-8 0 0,8 3 0 15,20 3 0-15,7-1 0 0,9 2 0 16,14 4 0-16,9 2 0 0,9 1 0 16,-29-30-294-16,45 18-751 0,7 3 115 15,0 1-1084-15,2 1-1430 0</inkml:trace>
  <inkml:trace contextRef="#ctx0" brushRef="#br0" timeOffset="-36140.92">26288 2526 5574 0,'-26'1'-302'0,"-1"2"45"0,5-3 54 0,2 0 60 0,5 2 48 16,2-2 41-16,13 0 26 0,-22 0 18 15,22 0 3-15,-11 0 25 0,11 0 19 0,0 0 13 16,0 0 5-16,49 6-7 0,-4-3-2 16,6-2-11-16,16 3-5 0,7-1-45 15,4 1-61-15,6 2-110 0,1-2-133 0,-1-2-220 16,1-2-108-16,-12-2 62 16,0-2-241-16,-6 0-311 0</inkml:trace>
  <inkml:trace contextRef="#ctx0" brushRef="#br0" timeOffset="-35905.56">27830 2630 2368 0,'-19'-1'203'15,"4"-3"23"-15,5 2-14 0,10 2-14 0,-11-4 12 16,11 4 13-16,0 0 8 0,0 0-18 15,0 0-21-15,0 0-19 0,80 6-20 16,-33-4-48-16,5 0-79 0,0-2-113 0,14 1-134 16,-5-2-162-16,6-3-237 15,-8-2-4-15,-14 1 60 0,0 0-196 0,-9-2-250 16</inkml:trace>
  <inkml:trace contextRef="#ctx0" brushRef="#br0" timeOffset="-31402.99">22923 1235 2090 0,'12'-14'-8'0,"-5"3"17"0,1 1 20 0,-3 2 20 0,1 0 22 0,-4 1 20 16,0 1 24-16,-2 6-5 0,0 0-7 15,-8-12-8-15,8 12-7 0,-20-2-5 16,-1 5 1-16,-14 4 3 0,-1 3-2 0,-3-1-4 16,2 1-2-16,-3 6-11 0,6-2-5 15,-1 3-7-15,7-2 2 0,-1 1-18 16,12-3 7-16,4-1-11 0,3-1-5 0,4-1-4 15,6-2 8-15,4 3 18 16,3-1-1-16,9 4-1 0,7 3-3 0,6 0-2 16,-1 3-3-16,5-1-4 0,3 8-3 15,-6-7-4-15,-1 3-2 0,-4-2 1 0,-5 2-2 16,-6-4 13-16,-7-2 26 0,-1-2 32 16,-4-1 14-16,-4 1 8 0,-6 1 4 15,-1 1-4-15,-1 0-9 0,-5-4-9 0,-1 1-9 16,4-2-11-16,1-3 1 15,-2-1-8-15,4 0-12 0,2-4-6 0,0 0-9 16,7-4-12-16,0 0-17 0,0 0-32 0,0 0-15 16,12-29-10-16,9 8 0 0,4 4 0 15,0 0 3-15,1 2 2 0,3 1 1 16,-8 3 2-16,0 5 4 0,0-1 6 16,-6 4 1-16,0-3-2 0,-4 3 4 0,3-1 5 15,-3 1 4-15,1 1 12 0,-1-1 12 16,1 1 9-16,0 1 5 0,0-3 3 15,2 1 4-15,3-1-4 0,4-1-7 0,2 0 2 16,1-2-5-16,1 2-3 0,9-5-4 16,-1 0 2-16,2 2-8 0,-3 0 2 0,-3 1-4 15,-9 1-2-15,0 4-1 16,-6-4-7-16,-2 4-4 0,-1 0 4 0,-11 2-4 16,16 0 1-16,-16 0 0 0,0 0 2 15,9 6 1-15,-9-6 3 0,0 0-2 16,2 6 4-16,-2-6-3 0,0 0 8 0,6 6-1 15,-6-6 2-15,0 0 8 0,0 0-3 16,0 0 0-16,28-6-2 0,-4 0-3 0,4-5 0 16,6-1 0-16,1-2-2 0,-1-3-3 15,-2-3 1-15,0 3 2 0,-1 0-2 16,-2 1-2-16,-10 4 3 0,-4 2 2 0,-1 3-6 16,-5 2-6-16,-2 0 0 15,2 3-4-15,-9 2-2 0,0 0 4 0,0 0 0 0,5 14 4 16,-5-14-4-16,-2 17 4 15,2-7-4-15,0 2 2 0,2-3 1 16,2 3 2-16,-1 0 2 0,9-2 1 0,0 1 3 16,0-5-1-16,10 1 0 0,1-3 2 15,2-3-1-15,1-2-1 0,0-3 0 0,1 0 1 16,7-5 4-16,-3-2-2 0,-4-1 6 16,-4-2-7-16,-6 4 0 0,-4 0-3 15,0 1 2-15,-3 4-4 0,0 0-8 16,-3 0 1-16,-1 2-2 0,-6 3-2 15,0 0 1-15,0 0 4 0,0 0-5 0,12 13-18 0,-11-4-25 16,-1-1-31-16,0-1-54 0,2 3-57 16,-2 2-55-16,2 1-45 0,0-1-48 15,0 3-48-15,-4-3-49 0,-2 4-84 16,-3 3-93-16,-13 3-300 0,-3 4-397 16</inkml:trace>
  <inkml:trace contextRef="#ctx0" brushRef="#br0" timeOffset="-31173.94">23201 1920 2422 0,'-68'2'-23'0,"7"0"24"0,7-2 21 0,-14-2 22 0,-1 2 22 0,-2 2 19 0,8 0 35 0,13-1 27 0,2 0 1 0,8 1-5 0,7 0-10 15,12-2 3-15,6 2-10 0,9-2 34 16,6 0 10-16,0 0-8 0,0 0-16 16,105-7-15-16,-22 0-14 0,39-7-11 15,12 1-11-15,19-3-13 0,1 1-31 16,4-4-54-16,0 0-73 0,-5-3-38 0,-10 5-17 15,-6-5-40-15,-15 5-45 0,-19-1-35 16,-35 4-46-16,-14 1-33 0,-20 0-50 16,-15 3-78-16,-8 2-65 0,-9 1-103 0,-2 2-124 15</inkml:trace>
  <inkml:trace contextRef="#ctx0" brushRef="#br0" timeOffset="-30925.47">23018 1999 1818 0,'-29'6'145'0,"7"-2"6"16,5-2-9-16,6 0-5 0,0-1 19 15,11-1 30-15,0 0 36 0,0 0-12 16,0 0-17-16,0 0-19 0,49-12-13 15,8 6-22-15,9-2-11 0,18-4-23 16,24 0-62-16,3-1-79 0,4-1-108 0,-7 3-140 16,-3-5-168-16,-23 2-157 0,-11 2 59 15,-8 0-142-15,-20 4-187 0</inkml:trace>
  <inkml:trace contextRef="#ctx0" brushRef="#br0" timeOffset="-28792.18">29433 2073 1888 0,'8'-13'20'0,"-5"-3"19"0,3 3 17 0,-2 1 20 0,-3 2 30 0,1-2 32 15,3 0 20-15,-3 3 45 0,0-3 26 0,-1 4 11 16,1 1-4-16,-2 7-22 0,4-12-26 15,-4 12-29-15,0 0-16 0,0 0 12 16,0 0 26-16,-14 41 10 0,3-2 16 16,-6 13 3-16,2 10 7 0,-3 3 25 15,-2 4 6-15,-3 14-11 0,3-15-11 0,4-2-8 16,-2-2-7-16,2-5-20 0,0-6-11 16,3-5-11-16,3-11-11 0,-1-3-14 0,1-6-17 15,5-6-8-15,-3-3-13 0,4-6-9 16,-2-1-9-16,3-3-7 0,1-1-8 15,-2 2-51-15,0-3-22 0,3-1 0 0,1-6-40 16,-7 6-186-16,7-6-124 0,0 0-116 16,0 0-125-16,4-29-161 0,8 0-109 0,9-13 86 15,7-3-630-15,11-3-856 16</inkml:trace>
  <inkml:trace contextRef="#ctx0" brushRef="#br0" timeOffset="-28523.85">30316 2011 4111 0,'11'-15'27'16,"-2"3"55"-16,-1 4 56 0,0 0 44 0,-5 1 24 16,1 2-5-16,-4 5-25 0,0 0-21 15,0 0 61-15,0 0 64 0,-17 41 1 16,-8-2-8-16,-3 12-11 0,-6 5 6 0,-9 14-4 16,-2 1-11-16,14-13 8 15,5 1-26-15,-1-1-22 0,2-4-106 0,2 0-107 16,2-4 0-16,0-4 0 0,5-5 0 0,2-8 0 15,3-4 0-15,-1-7 0 0,6-3 0 16,-1-6 0-16,1 3 0 0,0-5 0 16,2-2 0-16,-2 0 0 0,4-1 0 15,-3-3 0-15,5-5-283 0,-6 4-399 0,6-4-203 16,0 0-33-16,-5-15 89 0,0 4-733 16,2 1-1006-16</inkml:trace>
  <inkml:trace contextRef="#ctx0" brushRef="#br0" timeOffset="51658.15">28096 6689 5017 0,'-3'-19'162'0,"1"7"-108"0,2 0-39 0,-2 4-14 0,2 4-4 0,0 4 18 0,0 0 62 16,0 0 35-16,-9 28-2 0,3-6-4 16,-1 14-5-16,-3 3-13 0,-3 9 5 0,-1 4-20 15,1-2-7-15,0-1-5 16,-3-1-6-16,5-11-19 0,1-2-46 0,-1-1-48 16,4-3-51-16,3-9-48 0,-3-5-63 15,4-3-43-15,1-3-48 0,-2-7-66 0,4-4-72 16,0 0-123-16,0 0-47 0,0 0 61 15,8-36-305-15,-5 14-346 0</inkml:trace>
  <inkml:trace contextRef="#ctx0" brushRef="#br0" timeOffset="51910.36">28062 6691 2428 0,'10'-38'45'15,"2"2"36"-15,-5 1 36 0,3 6 30 0,-6 5 14 16,1 7 11-16,1 5-4 0,-1 2 1 16,6 3 16-16,0 5 4 0,8 6 0 15,12 6-4-15,10 10-13 0,9 8-18 16,-5 4-12-16,1 4-16 0,-2 3-12 0,-6 2-9 15,-1 1-12-15,-9-1-9 0,-7 5-10 16,-6 1-6-16,-7-7-4 0,-6 6 2 0,-12 4 12 16,3-1 13-16,-12-1 21 0,-5-3 9 15,-6-2-1-15,-2-4-7 0,-4-3-7 0,-4-3 1 16,-3-4-17-16,4-4-13 0,-1-1-9 16,3-12-2-16,3-1-31 0,5-5-32 0,7-6-57 15,3 0-69-15,3-4-74 16,1-4-104-16,8-4-104 0,3-3-123 0,6 1-217 15,5-4 66-15,15-6 71 0,2 5-428 16,8 2-509-16</inkml:trace>
  <inkml:trace contextRef="#ctx0" brushRef="#br0" timeOffset="54292.13">16838 7224 2743 0,'-10'-9'-52'0,"5"1"37"0,-4 3 22 0,-4-7 29 0,1 0 23 0,-10-7 18 16,0-1 28-16,1 1 21 0,-2 2 10 15,-2-3 17-15,-2 3-4 0,3 1-1 0,-5 1-1 16,1 0-7-16,-8 1-1 0,-1 2-16 16,-3 3-9-16,0 2-9 0,-6 2-11 0,3 3 1 15,-5 4-9-15,-11 3-3 0,-2 8-4 16,1 4 4-16,-1 7-2 0,-11 15 7 0,2 5 5 15,7 8-4-15,4 2-1 16,4 8-8-16,7 7-2 0,3 1-2 0,4 3 1 0,9 0 1 16,9-10-2-16,8-1-2 15,4 2 1-15,4 0-8 0,14 2-6 0,4-1-3 16,8-2-4-16,10-7-2 0,14 11-4 16,13-9-9-16,6-7 2 0,12-7-10 0,7-5-2 15,5-8-2-15,3-7 3 0,10-7-8 16,-15-11-5-16,6-2-1 0,-1-9 1 15,18-7-6-15,-6-7 1 0,-7-7-4 0,-10-4 0 16,-9-4 2-16,-19-1 1 0,-9-6 1 16,5-18 4-16,-22 4-8 0,-1-6 1 0,-12-8-5 15,-7-8-1-15,-10-8-3 16,-14-16-1-16,-10 0-2 0,-15 7-1 0,-3 12 0 16,-11 10-9-16,-6 9-30 0,-13 12-40 15,-11 18-49-15,-6 8-55 0,7 17-75 0,-7 8-77 16,-31 8-82-16,-4 8-93 0,6 6-206 15,7 2 71-15,6 2 65 0,7-5-360 0,26-8-423 16</inkml:trace>
  <inkml:trace contextRef="#ctx0" brushRef="#br0" timeOffset="55342.45">9118 4303 2497 0,'6'-11'-23'0,"-4"1"18"0,0 0 18 0,-2 2 7 0,0 8 6 15,-4-9-7-15,4 9 3 0,-6-8 3 0,6 8 4 16,-17-2 10-16,17 2 2 0,-27 8 11 16,12-2-4-16,-4 5-5 0,-8 7 1 15,1 1-3-15,-1 2-3 0,10-7-1 0,3 3-6 16,3-8 5-16,4 4 2 0,0-1 7 15,6-2 10-15,4 0 4 0,7 1 0 0,5 0-13 16,12 5 3-16,5 1-9 0,13 2 0 16,-2 0-5-16,3 1 3 0,0-1-4 15,-16-1-10-15,2-3 6 0,-12-1-6 0,-4-1 9 16,-5-1 20-16,-8 2 20 0,-3-3 14 16,-7 4 0-16,-12 5-3 0,-8-1-1 15,-4 0-2-15,-3-3-3 0,-4-4-10 16,3 1-4-16,-1-3-8 0,4-1-5 0,5-4-2 15,7-2-4-15,-2-3 1 0,3-1-45 16,2-3-30-16,-2-4-54 0,6-4-75 16,1-3-63-16,5-3-59 0,1-4-75 0,8-4-82 15,3-9-149-15,7-2 40 0,1 3-146 16,2-11-185-16</inkml:trace>
  <inkml:trace contextRef="#ctx0" brushRef="#br0" timeOffset="55674.46">8977 4025 1841 0,'-17'-4'-52'0,"0"4"16"0,0 7 28 0,-12 10 25 16,-7 12 30-16,0 10 27 0,-5 10 21 15,-4 13 25-15,4 6 10 0,0 4 5 0,16-14-4 16,5 0 3-16,6 0-7 0,8-3-5 16,10-13-9-16,10 6-3 0,14-6 22 15,12-4-14-15,14-9-6 0,10-5-11 0,28-2-5 16,10-13-11-16,-12-7-7 0,25-10-8 15,-9-5-10-15,-1-10 0 0,-4-9-16 0,-4-4 5 16,-11-6-3-16,-10-5-7 16,-13-5-5-16,-19 6-7 0,-14-4-7 0,-5-7 0 0,-12 0-24 15,-13-4-6-15,-17-5-5 16,-15-11 0-16,-18 3-5 0,-11 8-16 0,-7 5 3 16,-13 13-2-16,-2 12-2 0,-8 12-12 15,12 15-16-15,-3 9-19 0,-19 13-20 16,4 7-34-16,6 4-45 0,7 5-39 0,23-5-60 15,7 3-74-15,9 0-184 0,16-7 48 16,8-1-43-16,10-2-37 0</inkml:trace>
  <inkml:trace contextRef="#ctx0" brushRef="#br0" timeOffset="58758.21">18195 7420 1397 0,'-11'-3'-42'0,"11"3"15"0,-20-2 15 0,13 2 11 0,7 0 7 0,0 0 6 16,-15-1 8-16,15 1-2 0,0 0 2 15,0 0-5-15,0 0 3 0,0 0-5 0,0 0 0 16,43 0 1-16,-16 0-2 0,18 0-1 16,9 0 1-16,14 0-8 0,9-2 5 15,7 0-4-15,4 1-1 0,5 1-7 16,26-2 5-16,-1 1-9 0,-1-2 2 0,3-3-1 15,0 2 3-15,0-3 5 0,0 0-5 16,-5-1 7-16,-4 1-1 0,-5 0 1 16,-22-1 3-16,-2 2-1 0,-4 0 8 0,-5 0-3 15,-5-2 1-15,-3 3-4 0,0 0-2 16,-6-2 1-16,2 0-4 0,0 0 4 0,0 0 2 16,2 0-5-16,-1 3 4 0,10-2-4 15,0 1-3-15,5-2 0 0,7 1 1 0,2 2 2 16,23-3-4-16,-3-1 3 0,-16 2-5 15,19 2 4-15,-19 0-2 0,16-6 5 16,-22 6-3-16,2-3 3 0,-2 1 0 16,-3-3-6-16,3 1 1 0,-3-2 0 0,-5 4-1 15,-3-2 5-15,-3-2 0 0,-4 3-5 16,-1-3 2-16,-2 2-1 0,-2 0 1 16,-4 1-1-16,0-2 4 0,-9 4-6 0,-1-2 5 15,0 1-3-15,-6 0 0 0,-1 1 1 16,-1 0-3-16,-3-2 6 0,-9 1 0 0,-5 3-1 15,-5 0 3-15,1-2 6 0,-2 0-2 16,0 1 4-16,-1-1-5 0,1 1 3 0,-3-1-2 16,0 2-3-16,6-1-5 0,2-2 1 15,6 2 3-15,13-1-5 0,6 0 7 0,3 2-6 16,15 1 4-16,8-2-6 16,0 4-3-16,4-2 5 0,2 2-1 0,2 0-1 15,3-3-1-15,0 5-2 0,-5-1 2 16,2 1 0-16,-2-2-1 0,-2 0 2 0,-3 2 3 15,-7 1-6-15,1-2 3 0,-2 2 0 16,0-1 1-16,-2 1 1 0,2-1-1 16,1 0 1-16,1-2-3 0,-1 3 1 0,2 0 3 15,-2-1-6-15,4 3-1 0,-3-3 5 16,-1 1-6-16,-2 2 0 0,-13-3-7 0,-3 0-4 16,-5 0-6-16,-2-1 0 0,-8-1 7 15,-8 0-2-15,-2 0 6 0,1-1 1 0,1-1-3 16,-1 0 1-16,12-3 6 15,2 0-8-15,2 2 8 0,3-3 1 0,4 1 1 0,14-2-8 16,1 1-8-16,4 0-4 16,-1 3-7-16,-2-2-19 0,-1 2-11 0,-1-1 3 15,-12 0-2-15,3 3 0 0,0-2 6 16,11 2-1-16,-2-2 8 0,-8 3 7 16,12 0 1-16,0 0 4 0,1 0 6 0,1 2-1 15,2-2 5-15,-3 1 6 16,-1-1 0-16,3 0-1 0,-3 0 2 0,3 1 4 0,-2 2-4 15,1-2 7-15,1 1 0 0,-2 0 1 16,7 2 2-16,-4-1-3 0,-5-3 3 16,1 2 3-16,-13-2 0 0,0-2-5 15,-3 2 5-15,0-2 4 0,-1-1 1 0,12-3-1 16,-15 1 6-16,1 0-8 0,-1-1 0 16,2 2-11-16,0-1-13 0,1 0-12 0,-1 1-2 15,1 3 3-15,-1-1 1 0,-3 0 5 16,0 4 4-16,-10-2 11 0,-7 2 3 15,-1-2 3-15,-2 1 2 0,-3-1 14 0,-1 0 6 16,0 0 2-16,1 0 9 0,-3-1 3 16,4-1 2-16,2 0-5 0,3 0 0 0,13 0-7 15,0 2 4-15,4-2-6 0,-1 0-5 16,7 2-9-16,4 0-6 0,11 0-9 16,-1 2-5-16,5 0-17 0,-1 4-19 15,-2-3-80-15,6 1 46 0</inkml:trace>
  <inkml:trace contextRef="#ctx0" brushRef="#br0" timeOffset="59258.1">32318 6778 349 0,'0'0'-9'0,"0"0"11"0,0 0-1 0,0 0 9 0,0 0 11 0,-12 19 6 0,7-9 3 0,-1 3 9 16,-1 1-8-16,-3 5 2 0,1 0-8 0,-4 7 3 15,-3 0-5-15,3-1 0 0,-3-1 5 16,2 0-10-16,0-5 6 0,-1-4-8 0,-3-3 5 16,2 1 4-16,-6-1-17 15,1-6-60-15,-4-1-102 0,1-3-39 0,-3 0 65 16</inkml:trace>
  <inkml:trace contextRef="#ctx0" brushRef="#br0" timeOffset="77103.77">17189 7210 787 0,'0'0'40'0,"0"0"24"0,0 0 10 0,0 0-16 0,0 0 7 0,-6-22 3 0,4 16-2 0,2-1 8 15,-2-3 7-15,1 0-2 0,-1-2 4 16,-2 1 10-16,0-4-4 0,0 1-1 0,-4-1 3 16,5 1-3-16,-7-3-4 0,-2 2-4 15,-1-2-7-15,-4-4-6 0,-5 1 4 0,-1 1-9 16,-2 2-3-16,0-2-6 0,-4 1-1 15,2 3-3-15,-1-1-3 0,0 3 0 16,-1 1-7-16,1 0-3 0,-5 1-2 16,5 1 1-16,-1 5-8 0,2 0 0 15,-7 0-5-15,4 0-1 0,1 3-6 0,0 1 3 16,-1 1-5-16,-1 1-1 0,-7 2 2 16,5 1-5-16,-3 1 0 0,0 3 1 0,4-2-2 15,1 0 3-15,1 3-6 0,-3-1 3 16,1 2 0-16,5-2-3 0,2-1 1 0,2-3-1 15,-7 6-1-15,4-3-2 0,1 0 4 16,4 0-3-16,-2-1 0 0,1 0-2 0,-2 2 0 16,1-1 0-16,4 1 4 0,0-2-6 15,2 0 2-15,-2 3 0 0,4-1 0 16,-5 3 0-16,5-4-2 0,2 5 5 16,-4-2-5-16,-1 0 2 0,4 4 3 15,-2-1-5-15,1 1 6 0,-8 5-2 0,6-3 1 16,2-3-2-16,-7 4 1 0,4-3 0 15,2 2 0-15,3-2-2 0,-2-1-1 0,-2 1 0 16,1-1 0-16,3 1 4 0,0-1-6 16,0 1 1-16,2 2 3 0,-1-3-2 0,0 1 3 15,0-3-1-15,5 2 0 0,0 1 0 16,-1 0 1-16,2-1-4 0,-2 2 4 16,5-2 0-16,-3 3 0 0,1-2-2 0,-2 4 3 15,3-1 2-15,1 1-6 0,-3-1 1 0,3 4 0 16,-3-3 0-16,2 1 2 0,2-2 1 15,-2 0-1-15,0 0 1 0,0 0 0 16,3 0-3-16,-1 0 1 0,-2-1 0 0,4-1-2 16,0-1 4-16,0 2 0 15,0 1 0-15,4 0 1 0,-2-1 3 0,1 2 1 16,3 1 3-16,0 2 1 0,2-2 3 16,-3 1-4-16,3 1-2 0,-3-3 4 0,3 1-6 15,-4 0 3-15,4 2-4 0,-3-3 1 16,2 1-3-16,-4-3 2 0,3 1-3 0,-3-1 1 15,1-1 0-15,2-1 3 16,-1 1-1-16,2-1 1 0,-4 1-6 0,3-1 4 0,1 1 2 16,-1 1 0-16,0-1 0 15,2 2-1-15,1 2 1 0,-2 1-1 0,5-4 4 16,-1 3-1-16,3 4-6 0,-3-3 5 16,9 3 18-16,-4-3 7 0,0-1 0 0,1-5-1 15,-1-1 8-15,0 1 2 0,7 1 5 16,4 1 0-16,-4-6 4 0,-3-2 5 15,9 3-7-15,3-2 0 0,-5-3-1 0,7 1-2 16,-5-2-12-16,5 2 5 0,-3-2 0 16,-5-2-12-16,3-1 7 0,10 2-6 15,-7-2-4-15,-1 0-4 0,-3 0-2 16,5-4-5-16,6 0 6 0,3 2-5 0,-1-4 0 16,-2 1-6-16,-1-1 0 0,0 1 3 15,-5 1 2-15,3-3 0 0,0 0-9 0,0 0 7 16,-7 0 0-16,-4 0-3 0,2-1-2 15,5-2 1-15,-5 1 9 0,-5 0 11 0,-1 0 8 16,3 0 2-16,-3-1-2 0,-3-2 1 16,2-1-4-16,6-4-3 0,-3-1-6 0,2-2 0 15,-1-1-4-15,0 1-4 0,1 0 1 16,-3-2-9-16,1 2 1 0,-6 3 6 16,-2 2-5-16,3-1-2 0,-4 2 0 15,2-3-2-15,-1 2-2 0,1-3 2 0,-3 0-1 16,0 1 1-16,0-2-1 0,-2-1 0 0,7-1-5 15,-4-2 4-15,1-3-5 16,-4 4 2-16,4-5-2 0,-3 4-2 0,1-4 5 16,4 1-6-16,-1 1 2 0,-3 2 4 15,-1 1-2-15,-1 2-2 0,2-8 2 0,-5 5 1 16,-1-1-1-16,3-7-4 0,-7 4 1 16,1-2-3-16,-4-9 1 0,-4-1 2 0,-1-4-4 15,-8-5-1-15,-7 3 1 0,-3 2 0 16,-3 2 0-16,-7 6 4 0,-5 1-2 0,-7 8-4 15,-5 5-1-15,-3 2 2 16,-5 6-12-16,13 4-18 0,-3 3-28 0,3 3-33 16,-1 1-45-16,4 3-47 0,4 0-51 15,3 3-73-15,3 2-89 0,11-3-199 0,7 0 50 16,5-1-219-16,6 2-261 0</inkml:trace>
  <inkml:trace contextRef="#ctx0" brushRef="#br0" timeOffset="80238.2">28756 6120 1891 0,'0'0'-140'0,"0"0"26"0,0 0 38 0,-7-18 11 0,7 12 21 15,0-1 30-15,2-3 7 0,-1 2 13 16,3-2 2-16,0 2-4 0,2-3 16 16,2-1-8-16,3 3 0 0,3-5 3 0,0 2 1 15,6 1-4-15,7-3 0 0,3 2 7 16,1 3-4-16,3 3 2 0,-2 2 1 0,-3 2-4 15,-2 4 2-15,9 4 0 16,-2 4-4-16,-4 1 6 0,-1 1 2 0,-4 5 2 0,-7 3-2 16,-2-1 2-16,-9 0 1 15,-1-5 1-15,-1 3-1 0,-5-5 2 0,0 3 23 16,-5 2 5-16,3-3-7 0,-4 0-2 16,5-3-4-16,-3 1-3 0,-2-3-4 0,5 1 1 15,-3-3-3-15,2 0 1 0,2-7 25 16,-5 8 9-16,5-8-7 0,0 0-7 15,0 0-7-15,0 0-5 0,11 4-4 0,-11-4-2 16,0 0-4-16,0 0-4 0,14-2-2 16,-14 2-4-16,0 0-3 0,0 0-2 0,20-5 0 15,-20 5-4-15,9 0 0 16,-9 0-4-16,0 0 2 0,16 3-3 0,-11 1-1 0,3-1 0 16,-3 1 0-16,4-3 1 15,-4 3 1-15,2-1 0 0,-1 1-1 0,1-1 0 16,4 0-2-16,-2-3-7 0,-9 0-12 0,25 0-7 15,-7-3-17-15,2-4-12 0,6-5-9 16,3-3-12-16,7-14-10 0,-4 0-7 16,-1-4-4-16,-1-3 3 0,-3-3 0 0,-2 0 3 15,-5-5 2-15,-8 6 24 0,-4-1 6 16,-5-2 4-16,-3 0 6 0,-5 0-1 16,-10-4 6-16,-8 5 6 0,-9 5 3 0,-13 6 6 15,-9 1 6-15,-15 9 18 0,-9 4 8 16,-6 6 9-16,-8 11 13 0,-18 10 3 0,0 10 9 15,1 9 8-15,2 4-2 16,11 5-4-16,11 3 2 0,12 2 6 0,26-5 2 0,8 4 1 16,17 4-2-16,12 5 5 15,17 2 1-15,18 2-1 0,29 11-2 0,14-3-5 16,16-2-3-16,22-5-3 0,4-7-8 16,8-6-2-16,2-9-4 0,-4-11-3 0,-5-11-2 15,-24-9-2-15,-5-9-3 0,-9-7-2 16,-4-12-2-16,-10-6-1 0,-8-10-1 15,0-19-4-15,-20 4-1 0,-6-6-4 0,-12-2 1 16,-9-4-4-16,-8-4 0 0,-11 4-2 16,-15-14-1-16,-8 6-2 0,-14 8-15 0,-9 12-5 15,-6 11-9-15,6 18-18 16,-3 5-13-16,-7 8-32 0,0 9-36 0,7 6-47 16,3 6-42-16,9 3-105 0,14 1-238 15,6 5-65-15</inkml:trace>
  <inkml:trace contextRef="#ctx0" brushRef="#br0" timeOffset="80853.45">29185 6087 1458 0,'0'0'-61'0,"0"0"12"0,8-10 15 0,-8 10 6 0,11-4 12 0,-11 4 8 16,14 0 7-16,-14 0 14 0,13 6 7 15,-8 0 9-15,3 1 7 0,-3 3 2 0,-2-1-2 16,1 3-2-16,-4-2 1 0,2 2 18 16,-2-1 1-16,0-3-5 0,0 2-5 15,0-1-1-15,0-1-1 0,0-3 11 16,0-5 11-16,0 12 8 0,2-6 7 16,-2-6-1-16,5 6-6 0,2-2-10 0,4-3-6 15,2 1-7-15,2 0-1 0,0 0-6 16,3-4-6-16,-4 2-4 0,6-2-2 0,-7 0-3 15,1 1-2-15,-5 1-4 0,-9 0-1 16,17-2-5-16,-7 0-3 0,-10 2 0 0,0 0 0 16,11 5-19-16,-11-5-40 0,3 7-46 15,-3-7-74-15,4 11-67 0,1-5-153 0,-2 0-215 16,7-1-101-16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46:04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19602 7546 209 0,'0'0'57'0,"0"0"-21"0,0 0-18 15,0 0-8-15,0 0 1 0,0 0-12 0,0 0 11 16,0 0-3-16,39 2 0 0,-19-1-3 15,-2 3-1-15,2-3-7 0,5 5-13 0,0-3-27 16,-1 1-61-16,2-3 36 0</inkml:trace>
  <inkml:trace contextRef="#ctx0" brushRef="#br0" timeOffset="631.37">19627 7495 320 0,'-16'-5'39'0,"5"-1"34"0,1 3-8 0,0 0 23 0,5 0 25 0,5 3 8 16,-9-4-10-16,9 4-11 0,-5-6-7 0,5 6-11 16,0 0-10-16,18-4-8 0,-4 1-6 15,9 3-1-15,4 0-9 0,11 3 3 16,5 0-8-16,-4 0-10 0,3 3 2 15,-1-4-11-15,-2 4-33 0,-3-3-33 0,-5 1-42 16,-6-2-41-16,-4 0-47 0,-3-2-256 16,2 3 62-16</inkml:trace>
  <inkml:trace contextRef="#ctx0" brushRef="#br0" timeOffset="916.8">20126 7325 1062 0,'0'0'-72'0,"0"0"1"0,0 0 13 16,0 0 8-16,24 10 7 0,-11-2 18 16,1 1 6-16,3 1 6 0,-1 2 0 0,-4 0 3 15,1-1 6-15,-4 1 0 0,-4-1 7 16,1-2 2-16,-2 0 9 0,-4-1 9 15,-2 1 12-15,-4 0-8 0,1-2 4 0,-5 0-6 16,-2 1-1-16,1 1 4 0,-3-4-5 16,-4 3-4-16,0 1-4 0,-2-2 1 15,1 1-21-15,-3-1-40 0,-1-1-42 16,9-2-87-16,-6 1-50 0,5-1 76 0</inkml:trace>
  <inkml:trace contextRef="#ctx0" brushRef="#br0" timeOffset="1265.29">20768 7531 647 0,'-10'-4'23'16,"10"4"-2"-16,-1-6 0 0,1 6 9 0,0 0 15 15,24-2-5-15,-5 0 9 0,8 2-7 16,1 0 7-16,14 2-19 0,0-1 4 0,4 3-1 15,2 1-7-15,-1-2-20 16,12 4-47-16,-9-3-52 0,7 1-102 0,-10-3-66 16,-1 1 219-16</inkml:trace>
  <inkml:trace contextRef="#ctx0" brushRef="#br0" timeOffset="1517.85">21513 7393 637 0,'0'0'-56'0,"0"0"17"16,19 14 6-16,-16-9 8 0,4 3 8 0,-4 0 3 16,1 2 10-16,2 1 0 0,-4-2-2 15,-1 2 2-15,-1-2 2 0,-1 3 13 0,-3 0 2 16,-2-3-2-16,1 1-1 0,-7 2 6 15,1 0-5-15,-5-3 6 0,-1 2-8 0,0-1-2 16,-2-2-34-16,2 1-58 0,2 1-60 16,-3-2 49-16</inkml:trace>
  <inkml:trace contextRef="#ctx0" brushRef="#br0" timeOffset="12812.26">20878 10067 972 0,'-21'-11'60'0,"2"3"-6"0,2-2 6 16,0 0 2-16,2 6 10 0,-1-4 5 15,1 3 7-15,3-3 6 0,3 2 4 0,0 2-1 16,1 0-3-16,4 0-9 0,4 4-7 16,0 0-7-16,17-4-11 0,10 4-1 0,18 4-6 15,25 4-5-15,7 0-4 0,34 5-5 16,7-1-1-16,8 6-6 0,7-2 0 16,5-1-9-16,-3 0-8 0,1 1-10 0,-2-4-10 15,-6-2-2-15,-6 1 1 0,-9-3 2 16,-29-4-1-16,-12-1 1 0,-8-3 2 0,-16 2 0 15,-4-4 2-15,-14 0 4 0,-5-1 8 16,-4 1 10-16,-4-1-1 0,-3-1 1 0,-1 3-4 16,-3-3-2-16,-1 1 0 15,0 1-4-15,-9 2 3 0,14-5-6 0,-8 3-29 16,-6 2-61-16,5-4-61 0,-5 4-108 16,0 0-417-16,8-2-167 0</inkml:trace>
  <inkml:trace contextRef="#ctx0" brushRef="#br0" timeOffset="40108.39">1475 14936 2922 0,'0'0'15'0,"0"0"13"15,0 0 26-15,18-24 14 0,7 9 17 16,8 0-41-16,11-5-6 16,1 1 1-16,7 2-15 0,-3 3-12 0,3-4-35 15,-1 4-54-15,-11 7-77 0,-2-3-134 16,-1 4-266-16,-9 1 39 0,-9 5-70 0,-5 0-84 15</inkml:trace>
  <inkml:trace contextRef="#ctx0" brushRef="#br0" timeOffset="40273.44">1579 15051 1868 0,'-13'3'115'15,"3"1"4"-15,10-4 12 0,-11 0 3 16,11 0-14-16,0 0-2 0,0 0-18 0,0 0-13 15,36-21-5-15,-4 9-28 16,6 0-70-16,12-1-90 0,-10 1-163 16,12-2-255-16,-11 3 36 0,0 0-31 0,-1-1-23 15</inkml:trace>
  <inkml:trace contextRef="#ctx0" brushRef="#br0" timeOffset="40473.32">2094 14694 1855 0,'-9'-5'175'15,"0"3"-1"-15,9 2-10 0,0 0 3 16,-11-4-16-16,11 4-8 0,0 0-12 16,0 0-5-16,0 0 28 0,0 0-11 0,6 24-15 15,-1-14 10-15,2 3-18 16,0 1-10-16,1 1-30 0,-3 5-47 0,-1-5-50 16,0 3-49-16,-2-1-57 0,-2 1-61 15,-2-1-83-15,-4 1-106 0,0-3-166 0,-1-1 0 16,-4 1-102-16,1-3-138 0</inkml:trace>
  <inkml:trace contextRef="#ctx0" brushRef="#br0" timeOffset="56220.87">18942 7510 3290 0,'-2'9'505'15,"2"-9"-176"-15,0 0-90 0,-2 6-28 0,2-6 5 16,0 0 2-16,-3 4-8 0,3-4-16 16,0 0 0-16,0 0-13 0,0 0-19 15,0 0-19-15,0 0-13 0,0 0-26 0,-9 3-36 16,9-3-36-16,0 0-57 0,0 0-77 16,0 0-97-16,0 0-121 0,0 0-126 0,0 9-164 15,0-9-102-15,0 0 84 0,-3 7-523 16,3-7-618-16</inkml:trace>
  <inkml:trace contextRef="#ctx0" brushRef="#br0" timeOffset="56573.57">19046 8615 3435 0,'0'0'298'0,"0"0"-28"0,0 0-5 0,0 0 18 15,0 0 18-15,0 0 2 0,0 0-17 16,0 0-27-16,0 0-25 0,0 0-28 0,0 0-29 16,0 0-57-16,-11 5-43 0,11-5-57 15,0 0-74-15,0 0-86 0,0 0-120 0,0 0-118 16,0 0-123-16,0 8-147 0,-3-4-39 16,-3 4 70-16,-1 1-488 0,-3 3-575 15</inkml:trace>
  <inkml:trace contextRef="#ctx0" brushRef="#br0" timeOffset="56870.23">18815 9842 3661 0,'-6'7'445'16,"6"-7"-24"-16,-6 3-16 0,6-3 16 0,0 0 25 15,0 0 22-15,-6 4 6 0,6-4-25 16,0 0-39-16,0 0-41 0,0 0-147 0,-6 5-222 16,6-5 0-16,0 0 0 0,0 0 0 15,-3 3 0-15,3-3 0 0,0 0 0 0,-4 9 0 16,4-9 0-16,-4 8 0 0,1-4-498 15,-4 1-386-15,4 0-24 0,-7 0 92 0,5-1-913 16,5-4-1163-16</inkml:trace>
  <inkml:trace contextRef="#ctx0" brushRef="#br0" timeOffset="74717.02">22528 8698 1136 0,'0'0'449'0,"-5"5"-120"0,5-5-66 16,0 0-30-16,0 0 7 0,0 0 12 0,-4 4-1 15,4-4-5-15,0 0 11 0,0 0-3 16,0 0-9-16,0 0-10 0,0 0-18 0,0 0-14 16,0 0-12-16,0 0-18 0,0 0-23 15,0 0-11-15,0 0-16 0,0 0-14 0,0 0-11 16,0 0-33-16,0 0-53 0,-9 1-75 16,9-1-111-16,0 0-139 0,0 0-150 0,0 0-252 15,0 0 52-15,0 0 77 0,0 0-398 16,0 0-461-16</inkml:trace>
  <inkml:trace contextRef="#ctx0" brushRef="#br0" timeOffset="121158.24">25006 8425 2581 0,'-12'-6'210'0,"3"1"-46"16,0 1-25-16,0-1-1 0,2 3 7 0,7 2 5 16,-11-5 0-16,11 5-19 15,-7-3-1-15,7 3-12 0,0 0-13 0,0 0-8 16,0 0 0-16,0 0-9 0,36-7-7 15,5 7-7-15,18-3-6 0,10 1-14 0,5 2-55 16,6-4-59-16,6 4-86 0,5 0-74 16,26-1-104-16,-5-1-120 0,1-1-152 15,-21-1 54-15,17 0-270 0,-23 0-299 0</inkml:trace>
  <inkml:trace contextRef="#ctx0" brushRef="#br0" timeOffset="121457.71">26550 8103 2450 0,'-12'-3'75'0,"5"1"4"0,7 2-4 0,0 0-10 16,0 0 5-16,0 0 12 0,0 0 16 16,26 12 9-16,-4-3-5 0,5 4-12 0,8 3-3 15,0-1-4-15,-3 3-11 0,-2-3-10 16,-5 3-8-16,-10-6-6 0,-3 2 10 15,-6-1 25-15,-6-2 12 0,-4 3-1 16,-12 3-4-16,-7 3-7 0,-7 1-9 0,-14 1-3 16,-2 1-8-16,-1 1-11 0,-3-4-1 0,1-2-3 15,3-1-7-15,12-4-39 16,3 0-42-16,8-5-64 0,7-3-62 0,2 0-63 16,4-3-95-16,7-2-177 0,3 0-69 15,0 0 67-15,0 0-234 0,36-12-229 0</inkml:trace>
  <inkml:trace contextRef="#ctx0" brushRef="#br0" timeOffset="121657.82">27777 8457 2413 0,'-11'-6'275'15,"1"1"20"-15,2 2 10 0,8 3 2 0,-5-10-28 16,5 10-26-16,11-9-27 0,8 2-23 15,17-3-17-15,21-1-23 0,4 3-38 0,11 1-81 16,1 2-106-16,1-2-133 0,9 5-113 16,3-1-117-16,23 0-205 0,6-1 38 15,3 5 65-15,-1-2-267 0,-22 1-283 0</inkml:trace>
  <inkml:trace contextRef="#ctx0" brushRef="#br0" timeOffset="121809.2">29500 8274 2292 0,'-10'-4'77'16,"0"4"23"-16,10 0 14 0,-11-4 2 0,11 4 7 16,0 0 0-16,-7-4-9 0,7 4-14 15,0 0-26-15,0 0-53 0,32-6-59 0,-3 3-83 16,11-1-120-16,5 0-199 0,18-2-56 16,13 6-157-16,14 0-148 0</inkml:trace>
  <inkml:trace contextRef="#ctx0" brushRef="#br0" timeOffset="121975.18">30845 8311 1974 0,'5'-8'134'0,"-5"8"38"16,0 0 42-16,-1-12 27 0,1 12 21 0,0 0-1 15,-6-9-20-15,6 9-23 16,0 0-20-16,-4-10-27 0,4 10-66 0,0 0-76 16,15-6-103-16,-1 8-109 0,1-2-148 15,12 2-232-15,15-2-6 0,1 2 70 0,18 0-182 16,10 2-175-16</inkml:trace>
  <inkml:trace contextRef="#ctx0" brushRef="#br0" timeOffset="122107.96">31926 8268 2059 0,'-10'-11'79'0,"6"7"12"16,4 4-3-16,-11-8-6 0,7 3-10 0,4 5-5 15,-5-7-7-15,5 7-36 0,0 0-58 16,0 0-96-16,0 0-147 0,20-7-195 15,-1 6-110-15,8 2-81 0</inkml:trace>
  <inkml:trace contextRef="#ctx0" brushRef="#br0" timeOffset="122240.29">32417 8367 1708 0,'0'0'33'0,"-15"0"-1"16,15 0-10-16,0 0-49 0,0 0-87 0,-10-6-139 15,10 6-224-15,0 0 17 0</inkml:trace>
  <inkml:trace contextRef="#ctx0" brushRef="#br0" timeOffset="123091.63">21069 7461 1224 0,'-31'-6'-33'0,"6"0"20"0,2 3 3 0,5 2 13 16,-2-2 1-16,7 1-2 0,0 0 0 0,1 0 3 15,3 1-2-15,9 1 8 0,-14 0 9 16,14 0 9-16,0 0 2 0,0 0-1 16,63 9 0-16,5-4-6 0,17 1 1 0,38 3-11 15,21 0-33-15,24-4-33 16,67 3-55-16,18-4-70 0,9-4-179 0,10 0 130 15</inkml:trace>
  <inkml:trace contextRef="#ctx0" brushRef="#br0" timeOffset="123206.93">25301 7357 965 0,'52'-7'-11'0,"-18"2"17"0,-13 0 6 16,-8 0 9-16,-5 1-5 0,0-2 0 16,-5 2-7-16,-3 4-22 0,-1-10-56 0,1 10-95 15,-10-7-104-15,5 5 212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47:06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18780 4555 2933 0,'-17'0'289'0,"0"-2"-122"0,3-1-49 0,14 3 16 16,-14-1 30-16,14 1 13 0,-7-4-9 16,7 4-15-16,0 0 0 0,21-13-3 15,2 6-6-15,15-2-15 0,9 0-8 16,9-1-14-16,6 4-9 0,1-3-13 0,-2 0-9 16,-16 6-3-16,-1-1-11 0,-8-1-6 15,-7 2-7-15,-9 3-6 0,-2 0-5 16,-7 2-4-16,-6 1 1 0,-5-3-5 0,-2 10 1 15,2-10-5-15,-25 14 6 0,3-5 11 16,-8 1 9-16,5-2 12 0,4-1 5 0,4-2 6 16,3 1 9-16,1-3-9 0,4 0-7 15,9-3-1-15,-10 4-6 0,10-4-2 0,0 0-4 16,0 0 5-16,0 0-25 16,41-14-38-16,-27 7-50 0,8-2-57 0,-4 4-61 15,0-2-87-15,-4 2-104 0,0-5-118 16,-3 5-171-16,0 0-65 0,-8 0 69 0,1 1-472 15,-4 4-589-15</inkml:trace>
  <inkml:trace contextRef="#ctx0" brushRef="#br0" timeOffset="4914.3">16733 5584 3176 0,'-11'-3'4'15,"4"1"13"-15,7 2 0 0,-14-3 6 16,14 3 12-16,-8-2 26 0,8 2 2 0,0 0-3 15,0 0 7-15,25-14-2 0,0 8-9 16,19 4 1-16,6-1 1 0,18 1-11 16,2 0-7-16,7 2-6 0,-1 2-2 15,-2-2-2-15,-1 2-2 0,-7 1-1 16,-12-1-6-16,-8-2-1 0,-6 3-5 0,-12-1-1 16,-1-2 2-16,-9 0-1 0,0 1-1 15,-3-2 1-15,-3 1-1 0,-12 0-3 0,18 0-6 16,-18 0-2-16,16-5-27 0,-10 3-37 15,-6 2-50-15,7-5-65 0,-2 1-95 0,0-2-135 16,-1 0-142-16,1 0 45 0,1-2-198 16,-1 0-194-16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52:42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20766 11463 2094 0,'-17'2'1138'0,"7"4"-424"0,-1-5-240 0,3 1-115 0,8-2-28 16,0 0-14-16,-15 2-11 0,15-2-16 0,0 0 9 16,0 0-2-16,0 0-33 15,63-22-22-15,-10 7-28 0,12-2-21 0,7-1-20 16,30-3-15-16,2 5-17 0,3-1-12 15,1 2-71-15,7-2-58 0,-6 5 0 0,-9-1 0 16,-17 4 0-16,-9 0 0 0,-8 2 0 16,-18 4 0-16,-6 0 0 0,-14 1 0 0,-5-1 0 15,-1 1 0-15,-8 0 0 0,0 2 0 16,-1-2 0-16,-4 2 0 0,-9 0 0 0,18-1 0 16,-11-1 0-16,-7 2 0 15,12 0 0-15,-12 0 0 0,0 0 0 0,0 0 0 0,0 0 0 16,0 0-282-16,0 0-428 15,0 0-223-15,0 0 64 0,0 0 95 0,0 0-798 0,-33 5-1015 16</inkml:trace>
  <inkml:trace contextRef="#ctx0" brushRef="#br0" timeOffset="1115.63">22885 10932 3992 0,'4'-4'-137'0,"-4"4"67"0,3-6 43 0,-3 6 52 0,0 0 55 15,4-5 37-15,-4 5 35 0,0 0 23 0,0 0 14 16,4-8 10-16,-4 8-2 0,4-8-3 15,-4 8-2-15,4-7-2 0,-4 7 11 0,4-8-4 16,-4 8-15-16,2-8-11 0,-2 8-10 16,2-10-12-16,-2 10-14 0,-2-7-10 0,2 7-19 15,-2-10-10-15,-4 6-21 16,4-1 5-16,-4-2-9 0,-1 1-10 0,-3 1-10 16,3 0-5-16,-5 2-3 0,1-3-3 15,-1 6-4-15,-1-3-9 0,-3 1-1 0,1 4 1 16,0 1-7-16,-4 1-1 0,2 1-17 15,-4 3 7-15,-4 8 3 0,8 0-1 0,-4 3-4 16,6-3 0-16,4 1 1 0,1 0-5 16,2 5 1-16,6-5-2 0,1 2-2 0,2-1-1 15,5 5 0-15,6 4 1 0,1 2 6 16,2-2-5-16,0-2 1 0,7-1 1 16,-6-3-7-16,0-4 7 0,-5-4-2 0,-4-1 22 15,5 0 22-15,-4 0 37 0,-3-3 33 16,1 1 39-16,-4 0-70 0,1 2-84 0,-6-1 0 15,1 1 0-15,-4-1 0 0,-1 0 0 16,1 1 0-16,-4 0 0 0,1-4 0 16,0 1 0-16,-3-2 0 0,-1 0 0 0,2-1 0 15,-3-6 0-15,-1-3 0 0,-1-2 0 16,-2-4 0-16,0-3 0 0,3-1 0 16,-2-1 0-16,1 0 0 0,5 1 0 0,4 3 0 15,-1-3-159-15,2 3-328 0,4 0-89 16,4-2-95-16,4-3-159 0,6-2 49 0,7-6 72 15,7-1-644-15,11-5-808 16</inkml:trace>
  <inkml:trace contextRef="#ctx0" brushRef="#br0" timeOffset="1334.28">23258 10661 3575 0,'8'-27'89'0,"-4"3"79"0,-2 5 42 0,2 0 51 0,-4 3 52 0,2 3 51 0,0 1 27 0,-2 3-15 16,1-1-19-16,-1 3-24 0,0 7-22 0,0 0 7 15,0 0 4-15,-3 22-23 0,-3 13-26 16,1 6-42-16,0 14-231 0,-1 4 0 0,5 4 0 16,-3 2 0-16,0 0 0 0,2-3 0 15,2-2 0-15,-3-2 0 0,3-13 0 0,0 0 0 16,2-4 0-16,-2-5 0 16,1-7 0-16,-1-5-335 0,2-5-278 0,-2-2-138 15,0-3-135-15,0-5 86 0,2 1-835 16,0-6-1072-16</inkml:trace>
  <inkml:trace contextRef="#ctx0" brushRef="#br0" timeOffset="1499.86">23217 11100 4338 0,'-11'-7'123'0,"2"1"58"0,4-1 27 0,-3 2 24 16,7-1 19-16,1 6-3 0,-11-5-20 15,11 5-40-15,-2-6-8 0,2 6-23 16,0 0-55-16,16-11-66 0,-5 8-101 0,9-1-119 15,5-1-145-15,7-1-132 0,2-2-135 16,4 0-124-16,0 1 78 0,-1 2-540 16,-7 0-647-16</inkml:trace>
  <inkml:trace contextRef="#ctx0" brushRef="#br0" timeOffset="2049.81">23620 10999 3292 0,'0'0'91'0,"0"0"41"0,0 0 28 0,0 0 28 0,0 0 22 16,0 0 21-16,0 0 25 0,0 0-8 15,0 11 4-15,0-11 0 0,4 12-36 0,0-2-11 16,-1-2-10-16,2 3-20 0,-3-1 4 16,0 2-9-16,-2 4-8 0,0-3-15 0,-6 4-14 15,3 3-12-15,-4 0-10 16,0-1-9-16,-6 6-14 0,1-2-12 0,1-9-8 16,-1 3-11-16,2-7-20 0,1-2-16 15,6-2-33-15,-4-5-26 0,7-1-13 0,0 0-6 16,-7-27 6-16,8 3 4 0,10-10 4 15,0 2 7-15,3-1-3 0,0 1 7 0,1 5 0 16,-3 8 7-16,1 5 9 0,-1 6 11 16,-3 1-5-16,2 5 0 0,1 2 10 0,-12 0-5 15,27 7 4-15,-14 0-6 0,7 3-2 16,-6 1-6-16,4 0-20 0,7 7-5 0,1 2 8 16,1-5-7-16,-4-4-27 15,-2 1-40-15,-5-4-24 0,-2 0-10 0,-3-1-6 16,-1-4-15-16,-2 0-23 0,-1-3-25 15,-7 0-36-15,0 0-15 0,20-10-2 0,-15 1 12 16,3-4 25-16,-5-3 25 0,5-5 25 16,-5-1 28-16,4 0 31 0,-3 1 34 0,1 3 44 15,-1 0 47-15,0 7 33 0,-3-1 34 16,-1 3 9-16,2 4 10 0,-2 5 22 0,4-4 9 16,-4 4-1-16,0 0-9 0,8 18-11 15,-4-6-10-15,-2 1-11 0,2 3-7 0,-1 1-7 16,5 0-11-16,-2 2-8 15,1-1-15-15,5-1-40 0,1-5-49 0,-1-1-56 16,0-5-39-16,2-2-17 0,-1-4-31 16,7-1-51-16,-3-8-36 0,9-6-24 0,-1-10-3 15,2-10-1-15,-4-5-3 0,0-9 16 16,-3-5 26-16,2-10-441 0</inkml:trace>
  <inkml:trace contextRef="#ctx0" brushRef="#br0" timeOffset="2231.71">24409 10603 1788 0,'14'-89'-51'0,"1"-7"42"0,1-12 46 0,0 0 41 16,-5-2 35-16,3 5 37 0,-1 13 39 0,-6 27 46 0,-4 19 26 0,-3 7-1 15,0 12-6-15,-1 8-5 0,-3 9-3 16,-3 8 14-16,7 2 12 0,-14 24 8 0,2 8 1 16,2 17-22-16,5 13-21 15,-1 6-16-15,6 9-23 0,4 27-20 0,3-3-17 16,1 2-14-16,0-6-23 0,-2-20-36 16,-3-2-44-16,3-5-52 0,-2 0-59 0,-1-5-84 15,-1-7-102-15,3-12-110 0,-2-8-107 16,1-5-128-16,0-6-99 0,-1-9 70 0,3-6-508 15,-2-4-602-15</inkml:trace>
  <inkml:trace contextRef="#ctx0" brushRef="#br0" timeOffset="2398.53">24617 10715 3055 0,'4'-11'67'0,"-4"5"56"0,2 0 19 0,0 0 27 15,1-1 12-15,4 2-6 0,-2-2-14 16,3-3-16-16,3-1-21 0,3-3-48 0,2-7-65 15,7 0-92-15,-1-4-83 0,-4 2-95 16,2 0-97-16,1 1-140 0,-3 1-48 0,-2 7 62 16,-5 3-214-16,-1 7-191 15</inkml:trace>
  <inkml:trace contextRef="#ctx0" brushRef="#br0" timeOffset="2549.92">24748 10706 2122 0,'-1'17'219'0,"-1"-3"61"0,2 1 40 0,2-3 29 16,-1 2 26-16,5 1 13 15,0 2-21-15,0-3-21 0,1 1-29 0,3 3-31 16,2-1-35-16,2 6-41 0,-2-3-50 16,0-5-65-16,-1 1-72 0,-1-4-87 0,-1-3-91 15,-2 1-105-15,2-3-83 0,0-4-75 16,-2 1-123-16,3-3-126 0,-10-1 63 0,0 0-436 16,15-2-512-16</inkml:trace>
  <inkml:trace contextRef="#ctx0" brushRef="#br0" timeOffset="3549.98">21461 13069 2812 0,'-25'2'-9'0,"0"-4"38"0,3 2 37 0,-3 0 52 16,0 2 48-16,0-2 43 0,4 0 43 0,5 1 29 15,0-2 5-15,3 2 1 0,13-1-20 16,-18-1-21-16,18 1-4 0,0 0-11 15,0 0-13-15,48 4-25 0,1-2-13 16,15 0-23-16,12 0-19 0,6 1-11 16,8-4-48-16,-1-1-65 0,-1 0-92 0,0-2-101 15,-9 1-132-15,-4 0-148 0,-8-6-187 16,-10 3-100-16,-17-2 83 0,-15 2-530 0,-11-1-657 16</inkml:trace>
  <inkml:trace contextRef="#ctx0" brushRef="#br0" timeOffset="5698.48">22973 12932 3059 0,'4'-9'-153'0,"-3"4"29"0,1 0 29 0,-2 5 39 0,4-10 37 0,-2 6 32 16,-2 4 27-16,3-8 25 0,-3 8 15 15,0-7 13-15,0 7 19 0,0-8 4 0,0 8 8 16,0-12 6-16,0 6 1 0,0 6 8 15,-3-11 6-15,1 3-2 0,-2 2-9 0,2-2-11 16,-1 4-7-16,-3-1-13 0,-2-1-13 16,-1 4-9-16,9 2-4 0,-31 6-6 0,8-2-3 15,-8 12 10-15,-6 8 15 0,-1 9 10 16,-5 6 19-16,3 6 5 0,-7 16 10 16,10-8 5-16,5 3 3 0,3-2-2 15,7 5-9-15,5-5-12 0,6-1-1 0,9-12 3 16,4 3-11-16,7-6 5 0,6-4-4 15,10 2 0-15,0-12-7 0,5-2-11 16,4-7-11-16,9-5-7 0,0-8-7 0,3-4-3 16,11-8-7-16,-2-9-3 0,-1-6-5 15,-3-8-7-15,-3-4-5 0,-4-6-5 0,-4-1-4 16,-4-5-1-16,-4-4-6 0,-5-2-1 16,-6-3-1-16,-4 0-8 0,-5 2 0 0,-7 0 1 15,-1 11-3-15,-4 8-1 16,-6 1-5-16,1 10-2 0,-4 7 1 0,-2 6-10 0,-7 3 2 15,-1 10-4-15,-17 6 7 16,-9 13 3-16,4 12-10 0,-4 10 12 0,-4 17-6 0,9 9 1 16,14-7-1-16,3 7 1 15,7 1 1-15,5 2 2 0,7 0-1 0,2-2 1 16,10 0-4-16,1-1 25 0,7-2 1 16,5-3 0-16,-3-7 2 0,2-2-3 0,-4-7 21 15,-4-9 17-15,-2-4 1 0,-5 0-64 16,-1-8 0-16,-4-3 0 0,-2-3 0 0,-5 0 0 15,-6 10 0-15,-7-7 0 16,1-2 0-16,-5-1 0 0,-3-5 0 0,2-4 0 0,2-3 0 16,-4-4 0-16,0-3 0 15,-10-3 0-15,1-7 0 0,-4-4 0 0,3-1 0 0,-5-9 0 16,6-2-475-16,11 6-163 16,2-3-102-16,9 5-137 0,1 4 79 0,8 2-788 15,1-1-1027-15</inkml:trace>
  <inkml:trace contextRef="#ctx0" brushRef="#br0" timeOffset="6183.46">23024 13847 4569 0,'10'0'-24'0,"-10"0"51"0,15 0 57 0,-15 0 60 0,0 0 41 0,10-3 27 0,-10 3 6 0,0 0-17 0,9-14-23 15,-4 7-22-15,3-3-14 0,-2-3-11 16,7-5-16-16,5-5-14 0,-2-6-12 15,4-2-10-15,5-10-5 0,-3-5-9 0,-1 3-5 16,1 3-10-16,-10 5-6 0,6 5-5 16,-5 1-3-16,-4 8-3 0,-1 6-2 0,-4 3-4 15,2 0 0-15,-3 1 0 0,-1 5-6 16,4-2-4-16,-6 8-12 0,4-4 9 16,-4 4 0-16,0 0 0 0,8 18 6 0,-4-3-12 15,-1 6 7-15,3 3 0 0,4 7-3 16,-1 0 5-16,2 0-7 0,3-4-4 15,-3-2 2-15,0-4 3 0,1-4-7 16,-3-5 1-16,5 4 6 0,-4-8-1 0,3-1-1 16,-1-5 0-16,0-4-3 0,6-2-11 15,9-9-17-15,-1-9-21 0,9-9-2 0,-8-3 3 16,0-7 2-16,-4 0 3 0,-1-5 0 16,-1-1 8-16,-3 2-1 0,-4 11 8 0,-1 1 2 15,-5 11 2-15,0 3-3 0,-3 9-1 16,-1 1-2-16,2 6 6 0,-6 3 16 0,0 0 4 15,0 0 0-15,9 34-6 0,-5-11 4 16,-4 4 3-16,2 9-1 0,0 2 2 0,4-3-7 16,-4-6-4-16,5 4-44 15,-1-5-51-15,-3-7-78 0,4-4-100 0,-2 0-104 0,1-5-98 16,-3-2-131-16,1-5-109 16,0-1 65-16,-4-4-510 0,0 0-634 0</inkml:trace>
  <inkml:trace contextRef="#ctx0" brushRef="#br0" timeOffset="6866.64">24022 13259 3506 0,'-3'7'108'0,"3"-7"12"0,-4 3 21 0,4-3 26 0,0 0 22 0,0 0-3 0,0 0-11 0,0 0-16 16,0 0-19-16,0 0-12 0,29-15-9 15,-20 10-14-15,3-2-8 0,-5 2-10 0,2-2-10 16,2 0-3-16,-4-1-6 0,0 1-6 16,-5 0-2-16,2 2-6 0,-4 5-8 0,2-10-3 15,-2 10-7-15,-9-4-4 0,9 4-5 16,-24 6-5-16,8 3 3 0,-9 12-5 0,0 3-1 16,-6 9 5-16,5 3 11 15,1 7 1-15,4 2 4 0,2-1-6 0,8-7 7 16,1 1 8-16,4-2 10 0,4 0 7 0,4-7-6 15,4 4 0-15,4-10-6 0,-3-5 0 16,8-1-5-16,6-1-2 0,2-8-6 16,1-3-6-16,-1-5-4 0,14-9-4 15,-1-3-10-15,6-7-16 0,1-8-14 0,-4-4-2 16,-1-3-6-16,-4-5 2 0,-3-2 1 16,-3-2-3-16,-3 0 9 0,-1 1 2 0,-8 8 0 15,0 5 1-15,-5 9 5 0,-3 2-3 16,0 2 0-16,-3 3 6 0,1 5-3 0,-4 1 3 15,-1 4 9-15,-1 3 5 0,0 0 7 16,0 0 1-16,-11 18 2 0,8-7-4 16,-3 5 1-16,1-1 3 0,4 0-6 15,-3 0 2-15,4-1-1 0,-2-2 0 0,4 0 0 0,0 0-4 16,1-2 1-16,6-1 7 16,-4-3-10-16,5-4 3 0,2-2-8 0,2 0-6 15,2-6-10-15,4-5-7 0,5-3-3 16,2-2 2-16,0-3 9 0,-6 0-3 0,1 0 3 15,-2 5 0-15,-7 4 11 0,-1 0 7 16,-5 3 12-16,0 2-2 0,2 0 3 0,-5 0-2 16,-4 5 10-16,0 0 33 0,0 0 5 15,12 11-4-15,-12-2-5 0,2 3-9 0,-2 0 1 16,4 0-9-16,-2 7-3 16,1 2 0-16,4-4-5 0,-1-1-11 0,-3-3 2 15,3 1-39-15,-3-4-40 0,-1-1-58 16,5-1-78-16,-4-2-112 0,5-3-139 0,-8-3-160 15,15-3-182-15,-15 3 17 0,21-10 78 16,-12 3-594-16,3-5-739 0</inkml:trace>
  <inkml:trace contextRef="#ctx0" brushRef="#br0" timeOffset="7213.92">24958 13096 3744 0,'2'-7'33'0,"-2"7"33"0,0 0 69 0,0 0 61 0,0 0 28 0,0 0 11 0,0 0-2 0,0 0 13 0,14 29-14 0,-10-19-17 15,-1-3-22-15,1 5-18 0,3-4-13 16,0-1-17-16,-2-1-14 0,5 2-6 16,-3-4-16-16,3 0-17 0,-1 0-1 0,-9-4-15 15,25-4-15-15,-14 0-15 0,0 0-4 16,2-2-2-16,-2-2-7 0,-4 1-7 0,-1-5 5 16,0 2-11-16,-2 1-9 0,-4 3 2 15,0 6-7-15,-8-14-3 0,-4 11 0 0,-4 6 13 16,-13 9 7-16,-5 5 8 0,-5 5 23 15,3 5 24-15,5 4 11 0,7-5 12 16,7 3 1-16,1 0-3 0,13-3-3 16,-1-3-4-16,4-4-10 0,2 0-9 0,3 1-11 15,2-3-62-15,2-1 0 0,2-2 0 0,5 0 0 16,0-3-58-16,13 4-144 0,1-5-133 16,5-2-153-16,2 0-174 0,4-3-222 15,4-4 87-15,5-1 84 0,11-5-665 16,4-5-832-16</inkml:trace>
  <inkml:trace contextRef="#ctx0" brushRef="#br0" timeOffset="7431.17">25774 13476 4159 0,'-45'18'222'0,"-9"3"53"0,-12 1 43 0,-20 6 69 16,-8 1 50-16,-7 0 19 16,-7 0-11-16,-12 2-38 0,-13 0-34 0,0 2-34 15,-5 2-52-15,-5 1-201 0,1-2-86 16,9 4 0-16,9 1 0 0,10-4 0 0,11 2 0 15,14-5 0-15,26-8 0 0,7-1 0 16,8 0 0-16,14-6 0 0,6-1 0 0,6-5 0 16,8 0 0-16,0-1 0 0,3-1-21 15,1-1-595-15,-2 2-117 0,1-3-180 0,6-1 76 16,-5 0 93-16,4-3-728 0,0 3-919 16</inkml:trace>
  <inkml:trace contextRef="#ctx0" brushRef="#br0" timeOffset="17113.71">17412 15212 3572 0,'-2'-5'250'0,"2"5"-122"0,0-10-71 0,0 10-4 0,0 0 43 0,0 0 76 0,0 0 33 15,-14 24-7-15,7-4 8 0,-2 11 11 0,-3 4-11 16,1 2 4-16,1 2-20 0,-2-2-12 15,3-2-15-15,-1 0-20 0,6-1-9 0,-1-10-17 16,-1-2-5-16,4-4-24 0,1-3 3 16,-3-3-8-16,2 0-3 0,0-2 57 0,-1-1 29 15,3-1 14-15,0-8-15 16,0 0-20-16,0 0-14 0,0 0-15 0,-1-29-15 16,2 7-10-16,8-16-81 0,0-1-10 15,7-11 0-15,-2-1 0 0,4 3 0 16,-3 13 0-16,-1 1 0 0,-7 12 0 0,2 5 0 15,-1 2 0-15,-4 2 0 0,4 5 0 16,-3 3 0-16,3 3 0 0,-8 2 0 0,0 0 0 16,25 12 0-16,-16-2 0 0,1 4 0 15,5 1 0-15,-1 2 0 0,4 2 0 0,-2-2 0 16,-3-1 0-16,1-4 0 0,-3-1 0 16,-2-1 0-16,1-3 0 0,-1-4 0 0,4-3 0 15,3-2 0-15,2-5 0 0,11-7 0 16,0-1 0-16,-3-2 0 0,-1 0 0 15,-3 5 0-15,-8 1 0 0,-1 3 0 0,-4 4 0 16,-2-1 0-16,-7 5 0 0,16 0 0 16,-9 6 0-16,-1 2 0 0,-1 4 0 15,4 2 0-15,-6 1 0 0,8 4 0 16,-3 1 0-16,0 0 0 0,5 5 0 0,0-4 0 16,-3-4 0-16,-1-5 0 0,-1 0 0 15,-2-2 0-15,0-3 0 0,-1 2-258 0,3-2-82 16,-5-5-136-16,-3-2-157 0,12 5-186 15,-12-5-26-15,21-7 88 0,-6-2-625 16,14-6-835-16</inkml:trace>
  <inkml:trace contextRef="#ctx0" brushRef="#br0" timeOffset="17478.71">18648 14988 3835 0,'0'-14'-34'0,"-2"2"45"0,1 4 33 0,-3 1 34 0,-2 1 19 0,6 6 24 15,-17 0 15-15,17 0 8 0,-31 11 2 16,13-1-7-16,-11 5 3 0,2 4 5 16,2 0-5-16,0 3-10 0,2 2-17 0,3 2-13 15,4-1-10-15,11-4-6 16,-1-1-8-16,8-3-5 0,4 1-8 0,8 6-2 16,6 0-9-16,5-1-6 0,3 0-2 15,10 0-4-15,-5-3-3 0,-5-1-3 0,3 0-5 16,-4 1 1-16,-4-1 13 0,-4 1 25 15,-4-5 30-15,-6 1 39 0,-2-3 30 0,-6-1 20 16,-1 0 4-16,-1 0 9 0,-8 2-2 16,-2 0-9-16,-2 1-12 0,-2-3-16 0,-5 0-94 15,-9 2-69-15,2-3 0 0,2-4 0 16,4 0 0-16,-1-3 0 0,6-3 0 16,-2-1 0-16,3-2 0 0,0-6 0 0,2-4-418 15,3-5-146-15,4-3-119 16,10-4-167-16,4-9 3 0,7 0 88 0,12-6-625 15,3 1-838-15</inkml:trace>
  <inkml:trace contextRef="#ctx0" brushRef="#br0" timeOffset="17680.41">19141 14924 4093 0,'11'-19'95'0,"0"4"75"16,-6 5 43-16,4 0 30 0,-6 2 1 0,1 4-16 16,-4 4 70-16,0 0 16 0,6 20-21 15,-8-1-23-15,-4 20-21 0,3 2-21 0,-8 11-25 16,4-1-18-16,1 1-20 0,3-8-16 15,-3-1-11-15,4 0-19 0,1-4-16 0,-1 0-31 16,-1-10-57-16,3-5-78 0,-2-8-75 16,0 4-97-16,0-8-88 0,2 1-108 0,0-3-158 15,0-4-212-15,0-6-29 16,0 0 90-16,0 0-599 0,0 0-795 0</inkml:trace>
  <inkml:trace contextRef="#ctx0" brushRef="#br0" timeOffset="17832.28">18987 15155 4019 0,'-13'-14'158'16,"4"2"64"-16,4 3 68 0,-2 1 28 0,3 0-6 16,4 1-30-16,0 7-29 0,4-14-32 15,8 1-24-15,13 0-26 0,9-2-72 16,13-4-102-16,7 7-143 0,0-1-185 16,-1 3-228-16,-9 1-258 0,-5 2 74 15,-5 6 81-15,-7 1-454 0,16 6-585 0</inkml:trace>
  <inkml:trace contextRef="#ctx0" brushRef="#br0" timeOffset="18328.47">19496 14401 2829 0,'-72'-36'-167'16,"-15"1"26"-16,-12 9 36 0,-18 3 40 0,-10 6 32 16,-15 3 33-16,-23 9 24 0,-12 12 21 15,-63 16 17-15,-4 13 19 0,5 12 28 0,3 16 34 16,13 8 23-16,17 11 17 0,14 8 11 15,20 10 8-15,16 9 0 0,16 6 6 16,18 12-4-16,22 5 2 0,39-27-5 16,17 1-7-16,31 9 9 0,22-2-8 15,30 5-10-15,48 25-14 0,35-10-14 0,40-16-10 16,30-17-17-16,23-20-18 0,26-17-5 16,16-19-11-16,9-20-8 0,13-15-12 0,9-20-3 15,6-13-9-15,-5-20-2 0,-5-15-15 16,-8-13-1-16,-19-17-6 0,-26-10-27 0,-37-11-21 15,-31-17-21-15,-41-14-14 0,-33-10 4 16,-40 22-10-16,-24-6-17 0,-17-8-31 0,-23-4-37 16,-35-32-27-16,-32 22-13 0,-23 20-8 15,-18 26-4-15,10 42 1 0,-54 3-14 16,22 32-31-16,-19 15-31 0,-10 16-51 16,-58 17-89-16,7 16-152 0,6 14-70 15,6 13 73-15,5 9-223 0,17 9-262 0</inkml:trace>
  <inkml:trace contextRef="#ctx0" brushRef="#br0" timeOffset="18546.32">16697 16656 2587 0,'-2'12'314'16,"0"-3"-36"-16,8-1-29 0,8-1-17 15,27 0 15-15,31 0 21 0,47-7 14 16,24-5-3-16,22-6-28 0,72-2-25 15,5-1-27-15,5-2-19 0,7 3-19 16,9-3-47-16,0 3-49 0,0 1-83 0,2 0-92 16,-9 3-106-16,-14 1-119 0,-70 2-144 15,-11 0-246-15,-19-3 36 0,-25-1 72 0,-44 1-316 16,-32-2-413-16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5:52:30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18628 7011 1351 0,'0'0'446'0,"0"0"-31"0,0 0-16 0,0 0-66 0,0 0-22 0,-10 0-11 0,10 0-21 0,0 0-20 0,0 0 15 0,0 0 16 0,0 0 0 0,0 0-8 0,0 0-25 0,-9-12-41 0,9 12 0 0,0-14-14 0,1 2-20 0,3-1-12 0,3-5-10 0,2-3-22 0,4-2-9 16,2-3-10-16,2 0-11 0,2 4-10 16,-2 1-11-16,6 1-11 0,-3 4-8 0,-4 6-5 15,5 2-11-15,3 2-6 0,-4 5 2 16,5 2-12-16,7 6-5 0,0 5-3 0,2 3 0 15,-7 5-2-15,-2 0 4 0,-3 6-3 16,-5-1 13-16,0 3 4 0,-8 0 10 16,-1-3 7-16,-2-3 0 0,-2 1 0 15,-3-4-61-15,1-1 0 0,0-6 0 0,2 1 0 16,-2-1 0-16,0-3 0 0,-1-3 0 16,-1-6 0-16,0 0 0 0,0 0 0 0,0 0 0 15,11-17 0-15,-6-2 0 0,6-7 0 16,3-3 0-16,3 4 0 0,-2-2 0 0,2 4 0 15,-3 4 0-15,-1 5 0 0,3 0 0 16,-4 5 0-16,4 0 0 0,1 6 0 0,0 0 0 16,3 3 0-16,-2 6 0 0,11 7 0 15,-2 4 0-15,-2-1 0 0,-2 5 0 0,-5 0 0 16,3 2 0-16,-4-2 0 16,-5-2 0-16,-1-4 0 0,-3-1 0 0,-2-4 0 15,1 2 0-15,-3-4 0 0,2 1 0 16,-5-3 0-16,3-2 0 0,-4-4 0 0,4 4 0 15,-4-4-250-15,0 0-240 0,0 0-117 16,0 0-150-16,0 0-101 0,-9-21 90 0,7 13-749 16,2-3-963-16</inkml:trace>
  <inkml:trace contextRef="#ctx0" brushRef="#br0" timeOffset="334.08">19840 6822 4455 0,'-16'7'46'0,"0"0"41"0,2 2 40 0,-1-1 28 0,1 4 19 16,1 3 29-16,1 3-4 0,1 1-7 0,6 0-27 15,-6 3-10-15,10 2-21 0,1 0-11 16,1-2-8-16,6 0-15 0,0-2-12 0,8 3-9 16,1-6-6-16,-1-7-13 0,0-2-13 15,7-4-18-15,-6 0-22 0,5-4-20 0,1-2 2 16,-6 0 2-16,6-4 2 0,-6-5 1 15,0 3 3-15,-3-4 0 0,-5 0-1 0,0-3 6 16,-7-3 8-16,1 0 6 0,-4-8-3 16,-1-9 2-16,-6 0-6 0,0 6 6 15,0 0-4-15,0 10-7 0,-3 3 1 16,2 5-7-16,-3 7-14 0,0 0-30 0,-3 4-44 16,-1 2-52-16,0 4-76 0,-2 1-104 15,2 3-123-15,6 0-152 0,-1-4-150 0,6-1 78 16,4 0-543-16,2-5-675 0</inkml:trace>
  <inkml:trace contextRef="#ctx0" brushRef="#br0" timeOffset="766.51">20549 6315 3270 0,'-6'-16'93'0,"2"5"76"0,3 1 58 16,-2 4 37-16,3 6 15 0,-4-9-5 0,4 9 29 15,0 0 32-15,0 0 17 0,0 27-5 16,2-4-21-16,3 17-14 0,-4 3-26 0,1 15-29 16,0-2-25-16,0 0-25 0,0-1-17 15,0-9-20-15,-2-2-15 0,0-5-16 16,0-1-135-16,0-9-4 0,-2-5 0 0,2-4 0 16,0-7 0-16,-4 1 0 0,4-2 0 15,0-5 0-15,0 3 0 0,0-10 0 16,0 0 0-16,0 4 0 0,0-4 0 0,0 0 0 15,0 0 0-15,-4-31 0 0,3 15 0 16,-8-5 0-16,4 0 0 0,-5 1 0 0,-2 1 0 16,0 5 0-16,-6 2 0 0,1 6 0 15,-2 4 0-15,-10 4 0 0,-5 6 0 0,2 4 0 16,1 6 0-16,3 3 0 16,3 0 0-16,4 5 0 0,6-3 0 0,5 2 0 15,3-4 0-15,4-4 0 0,3 0 0 0,7 0 0 16,0-1 0-16,8-1 0 0,1-2 0 15,0-7 0-15,4-5 0 0,1-1 0 0,4-1-223 16,9-8-145-16,0-5-162 16,8-6-187-16,-2-4-155 0,-2 0 75 0,-7 3-796 15,-4-1-1034-15</inkml:trace>
  <inkml:trace contextRef="#ctx0" brushRef="#br0" timeOffset="1149.94">20964 6728 4457 0,'0'0'78'0,"-10"2"34"0,10-2 32 0,0 0 33 0,0 0 20 0,0 0 18 16,0 0 5-16,0 0-13 0,0 0-17 16,0 0-24-16,34-10-13 0,-22 6-18 15,-2-1-7-15,2 2-17 0,-3-5-11 0,-4 2-2 16,5-1-7-16,-5-1-4 0,2 0-11 15,-4 2-6-15,-3 6-10 0,-3-12-5 0,-6 7-12 16,9 5-3-16,-24-2-4 0,7 5-1 16,-10 2-6-16,-7 6 2 0,0 6-5 0,-1 0 19 15,3-2 12-15,5 6 9 0,2-2 16 16,4 4 12-16,5-1 17 0,2 1 6 16,4 0-65-16,3-5-52 0,5 1 0 15,2-1 0-15,4 1 0 0,3-2 0 0,11 9 0 16,-2-4 0-16,9-3 0 0,0-11 0 15,8 4 0-15,1-4 0 0,-6-7 0 0,1-1 0 16,11-5-36-16,-4-4-453 0,1 2-107 16,-1-7-151-16,0 1-129 0,-2-3 84 15,10-6-791-15,0 0-1025 0</inkml:trace>
  <inkml:trace contextRef="#ctx0" brushRef="#br0" timeOffset="1366.53">21944 6691 4500 0,'-18'0'122'15,"5"0"60"-15,13 0 41 0,-17-2 37 0,17 2 4 16,0 0-11-16,-13 2-17 0,13-2 1 16,0 0-14-16,0 0-18 0,0 0-24 0,36 11-21 15,-10-11-15-15,16 4-73 0,2-2-114 16,5-1-122-16,1-2-163 0,13-3-174 0,-4-3-196 15,-2 1-97-15,-1-6 76 0,-16 6-649 16,-6-4-822-16</inkml:trace>
  <inkml:trace contextRef="#ctx0" brushRef="#br0" timeOffset="1616.87">22313 6578 3967 0,'0'0'124'0,"-15"0"19"0,15 0 30 15,-12 4 53-15,12-4 41 0,0 10 23 0,0-10-5 16,12 19-16-16,-2-3-28 0,1 1-20 16,4 4-25-16,2 6-19 0,1-3-19 0,-7-2-17 15,-3-3-14-15,-2-4-17 0,-3 1-4 16,-3-4-11-16,-2 0-12 0,-3 8-20 16,-3-7-22-16,-5 1-27 0,-1-5-26 0,-5 1-49 15,2-2-51-15,-4-4-54 0,6 1-61 16,0-5-99-16,-3-3-104 0,5 1-130 15,0-8-178-15,1 0 3 0,2 1 87 16,5-3-543-16,-3 0-656 0</inkml:trace>
  <inkml:trace contextRef="#ctx0" brushRef="#br0" timeOffset="2133.07">23020 6541 3631 0,'2'-9'162'0,"0"3"20"0,-2 0 31 0,0 6 9 0,2-5-2 0,-2 5 35 16,0 0 36-16,0 0 23 0,15 19 4 0,-7-7-2 15,0 5-5-15,-1 0-12 0,2 2-16 16,1 2-16-16,0-3-36 0,-3 2-22 0,3-1-16 15,-2-2-20-15,-1-2-72 0,1-1-101 16,-3-2 0-16,4-2 0 0,-6 1 0 0,3-5 0 16,-3-1 0-16,3 0 0 0,-6-5 0 15,9 6 0-15,-9-6 0 0,21-7 0 0,-7-5 0 16,7-10 0-16,-4-4 0 0,8-15 0 16,-5-2 0-16,4-4 0 0,-5 1 0 15,-1 3 0-15,-6 13 0 0,-2 6 0 0,-5 7 0 16,3 3 0-16,-4 3-262 0,0 5-213 0,-2 1-83 15,-2 5-118-15,3-2-184 16,-3 2 78-16,0 0 83 0,20 9-620 0,-9-1-777 16</inkml:trace>
  <inkml:trace contextRef="#ctx0" brushRef="#br0" timeOffset="2749.94">23645 6716 4081 0,'0'0'250'0,"-7"5"54"0,7-5 48 0,-7 4 22 16,7-4-10-16,0 0-10 16,0 0-25-16,0 0-29 0,0 0-28 0,-5 5-27 15,5-5-24-15,0 0-25 0,0 0-20 16,0 0-17-16,0 0-13 0,30-14-78 0,-21 11-68 16,-4-2 0-16,-5 5 0 0,11-11 0 15,-5 5 0-15,-2-1 0 0,-4-2 0 0,0 9 0 16,-6-17 0-16,-1 8 0 0,-4 0 0 15,-5 3 0-15,-4 3 0 0,-2 3 0 0,-17 3 0 16,2 5 0-16,-1 8 0 0,-6 5 0 16,-2 6 0-16,10 2 0 0,6 2 0 0,7-2 0 15,8 4 0-15,5 0 0 0,6-4 0 16,9 8 0-16,11 9 0 0,11-6 0 16,11-3 0-16,10-6 0 0,6-4 0 15,5-3 0-15,2-7 0 0,0-5 0 0,-5-4 0 16,-14-8 0-16,-7-2 0 0,-9 2 0 15,-2-4 0-15,-1 2 0 0,-3-6 0 0,-5 1 0 16,-1-7 0-16,-5 2 0 0,-6-1 0 16,3-4 0-16,-6-1 0 0,-4-4 0 0,2 4 0 15,-1 0 0-15,-3 3 0 0,3 0 0 16,-4 1 0-16,3 4 0 0,2-1 0 16,1 2 0-16,-3 5 0 0,0-1 0 0,4 5 0 15,-3-10 0-15,3 10 0 0,-2-6 0 16,2 6 0-16,9-13 0 0,2 3 0 15,7 0 0-15,8-2 0 0,7-1 0 0,-3 2 0 16,3 2 0-16,-9 4 0 0,0 5 0 16,-4 0 0-16,-3 0 0 0,0 4 0 0,1 1 0 15,-3 6 0-15,0 2 0 0,1 0 0 16,-7 4 0-16,0 1 0 0,3 2 0 0,-2-3 0 16,-3 4 0-16,-2 0 0 0,1-2 0 15,1-3 0-15,-2-1 0 0,1-1 0 0,1-6 0 16,-2-1 0-16,4-4-374 0,-9-3-375 15,18-4-180-15,-2-10 76 0,2-9 105 0,6-2-795 16,2-13-988-16</inkml:trace>
  <inkml:trace contextRef="#ctx0" brushRef="#br0" timeOffset="2984.08">24646 6176 4563 0,'-11'-17'107'0,"1"5"64"0,0 3 74 0,7 0 50 0,-3 5 20 0,6 4-2 0,-8-9-18 0,8 9-23 0,0 0 43 0,-8 19 7 0,7 3 2 16,-1 17-19-16,2 18-7 0,0 7-247 0,2 6-51 16,-2 5 0-16,3 2 0 0,3 1 0 15,6 14 0-15,1-18 0 0,-1-4 0 16,1-6 0-16,-4-8 0 0,3-6 0 0,-6-14 0 16,1-4 0-16,-3-8 0 0,-3-5 0 15,3-4 0-15,-2-3 0 0,1-8-92 16,-1-2-537-16,-2-2-93 0,0 0-178 0,3-18 75 15,-3 5 86-15,0-6-718 0,0-1-906 16</inkml:trace>
  <inkml:trace contextRef="#ctx0" brushRef="#br0" timeOffset="3133.14">24526 6948 4014 0,'-21'-2'55'0,"4"5"74"16,1-3 65-16,5 1 54 0,11-1 39 16,-17 0 11-16,17 0-1 0,0 0-21 0,-17 0-29 15,17 0-27-15,0 0-15 16,0 0-25-16,0 0-85 0,0 0-110 0,32-14-152 15,2-1-189-15,2 1-223 0,14-7-216 16,3 0 68-16,1 2 85 0,-3 1-536 0,3 0-644 16</inkml:trace>
  <inkml:trace contextRef="#ctx0" brushRef="#br0" timeOffset="3466.81">24976 6795 3666 0,'-10'4'243'0,"6"-3"28"15,4-1 33-15,0 0 14 0,-11 2-6 16,11-2-19-16,0 0-27 0,0 0-19 16,0 0-23-16,0 0-26 0,0 0-12 0,0 0-28 15,0 0-15-15,38-3-33 0,-23-3-30 16,0 1-21-16,1 2-6 0,-5-3-14 0,-2 1-8 16,1-2-9-16,-2-1-1 0,-5-1 1 15,-1 2-5-15,-4 1-3 0,2 6 1 0,-14-10-4 16,0 8 8-16,-1 4 4 15,-4 1 8-15,-5 4 6 0,1 1 12 0,-1 6 9 16,7-1 12-16,4 3 12 0,1-1 21 0,4 4 9 16,5-2 1-16,1 3-7 0,2-1-41 15,4 3-65-15,-1-1 0 0,7 0 0 16,3 4 0-16,7-3 0 0,-4-7 0 0,8 4 0 16,-3-10 0-16,1-4-68 0,17 0-297 15,-5-7-141-15,6 0-183 0,-1-5-183 0,-3-4 63 16,0-1 98-16,-4-2-708 0,-5-1-869 15</inkml:trace>
  <inkml:trace contextRef="#ctx0" brushRef="#br0" timeOffset="3716.19">25385 6682 4273 0,'-9'-9'166'16,"1"1"63"-16,3 3 71 0,0-1 31 16,5 6 8-16,0 0-3 0,-7-5-12 0,7 5 2 15,0 0-3-15,0 0-1 0,30 21-31 16,-7-4-25-16,2 4-26 0,0 1-115 15,-3 4-125-15,2-1 0 0,-7 1 0 16,-4 1 0-16,-6-2 0 0,-1-6 0 0,-6 1 0 16,-6 2 0-16,-5 4 0 0,0-4 0 15,-6 4 0-15,-3-4 0 0,-2-5 0 0,5-1 0 16,2-8 0-16,3 1 0 0,1-5 0 16,2-4 0-16,9 0 0 0,-7-11-326 0,7-1-363 15,7-10-82-15,11-19-89 0,11-9 58 16,17-14-811-16,5-4-1053 0</inkml:trace>
  <inkml:trace contextRef="#ctx0" brushRef="#br0" timeOffset="3898.43">25875 6402 4292 0,'-2'-8'7'0,"-2"-1"89"0,-3 3 70 15,-3 6 53-15,10 0 40 0,-28 3 40 0,7 4 12 16,-8 10 13-16,0 4 1 0,-1 9-7 16,1 6-19-16,4 2-19 0,7 3-21 0,2-6-25 15,7 4-22-15,1-1-21 0,2-2-91 16,6-6-100-16,5-3 0 0,0 4 0 0,4 0 0 15,2-3 0-15,7-5 0 0,0-6 0 16,-4-5-227-16,9-6-249 0,2 0-144 0,2-6-190 16,2-2-34-16,9-6 84 15,-2-4-755-15,0-2-960 0</inkml:trace>
  <inkml:trace contextRef="#ctx0" brushRef="#br0" timeOffset="4098.62">26328 6111 3987 0,'-2'-3'-16'0,"2"3"71"0,0 0 77 16,0 0 82-16,-5 25 61 0,9-4 46 16,-1 13 19-16,6 7 12 0,-2 12-3 15,-2 6-4-15,1 6-24 0,-6 1-25 0,0 7-27 16,-6-3-47-16,-6 2-21 0,-4 0-23 0,-7 10-52 16,-10-3-56-16,5-20-67 15,-5-3-69-15,-3-5-69 0,-3-1-88 0,-8-8-103 16,-3-9-123-16,-9 0-129 0,-7-9-162 0,-1-7-56 15,-5-6 89-15,-10-10-660 0,-4-4-822 16</inkml:trace>
  <inkml:trace contextRef="#ctx0" brushRef="#br0" timeOffset="4682.93">19746 6143 3470 0,'-36'-1'-170'0,"-2"-1"48"0,4 2 39 0,-11 2 35 0,4 3 27 0,-15 8 36 0,1 10 25 0,-1 8 35 15,-19 21 27-15,3 12 30 0,1 15 17 16,0 7 5-16,5 9 9 0,5 2 5 0,7 6-2 15,13-1-10-15,12-2-13 0,15-6-10 16,12-19-11-16,14-4-11 0,17 11-10 16,14-5-10-16,17-10-11 0,13-10-38 15,12-9-75-15,4-12-111 0,10-8-142 0,6-8-160 16,3-10-194-16,-18-7 42 0,21-11 58 16,-2-11-304-16,-5-4-330 0</inkml:trace>
  <inkml:trace contextRef="#ctx0" brushRef="#br0" timeOffset="5098.45">19912 7508 2390 0,'-38'3'84'0,"-1"1"10"16,2 0 25-16,4-3 24 0,8 3 6 16,5-3-1-16,2 1-2 0,4 0-11 0,0-2-17 15,5 3-13-15,1 1-8 16,8-4-13-16,0 0-8 0,32 14-2 0,16-8-7 16,25-6-29-16,38-2-30 0,25-4-4 15,20-3-2-15,74-5-4 0,28-4 11 0,16 1-10 16,22 0-8-16,22-1-4 0,6 5-3 15,10 0-7-15,7 4 4 0,-6-5-1 0,-13 3 3 16,-13-1 5-16,-13 0 2 0,-30 3-4 16,-26 3 3-16,-68-1 0 0,-18 1 1 0,-16 0 3 15,-23 2-5-15,-38 2-8 0,-14-2 3 16,-17 2 15-16,-16 0 6 0,-8-1-4 16,-4-1-6-16,-9 1-3 0,-5-2-19 0,-4 5-41 15,0 0-49-15,-15-11-61 0,-1 6-96 16,-2 2-152-16,-11-1-87 0,-13 2 59 15,-7 1-147-15,-14 1-100 0</inkml:trace>
  <inkml:trace contextRef="#ctx0" brushRef="#br0" timeOffset="5398.5">20789 7771 2008 0,'-54'7'223'0,"-3"-1"-27"0,-4 0-15 16,2 0-3-16,14-2-15 0,4 0-18 15,15 0-5-15,7-2-5 0,9-2 15 16,10 0 12-16,0 0-4 0,57-14-5 0,18 0-13 16,56-7-12-16,71-11-9 0,26 2-13 15,26 1-15-15,24-1-2 0,20 4-13 0,3 4-11 16,6 5 0-16,-2 0-8 0,-14 5-9 15,-14-1-13-15,-20 1-31 0,-28 2-53 0,-71 2-52 16,-13-3-57-16,-21 1-56 0,-39 2-60 16,-12-2-66-16,-14-1-131 0,-21 3-103 15,-17-1 47-15,-14 1-258 0,-7 0-273 0</inkml:trace>
  <inkml:trace contextRef="#ctx0" brushRef="#br0" timeOffset="14548.61">5015 11783 1868 0,'-9'-5'156'0,"3"0"-19"0,1 1 6 0,-2-1 15 16,7 5 7-16,-9-9 2 0,5 5 0 15,4 4-6-15,-9-9 5 0,9 9-5 0,-5-5-11 16,5 5 5-16,0 0 19 15,0 0 18-15,0 0 9 0,5 24-3 0,1-5-1 0,1 10-4 16,2 2-15-16,5 1-17 0,-1 1-11 16,3-3-15-16,4-5-14 0,5-2-1 15,7-5-13-15,4-8-4 0,9-9-28 16,16-5-10-16,5-11 1 0,22-14-7 0,2-5-4 16,-3-7-5-16,3-2-11 0,-11-1-12 15,-11 1-9-15,-19 10 0 0,-7 8-1 16,-11 5 2-16,-7 3-1 0,-7 5 0 0,-4 4-5 15,-2 3-5-15,-8 1-11 0,1 4 5 16,-4 0 0-16,0 0-8 0,0 0-23 0,0 0-25 16,0 0-34-16,-15 17-35 0,10-11-47 15,0 0-60-15,-1 2-75 0,5 0-74 0,-5 1-98 16,2-1-190-16,3 0 14 0,-6-3 55 16,3 3-345-16,2-1-421 0</inkml:trace>
  <inkml:trace contextRef="#ctx0" brushRef="#br0" timeOffset="15380.52">4676 13271 2593 0,'-4'-7'-4'0,"-1"2"42"0,1 0 31 0,4 5 20 0,-8-7 10 0,8 7 9 0,0 0 37 0,0 0 26 15,0 0 36-15,0 0 7 0,-8 17 0 0,8-5-6 16,2 4 0-16,0 1-3 0,0 3-10 16,3-3-19-16,2 1-20 0,2-1-10 0,2-1-11 15,7-5-16-15,3-3-8 0,8-3-4 16,12-10-17-16,18-7-7 0,4-9-8 15,19-10-9-15,2-4-9 0,1 0 0 0,-2-5-21 16,-5 3-4-16,-20 8-4 16,-4 3-7-16,-6 2 1 0,-14 6 3 0,-5 3 3 15,-8 6-11-15,-4 0 2 0,-6 3-2 16,-1 2-3-16,-1-1 0 0,-1 3 1 0,-8 2 5 16,10-3-10-16,-10 3-1 0,0 0 0 15,0 0-2-15,0 0 1 0,0 0-4 0,0 0-35 16,0 0-54-16,0 0-64 0,7 7-89 15,-7-7-98-15,2 13-112 0,-6-5-178 16,4 2-85-16,0 3 69 0,-1 3-455 0,1-3-568 16</inkml:trace>
  <inkml:trace contextRef="#ctx0" brushRef="#br0" timeOffset="16297.12">4478 15894 2979 0,'-4'-11'-50'0,"2"2"22"0,2 2 30 0,0 7 28 0,-4-12 26 16,4 12 21-16,0 0 30 0,0 0 50 15,0 0 27-15,0 0 5 0,0 0-4 0,21 29-9 16,-10-11-13-16,0 0-12 0,5 6-6 16,2-2-12-16,4-5-9 0,7 0-9 0,1-9-8 15,11-4-4-15,6-12-6 0,16-7-10 16,17-16-4-16,6-7-10 0,2-6-9 0,3-8-7 16,1-2-3-16,-5-4-4 0,-9 4-5 15,-11 7-7-15,-21 13-1 0,-10 7 3 16,-9 7-4-16,-8 9-1 0,-6 1-6 0,-2 1-4 15,-3 4-3-15,0 2-5 0,-8 3-1 16,0 0-1-16,0 0-7 0,0 0-37 16,0 0-66-16,0 0-90 0,0 0-118 15,11 12-126-15,-11-12-201 0,0 8-78 16,0-8 60-16,-2 16-375 0,-4-8-496 0</inkml:trace>
  <inkml:trace contextRef="#ctx0" brushRef="#br0" timeOffset="22029.68">2271 12334 1171 0,'-17'-9'78'0,"0"1"-13"0,1 1 1 0,0 0-11 0,-6 0-3 0,3 4 12 0,-3-1 4 15,-1 2-1-15,-4 4 4 0,-7 2 3 16,0 8 5-16,1 5-3 0,-9 5 11 16,6 9 9-16,2-1 5 0,-1 6 6 15,5 4-10-15,3 0-9 0,11-7-9 0,-2 10-3 16,8-8-2-16,6-1-6 0,6-5 6 15,6 5 3-15,5-5-3 0,12 7-4 0,7-5-10 16,8-3-6-16,10-7-5 0,4-6 2 16,10-3-3-16,1-8-9 0,3-4 6 15,-5-9-14-15,-2-3 2 0,-2-6-3 16,-5-3 2-16,-11-6 26 0,-2-2 0 16,-11-10 2-16,-9-4-13 0,-6-3-6 0,-7 3-4 15,-10-3-3-15,-7-16-3 0,-7 0 0 16,-4-1-17-16,-13-12-5 0,5 17-13 0,-3 4-13 15,-6 9 0-15,-1 7-15 0,-3 9 0 16,-5 12-16-16,8 9-24 0,-2 11-27 16,-1 6-30-16,-8 11-48 0,1 9-68 0,3 7-81 15,1 7-214-15,4 6 24 0,-4 19-94 16,11-13-108-16</inkml:trace>
  <inkml:trace contextRef="#ctx0" brushRef="#br0" timeOffset="22445.88">2013 13089 1638 0,'0'-14'-25'0,"0"1"2"0,0 5 28 0,0 0 16 0,0 0 17 0,0 8 5 0,0-9-2 0,0 9-2 15,0 0-4-15,0 0 1 0,0 0 20 16,-22 33 23-16,8 11 9 0,-4 12-5 0,0 9-5 15,-3 22-9-15,1 5-4 0,0 0-7 16,3-3-5-16,6-14-7 0,0-7-4 0,4 2-3 16,0-7-4-16,1-1-5 15,3-8-3-15,1-7-5 0,0-6 3 16,-2-3-2-16,1-4-5 0,0-8-21 0,1-6-40 0,-2-3-46 16,2-5-88-16,1-1-143 15,-5-3-161-15,0-2-88 0,3-4-69 0</inkml:trace>
  <inkml:trace contextRef="#ctx0" brushRef="#br0" timeOffset="22828.93">1751 14225 1659 0,'0'0'23'0,"-27"16"5"0,15-7 6 0,-4 13 6 15,0 5 7-15,-1 2 0 16,3 5 24-16,3 2 11 0,0 0-3 0,1 1-9 16,6 1 0-16,1-4 1 0,5-5-4 15,-1-2-10-15,5-6-3 0,8 6-4 0,4-5 1 16,5-5-6-16,2-9-6 0,0-1-5 16,4-7-2-16,11-5-7 0,1-4-13 15,13-9-2-15,-4-8-3 0,2-1-1 0,-13-7 3 16,-3-5-1-16,-7 2 2 15,-12 2-2-15,-4-11-1 0,-9 5 0 0,-6-3-3 16,-9-9 0-16,-8-1 1 0,-4 3-4 16,-6 5 1-16,-2 6-3 0,-1 3 3 15,-2 8-5-15,2 9-2 0,-3 5 3 0,3 3-2 16,-2 1-1-16,5 7-6 0,6 4-24 16,2 0-34-16,6 2-54 0,1-2-77 0,7 1-110 15,7-1-170-15,0 0-74 0,-7-9-57 16</inkml:trace>
  <inkml:trace contextRef="#ctx0" brushRef="#br0" timeOffset="23112.47">2711 12579 1638 0,'-27'0'21'0,"9"1"4"0,2-1-8 0,7-1 0 0,9 1 6 0,-13 0 5 16,13 0 20-16,0 0 15 16,0 0 2-16,40-11-5 0,-1 5-7 0,19-3-1 0,4 1-4 15,7-2-5-15,7 4-18 16,2 0-37-16,2 1-56 0,-3 3-72 0,-7-2-97 0,-5 2-365 15,-19 2-101-15</inkml:trace>
  <inkml:trace contextRef="#ctx0" brushRef="#br0" timeOffset="23462.17">3565 12375 1672 0,'-13'1'-21'0,"-2"6"13"0,-8 8 39 0,-2 8 24 16,-6 11 17-16,1 2 5 0,3 3 12 15,2 5 0-15,10-13 8 0,1 6-9 16,5-1-6-16,11-5-3 0,4 6-8 16,6-6-3-16,6-2-5 0,11 6-3 15,7-10-8-15,-2-7-4 0,10 1-6 0,8-7-1 16,-7-5-3-16,5-6-3 0,-1-4-6 15,8-6-1-15,-5-3 3 0,-12 1-5 0,-6-3-3 16,-5-5 0-16,-6-2 0 0,-9 1 1 16,-9-2-5-16,-3-1-2 0,-6-12-3 0,-11-11-7 15,-8-2 5-15,-8 1-6 16,-3 4-4-16,-6 5-6 0,-1 5-11 16,-2 9-12-16,5 10-23 0,-3 9-18 0,-4 7-39 15,-12 11-58-15,3 12-90 0,0 4-194 16,4 7-24-16,7 9-68 0,-7 16-45 0</inkml:trace>
  <inkml:trace contextRef="#ctx0" brushRef="#br0" timeOffset="23762.2">3659 13046 1680 0,'0'-8'81'15,"-3"4"-14"-15,3 4-7 0,0 0-1 16,-13 29 20-16,4 2 20 0,-1 8 12 0,-5 17 8 16,4 2-3-16,-5 6-5 0,7 0-19 15,-3-4-6-15,6 5-9 0,-3-6-5 16,5-1-12-16,-4 0 0 0,3-7-7 15,-3 2-4-15,1-12-9 0,-2-5-29 0,0 0-46 16,2 1-53-16,-4-6-66 0,-1-2-92 16,1-2-127-16,0-5-119 0,6-7-118 15,1-3-110-15</inkml:trace>
  <inkml:trace contextRef="#ctx0" brushRef="#br0" timeOffset="24090.43">3519 13852 1692 0,'-19'2'41'0,"-3"3"3"0,2 2 14 16,-5 7 19-16,-3 3 12 0,3 3 16 15,-8 9 19-15,11-4-2 0,-1 3 2 16,6 3-3-16,4 1-13 0,1 0-6 16,6 1-15-16,4-8-6 0,4 0 1 0,6 4-14 15,5-2-6-15,4-2-1 0,6-5-2 16,6-5-18-16,5-7 11 0,9-2-8 0,2-4-13 15,5-6 4-15,7-2-11 0,-15-6 6 16,-8 3 2-16,-6-3-8 0,-5 1-3 16,-12-3 1-16,-7 2-10 0,-2-1-2 0,-8-6 2 15,-10-8 1-15,-4-2-6 0,-10-4-7 16,-4 4 0-16,-2 3-14 0,-5 3-17 16,7 9-19-16,-2 2-26 0,-4 5-36 15,8 5-52-15,-11 2-91 0,5 6-148 0,1 3-115 16,2 2 42-16,-2-2-75 0,3 4-52 15</inkml:trace>
  <inkml:trace contextRef="#ctx0" brushRef="#br0" timeOffset="24328.7">2052 14605 1730 0,'-25'4'100'0,"2"-2"-6"15,9 0-4-15,1-1-2 0,2-1 7 16,11 0 3-16,0 0 26 0,0 0 10 16,0 0-15-16,54 2-5 0,12-7-10 0,20-5-10 15,36-4-4-15,11-1-21 16,11 1-8-16,4-7-7 0,7-4 9 0,-7 3-39 16,-5 0-52-16,-11 5-51 0,-19 0-75 15,-36 1-112-15,-14 5-206 0,-25 2-30 0,-11 0-125 16,-16 2-126-16</inkml:trace>
  <inkml:trace contextRef="#ctx0" brushRef="#br0" timeOffset="25245.41">1289 11823 1615 0,'-4'-11'-32'0,"1"3"43"0,-1 1 35 0,0 0 20 0,4 7 5 0,-5-7-7 0,5 7-8 15,-4-3-6-15,4 3-8 0,0 0 25 16,0 0 13-16,-14 18-5 0,9-4-2 16,-3 5-10-16,1 3-3 0,-3 7-6 15,2 0-2-15,3-3-3 0,-1-3-7 0,0-2-2 16,0 1-6-16,1-3-5 0,-1-2-1 15,1-2-5-15,1-1 2 0,-1-4 0 16,4-2 5-16,-1 0-4 0,2-8-2 0,0 8-3 16,0-8-1-16,0 0-4 0,0 0-3 15,19-29-6-15,-4 4 5 0,4-1-6 16,-1 0 0-16,-2 3-3 0,2 1 0 0,-5 6-4 16,-1 3-1-16,-1 4-2 15,0 1 0-15,-1 4 1 0,1 1 0 0,2 3-1 16,3 2-1-16,2 3 4 0,2 1-2 0,1 1 3 15,11 5 4-15,-1-1-4 0,-6-2 3 16,-5-3 2-16,1 2-3 0,-5-4 4 16,-1 1-2-16,-3-2 5 0,-5 1-2 15,-7-4 3-15,6 3-5 0,-6-3-1 0,0 0-3 16,0 0 5-16,0 0-3 0,-48-4-1 16,28 5-3-16,-9-1 2 0,2 1-3 0,2-1-3 15,0 4 4-15,9-2-5 0,-4 0-26 16,7 0-29-16,1 0-28 15,5 4-35-15,3 0-59 0,4-6-84 0,0 6-196 0,0-6-151 16,15 5-111-16</inkml:trace>
  <inkml:trace contextRef="#ctx0" brushRef="#br0" timeOffset="25528.89">3141 11580 1670 0,'0'0'-51'0,"0"0"9"0,14 9 6 0,-10 0 28 0,-2-1 9 0,0 4 12 15,1 5 2-15,-1-1 2 0,0 3 3 0,3 4 0 16,-2-2-8-16,3 4 3 0,-2-3-1 15,-1 0-4-15,-1 0 6 0,0-4-4 0,-4 2-4 16,0-3-4-16,1-1-16 0,-3-5-30 16,0 2-16-16,-1-5-23 0,-4-1-21 0,2-1-13 15,1-5-15-15,6-1-3 0,0 0-220 16,-25-12 133-16</inkml:trace>
  <inkml:trace contextRef="#ctx0" brushRef="#br0" timeOffset="25828.74">3089 11672 867 0,'5'-28'-53'0,"3"6"21"16,4-6 11-16,-1 7 25 0,5-1-7 15,2 6 1-15,5-2 9 0,4 5 5 16,-2 3 11-16,-5 8 8 0,0 0-1 0,-2 4 1 16,0 3-2-16,-1 5 2 0,-2 2 20 15,-4 4 22-15,-3 0 0 0,-2 5 10 16,-4 0-3-16,-4 3 0 0,-2 1 7 0,-3 8-12 16,-2-3-8-16,0 4-4 15,6-9-5-15,-1-6-5 0,4 0-6 0,0-2-3 0,2 0 1 16,1 0 20-16,1 5 5 0,3-4-3 15,4 2-6-15,-4 2-8 0,0-3-3 16,1 3-4-16,-2-5 19 0,-2 1-1 16,-2 1-3-16,-2-2-3 0,-2 2-3 15,-6 1-7-15,0 1-5 0,-5 5-2 0,1-6-3 16,-6 3-4-16,-2 1-4 0,-1-1-54 16,-3 1-65-16,-1-3-107 0,0 4-149 0,-11 4-140 15,-3 6-108-15,-6 10-93 0</inkml:trace>
  <inkml:trace contextRef="#ctx0" brushRef="#br0" timeOffset="26178.73">1406 14059 1807 0,'-10'-8'57'0,"-3"7"-8"0,1 2-7 0,1 5 2 0,-3 2 12 0,-2 3 5 0,-7 11 3 0,5 0-3 16,3 4-3-16,6-2-6 0,7-2-6 16,2-2-3-16,8 9 1 0,6 0-3 15,8 0-6-15,6-8-26 0,5-3-47 0,13-1-75 16,-6-10-111-16,3-4-171 0,3-3-217 16,-1-8-111-16</inkml:trace>
  <inkml:trace contextRef="#ctx0" brushRef="#br0" timeOffset="26361.76">2567 13476 1586 0,'0'0'-31'0,"7"0"1"0,-7 0-5 16,8 10 7-16,-5-2 14 0,5 3-1 15,-2 6-7-15,2 0 6 0,-1 3 0 16,2 8-12-16,1-3-42 0,-4-2-51 0,-1-3-105 15,-3 0-92-15,0-2 166 0</inkml:trace>
  <inkml:trace contextRef="#ctx0" brushRef="#br0" timeOffset="26611.72">2605 13494 1003 0,'3'-5'50'15,"-3"5"0"-15,13-5-5 0,-2 5-2 0,-11 0 13 16,34 0-1-16,-9 4-2 0,11 4-2 16,-2 1 1-16,2 8 1 0,-2-2-2 15,2 2 5-15,-3 2 0 0,-7 0 6 0,-1-2 11 16,-9-1 11-16,-3-3 15 0,-8 1 15 16,-5 2-7-16,-7-1-9 0,-6 8-14 0,-10-1-5 15,-2 0-12-15,-15 2-8 16,-4 0-34-16,-3-2-48 0,-1-5-72 0,1 2-107 15,10-9-164-15,3-1-294 0,5-4-155 16</inkml:trace>
  <inkml:trace contextRef="#ctx0" brushRef="#br0" timeOffset="32727.03">29236 13726 1799 0,'0'0'112'0,"4"-10"-68"0,0 4 0 0,-2 0 20 0,2 1 46 0,-4 5 35 0,4-10 14 15,-4 10 1-15,4-8-17 0,-4 8 1 0,2-9-9 16,-2 9 0-16,1-10-5 0,-1 10 2 15,0-8-10-15,0 8-6 0,0-8-4 0,0 8-8 16,4-13-6-16,0 9-14 0,-1-4-13 16,8 3-1-16,-2-2-9 0,2 0-7 15,3 5-10-15,1-2-3 0,-1 2-5 16,-2 0-3-16,-12 2-6 0,29 4-4 16,-13 0-5-16,-5 5 1 0,4 3-4 0,-3 2 1 15,-3 3-1-15,-4 3-3 0,2 3-4 16,-5 4 4-16,-2 10-3 0,-5 2 1 0,0 3 0 15,-5 12-2-15,-1-2 4 0,1-3-5 16,1-1 0-16,0 0 0 0,-2-9 0 0,0 1-3 16,4-1 7-16,-3-2-6 0,2 4 1 15,1-6-1-15,-2 5-2 0,0-2 13 16,4-1 6-16,-2-1-3 0,1 0 29 0,-2-2-5 16,2 1-3-16,1 0-3 0,-1-1-1 15,1 1-4-15,1-2-4 0,2-6 6 16,-3 1 7-16,3-3-7 0,1 12 0 15,-3-3 8-15,2-5-6 0,-2-3 1 0,3-4-6 16,-3 0-4-16,-2-1 14 0,2 0 4 16,0-5-1-16,-2-2 0 0,3 0-3 0,-1-2-3 15,0 0-7-15,1-4 2 0,-1 3-4 16,-1-3-5-16,2-1-2 0,1 0-2 0,-2 1 0 16,-1-3-1-16,-1-1-19 0,-2 1-41 15,0 1-49-15,-1-3-71 0,2-1-101 16,7-2-120-16,-16 2-184 0,16-2-147 0,-17-7 82 15,13 1-396-15,0 0-502 0</inkml:trace>
  <inkml:trace contextRef="#ctx0" brushRef="#br0" timeOffset="33777">29311 10778 2965 0,'10'-18'-18'0,"-5"5"23"0,2 1 0 0,0 5 1 0,-1 2 0 0,1 3 24 16,-7 2 18-16,13 2 8 0,-3 3 11 0,-3 7-5 16,3 0 6-16,-2 7-4 0,3 8 0 15,-4 4-11-15,1 4-1 0,-4-2-7 0,4 4-4 16,-6-2 1-16,0 0-8 15,-2-4 2-15,0-5-12 0,-6 6-58 0,0-6-37 0,2-6-44 16,-2 0-38-16,1-5-35 16,-5-3-36-16,5-4-23 0,-3-2-22 0,2-5-36 15,6-1-37-15,0 0-273 0,0 0-113 16</inkml:trace>
  <inkml:trace contextRef="#ctx0" brushRef="#br0" timeOffset="34127.19">29398 11025 1506 0,'8'-32'-115'0,"5"-4"36"15,1 0 29-15,3-7 31 0,2 1 19 16,-2 10 18-16,0 1 6 0,7 4 4 0,1 2-2 15,-1 0 8-15,2 8-3 16,5 1 1-16,-1 6 7 0,-1 3 1 0,-4 7 0 0,-2 0 0 16,-1 4-4-16,-1 3 2 15,-1 1-4-15,-9 2 16 0,-2 1 10 0,-6 4 15 16,-6 2 9-16,-8 11-1 0,-8 2-6 16,-7 6-5-16,-8-1-8 0,2-4-5 0,6-10 5 15,5 4 11-15,0-3-8 0,6-3-3 16,7-2 5-16,0-3 11 0,6-2 1 15,4 2 0-15,4 1 6 0,0 4-4 0,5 0-10 16,4 6-8-16,1 1-2 0,-1-1-1 16,0 4-16-16,-4-6 1 0,0 0-6 15,-6-5-1-15,-1 2 4 0,-2-3 9 16,-4 0 16-16,-4 0 0 0,-9 7-3 0,-4-3-3 16,-2-2-11-16,-2-2-1 0,0-8-10 0,2 0 3 15,0-4-2-15,2-2-17 0,0 1 8 16,4-4-4-16,0 0-22 0,1-8-50 15,1 0-75-15,4-1-88 0,-1-9-116 0,6 2-204 16,6-4-55-16,0-2 70 0,3-2-134 16,5-5-142-16</inkml:trace>
  <inkml:trace contextRef="#ctx0" brushRef="#br0" timeOffset="34360.85">30273 10667 1947 0,'8'-17'92'0,"-2"3"26"0,-2 4 14 0,-1 1-10 0,1 2-4 0,-2 4-20 0,-2 3 3 0,0 0 35 0,0 0 1 0,12 21 11 0,-8-5-4 15,-1 5-10-15,1 3-9 0,1 9-16 16,-1-1-11-16,-2 4-9 0,0 0-6 16,-2-9-3-16,-2 12-12 0,2-3-9 0,-2-7-44 15,-3 6-68-15,1-9-67 0,-2-2-68 16,1-2-94-16,-2-8-121 0,2 1-182 15,-3-6 55-15,7-1-148 0,-3-4-172 0</inkml:trace>
  <inkml:trace contextRef="#ctx0" brushRef="#br0" timeOffset="34511.49">30342 10668 1885 0,'-2'-20'35'15,"0"0"33"-15,2 6 16 0,2 1-5 0,0 2-9 16,8-3-3-16,2 0-9 0,6 3-5 15,0 2-10-15,16-2-1 0,0 2-7 16,-4 6-38-16,1 2-60 0,-2 2-78 0,-1 2-99 16,3-3-200-16,3 7-115 0,-2 3-58 15</inkml:trace>
  <inkml:trace contextRef="#ctx0" brushRef="#br0" timeOffset="34676.75">30497 10810 1593 0,'-14'2'40'0,"5"2"29"16,1-2 14-16,0-1 10 0,8-1 4 16,0 0-10-16,-8 3-9 0,8-3-8 0,0 0-8 15,0 0-6-15,33 4-13 0,-14-3-45 16,6 1-50-16,2 0-64 0,3-2-79 0,14-2-101 16,1-3-286-16,12-3-82 0</inkml:trace>
  <inkml:trace contextRef="#ctx0" brushRef="#br0" timeOffset="34976.69">31526 10560 1546 0,'13'-15'1'0,"-4"3"45"16,-4 1 23-16,0 3 11 0,-3 1 7 15,-4 0 11-15,2 7-1 0,-8-10-7 0,-1 7-1 16,-4 1 0-16,-3 2-4 0,-7 4 4 16,-11 5-4-16,-1 3-2 0,-6 7-9 0,10 1-3 15,3 1-10-15,5 3-4 0,5 5-5 16,9-8-1-16,9 0-2 0,2 0-5 0,3-1 0 15,9 7-6-15,1 0-4 0,2 2-2 16,3-4-3-16,-2 0-1 0,-2 0-4 0,-5-7-2 16,-4-1 3-16,-3 1 20 0,-6-7 20 15,-3 7 2-15,-10 5 3 0,-4 2-8 16,-10-2-5-16,-7 2-1 0,-7-3-1 16,0 1-5-16,-2 0-1 0,-1-1-9 0,-2-1-23 15,2 0-61-15,0-1-64 0,1 3-65 16,-5-6-107-16,3 4-161 0,-1-3-141 15,3 1 71-15,0 0-123 0,2 2-131 0</inkml:trace>
  <inkml:trace contextRef="#ctx0" brushRef="#br0" timeOffset="35293.3">29450 12005 1931 0,'7'-14'91'0,"2"2"23"0,-6 5 2 0,1-1-13 0,0 6-11 0,-4 2-2 0,0 0 24 0,0 0 14 0,13 14-4 15,-11 3-9-15,2 2-11 0,0 6-5 16,-4 2-17-16,-2 9-5 0,0-5-7 16,-2 7-8-16,0-2-58 0,-2 2-56 0,-1-5-60 15,-1 1-58-15,-4-7-71 0,3-5-95 16,0-6-152-16,1-5-2 0,0-2-64 16,3-4-55-16</inkml:trace>
  <inkml:trace contextRef="#ctx0" brushRef="#br0" timeOffset="35545.14">29477 11966 1655 0,'11'-19'60'0,"1"7"4"0,-1 4 11 0,5 3 22 15,2 5 16-15,7 3 12 0,7 7 1 16,4 5-3-16,5 7-8 0,-3 5-13 16,-4 4-10-16,-3 3-2 0,-6 4-12 15,-13-7-4-15,-1 1-5 0,-10-3-1 0,-4 4 10 16,-9 2-1-16,-5-4-3 0,-12 2-2 15,-1 2-7-15,-9-4-7 0,-1-6-4 0,-3-1-3 16,1-3-5-16,7-6-6 0,3-3-21 16,5-5-42-16,7-2-45 0,2-2-58 15,5-3-73-15,1-4-99 0,3-4-155 0,4 1-82 16,1-9 61-16,6 0-65 16,1-6-42-16</inkml:trace>
  <inkml:trace contextRef="#ctx0" brushRef="#br0" timeOffset="35743.69">30056 11848 1937 0,'5'-7'223'16,"-1"4"-20"-16,-4 3-21 0,0 0 46 15,0 0 30-15,0 0 7 0,10 22 2 16,-10-7-20-16,0 4-19 0,0 8-21 0,2 10-21 16,0 1-17-16,2 0-15 0,-2-1-16 15,-2 1-14-15,0-7-10 0,-2 4-35 0,-2-2-60 16,-1-6-69-16,-4 2-83 15,0 0-100-15,0-7-100 0,-3-5-119 0,2-5-219 0,1-1 61 16,4-3-324-16,-4-5-414 16</inkml:trace>
  <inkml:trace contextRef="#ctx0" brushRef="#br0" timeOffset="35910.43">30121 11939 2827 0,'0'-21'147'0,"0"7"30"16,1-3 9-16,-1 7 6 0,4 0-8 0,1 3-20 15,0 0-14-15,6 2-15 0,5 0-14 16,6 2-16-16,5-1-20 0,4 4-63 0,11-3-78 16,0 4-96-16,-1 3-90 15,-9-2-106-15,9 2-145 0,-7 3-99 0,-5-1 56 16,-11 0-170-16,2 3-200 0</inkml:trace>
  <inkml:trace contextRef="#ctx0" brushRef="#br0" timeOffset="36325.98">30479 12047 1768 0,'-18'10'-57'0,"6"-1"37"15,1-2 31-15,2-2 23 0,2 0 18 0,-1-2 18 16,3 1 15-16,5-4 5 0,-9 7 6 16,9-7-4-16,0 0-5 0,0 0-9 0,0 0-10 15,29 5-8-15,-9-7-7 0,6-1-11 16,12-4-43-16,14-8-51 0,3-1-18 16,8-3 2-16,7-3-33 0,22-3-25 15,5 0-2-15,-2 3 11 0,-20 5 7 16,-7-2 9-16,-7 5 11 0,-7-2 46 0,-20 8 49 0,-7 1 43 15,-8 0 28-15,-6 2 7 16,-6 2 12-16,-5 3 18 0,-2 0 11 0,0 0 15 16,-41 7-1-16,5 5 3 0,-14 3 3 15,5 5-8-15,-2 1 2 0,4 5-10 0,0 2-13 16,11 1-9-16,7-7-8 0,7 2-14 16,4-5-2-16,6-2-1 0,7 0 1 0,2-3-5 15,3 1-2-15,4 2 1 0,2 2-8 16,5 7 4-16,2-3-1 0,-4-5-6 15,-3-1-4-15,-2-3-4 0,-3-1 6 16,-1 0 14-16,-4-1 17 0,-4 0 3 0,-7 2-1 16,-5 0-9-16,-7 2-4 0,-7 0-10 15,-3-4-6-15,-3-2-7 0,-5 0-5 0,-2-3-10 16,0-2-47-16,-3-1-70 0,0-3-96 16,-2 3-109-16,-1-4-149 0,5-2-238 15,-1-1 21-15,4-3 69 0,11 3-259 0,6 3-320 16</inkml:trace>
  <inkml:trace contextRef="#ctx0" brushRef="#br0" timeOffset="37044.76">30018 13708 2515 0,'0'0'98'0,"0"0"11"0,-12-11 3 0,12 11 16 0,5-16 24 0,2 5 7 0,4-7-6 15,10-5-6-15,4-6-19 0,11-3-12 16,4-2-13-16,4-4-7 0,4-1-16 16,11-14-6-16,2 1-16 0,0-8-31 15,-2 2 8-15,0 0-17 0,-2 4 2 16,-13 13-10-16,-6 3 4 0,-3 2-5 0,-10 11 6 16,-5 2-5-16,-4 8-7 0,-5 1 5 15,-4 4-8-15,-2 3 2 0,-5 2-5 0,0 5 4 16,0 0 3-16,-18-3-6 0,18 3 5 15,-29 10 1-15,15 1 5 0,-4 0-8 16,3 5 1-16,3 0 2 0,5 3 1 16,1-2 2-16,5-1 4 0,1 3 4 0,1-1 0 15,5 5 7-15,3 6 10 0,5-2 3 16,-1 2-4-16,-2-1-6 0,1-2-1 0,-5-2 3 16,1-4-3-16,-6-2 3 0,-2 0 9 15,0-1 16-15,-4 0 10 0,-2 4 0 16,-3-4-1-16,-3 0-9 0,-3-2-3 0,-6 5-3 15,3-7-2-15,-4-3-7 0,-4 2-4 16,1-5 0-16,4-1-6 0,4-4-27 0,1 0-51 16,0-6-69-16,2-2-112 0,3-3-113 15,3-5-162-15,6-5-177 0,6-5 70 0,7-11-326 16,9-9-419-16</inkml:trace>
  <inkml:trace contextRef="#ctx0" brushRef="#br0" timeOffset="37259.21">31169 12609 2771 0,'13'-27'71'0,"1"9"66"0,-7 1 43 0,1 5 18 0,-5 0 0 0,3 5-23 15,-1 1-17-15,-5 6 6 0,0 0 28 0,0 0-2 0,0 40-7 16,-7-4-5-16,0 3-23 0,-2 14-14 16,-4 2-14-16,1 3-13 0,-1 4-7 0,-1-2-8 15,1 2-12-15,-1-3-8 0,1 0-45 16,-3-5-28-16,3-2-77 0,2-4-70 15,-1-10-59-15,3-2-67 0,-3-3-83 0,3-10-93 16,1-7-135-16,3-3-66 0,1-5 70 16,1-4-268-16,3-4-328 0</inkml:trace>
  <inkml:trace contextRef="#ctx0" brushRef="#br0" timeOffset="37410.11">30972 13164 2431 0,'-5'-17'72'0,"-3"3"37"0,3 5 44 0,-2 3 57 16,6-2 19-16,-1 2 5 0,2 6-16 15,-6-13-20-15,4 11-23 0,2 2-21 0,0 0-23 16,0 0-41-16,0 0-60 0,11-12-82 16,0 14-111-16,3-2-128 0,6-2-156 15,3 0-171-15,2 2 59 0,3-3-225 0,14 2-272 16</inkml:trace>
  <inkml:trace contextRef="#ctx0" brushRef="#br0" timeOffset="38208.76">31497 13087 2302 0,'0'0'93'15,"0"0"8"-15,0 0-1 0,0 0 0 16,6 6 14-16,-6-6 45 0,0 0 3 0,-4 11-12 16,4-11 1-16,-7 17-12 0,4-8-13 15,-1 4-11-15,-3 1 2 0,-1-3 4 16,-2 5-4-16,-3 1-9 0,-2-3-11 0,-8 5-6 16,-5-2-10-16,-1 1-2 15,-3-4-11-15,-2 1-5 0,-2-4-7 0,4-4-5 16,8-2-4-16,5-5-3 0,6-4-13 0,3-6-27 15,8-1-19-15,4-9-9 0,12-7 1 16,4-2 3-16,9-5 4 0,-2 10 3 16,-2 1-1-16,-1 5 1 0,-3 7 3 0,1 5 15 15,-5 6 24-15,-2 2 27 0,4 6 15 16,1 4-1-16,0 5 5 0,1 4 1 16,-5-1 0-16,1 5-4 0,-4-4-10 15,-1-2-3-15,1 8-7 0,-1-6-5 16,-2-2-4-16,-1-6-3 0,1-1-4 0,-5-1-2 0,3-3-1 15,-1-1-1-15,0-2-5 16,3-2-3-16,-8-3-4 0,0 0-3 0,21-8-6 16,-12-1-13-16,2-8-13 0,5-7-9 15,0-3-6-15,0-5-10 0,4-9 1 0,-2 0-1 16,0 6 2-16,-4 4 7 0,-2 5 0 16,-2 5 5-16,-3 8-2 0,-1 1-1 15,-2 3 2-15,0 5-2 0,-4 4 7 0,0 0-1 16,0 0 3-16,0 0 7 0,0 0-2 15,0 0 7-15,2 30-2 0,-2-20 4 0,0 2-6 16,2 0-16-16,-1-3-15 0,3-1-11 16,2 0-15-16,1-4-22 0,5 0-12 0,-12-4-8 15,23-4 10-15,-8 0 6 0,3-6 14 16,-4-5 3-16,8-5 14 0,-6-3 5 16,4-4 4-16,-5-2 6 0,2-3 6 15,-3-4 2-15,2-10 8 0,-2 0 4 16,-1 10 21-16,-4 2 27 0,2 5 30 0,-6 9 6 15,-1 2-17-15,0 7 0 0,-3 4-3 16,-1 3 4-16,0 4 0 0,0 0-3 0,-13 19-6 16,3 0-1-16,-1 13-4 0,-6 11 3 15,-2 3-3-15,0 10-5 0,0-2-38 16,4 1-33-16,2-4-13 0,4-10-46 0,6-4-25 16,1-8-11-16,2-6 12 0,0-6 13 15,0-5 13-15,2 0 15 0,-1-6 11 16,3 1 30-16,1-3 35 0,-5-4 41 15,0 0 33-15,11 5 30 0,-11-5 22 0,5 3 18 0,-5-3 14 16,0 0 10-16,6 5 1 16,-6-5 8-16,0 0-8 0,0 0-3 0,10 6-12 15,-10-6-10-15,0 0-17 0,15 0-11 16,-15 0-11-16,16 0-9 0,-16 0-64 16,18-2-80-16,-11 0-102 0,-7 2-119 0,0 0-166 15,18 2-245-15,-18-2 36 0,-2 7 70 16,-9 6-270-16,-21 16-346 0</inkml:trace>
  <inkml:trace contextRef="#ctx0" brushRef="#br0" timeOffset="38661.24">30474 14471 2794 0,'-13'2'221'0,"6"-2"6"0,7 0 2 0,0 0-23 0,0 0-14 0,12-24-18 0,1 11-21 16,10-8-16-16,6 0-15 0,9-8-16 16,3 0-42-16,5-8-39 0,-4-2-45 15,2-2-30-15,9-17-30 0,1 2-14 0,-5-4 15 16,-9 10 3-16,1 1 5 0,-7 0 12 16,-3 6 3-16,-9 7 9 0,-7 12 20 15,-4 6 2-15,-2 4 6 0,-7 5 9 16,-4 3 14-16,2 6 7 0,0 0-1 0,0 0 7 15,0 0 0-15,-35 24 1 0,25-11 12 16,5 4 4-16,1 0 22 0,2 1 25 0,2 2 4 16,8 2 4-16,-1 11-10 0,7-3-11 15,-3 0-6-15,0-6-1 0,-2-3-9 16,-2-1 3-16,-2-1 5 0,-1-3 11 0,-2 1 32 16,-2-4 22-16,-6 3 27 0,-5 1 24 15,-4-4 27-15,-12 3-4 0,-7-2-5 16,-4-4-11-16,-2-3-21 0,-4-1-8 0,-2-4-18 15,-3-2-10-15,-1-5-16 0,-7-2-11 16,4-5-15-16,1-3-59 0,5-4-84 16,8-3-88-16,10 1-97 0,9-1-100 0,4 7-114 15,5 1-123-15,6 2-208 0,-2 4 64 16,4 4 85-16,-1 0-428 0,4 4-541 16</inkml:trace>
  <inkml:trace contextRef="#ctx0" brushRef="#br0" timeOffset="40760.91">30088 14922 3147 0,'-3'-10'28'0,"-3"3"2"0,2 3 11 0,4 4 32 0,0 0 32 0,-21 0 23 0,21 0 9 15,-25 18 4-15,10-4-7 0,-6 8-11 16,2 0-10-16,4 1-13 0,4-3-5 0,1-3-2 16,6 0-11-16,2-2-5 15,-2-4-7-15,8 3-8 0,0-4-3 0,5 1-3 0,3-2-2 16,3-4-5-16,4-1-3 16,3-2-7-16,4-4-6 0,0-2 1 0,6-1-5 15,4-7-1-15,-11-3 0 0,2 1 8 16,-4-8 11-16,-3 1 0 0,-5-4 1 0,-3 3-3 15,-7 1-5-15,-1-1-3 0,-1-2-5 16,-3 3 1-16,0 0-6 0,0 3-3 16,-1 3-4-16,1 1-4 0,-4 2-3 0,2-1-3 15,-2 5 0-15,1 4-2 0,-6-2-3 16,9 6 6-16,-13-4-6 0,13 4 2 0,0 0-4 16,0 0-1-16,-26 12 0 0,18-2 0 15,1 3 2-15,-1 7 14 0,-2 11 15 16,1 9 26-16,-3 7 10 0,5 7 18 15,-4 6 29-15,-1 1 33 0,-1 6 5 0,-9 19 14 16,10-12 3-16,-10 12 6 0,5-18-7 16,0 1-6-16,-2-3-10 0,-2 0-13 15,2-3-13-15,-2-5-16 0,0-3-6 0,2-5-11 16,0-5-12-16,6-11-14 16,-5-1-69-16,5-8 0 0,1-4 0 0,5-4 0 15,-1-7 0-15,3 0 0 0,1-1 0 0,-4-6 0 16,2-1 0-16,6-2-203 0,0 0-169 15,-15-12-100-15,14 0-130 0,1-7-192 16,-2-1-53-16,5-14 92 0,7 0-655 0,-3-4-862 16</inkml:trace>
  <inkml:trace contextRef="#ctx0" brushRef="#br0" timeOffset="41276.17">30203 15252 4200 0,'-4'-9'85'16,"0"2"36"-16,4 7 37 0,-1-7 19 0,1 7 6 0,0 0-12 0,-2-8-17 0,2 8-11 0,7-9-13 15,2 6-14-15,5-5-10 0,1 2-13 0,4-1-7 0,2-3-7 16,6-2-8-16,-1-5-25 16,1 1-4-16,-2-5-3 0,0 1-6 0,-3-1-2 15,-1-2-8-15,-3-3 0 0,-1 4 5 16,-4 1-9-16,-3 4 1 0,-3 0-4 0,0 5 1 15,-2 0 2-15,-1 3-1 0,1 1-1 16,-1-1-6-16,-2 4-1 0,-2 5 1 16,0 0 11-16,0 0-4 0,0 0 1 0,-23 23 1 15,14-3-2-15,1-1 5 0,-4 8-11 16,5-5-1-16,3 0 0 0,0-4 4 0,3 0-5 16,1-4 1-16,1 4 3 15,3-7-2-15,2 2-3 0,4-3 3 0,-1-6 8 0,2 0-12 16,1-4 1-16,3 0 6 15,2-7-8-15,2 1-4 0,8-12-1 0,-1-1-4 16,-1-6-2-16,0-3-1 0,-2 1 1 16,-2-2 1-16,-2 0 4 0,-2 5-5 15,-5 7 5-15,-3 0-4 0,-2 8-2 0,-1 1-5 16,-1 0 1-16,-5 8 1 0,0 0 31 16,0 0-3-16,0 0-4 0,-2 31 0 0,-3-11 0 15,1 5-5-15,1-1 4 0,-1 10 2 16,0-7-6-16,4 0 1 0,0-4 0 0,0-2-5 15,0-3-23-15,2-1-46 0,0-2-53 16,0-4-64-16,0 0-66 0,1-1-106 16,6-4-118-16,-4-5-194 0,-5-1-102 0,10 0 88 15,-10 0-471-15,0 0-616 16</inkml:trace>
  <inkml:trace contextRef="#ctx0" brushRef="#br0" timeOffset="41959.93">31055 14998 3055 0,'0'0'79'0,"0"0"37"0,0 0 31 0,0 0 21 0,0 0 16 0,0 0-1 0,0 0-10 0,0 0-18 0,0 0-12 16,0 0-14-16,0 0-14 16,0 0-10-16,21 2-12 0,-16-6-8 0,6 1-10 15,-2-4-5-15,0 3-7 0,-2-2-6 16,1-1-4-16,0-3-6 0,-4 5-4 0,0-4-6 15,-3 2-2-15,-1-2-6 0,0 9-5 16,-1-11-5-16,-5 5 1 0,6 6-4 0,-18-1 0 16,18 1 4-16,-26 7 2 0,13-1 3 15,-5 4 3-15,3 3 4 0,0-1 3 16,2 1 1-16,3 3 0 0,2-3-2 0,1-1 0 16,3-2 1-16,0 3-2 15,4-5 4-15,0 2 0 0,6-1-1 0,3-2-3 16,3-2-2-16,5 0-1 0,0-2-5 0,4-3-1 15,0 0 0-15,4-4-3 0,-2-2-4 16,-1 2 0-16,-1-6-1 0,-1 2-1 16,-4-1-2-16,2-3 1 0,-3 1-1 0,-1-3-2 15,-1 0-3-15,-3 5 17 0,-3 1 15 16,1 1 5-16,-3-1-2 0,1 4-1 16,-2-1-11-16,-4 5-6 0,8-7-6 0,-8 7 10 15,0 0 5-15,0 0 2 0,0 0-1 16,0 22-3-16,0-10-5 0,-2-1 3 15,0 1-5-15,0 0-3 0,2-4-1 0,0 2-4 16,2 0-1-16,0-2 8 0,1 2-1 16,5-5-2-16,-1 2 1 0,3-4-1 15,1-1-6-15,-11-2 1 0,25-4-1 0,-8 2-2 16,-1-6 1-16,3-3-20 0,7-7-2 16,-3 1 0-16,-2-2 4 0,-1 5 0 15,-5 1 3-15,-4 2-2 0,-1 3-2 0,-1-1 5 16,-2 2 1-16,-1 3 1 0,-6 4 8 15,8-2 49-15,-8 2 22 0,0 0-2 0,2 17-1 16,-2-5-3-16,-4 3-8 0,4 1-14 16,-1 1-4-16,1-2-3 0,0 1-6 0,1-1-2 15,-1 0-2-15,4-1-9 16,0-2-35-16,0-2-57 0,-3 0-67 0,7-2-76 16,0-2-94-16,-1 0-127 0,1-3-186 15,-8-3-238-15,11 0 54 0,-11 0 95 16,0 0-551-16,0 0-717 0</inkml:trace>
  <inkml:trace contextRef="#ctx0" brushRef="#br0" timeOffset="42425.29">30795 13718 3618 0,'-31'-17'-55'0,"4"3"32"0,-4-1 37 0,10 3 42 0,2 2 50 0,2 1 26 0,3 3 13 0,3-3-5 0,2 4-13 0,4 0-15 0,3-2-11 0,2 7-11 16,29-12-10-16,14 2-7 0,21 1-6 16,17 4-9-16,38 3-50 0,7 6-49 0,7-3-68 15,2 1-67-15,-4 2-57 0,-10-3-69 0,-27-1-71 16,-10-1-125-16,-12-3-94 0,-22 2 60 16,-14-3-146-16,-16 5-173 0</inkml:trace>
  <inkml:trace contextRef="#ctx0" brushRef="#br0" timeOffset="42858.56">29953 15371 2205 0,'-19'2'201'0,"4"-2"4"0,3 0 7 0,12 0 5 0,0 0 1 0,-13-4-1 0,13 4-3 0,27-15-2 0,20 1-11 16,16-1-14-16,12-2-22 0,24 0-18 16,10 2-14-16,2 2-14 0,2 2-47 15,-2 0-62-15,-26 4-81 0,-1 1-73 0,-4 3-91 16,-7-1-99-16,-12 1-125 0,-15-2-174 15,-7 3 45-15,-12 0-253 0,-7-2-325 0</inkml:trace>
  <inkml:trace contextRef="#ctx0" brushRef="#br0" timeOffset="43908.35">31584 12949 2209 0,'6'-9'-36'0,"-2"3"44"0,-2 4 31 0,-2 2 20 0,4-6 5 0,-4 6 8 0,0 0 3 0,0 0 20 15,0 0 17-15,0 0-5 0,0 0-1 0,-22 14-7 0,17-3-7 16,-1 1-10-16,1 0-4 0,1 0-7 16,-1 1-3-16,5-1-17 0,0 2-1 0,0 0-2 15,0-2-3-15,7 1-3 16,-3-3-2-16,-1 2-8 0,3-5 4 0,-1 3-6 15,4-6-9-15,-2 0-11 0,2 0-18 16,-9-4-9-16,18 2-12 0,-18-2-9 16,18-6-1-16,-6-2-5 0,1 0-2 0,1-5 1 15,-1-3 5-15,5-5 4 0,-2 0 5 16,0 1-1-16,-5 7 7 0,-4 3 19 0,2 1 4 16,-4 0 10-16,1 4 1 0,-1 0-1 15,-5 5 4-15,8-7 20 0,-8 7 17 0,0 0 15 16,0 0-1-16,12 22-8 15,-10-8-1-15,1 5-7 0,1 2 1 0,-2-3-9 0,2 6 6 16,-3 0-10-16,3-1 1 16,-2-2-7-16,1 3-2 0,-1-5 3 0,0-1-6 15,-1-3 6-15,1-1-32 0,-2-3-10 16,2 1-9-16,0-2-2 0,0-5 0 16,1 2-5-16,3-4-9 0,-6-3 3 0,18 2 2 15,-18-2 2-15,23-7 4 0,-10 0 4 16,-2 2 2-16,1 0 4 0,-3 0 2 0,-4 1 3 15,4 1 3-15,-2-2-2 0,-7 5 3 16,9-5-6-16,-5 3-24 0,-4 2-50 0,10-2-39 16,-10 2-53-16,0 0-86 0,17 2-143 15,-8 0-126-15,-9-2 45 0,25 2-54 0,-9-1-47 16</inkml:trace>
  <inkml:trace contextRef="#ctx0" brushRef="#br0" timeOffset="48207.27">11178 14163 2401 0,'-5'-5'170'0,"-7"-2"-53"0,4 3-33 0,8 4-10 16,-13-8 4-16,8 5 5 0,5 3 13 0,-11-6-20 0,11 6 1 15,-9-5-22-15,9 5 11 0,0 0-1 0,0 0 18 16,0 0-1-16,0 0-4 16,20 21-10-16,-6-15-6 0,8 1-4 0,8 4-5 15,10-3-1-15,4-3-12 0,17 0 2 16,8-3-5-16,3-4 3 0,6-3-1 0,8 2 5 16,27-2 9-16,0-2-3 0,0 0 2 15,4 2-4-15,3 0-6 0,-4 0-6 0,-2 0-1 16,-27 3-3-16,-1-1-4 0,-5 3-4 15,-4-2-1-15,-2 2 0 0,-8 0-2 0,-16-2-5 16,-2 2 0-16,-1 2-3 0,-2-2-1 16,-4 0-2-16,2 0 1 0,0 0-2 15,1 0 0-15,5 2 0 0,4-4-3 0,9 2-2 16,1 0 3-16,5 2-2 16,-5-2 2-16,5 3-3 0,-5 0 0 0,6 2 2 0,-8-1-4 15,-13-3 0-15,1 1 3 16,-5 0-2-16,-11 0-2 0,-10-2 0 0,-5 0 0 0,-1 0 3 15,-4 0-1-15,0 1 17 16,-1-1 12-16,-13 0 5 0,22-1 11 0,-22 1 3 16,14 0-1-16,-14 0-1 0,16 0-5 15,-16 0-8-15,0 0-3 0,17 0 2 0,-17 0-6 16,0 0-6-16,0 0-19 0,0 0-55 16,0 0-90-16,0 0-125 0,0 0-154 15,0 0-289-15,-35 7 59 0,17-6 74 0,-1 1-286 16,-3 1-347-16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5:54:15.5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14656 5542 2350 0,'0'0'245'0,"0"0"-89"0,6-4-15 0,-6 4 26 0,0 0 17 0,0 0 1 0,0 0-3 15,0 0-17-15,0 0 2 0,0 0 1 16,-4-13 5-16,4 13-3 0,0 0-2 0,0 0-8 16,-5-9-1-16,5 9-8 0,0 0 3 15,-11-5-8-15,11 5-5 0,-9-5 3 16,9 5-17-16,-13-6-7 0,5 5-4 0,8 1-12 15,-20-5-13-15,4 3-12 0,3 0-10 16,-1-2 6-16,-1 2 4 0,0 2-15 0,-2 0 10 16,-1 0-7-16,4 0-3 15,-8 0-3-15,1 0-2 0,3 4-13 0,-4-2-1 16,1 0-11-16,-1 2 11 0,-1 0-10 16,5 2-4-16,0-4-5 0,0 3-8 0,1-2 8 15,0 4-9-15,1-2-1 0,2 2-1 16,-4 0-2-16,3 3-1 0,-4 0-1 0,4 1-3 15,-1 2 8-15,2-1-9 0,-2 0 7 16,1 2-6-16,1-1-1 0,1 1 9 0,0 1-4 16,0-3 7-16,-1 2 2 0,1 1 10 15,0-1-1-15,-1 1 2 0,3-1-6 0,-1-5 4 16,-1 3-4-16,2 3-5 0,3-1 0 16,-2-1 0-16,-1-1-5 0,-1 5 6 15,3 0-4-15,4-4 2 0,-3 4-5 16,2 4 3-16,-2-2-4 0,3 1 4 0,-1 1-2 15,3 0 3-15,-2 1-4 0,3 1 3 16,-2 0-3-16,2 2 4 0,2 0 6 16,0-1 2-16,0 2-9 0,0 0 5 0,2-1 4 15,2 10 5-15,1-2 5 0,0 0 2 16,3 2 0-16,-3-2-39 0,2 1 0 0,4-2 0 16,0-1 0-16,-2 1 0 15,3-3 0-15,1 0 0 0,-1 0 0 0,1-3 0 0,3-1 0 16,-2-1 0-16,2 0 0 15,3-2 0-15,0-1 0 0,1-2 0 0,3-3 0 0,-1-2 0 16,6 2 0-16,3-4 0 16,1-2 0-16,0-2 0 0,-3-3 0 0,0-1 0 15,-2-2 0-15,1-2 0 0,-1-4 0 16,2 2 0-16,7-3 0 0,-2-1 0 0,0-3 0 16,-2-1 0-16,1 0 0 0,-1-4 0 15,-2 0 0-15,-1-1 0 0,2 1 0 0,-5-3 0 16,-1-2 0-16,0 0 0 0,2-1 0 15,-5-1 0-15,3-2 0 0,-2 0 0 16,0 0 0-16,-2-3 0 0,2 3 0 0,-4-3 0 16,1 2 0-16,-4 0 0 0,3 0 0 15,-7 5 0-15,-1 2 0 0,-1-2 0 16,-1 2 0-16,0-3 0 0,-1 1 0 0,0-1 0 16,0 1 0-16,-7 0 0 0,3-6 0 15,0-1 0-15,-4 1 0 0,0-13 0 0,-6-1 0 16,3-4 0-16,-7-7 0 0,0 0 0 15,-1 3 0-15,-5-2 0 0,2 3 0 0,-8 0 0 16,-3-1 0-16,0 4 0 0,-6 4 0 16,-2 5 0-16,-3 1 0 0,0 4 0 0,0 4 0 15,1 9 0-15,1 3 0 0,-3 5 0 16,-1 4 0-16,-3 8 0 0,-3 4 0 0,-11 9 0 16,0 7 0-16,-3 3 0 0,5 4 0 15,-1 1-669-15,3 1-313 0,3-2 82 16,9-4 109-16,6-7-858 0,6-1-1087 15</inkml:trace>
  <inkml:trace contextRef="#ctx0" brushRef="#br0" timeOffset="8698.81">17629 5707 4158 0,'10'-3'-146'0,"-10"3"61"0,0 0 52 0,7-1 48 15,-7 1 57-15,0 0 32 0,0 0 25 0,0 0 9 16,0 0-1-16,8-6-2 0,-8 6-13 16,0 0-6-16,0 0-8 0,0 0-12 15,0 0-8-15,0 0-5 0,0 0-8 0,6-2-6 16,-6 2 2-16,0 0 7 0,0 0 9 16,0 0 13-16,0 0 5 0,0 0-4 15,5-8-6-15,-5 8-9 0,0 0-1 0,-3-13-6 16,-3 5-9-16,1-2-7 0,-2 3-6 15,0 1-6-15,-3-1-3 0,-3 0-13 0,0 2 4 16,-3 1-8-16,1 4-7 0,-2 2-1 16,-7 1-2-16,2 6-4 0,-6 6 5 0,-1-1-6 15,2 3-4-15,4 0-1 0,0 1-4 16,6-3 0-16,6-1 2 0,3-1-5 16,2 0 3-16,3-4-1 0,-1 2 0 0,10 3 0 15,-1-2 2-15,7 3-3 16,10 3-1-16,5-1 0 0,5 2 1 0,-1-2 1 0,3 1-6 15,-2-2 4-15,-3 3-2 16,2 0 2-16,-5-1 3 0,-2 3 19 0,-9-6 25 16,-4 1 25-16,-1-3 32 0,-5 1 18 15,2 0 16-15,-7 0 1 0,0-2 8 0,-7 2-1 16,2 1-4-16,-3-1-23 0,-1-2-83 16,-5 1-40-16,-1-1 0 0,1-1 0 0,-2-5 0 15,0 0 0-15,1 0 0 0,1-6 0 16,0 0 0-16,0-4 0 0,-1 0 0 0,1-5 0 15,1 2 0-15,2-1 0 16,1-2 0-16,1-1 0 0,1 1 0 0,-2 0 0 16,6 0-74-16,3-2-343 0,-1 1-113 15,2-1-114-15,2 1-202 0,8-1 27 0,-3 0 97 16,16-7-686-16,1 1-859 0</inkml:trace>
  <inkml:trace contextRef="#ctx0" brushRef="#br0" timeOffset="9381.29">18065 5473 3933 0,'0'-20'52'0,"2"5"52"0,-2 1 59 0,0 4 46 0,0 3 31 0,0-1 15 0,0 8-7 16,0-12-18-16,0 12-34 0,0 0 37 15,0 0 9-15,0 0-10 0,4 27-25 0,-4-3-13 16,2 17-20-16,-2 1-16 0,0 4-14 15,-2 12-11-15,0 1-16 0,2-13-12 0,0 3-2 16,0-3-8-16,0 1-7 0,0 1-10 16,2-5-12-16,-2-3-10 0,-4-5-8 15,4-6-11-15,0-7-6 0,0-5-11 0,-2 0-20 16,2-5 0-16,0-2-3 0,0-1-39 16,0-9-37-16,-2 8-25 0,2-8-3 0,0 0-3 15,0 0-3-15,0 0 11 16,-23-20 1-16,14 7 8 0,-4-2 11 0,-1 0 9 0,1 0 5 15,0 1 4-15,-2 1 11 16,-1 0 8-16,7 3 7 0,-2 0 12 0,1 1 13 16,2 1 5-16,3 2-1 0,-3 0 11 15,5 2-3-15,3 4 4 0,-5-9-1 0,5 9-1 16,5-10 4-16,4 1 0 0,6 2 4 16,4-3-10-16,11-4 3 0,-1 2 2 0,3-1-6 15,-3 2 4-15,-2 3 1 0,-9 1 5 16,0 0-6-16,-1 4-3 0,-4-1 8 0,-2 1 16 15,2 3 21-15,-4 0 18 16,-9 0 17-16,17 7 1 0,-7-2-1 0,-3 4 0 16,0 1-12-16,3 2-1 0,-2 1-8 15,-3-1-5-15,3 2-3 0,0 0-4 0,1 4-7 16,1-7-4-16,0-1 3 0,1 2-7 16,0-4-2-16,5-3 2 0,-2-3 0 15,4 0-9-15,0-4-3 0,6 0 2 0,-1-7 0 16,7-2-4-16,-7 2-1 0,2-8-2 15,-1 0 3-15,-6 1-5 0,-7 0 1 0,1-1 7 16,-7 0 0-16,-3 0 3 0,-2-1-4 16,-2 0-10-16,1-1-9 0,-7 0 0 15,0 0 0-15,-3 1 0 0,-2 4 0 16,1 3 0-16,-1 1-33 0,-5 2-62 0,4 4-31 16,0 1-39-16,-3 3-42 0,-1 3-51 15,-1 1-77-15,1 2-101 0,-4 2-107 0,6 0-153 16,2-1-82-16,3 1 77 0,2-2-598 15,8 0-756-15</inkml:trace>
  <inkml:trace contextRef="#ctx0" brushRef="#br0" timeOffset="9898.02">18681 5802 3508 0,'0'0'9'0,"-13"-2"40"0,13 2 44 0,-10-1 24 0,10 1 23 0,0 0 17 16,0 0 6-16,-12 7-6 0,12-7-10 15,0 7-6-15,0-7-7 0,9 8-8 0,-4-4-13 16,3 4-9-16,3-3-13 0,-1 0-8 16,-1 1-8-16,2-3-7 0,-1-1-9 0,1 1 0 15,-1-1-6-15,0 1-4 0,-10-3-7 16,18-3-5-16,-9-2-5 0,-4 3-6 15,3-3-3-15,-7 0 0 0,3-6-6 0,-4 3-4 16,0-4 4-16,-2-3-4 0,0-2-2 16,-1 1-2-16,-5 1-1 0,2 1-12 15,-3 4-4-15,-1 4-4 0,-2 3 0 0,1 1-4 16,-2 2 7-16,13 0-2 0,-21 4-1 16,14-3 3-16,7-1 2 0,-14 2 0 0,14-2 10 15,0 0 2-15,0 0-1 0,0 0-1 16,32-13 1-16,-11 5 0 0,14-2 0 0,-3-1 0 15,0 1 0-15,-7 8 5 0,-3-3 16 16,-6 4 21-16,-2-1 26 0,1 4 20 16,-3-1 18-16,-1 4 16 0,-2 1 9 0,1 2 6 15,0 3-2-15,-3 1-7 16,-2 2-18-16,4-1-11 0,-5 1-10 0,-1 5-8 16,1-3-10-16,-2 1-2 0,1 0-9 15,-1-1-11-15,0 4-29 0,3-7-48 0,-5 1-61 16,2-2-69-16,-1-2-76 0,1-1-112 15,0 0-113-15,-2-3-121 0,4-3-181 0,-4-3 6 16,0 0 95-16,0 0-560 0,28-13-679 16</inkml:trace>
  <inkml:trace contextRef="#ctx0" brushRef="#br0" timeOffset="10447.66">19510 4907 3489 0,'-2'-13'89'0,"-1"1"48"0,0 2 39 0,-1 5 18 0,4 5-4 0,-3-10-14 15,3 10-8-15,0 0 15 0,0 0 19 0,-12 29 8 16,5 4-8-16,1 7 3 0,-4 13 9 16,7 5-9-16,-5 6-10 0,5 1-13 0,-4 5-9 15,3 0-12-15,3 0-12 0,-1-4-6 16,2-3-21-16,-2-6-12 0,0-15-12 0,2-1-7 15,-2-2-14-15,0-12-2 0,2-4-8 16,-2-5-9-16,2-4 1 0,0-2-10 16,0-2-6-16,0 0-18 0,-1-4-22 15,1-6-23-15,0 0-32 0,0 0 0 0,0 0-14 16,0 0-8-16,-33-19-14 0,23 10 2 16,-1-4 10-16,0 3 3 0,-1 1 4 0,-5-1 9 15,5 2 4-15,1-1 3 0,2 5 10 16,1-1 1-16,0 2 4 0,3-1 4 15,5 4 3-15,-8-8-5 0,8 8 8 0,0 0 2 16,6-8 2-16,3 1-19 0,11-1-23 16,-2-3-23-16,11-3-18 0,1 2 2 15,2 0 12-15,-7 4 10 0,-2 1 8 16,-5 4 25-16,-1 1 39 0,-3 0 39 0,-2 4 30 16,0 3 27-16,1 1 29 0,-3 0 8 15,-1 6 7-15,-3 0-6 0,2 0-5 0,-5 0-15 16,1 6-8-16,0-3-9 0,-2 3-9 15,1-3-13-15,2-1-8 0,-1-3-17 0,-2 1-40 16,-1-1-50-16,1-1-60 0,0-2-63 16,2 1-78-16,-4-2-99 0,3 0-100 0,-3-2-122 15,0-5-172-15,4 7 31 16,-4-7 83-16,9 3-496 0,-9-3-596 0</inkml:trace>
  <inkml:trace contextRef="#ctx0" brushRef="#br0" timeOffset="10598.14">19750 5395 3144 0,'-10'-8'21'0,"5"3"37"0,-3 1 11 0,8 4 7 0,-9-4-12 0,9 4-9 0,-6-2-6 0,6 2-47 16,0 0-69-16,0 0-101 0,0 0-135 16,-13 8-203-16,13-8 3 0,0 9-174 0,0-3-173 15</inkml:trace>
  <inkml:trace contextRef="#ctx0" brushRef="#br0" timeOffset="11083.75">19844 5724 1993 0,'-7'4'306'0,"7"-4"28"0,-7 6 18 0,7-6 16 16,0 0 22-16,-8 4 9 0,8-4-9 15,0 0-16-15,0 0-19 0,2 6-35 0,-2-6-29 16,10 6-29-16,-10-6-27 0,12 5-25 15,-7-3-20-15,4 0-20 0,2 0-17 0,-11-2-32 16,14 2-30-16,-14-2-32 0,18-2-24 16,-18 2-25-16,15-4-19 0,-10 2-10 0,4-3 6 15,-6 1-3-15,3-4 4 0,-3-2-5 16,-1 0 1-16,2-1 8 0,-2 1 2 16,0 2 14-16,-1 1 12 0,-1 0 1 15,2 0-7-15,-2 7 0 0,0 0-2 0,0 0 3 16,0 0 5-16,0 0 3 0,0 0-6 15,0 0 0-15,3 27-3 0,1-15 4 0,0 5-3 16,1-3-6-16,2 5 6 0,1 3-2 16,4 7 42-16,-1 5 25 0,3 2 42 0,1 8 27 15,-2 0-5-15,0-6-60 0,-3 0-84 16,0-1 0-16,-3 2 0 0,1-1 0 0,-7-3 0 16,3-6 0-16,-2-4 0 15,0-4 0-15,-4-5 0 0,0 1 0 0,0-3 0 16,0-2 0-16,1-1 0 0,-5 1 0 15,-1-6 0-15,-4 1 0 0,0-3 0 0,-3-4 0 16,-6-2 0-16,-3-3 0 0,-7-3 0 16,-5-1 0-16,1-2 0 0,2 0 0 0,1-1 0 15,6 4 0-15,8 4 0 0,-2-1 0 16,6 1 0-16,0 2 0 0,2-2-231 16,0 2-805-16,2 2 109 0,9 0-1112 0,-7-6-1455 15</inkml:trace>
  <inkml:trace contextRef="#ctx0" brushRef="#br0" timeOffset="11800.25">21010 5602 5541 0,'-4'-11'-90'0,"-2"1"46"16,5 5 60-16,1 5 59 0,-6-10 45 0,6 10 29 0,-5-7 8 0,5 7 18 0,0 0 18 0,0 0 7 0,0 0-1 0,0 0-13 16,0 0-17-16,0 0-14 0,23 22-16 15,-19-12-13-15,3-1-11 0,-4 1-11 0,1 2-6 16,0-2-11-16,-1 1-7 0,-1-5-10 16,0 3-3-16,0-1-7 0,2-4-16 15,-4-4-44-15,3 8 0 0,-3-8 0 0,0 0 0 16,0 0 0-16,25-20 0 0,-11 8 0 15,-1-3 0-15,3 2 0 0,-3 0 0 16,1 4 0-16,-3 1 0 0,0 3 0 0,3 1 0 16,-1 3 0-16,-13 1 0 0,28 6 0 15,-7 1 0-15,-6 4 0 0,3 1 0 16,-3-1 0-16,-2 5 0 0,0-3 0 0,1 3 0 16,-5-1 0-16,3-1 0 0,-4 0 0 15,-4-3 0-15,-1 1 0 0,1-4 0 0,0 1 0 16,-3-1 0-16,1-2 0 0,-2-6 0 15,0 6-38-15,0-6-297 0,0 0-94 0,0 0-96 16,0 0-104-16,0 0-131 0,-2-31-29 16,4 13 77-16,6 1-640 0,6-8-806 15</inkml:trace>
  <inkml:trace contextRef="#ctx0" brushRef="#br0" timeOffset="12080.52">21664 5470 3576 0,'0'0'24'16,"0"0"72"-16,0 0 66 0,0 0 49 0,7 14 50 15,-9-8 30-15,0 4 24 0,-1 1 5 16,1 1-8-16,-5 0-14 0,7 0-18 0,-1 1-25 16,1 0-23-16,0-2-19 0,1 0-20 15,-1-1-15-15,7 1-14 0,-3-5-16 16,3-1-15-16,-2-1-12 0,-5-4-15 16,20 0-8-16,-20 0-7 0,20-7-12 0,-6 0-45 15,-5 0-34-15,2 0 0 0,-2-1 0 16,-6-1 0-16,-1 1 0 0,0-1 0 0,-6-1 0 0,1 0 0 15,-5-2 0-15,-6 0 0 16,2 0 0-16,-8 1 0 0,4 1 0 0,-4 2 0 16,3 3 0-16,0 3 0 0,-2 2 0 15,2 2 0-15,-4 5-333 0,1 1-126 0,4 2-125 16,2-3-135-16,5-1-127 0,1 0 77 16,6-1-755-16,2-5-969 0</inkml:trace>
  <inkml:trace contextRef="#ctx0" brushRef="#br0" timeOffset="12515.02">22333 4865 4310 0,'-2'-18'112'0,"2"7"64"16,0 0 63-16,-2 2 62 0,2 2 33 0,0 7 17 16,-5-6-16-16,5 6 26 0,0 0 30 15,0 0 15-15,0 31-14 0,0-8-20 0,0 19-261 16,5 5-111-16,-5 15 0 0,2 4 0 15,0-2 0-15,-1 4 0 0,1-1 0 16,2-4 0-16,-2-8 0 0,0-10 0 0,-2-6 0 16,2-8 0-16,-2-8 0 0,0-2 0 15,0-5 0-15,0-1 0 0,0-3 0 0,1-2 0 16,-1-1 0-16,0-4 0 0,0-5 0 16,0 0 0-16,0 0 0 0,0 0 0 15,-14-15 0-15,3 2 0 0,0-2 0 0,-6-7 0 16,-4 1 0-16,0 3 0 0,4 4 0 15,0 3 0-15,-1 7 0 0,2 2 0 16,-4 4 0-16,2 0 0 0,-1 8 0 0,-5 8 0 16,3 5 0-16,5 2 0 0,2 2 0 15,4 4 0-15,9-5 0 0,-1-2 0 0,5-2 0 16,1-1 0-16,5 0 0 0,0-5 0 16,4 1 0-16,2-5 0 0,0-1 0 15,5-5 0-15,1 0 0 0,1-6 0 16,5-3-301-16,7-6-285 0,-2 1-141 0,3-7-145 15,-2-2 60-15,-5-3 95 0,-2-3-703 16,-1 0-872-16</inkml:trace>
  <inkml:trace contextRef="#ctx0" brushRef="#br0" timeOffset="12914.54">22650 5492 4071 0,'0'0'129'0,"-7"4"48"0,7-4 38 0,0 0 54 0,0 0 45 0,-4 10 13 0,4-10-9 0,0 0-21 16,0 0-25-16,17 5-25 0,-17-5-22 16,16-2-24-16,-16 2-19 0,21-5-17 0,-10 1-15 15,-4 0-13-15,4 0-16 16,-11 4-8-16,12-8-11 0,-4 1-2 0,-4 1-41 16,-3 0-59-16,-1 6 0 0,-1-12 0 15,1 12 0-15,-12-11 0 0,0 7 0 0,-2 4 0 16,-6 3 0-16,-2 0 0 0,-10 6 0 15,-1 5 0-15,5 1 0 0,3 2 0 0,2 3 0 16,8-2 0-16,5-1 0 16,2 3 0-16,5 1 0 0,3-2 0 0,3 1 0 0,5-1 0 15,-1 0 0-15,13 4 0 16,-3-3 0-16,3-1 0 0,2-5 0 0,-3-7 0 16,0 3 0-16,2-5 0 0,-2-2 0 15,2-3 0-15,-2 0 0 0,-1-2 0 0,0 1 0 16,0-2 0-16,-6-1 0 0,4-2 0 15,-5 2 0-15,0-1 0 0,0-1-515 0,-2 2-305 16,-4-2-108-16,1 0 94 0,-4 1-898 16,1-1-1166-16</inkml:trace>
  <inkml:trace contextRef="#ctx0" brushRef="#br0" timeOffset="13597.06">23864 5438 4773 0,'0'-2'10'0,"0"2"36"0,0 0 42 0,-16 14 56 0,4-3 52 0,-1 5 45 0,-1 1 17 16,-3 6 0-16,2 3-14 0,2 0-11 0,5-4-23 16,4-1-21-16,0-4-15 0,4 0-17 15,2-2-12-15,2 2-15 0,2-3-13 0,-1 1-11 16,7-5-12-16,0-1-9 16,2-3-15-16,6-2-17 0,-2-4-19 0,9-4-20 15,7-7-11-15,1-1-5 0,1-2-4 16,-5-3 5-16,-1-3-2 0,-1 7 2 0,-11 0-2 15,0 5 2-15,-7 1-2 0,-1 2-1 16,-1 0-4-16,-1 3 2 0,-8 2 2 0,0 0-1 16,17 7 4-16,-17-7 3 0,8 12-1 15,-5-5-4-15,3 3-1 0,0-2 0 0,-2 3 2 16,5-3 4-16,-1 2-6 0,4-3 7 16,-1-1 0-16,0-2-4 0,5-4 2 0,-2 0 5 15,2-4-5-15,1 0 0 16,-1-3 7-16,0-1-3 0,2-3 2 0,-4-1 18 15,0 4 2-15,-1-8-3 0,-3 7 2 16,0-5-4-16,-5 0-5 0,1-1-13 0,-3-4-4 16,2 3 0-16,-1-1 0 0,-4 2 0 15,2 1-84-15,-1 1-68 0,-1 1-68 16,2 2-77-16,0 2-95 0,0 1-110 0,0 1-117 16,2 2-146-16,-4 4 0 0,5-8 89 15,-5 8-589-15,10 0-725 0</inkml:trace>
  <inkml:trace contextRef="#ctx0" brushRef="#br0" timeOffset="13798.58">24703 5324 3538 0,'8'-4'116'0,"-8"4"52"0,3-7 39 0,-3 7 27 0,0 0 55 0,0 0 57 16,0 0 24-16,9 18 0 0,-9-6-29 0,0 1-29 16,0 6-31-16,3 5-29 0,-3 1-25 15,2 0-21-15,0 3-52 0,-2-3-58 16,2-2-78-16,-2 2-81 0,4-2-59 0,-3-1-71 15,-1-3-61-15,2-6-63 0,0 1-64 16,0-2-60-16,-2-4-78 0,0-3-106 0,0-5-66 16,-4 9 57-16,4-9-483 15,0 0-587-15</inkml:trace>
  <inkml:trace contextRef="#ctx0" brushRef="#br0" timeOffset="13947.19">24777 5238 2956 0,'2'-22'-10'16,"0"5"69"-16,-2 2 67 0,0 4 39 15,0 1 33-15,0 2 7 0,-2 2-9 0,2 6-16 16,0-11-20-16,0 11-22 0,0 0-42 16,-2-8-49-16,2 8-80 0,0 0-108 0,0 0-104 15,0 0-157-15,0 0-193 0,16 19 42 16,-13-9 60-16,3 1-206 0,0 3-192 0</inkml:trace>
  <inkml:trace contextRef="#ctx0" brushRef="#br0" timeOffset="14180.95">24981 5130 2381 0,'-2'-14'359'0,"1"5"25"0,1-1 27 16,-2 5 9-16,2 5-5 0,-2-7-15 0,2 7 6 16,0 0 11-16,0 0-22 0,2 33-30 15,-2-13-37-15,0 9-31 0,2 8-29 16,-1 2-28-16,-1 2-26 0,0 0-47 15,0 2-57-15,0 0-71 0,2-4-67 0,-2-1-82 16,0-9-70-16,2-3-68 0,-4-5-92 16,2-2-91-16,0-2-104 0,0-3-115 15,2-4-137-15,0-3 79 0,0-2-652 0,-2-5-815 16</inkml:trace>
  <inkml:trace contextRef="#ctx0" brushRef="#br0" timeOffset="14430.82">25284 4917 4032 0,'-5'-15'105'0,"-4"3"58"0,6 2 50 16,-1 2 37-16,-2 3 31 0,6 5 9 15,-5-10-3-15,5 10-14 0,0 0-6 0,0 0-4 16,0 0-10-16,-19 23-6 0,13-3-2 16,-1 15-12-16,-1 5-19 0,0 14-18 15,2 2-17-15,3 1-21 0,-5 5-116 0,5-2-42 16,-2 3 0-16,5-5 0 0,-4 1 0 15,2-17 0-15,2 1 0 0,-1-6 0 0,1-8 0 16,1-6-236-16,1-5-175 0,0-1-123 16,3-4-137-16,-2-5-181 0,5-4 56 0,1-4 90 15,5 0-649-15,4-10-811 0</inkml:trace>
  <inkml:trace contextRef="#ctx0" brushRef="#br0" timeOffset="14913.86">26007 4681 4186 0,'-14'-15'216'15,"3"1"43"-15,2 4 51 0,0 3 23 0,4 2-13 16,5 5 5-16,0 0 19 0,-10 18 12 16,12 1-10-16,0 7-6 0,4 15-19 0,1 12-22 15,3 9-63-15,-1 2-236 0,-1 0 0 16,-3 3 0-16,2 0 0 0,-3-1 0 0,-3-5 0 15,-1-1 0-15,-1-13 0 16,-1-7 0-16,0-1 0 0,0-10 0 0,-3-7 0 16,4-3 0-16,-1-4 0 0,0-3 0 15,2-4 0-15,-2-2 0 0,2-6 0 0,0 0 0 16,0 0 0-16,0 0 0 0,6-21 0 16,0 7 0-16,1 0 0 0,3-2 0 0,2-4 0 15,4 0 0-15,0 3 0 0,-1 5 0 16,1 0 0-16,-4 5 0 0,1 0 0 0,3 6 0 15,-3-1 0-15,1 5 0 0,-1 0 0 16,1 6 0-16,-3 1 0 0,1 6 0 0,-9-3 0 16,3 5 0-16,-6 3 0 15,0-2 0-15,-6 5 0 0,-4 6 0 0,-3 1 0 16,-1-2 0-16,-2-3 0 0,-4-4 0 0,6 0 0 16,-2-5 0-16,5-5 0 0,-1-2 0 15,3-2 0-15,-1-3 0 0,1-4 0 16,-1-1 0-16,10 0 0 0,-17-10 0 0,11 0 0 15,-2-6 0-15,8-3-198 0,0-6-726 16,11-8-21-16,0-2 104 0,2 0-956 0,8-7-1225 16</inkml:trace>
  <inkml:trace contextRef="#ctx0" brushRef="#br0" timeOffset="15263.71">26631 5370 5407 0,'0'0'192'0,"0"0"61"0,0 0 39 0,0 0 34 0,0 0 21 0,0 0-8 0,0 0-21 0,0 0-34 16,0 0-30-16,21-2-75 0,-21 2-179 0,22-2 0 15,-9-1 0-15,1-2 0 0,-2 0 0 16,6 0 0-16,-5-2 0 0,0 0 0 0,1-2 0 16,-5 2 0-16,-4-1 0 0,2 0 0 15,-5 1 0-15,-2-2 0 0,0 9 0 0,-10-12 0 16,-1 7 0-16,-5 3 0 15,-3 2 0-15,-6 2 0 0,1 3 0 0,-11 4 0 0,3 1 0 16,2 2 0-16,1 3 0 16,6 2 0-16,2 0 0 0,8 1 0 0,3 1 0 15,5-1 0-15,3-1 0 0,2 1 0 16,2 1 0-16,3 2 0 0,6 8 0 0,1-7 0 16,0-3 0-16,2 3 0 0,2-3 0 15,-1-6 0-15,1-1 0 0,3-3 0 0,-2-4 0 16,2-2-554-16,4-1-273 0,-3-2-84 15,3-3 93-15,2-1-910 0,2 1-1161 16</inkml:trace>
  <inkml:trace contextRef="#ctx0" brushRef="#br0" timeOffset="15665.11">27924 5346 5186 0,'-10'-3'146'16,"10"3"26"-16,0 0 54 0,-1-6 49 15,1 6 22-15,0 0-2 0,0 0-25 0,27-6-23 16,-11 2-28-16,-1 1-22 0,2-1-19 16,1-1-17-16,-3 0-17 0,0 0-15 0,2 0-80 15,-3-2-49-15,-1 0 0 16,-2 0 0-16,-1-1 0 0,-1-3 0 0,1 1 0 15,-4 0 0-15,-2-2 0 0,-2 1 0 16,-2 5 0-16,-4-5 0 0,-3 3 0 0,-2 0 0 16,-2 6 0-16,-6-3 0 0,-7 5 0 15,2 1 0-15,-5 3 0 0,-5 6 0 0,4 2 0 16,1 3 0-16,4 4 0 0,1 3 0 16,8 2 0-16,1 4 0 0,1-1 0 0,8 0 0 15,2-4 0-15,4 1 0 0,3 9 0 16,8-6 0-16,-1-1 0 0,8-4 0 15,2-3 0-15,5-2 0 0,1-7 0 0,7-1 0 16,-5-6-190-16,14-3-470 0,2-3-221 16,7-6-5-16,6 1 99 0,4-1-841 15,4 1-1067-15</inkml:trace>
  <inkml:trace contextRef="#ctx0" brushRef="#br0" timeOffset="16046.35">28943 5245 4820 0,'-15'-8'88'15,"2"0"51"-15,-1 4 66 0,-1 2 67 0,1-2 31 16,2 4 13-16,-4 0-1 0,-3 2-8 16,-4 2-11-16,4 4-14 0,-12 7-18 0,3 1-26 15,-1 3-20-15,-1 0-90 16,-5 8-128-16,1 0 0 0,2 0 0 0,3-1 0 16,-5 1 0-16,-2 0 0 0,2-2 0 15,3-2 0-15,3-3 0 0,1-2 0 0,4-8 0 16,5-2 0-16,5-2-151 0,2-6-132 15,3-2 0-15,2-5 16 0,5-3 27 16,1-4 26-16,1-5 28 0,11-8 41 0,1-2 47 16,5 2 49-16,0 0 53 0,-4 11 39 15,1 1 35-15,-1 1 46 0,-1 8 31 0,0-1 33 16,1 3 14-16,-1 4 12 0,-13 0 1 16,32 5-3-16,-13 2-3 0,3 2-13 15,-2-1-120-15,8 9-76 0,-1-3 0 16,0 1 0-16,-2-1 0 0,-6-2 0 0,-2 1 0 0,-6-5 0 15,3 3 0-15,-3-3 0 16,-3 2 0-16,2-1 0 0,-3-4-496 0,-1 2-188 16,2-3-206-16,-1 0 34 0,-7-4 97 15,15 2-774-15,-15-2-976 0</inkml:trace>
  <inkml:trace contextRef="#ctx0" brushRef="#br0" timeOffset="16313.68">29218 4458 4080 0,'-3'-17'-74'0,"0"5"65"16,-1 5 45-16,0-1 31 0,-1 4 28 0,5 4 21 15,0 0 26-15,-25 19 30 0,10 12 24 16,-5 15 19-16,1 13 14 0,-1 7 9 0,-5 27-9 16,-2 4-37-16,-2 12-14 0,1 3-17 15,-3 11-8-15,3-2-17 0,1 0-43 0,0-5-54 16,3-3-56-16,1-8-52 0,5-8-57 15,2-10-46-15,0-21-43 0,-1-7-51 16,4-7-35-16,3-12-31 0,3-8-17 16,-1-10 3-16,2-6 4 0,2-11-42 15,4-2-79-15,0-3-62 0,0 0 10 0,8-34-255 16,-3 0-258-16</inkml:trace>
  <inkml:trace contextRef="#ctx0" brushRef="#br0" timeOffset="16548.5">28869 5407 2016 0,'-4'-22'40'0,"0"7"69"15,-1 3 56-15,3 0 36 0,-3 3 35 16,2 1 29-16,1 1 8 0,2 7-8 0,0-14-10 16,2 8-14-16,-2 6-21 0,10-9-21 15,-5 5-15-15,-5 4-20 0,17 0-17 16,-17 0-15-16,19 6-15 0,-9-1-8 0,-2 2-8 16,1 3-11-16,-1 0-11 0,-3 4-8 15,-1-4-2-15,-2 2-5 0,-2 0-6 16,0 2-2-16,-4-4-4 0,-2 2-8 15,3-3-32-15,-3-1-50 0,3 0-57 0,-3-2-88 16,1-2-88-16,5-4-93 0,0 0-111 16,0 0-115-16,-11-12-48 0,13-1 56 0,4-9-370 15,11-21-430-15</inkml:trace>
  <inkml:trace contextRef="#ctx0" brushRef="#br0" timeOffset="16797.14">29358 4638 2755 0,'0'-8'151'0,"2"3"78"0,-2 5 51 15,0 0 39-15,-2-8 16 0,2 8 14 16,0 0-8-16,0 0 8 0,0 0 3 16,0 0 1-16,-14 40-4 0,5-8-10 0,4 4-22 15,-4 16-18-15,-1 5-25 0,2 3-25 16,-1 5-22-16,1 1-19 0,-2 1-92 16,3 0-116-16,-2-1 0 0,-2-2 0 0,-2-4 0 15,1 0 0-15,0-8 0 16,0-11 0-16,5-5 0 0,-3-7 0 0,3-5 0 15,1-7-64-15,2-3-226 0,2-4-55 16,2-5-70-16,0-5-77 0,0 0-60 0,0 0-62 16,19-19-79-16,-9 3-18 0,10-12-655 15,3-11-819-15</inkml:trace>
  <inkml:trace contextRef="#ctx0" brushRef="#br0" timeOffset="16948.09">29394 5288 3422 0,'12'-15'-91'16,"-4"2"95"-16,-3 3 77 0,1 3 59 15,-2 1 55-15,-4 6 44 0,8-6 33 0,-8 6 12 16,0 0 11-16,0 0 2 0,15 14-10 15,-13-2-21-15,-1 7-19 0,-1 5-29 0,-1 12-22 16,-5 2-56-16,-1-1-62 0,-5 2-77 16,2-1-74-16,-1-1-81 0,1-5-90 0,1-1-89 15,2-7-82-15,-3-7-92 0,6-1-86 16,0-8-62-16,2-3 62 0,2-5-429 16,0 0-496-16</inkml:trace>
  <inkml:trace contextRef="#ctx0" brushRef="#br0" timeOffset="17097.02">29622 5042 2869 0,'2'-11'68'16,"-2"4"39"-16,0 7 9 0,-8-6-1 15,8 6-17-15,0 0-7 0,0 0-35 0,-23 11-83 16,18-3-105-16,-2 1-159 0,3 1-242 16,6 0 31-16,3-2 68 0,2 5-111 15,8 1-47-15</inkml:trace>
  <inkml:trace contextRef="#ctx0" brushRef="#br0" timeOffset="17330.14">29882 5184 1995 0,'-15'-9'307'15,"15"9"33"-15,-15-5 33 0,4 2 33 16,-2 3 44-16,13 0 9 0,-29 8-10 0,8 1-25 16,-2 9-32-16,1 3-38 0,8 2-29 15,1 4-32-15,-1 0-28 0,3 2-31 0,5-5-21 16,5-3-17-16,1-3-28 0,1-1-28 15,5-2-33-15,-1-1-35 0,3-2-52 16,2-3-73-16,1-1-63 0,2-5-78 0,5-3-66 16,1-3-71-16,3-5-75 0,10-5-60 15,-1-7-65-15,-1 1-43 0,7-14-51 16,-4-4-45-16,-1-5-608 0,0-7-736 16</inkml:trace>
  <inkml:trace contextRef="#ctx0" brushRef="#br0" timeOffset="17549.54">30241 4763 3242 0,'7'-53'-116'16,"1"0"66"-16,-2-5 58 0,-2 12 48 0,-3-11 53 15,-1 12 42-15,0 4 39 0,2 2 33 16,-2 10 29-16,0 8 22 0,0 5 0 16,0 4-8-16,0 3-22 0,-2 3 18 0,2 6 22 15,0 0 17-15,0 0 11 0,-11 56-5 16,-1-1-17-16,5 7 5 0,-6 11 1 16,-6 19-7-16,-3 4-20 0,4 4-106 15,-7-1-163-15,2-5 0 0,-4-4 0 0,2-6 0 0,9-18 0 16,-2-4 0-16,1-6 0 15,2-3 0-15,5-16 0 0,3-6 0 0,-3-1 0 16,8-11 0-16,2-7-187 0,4-3-313 16,0-9-92-16,-4 0-127 0,19-12-125 0,2-9 64 15,0-1-774-15,1-4-997 0</inkml:trace>
  <inkml:trace contextRef="#ctx0" brushRef="#br0" timeOffset="17912.45">29948 5231 4040 0,'-18'0'72'0,"5"2"72"15,13-2 45-15,-15 0 42 0,15 0 51 16,-11 2 20-16,11-2 24 0,0 0-3 16,0 0-28-16,0 0-32 0,0 0-26 0,0 0-29 15,61-6-33-15,-35 5-71 0,10-4-107 16,-5 1-79-16,5 1-60 0,2-2-65 16,-4 0-72-16,-4-1-59 0,-5 2-20 0,0-2 13 15,-2 0 31-15,-2-3 37 0,0 1 44 16,-3-2 50-16,-4 0 49 0,2 4 66 15,-5-1 64-15,0-2 66 0,-1 4 47 0,0-1 46 16,-5 1 35-16,-5 5 35 0,10-6 27 16,-4 2 15-16,-6 4-6 0,0 0-9 15,9-4 2-15,-9 4 2 0,0 0-2 16,0 0-12-16,0 23-14 0,-4-5-24 0,1 1-18 16,-5 14-18-16,0 4-18 0,-5 11-13 15,1 1-22-15,3 3-115 0,3 0 0 0,4-8 0 16,1-5 0-16,-3-1-43 0,2-9-236 15,0-5-86-15,0-4-109 0,2-4-126 0,-2-3-149 16,2-6-58-16,2 0 89 0,2-4-696 16,-4-3-864-16</inkml:trace>
  <inkml:trace contextRef="#ctx0" brushRef="#br0" timeOffset="18447.74">30508 4451 3990 0,'-4'-16'58'0,"0"1"36"0,2 5 41 0,2 0 53 0,-1 3 66 0,1 7 58 0,-2-14 13 16,2 14-12-16,-2-8-30 15,2 8-24-15,0 0 9 0,0 0 21 0,0 0 18 16,0 49 0-16,0-8 6 0,0 7 7 16,0 14-144-16,2 7-176 0,0 3 0 0,-2 5 0 15,-2 1 0-15,0 3 0 0,-5 0 0 16,4-1 0-16,-5-5 0 0,3 0 0 0,-1-5 0 15,0-4 0-15,0-8 0 0,1-5 0 16,-1-14 0-16,3-5 0 0,-1-6 0 16,4-6 0-16,-3-8 0 0,3-3 0 0,3-4 0 15,1-2-139-15,1-1-638 0,-5-4-171 16,0 0 74-16,32-14 88 0,-10-3-801 0,6-2-1029 16</inkml:trace>
  <inkml:trace contextRef="#ctx0" brushRef="#br0" timeOffset="18695.98">31026 4989 4485 0,'-2'-14'72'0,"0"5"63"15,2 3 45-15,0 6 65 0,-2-8 74 0,2 8 44 16,0 0 33-16,0 0 16 0,-25 44 14 16,2 1-12-16,1 6-11 0,-6 6-62 0,-9 19-341 15,-3 2 0-15,-2 6 0 0,2 0 0 16,0-1 0-16,4-1 0 0,2-1 0 0,1-6 0 15,8-20 0-15,1 0 0 0,0-8 0 16,2-1 0-16,7-15 0 0,0-1 0 16,5-11 0-16,0-3-202 0,7-8-412 15,-3-3-79-15,1-5-135 0,5 0 13 0,0 0 80 16,-3-34-729-16,5 6-912 0</inkml:trace>
  <inkml:trace contextRef="#ctx0" brushRef="#br0" timeOffset="18862.5">30535 5250 4182 0,'-2'-15'165'0,"0"5"60"0,-2 2 64 0,4 8 32 16,0 0 48-16,0 0 47 0,0 0 15 16,0 0-7-16,0 0-39 0,11 31-35 0,-5-17-38 15,1 2-30-15,1 2-242 16,0 1-40-16,-3 0 0 0,3 1 0 0,0 0 0 0,-6-5 0 16,3 3 0-16,-5-1-440 15,4-3-204-15,-4 1-201 0,-4-1-26 0,1-2 88 16,-5 1-784-16,0-1-1010 0</inkml:trace>
  <inkml:trace contextRef="#ctx0" brushRef="#br0" timeOffset="25428.15">23110 6290 4323 0,'1'-12'485'0,"1"4"-147"0,-2 1-69 0,0 7 6 16,2-8 21-16,-2 8-39 0,0 0-37 0,0 0-30 0,0 0 25 15,0 0 15-15,0 0-4 16,14 23-18-16,-10-6-18 0,-1 3-17 0,3 1-17 16,-1 4-16-16,-4-2-140 0,5 1 0 15,-4-3 0-15,0 2 0 0,-1-4 0 0,-1-2 0 16,2-2 0-16,2-1 0 0,-4-3 0 16,2-2 0-16,-2 0 0 0,2-2 0 0,-2 1 0 15,0-8 0-15,0 0 0 0,0 0 0 16,0 0 0-16,0 0 0 0,14-22 0 0,-7 3 0 15,4-10 0-15,1-1 0 0,3-3 0 16,1 0 0-16,2 1 0 0,-2 5 0 16,-2 2 0-16,0 6 0 0,-3 5 0 15,-1 2 0-15,-2 7 0 0,1-1 0 0,-1 4 0 16,-8 2 0-16,15 0 0 0,-15 0 0 16,15 7 0-16,-7-1 0 0,0 0 0 0,-3 2 0 15,1 2 0-15,-1-3 0 0,2 3 0 16,-5-4 0-16,1 0 0 0,3-1 0 0,-2-1 0 15,-3 2 0-15,-1-6 0 0,8 2 0 16,-8-2 0-16,0 0 0 0,19-12 0 0,-8 3 0 16,1 1 0-16,-1-2 0 0,1 5 0 15,-4 1 0-15,-3-2 0 0,5 4 0 16,-10 2 0-16,15 6 0 0,-5 0 0 16,-3 6 0-16,-2 1 0 0,4 4 0 0,-4 3 0 15,1 1 0-15,-1 0 0 0,1 1 0 16,-1-2 0-16,-2-1 0 0,3-4 0 15,-2 1 0-15,-1-6 0 0,1 0-116 0,0 2-83 16,-3-6-37-16,6-1-60 0,-7-5-65 16,6 1-80-16,-6-1-79 0,0 0-118 0,14-10-138 15,-7 2 65-15,0-3-614 0,2-1-783 16</inkml:trace>
  <inkml:trace contextRef="#ctx0" brushRef="#br0" timeOffset="25778.32">23918 6290 4008 0,'-7'7'125'0,"3"-1"28"0,1-2 24 0,3-4 25 0,-6 8-1 0,6-8-10 0,0 9-13 16,0-9-20-16,6 8-13 0,-1-4-10 0,-5-4-18 16,13 2-8-16,-13-2-12 0,15 0-18 15,-15 0-19-15,17-2-6 0,-10 0-4 0,4-2-5 16,-11 4-3-16,9-6-6 15,-6 3-1-15,-3 3 11 0,0-10-9 0,0 10 11 16,-7-7-1-16,7 7 3 0,-18-3-4 16,6 5-2-16,-4 2 9 0,-1 0-9 0,-4 6 2 15,2-1 0-15,-5 7-11 0,0 3-3 16,5 1-1-16,2 3-3 0,5-4-3 0,5-6-3 16,0 6-10-16,5-4-7 0,2-1-13 15,2-2-24-15,1 0-32 0,7-2-42 16,2-1-45-16,0-3-58 0,4 0-72 0,3-6-65 15,4-2-53-15,2-3-65 0,13-3-60 16,-1-5-44-16,12-6-36 0,-1-1-531 0,-5 0-604 16</inkml:trace>
  <inkml:trace contextRef="#ctx0" brushRef="#br0" timeOffset="26128.16">24286 6341 2921 0,'12'-13'12'0,"-1"4"111"16,-8-1 85-16,3 4 52 0,-4 0 36 16,-2 6 32-16,0 0 31 0,0 0 11 0,0 0 3 15,0 0-5-15,0 0-11 0,-40 14-33 16,31-1-16-16,-5-1-19 0,3 2-23 0,1 3-25 15,-1 1-28-15,1-1-18 0,5 2-21 16,-2-2-16-16,4-1-110 0,-1 1-48 0,-2-3 0 16,6-1 0-16,-1-1 0 0,-1 0 0 15,0-2 0-15,2-1 0 0,-2-1 0 0,0 0 0 16,2-8 0-16,-2 9 0 0,2-9 0 16,0 0 0-16,0 0 0 0,0 0 0 15,0 0 0-15,28-25 0 0,-14 8 0 16,5-5 0-16,-2 6-67 0,-1 4-7 0,-2 0 9 15,-3 6 19-15,3 0 25 0,-3 3 28 16,2 1 25-16,-4 4 11 0,-9-2 5 0,17 9 11 16,-11-1-3-16,-1 4-28 0,3 0-28 15,-5 2 0-15,3 1 0 0,-1 0 0 0,-2-1 0 16,3 1 0-16,-1-1 0 0,-3-1-19 16,6 0-160-16,-2-1-47 0,1 0-60 0,1-5-93 15,-1-1-96-15,2 0-89 0,-2-2-120 16,0-4-82-16,-7 0 65 0,20-2-630 15,-11-4-786-15</inkml:trace>
  <inkml:trace contextRef="#ctx0" brushRef="#br0" timeOffset="26610.93">24818 5888 3577 0,'-5'-19'134'0,"1"4"58"0,3 6 24 0,-1 1 13 0,0 2 13 0,2 6 25 16,0 0 32-16,0 0 12 0,0 0 17 15,-20 23 1-15,11 6 3 0,0 8-21 0,-3 13-26 16,5 1-24-16,-3 3-30 0,7-1-22 16,-3 0-21-16,1-10-17 0,5-1-92 15,0-1-79-15,-1 2 0 0,2-4 0 16,-1-10 0-16,0-5 0 0,0-4 0 0,0 1 0 16,0-4 0-16,-1 0 0 0,1-3 0 15,-4-2 0-15,0-2 0 0,1 0 0 0,-3-1-111 16,-3-3-67-16,0-2-13 0,-2 0-10 15,2-2-9-15,9-2 4 0,-16 0 5 0,16 0 22 16,-14-8 17-16,7 6 19 16,3-6 20-16,3 1 20 0,-1-1 20 0,2-2 17 15,3-3 16-15,1 1 12 0,3-3 5 0,2 1 6 16,2-1 4-16,5 0 0 0,4-4 2 16,-2 5 4-16,-6 4 2 0,2 1 0 15,-3 2 1-15,0 0 2 0,-2 3 2 16,2 0 6-16,3 2 9 0,-5-1 13 0,-2 3 9 15,-7 0 4-15,20 2 13 0,-11 3 16 16,1 0 7-16,-1 1 15 0,-1 5 21 0,-1 1 1 16,2 2 9-16,-6 1-7 0,3 2-3 15,-4 2-10-15,-1 0-9 0,1 3-1 0,0-2-18 16,-2-3-42-16,-2 1-54 0,4-1-66 16,0-1-89-16,-4-4-129 0,4-3-133 15,-2 2-145-15,0-2-155 0,2-4 63 16,-2-5-621-16,2 8-764 0</inkml:trace>
  <inkml:trace contextRef="#ctx0" brushRef="#br0" timeOffset="26777.86">25037 6143 3557 0,'-4'-18'86'0,"-3"2"63"0,4 3 33 0,-1 4 21 0,2 1 10 0,-1-1-11 0,1 0-16 0,0 4-22 0,-2-1-35 16,4 6-64-16,-2-12-80 0,2 12-118 0,-1-4-133 15,1 4-143-15,0 0-182 0,0 0-16 16,0 0 66-16,0 0-335 0,0 0-358 0</inkml:trace>
  <inkml:trace contextRef="#ctx0" brushRef="#br0" timeOffset="27510.59">25370 6268 2476 0,'-16'-2'174'0,"2"-1"26"15,-2 1 16-15,1 2 18 0,-1 5 16 16,4-5 18-16,-6 6 7 0,1 2-11 16,0 4-13-16,-4 9-18 0,2 0-18 0,3 5-17 15,2-1-16-15,2 1-19 0,2-2-16 16,5-3-17-16,-1-1-14 0,4-1-10 0,2-2-8 15,2 0-11-15,2-3-17 0,0-2-20 16,3-2-7-16,3-1-17 0,1-5-12 16,2-2-15-16,5 0-15 0,1-6-13 0,3-2-2 15,11-5 3-15,-5-1 0 16,-1-5 4-16,0 0 3 0,-4 0 3 0,-5-3 1 0,-2 3 3 16,-3-1 7-16,-3 0 7 0,-2 1 9 15,-5-4 0-15,3 4 4 0,-6 0-1 0,0 0-3 16,-6 0-3-16,3 2-2 0,-5 2 4 15,0 0-3-15,-1 1-3 0,0 6-1 0,-5 1 4 16,3 3-5-16,-2 2-1 16,-1 2 2-16,-3 2 0 0,3 0 0 0,3 5-2 0,1-1-1 15,1 3 1-15,3-1 0 16,4 2-4-16,2-4 2 0,0 3-7 0,6-1-9 16,1 1-6-16,5-1-6 0,-1-3-9 15,2 0 1-15,3-5 3 0,0 4 2 0,-3-4 7 16,1-2 4-16,2 2 0 0,2-2 3 15,-3 0-1-15,-3 2 7 0,2-2-2 0,-1 3 2 16,1-1 9-16,-1 2 12 0,-3 2 10 16,1 1 17-16,0-4 16 0,0 4 7 0,-4-2 4 15,-2 0 6-15,3-1 10 16,-3 1-3-16,2 0-8 0,-2-2 8 0,-5-3-4 0,8 6 2 16,-8-6-4-16,9 1 4 0,-9-1-10 15,0 0-10-15,18-5-4 0,-11 2-3 16,3-6-5-16,1 0-15 0,0-1-1 15,7-2-5-15,-3 2-5 0,-5 0 9 0,1 0 4 16,-2 6 14-16,1-1 12 0,1 1 8 16,-1 1 3-16,0 1 6 0,-10 2 5 15,15-1 1-15,-15 1-5 0,15 3-3 16,-5 0-5-16,-3 1-9 0,0-1-5 0,2 3-6 16,0-1-7-16,-2 0-20 0,3 1-28 15,2 1-39-15,-5-1-52 0,3-1-70 0,-1 0-81 16,1 0-126-16,2-1-147 0,-1-2-185 15,-2 2-104-15,-1-2 84 0,1 1-714 16,-1 1-896-16</inkml:trace>
  <inkml:trace contextRef="#ctx0" brushRef="#br0" timeOffset="28011.01">26304 6379 3780 0,'0'0'-85'0,"0"0"56"0,0 0 57 0,-16 6 65 0,16-6 47 0,-3 6 34 0,3-6 16 0,-4 5 9 16,4-5-4-16,2 10-6 0,-2-10-5 0,4 8-7 16,-4-8-14-16,11 7-15 15,-5-3-13-15,2-2-16 0,1-1-14 0,-9-1-10 16,17 0-15-16,-17 0-13 0,17-5-16 0,-7 2-17 16,-1-3-9-16,-1 1-11 0,-5-2-3 15,3 0 0-15,-4 1 0 0,-2-4-2 16,0 2-4-16,-6 2-1 0,3-1 2 0,-7-1-4 15,3 4 1-15,-5 2-2 0,-1 2 11 16,-3 2 1-16,2 2 8 0,-8 2 8 0,6 4 2 16,-2 3 11-16,4 2 7 0,1 0 3 15,2 4 4-15,1 0 2 0,3 1 0 0,1-1 2 16,4-2-7-16,2 0-9 16,4-3-4-16,3 3-34 0,7-3-57 0,5-1-63 15,9-3-76-15,-1-6-101 0,2-1-115 16,9-8-132-16,2 1-166 0,4-7-2 0,8-3 87 15,-4-10-517-15,2-3-603 0</inkml:trace>
  <inkml:trace contextRef="#ctx0" brushRef="#br0" timeOffset="28394.8">27119 5785 3077 0,'-4'-10'149'16,"1"2"50"-16,-3 4 45 0,6 4 37 15,0 0 39-15,0 0 63 0,-34 22 19 0,14 2 13 16,6 5-6-16,-6 4-19 15,4 13-25-15,0 3-32 0,0 2-36 0,3-1-27 0,4-1-26 16,4-8-28-16,-2-3-21 16,7-1-193-16,-4-8-2 0,4-2 0 0,0-8 0 15,2 1 0-15,0-3 0 0,0-5 0 16,0 2 0-16,1-5 0 0,-2-3 0 0,1-2 0 16,-2-4 0-16,8 3-22 0,-8-3-143 15,0 0 7-15,0 0 8 0,7-15 15 0,-7 15 11 16,-4-14 13-16,-3 7 6 0,-3 1 13 15,-5 2 10-15,-3 2 11 0,-2 2 19 0,-5 4 19 16,-9 2 16-16,4 5 16 0,1 3 18 16,0-1 21-16,4 3 11 0,9-1 28 0,2 0 12 15,3 1 5-15,1-1-5 16,4-1-1-16,0 1-5 0,5-3-9 0,-1-2-7 16,0-1-7-16,4-1-20 0,1 1-43 15,3 0-52-15,0-3-65 0,4-1-87 0,1 1-115 16,5 0-144-16,-4-2-166 0,12 2-177 15,1-4 60-15,7 7 73 0,6-1-582 16,12 5-719-16</inkml:trace>
  <inkml:trace contextRef="#ctx0" brushRef="#br0" timeOffset="28661.04">27544 6673 3832 0,'-22'-3'169'0,"-1"0"20"0,-4 1 23 0,-16 0 21 0,-9 2 17 0,-18 0-3 0,-16 2-11 0,-29 10-13 0,-9 2-17 0,-5 6-22 16,-22 4-20-16,-58 12-22 0,-22 7-17 15,-11 4-16-15,-10-1-13 0,-5 9 18 0,2 4-12 16,11 3-14-16,11-6-4 0,19 0-5 16,24-5-14-16,55-14-9 0,17-4-5 0,13-2-7 15,17-4-5-15,31-10-1 0,10 1-39 16,12-7-47-16,12 1-55 0,10 0-70 0,3-4-86 15,5-2-103-15,3 1-105 16,2-7-161-16,7 8-136 0,3-7 75 0,-10-1-632 16,26-5-777-16</inkml:trace>
  <inkml:trace contextRef="#ctx0" brushRef="#br0" timeOffset="35176.39">8867 8326 1532 0,'-17'2'497'0,"-1"0"-177"0,6 0-94 0,-6 1-57 0,5-2 6 0,-1 1 20 0,1-2 11 0,3 2 5 16,10-2 19-16,-17 2 4 0,17-2-2 0,-13 0-5 16,13 0-9-16,-12 0-10 0,12 0-12 15,0 0-12-15,0 0-5 0,0 0 4 0,0 0 2 16,0 0 3-16,0 0-19 0,0 0-7 16,35-12 0-16,-1 5-6 0,8-1-8 0,11-1-12 15,8-2-9-15,8-1-15 0,7 3-12 16,4-3-8-16,23-1-8 0,2-4-10 15,1 0-7-15,5-2 1 0,-4 2-8 16,0 1-2-16,-5 4-6 0,0-1-4 0,-21 4-5 16,-2 2-4-16,-7 2-3 0,-4 0-4 15,-5 0-5-15,-15 5-6 0,-5-3 1 0,-7 3-8 16,-10-1 1-16,-5 2-2 0,-2-2-5 16,0 1 7-16,-2 0-2 0,3-3 3 0,-6 1-9 15,6-1-7-15,-2 1 0 0,5-3 0 16,2 0 0-16,9-3 0 0,1-2 0 15,2 2 0-15,2 3 0 0,5-5 0 0,9 0 0 16,5-2 0-16,-5 1 0 0,6 2 0 16,2-2 0-16,4 0 0 0,1-1 0 15,1 0 0-15,-1 1 0 0,1-1 0 0,0 0 0 16,-2-1 0-16,-2 3 0 0,0-3 0 16,0 4 0-16,-1 0 0 0,-6-2 0 0,-11 5 0 15,9-3 0-15,-10 2 0 0,-1 0 0 16,-3 2 0-16,3 0 0 0,-6-2 0 0,3 3 0 15,1 0 0-15,-3 0 0 0,1-2 0 16,-3 4 0-16,7-2 0 0,-1 1 0 16,-3-3 0-16,6 4 0 0,-2-4 0 0,5 0 0 15,-3 3 0-15,5-2 0 0,0 1 0 16,-1 1 0-16,-1 2 0 0,4-2 0 16,-3 3 0-16,1-2 0 0,-5 2 0 0,3 0 0 15,-5-2 0-15,2 2 0 0,-4 2 0 16,4-2 0-16,-4 0 0 0,-1-2 0 0,-5 2 0 15,-4-2 0-15,-4 2 0 0,2 0 0 16,0 2 0-16,-3 0 0 0,3-2 0 0,-4 2 0 16,4 1 0-16,-4 1 0 0,1-4 0 15,-2 4 0-15,1 0 0 0,-2 0 0 0,-3-1 0 16,-4-2-20-16,-2 3-21 0,-1-2 9 16,-2 0-2-16,1 0 6 0,-4 1 4 0,-8-3-1 15,14 4 3-15,-9-2 1 16,-5-2 10-16,9 4-1 0,-9-4-15 0,10 2 16 15,-10-2-8-15,8 3-28 0,-8-3-48 0,0 0-69 16,0 0-97-16,0 0-140 0,0 0-148 16,-21 3-226-16,3-1-15 0,0 2 81 15,-7-2-676-15,-15 2-839 0</inkml:trace>
  <inkml:trace contextRef="#ctx0" brushRef="#br0" timeOffset="36509.76">9730 8356 3573 0,'-13'-6'-22'0,"-2"5"37"0,1-1 17 15,3 0 12-15,1 1 23 0,10 1 38 0,-15-4 26 0,9 2 19 16,6 2 12-16,-10-2-1 0,10 2-10 16,-7-4-9-16,7 4-5 0,0 0-1 0,0 0 0 15,17-11 2-15,0 8 2 0,8 0 0 16,17-5-7-16,4 4-7 0,11-2-3 16,8 0-14-16,3 1-7 0,10 5-13 15,5-4 0-15,4 4-11 0,0-2-5 0,28-2 18 16,-1 4-10-16,1 0 7 0,-1-2-7 15,-23 2-6-15,25 0-2 0,-3-4-10 0,2-4 13 16,-26 6-1-16,18-5-2 16,-21 1-6-16,-4 2-7 0,-1-6-4 0,-1 3-5 0,-5 1-4 15,-3 0-6-15,-7-2-3 0,0 3-11 16,-17 1 3-16,-3 1-3 0,-3 1-4 16,-5 2 2-16,-9-2-8 0,14 1 0 15,-12-1 0-15,1 1 1 0,8 0-2 0,0-5-3 16,5 2 3-16,0-1-4 0,3 0-9 15,12-7 6-15,-2 3 0 0,4 3-6 0,-5 0 0 16,3-1-2-16,-4-1 3 0,-6 5 20 16,-6-3-2-16,4 2-3 0,1 2-2 0,-5-2-6 15,0-1 1-15,-1 2 1 0,-12 3-2 16,2 0 1-16,-1 0-3 0,-1 0-1 0,10 0-4 16,1-2 6-16,-2 4-4 0,3-6 2 15,4 3-1-15,-1-3-2 0,5 1-1 0,-6-2 1 16,13-4 3-16,-11 2-5 15,1 2-3-15,1 0 3 0,0 2 1 0,-2 1-4 0,-5-4 1 16,4 5-1-16,-7-2-2 16,-10 3 3-16,-1 0-4 0,0 3 2 0,-6-3 1 15,-1 0 0-15,2 0 1 0,1 1 1 16,2 1-1-16,-3-2 3 0,3 2-3 0,3-2 5 16,1 0-5-16,13 0 0 0,-2-2-1 15,5 4 1-15,4-4 1 0,-2 0-2 0,3 1-1 16,1 2 1-16,-5-1-1 0,2 0-1 15,-5 0 1-15,1 0-2 0,-4 4-2 0,2-2 1 16,-10 1 5-16,-2-1-5 0,-1-2 2 16,14 0 1-16,-6 2 3 0,5-2 0 0,2 0-3 15,0-2 2-15,2 2 1 0,-1-2-1 16,3 1-1-16,-1-1 3 0,7 2-2 16,0-2-4-16,8 0 2 0,1 0 1 15,-7 2 1-15,-5 0 0 0,0 0-4 0,3 0 0 16,-1 0 3-16,-4 2 0 0,3-2 0 15,2 2 0-15,-3-2 1 0,12 2-1 0,-14 0 2 16,1-2 3-16,-3 0-2 0,-1 1-1 16,0-1 1-16,-8 2 1 0,0 1 0 0,-9-4 13 15,-8 4 6-15,-4-3-3 0,-3 1-20 16,-3-1 0-16,-2 2 0 0,-9-2 0 0,16 0 0 16,-16 0 0-16,9 2 0 0,-9-2 0 15,0 0 0-15,0 0 0 0,0 0-165 0,0 0-239 16,0 0-155-16,0 0-183 0,0 0-109 15,-19 8 82-15,19-8-830 0,0 0-1039 16</inkml:trace>
  <inkml:trace contextRef="#ctx0" brushRef="#br0" timeOffset="37944.54">29425 7314 2081 0,'4'-12'759'0,"-4"-3"-285"0,0 5-127 0,0 0-42 0,0 3 4 0,0-3-3 16,0 10-23-16,-2-10-27 0,2 10 10 15,0 0 31-15,0 0 21 0,-19 23 7 0,4 5-9 16,-6 14-21-16,0 6-8 0,-2 7-17 16,-2-1-16-16,5 1-13 0,-3-1-39 15,-1-3-202-15,8-4 0 0,0-12 0 0,1-2 0 16,3-2 0-16,3-8 0 0,2-6 0 16,-2-5 0-16,6 0 0 0,-3-4 0 0,2 1 0 15,3-5 0-15,1-4 0 0,0 0 0 16,0 0 0-16,-2-27 0 0,5 5 0 0,9-12 0 15,5-15 0-15,4-3 0 0,2-5 0 16,3-1 0-16,3 1 0 0,0 5 0 16,-3 5 0-16,-2 4 0 0,-6 14 0 15,0 6 0-15,-6 5 0 0,2 4 0 0,-1 7 0 16,1 4 0-16,-1 3 0 0,3 5 0 16,0 4 0-16,9 4 0 0,2 4 0 0,-2 6 0 15,-1-1 0-15,1 3 0 0,0-2 0 16,-2 3 0-16,-2-4 0 0,0-1 0 0,-6-5 0 15,0-3 0-15,-5-4 0 0,1 1 0 16,-3-3 0-16,-5 1 0 0,4-3 0 0,-2-1 0 16,-5-4 0-16,8 8 0 0,-8-8 0 15,0 7 0-15,0-7 0 0,-16 7 0 0,-4-2 0 16,-7 0 0-16,-11 0 0 16,-3 2 0-16,0-2 0 0,-1 0 0 0,4 1 0 15,9-2 0-15,7-2 0 0,2 0 0 16,5 0 0-16,4 0 0 0,-1-1 0 0,4 2 0 15,8-3 0-15,-16 2 0 0,8-2 0 16,8 0 0-16,-12 2 0 0,12-2 0 0,-11 2 0 16,11-2 0-16,-11 3-418 0,11-3-261 15,-10 5-156-15,6-2-19 0,4-3 87 0,0 0-810 16,0 0-1020-16</inkml:trace>
  <inkml:trace contextRef="#ctx0" brushRef="#br0" timeOffset="38343.97">29584 6790 4161 0,'-29'-19'-2'0,"-3"5"24"0,-9 2 13 0,-2 9 32 0,-9 6 41 0,-11 6 47 0,-3 6 35 0,-3 9 38 0,-13 15 32 15,2 7 37-15,4 12 15 0,1 14 5 0,7 10 2 16,5 6-2-16,6 13-24 0,11 5-5 15,6-1-11-15,7 8-16 0,17-1-23 0,7-6-190 16,20-4-48-16,11-5 0 0,15-10 0 16,10-8 0-16,18-8 0 0,13-13 0 15,12-6 0-15,7-9 0 0,3-12 0 0,17-9 0 16,1-13 0-16,0-9 0 0,2-12 0 16,-5-9 0-16,-1-10 0 0,-11-3 0 15,-11-12 0-15,-8-8 0 0,-10-5 0 0,-6-5 0 16,-13-4 0-16,-5-6 0 0,-10-4-56 15,-10-10 9-15,-6-10 11 0,-15 2 9 0,-9 14 1 16,-11-20 8-16,-12 3-2 0,-12 0-1 16,-11 6-1-16,-6 12-19 0,-11 13 5 0,-8 11-6 15,-3 16 2-15,5 18-35 0,-2 9-53 16,-1 10-73-16,-5 6-94 0,4 10-105 16,2 5-128-16,0 6-165 0,8 4-84 0,4 3 79 15,6 0-650-15,6-3-804 0</inkml:trace>
  <inkml:trace contextRef="#ctx0" brushRef="#br0" timeOffset="39025.55">29884 8506 3727 0,'-15'-4'42'0,"2"1"33"0,0 1 28 0,-2-1 31 0,3 2 50 16,1-1 42-16,-1-2 32 0,2 2 20 16,10 2 17-16,-13-3-7 0,13 3-12 15,-12-3-22-15,12 3-30 0,0 0-19 0,0 0-16 16,0 0-8-16,-3 10-2 0,17 3-15 15,10 11-17-15,14 7-15 0,11 4-17 0,24 15-9 16,12 4-5-16,8 1-9 0,6 4-14 16,9 3-10-16,3-4-5 0,-4-2-56 0,-5-4-7 15,-8-5 0-15,-14-6 0 16,-26-16 0-16,-7-2 0 0,-15-7 0 0,-5-3 0 0,-6-1 0 16,-6-4 0-16,-6-3-68 15,-1-3-77-15,-4-2-40 0,-4 0-42 0,0 0-47 16,6-11-63-16,-6 5-87 0,0-4-94 15,-2-1-127-15,-2-1-123 0,-3 1 71 0,-7-3-631 16,-11-7-783-16</inkml:trace>
  <inkml:trace contextRef="#ctx0" brushRef="#br0" timeOffset="39375.72">29401 8708 3977 0,'0'-12'75'0,"-3"2"-7"0,-1 3 8 16,1 2 20-16,-5 4 37 0,8 1 37 15,-36 6 27-15,-14 11 31 0,-11 9 29 0,-24 10 19 16,-1 7 22-16,-10 5 12 0,1 6-6 15,0 2 3-15,-4 4-13 0,6 2-13 0,-2-4 0 16,7 2-5-16,0-5-5 0,12-2-255 16,13-7-16-16,18-12 0 0,6-1 0 0,8-10 0 15,7-1 0-15,5-3 0 0,4-5 0 16,1-3 0-16,5-2 0 0,2 0 0 16,0-4 0-16,2 0 0 0,1-2 0 0,4-3-77 15,0 0-510-15,0 0-123 0,0-17-191 16,5 3 74-16,3-5 92 0,6-10-746 15,-1 0-928-15</inkml:trace>
  <inkml:trace contextRef="#ctx0" brushRef="#br0" timeOffset="39724.89">28630 7850 4080 0,'2'-7'-66'15,"-5"3"9"-15,3 4-2 0,-31 5 24 16,-3 5 56-16,-16 4 65 0,-9 14 44 0,-8-3 33 16,-19 11 20-16,-5 4 22 0,0-2 16 15,-1 1 11-15,1-3 4 0,1 0-2 0,2-3-21 16,3-2-15-16,22-8-7 0,-2-2-17 15,7-1-2-15,8-4-12 0,14-3-12 0,3-5-20 16,10-1-14-16,6-2-12 16,2-2-19-16,5 1-34 0,1-2-45 0,-1 1-52 15,5-2-56-15,5-1-59 0,-12 2-75 16,12-2-89-16,0 0-84 0,0 0-87 0,0 0-137 16,0 0-95-16,15-20 77 0,-5 13-539 15,4-1-655-15</inkml:trace>
  <inkml:trace contextRef="#ctx0" brushRef="#br0" timeOffset="40108.89">30607 7782 3272 0,'-15'-7'130'0,"-3"1"18"0,5-2-8 0,3 4 13 16,1 0 19-16,2 0 17 0,7 4 17 16,-8-4 11-16,8 4 19 0,0 0-2 15,19-7 5-15,6 5-25 0,21-2-17 16,18 4-24-16,12 0-12 0,6 0-18 0,8 0-33 15,0 3-35-15,-4-3-42 0,-2 1-25 16,-11-1-11-16,-4 2-11 0,-21-2-8 0,-7-2-9 16,-8 2 0-16,-8 0-1 0,-4 0-4 15,-6 0-13-15,-1 0-10 0,0-1-27 0,-6-2-41 16,0 0-45-16,-8 3-58 0,8-7-61 16,-7 5-68-16,-1 2-98 0,-5-11-199 15,5 11 24-15,-9-10 66 0,8 2-317 0,-3 2-367 16</inkml:trace>
  <inkml:trace contextRef="#ctx0" brushRef="#br0" timeOffset="40562.47">31657 7435 2592 0,'-6'-9'99'0,"0"-2"24"0,2 6 12 0,4 5 33 0,-5-7 28 0,5 7 26 0,-4-8 9 0,4 8 5 0,0 0 10 15,0 0 32-15,0 0 33 0,-15 37 3 16,9-5-4-16,2 7-24 0,-3 12-28 0,-1 1-24 16,3 2-23-16,-2-1-21 0,2-13-20 15,-1 3-17-15,3-6-13 0,-3 2-16 16,-1-5-12-16,6-9-29 0,-1-5-13 15,-2-5-30-15,0-3-43 0,3 0-45 0,-1-2-62 16,-2-1-56-16,2-3-68 0,2-6-78 16,-3 5-84-16,3-5-77 0,0 0-104 0,0 0-174 15,0 0 58-15,-4-21 65 0,8 8-440 16,3-9-541-16</inkml:trace>
  <inkml:trace contextRef="#ctx0" brushRef="#br0" timeOffset="40960.81">31687 7444 3039 0,'0'-18'84'0,"-1"2"20"0,1 3 24 16,0 2 34-16,1 2 29 0,3-2 23 0,0 1 7 15,3-1 4-15,5 1-18 0,-1 6-12 16,7-2-13-16,-2 2-16 0,2 3-19 16,2 2-14-16,2 5-17 0,3 0-11 0,1 8-9 15,3 3-11-15,-6 2-4 0,-3 4-12 16,-2 0-3-16,-5 5-9 0,-8-4-2 0,-2-2 2 15,-6 2 5-15,-4 9 13 0,-4-1 9 16,-8-1 18-16,-10 6 25 0,0-6 26 0,7-2 12 16,3-7 1-16,3-3-9 0,5-2-13 15,4-5-15-15,1 5-13 0,1-4-6 16,2 0-8-16,1 2-6 0,2-3-8 0,4 2-2 16,-3-5-42-16,2 4-44 0,1-1 0 15,0-1 0-15,-3 2 0 0,1-5 0 16,2 1 0-16,-4 2 0 0,0-3 0 0,0 1 0 15,-4 0 0-15,1 0 0 0,-5-1 0 16,0 2 0-16,-1-3 0 0,-2 5 0 0,-3-6 0 16,-1 0 0-16,-1-1 0 0,1-5 0 15,-6-2 0-15,-2-3 0 0,-6-8-201 16,-1-1-294-16,3-4-152 0,-3-15-208 0,6-3 12 16,4-7 80-16,9-4-729 0,13-1-939 15</inkml:trace>
  <inkml:trace contextRef="#ctx0" brushRef="#br0" timeOffset="41290.81">31729 6946 4331 0,'-18'-12'-28'15,"-6"7"24"-15,0 7 44 0,-16 9 51 16,-14 15 55-16,-12 17 32 0,-7 16 34 0,4 3 39 16,5 10 26-16,8 9 7 0,11 4-5 15,8-2-22-15,20-12-19 0,12-1-22 0,9 2-22 16,10-6-18-16,20 16-16 15,15-9-32-15,4-8-15 0,14-8-15 0,1-13-31 16,-9-12-40-16,2-9-48 0,4-6-44 16,4-6-47-16,-4-8-23 0,1-4-8 0,-1-5 2 15,-6-7 10-15,-2-2 12 0,-3-3 13 16,-11-7 14-16,-5 2 13 0,-13-2 22 16,2-8 18-16,-13 0 12 0,-10-4 1 0,-8-8 1 15,-10-16 3-15,-17-15 3 0,-5-5 1 16,-10 4-3-16,-13 2-7 0,0 2-20 0,-6 17-40 15,11 21-47-15,-10 8-64 0,-2 17-80 16,-7 10-81-16,-22 20-133 0,-4 13-212 0,5 13 55 16,3 16 71-16,3 10-363 0,3 11-421 15</inkml:trace>
  <inkml:trace contextRef="#ctx0" brushRef="#br0" timeOffset="41675.1">31444 9259 2933 0,'-2'-9'174'0,"-2"1"-3"0,-2 1 2 0,0 2 14 0,0 0 18 0,6 5 6 0,-23 0 2 0,7 3-4 0,-6 4-6 16,-6 5-4-16,-1 7-3 0,2 3-1 0,-3 9-9 16,10-2-6-16,2 2-20 0,7 0-5 15,3-5-23-15,6-2-18 0,0-2 0 16,4-3-21-16,0-1-11 0,2-2-26 0,2-1-33 15,-1-3-43-15,6-3-56 16,1-2-71-16,1-6-96 0,1-1-111 0,3-4-131 16,4-3-164-16,4-9-60 0,2 1 75 0,-1-7-470 15,-1 1-575-15</inkml:trace>
  <inkml:trace contextRef="#ctx0" brushRef="#br0" timeOffset="42008.79">31358 8915 3344 0,'-48'3'122'16,"-12"2"8"-16,-2 8 45 0,-1 10 64 16,-13 13 57-16,-1 7 37 0,11 10 36 0,7 5 4 15,7 8-4-15,20-12-7 16,8 3-20-16,8 2-25 0,10-1-27 0,14-5-34 16,9-2-21-16,14-6-27 0,5-6-33 15,11-10-58-15,7-4-63 0,5-7-73 0,4-10-65 16,1-5-18-16,6-3-4 0,2-3-10 15,-4-9-23-15,-2-6-46 0,-4-3-28 0,-9-3 12 16,-5-2 22-16,-5-3 25 0,-8-3 30 16,-5-2 26-16,-7-5 19 0,-9 6 20 0,-7-7 23 15,-7-5 19-15,-7-8 14 0,-12 4 6 16,-10-4 1-16,-9 7-1 0,-10 3-4 0,-9 10 0 16,-6 5-4-16,-7 13-18 0,-5 4-35 15,-1 10-57-15,-2 4-97 0,0 6-116 16,0 4-150-16,5 6-236 0,3 2 53 0,3-2 67 15,4 2-431-15,6-3-498 0</inkml:trace>
  <inkml:trace contextRef="#ctx0" brushRef="#br0" timeOffset="42374.71">27983 9581 3290 0,'-16'0'267'0,"16"0"-28"0,-16 17-24 0,2 7-19 0,3 5 6 0,-1 1-3 0,0 3-18 0,9 0-15 15,-1 2-15-15,4-6-21 16,0-3-12-16,2-2-22 0,2 0-30 0,-3-7-42 16,1 2-60-16,2-1-67 0,-2-6-73 15,-2 1-60-15,3-5-47 0,-3 0-48 0,0-8-46 16,-5 5-62-16,5-5-82 0,0 0-16 15,0 0-314-15,-11-20-335 0</inkml:trace>
  <inkml:trace contextRef="#ctx0" brushRef="#br0" timeOffset="42608.48">27914 9506 2240 0,'12'-24'75'16,"-7"5"55"-16,2 7 29 0,0 1 26 16,-1-1 27-16,1 6 38 0,2-2 28 15,1 4 13-15,5 4 2 0,1 4-5 16,4 2-2-16,7 14-7 0,0 1-16 0,-2 7-25 15,0 10-23-15,-11-6-20 0,0 2-20 16,-6 2-15-16,-8 0-11 0,-8 2-15 0,-4-3-18 16,-8 7-11-16,-9-4-8 0,-3 0-30 15,-9-6-36-15,0-1-39 0,-6-2-54 0,2-5-58 16,-3-3-72-16,7-9-99 0,1-6-100 16,-6-6-124-16,4-2-166 0,1-8-10 0,-6-4 68 15,3-7-512-15,4-8-603 0</inkml:trace>
  <inkml:trace contextRef="#ctx0" brushRef="#br0" timeOffset="42974.95">27126 8020 3404 0,'0'0'91'0,"0"0"16"0,12 27 30 0,-12-9 46 0,0 7 26 0,-1 16 12 0,-1-2-1 0,-2 5-13 16,-1 10-26-16,-2 1-15 0,5-11-14 16,-2-3-16-16,3 2-16 0,-3-5-5 0,4-7-21 15,-4-6-11-15,2 0-42 0,-1-3-54 16,1-3-79-16,0-3-103 0,-1-5-103 16,1 0-120-16,1-4-139 0,-1-4-103 0,2-3 72 15,0 0-448-15,0 0-510 0</inkml:trace>
  <inkml:trace contextRef="#ctx0" brushRef="#br0" timeOffset="43141.75">27162 8090 3042 0,'1'-11'144'15,"5"3"29"-15,-4-2 11 0,1 4 12 16,3 0 22-16,1-3 18 0,4-2 2 0,1 0-9 16,4-4-20-16,11-2-16 0,2 1-26 15,-1 0-16-15,6 2-31 0,1 2-54 0,-1 2-78 16,-7 3-111-16,-2 4-121 15,-7 3-141-15,1 3-152 0,-1 2-120 0,-3 7 67 16,-4 5-437-16,-8 0-500 0</inkml:trace>
  <inkml:trace contextRef="#ctx0" brushRef="#br0" timeOffset="43324.86">27295 8441 3151 0,'-6'2'163'16,"6"-2"6"-16,-7 0 5 0,7 0 5 0,0 0 9 15,0 0-8-15,7-18-17 0,0 8-16 16,5 2-21-16,7-4-26 0,8-4-51 0,-1 4-76 16,-2 3-96-16,-4 5-104 0,-1 0-81 15,-1 3-102-15,-3 1-113 0,-1 3-21 16,-3 3 50-16,-4 3-232 0,-3 3-217 16</inkml:trace>
  <inkml:trace contextRef="#ctx0" brushRef="#br0" timeOffset="43458.58">27440 8564 2023 0,'-14'20'72'16,"3"-5"33"-16,3-3 20 0,3-2 27 0,-2-3 31 15,4 0 22-15,-1-2 6 0,2 0-6 16,2-5-8-16,-4 7-15 0,4-7-17 0,0 0-16 16,11 5-30-16,-11-5-60 0,18-3-90 15,-18 3-100-15,25-10-110 0,-12-2-135 0,3 1-186 16,2-11 41-16,1 1-258 16,-1-4-268-16</inkml:trace>
  <inkml:trace contextRef="#ctx0" brushRef="#br0" timeOffset="43807.45">27296 7599 2219 0,'-32'3'59'15,"-6"6"18"-15,-12 11 17 0,-5 9 34 16,-14 18 51-16,-1 10 46 0,2 11 30 0,2 11 28 16,3 7 17-16,4 5-1 15,5 3 4-15,6 4-12 0,10 0-8 0,7-8-27 16,16-19-17-16,11-4-20 0,8-2-20 0,10-9-13 15,12-1-26-15,16-9-5 0,21 0-12 0,1-17-21 16,24-5-13-16,-7-19-11 16,8-7-33-16,30-13-16 0,-8-8-41 0,4-8-30 15,-8-8-24-15,-4-6-17 0,-8-5-12 16,-13-4-15-16,-14-4 0 0,-12-2 8 0,-22 7 7 16,-13-3 11-16,-12-5 6 0,-9-9 7 15,-13 0 10-15,-17-19-1 0,-14 0 11 16,-10-1 1-16,-7 2 2 0,-7 1 1 15,-6 13 5-15,-1 12-3 0,1 17-2 0,15 21 4 0,-6 12-6 16,4 16-26-16,2 11-39 0,2 9-57 16,3 8-80-16,4 5-91 0,11 2-118 0,8 3-231 15,16 0 39-15,11-12 68 16,8-6-389-16,17-4-432 0</inkml:trace>
  <inkml:trace contextRef="#ctx0" brushRef="#br0" timeOffset="44657.76">30803 7635 2593 0,'-10'-3'103'0,"-1"-1"47"0,-2 1 8 0,1-1 9 0,3 1 32 0,-2-1 37 16,11 4 33-16,-20-4 19 0,11 2 6 15,9 2-5-15,-16-5-19 0,16 5-17 16,-12-4-24-16,12 4-24 0,-11-3-25 0,11 3-19 16,0 0-14-16,0 0-7 0,0 0-10 15,-7 12-14-15,7-12-11 0,0 0-11 16,21 20-6-16,-8-9-9 0,3 0-11 15,0 0-6-15,-2 2-9 0,3-4-6 0,-3 3-7 16,-5 0-5-16,-2 1 0 0,2 2-1 16,-7-1 1-16,-2 1 14 0,-5 2 21 0,-2 4 22 15,-8 4 19-15,-5-2 10 0,-1 2 2 16,-3-3-1-16,-3 0-8 0,1-2-77 0,-1-2-37 16,2-1 0-16,4-5 0 15,6 1 0-15,2-1 0 0,1-3 0 0,5-5 0 0,-1 1 0 16,2 1 0-16,2-3 0 15,4-3-205-15,-6 11-207 0,6-7-139 0,0-4-175 0,0 14-134 16,0-3 78-16,2-1-801 16,-4 4-1025-16</inkml:trace>
  <inkml:trace contextRef="#ctx0" brushRef="#br0" timeOffset="45240.88">30558 8613 4189 0,'-14'-2'-51'0,"14"2"44"0,-11-4 32 0,11 4 39 0,-8-4 35 0,8 4 43 16,0 0 25-16,0 0 11 0,-14-4 5 0,14 4-10 15,0 0-3-15,0 0-11 0,0 0 10 16,-13 14 6-16,13-4 4 0,-1 3-6 0,2 3-11 16,-1 3-11-16,4 0-20 0,0 1-5 15,1 2-22-15,1 2-10 0,-2-7-8 16,-3 3-13-16,4-3 6 0,-5 1 24 15,0-6 23-15,-5 5 26 0,-6 0 19 0,-3 8 11 16,-11-5 5-16,-8-1-110 0,-7 0-77 16,-9 0 0-16,-1-2 0 0,-6-3 0 15,4-2 0-15,-2 2 0 0,4-1 0 0,11-3 0 16,3-2 0-16,7-2 0 0,8-3 0 16,6 5 0-16,1-7 0 0,5 2 0 0,-1-1-285 15,10-2-305-15,0 0-150 0,0 0-153 16,-12-5 95-16,12 5-863 0,0 0-1099 0</inkml:trace>
  <inkml:trace contextRef="#ctx0" brushRef="#br0" timeOffset="45774">28627 8785 4319 0,'7'-12'-132'0,"1"4"42"0,-2-1 23 0,0 1 43 0,-1 3 45 0,1 0 53 0,-5 1 30 16,-1 4 47-16,0 0 47 0,0 0 31 15,0 0 23-15,16 22 24 0,-16-8 2 0,-2 5 11 16,1 3 2-16,-3 2-7 0,-5 9-17 16,6 2-6-16,-3-8-8 0,4-5-21 0,1-3-20 15,1 0-17-15,1-2-18 0,5-2-36 16,-1-1-141-16,9 1 0 0,3-2 0 16,1-7 0-16,1-3 0 0,5 1 0 0,1 0 0 15,2-4 0-15,-4 0 0 0,2 0-79 16,-1-4-326-16,1-1-126 0,-6 1-132 0,1 1-208 15,-4 2 75-15,-7-3 81 0,3 0-690 16,-12 4-857-16</inkml:trace>
  <inkml:trace contextRef="#ctx0" brushRef="#br0" timeOffset="46307.83">28306 7582 3840 0,'5'-8'-20'0,"-3"1"32"0,-2 0 35 0,0 7 44 0,0-10 39 0,0 10 41 15,0 0 18-15,0 0 16 0,0 0 4 16,0 0 4-16,-29 39 2 0,8-8 13 16,-6 10 10-16,-4 1 9 0,1 1 6 0,-2 1 3 15,3-5-3-15,2-1-10 0,11-9-14 16,-2-2-12-16,7-7-35 0,4-2-11 16,4-2 8-16,3-3-22 0,3 0-121 0,2-1-36 15,6 2 0-15,5 1 0 0,2-4 0 16,7 3 0-16,4 2 0 0,0-5 0 0,-4 0 0 15,-5-1 0-15,-1 0 0 0,3 1 0 16,-6-1 0-16,2 0 0 0,-4 0 0 16,0-1-412-16,-1 0-96 0,1-3-97 0,-1 3-133 15,-6-4-83-15,4 0 80 0,-4 0-744 16,-3 1-932-16</inkml:trace>
  <inkml:trace contextRef="#ctx0" brushRef="#br0" timeOffset="52023.5">10736 11448 305 0,'-12'-3'74'0,"5"0"-4"0,0 0-22 0,7 3-11 0,-12-4 5 16,12 4 0-16,-10-1 3 0,10 1-3 0,0 0 1 15,-7-6-6-15,7 6-3 0,0 0-3 16,0 0-5-16,0 0 4 0,21-6 2 0,-10 3 2 15,2 2 10-15,3-1-6 0,2 0-2 16,2 2-2-16,1 0 2 0,6 2 6 0,2-2-9 16,8 2 3-16,3-1-7 0,5 2 1 15,-2 0-3-15,5-2-1 0,5 3 0 16,12-2 17-16,5 0 1 0,2-1 3 16,1-1-4-16,1 0 1 0,-2 0-7 0,1 0-4 15,-4 1 1-15,-5-1-4 0,-1 3-4 16,-13-3-2-16,-2 0-5 0,-4 0 3 0,-12 0-5 15,-3 3-1-15,-3-3-1 0,-4 1-2 16,-6-1-1-16,2 2-1 0,-3 0-3 16,-2-2 0-16,2 1 2 0,-1 2-1 0,1-3 0 15,1 0-1-15,2 0-3 0,9 3 0 16,1-2 4-16,14 1-5 0,6 0 3 0,6-2-4 16,10 4 2-16,1-2-1 15,2 2-2-15,-1-1 0 0,2 1-2 0,-6 0 0 16,5 2 1-16,-1-2 3 0,-3-1-1 15,0-2-1-15,-9 3 1 0,-4-2-1 0,-5 2 0 16,1-3-2-16,-4 1 4 0,-5 0-3 16,-2-1 2-16,-11-1-3 0,0 1 3 0,-7 2 1 15,2-2-5-15,-4-1 4 0,-4 2-4 16,2-2 1-16,-1 2-2 0,-2 0 0 16,-1-1 3-16,1 0-2 0,-1 4 1 0,2-2-1 15,1-1 1-15,-2 1 1 0,3 0 1 16,6 1 0-16,8-1-2 0,12 1-2 0,8-1 4 15,10 4-1-15,4-2 3 0,4 1-5 16,5-4 1-16,-1 4 0 0,1-3 0 16,0 2 0-16,-3 0 1 0,-1-3 0 15,-5 4 2-15,-12-2-2 0,-1-2 3 0,-3 1-4 16,-3 1 1-16,-2 1-5 0,-8-2 3 16,-7-1 3-16,0-2 0 0,2 2-1 0,-1 0-1 15,3-2-2-15,-3 2 5 0,7-1-1 16,9-1-2-16,2 3 1 0,-3-1 0 0,5 0-2 15,2 0 0-15,0 3 1 16,0-2 6-16,-1 1-6 0,-1 1 6 0,-1 1-4 16,1-1-4-16,0 0 4 0,-2-2-3 0,3 1 2 15,1-2 0-15,-1 2 1 0,17 0 4 16,1-3-7-16,-1 2-1 0,1 0 3 16,0-3 0-16,-1 3-3 0,-10-3 1 15,0 2 2-15,6 2 1 0,-11-4-3 0,-1 3-1 16,-4-1 4-16,-3 0-1 0,-11 2-2 15,-8-2 2-15,-1-1-1 0,1 2 1 0,-6-3-1 16,0 0-1-16,2 0 1 0,6 0 0 16,2 0 1-16,14 0 0 0,6 0-3 0,2 0 6 15,1 3-1-15,7-3-2 0,-4 1 1 16,-4 3 0-16,0-2-3 0,-13-2 0 0,-9 2 2 16,-4-2 0-16,-6 0 26 0,-2 1 13 15,-1-1 3-15,-2 0-3 0,-11 0-3 16,18 0-4-16,-18 0-3 0,7 0-2 0,-7 0-33 15,0 0-67-15,0 0-78 16,0 0-144-16,0 0-345 0,0 0-137 0</inkml:trace>
  <inkml:trace contextRef="#ctx0" brushRef="#br0" timeOffset="56872.23">26479 8182 1555 0,'-9'-1'-114'0,"9"1"14"0,0 0 18 0,0 0 14 0,0 0 5 0,-16 0 2 0,16 0 5 16,0 0 13-16,0 0 22 0,0 0 12 0,-9 4 14 15,9-4 22-15,-8 7 11 0,6-2 20 16,-3 2 0-16,-2 3 3 0,0-1 2 16,-2 5 3-16,0 3 0 0,-2 1-5 0,-2 7-1 15,0 2 10-15,1 3 2 0,0 1-5 16,1 1-4-16,6 1-4 0,-3 2-4 0,5-2-2 16,-1 2-2-16,2-6-3 0,6-2 2 15,0 8-1-15,-1-3-2 0,8 2-3 0,0-1-6 16,-4-3-1-16,2 3-2 0,0-2-4 15,3 1-3-15,-1 0-2 0,2 2-4 16,-1-2-2-16,1 3 1 0,3-4-2 16,2 1 4-16,-4 0-8 0,6-1 0 0,-5-2-1 15,2 0-3-15,2 3 2 0,-4-3-4 16,7-2 1-16,-6 1-2 0,2-1 1 0,-2 0 5 16,2-1-12-16,-1 0 5 0,0-2 0 15,1 1 1-15,-4-2-4 0,-1-2 1 0,-1-7 1 16,-1 3 1-16,2 0-1 0,-1-4-2 15,6 1 4-15,0 7-6 0,4-4 4 16,-3-2-2-16,-2-3 1 0,6 5-2 16,0 1 1-16,1-1 0 0,-5-3-2 0,-1-3 1 15,-3 2 0-15,2-1 3 0,0 0-6 16,0-2 3-16,0 2 0 0,1-3-3 16,1 3 2-16,-1-2-1 0,2 0 0 0,-2-1 0 15,4-1 0-15,-1 3 1 0,9-1 1 16,1 2-2-16,3-2-1 0,2 0 3 0,2 0-2 15,-1 2 4-15,1-3-2 0,-2 1-3 16,0 0 0-16,-2-1 3 0,3 1 0 16,-5 2-3-16,1-4 1 0,-7-1 5 0,-2-1-4 15,1 0-2-15,-2 2 2 0,8 2 4 0,-4-3-3 16,-2-3-2-16,-3 1 3 0,5-2 1 16,-1 1 10-16,3-2 1 0,9 1-2 0,1 2-1 15,-1-2 0-15,0 3 0 0,-1 0 1 16,6 0-5-16,-5 0 2 0,-2 3-1 0,0-1-1 15,1 1-3-15,-3-2 1 16,-2 0-2-16,-3-1 1 0,-4 0-1 0,-3-1 1 16,3 0-1-16,-2 0 0 0,0 0-3 15,-1-1 2-15,5-1 0 0,0 2 0 16,9-2-1-16,1 3 6 0,-1 1-8 0,2-4 2 16,-2 4-5-16,2 0 3 0,1-2-1 15,-2 2 2-15,-1-4 1 0,0 4-3 0,3 0 1 16,-3-2-1-16,-5 0-1 15,5 0 0-15,0 0 1 0,-7-1 2 0,-1 0-3 0,6 0 2 16,-1 1-3-16,-7-1 0 16,10-1 6-16,1 0-1 0,-4 1-2 0,7-2-3 15,-6 0 4-15,5 2-3 0,-3-3 2 16,-7-1-1-16,3 0 0 0,9 0 1 0,1 0-2 16,-8 0 5-16,-2 0-5 0,-1-1 1 15,7-1-1-15,4 0-1 0,-12 0 0 0,1 2 1 16,-1 0 0-16,-1-2 0 0,2 0 2 15,6 0-2-15,4 2-1 0,-9-3 2 16,-1 2 3-16,-2-1-6 0,8-2 3 0,3 2-1 16,1-3-2-16,-3 1 3 0,1 0-3 15,1 0 1-15,1-2 2 0,0 0-4 16,2 1 1-16,-3 1 3 0,-3-4 2 0,1 4-4 16,-1-4-3-16,-9 3 4 0,7-2 2 15,-6 2-2-15,-7-3 2 0,3 1-1 0,5-5 0 16,-1-2 0-16,0-1 8 0,-3-2 3 15,3-2 1-15,-2-1-2 0,-2 0 6 16,3-3-1-16,-4-2 0 0,11-4-6 16,-3 0 0-16,1 0 1 0,0 1-6 0,-8 4 5 15,4 1-3-15,-4-1-5 0,2-1 3 16,5-4-3-16,-1 0 3 0,-5 4-1 0,3-6-3 16,0-1 0-16,-1-2 5 0,-1-1-5 15,2-1-1-15,-2-2-1 0,-2-2 1 16,0-1 1-16,2 0-2 0,2-2-2 0,-2 2-2 15,-1 0 7-15,-1 2-3 0,-6 8 4 16,-2 2 5-16,0 0 3 0,1 2-2 0,-1 0 2 16,-4 3 5-16,0 3-1 0,-1 4-1 15,-1-1 2-15,1 0-2 0,-1 1 4 0,-2 0 3 16,2-2 2-16,-2 1 1 0,0 1 3 16,-2-1-1-16,4-1 4 0,-4 1-4 0,0-2-9 15,2 0 5-15,-2 2-2 0,1 1-3 16,-3-3 1-16,2 5-3 0,2-3 1 0,-2 1 1 15,1 0-7-15,-1 0 1 16,-1-3-2-16,2 3 0 0,-1-3 2 0,1 1 0 16,0 0-6-16,1-3 0 0,-2 2-2 15,7-4 2-15,-3 1-1 0,-1 5-1 0,5-7 1 16,-4 7-1-16,2 1-8 0,-2 0 6 16,0 0 1-16,-1-1-4 0,-1 0 5 15,-2-3-5-15,-1 0 5 0,-1 0-3 0,-2-3 1 16,-1 1 1-16,0-1 5 0,-2 3 2 15,2-1 6-15,-2 1-3 0,2-1 0 0,0 3 2 16,-1-1 2-16,1 4-3 0,0 0-4 16,0 2-1-16,0 2 0 0,0 0 4 0,-1 3-1 15,4-1 0-15,-5-1-3 16,2 6 0-16,0-2-4 0,-2 1 4 0,0 6-1 0,2-11-6 16,-2 11-44-16,0-7-39 15,0 7-55-15,0 0-56 0,0 0-76 0,-11-4-114 16,11 4-168-16,0 0 57 0,0 0-70 15,-25 6-66-15</inkml:trace>
  <inkml:trace contextRef="#ctx0" brushRef="#br0" timeOffset="64170.32">12424 14154 1532 0,'-11'-2'134'0,"11"2"-66"0,0 0-29 0,0 0-12 0,-11-1-8 0,11 1 6 0,0 0 2 0,0 0 2 0,0 0 8 0,0 0 1 16,0 0 18-16,0 0 18 0,0 0 13 16,0 0 6-16,42-4 7 0,-15 3-4 0,10-3-2 15,1-1-8-15,5 2-7 0,-4-1-10 16,1 1-8-16,-6 3-1 0,0-2-7 0,-9 0-3 16,4 2-7-16,-4-1-5 0,4 1 1 15,-8 0-3-15,2 0-4 0,6-2 9 16,-2 2 9-16,12-5 1 0,-1-1-6 0,6 5-6 15,0-6 21-15,11 0-1 0,4 1 4 16,2-2-3-16,-3 4-3 0,3 0-5 16,-5-3-6-16,-6 1-3 0,-7 6-10 15,2-2 1-15,-15-2-6 0,-5 4 3 0,-5-2-8 16,-2 1-3-16,-3 1-3 0,0 0 3 16,-2-3-4-16,-13 3-3 0,25 0 5 0,-9-1-8 15,1 0 8-15,2-1-6 0,2 1-4 16,3-1 7-16,5 0 9 0,14-2-2 15,-6 3-1-15,3-2 0 0,3 6-10 16,-6-2 2-16,-6-1-4 0,-8 0-1 0,-3 2 2 16,-4-2-4-16,-1 2 0 0,-1-2 6 15,-1 0-11-15,-13 0 6 0,21 0-1 16,-12 2 0-16,-9-2 6 0,21 0-6 0,-21 0 4 16,22 0-3-16,-9-2-1 0,2 2-7 15,4-2 6-15,2 2-3 0,6-2 4 0,1 2-4 16,1 0-5-16,0 0 3 0,-1 2 3 15,-7-2 1-15,-2 2-3 0,1 0-6 0,-6 0 1 16,-1-2-3-16,-13 0 6 0,21 1 5 16,-9-1-6-16,-12 0-3 0,17 0 6 0,-17 0-2 15,20 2 8-15,-20-2-2 0,18 0-2 16,-8 1-2-16,-1-1 2 0,-9 0 0 16,0 0-2-16,22 1-1 0,-22-1 7 15,0 0-2-15,13 0-5 0,-13 0-6 0,0 0 10 16,0 0-6-16,0 0 4 0,1 4-1 0,-1-4 4 15,0 0-5-15,0 0-2 16,0 0 4-16,-34 6-1 0,23-4 2 0,11-2-3 16,-25 0 3-16,9 0 2 0,-4 0-9 15,-3 0 4-15,0 0 4 0,-6 0-4 0,-1 0-4 16,-15 3 4-16,-2-1 1 0,2-1 1 16,1 1 1-16,-1 0 9 0,0 0 3 0,2-1-3 15,0 3 2-15,3-1-2 0,3 0 2 16,2 1-3-16,9-2 1 0,-5-1 0 15,4 1 0-15,-1 0 7 0,-1-2 10 0,0 1-10 16,4-1 0-16,0 2 12 0,-2-2-3 16,6 0 0-16,-8-2-3 0,8 2 3 15,-1 0 3-15,-5 0 2 0,4-1-4 16,1 1 2-16,-1 0-5 0,1 0 2 0,-1 0 0 16,-2-2-6-16,7 2-4 0,-5 0-4 15,-1 2 2-15,3-4-8 0,-3 5 9 0,3-3-3 16,0 0 8-16,-1 2 6 0,2 0-5 15,3-2 11-15,-5 2-2 0,4-1-8 16,-2-1 3-16,7 0 0 0,0 2 0 16,13-2 1-16,-27 0 1 0,18 2-1 0,9-2-5 0,-22 2 1 15,22-2-4-15,-13 0 0 16,13 0-1-16,0 0-3 0,-17 1 1 0,17-1-3 16,0 0 2-16,0 0 0 0,0 0 0 15,0 0-3-15,0 0 3 0,46 9-4 16,-6-8 1-16,12 1 1 0,20 0-2 0,8 3 0 15,10-2-1-15,20 3-3 0,0-1 0 16,1 1-5-16,-21-2 6 0,-4-1-3 0,-5 2-1 16,-4 1-1-16,-11-3 0 0,-3 0 1 15,-19-1-3-15,-11 0-2 0,-6-2 5 0,-9 2-2 16,1-1 1-16,-8-1 2 0,3 0-1 16,-3 0-1-16,1 0 0 0,-12 0-1 15,17 2 0-15,-17-2 1 0,17 0 1 16,-17 0 1-16,10-2-1 0,-10 2 0 0,0 0-2 15,13 0 3-15,-13 0 0 0,0 0 2 16,0 0-1-16,0 0-2 0,0 0 2 0,0 0-5 16,0 0 1-16,0 0-2 0,-54-3 0 15,14 3 0-15,1-2 4 0,-6-1-1 16,-4-1 0-16,-15 1-7 0,-6-2 2 0,0 1 1 16,-5-1 4-16,-10 0-4 0,5 2 3 15,4-1-6-15,1-1 3 0,5 3 8 0,6-3-11 16,1 3 0-16,15 1 3 15,-2-1-2-15,3-1 2 0,2 1 0 0,4 0 1 0,3 0-2 16,4 0 5-16,5 1-4 16,2 0 6-16,1 1-1 0,2 0-1 0,1-2 3 15,3 2-4-15,1 0 3 0,4 0-1 16,-3-2 3-16,7 0-1 0,11 2 0 0,-17 0 2 16,17 0-1-16,-13 0 1 0,13 0 1 15,0 0-5-15,0 0 1 0,0 0-1 16,41-8 3-16,6 4 0 0,17 1 1 0,12-1-2 15,14 2-2-15,24 4-2 16,8 0 1-16,-4 2-4 0,2 1 4 0,-7 0 2 16,-26-2-1-16,-3 1 0 0,-11-1-2 15,-8 0-1-15,-20 1 1 0,-4-2 1 0,-14-1 0 16,-2 1 0-16,-7-2-2 0,-5 2 2 16,-1-2-2-16,-12 0-3 0,16 0 1 0,-16 0 0 15,0 0-1-15,0 0 0 0,0 0-1 16,0 0-1-16,0 0-3 0,-50-5 2 0,16 6 3 15,-11-1 1-15,-7 2 4 0,-11 1-4 16,-7 3 0-16,-10-1-1 0,0 0-2 0,-4 2 1 16,2-2-1-16,5 0 1 0,2 0 2 15,6 0-1-15,8-1 4 0,11-1-6 16,9-1 2-16,10 0-1 0,8-1 7 16,2 1 0-16,4-2 7 0,4 0 3 0,2 0 9 15,11 0-3-15,-16-2 2 0,16 2-7 16,0 0 1-16,0 0-2 0,39-19 0 15,11 7-5-15,16 1-4 0,10 0 5 0,8 3-4 16,22-1 1-16,10 2-6 0,-5 2 9 16,-25 3-7-16,-1-1 2 0,-6 1-4 0,-9 1 1 15,-16 1-2-15,-12 0-1 0,-8-2 1 16,-10 2 4-16,-2-2 2 0,-7 2 1 0,-2 0 3 16,-2 0-2-16,-1-2 2 0,-10 2-7 15,11-2 2-15,-11 2-2 0,0 0-3 16,0 0 1-16,0 0 9 0,-1-8-11 0,1 8-3 15,0 0-28-15,0 0-59 0,0 0-63 16,0 0-59-16,0 0-108 0,0 0-125 16,0 0-214-16,-31 7-66 0,22-4 77 15,2 1-429-15,-5 1-549 0</inkml:trace>
  <inkml:trace contextRef="#ctx0" brushRef="#br0" timeOffset="65687.98">16512 16256 2660 0,'6'-4'127'0,"-1"2"-44"0,-5 2 21 0,9-8 19 0,-9 8 13 0,0 0 14 0,3-5 0 0,-3 5 3 16,0 0-1-16,0 0 1 0,0 0 0 15,0 0 2-15,0 0-7 0,0 0-7 16,0 0-12-16,0 0-10 0,-32-4-12 0,13 6-7 16,-12 0-1-16,-14 1-8 0,-21 1-7 15,-4 2-10-15,-6-2-9 0,-10 2-4 16,1 0-7-16,-24 2-4 0,23-1-6 0,1-5-6 15,2 2-2-15,11 0-3 0,7 0-3 16,18-4-1-16,2 0-4 0,15 3 0 16,4-3-1-16,7 0-3 0,1 0-3 15,3 0 6-15,1 0-9 0,14 0-1 0,-18 0-2 16,18 0-1-16,-20 0-2 0,20 0 1 16,-11 0 0-16,11 0-5 0,0 0 2 0,-17 0 1 15,17 0-2-15,0 0 3 0,-13-3-2 16,13 3 1-16,0 0 2 0,0 0-2 0,0 0 0 15,-16 0 3-15,16 0-5 16,0 0 1-16,0 0 0 0,0 0-3 0,0 0 2 16,0 0-4-16,0 0 4 0,-16 0-7 0,16 0 2 15,0 0-4-15,0 0-3 16,0 0-1-16,-6 15 6 0,6-3 39 0,-3 7 6 16,1 6 23-16,1 13 17 0,-7 5-9 15,3 12 30-15,-6-3 5 0,-3 4 4 0,3-1-1 16,-3-4-2-16,3-2-1 0,-3 0-4 15,3-11-9-15,1 1-6 0,0-6-7 0,3-1-10 16,1-6-2-16,3-4-10 0,-5-3-5 16,6-4-6-16,-2 0-1 0,0-3-6 15,2-3-6-15,0 0 1 0,2-2-6 16,-1 1-3-16,1-2 2 0,0-6-6 16,1 10-2-16,10-4 0 0,3-1-1 0,9-1-17 15,17-2-6-15,12 0 0 0,24-2 0 16,11-2 0-16,35-2 0 0,12 0 0 0,9 4 0 15,9-3 0-15,14 3 0 0,12 3 0 16,55 1 0-16,-50 0 0 0,56 0 0 0,-5-2 0 16,-54 1 0-16,3-3 0 0,-8-3 0 15,0 3 0-15,-13-2 0 0,-9-2 0 16,-15 2 0-16,-12 0 0 0,-35 0 0 0,-12 0 0 16,-14 2 0-16,-19-3 0 0,-7 3 0 15,-10 0 0-15,-6-2 0 0,-4 2 0 0,-5-2 0 16,-3 2 0-16,1 0 0 0,-12 0 0 15,14-2 0-15,-14 2 0 0,13-3 0 0,-6 0-145 16,-7 3-111-16,4-8-108 16,-4 8-116-16,0 0-128 0,-14-6-207 0,3 3-23 15,-9 3 86-15,-7-3-586 0,-12 2-793 16</inkml:trace>
  <inkml:trace contextRef="#ctx0" brushRef="#br0" timeOffset="66453.8">16401 16295 3380 0,'-9'-6'-196'0,"0"0"28"0,2 4 34 0,0-2 43 0,7 4 37 0,-11-3 37 0,11 3 31 16,0 0 24-16,-9-5 13 0,9 5 15 0,0 0 6 15,-10-7 16-15,10 7 10 0,0 0 0 16,-8-6 6-16,8 6-5 0,0 0-12 15,-3-4-10-15,3 4-6 0,0 0-12 0,11-11 0 16,1 7-8-16,6-2-4 16,16 0 2-16,11-2-14 0,18 2 4 0,9-1-6 15,13 1 4-15,36-2-12 0,6 4-3 16,16 0-6-16,12 3 8 0,6-1-12 0,13 2 5 16,-2 2-5-16,-9 1 13 0,-5 1-19 15,-11-1 5-15,-15 0-13 0,-16-1 17 0,-36 0-6 16,-12 0-6-16,-19 0 5 0,-12 0 5 15,-6-2 10-15,-8 0 7 0,-6 0 10 16,-4 0-10-16,-13 0-2 0,17-2-2 0,-17 2-4 16,8-2-5-16,-8 2-36 0,0 0-61 15,0 0-70-15,0 0-83 0,0 0-124 0,0 0-211 16,-46 6-21-16,21-4 61 16,-11 7-152-16,-5-1-176 0</inkml:trace>
  <inkml:trace contextRef="#ctx0" brushRef="#br0" timeOffset="67103.97">15828 16450 1966 0,'-6'-14'45'0,"4"4"18"0,1 0 18 0,1 0 14 0,0-1 11 0,1 1 33 0,1-2 25 0,0 4 24 16,0-1 10-16,0 2-12 0,-2 7-18 16,4-10-16-16,-4 10-16 0,0-7-18 0,0 7 27 15,0 0 26-15,0 0 11 0,6 41-5 16,-4-13 2-16,-4 15 3 0,0 1 1 16,4 5-1-16,-6 7-10 0,2-10-2 15,0 9 15-15,-4 1-36 0,4-12-5 16,-1-3-2-16,-3-4 3 0,4-8-15 0,0-3-9 15,0-7-7-15,2 0-19 0,-1-2-2 16,1-4-7-16,-2-1-9 0,2-3-9 0,0 1-2 16,0-3-4-16,0-7-7 0,-2 15 0 15,2-15-3-15,0 9-11 0,0-9-17 16,-3 5-69-16,3-5-73 0,0 0-68 0,0 0-88 16,0 0-94-16,0 0-127 0,0 0-203 15,0 0-113-15,0 0 83 0,-5-22-540 0,5 22-729 16</inkml:trace>
  <inkml:trace contextRef="#ctx0" brushRef="#br0" timeOffset="67589.24">16680 16195 3682 0,'-2'-13'-5'0,"0"5"33"0,0 3 34 0,2 5 22 0,-4-8 34 0,4 8 14 16,0 0-1-16,-2-9-14 0,2 9 29 16,0 0 36-16,0 0 14 0,-1 39 1 0,-1-1 23 15,4 5 6-15,-1 15 2 0,5 0-17 16,0 4-10-16,0-1-15 0,1 4-12 16,-1-4-19-16,1 1-9 0,2-2-13 0,-4-5-17 15,1 0-3-15,-1-12 19 0,-3-6-4 16,0-6-6-16,-2-7-7 0,0-4-10 15,2-2-9-15,-2-3-11 0,0-1-5 0,0-2-4 16,-2-4-7-16,4 3-65 0,-2-5-4 16,0-6 0-16,2 12 0 0,-2-12 0 15,-2 5 0-15,2-5-109 0,0 0-198 0,0 0-97 16,0 0-133-16,0 0-182 0,0 0-173 16,-11-17 88-16,11 17-699 0,5-14-949 0</inkml:trace>
  <inkml:trace contextRef="#ctx0" brushRef="#br0" timeOffset="67903.89">17468 16241 4172 0,'-3'-18'-31'15,"-1"3"46"-15,4 5 27 0,-2 2 28 0,2-1 13 16,0 9 16-16,-2-10-1 0,2 10-7 15,0 0 76-15,0 0 38 0,0 0 35 16,11 37-7-16,-6-1 5 0,4 15-15 16,-3 3 7-16,-1 3-11 0,4 2-10 0,-4-1-14 15,-1 2-19-15,2-2-15 0,-1-2-15 16,1-1-12-16,-5-9-16 0,2-4-9 16,-3-3-15-16,-3-3-8 0,3-7-9 0,-1-7-7 15,-1-1-6-15,-2-4-8 0,2 0-4 16,0-2-7-16,2-3-48 0,0-3-70 0,-1-1-96 15,1 0-82-15,0-2-116 0,0-6-147 16,0 0-199-16,0 0-182 0,0 0 96 16,0 0-698-16,17-26-944 0</inkml:trace>
  <inkml:trace contextRef="#ctx0" brushRef="#br0" timeOffset="68203.84">18332 16223 4392 0,'-2'-19'27'0,"1"3"46"16,-1 5 15-16,0 3 15 0,2 0 5 15,0 8-7-15,0 0 31 0,0 0 72 0,0 0 45 16,9 21 10-16,-3 14-8 0,-3 18-8 16,3 6-5-16,-1 4-18 0,-4-2-8 0,-2 6-6 15,-6 0-12-15,5 0-15 0,-1 0-14 16,-7-4-3-16,1-2-17 0,1-7-13 15,0-2-24-15,1-13-108 0,0-3 0 0,-2-5 0 16,7-5 0-16,-3-5 0 16,-1-5 0-16,6-5 0 0,-3 1 0 0,-1-1 0 15,2-5-119-15,-3 0-327 0,4-2-153 16,1-4-237-16,0 0-66 0,0 0 107 0,-23-14-733 16,15 7-974-16</inkml:trace>
  <inkml:trace contextRef="#ctx0" brushRef="#br0" timeOffset="68986.3">15426 15790 3824 0,'0'-17'-159'15,"-2"2"37"-15,2 1 50 0,-2 2 32 0,0 2 28 0,2 0 43 0,-1 2 31 0,-1-1 28 16,2 1 25-16,0 8 11 0,0-14-3 16,0 7-12-16,0 7-14 0,-4-8-7 0,4 8-9 15,0 0-16-15,0 0-5 16,0 0 32-16,0 0 31 0,0 0 7 0,13 22 27 16,-4 6 21-16,5 5 23 0,-3 13 3 15,3 3 12-15,-5 5-15 0,0 2-12 16,2 1-15-16,-6-1-5 0,3-3-10 0,-5-6-13 15,3-4-16-15,-3-4-8 0,-2-1-11 16,3-2-15-16,-4-8-8 0,4-8-6 0,-4-1-9 16,2-6-9-16,-2-1-4 0,0 0 1 15,0-1-7-15,0-5-3 0,0-6-6 0,0 11-73 16,0-11-81-16,0 0-79 0,-8 0-80 16,8 0-97-16,0 0-107 0,-17-16-136 15,9 8-220-15,-2 1 48 0,1 0 76 16,0 2-485-16,-1 0-654 0</inkml:trace>
  <inkml:trace contextRef="#ctx0" brushRef="#br0" timeOffset="69269.99">15313 16109 3112 0,'3'-17'-16'0,"3"5"42"0,-6 4 12 16,3-1 9-16,-1 4 35 0,5-2 45 15,1 0 56-15,0 4 25 0,-8 3 10 16,24 0 8-16,-6 4 0 0,-1 0-14 0,5 5-8 16,2-1-18-16,2 6-9 0,1 0-19 0,-4-4-11 15,-4 2-16-15,-4-2-12 0,0 2-9 16,-3-3-13-16,-1-1-8 0,-2 3-9 16,2-4-12-16,-4-1-1 0,0 1-12 0,-1-3-44 15,-2 1-60-15,0 0-62 0,2 1-85 16,-2-4-90-16,-4-2-141 0,0 0-170 0,0 0-150 15,0 0 69-15,19-8-443 0,-10-2-591 16</inkml:trace>
  <inkml:trace contextRef="#ctx0" brushRef="#br0" timeOffset="69520.74">15944 15929 3131 0,'-5'-4'-13'15,"5"4"10"-15,-13-2 21 0,13 2 36 0,-22 8 30 16,11-2 49-16,-6 9 25 0,-10 4 5 15,4 8 7-15,-6 9 3 0,3-2-2 16,1 0 9-16,2-5-2 0,4 1-6 0,2-3-12 16,2-2-9-16,4-1-18 0,1-7-9 15,0-1-11-15,6-3-13 0,-3-1-7 0,3-2-10 16,1-3-12-16,-4 1-2 0,5-1-9 16,2-7-2-16,-5 10 5 0,1-4-27 15,4-6-36-15,-4 6-55 0,4-6-79 16,0 0-101-16,-1 7-108 0,1-7-146 0,0 0-267 15,0 0 64-15,0 0 76 0,0 0-324 16,0 0-419-16</inkml:trace>
  <inkml:trace contextRef="#ctx0" brushRef="#br0" timeOffset="70219.17">18530 15689 2442 0,'0'-6'-67'0,"-2"-4"40"0,2 10 38 0,0-15 37 0,-2 5 38 0,0-2 31 0,2 1 28 16,-1-1 24-16,-1 0 34 0,0 2 24 15,0 1 16-15,2 1 0 0,0 8-12 0,-2-15-24 16,2 10-23-16,0 5-19 0,0 0-17 16,0 0 48-16,0 0 12 0,0 0 4 0,-2 34-5 15,1-10 3-15,1 1-12 0,-2 4-15 16,2 9-18-16,0 2-18 0,0-1-11 15,0 1-14-15,0-2-9 0,0-8-14 0,0-6-8 16,0-2-15-16,0-1-3 0,0-2-8 16,0-1-4-16,0-3-3 0,0-1-62 15,0-2-65-15,0-1-62 0,0-2-53 0,-2 0-62 16,-2-4-119-16,4-5-124 0,-4 6-150 16,4-6-163-16,0 0 77 0,0 0-547 15,0 0-733-15</inkml:trace>
  <inkml:trace contextRef="#ctx0" brushRef="#br0" timeOffset="70469.19">18321 15866 3361 0,'-14'-13'-29'16,"5"5"39"-16,4 1 28 0,-4 2 14 16,9 5-1-16,-5-7-11 0,5 7 7 0,0 0 53 15,0 0 34-15,0 0 18 0,0 0 2 0,21 15-3 16,-6-3 5-16,-1 1-13 0,0 2-12 15,0-1-12-15,-1 2-13 0,1-2-7 16,-1 1-10-16,-2-1-11 0,-1-5-10 0,-1 3-6 16,1-1-3-16,-4-2-42 0,2-1-60 15,-3 1-75-15,2-3-80 0,-3 1-73 16,3-2-85-16,-4-1-109 0,3-1-200 0,-6-3 60 16,7 4-302-16,-7-4-389 15</inkml:trace>
  <inkml:trace contextRef="#ctx0" brushRef="#br0" timeOffset="70686.61">18765 15881 2709 0,'0'0'67'15,"0"0"28"-15,-17-7 35 0,17 7 48 16,-29 7 39-16,14 0 27 0,-14 5 19 16,0 0 4-16,1 5 0 0,-3 0-14 0,4-1-25 15,5 1-27-15,5-3-20 0,0-1-14 16,3-1-25-16,5-1-8 0,2-2-16 0,-4 2-16 15,8-2-42-15,-3-1-59 0,3 1-79 16,-1-2-83-16,0-1-90 0,1 0-89 0,3-6-100 16,-1 7-170-16,1-7-83 15,0 0 73-15,-6 5-343 0,6-5-441 0</inkml:trace>
  <inkml:trace contextRef="#ctx0" brushRef="#br0" timeOffset="74786.84">16301 16414 2518 0,'-4'-12'-85'0,"0"0"32"0,1 4 24 0,-2 1 21 0,1 0 26 16,4 7 26-16,-3-10 17 0,3 10 8 0,-6-9-8 16,6 9-3-16,0 0 3 0,0 0 14 15,-27 24 10-15,13 4 1 0,-4 2 2 0,-1 13-14 16,-2 0 2-16,4 6-2 0,4-3-11 16,3-7-2-16,0 0-10 0,9 1-10 15,1-3 3-15,3-2 0 0,7-2-3 16,2-4-1-16,0-2-12 0,8-6 9 15,1-3-12-15,-1-5 4 0,5-7-6 0,0-4 5 0,15-4-9 16,-1-4 3-16,-1-5-3 16,-2-4-3-16,3-7 6 0,-2-3-5 0,-11 2-4 15,-3-5 1-15,-7-5-6 0,-3-3 0 16,-6-3 3-16,-5-6-8 0,-5-13 3 16,-9-1 3-16,-1 5-7 0,-2 3 3 0,-5 6-2 15,-2 5-15-15,3 13-5 0,-4 5-9 16,1 10-13-16,0 5-8 0,-4 7-13 0,-10 7-19 15,-11 11-26-15,8 9-39 16,-8 5-52-16,6 4-87 0,1 1-153 0,8 5-115 16,3-1 56-16,12 0-27 0,6-8-27 15</inkml:trace>
  <inkml:trace contextRef="#ctx0" brushRef="#br0" timeOffset="75201.58">16985 16430 1456 0,'-14'3'20'0,"0"4"15"0,-2 3 18 0,-5 13 13 0,0 2 10 16,-5 12 4-16,4-2 8 0,-1 5 1 16,10-4-2-16,4-2-8 0,4 4-6 0,0-1-7 15,7-6-7-15,6 3-3 0,5-2-5 16,3-5-5-16,2-1-4 0,3-4-4 0,4-6-3 16,0-6-2-16,-2-4-5 0,0-2-8 15,0-6-7-15,7-5 0 0,3-4-2 16,-7-2 3-16,-4-4-5 0,-2-3 1 0,-4-4-1 15,-9 0 1-15,0 2-2 0,-5-13-2 16,-2-4-3-16,-3-4 3 0,-5-12-7 16,-2-1-11-16,-1 2-17 0,-2 7-10 15,-3 8-15-15,3 10-13 0,-4 4-33 0,-2 11-34 16,-4 5-53-16,4 8-67 0,-2 1-396 16,-12 11-147-16</inkml:trace>
  <inkml:trace contextRef="#ctx0" brushRef="#br0" timeOffset="75717.99">17893 16411 1769 0,'0'0'36'15,"-22"3"20"-15,5 7 28 0,-10 8 19 0,-2 5 15 0,-1 8 12 0,1 0 19 0,2 4-6 0,11-4 1 0,-2-2-9 16,3 2-11-16,12-4-10 0,3-5-8 16,3 2-13-16,10 7-1 0,7-6-14 0,-1 1-5 15,14-9-9-15,4-2-4 0,7-6-1 16,4-4-17-16,2-7 3 0,-3-1 5 16,-3-5-6-16,-2-4-4 0,-6 0-11 0,-8-7 1 15,-3 0 2-15,-5-5-12 0,-13 0-1 16,-3 0 1-16,-10-11-5 0,-8-13-2 0,-9 5 1 15,-2-5-3-15,-11 1-11 16,0 1-10-16,0 7-12 0,-5 6-11 0,0 8-14 16,11 7-25-16,-5 5-29 0,10 11-36 15,2 4-43-15,1 4-64 0,-5 8-87 16,8 1-194-16,6 1-7 0,9 4-121 0,3-4-150 16</inkml:trace>
  <inkml:trace contextRef="#ctx0" brushRef="#br0" timeOffset="81184.48">14622 15262 1570 0,'-41'0'121'0,"-6"1"-47"0,-1 5-10 0,3-1-7 0,-1 3 12 0,4-2 12 16,6-3 12-16,11 2 7 0,2-1 18 16,8-3 6-16,2 1-1 0,5 2-2 15,8-4 22-15,0 0-2 0,0 0-11 0,72-2-11 16,5-5-9-16,41-1-17 0,13-5-12 16,18-1 1-16,9 1-4 0,4 3-16 0,8-1 0 15,-2 3-4-15,-6 3-12 16,-12-2-15-16,-11 2-19 0,-14 2-26 0,-37 2-18 15,-15 0-37-15,-17 2-29 0,-17 0 8 16,-10 2 10-16,-11-2 8 0,-11 3 7 0,-7-1 8 16,0-3 4-16,0 0 4 0,-44 11 7 15,-2-6 2-15,-17 1 8 0,-10-2 1 16,-4 1 5-16,-4-3 3 0,-3 0 9 0,-1-2 4 16,1 0 12-16,0 0 2 0,4-2 0 15,6 4 3-15,7-2 4 0,16 0 10 0,7 0-1 16,12 0-2-16,11 0-4 15,1 0 1-15,9 1 1 0,11-1-2 0,0 0-3 0,0 0-5 16,0 0-26-16,38 7-38 16,8-5-44-16,3-2-61 0,18-2-79 0,6 1-122 15,1-1-147-15,1-3-91 0,-3 3-101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5:55:54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2424 5449 2483 0,'0'0'325'0,"0"0"-69"0,0 0-40 0,0-11-5 0,0 11-4 0,0 0 3 0,0 0-8 0,0 0-10 16,0 0 6-16,0 0-3 0,-14 29-8 16,6-8-12-16,-1 10-5 0,0 4-4 15,-3-5-12-15,3 3-13 0,1-1-9 0,0-6-13 16,2-4-9-16,3-1-14 0,-1-3-5 16,0-1-12-16,3-3-12 0,-3-2-2 0,2 1-8 15,-1-3-34-15,3-1-17 0,-2-2-18 16,0 0-22-16,1-3-27 0,1-4-27 0,0 0-25 15,-2 8-40-15,2-8-23 0,0 0-7 16,2-24 17-16,-1 7 13 0,3-8 16 16,5-8 11-16,-4-8 21 0,1 5 18 15,-1 0 21-15,2 6 26 0,0 4 25 16,-3 7 35-16,-1 4 27 0,1 3 24 0,-2 2 11 16,2 1-1-16,-3 1-2 0,1 2-14 15,3 2 35-15,-5 4 15 0,13 0 0 0,-13 0-9 16,21 8-9-16,-4 2-11 0,2 0 0 15,10 7-8-15,1 2-5 0,1 0 3 16,1 0-18-16,0 0-5 0,1-2-3 16,-3 0-11-16,-1-2 3 0,-8-5-8 15,-4 2-10-15,-3-6-23 0,-3 1-17 0,0-3-10 16,-1 2-4-16,-3-3-2 0,-7-3 3 16,11 5 4-16,-11-5 1 0,0 0 1 0,0 0 2 15,0 0 4-15,0 0-1 0,0 0-1 16,-37-8 5-16,20 4-1 0,-4-1-1 15,1 2 6-15,0-1-1 0,-1 3-1 0,-2-3 4 16,1 2-3-16,4 2 3 0,0-3 0 16,2 3-1-16,2-1-10 0,3 1-23 0,-1-2-36 15,3 0-40-15,9 2-53 0,-17 0-56 16,17 0-62-16,0 0-78 0,-18 4-101 0,18-4-178 16,-5 6 25-16,3 1 59 0,2-7-284 15,6 10-330-15</inkml:trace>
  <inkml:trace contextRef="#ctx0" brushRef="#br0" timeOffset="699.69">3236 5298 2707 0,'-7'-10'285'0,"5"3"25"0,-1 2-2 0,3 5 2 0,0 0-1 0,-6-9-5 0,6 9-22 0,0 0-19 16,0 0-2-16,0 0 27 0,4 28-5 16,1-10-27-16,7 10-26 0,1 5-24 15,-1 2-18-15,-1-3-20 0,2 0-16 0,-1-1-37 16,-4-6-45-16,-3-5-67 15,3 0-71-15,-4-5-53 0,2 3-63 0,-2-4-65 16,-3-3-78-16,1-1-76 0,-2-2-100 16,-2-4-123-16,2-4-110 0,0 0 70 0,0 0-496 15,0 0-627-15</inkml:trace>
  <inkml:trace contextRef="#ctx0" brushRef="#br0" timeOffset="1099.96">3236 5143 3016 0,'-5'-11'-9'15,"3"3"46"-15,0-2 23 0,2 5 22 16,0 5 25-16,2-12 20 0,5 7 1 0,0 0 5 16,4 3-10-16,1 0-9 15,3 2-8-15,-1 2-11 0,2 2-9 0,4 2-8 16,-4 6-1-16,2-1-7 0,-3 5 1 16,-1-1 14-16,0 7 10 0,-3 1 9 15,-4 8-4-15,0 1-4 0,-7-3-9 0,0-3 0 16,0-2 6-16,-1 0-6 0,1-6-7 15,-2-1-8-15,4-3-5 0,-1 1-8 0,-1-3-3 16,4-2-1-16,2-1 1 0,0 3 5 16,3-2 0-16,2-3-2 0,2 3-4 0,-2 0 13 15,1-1 7-15,2 1 5 16,-3 0 15-16,1 0 8 0,-2 1 20 0,-3-1 25 16,3 0 13-16,-2 2 16 0,-3-2 7 15,-1 2 5-15,-2 0-4 0,-2 0-13 16,-2 1-15-16,-2 0-18 0,-1 1-20 0,-3-1-119 15,0-1 0-15,-3 0 0 0,0-3 0 16,-3-1 0-16,1-2 0 0,-3-2 0 0,2-2 0 16,0-4 0-16,-1 0-256 0,3-4-156 15,1 2-120-15,-2-2-135 0,4-3-182 0,4 1 42 16,3-4 83-16,4 1-617 16,3-4-798-16</inkml:trace>
  <inkml:trace contextRef="#ctx0" brushRef="#br0" timeOffset="1335.31">3845 5159 3491 0,'-6'-14'45'0,"0"5"66"0,-1-2 45 0,3 4 38 0,-1 1 31 0,5 6 18 0,-6-8 14 0,6 8-11 0,0 0-17 16,0 0 5-16,0 0-6 0,-17 17-1 0,11 4-23 15,4 0-18-15,-1 4-14 0,1 12-21 16,4-2-15-16,1 0-13 0,3-3-16 0,3 1-6 15,3-4-29-15,1-4-50 0,3-1-77 16,2-3-63-16,0-7-87 0,-2-5-101 0,4-5-115 16,-1-2-147-16,3-6-217 15,14-3 57-15,-4-5 76 0,0-4-478 0,4-9-598 16</inkml:trace>
  <inkml:trace contextRef="#ctx0" brushRef="#br0" timeOffset="1566.64">4283 4900 3420 0,'-11'-6'167'0,"6"0"42"16,-2 2 23-16,7 4 19 0,-7-4-4 15,7 4-5-15,0 0-22 0,0 0-25 0,0 0-10 16,0 0 7-16,-6 22-19 0,8-3-30 16,2 5-13-16,3 10-18 0,3 5-11 0,-4-1-13 15,3 1-37-15,0-2-41 16,-2-2-40-16,2 0-45 0,0 0-42 0,-5-8-52 0,1-8-49 15,-2 0-57-15,-1-4-52 16,0-1-60-16,0-6-60 0,0 1-108 0,-2-4-64 16,0-5 48-16,0 0-306 0,0 0-360 15</inkml:trace>
  <inkml:trace contextRef="#ctx0" brushRef="#br0" timeOffset="1800.16">4272 4935 2530 0,'-2'-12'129'0,"-1"2"42"15,3 1 44-15,5 1 43 0,-1 4 25 0,5 0 8 0,3 0 5 16,1 4-6-16,7 2 5 16,2 4-45-16,1-2-21 0,5 11-24 0,1-1-16 15,-2 6-12-15,-4 1-21 0,-3 4-12 16,0 2-8-16,-6 4-27 0,-3 0-3 16,-8-4 6-16,-3 0-14 0,0 6-2 0,-7 4-14 15,0-6-9-15,-4 1-6 16,0-3-39-16,-3-1-50 0,3-7-47 0,2-5-71 0,-3 1-77 15,3-8-104-15,-2-1-115 16,1-6-129-16,0-4-177 0,10 2 39 0,-15-15 80 16,11-2-458-16,0-5-551 0</inkml:trace>
  <inkml:trace contextRef="#ctx0" brushRef="#br0" timeOffset="2033.44">4750 4713 3419 0,'-2'-10'320'0,"2"2"62"15,-2 2 26-15,2 6 4 0,0 0-14 0,-2-8-21 16,2 8-21-16,0 0 4 0,0 0-3 16,11 39-32-16,-6-8-33 0,2 5-24 0,1 5-27 15,0 11-27-15,1-2-152 0,-1 1-62 16,-3-8 0-16,2-6 0 0,-2 3 0 16,3-5 0-16,-5-8 0 0,1-6-155 0,2 1-164 15,-4-9-67-15,-1-1-77 0,2-1-75 16,1-5-80-16,-2-2-158 0,-2-4 32 15,0 0 76-15,16-12-531 0,-5-3-662 16</inkml:trace>
  <inkml:trace contextRef="#ctx0" brushRef="#br0" timeOffset="2217.09">4821 4705 3198 0,'-9'-7'83'0,"0"0"102"0,2 2 54 15,3 0 38-15,4 5 16 0,-5-10 27 0,5 10 23 16,5-12-14-16,1 1-25 15,3 1-34-15,3-3-26 0,3-1-25 0,4-1-29 16,-2 3-78-16,2 0-95 0,-1 3-102 16,0 1-111-16,0 0-126 0,-1 3-148 0,0 1-182 15,-2 2-100-15,3 7 81 0,-6-1-511 16,4 4-647-16</inkml:trace>
  <inkml:trace contextRef="#ctx0" brushRef="#br0" timeOffset="2383.44">4853 5022 3373 0,'-15'7'124'0,"5"-2"52"0,5 2 34 16,1-4 37-16,4-3 25 0,0 0 31 0,0 0-35 15,0 0-10-15,0 0-37 16,0 0-21-16,0 0-23 0,0 0-70 0,34-10-74 16,-21 5-84-16,3-2-99 0,-3 0-111 15,5 4-103-15,-6-2-124 0,4 0-168 0,1-1-1 16,-1 5 71-16,-4 1-352 0,-12 0-416 15</inkml:trace>
  <inkml:trace contextRef="#ctx0" brushRef="#br0" timeOffset="2581.89">4864 5308 2897 0,'-16'16'257'0,"2"-6"60"16,8 1 52-16,-3-5 38 0,4 1 13 16,-2-2 22-16,3 0 17 0,4-5 3 0,-1 7-9 15,1-7-31-15,0 0-39 16,0 0-39-16,19 5-39 0,-19-5-51 0,27-10-254 15,-9 3 0-15,2-2 0 0,-1 1 0 16,-2-2 0-16,2 3-283 0,-2-4-175 0,0 5-144 16,-4-1-144-16,-1-2-110 0,-1 6 78 15,-5-2-742-15,-1 3-964 0</inkml:trace>
  <inkml:trace contextRef="#ctx0" brushRef="#br0" timeOffset="3065.91">2951 5066 4498 0,'-2'-25'62'0,"0"6"21"0,2 4 33 0,0 3 43 0,0 3 39 0,-1 0 41 0,-1 3 16 15,2 6-2-15,-4-12-24 0,4 12-27 16,0 0-27-16,0 0-13 0,0 0 6 0,7 54-7 16,3 1-3-16,2 11 16 0,1 8-14 15,6 20-11-15,2-1-15 0,1-2-9 16,5-3-16-16,4-4-9 0,-4-4-13 0,-4-16-52 16,0-4-35-16,-7-5 0 0,4-6 0 15,-4-2 0-15,-4-12 0 0,-2-4 0 16,-3-8 0-16,1-4-96 0,-4-2-89 15,3-3-41-15,-3 0-56 0,0-8-70 0,-2 0-93 16,1-3-108-16,-3-3-129 0,0 0-105 16,0 0 84-16,12-22-617 0,-4 1-776 0</inkml:trace>
  <inkml:trace contextRef="#ctx0" brushRef="#br0" timeOffset="3416.34">3525 4417 3662 0,'-6'-17'5'0,"-1"5"35"0,3 3 29 16,1-2 26-16,0 7 16 0,3 4 28 0,-4-9 3 15,4 9-12-15,0 0-18 0,0 0 42 16,0 0 29-16,7 31 32 0,4 8 30 15,3 19 29-15,2 14 18 0,4 23-1 0,5 8-21 16,-3 9-20-16,1-2-20 16,-3 10-26-16,1-6-19 0,-1-1-15 0,-4-5-17 15,6-7-15-15,-5-5-11 0,-6-26-14 16,2-2-20-16,-3-8-8 0,-2-2-71 0,-3-16-14 16,1-4 0-16,-3-9 0 0,0-4 0 15,1-6 0-15,-4-5 0 0,0-3 0 0,2-1-62 16,-2-2-175-16,0-8-58 0,0 6-80 15,0-6-94-15,0 0-102 0,0 0-148 0,0 0-72 16,7-31 80-16,-5 21-636 0,4-2-803 16</inkml:trace>
  <inkml:trace contextRef="#ctx0" brushRef="#br0" timeOffset="3766.59">3910 4395 3747 0,'-10'-9'15'0,"6"0"29"16,-1 3 24-16,1 0 20 0,2 1 10 16,2 5 19-16,0 0 49 0,0 0 51 15,0 0 51-15,21 43 32 0,-4 0 30 16,6 10 6-16,2 11 1 0,4 21-12 15,-1 13-21-15,-4 1-22 0,-1 4-24 0,-3-2-24 0,-1-3-25 16,0-2-15-16,-3-2-25 16,-2-5-84-16,-5-19-85 0,2-4 0 0,-4-6 0 15,-1-4 0-15,-3-17 0 0,1-3 0 16,2-1 0-16,-2-9 0 0,-2-7 0 0,0-3 0 16,0-5-255-16,0-2-89 0,-1-4-87 15,-1-5-87-15,0 0-108 0,0 0-177 16,0 0 38-16,8-20 77 0,-5 4-591 0,10-14-739 15</inkml:trace>
  <inkml:trace contextRef="#ctx0" brushRef="#br0" timeOffset="4083.19">4472 4364 3602 0,'-8'-10'110'0,"-1"2"39"16,4 1 27-16,0 4 9 0,5 3 9 16,-6-6 3-16,6 6-7 0,0 0-13 0,0 0 28 15,0 0 24-15,16 27-5 0,7 11 39 16,5 10-8-16,-1 13-10 0,3 17-16 0,-1 0-22 16,-2 5-19-16,-2 6-28 0,-11-17-18 15,2 17-11-15,-5-21-12 0,3 1-13 16,-7-5-8-16,1-4-8 0,0-4-24 15,-4-12-35-15,0-3-54 0,-3-4-60 0,1-10-63 16,-2-2-59-16,2-9-66 0,-4-2-96 16,2-3-108-16,-2-1-117 0,-1-5-175 0,3-5 17 15,-9 5 72-15,9-5-550 0,0 0-691 16</inkml:trace>
  <inkml:trace contextRef="#ctx0" brushRef="#br0" timeOffset="5015.41">1947 4785 3101 0,'5'-3'-112'0,"-5"3"44"0,11-4 24 0,-11 4 27 0,0 0 33 0,7-3 33 16,-7 3 24-16,0 0 28 0,0 0 19 0,0 0 6 15,0 0 3-15,7-5-6 0,-7 5 5 16,0 0 5-16,0 0 11 0,0 0 1 0,0 0-5 16,0 0-5-16,0 0-5 0,0 0-4 15,0 0-9-15,0 0-10 0,0 0-14 16,-11-12-12-16,11 12-6 0,0 0-9 0,0 0-9 15,-28 13-8-15,20-6-4 0,-4 2-5 16,3 1-2-16,2-2-5 0,0-4-2 0,0 3-7 16,3-2-6-16,0-1 0 15,4-4-1-15,0 13 1 0,0-13 0 0,6 9-1 16,3-3-1-16,1 0 1 0,3 0 1 0,3 0-2 16,-3-1-3-16,1 3 3 15,1-2 0-15,-4 3 4 0,3-2 11 0,-5 0 9 16,1-1 27-16,-3 3 0 0,-1-2 21 15,-1 0 10-15,-3 5 5 0,2-2 0 0,-4 0-8 16,-2 2-4-16,-2 4-2 0,-3-5-14 16,3 3-13-16,-6 0 5 0,1-1-13 15,2-1-8-15,-4-1-19 0,-2-1-30 0,2-2-32 16,-1-4-38-16,1 1-50 0,2 0-59 16,-3-3-57-16,5-1-70 0,-3 1-73 0,10-2-101 15,-15-3-166-15,7 1-65 16,3-4 69-16,-1 0-422 0,3 0-540 0</inkml:trace>
  <inkml:trace contextRef="#ctx0" brushRef="#br0" timeOffset="5465.29">2164 4825 3018 0,'-4'5'104'0,"4"-5"40"0,-3 8 16 0,3-8 18 0,0 0 10 16,-4 3 8-16,4-3-8 0,0 0-12 0,0 0-20 15,0 0-19-15,0 0-8 0,0 0-17 16,0 0-46-16,25-11-69 0,-14 2-89 0,5 2-102 16,0-2-101-16,2-1-138 0,-1-2-204 15,-2 2 44-15,0 3 57 0,-1 1-202 16,-5 0-229-16</inkml:trace>
  <inkml:trace contextRef="#ctx0" brushRef="#br0" timeOffset="5631.8">2250 4890 2200 0,'-9'6'155'0,"3"2"23"0,3-5 7 0,3-3 6 16,-7 6-1-16,7-6 2 0,0 0-8 15,0 0-19-15,0 0-13 0,0 0-16 0,0 0-13 16,0 0-22-16,25-14-59 0,-6 3-77 16,6-5-91-16,1-1-101 0,-1 0-125 15,0-5-164-15,2 1-47 0,-4-1 70 0,-1 2-147 16,-4-2-138-16</inkml:trace>
  <inkml:trace contextRef="#ctx0" brushRef="#br0" timeOffset="5884.35">2490 4313 1993 0,'-2'-6'168'0,"2"6"10"0,0-8-12 16,0 8-10-16,0 0-22 0,0 0 2 15,0 0 18-15,0 0 10 0,0 0-6 0,20 18-1 16,-9-1-15-16,6 11-12 0,-2 1-11 16,5 2-9-16,2 8-9 0,-3-1-12 15,-1-7-8-15,-2 0-10 0,0 0-4 16,-3-2-28-16,-1-2-44 0,-3-4-56 0,-3-5-64 16,1 1-77-16,-3-3-103 0,-1-4-144 15,2 0-148-15,-1-4 56 0,1 2-217 16,1-6-248-16</inkml:trace>
  <inkml:trace contextRef="#ctx0" brushRef="#br0" timeOffset="6315.53">3180 4209 2095 0,'0'0'118'15,"-7"-9"31"-15,7 9 28 0,0 0 8 0,-7-5 6 16,7 5-1-16,0 0 1 0,0 0-8 16,-22 11-8-16,14-1 0 0,-5 3-10 0,-1 3-3 15,-4 9-13-15,0 1-13 0,0 3-9 16,2-2-13-16,3-2-14 0,3-4-13 15,4-5-4-15,1-1-12 0,3-3-6 0,2-2-4 16,2 0-8-16,1 0-6 0,3-3 1 16,1 0-9-16,0 0-1 0,0 0-4 0,2-2-1 15,-3 2-6-15,2-2-4 16,-2 0-2-16,-1 0-4 0,-1 1 0 0,-4-6-1 16,7 6-1-16,-4-1 1 0,-3-5 2 15,6 7 1-15,-6-2-1 0,0-5-2 0,-2 12-1 16,0-5-13-16,-3-1-25 0,2-2-49 15,-1 2-70-15,0 0-92 0,4-6-100 0,-9 4-129 16,9-4-189-16,0 0 17 0,0 0 72 16,0 0-309-16,0 0-355 0</inkml:trace>
  <inkml:trace contextRef="#ctx0" brushRef="#br0" timeOffset="6482">3227 4371 2771 0,'-7'-7'257'0,"7"7"12"0,0-9-7 16,0 9-10-16,0 0-19 0,-4-7-26 16,4 7-22-16,0 0-26 0,6-10-52 0,-1 4-86 15,4-1-91-15,0 1-119 0,2 0-112 16,5 0-165-16,-3 0-153 0,2 1 58 0,-4 5-295 16,3-3-341-16</inkml:trace>
  <inkml:trace contextRef="#ctx0" brushRef="#br0" timeOffset="6631.92">3275 4435 2531 0,'-11'2'92'0,"11"-2"6"0,0 0-6 16,-10 2-14-16,10-2-8 0,0 0-8 0,0 0-36 16,0 0-56-16,0 0-84 0,25-14-123 15,-12 6-209-15,3-3-34 0,1 0-113 16,5-7-92-16</inkml:trace>
  <inkml:trace contextRef="#ctx0" brushRef="#br0" timeOffset="6832.27">3401 3928 1738 0,'-9'-4'160'0,"3"-2"24"16,-2 2-3-16,8 4 2 0,-6-7-4 0,6 7-9 15,0 0-14-15,0 0-7 0,0 0 24 16,0 0-19-16,-3 19-12 0,5-4-18 15,3 6-3-15,5 12-17 0,1 0-6 0,0-1-39 16,3 2-37-16,-1 1-53 0,-1 2-62 16,3 8-59-16,-2-9-89 0,-1 1-130 0,-3-5-197 15,0 4 48-15,4-4-202 0,-2-2-213 16</inkml:trace>
  <inkml:trace contextRef="#ctx0" brushRef="#br0" timeOffset="7249.26">3811 4118 1926 0,'-10'-6'48'0,"5"0"27"16,-3 3 15-16,8 3 12 0,0 0 2 15,-16 0 13-15,16 0 10 0,-16 9 15 0,6-1 13 16,-1 1 4-16,1 1 7 0,-4 2-1 16,3 3-10-16,0-1-12 0,1 1-15 15,3-4-12-15,1 3-9 0,3-5-14 0,1 3-4 16,2-3-1-16,3 4-7 0,1-5 3 16,5 3-2-16,3-3 5 0,1 2-9 0,2 1-6 15,3-1-2-15,-3-3 3 0,-4 1 1 16,2-2 0-16,-1 4-2 0,-1-2 1 15,-3-1 7-15,0 1 8 0,-2 1 1 0,-1 0-3 16,-1 3-9-16,-4-4-6 16,2 3-1-16,-4-3-7 0,-2 2-8 0,1 1-9 15,-3-3-12-15,-1-1-19 0,2-2-38 16,5-5-55-16,-13 5-69 0,13-5-71 0,-18-5-85 16,11-2-101-16,0-5-153 0,-1-5-115 15,2-2 52-15,0-1-389 0,4 5-485 0</inkml:trace>
  <inkml:trace contextRef="#ctx0" brushRef="#br0" timeOffset="7415.55">3839 4180 2790 0,'0'0'202'0,"0"0"80"0,0 0 44 16,0 0 32-16,0 0 25 0,0 0-4 16,0 0-16-16,0 0-35 0,0 0-38 15,0 0-27-15,5-7-29 0,-5 7-26 0,14-9-61 16,-3 3-116-16,7-1-119 0,1-1-115 15,-2 2-123-15,6-2-129 0,-2 1-140 0,-2-2-150 16,4 2 74-16,-2 1-520 0,-2-1-655 16</inkml:trace>
  <inkml:trace contextRef="#ctx0" brushRef="#br0" timeOffset="7598.99">4023 4229 3326 0,'-8'7'60'0,"0"-1"46"0,4-1 22 0,4-5 15 0,-5 8 17 15,5-8-6-15,0 0 0 16,-7 2-23-16,7-2-12 0,0 0-14 0,0 0-12 16,0 0-59-16,0 0-83 0,0 0-82 15,29-7-102-15,-17-1-119 0,5-3-185 16,4-7-61-16,0 4 65 0,2-3-243 16,-1-3-264-16</inkml:trace>
  <inkml:trace contextRef="#ctx0" brushRef="#br0" timeOffset="7799.4">4206 3791 2442 0,'-7'-3'206'0,"4"-2"34"15,3 5 15-15,-10-4 8 0,10 4-7 0,0 0-10 16,0 0-25-16,0 0-23 0,0 0-16 16,0 0-7-16,-9 17-13 0,11-5-15 0,0 3-16 15,2 4-14-15,1 3-10 0,2 11-27 16,5 0-49-16,1 1-61 0,-3 1-68 15,4-4-75-15,-5 6-90 0,6-4-100 0,-3 1-121 16,-1 2-168-16,2-4 51 16,0-1-350-16,1 0-429 0</inkml:trace>
  <inkml:trace contextRef="#ctx0" brushRef="#br0" timeOffset="8098.73">4491 4192 2713 0,'-7'5'107'0,"7"-5"48"16,-8 5 29-16,8-5 34 0,-8 2 23 0,8-2 7 15,0 0-14-15,0 0-18 0,0 0-26 16,0 0-21-16,0 0-15 0,0 0-22 16,0 0-55-16,23-19-78 0,-8 7-89 0,4 2-114 15,6-5-106-15,-3 4-127 0,-4 1-166 16,3 0 7-16,6-4 63 0,-4 5-237 16,-4 4-260-16</inkml:trace>
  <inkml:trace contextRef="#ctx0" brushRef="#br0" timeOffset="8281.6">4484 4429 2420 0,'-12'8'221'15,"1"-2"29"-15,5 0 18 0,3-2 18 16,3-4 13-16,-9 5-1 0,9-5-23 0,0 0-26 16,0 0-26-16,0 0-23 0,0 0-33 15,0 0-60-15,0 0-79 0,29-29-95 0,-6 8-121 16,4-1-122-16,5-7-156 0,2-3-196 15,2 0 45-15,1 0 65 0,-1 0-274 0,-2 2-313 16</inkml:trace>
  <inkml:trace contextRef="#ctx0" brushRef="#br0" timeOffset="8631.69">4914 3798 2290 0,'-11'2'56'0,"11"-2"22"0,-17 6 9 16,8 1 8-16,-2-2 20 0,4 4 1 16,-2 1 14-16,-1 1-6 0,2 0-5 0,1 1-12 15,1 2-16-15,4-4 8 0,-1 1-16 16,1-3-4-16,4 3 6 0,1-5 1 0,1 4-3 16,3-1 2-16,5-2 14 0,0 0 8 15,0 0 5-15,4 0-4 0,-1-1 10 16,-1 2 2-16,1 0 6 0,-2-1-5 15,-1 2-1-15,-3-2 3 0,1 0 8 16,-3 2 3-16,-3 2 1 0,0 1 5 0,-4 0-13 16,0 2-10-16,-6 1-13 0,3 0-6 15,-10 1-15-15,4 1-9 0,-6-4-22 16,2 3-34-16,-4-1-42 0,1-6-47 0,2 3-57 16,-4-7-81-16,5 0-99 0,-1-3-82 15,3-4-104-15,11 2-184 0,-18-10 5 16,11 3 74-16,5-2-354 0,2 9-431 15</inkml:trace>
  <inkml:trace contextRef="#ctx0" brushRef="#br0" timeOffset="9348.19">5395 3955 2652 0,'-4'-8'166'0,"4"8"44"0,-5-5 12 0,5 5 6 0,0 0-1 0,-9-1 6 16,9 1-5-16,0 0-1 0,-21 9-15 15,10 1-16-15,-2 4-16 0,-6 7-15 0,-1 1-15 16,4 3-17-16,2 0-12 0,4-4-16 15,1-4-8-15,6-4-7 0,-4 1-13 0,5-3-3 16,2 0-14-16,2-1-2 16,3 3-3-16,0-5-6 0,4 2-5 0,-1-3-1 15,4 4-6-15,-1-3 5 0,3 0 6 16,-3 1-5-16,0 0 1 0,-1-1 7 0,-1 1 13 16,-1-1 12-16,-1 0-8 0,0 0 4 15,-6 3 5-15,1-1-2 0,-2-2-2 16,-2 5-8-16,1-4-5 0,-8 6-8 0,2-4-9 15,1 3 4-15,-8-2-7 0,3 2-8 16,-2-5-11-16,1 1-31 0,-2-3-50 0,0-3-48 16,3-2-71-16,-2 2-70 0,-1-4-98 15,1-2-105-15,1-2-120 0,1 0-220 16,4-2 71-16,-2-1 74 0,5 2-474 0,4 5-589 16</inkml:trace>
  <inkml:trace contextRef="#ctx0" brushRef="#br0" timeOffset="9699.7">5481 4098 3042 0,'0'7'120'0,"0"-7"56"0,0 0 25 0,0 0 3 0,0 0 4 0,0 0-5 0,0 0-17 0,0 0-15 15,0 0-18-15,0 0-16 0,0 0-35 16,26-16-66-16,-16 11-86 0,3-2-113 0,2 1-107 16,-4 0-125-16,5 0-182 0,1-1-30 15,0 1 65-15,-4 2-252 0,1 4-283 16</inkml:trace>
  <inkml:trace contextRef="#ctx0" brushRef="#br0" timeOffset="9864.25">5537 4253 2440 0,'-11'8'191'0,"5"-3"28"16,1-1 14-16,5-4 11 0,-7 6 1 0,7-6-11 16,0 0-22-16,0 0-21 15,0 0-15-15,0 0-36 0,0 0-77 0,0 0-98 0,43-19-112 16,-14 3-126-16,-1-1-147 16,6-10-194-16,-3 7 46 0,1-8-293 0,4-1-345 15</inkml:trace>
  <inkml:trace contextRef="#ctx0" brushRef="#br0" timeOffset="10131.43">5861 3893 2445 0,'-21'-2'207'15,"14"-2"31"-15,7 4-5 0,-10-5-19 16,10 5-1-16,0-9-6 0,0 9-10 0,10-9-21 16,-3 4-18-16,3 1-17 15,1 2-15-15,3 0-13 0,-14 2-15 0,28 2-11 16,-11 3-10-16,-4 1-5 0,5 7-8 15,-5-5-6-15,-1 7-5 0,-5-1 7 16,1 5 21-16,-5-2 27 0,0 3 21 0,-1 0 20 16,0-3-1-16,-2 1-17 0,4-4-4 15,-4 1-17-15,1-4-8 0,3 1-14 0,0-5-34 16,1 0-48-16,5-4-65 0,-10-3-81 16,19 0-96-16,-2-3-123 0,-2-4-136 15,3 0-169-15,-2 1-46 0,2-5 81 0,-2 6-452 16,-2-8-552-16</inkml:trace>
  <inkml:trace contextRef="#ctx0" brushRef="#br0" timeOffset="10764.16">2349 5649 2926 0,'-15'4'-15'0,"1"-3"10"0,1 1 15 0,0 0 16 0,1 1 23 0,3-1 26 0,9-2 12 0,-16 3 17 15,16-3-4-15,-11 0 6 16,11 0-10-16,0 0-15 0,-14 0-1 0,14 0-23 15,0 0 7-15,0 0 0 0,3-12-12 16,10-1-9-16,16-6 1 0,19-10 1 0,24-17-10 16,12-2-6-16,11-1-2 0,11-4-34 15,14-3-40-15,39-16-33 0,-27 20-30 16,49-12-5-16,3 2 17 0,5 5 10 0,-3 0 22 16,-1 3 27-16,-42 13 20 0,-1-3 20 15,-2 3 28-15,-2 0 28 0,-7-3 38 0,-5 3 20 16,-8 3 24-16,-4 1 6 15,-11 2 20-15,-5 2-6 0,-7 5-3 0,-28 8-13 16,-2 0-12-16,-5 2-12 0,-17 8-13 16,-3 2-14-16,-11 1-6 0,-2 3-12 0,-8 1-5 15,-4-1-8-15,3 3-5 0,-5-1-6 16,-9 2-4-16,0 0-6 0,20 3-8 16,-20-3-32-16,0 0-68 0,-2 8-101 0,2-8-153 15,-14 11-194-15,1-4-201 0,-4 2 72 16,-4-1-457-16,-11 1-572 0</inkml:trace>
  <inkml:trace contextRef="#ctx0" brushRef="#br0" timeOffset="11564.21">2693 6288 2932 0,'-14'4'-3'0,"4"1"23"0,1-3 4 0,3 2-4 0,0 0 7 0,6-4 11 0,-9 2 8 15,9-2 1-15,-7 4 6 0,7-4-3 16,0 0 2-16,-4 6 8 0,4-6 18 16,0 0-6-16,52-8-2 0,2-11-2 15,30-7-10-15,21-15-5 0,16-8-21 0,53-23-69 16,16 2-54-16,9-3-28 0,11-2 6 15,5-2 18-15,4 0 17 0,-4 3 17 0,-11 7 14 16,-17 5 10-16,-52 19 2 0,-5 3 11 16,-18 3 5-16,-14 8 9 0,-32 7 7 0,-8 7 21 15,-19 1 28-15,-10 3 41 16,-6 3 34-16,-8 1 21 0,-1 4 4 0,-7-1-8 16,-1 3-7-16,-6 1-8 0,0 0-14 15,0 0-12-15,0 0-5 0,0 0-12 16,0 0-7-16,0 0-11 0,0 0-42 0,0 0-39 15,0 0-70-15,0 0-77 0,0 0-89 16,-6-12-129-16,6 7-216 0,-2-4 46 0,-1 0 61 16,-1-5-172-16,-1 1-159 0</inkml:trace>
  <inkml:trace contextRef="#ctx0" brushRef="#br0" timeOffset="18380.12">2700 5289 828 0,'0'0'415'0,"0"0"-95"0,0 0-61 0,11-3-36 0,-11 3-14 0,0 0-15 0,0 0-8 16,0 0-8-16,4-7 14 0,-4 7 10 15,0 0-8-15,0 0-5 0,0 0-2 0,0 0-4 16,0 0-12-16,0 0-11 16,0 0-11-16,0 0-7 0,0 0-8 0,0 0-7 15,-13-12-14-15,13 12-15 0,-9-1-4 16,9 1-2-16,-16-4-21 0,16 4 2 15,-25-2-10-15,12 1-10 0,-5 1-5 0,5 0-5 16,-4 0-2-16,2 0-7 16,-1 1-2-16,-2-1-3 0,0 2-3 0,0 0-2 0,0-2-1 15,-1 2-7-15,2-1 3 16,-2 1-4-16,2 2 11 0,2-1-15 0,-2 0 0 16,-1 1-1-16,3 1-1 0,-6 2-6 15,4 0 4-15,0-1-3 0,-2 4 2 16,1-1-1-16,2 0-1 0,-2 1-1 0,1 2 1 15,2 0 1-15,-2 0-2 0,1-2 0 16,3 5 1-16,1-2 1 0,0-1 2 0,0 4-4 16,0-1 0-16,-1 1-1 0,3-1 8 15,1 0-8-15,2 1 0 0,-1-3 2 0,0 3-2 16,2 1 0-16,3 0 2 0,-3 0-3 16,4-2 2-16,-1 2-1 0,1 0 2 15,-3 1-2-15,5-1 2 0,-2 1-4 0,0-5 3 16,2 5-2-16,2-1 12 15,-2-1-8-15,0 1-3 0,2 1 1 0,1 1-2 16,-1-2 4-16,3 0 0 0,-3 3-2 16,2-3 0-16,1 1 2 0,1 0-1 0,2 1-4 15,-2-4 3-15,-1 3 1 0,1-3 1 16,-1-1 1-16,2-1 2 0,0-1 8 16,-3 0-7-16,3 1 7 0,-1-3 0 0,2-1-2 15,0 3 6-15,1-2 4 0,0 2 10 16,3-3 7-16,1 4-1 0,1-2 10 15,1-1 7-15,0 0-1 0,2 0 4 0,-1-1-8 16,0-1 3-16,4 1 14 0,-3-2 11 16,-4-2-1-16,3 2 10 0,1-4 4 0,-2 2 6 15,2-1 4-15,2-1-1 16,-4 1-6-16,6-2-1 0,-6-1-8 0,5-1-4 16,-1 3-2-16,3-6-5 0,-1 2-8 15,-1-1-4-15,0 0 3 0,-1-2 11 0,1 1-64 16,-2 0-14-16,0-1 0 0,0 1 0 15,-4-1 0-15,4 1 0 0,-5-2 0 0,0 1 0 16,2-2 0-16,-2 0 0 0,1 1 0 16,-1 0 0-16,1-3 0 0,-1 1 0 15,1-2 0-15,-1 1 0 0,-2-1 0 0,3 1 0 16,-3-4 0-16,4 1 0 0,-3-1 0 16,1 1 0-16,-3-1 0 0,-1 0 0 15,3-1 0-15,-5 0 0 0,2 0 0 0,-3 2 0 16,2-3 0-16,0 2 0 0,-3-1 0 15,1 1 0-15,-2-1 0 0,-1 1 0 16,2 0 0-16,0-1 0 0,-1-1 0 0,0 1 0 16,-1 2 0-16,-1-3 0 0,2-1 0 15,-2 1 0-15,0-1 0 0,2-1 0 0,-4 2 0 16,0 1 0-16,0-1 0 0,0 1 0 16,-1-1 0-16,-2-1 0 0,1 1 0 15,2 2 0-15,-2-5 0 0,0 2 0 0,0 3 0 16,0-2 0-16,-1-1 0 15,1 0 0-15,-2 1 0 0,1-1 0 0,-1 1 0 0,1-1 0 16,-1 3 0-16,3 0 0 16,-1 0 0-16,-2-1 0 0,0-1 0 0,2 5 0 0,-3-5 0 15,1 1 0-15,-4 1 0 16,2-2 0-16,1 1 0 0,-1 1 0 0,-1 0 0 16,0 0 0-16,-2 0 0 0,2 2 0 15,-1-2 0-15,0 2 0 0,3 1 0 0,-3 2 0 16,1 0 0-16,-3-1 0 0,0 1 0 15,-3 0 0-15,-4 0 0 0,-4 2 0 16,-3 2 0-16,-3-1 0 0,-2 3 0 0,-1-1 0 16,1 0 0-16,0 2 0 0,3 0 0 15,-1 0 0-15,2 4 0 0,0-3 0 16,6 3 0-16,0 1 0 0,2 0 0 16,2 3 0-16,2 1-388 0,3 1-466 0,0 0-108 15,1 3 98-15,7-1-878 0,0 3-1175 16</inkml:trace>
  <inkml:trace contextRef="#ctx0" brushRef="#br0" timeOffset="19913.16">1461 7836 4457 0,'0'0'-165'0,"0"0"53"0,0-5 37 0,0 5 41 0,0 0 48 0,0 0 38 0,-2-7 33 16,2 7 28-16,0 0 13 0,0 0 5 16,0 0-1-16,0 0 0 0,0 0 0 15,0 0 6-15,0 0 0 0,0 0 6 0,0 0 7 16,-2-10 2-16,2 10 8 0,0 0 7 15,0 0-1-15,0 0 2 0,0 0-1 0,0 0 6 16,0 0-5-16,0 0-7 0,0 0-12 16,0 0-15-16,0 0-10 0,0 0-17 15,0 0-10-15,0 0-10 0,0 0-12 16,0 0-8-16,0 0-8 0,0 0-5 16,-17 19-3-16,17-11-5 0,0 1-2 0,0 1-2 15,0-2-2-15,0 5-27 0,0-2-12 16,-2 1 0-16,2 0 0 0,-2 3 0 0,0-3 0 15,0 1 0-15,-1-1 0 0,-1 3 0 16,0-3 0-16,2 2 0 0,1-3 0 16,-3 1 0-16,1 0 0 0,1-3 0 0,0 5 0 15,1 2 0-15,-3 1 0 0,0 4 0 16,1 1 0-16,-1 2 0 0,2-2 0 0,0 0 0 16,0 2 0-16,0-5 0 0,2-1 0 15,0-4 0-15,0-3 0 0,-1-1 0 16,-2-2 0-16,3 1 0 0,0-1 0 15,0-8 0-15,-2 13 0 0,4-6 0 16,-2-7 0-16,-2 9 0 0,2-9 0 0,-2 8 0 16,2-8 0-16,0 0 0 0,0 10 0 15,0-10 0-15,0 0 0 0,-2 7 0 0,2-7 0 16,0 0 0-16,-2 9 0 0,2-9 0 16,0 0 0-16,0 0 0 0,0 0 0 0,0 0 0 15,-5 8 0-15,5-8 0 0,0 0 0 16,0 0 0-16,0 0 0 0,0 0 0 15,-4 5 0-15,4-5 0 0,0 0 0 0,0 0 0 16,0 0 0-16,0 0 0 16,0 0 0-16,0 0 0 0,0 0 0 0,0 0 0 15,0 0 0-15,-2 7 0 0,2-7 0 16,0 0 0-16,0 0 0 0,0 0 0 0,0 0 0 16,0 0 0-16,25 2 0 0,-6-5 0 15,20-6 0-15,15-6 0 0,11 1 0 16,8-4 0-16,24-5 0 0,3-1 0 0,6-1 0 15,-4 3 0-15,4 3 0 0,-6 5 0 16,-3-3 0-16,-20 6 0 0,-7-2 0 16,-5 5 0-16,-8-2 0 0,-17 5 0 15,-10 3 0-15,-7-2 0 0,-3 3 0 0,-5-3 0 16,0 2 0-16,-4 1 0 0,-11 1 0 16,18-2 0-16,-9 1 0 0,-3-1 0 0,-6 2 0 15,10-4 0-15,-10 4 0 0,0 0 0 16,0 0 0-16,0 0 0 0,0 0-609 0,-39-3-294 15,17 3-28-15,-19-8 99 0,0 7-840 16,-2-4-1108-16</inkml:trace>
  <inkml:trace contextRef="#ctx0" brushRef="#br0" timeOffset="20431.2">1642 7657 4332 0,'-11'-5'-187'0,"7"3"28"0,4 2 23 0,-14-5 32 0,5 5 32 0,9 0 31 0,-17 0 40 15,17 0 33-15,-19 0 2 0,19 0 11 0,-16 0 12 16,16 0 5-16,-16 0 10 16,16 0 13-16,-14 2 6 0,14-2 11 0,-11 3-2 0,11-3 3 15,0 0 1-15,-14 2-3 16,14-2-6-16,0 0-5 0,0 0-10 16,-9 2-5-16,9-2 13 0,0 0 30 0,0 0 13 15,0 0 3-15,40 7-1 0,-14-8-12 16,21-9-2-16,14-1-13 0,7-7-5 0,25-9-31 15,14-2-5-15,5-3-4 0,14-1-22 16,8-6-32-16,-1 2-17 0,6 2-1 16,-2 3-2-16,-1 2 23 0,-9-3-1 15,-7 9-2-15,-13 4-2 0,-13 1 0 16,-28 8 0-16,-8 1 1 0,-20 4 0 0,-10 2 0 16,-5 2 12-16,-6-1 7 0,-3 0 0 15,-5 6 2-15,-9-3 1 0,0 0-4 0,15 1-4 16,-15-1-1-16,0 0-4 0,0 0-19 15,0 0-54-15,0 0-73 0,0 0-102 0,-17 14-128 16,1-9-141-16,2 4-192 0,-17 5-14 16,-3-2 79-16,-12 8-446 0,-1-1-545 15</inkml:trace>
  <inkml:trace contextRef="#ctx0" brushRef="#br0" timeOffset="21329.08">1699 7817 2963 0,'0'0'7'0,"4"-5"26"0,-4 5 25 0,0 0 22 0,6-8 27 0,-6 8 26 0,0 0 15 15,0 0 14-15,1-6 0 0,-1 6-7 0,0 0-10 16,0 0-11-16,0 0 2 0,0 0 18 15,0 0-2-15,-3 34-3 0,-1-13-8 0,-3 9 3 16,1-3 6-16,-4 6 6 0,1-2-12 16,0-2 24-16,0-10-7 0,5-1-3 15,1-5-3-15,-1-2 3 0,0-1 5 0,3-1 10 16,-1-2 5-16,-2-2-5 0,4-5-4 16,-2 9-11-16,2-9-10 0,0 0-12 0,0 0-18 15,0 0-18-15,0 0-17 16,0 0-23-16,-8-33-23 0,10 14-19 0,1-5-24 15,0-9-17-15,3 6 0 0,-1 4-4 16,1 1-1-16,-1 2-3 0,2 4 0 0,-2 3 2 16,1 0-2-16,-1 5 4 0,1 1 3 15,0 2-1-15,-6 5 9 0,19-2 0 0,-7 2 0 16,-12 0 1-16,29 5 0 0,-13-1 5 16,2 1 13-16,-2 0-9 0,4 2 2 15,-4-2-4-15,2 0 6 0,-5-3-1 0,-1 3-2 16,-1-4 7-16,-4 3 1 0,-7-4 18 15,18 5 11-15,-13-3 9 0,-5-2 6 0,10 3 4 16,-10-3 0-16,10 5-2 16,-10-5-1-16,0 0 0 0,9 6-3 0,-9-6-5 0,0 0-36 15,-4 11-4-15,-5-3 0 16,-5 2 0-16,-2 0 0 0,-4 3 0 0,1-3 0 16,0 0 0-16,2 0 0 0,4-1 0 15,-1-2 0-15,3-2 0 0,4-1 0 16,-2-1 0-16,2-1 0 0,7-2 0 0,-13 9 0 15,13-9 0-15,-10 3 0 16,6 0 0-16,4-3-241 0,-7 3-152 0,7-3-118 0,-6 6-155 16,6-6-215-16,0 0 71 15,0 0 90-15,0 0-630 0,0 0-805 0</inkml:trace>
  <inkml:trace contextRef="#ctx0" brushRef="#br0" timeOffset="21846.35">2168 8114 3315 0,'0'0'-210'0,"0"0"58"0,0 0 44 0,0 0 41 0,0 0 44 0,0 0 39 0,0 0 34 0,0 0 33 15,0 0 28-15,0 0 37 0,0 0 21 16,0 0 13-16,0 0 17 0,0 0 10 0,0 0 8 16,-17 1 1-16,17-1-4 0,0 0-8 15,0 0-7-15,0 0-11 0,0 0-13 0,0 0-15 16,0 0-25-16,0 0-12 0,0 0-8 15,0 0-2-15,0 0 6 0,0 0-6 16,32 14-2-16,6-18-9 0,14 3-14 0,20-13-3 16,30-6-15-16,6-1-21 0,14-3-8 15,7-3 1-15,9-2-24 0,3-3-2 16,3 3-1-16,-1 3-1 0,-5-2 3 16,-12 4-6-16,-14 1 4 0,-18 4-10 0,-30 7 1 15,-13 2 1-15,-14 3 8 0,-11 3-5 16,-7 0-1-16,-6 2 0 0,-8 2-2 0,-5 0 4 15,0 0-2-15,0 0-1 0,0 0-4 16,0 0-13-16,0 0-45 0,0 0-61 0,-42 4-71 16,27-3-107-16,-3 0-136 15,0 3-164-15,-7-1-188 0,5-1 63 0,-8 0 93 16,-1 0-466-16,-11 0-562 0</inkml:trace>
  <inkml:trace contextRef="#ctx0" brushRef="#br0" timeOffset="22364.37">2099 7699 2985 0,'-3'-8'31'0,"3"8"29"0,-4-14 19 0,4 5 12 0,-2-2 36 0,-2 1 37 16,3 2 33-16,-6 0 19 0,7 0 8 0,0 8-9 15,-4-13-13-15,4 13-18 0,-3-8-20 16,3 8-20-16,-2-10-18 0,2 10-17 16,0 0-9-16,0 0 25 0,0 0 32 15,5 26 35-15,-3-4 5 0,5 9 6 16,-2 5 10-16,3 2 9 0,-3 1 2 0,5 10 1 16,0 3-14-16,-3 2-2 0,0-13-15 15,4-3-14-15,-4-1-16 0,0-2-107 0,-1-8-57 16,0-6 0-16,-2 1 0 0,0-5 0 15,-2-2 0-15,1-3 0 0,1 0 0 0,-4-2 0 16,4 1 0-16,-2-3 0 16,-1-2 0-16,-1-6 0 0,4 11 0 0,-1-7 0 15,-3-4 0-15,0 0 0 0,0 8 0 0,0-8 0 16,0 0-151-16,0 0-373 16,0 0-110-16,0 0-150 0,-14-18-86 0,10 11 88 15,-1 1-730-15,1 0-958 0</inkml:trace>
  <inkml:trace contextRef="#ctx0" brushRef="#br0" timeOffset="25195.7">1602 8767 2616 0,'-7'5'416'0,"7"-5"-86"0,0 0-50 0,-10 3-9 0,10-3 15 0,0 0-3 0,0 0 5 16,0 0-11-16,0 0-2 0,0 0-15 0,0 0-16 15,0 0-35-15,0 0-23 0,3-22-17 16,11 10-23-16,1 0-12 0,12-5-17 16,-2 0-12-16,2 3-16 0,-4 6-7 0,-1 0-7 15,-1 4-9-15,0 4-7 16,-2-2-10-16,-2 4-2 0,0 4-11 0,-1 5-3 0,-5 3 4 15,-1 2-3-15,-3 5 3 16,-5 1 1-16,-2 4 0 0,-3 8 10 0,-3-1 6 16,2-5 5-16,-2-8 9 0,2 1 4 15,0-4 3-15,3-3 2 0,-1-1 1 0,0-3-30 16,2-1-48-16,0-2 0 0,0-7 0 16,2 15 0-16,0-8 0 0,-1 0 0 15,5 2 0-15,-2-3 0 0,4 0 0 0,-1-3 0 16,-7-3 0-16,18 2 0 0,-18-2 0 15,20-2 0-15,-8-1 0 0,-1-1 0 0,-1 1-14 16,2 1-317-16,-7-3-81 16,4 1-125-16,-9 4-129 0,6-7-197 0,-6 7 63 15,0 0 90-15,0 0-602 0,0 0-770 16</inkml:trace>
  <inkml:trace contextRef="#ctx0" brushRef="#br0" timeOffset="25662.28">1656 8535 3440 0,'-12'-11'-60'0,"1"1"9"0,-1 0 5 0,1 5 19 0,-2 0 12 0,-3 2 18 16,3 1 23-16,-6 2 20 0,-2 2 14 15,-12 6 16-15,3 8 9 0,-10 8 3 0,0 11 20 16,1 6 18-16,2 5 22 0,2 8 11 16,-4 16-6-16,0 6 6 0,8 3-12 15,11-12-5-15,4-2-3 0,9 0-14 16,5 1-7-16,6-3 3 0,5-2-7 0,9-7-6 16,5-4-11-16,5-7 1 0,10-8-8 15,7-7-12-15,11-9-8 0,7-11 3 16,10-10-14-16,2-10-6 0,22-13-9 0,1-11-2 15,1-10 0-15,-7-3 6 0,-3-9-4 16,-11-4-8-16,-9-1 3 0,-10-1-3 16,-23 16-7-16,-9-7-1 0,-8 4-1 0,-14-2 0 15,-7 7-8-15,-12-9-1 0,-11 1-1 16,-10 1-4-16,-16-8-5 0,-12 8-8 0,-4 5-7 16,-5 6-14-16,11 18-17 0,-1 7-25 15,-4 7-42-15,1 14-52 0,-1 12-65 0,-13 18-72 16,9 9-60-16,3 4-93 15,8 5-168-15,16-8-75 0,6 2 63 0,5-1-389 16,7-2-491-16</inkml:trace>
  <inkml:trace contextRef="#ctx0" brushRef="#br0" timeOffset="36393.14">1599 8257 1096 0,'5'-6'210'0,"-5"6"-55"0,4-6-25 0,-4 6 6 0,2-6 5 0,-2 6 7 0,0 0-7 0,0 0-5 16,0 0-3-16,0 0-9 0,-4-13-7 15,4 13-1-15,0 0-6 0,-7-6-3 0,7 6-15 16,-9-4-3-16,9 4-11 0,0 0-16 16,0 0 0-16,-28 7-5 0,13 1-2 0,-3 0-7 15,-10 7-11-15,-3 5-1 0,1-4 3 16,-10 14-9-16,0 0 3 0,-4 5-8 15,2-1 8-15,1 4 1 0,4-1 4 16,-1 4-5-16,6 4 12 0,-1 3 11 16,1 5-4-16,3 5 7 0,-1 23 2 0,3 8-1 15,2 9 0-15,9 9-6 0,0 12-12 16,7 1 2-16,3 1-4 0,6-3-8 0,6-5 2 16,1-7-2-16,9-7-2 0,-2-10 9 15,2-19 1-15,4-7 7 0,0-5 16 16,-1-5 27-16,-2-5 5 0,2-7-1 0,-8-10-5 15,1-7 9-15,-6-7 9 0,1-3 8 16,-1 0 19-16,-4-4-3 0,1-1-2 0,2-1-12 16,-3 0-11-16,3-2-8 0,-5-6-6 15,4 8-9-15,-4-8-8 0,4 8-25 16,-4-8-38-16,4 6-46 0,-4-6-61 0,0 0-94 16,0 0-88-16,0 0-74 15,0 0-98-15,0 0-141 0,0 0-131 0,5-17 64 16,-5 17-405-16,-7-11-535 0</inkml:trace>
  <inkml:trace contextRef="#ctx0" brushRef="#br0" timeOffset="36726.3">884 10326 3242 0,'0'0'143'0,"-6"-11"25"0,6 11 10 0,-2-8 7 0,2 8-7 0,0 0-19 0,-2-8-20 16,2 8-16-16,0 0 20 0,0 0 38 16,19 16-1-16,-5-3-13 0,9 11-13 0,4 1-11 15,2 6 15-15,-4-6-17 0,-2-1-4 16,2 0-13-16,-2-3-23 0,-1-1 5 16,-2-6-15-16,-3-1-6 0,-4-6 1 0,0 1 15 15,1-2 9-15,-1 0-6 0,1-4 1 16,1-4 2-16,0-2-11 0,4-6-9 0,6-5-4 15,-4-6-13-15,0-1-3 0,-4-4-10 16,-1-1-22-16,-7-1-36 16,0-3-45-16,-1-1-54 0,-4 8-44 0,-2 7-53 15,0 3-59-15,0 3-82 0,0 6-71 16,-2 5-74-16,0 0-116 0,0 0-158 0,-16 21 63 16,7-5-500-16,-6 13-658 0</inkml:trace>
  <inkml:trace contextRef="#ctx0" brushRef="#br0" timeOffset="37276.25">803 11855 3431 0,'0'0'77'15,"0"0"5"-15,-16-11 4 0,16 11 3 0,0 0 11 16,0 0 35-16,0 0 37 0,0 16 29 15,1-4-1-15,1 3-11 0,2-1-18 0,0 1-17 16,-1-1-14-16,2-1-15 0,-1-2-13 16,-1-1-10-16,-1-1-7 0,0-2-4 15,0 0 6-15,-2-7 9 0,4 10 8 0,-4-10 4 16,3 8 17-16,-3-8 11 0,0 0-22 16,0 0-14-16,0 0-8 0,8-43-12 15,-5 6-10-15,0-4-9 0,-1-14-10 16,0-3-10-16,3-3-23 0,-1 2 0 0,2 6-3 15,-1 10-7-15,4 7-4 0,-2 5-3 16,-3 8 2-16,3 6-19 0,0 4 7 16,2 3-3-16,2 3 3 0,5 3 0 0,-4 2 3 15,6 2-7-15,0 2 1 0,2 2 4 16,3 0-5-16,-3 6 2 0,2-3 3 0,-3 2 1 16,-1 0-4-16,-4-2-4 0,-1 0 6 15,-1-2-8-15,-3-1 9 0,1 4 1 16,-2-3 6-16,-1-1-2 0,-3 3 23 0,-2-1 10 15,-2 5 6-15,-6 3-8 16,-6 1-4-16,-6 6 7 0,-5 0 8 0,-4-2-3 16,2 0-3-16,1-3-2 0,3-2 0 15,5-6-7-15,5-1-3 0,2-1 0 0,0 0-6 16,0 0-8-16,4-2-22 0,-3 0-29 16,8-4-47-16,-10 7-46 0,6-5-68 15,4-2-73-15,-5 4-82 0,5-4-88 0,-6 4-87 16,6-4-126-16,0 0-140 0,0 0 66 15,0 0-532-15,0 0-719 0</inkml:trace>
  <inkml:trace contextRef="#ctx0" brushRef="#br0" timeOffset="37693.14">871 10932 3661 0,'-27'-4'-29'0,"2"6"-1"0,0 2 3 0,-9 8 25 0,-8 10 31 0,-2 11 38 0,6 12 46 16,-5 23 25-16,4 16 6 0,6 7 3 16,10 7-12-16,7 7 11 0,8-4-11 0,8-18-12 15,8 21-10-15,8-9-11 16,9-10-6-16,8-6-15 0,7-7-8 0,7-12-3 15,-2-17-6-15,4-7-6 0,6-10 2 0,10-6-7 16,6-11-3-16,5-13-8 0,4-10-13 16,19-15-3-16,0-11-7 0,-8-11-3 15,-5-9 0-15,-11-7 2 0,-12-1 0 16,-12-6 10-16,-11-5 19 0,-16-3 12 0,-14 9 19 16,-11 1-3-16,-15-23-3 0,-15 2-17 15,-10 0 0-15,-13 4-8 0,-7 3-7 0,-5 11 0 16,-3 11-10-16,-4 10-9 0,-2 14-19 15,16 17-28-15,-4 14-36 0,0 14-46 16,-3 11-57-16,2 11-61 0,-7 19-84 0,3 7-89 16,5 7-149-16,10 4-174 15,17-14 72-15,5 1-434 0,8-5-555 0</inkml:trace>
  <inkml:trace contextRef="#ctx0" brushRef="#br0" timeOffset="41008.83">1111 12646 3052 0,'0'0'15'0,"0"0"1"0,0 0 4 0,0 0 17 0,9-21 16 0,-3 13 20 16,1-1 14-16,1-3 1 16,2 0 4-16,3-2-3 0,2 0-5 0,8-5-2 15,-1 3-7-15,2 3-10 0,-5 3-7 16,-1 1-11-16,2 3-8 0,-3 0 1 16,-2 5-7-16,-2 0 0 0,1 1-3 0,-3 0 8 15,-1 4 22-15,-2 4 27 0,-1 5 3 16,-3 5 1-16,-2-1 2 0,-2 8 2 0,-6 8-7 15,-1-1-10-15,-1 0-3 0,2-6-13 16,0-5-2-16,3-6-4 0,1-1-3 16,0-4-2-16,0 1-3 0,0-3-3 15,0 1-4-15,2-9-2 0,0 13 1 16,2-6 28-16,2 0 9 0,1 1-5 0,1 0-6 16,2 0-2-16,2-1-6 0,-3 1-5 15,2 0 8-15,1 0-6 0,-2 1 9 16,-1-1 13-16,0 1 8 0,-2 0 10 0,1 0 5 15,-3 3-5-15,-1 1-9 0,0-1-1 16,-2 5 11-16,-4-2-23 0,-1 6-3 0,-3-3-9 16,0 0-6-16,-3-1-2 0,0-2-8 15,-5-3-29-15,1-2-44 0,-4 0-57 0,1-6-69 16,0-2-77-16,-3-2-83 0,-1-2-70 16,0-2-71-16,-10-8-86 0,7 2-157 15,-2-7-13-15,6 0 69 0,3-5-373 16,2-2-491-16</inkml:trace>
  <inkml:trace contextRef="#ctx0" brushRef="#br0" timeOffset="41375.5">1090 12318 2901 0,'-16'-1'5'0,"-1"1"1"0,2 5 8 0,-4 5 33 0,-8 9 24 0,-7 13 36 0,2 7 19 16,3 8 23-16,-1 5 11 0,5 9 4 15,3 4 5-15,1 19-17 0,10-11-10 0,7-1-9 16,6-4-15-16,8-1-9 16,3-7-8-16,8-2-7 0,9-11-9 0,11-5-5 15,8-11-5-15,12-12-6 0,8-9-6 16,14-13 1-16,28-14-11 0,2-12-2 0,-3-14-4 16,-3-10-6-16,-10-1 0 0,-9-6-3 15,-12-5 3-15,-13 4-5 0,-14-3 1 16,-18 10 17-16,-10-2 11 0,-16-6 3 0,-8 2-6 15,-10-2-8-15,-18-16-4 0,-15 7-6 16,-9 3-10-16,-12 4-5 0,-13 8-3 16,0 9-5-16,-6 13-9 0,16 15-6 15,-3 9-19-15,1 15-25 0,2 9-31 16,2 12-40-16,-7 13-52 0,6 5-53 0,10 12-75 16,17-8-79-16,8 0-119 0,3 1-214 15,13-4 42-15,6-13-364 0,8-5-496 0</inkml:trace>
  <inkml:trace contextRef="#ctx0" brushRef="#br0" timeOffset="43408.31">2513 7524 2870 0,'-2'-14'-108'0,"-1"2"23"0,1 2 21 0,-1 0 32 15,1 3 24-15,0 0 16 0,-1 0 9 0,1-1 16 0,0 3 4 0,0-1 1 0,0 0 4 16,2 6 1-16,-1-10 1 0,1 10 3 0,-2-8-8 16,2 8 1-16,-2-7-12 0,2 7-5 15,0 0-4-15,0 0-1 0,0 0-4 0,0 0 2 16,0 33 0-16,2-9-5 0,1 15 3 15,-1 3-2-15,4-2 0 0,-3 6-1 16,4-3 0-16,0-2-3 0,3-4 2 16,-1 1 1-16,3 1-3 0,-5-5 2 15,4-3-1-15,-1-2-1 0,-6-5 4 0,2-3-1 16,-1-3-8-16,-3-1 2 0,2-2 0 16,0-4 7-16,-4 2-7 0,2-3-3 0,0-1-15 15,0-1-19-15,-2 1-34 0,2-4-55 16,-2-5-73-16,0 0-99 0,0 0-213 15,0 0 21-15,0 0-51 0,0 0-39 0</inkml:trace>
  <inkml:trace contextRef="#ctx0" brushRef="#br0" timeOffset="43790.46">2822 7350 1570 0,'-4'-7'24'0,"0"1"14"16,1 0 12-16,-2-4 24 0,1 5 10 15,1-3 8-15,-1 2 11 0,2-2-3 16,2 8-5-16,-5-9-16 0,5 9-11 0,-4-7-7 16,4 7-11-16,0 0-4 0,0 0 4 15,0 0 15-15,7 26 9 0,-3-7 3 0,2 1-3 16,2 15 14-16,1 1 2 0,0-1-4 15,1 6-15-15,0-4-6 0,-1-1-2 16,2 0-3-16,3-2-6 0,-5-1-4 16,1-4-12-16,0 0 5 0,-3-7-6 15,0-3-5-15,0-3-6 0,-2-1-2 16,1-1 11-16,-1 0-10 0,-1-5 2 0,0 2-5 16,0-1 0-16,0-3-2 0,0 0-3 15,-2 0-3-15,-2-7-46 0,5 10-39 16,-1-5-55-16,-4-5-61 0,7 4-129 0,-7-4-262 15,0 0 52-15,14-12 63 0,-8 4-76 16,1-5-42-16</inkml:trace>
  <inkml:trace contextRef="#ctx0" brushRef="#br0" timeOffset="44143.23">3239 7244 1512 0,'0'-6'67'16,"-3"-1"5"-16,-2 1 16 0,5 6 5 15,-4-10 4-15,4 6-4 0,0 4-12 16,-3-7-10-16,3 7-10 0,0 0-6 0,0 0 34 16,0 0 14-16,10 25 12 15,-3-5 19-15,8 13-3 0,3 10-5 0,3 2 1 16,-3 0-3-16,5 4-3 0,-1-2-13 15,-2 0-9-15,3-2-10 0,-2-3-8 0,-6-10-6 16,1-2-8-16,-1 1-3 0,-1-4-1 16,-5-4-12-16,-2-4 1 0,0-6-7 0,0 3-5 15,-1-2-2-15,-3-1-9 0,3-2 4 16,-3-3-4-16,1 0 1 0,1-1-7 16,-2-1 1-16,-3-6-8 0,4 8-46 0,-2-4-66 15,-2-4-76-15,0 0-87 0,0 0-117 16,0 0-231-16,2-19 46 0,-4 6 62 0,2-2-119 15,-4 0-116-15</inkml:trace>
  <inkml:trace contextRef="#ctx0" brushRef="#br0" timeOffset="46760.36">2641 8197 1665 0,'7'-7'-33'0,"2"2"21"0,-6 1 5 0,3-2 4 0,-6 6-8 15,0 0 7-15,7-2 8 0,-7 2 38 16,0 0 20-16,9 19 12 0,-4-3 1 15,-1 1 6-15,-1 5 2 0,1 3-6 0,-2 0-6 16,0 10 15-16,1-6-4 0,-3-2 0 16,0-3 7-16,0 0 9 0,-1 0 8 15,-3-2 4-15,-2-2 1 0,-1 2-3 0,-3-3 4 16,-3-5-3-16,-3 3-9 0,1-5 3 16,-6-1-14-16,0-5-1 0,2 2-9 0,-2-6-11 15,0-2-1-15,2-2-9 0,-5-6-1 16,-7-3-5-16,4-7-8 0,2-3-11 15,2-8 0-15,5-4-8 0,-2-8-8 0,4-4 5 16,5 5-7-16,4 1-8 16,2-1-2-16,-1 1-5 0,1 2-2 0,-4 2 12 0,5 10-9 15,1 4 0-15,-1 4 0 16,-1 3-5-16,1 2-11 0,1 4-36 0,1-3-36 16,0 5-36-16,1 0-31 0,1 6-36 15,0 0-57-15,0 0-67 0,0 0-167 0,0 0-57 16,0 0 65-16,0 0-56 0,0 0-31 15</inkml:trace>
  <inkml:trace contextRef="#ctx0" brushRef="#br0" timeOffset="47157.69">3096 8385 1546 0,'0'8'70'0,"2"1"-4"0,-2-4-7 0,0-5-5 0,2 7 7 0,-2-7 26 0,0 0 23 0,0 7 20 0,0-7 16 0,0 0-5 16,0 0-11-16,0 0-18 0,-6 4-11 15,6-4-9-15,0 0-6 0,0 0-15 16,0 0-2-16,-26-13-6 0,16 8-14 15,-4-6 5-15,-2 0-12 0,-9-7-5 0,0 0-1 16,0-7-3-16,-2 0-4 0,-5-8-2 16,1-5-6-16,3 4-2 0,-1-2-3 15,9 7-7-15,2 2 5 0,4-1-4 0,0 3-9 16,4 4-4-16,3 4-14 0,0 3-15 16,2 0-11-16,1 5-18 0,2-1-30 0,1 2-33 15,-1 1-38-15,0 3-22 0,2 4-32 16,2-10-31-16,-2 10-72 0,3-7-155 15,-3 7-77-15,0 0-52 0</inkml:trace>
  <inkml:trace contextRef="#ctx0" brushRef="#br0" timeOffset="47490.28">3559 8081 1684 0,'2'5'58'15,"2"-1"-1"-15,-4-4-10 0,1 12-6 16,-1-7-1-16,0-5-1 0,-1 10 18 16,-1-3 14-16,0 0 9 0,-2-2 6 0,2 2 3 15,-1-2-3-15,-3 1 4 0,-1 0 2 16,-3 1 6-16,-1-2 3 0,-5-2-3 0,-1 3-7 15,-2-5-7-15,-3-1-10 0,2-1-5 16,-5-1-3-16,-2-4-10 0,2 1-5 0,-7-9-1 16,0-1-8-16,3-3-4 0,2-3-4 15,2-4-28-15,5 0-23 0,1-5-27 0,2 3-21 16,3 0-20-16,7 4-32 0,1 3-47 16,5 3-61-16,-1 0-71 0,2 3-177 15,2 0-11-15,-1 3-62 0,-1 0-49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16:18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20495 6096 1250 0,'-17'3'579'0,"11"-2"-241"0,6-1-133 0,-20 2-70 15,9 0-4-15,0 2 22 0,2-1 25 0,1 0-10 16,0 1 7-16,3-2-16 0,5-2-12 16,-11 3-12-16,11-3-15 0,0 0-11 0,-12 2-10 15,12-2 2-15,-4 4 16 0,4-4 10 16,0 0 11-16,0 0 1 0,0 0 4 0,18 8 3 16,-9-7 0-16,-9-1 5 0,23 2-10 15,-5 0-7-15,2-1-7 0,1-1-8 0,8 0-5 16,10 2-9-16,8-2-5 15,2-3-19-15,13-2-7 0,1-4-2 0,7 1-15 16,-4-1-5-16,6-3-1 0,5-2-9 16,-1 2-1-16,-2-2-6 0,2 3-7 0,-4-3-1 15,-1 1 2-15,0 3-7 0,-7 0 0 16,-3 0-3-16,-2 3 4 0,0-2-7 0,-12 4 0 16,-2 1 1-16,-1-2-5 0,0 1-1 15,-3-1-3-15,2 3 10 0,-4-2-7 16,1 1 2-16,1-1 5 0,-3 0 19 15,1 0-9-15,0 3-6 0,3-2-12 0,-1-2 14 16,2 1 1-16,-2 2-3 0,4-1 4 16,-4 1-5-16,7-1-3 0,-2 1-4 0,2 0-4 15,1-3 12-15,12 5-17 0,1-3 10 16,1-1-6-16,7 2 2 0,-6-1-6 16,6-1 0-16,-3 2 4 0,-1-1-19 0,4 1 16 15,-19 1-3-15,-1 0 4 0,-4 1 13 16,-7 1 12-16,-8-4 1 0,-10 3 18 0,-2-1 19 15,-4 2 17-15,-2-2 9 0,-1 2 7 16,-2 0 0-16,-10 0 10 0,16-2-7 0,-16 2-17 16,14 0-89-16,-14 0 0 0,11 0 0 15,-11 0 0-15,0 0 0 0,16-2 0 16,-16 2 0-16,0 0 0 0,11 0 0 16,-11 0 0-16,0 0 0 0,0 0 0 0,12-1 0 15,-12 1 0-15,0 0 0 0,0 0 0 16,0 0-394-16,0 0-257 0,0 0-264 0,-33-3 47 15,14 1 89-15,-6-1-780 0,-13-4-1002 16</inkml:trace>
  <inkml:trace contextRef="#ctx0" brushRef="#br0" timeOffset="4833.96">15327 6481 3979 0,'0'0'-181'0,"6"-5"45"0,-6 5 40 0,0 0 40 0,0 0 39 0,0 0 36 16,1-5 34-16,-1 5 28 0,0 0 26 15,0 0 19-15,0 0 20 0,0 0 12 16,0 0 7-16,0 0 8 0,0 0-2 0,0 0-4 16,-7-9 1-16,7 9-7 0,0 0-8 15,-7-3-7-15,7 3-10 0,-11-3-4 0,11 3-5 16,0 0-6-16,-14-7-1 0,6 5-10 15,8 2-3-15,-19-4-17 0,6 3-3 16,1-1-5-16,-3 0-5 0,-1 2-18 16,2 0 3-16,-4 0-7 0,-1 0-3 0,0 2-2 15,2 0-5-15,-2-1-6 0,2 1-3 16,-3 2 3-16,6-1-7 0,-2 1 0 0,-3-1-10 16,4 0 0-16,0 2 7 0,-3 0-9 15,4 1 4-15,-4 1 2 0,0 1 5 0,-2-1-4 16,1 3 2-16,-2 0 2 0,-4 6 5 15,0-1-4-15,-1 0 3 0,4-1-8 0,0 2 0 16,5-3-5-16,0 2 3 16,1-3-1-16,2 0 2 0,0 2-10 0,1-3 3 15,1 1-7-15,3-1 2 0,-3 1 1 16,0 1-2-16,1 3-2 0,-1-3-4 0,1 3 3 16,0-1 6-16,1 1-3 0,-1 1 19 15,0-2-4-15,-3 2 4 0,3 0-1 0,1 0 2 16,-1 1-6-16,0-1-16 0,0-1 1 15,2 1-5-15,4-3 0 0,-3-1-1 0,2 1 2 16,-2 0-2-16,7-1 0 0,-3 2-4 16,0 1 4-16,2-1 1 0,2 4-5 15,0-1 0-15,2-2 6 0,0 3-6 0,4 4 3 16,-3-2-4-16,6 3 3 0,-2 3 2 16,4 4-2-16,3-4-3 0,1 0-1 0,2 2 4 15,4-4-3-15,3 0 2 0,11 4-4 16,2-2 3-16,1-3-4 0,3-7 4 15,3 3 1-15,-6-9 1 0,0 1-3 16,7-2 3-16,-8-5-2 0,3 0-4 0,-6-5 5 16,-3-3 0-16,5 1 1 0,-1-5-2 15,-1-3 2-15,-2-2-2 0,-1-4 4 0,-2-1-1 16,-1-4-2-16,-4 0 1 0,-1-6-4 16,6-7 0-16,-8-6 0 0,-4-4 0 0,-7-5 0 15,-3-5 0-15,-5-6 0 0,-5-12 0 16,-11-21 0-16,-5 4 0 0,5 22 0 0,-6 8 0 15,1 0 0-15,-5 6 0 16,-2 10-22-16,-5 7-26 0,-3 7-21 0,4 13-31 16,-6 3-35-16,-2 8-46 0,-7 6-48 15,-7 8-50-15,-6 3-66 0,3 7-60 0,1 4-55 16,1 1-70-16,6 5-116 0,0-6-77 16,10 0 78-16,8-1-503 0,4-3-614 0</inkml:trace>
  <inkml:trace contextRef="#ctx0" brushRef="#br0" timeOffset="7532.24">12146 8623 3124 0,'-15'5'15'0,"-2"-1"27"0,4-1-2 0,-1-2 16 0,3 3 36 0,-3-2 41 16,3 0 26-16,-2-1 28 0,1 1 9 0,3-2 0 15,9 0-10-15,-20 3-2 0,11-3-12 16,9 0-9-16,-15 4-12 0,15-4-6 15,-12 0-21-15,12 0-13 0,-9 3-12 16,9-3-13-16,0 0-13 0,-10 2-9 0,10-2-3 16,0 0 5-16,0 0-1 0,0 0 2 15,39 5-4-15,-17-5-4 0,8 0-1 16,15 0-6-16,7-3-3 0,12 3-4 0,5-2-6 16,-1-1-5-16,5-1-2 0,-1 1-5 15,0-4-5-15,1 0 2 0,-1-1-3 0,1-4-3 16,1 3 1-16,0-3 2 0,1-2 5 15,-1 2 7-15,-3 1-6 0,-5-1 5 0,1 2-5 16,-4 1-5-16,-4-1 0 0,0 0 2 16,-4 1-13-16,1 1 21 0,-2 0-9 15,-6 4 17-15,8-5-4 0,1 2 1 0,2 2-10 16,2-1 8-16,2 2-17 0,2-1 2 16,-1 2 1-16,5-3-1 0,-3 3-20 15,2 1 21-15,-4-3-9 0,3 0 1 0,-3 2-10 16,-1-3-5-16,-2 3 10 0,0 0 1 15,-13-1-1-15,-1 1-13 0,0-2 13 0,-6 3 10 16,0-1-8-16,-1-1-6 0,-10 1 8 16,-3 1 3-16,-2 0-10 0,-5 1-2 0,0 1 7 15,-6-2 11-15,2 0 2 0,-5 2 2 16,-11 0 5-16,19-2 8 0,-9 2-6 0,-10 0 2 16,14-2 1-16,-14 2 0 0,0 0-10 15,14 0-1-15,-14 0 1 0,0 0-4 0,0 0-7 16,0 0 2-16,11 0-13 15,-11 0-5-15,0 0-1 0,0 0-10 0,0 0-3 0,0 0-14 16,0 0 10-16,-58 2-7 16,33-2-1-16,-14 2-1 0,-8 2 4 0,-3-1 2 15,-11-1 7-15,-5-1-3 0,-1-1-9 16,1 4 19-16,-1-1-5 0,-6 1 5 0,0 1 9 16,-2-4-10-16,-1 1 5 0,-1 0 2 15,7 1 2-15,-5 1 4 0,3-3-2 0,2 3 1 16,3-2 1-16,-2 1-2 15,6 1-2-15,1-1-1 0,10-2 4 0,-9 3-4 16,14 0 2-16,-11 4-4 0,13-6 6 16,4 3 2-16,4 3-1 0,1-4 4 0,9-1-6 15,6 1 3-15,4-3-9 0,1 1 2 16,5 0 3-16,1-1 3 0,1 1-6 0,9-2-2 16,-15 2-1-16,15-2 3 0,-14 0-11 15,14 0 8-15,0 0 3 0,0 0-7 0,-5 5 4 16,5-5 6-16,0 0-4 0,0 0 7 15,36 4-7-15,-13-4 12 0,18-4-4 0,7 1-3 16,21-4-2-16,6 0 0 0,0 0-2 16,6 0-3-16,-9 0-7 0,-2 2-16 0,-4-1-7 15,-21 4-6-15,-1-2-1 0,-12 2 10 16,-6 1 8-16,-6-1 3 0,-3-1 9 16,-4 3-2-16,-4-2 4 0,2 2-5 0,-11 0 4 15,0 0-2-15,0 0 1 0,0 0-18 16,0 0-24-16,0 0-50 0,0 0-65 15,0 0-99-15,-27 12-118 0,19-12-133 0,8 0-205 16,-12 2 17-16,12-2 77 0,0 0-532 16,0 0-628-16</inkml:trace>
  <inkml:trace contextRef="#ctx0" brushRef="#br0" timeOffset="16946.7">23375 11855 2117 0,'-13'7'305'0,"-1"-2"-144"0,3-1-64 0,-1 1-26 0,3-2 16 0,-3 2 20 0,4-3 28 16,3 1 1-16,-5 1 1 0,10-4-9 16,-11 3-11-16,11-3-17 0,-6 5-9 15,6-5-7-15,0 0-6 0,-2 5 10 0,2-5 6 16,0 0 3-16,30 4 3 0,-10-4-3 15,10 0 6-15,16-2 6 0,17-1-3 16,9-4 0-16,6 0-9 0,25-4-8 0,10 2-11 16,4-5-3-16,5 0-8 0,5-1-9 15,-1-1-5-15,-3 4-5 0,-1-3-1 0,-5 1 9 16,-7 2 7-16,-9-2 0 0,-17 6 4 16,-8-3 0-16,-6 3-5 0,-3 0-2 0,-6 1-6 15,-4 0 5-15,-12 1 1 0,-8 1-2 16,-2 3 0-16,2-2 21 0,2 0 13 0,1 1 9 15,-2 1 8-15,-6 0 5 0,-1 2-6 16,-5-1 17-16,1-2 2 0,-4 3-6 0,-1 0 5 16,-6-2 10-16,-2 2 5 15,-1-2 4-15,-4 2-1 0,-9 0-4 0,22-2-6 16,-15 2-75-16,-7 0-59 0,14 0 0 16,-14 0 0-16,0 0 0 0,16-2 0 0,-16 2 0 15,0 0 0-15,12 0 0 0,-12 0 0 16,0 0 0-16,10-2 0 0,-10 2 0 0,0 0 0 15,0 0 0-15,0 0 0 0,11-2 0 16,-11 2 0-16,0 0 0 0,0 0 0 0,0 0 0 16,0 0 0-16,0 0 0 0,0 0 0 15,-36-1 0-15,21 2-681 0,-6-1-287 16,-2-1 80-16,-2 0 91 0,-2-2-855 0,1 3-1089 16</inkml:trace>
  <inkml:trace contextRef="#ctx0" brushRef="#br0" timeOffset="22114.65">12388 14802 4236 0,'-16'2'-155'0,"-4"2"23"0,3-3 13 0,2 2 14 0,-1 1 24 0,1-2 37 16,2 0 47-16,-4-1 39 0,3 3 19 0,1-3 13 15,2 2 6-15,-1-3-8 0,12 0-3 16,-17 4-6-16,17-4 2 0,-12 4-6 15,12-4 3-15,-12 2-13 0,12-2 0 0,0 0-4 16,0 0 24-16,0 0 12 16,0 0-1-16,28 15-5 0,-5-14 3 0,22-2 0 0,22 0-1 15,12-5-5-15,6 0-6 0,31-3-6 16,9-3-7-16,-2-2-6 0,3-2-3 16,-6 1-5-16,-2-1-3 0,-8 1-5 15,-6 0-4-15,-28 5-1 0,-8-6-3 0,-2 6-5 16,-14 1 1-16,-13 1-1 0,-8 3 0 15,-9 1 7-15,-5 1 39 0,0-2 34 0,-3 4 32 16,-5 0 19-16,-9 1 18 0,18-2 4 16,-18 2 0-16,12-2-7 0,-12 2-11 15,12-2-14-15,-12 2-16 0,0 0-16 0,13-3-13 16,-13 3-12-16,0 0-15 16,11 0-38-16,-11 0-48 0,0 0-60 0,11-3-58 15,-11 3-78-15,0 0-119 0,0 0-152 16,0 0-189-16,0 0-130 0,-22 13 77 0,11-6-627 15,-1 0-809-15</inkml:trace>
  <inkml:trace contextRef="#ctx0" brushRef="#br0" timeOffset="24311.84">14708 16341 3624 0,'0'0'38'0,"-21"0"46"0,21 0-2 0,-21 2-3 0,11-1-3 0,10-1 14 0,-17 1 24 0,17-1 21 15,-13 0 8-15,13 0 6 0,0 0-8 0,-16 2-16 16,16-2-4-16,0 0 8 0,0 0 5 15,52 19 8-15,3-10-14 0,14-4-6 16,11-2-10-16,13-4-18 0,35-6-1 0,-1-3-13 16,11-4-10-16,4-3-11 0,1-1 0 15,-5 0-8-15,-3-3-4 0,-9 0-3 0,-6 2 6 16,-13-5-7-16,-14 6-2 0,-24 4-4 16,-14 4-1-16,-12 1 23 0,-10 2 39 0,-6 0 46 15,-8 4 41-15,-4-1 28 0,-3 1 18 16,-5 1 2-16,-7 2-3 0,13 0-4 15,-13 0-226-15,0 0 0 0,0 0 0 0,0 0 0 16,10-5 0-16,-10 5 0 0,0 0 0 16,0 0 0-16,0 0 0 0,0 0 0 15,0 0-260-15,4 10-508 0,-6-3-196 16,4 2 91-16,0 0 87 0,0 2-758 0,1 3-988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03:13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3664 2182 1659 0,'0'0'628'0,"-8"-6"-146"0,8 6-66 0,-4-9-27 0,4 9-40 0,-5-8-28 0,5 8-36 0,-4-6-33 0,4 6-5 0,0 0-38 15,-4-8-14-15,4 8-11 0,0 0-24 16,0 0-26-16,0 0-10 0,0 0 2 0,0 0-9 16,0 0-5-16,-3 25 14 0,3-9 2 15,2 1-20-15,-2 2-1 0,0 0 18 16,0-1-2-16,1 1-2 0,-2-1-9 0,-1 0-13 16,2-1-6-16,0-4-12 15,0-1-4-15,0 0-8 0,0-3-4 0,0-1-10 16,0 1 0-16,0-9-5 0,-2 12-7 15,0-6-3-15,2-6-9 0,-2 7-13 0,2-7-58 16,-6 4-88-16,6-4-92 0,0 0-86 16,0 0-85-16,0 0-95 0,-24-11-121 15,15 5-191-15,6 1 9 0,-1-7 83 0,0 4-533 16,4-2-702-16</inkml:trace>
  <inkml:trace contextRef="#ctx0" brushRef="#br0" timeOffset="466.13">3566 1934 3131 0,'-7'-8'-73'0,"-2"-1"47"16,1 2 36-16,0 2 27 0,1 1 33 0,7 4 12 15,-17-2 17-15,1 2 7 0,2 6 13 16,-8 2 8-16,-12 7 14 0,-4 10 10 0,1 7 19 15,3 8-7-15,-2 8 10 0,4 5 12 16,-1 2-1-16,3 5-2 0,5 1 20 16,2-3-13-16,8 3 2 0,3-6-10 0,7-1-13 15,3-13-8-15,7 1 9 16,7-4-6-16,10 3-9 0,7-5-6 0,10-5-12 0,4-6-15 16,7-6-15-16,1-4-16 15,8-8 1-15,-9-2-12 0,9-11-5 0,4-6-9 16,-2-7-5-16,2-5-5 0,-4-4-6 15,-4-7-6-15,-3-1-1 0,4-17 5 16,-13 7 13-16,2-17 7 0,-11 8 1 0,2-17-2 16,-16 12 5-16,-3 0-26 0,-9 2-45 15,-8 12 0-15,-4 3 0 0,-11-4 0 0,-13 7 0 16,-7 5 0-16,-7 7 0 0,-10 6 0 16,1 7 0-16,-8 3 0 0,2 7 0 0,5 3 0 15,-9 4 0-15,11 3 0 16,-6 4-8-16,4 2-234 0,8-2-47 0,-1 8-56 15,7-2-58-15,6 1-80 0,-1 3-104 16,8 1-182-16,4 0-15 0,8-4 80 16,9 0-513-16,8-2-679 0</inkml:trace>
  <inkml:trace contextRef="#ctx0" brushRef="#br0" timeOffset="950.65">5352 2246 3306 0,'0'-14'55'0,"-2"4"71"0,2 0 63 0,0 1 56 0,2 2 52 0,-2 7 60 0,2-14 17 0,-2 14 5 15,2-8-15-15,-2 8-31 0,0-10-31 0,0 10-34 16,0 0-26-16,0 0-16 0,0 0 6 15,0 0 10-15,-2 32-15 0,-2-10-18 0,-1 11-19 16,-1 1-162-16,1 0-28 0,-4 1 0 16,6-8 0-16,-3 6 0 0,3-8 0 0,-3 0 0 15,2-5 0-15,2-3 0 0,-1-1 0 16,-2-3 0-16,3-1 0 0,-1-3 0 16,-1-1 0-16,2-2 0 0,0-2 0 0,2-4 0 15,0 0 0-15,0 0-60 16,-11-13-567-16,8 1-125 0,1-2-151 0,4-3 44 15,1-3-838-15,1-3-1132 0</inkml:trace>
  <inkml:trace contextRef="#ctx0" brushRef="#br0" timeOffset="1200.06">5295 2017 4271 0,'-13'-6'-95'15,"2"0"87"-15,-1 0 77 0,3 1 76 0,1 1 64 16,8 4 57-16,-15-5 31 15,15 5 17-15,-13-3 5 0,13 3-2 0,-6-4-4 16,6 4-10-16,0 0-13 0,0 0-22 16,-10-5-24-16,10 5-27 0,0 0-23 15,0 0-16-15,36-3-98 0,-7-1-80 0,13 1 0 16,2-1 0-16,-2 0 0 0,1 0-89 16,-5-1-145-16,-2 0-47 0,-5 3-39 0,-10 0-23 15,-1 0-33-15,-8 1-47 0,1 1-70 16,-4 1-89-16,-9-1-185 0,5 7 57 15,-7 4-505-15,-3 2-679 0</inkml:trace>
  <inkml:trace contextRef="#ctx0" brushRef="#br0" timeOffset="1417.02">4936 2683 3214 0,'-20'14'151'15,"4"-5"70"-15,7 3 37 0,2-6 60 16,1 0 49-16,1-1 36 0,5-5 25 0,-5 6 8 15,5-6-20-15,0 0-13 0,10 9-29 16,-10-9-38-16,33 0-25 0,-10 0-26 0,3-2-32 16,12-3-236-16,4 0-17 0,-2-2 0 15,0 0 0-15,-4 2 0 0,0-2 0 16,-11 1 0-16,-1 2-56 0,-10 1-415 0,4-1-149 16,-2 1-165-16,-2 0-94 0,-1 3 70 15,3-2-746-15,-5 0-997 0</inkml:trace>
  <inkml:trace contextRef="#ctx0" brushRef="#br0" timeOffset="1865.72">5551 2438 4404 0,'-6'-8'109'0,"5"1"47"0,1 7 21 16,-2-9 8-16,2 9 5 0,0 0 13 0,0 0-19 15,0 0-9-15,0 0-15 0,0 0 17 16,0 0-7-16,20 16-10 0,-10-5 1 15,-4 3-4-15,-1 1 0 0,-1 4 4 0,1 2-5 16,-5-1-6-16,0-4-13 16,2 1-10-16,-2-2-12 0,0-1-5 0,0-1-10 15,0-1-8-15,0 0-4 0,0-4-58 16,0-1-30-16,0-7 0 0,0 10 0 0,0-10 0 16,0 0 0-16,0 0 0 0,14-25 0 15,-5 5 0-15,7-5 0 0,1-6 0 0,2 2 0 16,1 0 0-16,0 4 0 0,-1 2 0 15,3 0 0-15,-6 9 0 0,-3 3 0 16,1 4 0-16,-3 2 0 0,-1 3 0 16,1 4 0-16,0 3 0 0,0 2 0 15,-4 0 0-15,2 6 0 0,-3 3 0 0,-3-1 0 16,2 2 0-16,-3 2 0 0,0-2 0 16,0 0 0-16,-1 2 0 0,-1-3 0 0,0-2 0 15,0-1 0-15,0-1 0 0,0-1 0 16,0-5 0-16,0 2 0 0,0-8 0 15,-1 10 0-15,1-10 0 0,0 5 0 0,0-5-433 16,0 0-132-16,0 0-122 16,0 0-190-16,0 0 40 0,0 0 94 0,18-13-634 0,-6 5-831 15</inkml:trace>
  <inkml:trace contextRef="#ctx0" brushRef="#br0" timeOffset="2068.02">6138 2389 3693 0,'1'-8'83'0,"1"2"84"0,-2 6 44 0,2-7 27 0,-2 7 29 0,2-8-14 0,-2 8 8 0,0 0-19 0,0 0-17 0,0 0-16 0,0 0-1 16,0 0-14-16,6 23-20 0,-6-9-18 15,0-1-15-15,0 8-16 0,0 3-16 16,0 2-32-16,-1-2-83 0,-4-2-90 0,5 2-72 16,-4-2-76-16,2-3-68 15,2-4-83-15,-1-3-90 0,1-1-140 0,0-4-101 0,0-2 50 16,0-5-446-16,0 0-592 0</inkml:trace>
  <inkml:trace contextRef="#ctx0" brushRef="#br0" timeOffset="2199.85">6254 2135 2967 0,'-2'-17'35'0,"-2"3"69"0,4 2 44 16,-1 5 5-16,-1-1-15 0,2 8-16 15,-2-10-11-15,2 10-56 0,-4-7-72 0,4 7-91 16,0 0-112-16,0 0-191 0,0 0-165 15,0 0 48-15,-4 23-143 0,4-12-167 0</inkml:trace>
  <inkml:trace contextRef="#ctx0" brushRef="#br0" timeOffset="2734.2">6562 1891 2230 0,'-9'-15'294'0,"4"3"26"0,-4 1 26 15,8 5 18-15,-5 0-11 0,6 6-29 16,-6-8-26-16,6 8-29 0,0 0-35 16,0 0 3-16,0 0-13 0,-9 29-6 0,1 7-20 15,2 3-16-15,-3 16-18 0,2 5-5 16,-3 4-14-16,0-3-16 0,1 1-16 0,1 0-3 16,0-3-18-16,3-5-1 15,-1-11-16-15,4-5-9 0,-1-3-8 0,-1-6-5 16,1-10-36-16,1-3-31 0,2-5-29 15,0-2-19-15,-1-2-21 0,1-7-28 0,0 0-15 16,0 0-10-16,0 0 9 0,0 0 14 16,1-23 10-16,-1 5 10 0,-5-6 12 15,-2-8 9-15,-5 1 8 0,2 2 6 0,-1 6 14 16,2 8 6-16,-1 3 1 0,1 2 4 16,-1 3 3-16,0 4 8 0,1-2 2 0,9 5 6 15,0 0 2-15,-15 5 3 0,15-5 3 16,0 0 5-16,0 0 10 0,0 0 13 15,17 12 0-15,-1-12 2 0,4 0-2 0,7-4-3 16,10 1-2-16,4-4 0 0,-5-2-1 16,-2 2 18-16,-7 2 15 0,-6 0 11 15,-4 3 1-15,-1 1 2 0,-5-2-5 16,-11 3 0-16,19 3 5 0,-10 2 7 0,1 4 5 16,-4 3-13-16,2 5-6 0,-5 0-4 15,-1 3-7-15,2 3-5 0,-4 0-8 0,2 1-5 16,-2-5-1-16,0 2-28 0,0-3-34 15,-2-1-53-15,2 0-53 0,-2-3-58 16,2-2-74-16,0 1-87 0,2-6-82 0,0 2-93 16,-2-9-131-16,7 0-14 15,-7 0 72-15,0 0-367 0,18-14-454 0</inkml:trace>
  <inkml:trace contextRef="#ctx0" brushRef="#br0" timeOffset="2883.13">6786 2309 2806 0,'-5'-4'119'0,"5"4"55"0,-9-7 28 0,9 7 11 0,-3-6-11 0,3 6-22 0,0 0-25 16,0 0-30-16,0 0-79 0,-6-4-88 0,6 4-106 15,0 0-121-15,0 0-204 0,0 0-121 16,11 21 55-16,-5-11-195 0,-5 2-225 16</inkml:trace>
  <inkml:trace contextRef="#ctx0" brushRef="#br0" timeOffset="3265.71">6995 2470 2431 0,'0'0'308'16,"0"0"6"-16,12-4-13 0,-12 4-20 15,0 0-18-15,0 0-17 0,0 0-2 16,7 11-19-16,-5-4-17 0,2 2-14 0,-4 3-5 16,2 0 6-16,-4 3-16 15,-2 0-11-15,-1 5-6 0,-5-2-12 0,-4 6-19 0,-2 1-2 16,-4-5-16-16,1 1-1 15,-3-1-20-15,-1-3-14 0,3-5-14 0,6-3-7 16,0-4-15-16,5-5-16 0,9 0-22 16,-16-14-28-16,10-4-3 0,6 1-7 15,2-9 5-15,6-10-6 0,0 3 20 0,3 6-15 16,-1 4 3-16,-1 9-1 0,1 1 9 16,-3 1 1-16,5 5 8 0,-3 2 7 0,5 3 15 15,-3 2 8-15,2 2-3 16,5 1 10-16,-4 4-2 0,8 2-5 0,-5 1-3 15,2 0 10-15,-2 2-18 0,0 0 15 16,0 1-15-16,-4-2 5 0,3-1-26 0,-3 0-47 16,-5-5-52-16,3 1-79 0,-5-3-85 15,6 0-114-15,-3-3-121 0,-9 0-149 16,21-6-64-16,-10 0 57 0,-1-5-434 0,2-7-570 16</inkml:trace>
  <inkml:trace contextRef="#ctx0" brushRef="#br0" timeOffset="3516.72">7394 1845 3230 0,'-8'-18'172'0,"2"5"58"0,2 3 53 16,3 2 42-16,-3 1 30 0,4 7-10 15,-4-8-26-15,4 8-25 0,0 0-28 16,0 0-9-16,0 0 9 0,0 29-11 0,2-4-19 16,4 17-16-16,-6 15-20 0,1 10-5 15,1-1-11-15,0 6-20 0,0 2-17 16,0 1-12-16,0-3-22 0,-4 3-113 15,0-7 0-15,0-4 0 0,-2-6 0 0,3-13 0 16,-5-9 0-16,4 3 0 0,-1-13 0 16,-4-8 0-16,3-2 0 0,4-6-257 0,-2-3-141 15,4-4-92-15,-2-3-78 0,0 0-94 16,0 0-103-16,22-25 1 16,-10-1-694-16,4-5-907 0</inkml:trace>
  <inkml:trace contextRef="#ctx0" brushRef="#br0" timeOffset="3699.58">7575 2371 3960 0,'2'-13'0'0,"2"1"68"16,-4 6 51-16,1 0 37 0,-1 6 17 16,0 0 4-16,0 0-9 0,0 0-13 0,0 0-11 15,0 0-6-15,0 0-13 0,0 32-10 16,-1-11-12-16,-3 1 1 0,-4 12-23 0,2-1-42 16,0-8-58-16,3 0-78 0,-5-4-73 15,7 3-107-15,-6-5-100 0,3-2-94 0,4-3-127 16,-1-4-36-16,1-2 45 15,0-3-293-15,0-5-365 0</inkml:trace>
  <inkml:trace contextRef="#ctx0" brushRef="#br0" timeOffset="3849.34">7704 2147 2422 0,'2'-23'85'0,"-2"5"54"0,-2 7 43 16,2 1 31-16,-1 5 14 0,-1 0-7 15,2 5-19-15,-4-10-19 0,4 10-21 0,0 0-18 16,0 0-18-16,0 0-63 0,0 0-101 15,-25 16-131-15,21-2-180 0,3-3-277 0,-6 6 40 16,3 3 81-16,1 4-203 0,3-2-201 16</inkml:trace>
  <inkml:trace contextRef="#ctx0" brushRef="#br0" timeOffset="4166.2">7798 2470 2485 0,'-11'-3'361'15,"0"0"55"-15,11 3 42 0,-11-4 19 16,11 4 5-16,0 0-6 0,0 0-21 0,-1-7-33 16,1 7-49-16,0 0-40 0,0 0-33 15,0 0-26-15,0 0-29 0,28-1-27 16,-28 1-24-16,22 8-24 0,-10-1-118 0,-4 2-52 16,-3 3 0-16,1 3 0 0,-3 2 0 15,-8 5 0-15,1 1 0 0,-7 8 0 0,2-2 0 16,-3 0 0-16,5-8 0 0,-3-1 0 15,4-5 0-15,2-1 0 0,2-1 0 16,0-5 0-16,1-1 0 0,1 0 0 16,0-7 0-16,1 10 0 0,-1-10 0 0,12 3 0 15,-12-3 0-15,17-1 0 0,-17 1 0 16,32-7 0-16,-14 0 0 0,2 2 0 16,2-2-1052-16,1 2 71 0,-2-2 110 0,8 4-927 15,-2 1-1227-15</inkml:trace>
  <inkml:trace contextRef="#ctx0" brushRef="#br0" timeOffset="4549.22">8255 2588 4809 0,'-6'-4'-59'0,"1"-4"46"0,0 5 38 15,5 3 7-15,0 0 3 0,2-8-3 0,-2 8 5 16,12-6-10-16,-3 0 0 0,3 2-2 15,-1 1-2-15,2-4-2 0,-1 4-5 0,0-3 0 16,0 3-6-16,-1-2 2 0,-2 1 4 16,-2-1 16-16,2 2 21 0,-4-1 15 15,-1 1 16-15,-4 3 4 0,7-12-2 0,-7 12-6 16,0-9-5-16,0 9-9 0,-7-8-6 16,-1 6-9-16,8 2-2 0,-28 0 14 0,8 4 19 15,-5 2 22-15,-3 5 9 16,7 1 31-16,-3 3 4 0,4 3 6 0,7-3-6 15,1 3-12-15,7-5-6 0,-1 3-6 16,4-3 2-16,2 1 1 0,4-1-11 16,3 1-7-16,5 0-11 0,1-7-10 0,5 5-4 15,-2-7-9-15,0 0-12 0,4-1-27 16,-8-1-71-16,1-1-96 0,-1 1-107 0,1-2-117 16,-1 3-125-16,-4-2-158 0,1 0-233 15,-9-2 72-15,14 5 90 0,-14-5-616 16,11 7-781-16</inkml:trace>
  <inkml:trace contextRef="#ctx0" brushRef="#br0" timeOffset="5465.34">9076 2503 3497 0,'-9'-7'-37'0,"5"0"49"0,4 7 31 0,-4-8 36 0,4 8 15 0,-2-11 26 16,2 11 17-16,0-10 0 0,0 10-2 15,8-13-14-15,1 5-10 0,-1 2-7 16,4 1-13-16,1 0-6 0,4 3-12 16,-4 2 21-16,7 2-11 0,0 3 4 0,-1 5 10 15,6 7 4-15,-4 5-2 0,-4 2 20 16,-1 1 10-16,-3 2 34 0,-8-4 7 0,-1-1 20 15,-4-3 12-15,-4 4 4 0,-1-3-6 16,-3 1-5-16,-2 0-10 0,-1-2-15 0,-4 1-8 16,0-2 0-16,2-6-11 0,1-4-12 15,1 1-11-15,-3-2-11 0,5-4-77 16,-1-3-40-16,10 0 0 0,-25-7 0 0,16-2 0 16,-3-6 0-16,-3-9 0 15,7 0 0-15,4 0 0 0,3 1-191 0,-1-3-84 16,4 3-63-16,-1 1-59 0,10 1-75 15,-4 0-75-15,2 4-87 0,11-7-136 0,-4 9 34 16,9-2-567-16,-4 5-761 0</inkml:trace>
  <inkml:trace contextRef="#ctx0" brushRef="#br0" timeOffset="6131.57">9392 2418 3372 0,'0'0'-110'0,"2"6"40"15,-2-6 49-15,-4 11 33 0,3-5 32 0,1-6 26 16,-4 19 13-16,2-7 18 15,0 0 7-15,0 5 7 0,2-5-1 0,0 7-1 0,2-2-3 16,0 3-10-16,0-4-5 16,2 0-12-16,-1 0-7 0,4-2-4 0,-2-1-3 15,3 1-10-15,-3-6-4 0,5-1-2 16,0-5-8-16,1 3-15 0,-11-5-22 16,25-5-22-16,-10-4-16 0,-2-5-12 0,7-8-6 15,-4-7-1-15,0-3 14 0,2-15-4 16,-2-8 4-16,-5-6 1 0,3-9 2 0,-3-3 4 15,0-1-2-15,1-1 2 0,-1 3-3 16,-1 6 13-16,-2 10 8 0,-2 17 34 16,-6 8 13-16,1 7 2 0,-1 4 1 15,0 6 1-15,0 2-8 0,-1 3-5 16,1 3-1-16,0 6-2 0,0 0-7 0,0 0 3 16,-27 22-6-16,14 1 13 0,-3 8-2 15,-2 14 9-15,0 3-10 0,2 10 6 0,3-2 2 16,4 6-5-16,4 2-2 0,5-1 4 15,5-2 0-15,4-3-5 0,9-2 0 16,-1-4 0-16,0-6-4 0,5-3-6 0,-2-14-1 16,-3-4-1-16,5-3-1 15,-4-9-1-15,-1-7-5 0,-2-2-18 0,3-4-2 16,0-4-21-16,5-4-8 0,4-9-7 16,-2-5-13-16,1-12-6 0,3-7-2 0,-3-6-4 15,-2-8 16-15,-5-6-4 0,1-4 12 16,0-3 6-16,-6-2 10 0,2-1 38 15,0 9 21-15,-3 6 22 0,-8 17 9 0,1 6 12 16,-2 11-8-16,-4 5-7 0,2 5-3 16,-4 5-5-16,-2 5-3 0,4 2-1 0,0 0-5 15,-24 25-3-15,8 4 3 0,3 5-2 16,-1 15-2-16,3 6 0 0,4 3-3 16,-1 5-1-16,2-2-4 0,6 2-1 0,2-1 0 15,3 1 0-15,7-5 0 0,0-5-2 16,0-2-4-16,0-14-1 0,1-3-8 0,-1-5-24 15,-2-9-21-15,-3-2-19 16,3-9-24-16,-1 0-44 0,-1-4-55 0,1-1-66 16,3-4-64-16,-12 0-90 0,27-9-113 15,-9 0-81-15,5 1 38 0,6-7-189 16,3-2-235-16</inkml:trace>
  <inkml:trace contextRef="#ctx0" brushRef="#br0" timeOffset="6865.28">10995 1908 2475 0,'-5'-10'299'0,"-3"3"-8"0,6 2-10 0,-1 2-18 0,3 3-24 0,0 0-9 0,0 0-3 0,-9 20 1 15,6 1-22-15,-3 14-29 0,2 7-13 16,-1 17-17-16,3 0-9 0,-2 4-9 15,-4 1-14-15,2-3-12 0,-3 3-8 0,2-5-11 16,-3-5-5-16,0-4-6 0,3-13-8 16,1-6-6-16,0-6-7 0,2-6-9 15,2-5-3-15,-3-2 6 0,3-3-6 0,0-1-5 16,0-2-5-16,2-6-4 0,-8 7-4 0,8-7-5 16,-9-1-7-16,9 1-2 15,-21-12-12-15,8 6-16 0,-7-4-23 0,2 0-18 16,-13-7-13-16,3 5-1 0,-1-1 7 15,6 3 9-15,8 1 6 0,3 3-6 16,1 0-16-16,6 1-30 0,3 0-6 0,2-4-25 16,7 3-41-16,10-8-29 0,13-3-44 15,18-5-53-15,9-1-40 0,10 1 30 0,28-10 57 16,4 1 50-16,1-4 39 0,-7 0 24 16,-5 1 37-16,-11-7 45 0,-25 8 38 15,-7 3 41-15,-8-4 47 0,-13 0 53 0,-6 6 28 16,-7 1 35-16,-4 5 16 15,-6 2-6-15,-2 6 4 0,-6-1 1 0,2 1 3 0,-5 2-22 16,-1 0 0-16,-1 4-15 16,-3 5-10-16,-4 1-10 0,-4 7-9 0,-8 9-9 15,-6 12-11-15,-1 9-10 0,2 11-3 16,-9 20-9-16,13-11-15 0,1 20-3 0,7-10-8 16,7 1-7-16,-1 0-1 0,5-4-3 15,3-4-7-15,5-4-2 0,1-13-6 16,0-5 10-16,2-9-18 0,1-4-2 0,1-6 0 15,-2-2-1-15,0-1-3 16,2-4 0-16,0-1 19 0,2-3 9 0,-2-6 13 16,0 0-3-16,0 0-6 0,0 0-6 15,30-12 16-15,-17-1 3 0,1 3-2 0,-3 1 4 16,-2 0-8-16,2 4-1 0,-6 2-13 16,-5 3-3-16,13-4-6 0,-13 4-6 15,0 0 1-15,19 11 0 0,-11-4-5 0,1 1-9 16,-1 1-1-16,0-1-1 0,-1 2-4 15,1-1-36-15,-4-1-63 0,2 0-56 0,-1-1-58 16,-1 2-72-16,1-7-92 0,-1 1-108 16,3 1-126-16,-7-4-213 0,14 2 63 0,-14-2 73 15,0 0-513-15,25-6-650 0</inkml:trace>
  <inkml:trace contextRef="#ctx0" brushRef="#br0" timeOffset="7232.24">11755 2668 3092 0,'0'0'83'0,"0"0"67"0,0 0 36 0,-16 17 28 0,16-17 27 0,0 0 31 0,0 0 6 0,-4 7-7 0,4-7 5 16,0 0-21-16,0 0-17 0,0 0-26 0,19 2-22 16,-19-2-20-16,25-5-14 15,-13 1-23-15,6-1-16 0,-2 0-34 0,-3 0-24 0,1-5-27 16,0-2-6-16,-3 3-3 0,1-7-3 15,-4 0-14-15,-3 3-8 0,-3-1-7 16,-2 3-15-16,0-2-9 0,-4 1 6 16,-5 4-1-16,-5-1 2 0,0 6 3 15,-8 1 1-15,-3 4 5 0,-1 4 3 0,-7 2 7 16,5 1 1-16,7 3 3 0,4 0 8 16,4 5 7-16,3-3 7 0,2 1-3 0,6-1 1 15,1 1 3-15,1-1-1 0,1-2 2 16,3 3 6-16,5-3-10 0,3-2 2 0,-1 0-6 15,5 1 1-15,4-3-78 0,0 1-104 16,3-4-129-16,2 0-159 0,11 0-206 16,-6-1-97-16,-3-3 58 0,0 1-542 15,13-5-704-15</inkml:trace>
  <inkml:trace contextRef="#ctx0" brushRef="#br0" timeOffset="7631.9">12638 2607 3673 0,'-10'-9'184'16,"3"1"40"-16,2 6 25 0,5 2 12 0,-9-8-3 16,9 8-8-16,0 0-23 0,0 0-18 15,0 0-23-15,0 0-7 0,0 0-22 0,12 25-10 16,-6-11-19-16,-1 1-11 0,3-3-10 16,-2 2-9-16,-2 1-15 0,1-3-7 15,-3 0-9-15,0-2-1 0,0 0-18 16,0 2 6-16,-2-5-3 0,-2 2-3 15,2-9-9-15,-2 10-11 0,2-10 2 0,0 7-2 16,0-7-6-16,0 0-10 0,0 0 2 16,0 0-6-16,0 0-16 0,23-26 8 0,-2 4-6 15,2 3-4-15,0-1 2 0,4 3 2 16,-9 5 0-16,1 4 7 0,-3 3-4 16,1 1-4-16,-3 2 0 0,-1 2 1 0,-13 0 8 15,23 6-1-15,-12 1 3 0,-2 3-1 16,-1 2 2-16,2 4 1 0,-5-2-3 15,2 4-1-15,-2-2 2 0,1-1-5 0,-3-1-50 16,1 0-44-16,2-1-54 0,-1-1-55 16,0-3-70-16,0-2-69 0,3-1-76 15,-3-2-119-15,4-2-148 0,3-2-26 0,-12 0 63 16,24-4-430-16,-10 1-549 0</inkml:trace>
  <inkml:trace contextRef="#ctx0" brushRef="#br0" timeOffset="7948.42">13301 2619 3103 0,'0'0'87'0,"0"0"61"0,-23 11 31 0,16-4 38 15,-1 2 11-15,3 5 2 0,-1-1 18 16,1 3 7-16,5-1 6 0,0-1-19 16,-1-1-25-16,2 1-24 0,-1-2-15 0,5 0-17 15,1-2-16-15,-1-1-9 0,6-2-12 16,3-1-12-16,3-2-25 0,-2-2-21 0,2-1-21 15,2-2-3-15,3-3-8 0,-8 1 4 16,4-1-4-16,-7-1-3 0,3-2-1 0,-7 0 5 16,-1-3-5-16,-2 0 0 0,-4-4-5 15,-4 1-9-15,0-3-2 0,-5-1 0 16,3 0-7-16,-6 1-9 0,1 3-19 16,-4 1-20-16,-2 2-41 0,1 4-48 15,0 0-70-15,-4 6-89 0,3 0-123 0,-2 2-149 16,2 0-188-16,4 0 26 0,3 2 73 15,2-1-432-15,8-3-554 0</inkml:trace>
  <inkml:trace contextRef="#ctx0" brushRef="#br0" timeOffset="8398.93">14176 1935 3311 0,'-6'-11'208'0,"5"2"37"0,-1 4 19 0,2 5 8 16,0 0-12-16,0 0 33 0,0 0 16 16,-18 17 29-16,5 11-14 0,-3 5-28 15,4 15-26-15,-4 10-4 0,-1 3-18 16,3 6-22-16,1 3-17 0,-2 2-19 0,0-5-17 16,1-2-21-16,-1-6-10 0,1-7-17 15,3-5-55-15,2-12-70 0,4-5 0 0,-4-6 0 16,6-7 0-16,-3-1 0 0,4-6 0 15,0-1 0-15,1-3 0 0,1-6 0 0,0 0 0 16,0 0 0-16,0 0 0 0,0 0 0 16,0 0 0-16,12-20 0 0,-12 6-27 15,-1-3-175-15,-1 2 2 0,-4 1 12 16,-3 2 12-16,-1 0 18 0,-5 7 12 16,-3 0 19-16,-7 5 20 0,2 2 36 0,-14 4 40 15,0 3 31-15,7 3 40 0,1 3 17 16,6 1 8-16,7-1-2 0,2-1 7 0,5 1 17 15,1-1 16-15,4-2 15 16,6 1 2-16,2 1-4 0,3-2-6 0,5 3-5 16,5-6-12-16,2 1-12 0,2-2-11 0,0-1-39 15,4-4-74-15,0 0-103 0,2-1-112 16,0-4-131-16,-2-1-160 0,12-5-202 0,-1 0-93 16,-3 0 78-16,-1-3-710 15,-2-3-925-15</inkml:trace>
  <inkml:trace contextRef="#ctx0" brushRef="#br0" timeOffset="8798.19">14558 2585 3846 0,'0'0'1'0,"-31"13"67"0,26-10 36 0,5-3 45 0,-1 8 61 0,1-8 46 0,0 8 27 0,0-8 10 0,0 0-1 0,12 12-19 16,-3-10-27-16,0 1-24 0,3-2-23 0,-12-1-24 15,32 0-19-15,-15-4-13 0,1 2-13 16,-4-4-11-16,2 0-16 0,2 2-13 16,-5-4-8-16,-2-1-10 0,-3 1-7 15,-1-4-8-15,-3 1 1 0,-4-1-15 16,0 1-7-16,-6 1-7 0,-6 0-4 0,-2 3 1 16,-9 4-4-16,-6 1-1 0,-11 4 16 15,2 6 12-15,-6 2 20 0,1 11 9 0,-4 4-14 16,9 1-64-16,10 3 0 0,7 0 0 15,4 0 0-15,7 1 0 0,4-6 0 0,8-3 0 16,0-3 0-16,8 1 0 0,-1-2 0 16,4-1 0-16,5-3 0 0,7 2 0 15,-4-6 0-15,-1-4 0 0,2 1 0 16,-6-3 0-16,5-3 0 0,-7 3-319 16,3-6-108-16,2 2-119 0,-4-3-142 0,1 0-175 15,-5 1 62-15,-4 1 96 0,-7 2-602 16,14-6-764-16</inkml:trace>
  <inkml:trace contextRef="#ctx0" brushRef="#br0" timeOffset="9297.91">15807 2760 3702 0,'-30'0'41'0,"5"0"9"0,7 0 30 0,7 0 33 0,11 0 44 0,-15 0-1 0,15 0-12 16,0 0-8-16,0 0 22 15,0 0 8-15,53 7-12 0,6-2-14 0,13-1-18 16,5 2-14-16,13 0-19 0,24 1-97 16,-4-2-121-16,-18-4-147 0,-5 3-191 15,-4-6-242-15,-7 0 58 0,-13-3 81 0,-19 2-351 16,-10-6-400-16</inkml:trace>
  <inkml:trace contextRef="#ctx0" brushRef="#br0" timeOffset="9547.93">16509 2573 2836 0,'3'-4'145'0,"-3"4"15"0,13-2 19 15,-13 2 21-15,31 4 25 16,-3 10 13-16,1 2 8 0,12 10 17 0,-11 3-9 15,-4-2-6-15,-7 0 18 0,-5 4-11 16,-6 0-2-16,-8-3-10 0,-6-4-17 0,-8 8-17 16,-2 0-24-16,-11-1-16 0,-2 2-17 15,-3-4-28-15,5-4-18 0,-2-5-12 0,5 1-31 16,0-4-60-16,8-5-70 0,0-6-67 16,7 1-88-16,0-3-108 0,0-1-124 15,9-3-161-15,0 0-173 0,0 0 57 0,-3-14-630 16,3 14-815-16</inkml:trace>
  <inkml:trace contextRef="#ctx0" brushRef="#br0" timeOffset="10148.14">17990 2629 3575 0,'3'-10'-95'0,"1"4"43"0,-2-2 34 0,0 4 36 0,-2 4 31 15,0-13 41-15,0 13 19 0,0-10 23 0,-2 3 10 0,0 1-6 0,0 0-10 16,-2-2-11-16,-2 3-10 0,0-2-12 16,-5 2-6-16,0 1-10 0,-3 0-7 15,1 2-11-15,-6 2-5 0,0 3-5 16,-7 2-4-16,-8 4-4 0,11-1-5 15,3-2-6-15,5-2-4 0,3 8 1 0,7-7 2 16,-3 7-6-16,10-4-2 0,4 5 2 16,3 3-2-16,12 5-2 0,2 1 0 0,6-1-4 15,-2 2 0-15,-1-2-6 0,-1-1 2 16,-8-4 2-16,-6-1 11 0,-2-3 25 0,0 0 31 16,-6 0 42-16,-4-2 31 0,-7 2 28 15,-4 1-3-15,-3-1 1 0,-6-1-5 0,-6 3-9 16,-7-4-13-16,0 2-19 15,2-3-6-15,3-2-19 0,2-3-9 0,2-1-10 16,7 1-8-16,-2-4-15 0,7 2-13 16,0-2-61-16,13 0-79 0,-22-4-77 15,19-1-102-15,1-2-119 0,6-3-122 0,6-7-139 16,10-7-145-16,14-5 63 0,9-3-624 16,0-6-807-16</inkml:trace>
  <inkml:trace contextRef="#ctx0" brushRef="#br0" timeOffset="10381.57">18560 2121 3794 0,'5'-12'64'0,"-5"5"26"0,0 2 29 15,0 5 26-15,0-8 9 16,0 8-13-16,0 0-13 0,0 0-13 0,0 0-8 16,0 0 35-16,-17 49 24 0,-3-3-2 15,2 4 11-15,-4 4-18 0,5 2-10 0,-3 4-11 16,2 2-18-16,3-2-3 0,1-2-18 15,5-3 0-15,2-5-17 0,-2-8-16 0,8-4-57 16,-3-4-57-16,0-5-58 0,2-8-65 16,0-3-72-16,2-5-68 0,0 1-64 0,-1-4-77 15,1-4-81-15,0 1-108 0,0-7 20 16,-4 6-398-16,4-6-495 0</inkml:trace>
  <inkml:trace contextRef="#ctx0" brushRef="#br0" timeOffset="10547.65">18162 2832 2666 0,'-25'-10'57'0,"3"3"68"15,-5-7 51-15,4 8 58 0,7 0 63 16,2-1 39-16,3 4 20 0,1 0-13 0,2-1-37 16,8 4-28-16,-11-5-35 0,11 5-23 15,0 0-28-15,0 0-20 0,0 0-78 0,34-12-89 16,-5 10-106-16,12-1-116 0,8 1-122 16,-1-1-125-16,2-2-196 0,10 0-18 15,-12 0 61-15,-5-2-412 0,0 0-502 0</inkml:trace>
  <inkml:trace contextRef="#ctx0" brushRef="#br0" timeOffset="10881.79">18702 2656 2748 0,'5'-4'73'0,"-1"-2"72"16,-4 6 28-16,0 0 6 0,10-2 10 0,-10 2 1 15,0 0-12-15,0 0-22 0,0 0-15 16,0 0 32-16,9 12-17 0,-9-4-12 16,2 3-11-16,-2 1-15 0,2 0-10 0,-2 1-8 15,0 1-9-15,-2-2-8 0,-1 3-7 16,-3 1-3-16,-1-4-11 0,-2 2-8 15,-2-2-4-15,-3 1-8 0,2-3-4 16,-1-1-1-16,-3-2-6 0,3-4-4 0,-1-1-12 0,14-2-21 16,-20-5-19-16,10 1-3 15,0-6-4-15,5-5 9 0,1-1-8 0,-1 1 7 16,10 0-1-16,-3 1 4 0,5 4 0 16,-3 1 4-16,3 1 2 0,2 2 2 0,-9 6-2 15,15-3 5-15,-15 3 5 0,17 7-2 16,-8-4 4-16,4 4 0 0,1 2 2 15,-3-1-6-15,3-1 6 0,-1 0-10 0,0 0-33 16,3-2-60-16,-5-2-65 0,3 1-75 16,0-3-75-16,-2-4-95 0,3-1-142 15,3-6-50-15,-4-2 49 0,10-8-268 0,-7-4-312 16</inkml:trace>
  <inkml:trace contextRef="#ctx0" brushRef="#br0" timeOffset="11464.13">19241 1999 2402 0,'2'-21'113'0,"-5"4"28"0,1 5 18 16,-4 2 24-16,1 1 25 0,4 3 4 0,1 6-14 16,-8-7-16-16,8 7-17 0,0 0-8 15,-23 24 7-15,8 5-11 0,-2 18-6 0,-2 7 11 16,4 3-16-16,-2 6-11 0,1 5-9 16,5 4-17-16,-1-2-11 0,5 1-3 15,-2 1-8-15,-2-5-23 0,8-5-4 0,-3-4-9 16,-1-5-2-16,1-13-5 15,4-5-6-15,1-9 4 0,-6-5-21 0,5-6-33 0,0-2-32 16,2-1-27-16,-3-6-25 16,3-6-20-16,-6 4-8 0,6-4-7 0,0 0 5 0,-11-19 6 15,5 5 9-15,-4-7 19 16,-3-10-1-16,1 2 25 0,1-3 4 0,-3 3 28 16,2 3 41-16,2 9 26 0,2 3 10 15,2 4-6-15,-1 2-10 0,3 4 3 16,3 1-5-16,1 3 4 0,0 0-2 0,0 0 4 15,0 0-7-15,0 0 9 0,0 0 0 16,32 7 3-16,-14-7-7 0,9 0 0 16,10-5 2-16,-1-1 11 0,-5 3 23 15,-8-4 27-15,-5 3 36 0,0 0 24 0,-5 2 15 16,-1 2-1-16,-12 0-12 0,14-2-9 16,-14 2-21-16,0 0-4 0,12 10-6 0,-12-4 5 15,0 4-6-15,0 0-7 0,0 0-8 16,0 2-9-16,1 2-1 0,6 0-1 0,-2 1-3 15,5-3-6-15,4 3-4 0,0-3-1 16,6-1-8-16,0-3-7 0,1-1 0 0,2-4-9 16,0-1-1-16,-2-2-2 0,0-2-3 15,-2-1-8-15,0 0-5 0,-2-3 1 16,-2 0-4-16,-1-3-5 0,-1-1-3 0,-3-2-5 16,-1-2-14-16,-1-3-10 15,-4 0-24-15,-3 0-44 0,5 1-43 0,-6 1-62 16,0 3-74-16,-4 2-101 0,2 1-141 15,-3 1-167-15,-3 1-117 0,1 2 72 0,1 1-614 16,6 4-788-16</inkml:trace>
  <inkml:trace contextRef="#ctx0" brushRef="#br0" timeOffset="11899.99">20005 2697 3470 0,'0'0'5'0,"-11"-5"39"0,8 2 42 0,3 3 19 0,-11-4 29 0,11 4 11 0,-3-5 10 0,3 5-2 16,-8-5-9-16,8 5-10 0,-3-5-5 16,3 5-9-16,-11-6-13 0,11 6-12 0,-11-1-10 15,11 1-11-15,-23 1-5 0,5 3-7 16,-5 1-6-16,-11 2-3 0,-1 0-5 0,3 3-4 15,9-1-3-15,5-5-10 16,4 2 5-16,3 1-8 0,10 1 3 0,1 1-3 16,1 1 2-16,11 0 0 0,5 4-4 15,10 3 0-15,3 0 0 0,-3 0 18 16,4 2 26-16,-6-4 42 0,-8-3 19 0,-2-1 27 16,-6-1 22-16,1-2 24 0,-4 0 16 15,-2-2 8-15,-4 1 9 0,0-7-17 0,-11 16-15 16,-2-7-19-16,2 1-40 0,-6-2-146 15,0 3 0-15,-2-3 0 0,-2-2 0 0,2 4 0 16,3-5 0-16,0 0 0 16,-2-2 0-16,7 1 0 0,1-2 0 0,1-2 0 15,9 0 0-15,0 0-193 0,-15-4-312 16,15 4-135-16,2-12-184 0,3 4-31 0,10-6 84 16,8-6-727-16,6 1-943 0</inkml:trace>
  <inkml:trace contextRef="#ctx0" brushRef="#br0" timeOffset="12082.97">20574 2781 4630 0,'0'0'254'0,"-20"-22"56"0,18 18 26 16,2 4-3-16,-2-7-21 0,2 7-32 16,0 0-30-16,10-8-26 0,4 5-27 0,2-1-57 15,7-1-84-15,10-4-124 0,-7 6-103 16,-1-1-111-16,2 1-137 0,-7 0-164 0,0 3-211 15,-4 0 32-15,-2 0 84 0,-3 0-535 16,-11 0-675-16</inkml:trace>
  <inkml:trace contextRef="#ctx0" brushRef="#br0" timeOffset="12248.94">20501 2892 3787 0,'-17'6'294'0,"3"-2"62"0,7 0 32 0,-1 0 20 16,8-4 8-16,-9 3-19 15,9-3-22-15,0 0-35 0,0 0-36 0,0 0-30 16,0 0-32-16,0 0-59 0,0 0-101 16,40 4-145-16,-12-7-147 0,8 0-146 0,8-2-170 15,2-3-184-15,-1 0-136 0,2 2 73 16,-8-3-711-16,4 1-930 0</inkml:trace>
  <inkml:trace contextRef="#ctx0" brushRef="#br0" timeOffset="12698.51">21395 2648 4408 0,'-2'-9'127'0,"-2"1"52"15,4 8 57-15,-1-12 50 0,-4 7 19 0,5 5-7 16,0 0-23-16,0 0-24 0,-4-7-28 16,4 7-26-16,0 0-24 0,0 0-12 0,0 0-19 15,0 0-8-15,0 0-12 0,10 33-11 16,-8-17-12-16,2 0-8 0,-2 1-8 15,-2 3-9-15,0 1-7 0,2 4-6 0,-4-1-4 16,4 0-26-16,-4 0-31 0,0-4 0 16,2 2 0-16,-2-3 0 0,0-1 0 0,2-5 0 15,-2-1 0-15,2 0 0 0,-1-5 0 16,-2 2 0-16,1 0 0 0,-2-4 0 0,4-5 0 16,-9 10 0-16,-2-5 0 0,-9-1 0 15,-3-1 0-15,-3-1 0 0,-7 0 0 0,6 0 0 16,-1-2 0-16,4 1 0 0,4-1 0 15,6 2 0-15,2 1 0 0,2 2 0 0,10-5 0 16,0 9 0-16,0-9 0 16,31 16 0-16,-1-8 0 0,1-3 0 0,5 2 0 15,0-2 0-15,-8-1 0 0,-3-3 0 16,-3 3 0-16,-6-3 0 0,0-1 0 0,-3 2 0 16,-4-2 0-16,-9 0 0 0,12-2 0 15,-12 2 0-15,0 0 0 0,0 0 0 0,0 0 0 16,0 0 0-16,-38-6 0 0,24 4-144 15,-7 2-914-15,1 2 115 0,-3-2-1113 0,-4 0-1470 16</inkml:trace>
  <inkml:trace contextRef="#ctx0" brushRef="#br0" timeOffset="14930.17">3134 4448 2239 0,'-4'3'376'0,"4"-3"-48"0,0 0-27 0,0 0-2 0,-12 3-18 0,12-3-14 0,0 0 2 0,0 0-13 16,-14-11 18-16,14 11-3 0,-8-9-15 16,6 2-14-16,2 7-8 0,-3-14-11 0,5 7-23 15,-2 7-19-15,1-17-19 0,5 9-17 16,1-5-21-16,5 4-10 0,-1-2-9 15,5 1-20-15,3 0-9 0,0 3-8 16,2 2-14-16,1-2-7 0,0 5-2 0,-1 4-10 16,-3 2 9-16,4 2-19 0,-5 3-6 15,0 2 1-15,-3 4-2 0,-5-2 0 0,-4 3-2 16,-3-1 1-16,-4 1 4 0,-3 5-5 16,-1 2 1-16,-8 2 6 0,-2 1 11 15,-2-3 9-15,2 0 22 0,0-6 12 0,3-3 7 16,3-4-7-16,3 1-77 0,-1-2 0 15,1-2 0-15,2 0 0 0,1-2 0 0,4-5 0 16,-5 7 0-16,5-7 0 0,0 0 0 16,7 12 0-16,3-9 0 0,2-1 0 0,1 1 0 15,2-1 0-15,1-2 0 16,-3 2 0-16,4-2 0 0,-4-2 0 0,0 0 0 16,-3 2-123-16,3-2-174 0,-1-1-74 15,-2 0-85-15,-1-1-98 0,-2 0-126 16,-2 0-156-16,-1-3 82 0,-3 0-647 0,1 0-854 15</inkml:trace>
  <inkml:trace contextRef="#ctx0" brushRef="#br0" timeOffset="15348.8">3342 3953 3790 0,'-19'-12'-70'0,"0"2"23"0,0 4 14 0,-2 5 15 0,-5 1 29 0,-15 6 33 0,-10 7 15 0,-1 6 29 0,-3 7 22 16,1 9 21-16,-16 13 31 0,4 6 8 15,5 4 5-15,3 4 16 0,8 6 1 0,7 2 0 16,16-14-19-16,10 4 18 0,9 0 34 16,12-3-15-16,12-2-17 0,12-6-18 0,14-3-22 15,23 2-7-15,9-7-12 0,14-12-9 16,7-6-15-16,-17-11-42 0,4-6-35 0,-3-6-14 15,-4-6-10-15,2-6 7 0,-7-3-11 16,-1-3 0-16,-5-3 5 0,-4-6-6 16,-7-2 14-16,-7-2-1 0,-8-8 26 15,-7 0 16-15,-11-7 0 0,-6-3-4 0,-9 5 3 16,-12-10-12-16,-9-9-10 0,-11 2-1 16,-12-11-12-16,6 18-5 0,-8 6-6 15,-5 7-3-15,-1 9-12 0,-11 8-18 0,1 5-33 16,-2 12-42-16,9 7-42 0,-11 5-45 15,6 10-62-15,4 4-69 0,6 2-96 0,13-1-106 16,7 3-169-16,12-5-79 16,10-4 78-16,4 1-513 0,9-1-662 0</inkml:trace>
  <inkml:trace contextRef="#ctx0" brushRef="#br0" timeOffset="15729.89">4694 4443 3364 0,'1'-14'38'0,"-1"7"45"0,0-2 57 0,0 1 52 0,0 8 51 0,2-17 52 0,-2 10 53 0,0 7 10 15,0-13-9-15,0 13-27 0,0-9-32 0,0 9-30 0,0 0-37 16,0-7-24-16,0 7-19 16,0 0 15-16,0 0-12 0,-5 36-15 0,-2-14 4 15,2 11-3-15,-3 2-12 0,3 1-15 16,-1 0-21-16,0-2-121 0,0-7 0 0,3-7 0 16,-1 3 0-16,2-6 0 0,0-4 0 15,2-1 0-15,-2-2 0 0,0 1 0 16,1-3 0-16,1-1 0 0,0-7 0 0,0 0 0 15,1 9-40-15,-1-9-376 0,0 0-103 16,0 0-93-16,12-23-128 0,-9 10-119 0,1-8 90 16,1 1-672-16,6-11-890 0</inkml:trace>
  <inkml:trace contextRef="#ctx0" brushRef="#br0" timeOffset="15930.05">4705 4255 3725 0,'-13'-6'-9'15,"1"-1"88"-15,4 0 51 0,1 3 50 0,7 4 44 16,-10-6 48-16,10 6 12 0,-8-4-7 16,8 4-27-16,0 0-33 0,-3-7-23 0,3 7-23 15,0 0-23-15,21-8-24 0,1 2-60 16,17 1-87-16,1 1-95 0,-3-2-90 16,1 3-88-16,-6 3-66 0,-8 0-72 0,-5 1-61 15,-4 5-92-15,-1 0-65 16,-7-1-421-16,-3 6-545 0</inkml:trace>
  <inkml:trace contextRef="#ctx0" brushRef="#br0" timeOffset="16147.12">4428 4778 2908 0,'-13'9'116'0,"1"-1"53"0,3-2 34 15,2-2 55-15,0-2 58 0,7-2 54 0,-9 5 25 16,9-5 4-16,0 0-35 15,0 0-29-15,0 0-30 0,0 0-30 0,0 0-26 16,36 2-27-16,-11-5-27 0,2 1-33 16,-2-1-74-16,4 0-117 0,-3 1-102 15,2-2-102-15,-3 2-111 0,0-1-108 0,-4 0-113 16,-4 1-159-16,2-2-25 0,-1 1 69 16,-4 0-484-16,-1-3-630 0</inkml:trace>
  <inkml:trace contextRef="#ctx0" brushRef="#br0" timeOffset="16546.99">4882 4555 3471 0,'0'-8'123'0,"0"8"46"0,-2-11 30 15,2 11 23-15,0 0 2 0,0-8-14 16,0 8-21-16,0 0-16 0,0 0 33 0,0 0 12 16,0 0-6-16,9 35-21 0,-9-22-14 15,4 3-12-15,-2 1-27 0,2-1-14 0,-3 1-3 16,4 1-13-16,-3-1-15 0,0-1-7 15,-2-3-6-15,0-1 0 0,4-3-11 16,-4 1-3-16,1-1 10 0,-1-2 16 16,0-7 12-16,2 10-5 0,-2-10-8 0,0 0-12 15,0 0-14-15,0 0-5 0,0 0-22 16,33-29-16-16,-14 7-34 0,3-4-15 16,1 4-19-16,2-2 2 0,2 3-3 0,-4 1 7 15,-1 3 0-15,-2 5 7 0,-6 1-8 16,0 7 9-16,-3 4-8 0,0 0 10 0,-11 0 5 15,18 12 1-15,-8-1 1 0,-2 1 8 16,-3 1-1-16,-1 3 0 0,1-2 4 16,-1 1 0-16,-1 1-1 0,2-3 6 0,-5-1-5 15,2 1 4-15,0-3-4 0,0-2-36 16,0-1-40-16,-2-7-55 0,3 12-64 0,-3-9-95 16,0-3-129-16,2 6-151 0,-2-6-202 15,0 0 51-15,0 0 83 0,0 0-454 0,0 0-573 16</inkml:trace>
  <inkml:trace contextRef="#ctx0" brushRef="#br0" timeOffset="16963.95">5761 4499 2874 0,'-2'-7'-60'0,"-2"2"37"0,4 5 23 0,-8-9 21 0,8 9 15 0,-13-7 14 0,2 6 5 0,-3-1 5 0,-1 2 8 16,-4 2 7-16,-6-1 11 0,0 6-1 0,3-2 8 16,-9 7-13-16,4-1 1 0,8-1-12 15,4 2 2-15,3-2-20 0,3 2-4 16,3-3 5-16,3 2 13 0,0-3 2 0,6 2 5 16,4 2 37-16,2 1 31 0,5-1 16 15,3 1-7-15,8 4-4 0,-4-4-12 16,1 3-10-16,-4-2-15 0,-4-2-10 0,0-2-9 15,-3-1-6-15,0 1-4 0,-4-3 8 16,0 1 12-16,-3-1 15 0,-2 0 17 16,-2 0 8-16,0-7 8 0,-7 16-8 15,-3-11-7-15,-4 4-14 0,2-5-32 0,-10 3-4 16,6-2-6-16,-2-1-13 0,0-3-6 16,2 3-7-16,0-6-19 0,0 0-50 15,0-4-47-15,3-2-62 0,-1 1-73 0,5-7-75 16,3 1-90-16,4-2-70 0,-1 3-118 15,6-3-182-15,1-1 45 0,2 1 70 0,3-1-380 16,1 4-478-16</inkml:trace>
  <inkml:trace contextRef="#ctx0" brushRef="#br0" timeOffset="17596.27">5936 4576 2632 0,'8'2'48'0,"-8"-2"49"0,0 0 36 16,0 0 16-16,0 0 31 0,0 0 28 15,0 0 15-15,12 2-3 0,-12-2-9 16,0 0-12-16,0 0-12 0,0 0-12 0,0 0 1 16,14 0-10-16,-14 0-4 0,0 0-20 15,21 0-14-15,-21 0-14 0,19-4-10 16,-8 2-3-16,-11 2-10 0,18-3-10 0,-11-1-2 16,-7 4 6-16,16-4 15 0,-16 4-5 15,9-8-15-15,-3 6-6 0,-6 2-13 0,1-10 1 16,-1 10-8-16,0 0-19 15,-5-9-2-15,5 9-3 0,-18-2 2 0,18 2-2 16,-32 9-10-16,14-1-2 0,-7 8 6 0,0 1-11 16,3 1-3-16,8-2 10 0,4-1-2 15,0 2 1-15,6-1 1 0,1-5 15 16,3 3-1-16,3 2 10 0,8-3 2 16,2 0 8-16,4-2 0 0,2 0-4 0,9 2 10 15,-3-6-5-15,-4-3 6 0,0-1-2 16,-2-1 5-16,2-2 3 0,-6 0 3 0,1 0-2 15,-1-2 2-15,-1-1 0 0,-2-3 2 16,1 1 0-16,-2 0 1 0,-4-3-6 16,0-3-60-16,-1-2-7 0,-1-3 0 0,-4-1 0 15,1 0 0-15,-2 0 0 16,0 1 0-16,0 3 0 0,0 1 0 0,-2 2 0 0,2 0 0 16,0 5 0-16,0 5 0 0,-8-12 0 15,8 12 0-15,-4-6 0 0,4 6 0 16,0 0 0-16,-2-7 0 0,2 7 0 15,18-4 0-15,-1-2 0 0,2 4 0 0,2-2 0 16,-4 4 0-16,2-2 0 0,-4 2 0 16,-3 2 0-16,3 4 0 0,-3 0 0 0,-1 5 0 15,-4 1 0-15,1 1 0 0,-4 5 0 16,0-3 0-16,0 3 0 0,-4-1 0 16,2 1 0-16,0 1 0 0,-2-2 0 0,1-1 0 15,-1-1 0-15,0-3 0 0,0 2 0 16,0-4 0-16,0 1 0 0,0-5 0 15,2 3-148-15,-2-9-164 0,0 12-110 0,2-8-154 16,-2-4-193-16,0 0-94 0,0 0 84 16,0 0-691-16,25-18-918 0</inkml:trace>
  <inkml:trace contextRef="#ctx0" brushRef="#br0" timeOffset="17847.05">6765 4146 4109 0,'-8'-24'20'0,"2"2"66"0,0 6 48 0,-1 3 46 0,3 1 31 0,1 1 20 16,-1 2-8-16,-1 2-36 16,3 0-28-16,2 7-22 0,0 0-9 0,0 0 11 15,-11 23 5-15,6 12-37 0,-3 4 6 0,0 10 18 16,1 5 1-16,1 1-13 16,3 3-5-16,-3-3-16 0,8-9-9 0,-4-3-8 15,0 3-7-15,-1-3-19 0,0-1-52 16,-1-5-65-16,0-4-51 0,4-8-52 0,-2-2-45 15,1-8-58-15,1-1-57 0,-2-3-43 16,0 0-40-16,-2-2-45 0,1-4-29 0,-2-2-13 16,5-3 10-16,0 0 59 0</inkml:trace>
  <inkml:trace contextRef="#ctx0" brushRef="#br0" timeOffset="18012.99">6616 4797 2535 0,'-17'-12'-53'0,"5"4"65"16,0-3 71-16,-6-1 73 0,2 0 70 0,0 1 54 16,5 2 66-16,-1 0 61 15,0 2 27-15,2 1-1 0,5 1-7 0,-1-1-10 16,6 6-20-16,-9-6-25 0,9 6-46 15,-4-8-38-15,4 8-24 0,0 0-26 0,0 0-27 16,22-7-34-16,-10 6-79 0,3 0-88 16,5 1-97-16,-1-2-90 0,1 4-79 0,3-4-95 15,2 0-108-15,0 0-89 0,-1-3-125 16,-1 2-135-16,2-7 70 0,2 1-610 16,2-5-804-16</inkml:trace>
  <inkml:trace contextRef="#ctx0" brushRef="#br0" timeOffset="18779.86">7889 4601 3475 0,'9'-2'-136'0,"2"-1"45"0,-8-1 42 0,-3 4 44 0,9-6 37 0,-9 6 24 0,8-6 37 15,-8 6 14-15,5-6 9 0,-5 6 9 0,7-9 5 16,-7 9 17-16,5-10 1 0,-3 4 4 16,0-2-8-16,-2-1-4 0,0 9-5 0,0-16-3 15,-4 6-11-15,3 1-11 0,-5 1-16 16,0 2-12-16,-4 1-7 0,-1 2-7 16,-3 3-8-16,-6 0-7 0,-5 3-4 0,-9 6-3 15,2 3-7-15,-2 0-6 0,2 3-3 16,5 1-2-16,5 3-2 0,4-6-3 0,9 3-4 15,2-3-1-15,2 0 3 16,5-1-1-16,9 2-6 0,0 3 0 0,12 3 1 16,1 1-2-16,3-1 3 0,2-3 9 15,-4 0 5-15,-4-3 5 0,-2-2 6 0,-1 0 10 16,-5 1 10-16,-2-4 30 0,-1 2 35 16,-2-2-2-16,-2-2 20 0,-2 5 14 15,-6-2 0-15,0-2 1 0,-4 1 0 0,-1 1-9 16,-6 2-7-16,1-3-13 0,-5-3-8 15,4 2-5-15,-3-5-12 0,2 0-10 0,-6 1-66 16,8-2-29-16,-2-2 0 0,1 0 0 16,3-4 0-16,-1 1 0 0,2-2-10 15,3-3-241-15,4 0-94 0,2-2-99 0,6-3-74 16,3-2-108-16,16-7-135 0,4-1-34 16,2 2 81-16,9-4-554 0,2-1-727 15</inkml:trace>
  <inkml:trace contextRef="#ctx0" brushRef="#br0" timeOffset="19096.07">8099 4586 3292 0,'5'-8'-51'16,"-1"0"60"-16,0 1 50 0,-1 1 36 0,-3 6 37 16,0 0 17-16,2-10 6 0,-2 10-5 15,0 0-3-15,0 0 23 0,0 0 21 16,0 0-2-16,-11 27-1 0,4-11 12 0,1 3 4 16,-4 2-8-16,5 1-11 15,-3 0-13-15,5 0-11 0,-1 0-10 0,4-3-17 16,2-2-4-16,1 2-11 0,1-3-9 15,7 0 1-15,1-3-7 0,3-1 8 0,-1-4-15 16,2-3-6-16,4-1-7 0,-2-1-10 16,2-3-10-16,1-1-6 0,-1-5-4 0,2 1-6 15,-3-3-2-15,-1-2-4 0,-4-3-2 16,-1-2-12-16,-3 0-4 0,-2-2-7 16,-5-2-9-16,-3 0-24 0,0 2-27 0,-3 0-25 15,-3 0-20-15,-2 1-26 0,-1 3-34 16,-2 6-32-16,-5 0-42 0,3 2-62 0,-1 3-77 15,1 2-82-15,-3 2-116 0,5 0-201 16,0 1 49-16,3-1 68 0,8-2-411 16,0 0-527-16</inkml:trace>
  <inkml:trace contextRef="#ctx0" brushRef="#br0" timeOffset="19413.13">8642 4648 2830 0,'0'0'104'15,"0"0"49"-15,0 0 22 0,0 0 27 16,0 0 31-16,-14 18 28 0,9-13 14 0,-1 7 0 16,2-2 3-16,-1 3-17 0,0 3-42 15,2-1-16-15,1 2-25 0,0-3-14 16,6 1-10-16,-3 1-14 0,10 1-13 0,-2-1-15 16,7-3-1-16,-2-3-15 0,9 2-7 15,-2-7-7-15,2-1-9 0,4 0-11 16,-1-2-6-16,-6-4-1 0,4 0-4 0,-3-4-4 15,-1 1-4-15,-6-1 7 0,0 0-16 16,-5-6-13-16,2 1 5 0,-4-3-18 0,-2-1-31 16,-3-5-22-16,-2 3-25 0,-2-1-24 15,1-1-35-15,-1 5-36 0,0 2-61 0,-1 2-83 16,1 1-83-16,-1 4-109 0,-3 3-168 16,6 2-60-16,-9-3 75 0,9 3-449 15,0 0-572-15</inkml:trace>
  <inkml:trace contextRef="#ctx0" brushRef="#br0" timeOffset="19846.52">9231 4894 3375 0,'0'0'184'0,"0"0"39"0,-2 8 38 16,2-8 32-16,0 0 20 0,0 0-26 16,0 0-14-16,0 0-32 0,0 0-25 0,0 0-19 15,0 0-25-15,0 0-16 0,0 0-21 16,0 0-29-16,0 0-30 0,0 0-18 0,0 0-5 15,0 0-17-15,9-18-7 0,-7 6-14 16,-2-1 3-16,-2-1-12 0,0-5 2 16,-2-2-1-16,3-1-3 0,-5 2-1 15,1 0-6-15,-1 6-4 0,-1 0-1 0,0 4-2 16,-2 0 2-16,0 3 3 0,0 3-3 16,0 3-1-16,4-3 0 0,5 4-1 0,-14-2 2 15,14 2 0-15,0 0 2 0,0 0 6 16,0 0-2-16,0 0-2 0,44-9 0 15,-8 5 3-15,2-1 2 0,-2 0 0 16,-6 1 0-16,-6 0-6 0,-7 3 3 16,-2 1-6-16,-1 3 3 0,-1 1 1 0,-6 1 5 15,1 4-2-15,-2 0 10 0,-1 5 6 16,-3-1-5-16,0 2 0 0,0 2 0 0,-2 0 12 16,2 2-10-16,-2-2-11 0,0 1 12 15,0 1-11-15,0-5 6 0,0-2-6 0,0 3-28 16,2-6-49-16,0 3-64 0,-1-2-88 15,1 0-100-15,7-3-134 0,-2-3-171 0,2 2-108 16,3-4 69-16,1-2-496 16,3 3-632-16</inkml:trace>
  <inkml:trace contextRef="#ctx0" brushRef="#br0" timeOffset="20079.75">10010 4683 3211 0,'-5'-12'2'0,"-4"1"39"0,2 6 44 0,0 2 36 0,7 3 33 0,-20 0 27 0,20 0 18 0,-27 10 7 16,9 2 6-16,-5 5 1 0,0 4-1 0,3 1-3 15,2-2-5-15,0 4-34 0,9-3-10 16,0-4-9-16,3 3-19 0,0-7-14 0,2 5-13 16,4-5-15-16,0-1-44 0,4 2-56 15,2-3-71-15,4 2-99 0,1-3-129 0,3-4-139 16,2-2-191-16,4-2-71 15,-4-4 64-15,5-2-442 0,3 0-559 0</inkml:trace>
  <inkml:trace contextRef="#ctx0" brushRef="#br0" timeOffset="20446.27">10380 4753 3181 0,'0'0'164'0,"0"0"23"16,0 0 17-16,0 0 17 0,0 0 14 15,0 0 6-15,0 0-15 0,0 0-20 16,0 0-20-16,0 0-17 0,0 0-17 0,0 0-17 16,0 0-11-16,0 0-16 0,0 0-19 15,28 1-32-15,-15-6-24 0,-1-1-20 16,1 2-9-16,-3-3-10 0,2-1-11 0,-5-3-3 16,-1 1-3-16,-3 0-5 0,-3-2-6 15,-2-1-1-15,-5 4 4 0,-2-2 2 0,-7 5 3 16,-1 2-1-16,-6 6 11 0,-2 0 22 15,-11 8 22-15,0 4 35 0,4 3 32 0,2 2 29 16,1 1 12-16,8 4-21 0,1-2 16 16,9-3 9-16,4 0 5 0,3-1 8 15,4-4 4-15,2 3-6 0,3-5-13 16,7 5-10-16,1-5-15 0,8-1-8 16,-2-2-13-16,13 0-55 0,-3-3-76 0,-4-2-80 15,0-2-83-15,-1-1-94 0,-1-1-115 16,-2-1-133-16,2-5-166 0,0 0-85 0,-2 2 66 15,-2-4-582-15,4 2-769 0</inkml:trace>
  <inkml:trace contextRef="#ctx0" brushRef="#br0" timeOffset="20879.59">11201 4734 4014 0,'-4'-5'219'0,"-1"0"20"0,5 5 4 0,-4-7-4 0,4 7-5 0,0 0-30 0,0 0-8 0,0 0 35 0,0 0-10 15,0 0-14-15,-14 17-21 0,13-8-16 16,-3 4-16-16,0-3-11 0,0 2-20 0,3 2-13 16,-6 0-8-16,3 0-11 0,-1 0-8 15,3-3-8-15,-2-1-9 0,1 2-7 16,1-5-1-16,-2 1-4 0,2-2-4 0,2-6 0 15,-3 11-5-15,3-11-3 0,0 0-9 16,0 7-33-16,0-7-22 0,0 0-14 0,0 0-7 16,34-20-2-16,-19 14 11 15,2-3-1-15,0 1 5 0,-3 2 3 0,-2-1-6 0,0 4 6 16,-2-1 1-16,-10 4 9 16,14-2 16-16,-14 2 24 0,14 8 11 0,-10-2 8 15,2 2 2-15,-5 0 2 0,1 5-10 16,0-3 0-16,-2 2-4 0,2-1-8 0,2 2 2 15,-2-1-4-15,-1 0-12 0,2 0-43 16,-1-3-67-16,2 2-61 0,1-2-56 16,1-2-76-16,1-1-104 0,5-2-111 0,5-3-127 15,0 1-169-15,6-4 67 0,1-1-642 16,13-4-833-16</inkml:trace>
  <inkml:trace contextRef="#ctx0" brushRef="#br0" timeOffset="21179.49">11723 4872 4069 0,'0'0'83'15,"0"-9"49"-15,0 9 34 0,0 0 40 0,-5-8 34 16,5 8 44-16,0 0-19 0,-20 0-6 16,20 0-9-16,0 0-18 0,-20 10-17 0,13-5-24 15,4 1-18-15,-1 2-14 0,2 0-18 16,2 0-10-16,2 1-17 0,2 1-9 16,2-4-4-16,2 2-10 0,-1-3-10 0,7 2-14 15,1-4-12-15,-3-1-11 16,6 0-17-16,1-4-9 0,-2-2 1 0,3 0-11 15,-4 2 3-15,2-3 5 0,-4-2-8 0,-2-2-1 16,1-1-3-16,-2-3 1 0,-6 1-3 16,-1-2 3-16,-2-1-8 0,-2 1 0 15,0-1 2-15,-4 1-7 0,0 1 0 0,-4 1-13 16,1 2-13-16,-5 1-21 0,0 7-52 16,0-3-48-16,-3 5-67 0,-1 0-109 0,-2 2-145 15,2 3-184-15,-2-2-194 0,4 1 90 16,1-2-692-16,13-2-906 0</inkml:trace>
  <inkml:trace contextRef="#ctx0" brushRef="#br0" timeOffset="21631.32">12501 4360 3763 0,'7'-21'13'0,"-5"10"110"16,0-1 41-16,0 3 33 0,2 2 20 15,-4 7 12-15,1-8-1 0,-1 8 4 16,0 0 63-16,0 0 12 0,0 0 0 0,-16 50-20 16,5-11-12-16,-5 11-8 0,-2 2 8 15,2 6-19-15,-4-3-17 0,2 1-19 0,0-2-19 16,-3 0-105-16,1-7-96 0,2-1 0 16,2-3 0-16,0-11 0 0,3-6 0 0,5-3 0 15,0-5 0-15,5-5 0 16,-3-3 0-16,2-1 0 0,4-2 0 0,0-2 0 15,0-5 0-15,0 0 0 0,0 0 0 16,0 0 0-16,0 0 0 0,21-17 0 0,-19 5 0 16,-1 0-27-16,-1-5-150 0,-3 0 8 15,-5-2 11-15,1 2 16 0,-5 2 15 0,-3 1 14 16,-1 5 22-16,2 3 30 0,-8 2 43 16,4 4 33-16,0 0 30 0,-1 4 27 0,2 0 26 15,-2 4 11-15,2 2 8 0,5 0 7 16,1-1 3-16,2 1 2 0,2 0-1 15,6-1-13-15,1 1-111 0,1-1-4 0,4 1 0 16,4-4 0-16,2 1 0 0,3-1 0 16,3-1 0-16,1-2 0 0,0-1-217 15,5-2-242-15,2-2-148 0,4-1-208 0,9-2-47 16,-1-2 78-16,0-2-728 0,1-2-959 16</inkml:trace>
  <inkml:trace contextRef="#ctx0" brushRef="#br0" timeOffset="22011.65">12800 4916 4012 0,'0'0'82'0,"0"0"64"0,0 0 31 0,0 0 26 0,0 0 26 0,0 0 26 0,0 0 9 0,0 0 1 16,0 0-24-16,0 0-27 0,0 0-19 15,0 0-19-15,0 0-19 0,21 1-16 16,-7-2-14-16,-3-2-16 0,1 1-25 0,-1-2-30 15,0-1-19-15,-1 2-20 0,-1-4-19 16,-1-1-15-16,-5 0-10 0,6-1-20 0,-9-3-13 16,0 0-10-16,-5 5 5 0,-1-4 3 15,-5 4 10-15,-1 1 6 0,-6 3 1 16,-3 1 23-16,-4 4 32 0,-11 3 54 0,0 2 40 16,3 4 29-16,5 2 37 0,3 3 20 15,0 1 11-15,6 4 1 0,7-3-3 16,3 0-9-16,3-3-138 0,5 2-52 0,1-1 0 15,1-1 0-15,5 4 0 0,3-2 0 16,5-3 0-16,1-2 0 0,2-2 0 0,2-2 0 16,2 1 0-16,-1-5 0 0,-4 0 0 15,5-4 0-15,-5 0-258 0,-1 0-361 0,3 0-175 16,-6-3-111-16,-1 0 84 0,3-3-809 16,-4-2-1070-16</inkml:trace>
  <inkml:trace contextRef="#ctx0" brushRef="#br0" timeOffset="22632.91">14113 4834 4212 0,'0'-10'8'0,"0"2"63"16,-2 1 29-16,2 7 32 0,0 0 30 0,-2-12 21 0,2 12-1 0,0 0 45 0,0 0 39 16,0 0 5-16,-12 21-5 0,12-7-16 15,0 4-9-15,0 2-23 0,0 6-14 16,2-1-16-16,1 8-21 0,1-6-15 0,-1-5-19 15,-1 0-13-15,-2-5-19 0,2-1-33 16,-2-2-57-16,-2-3-74 0,0 1-76 16,2-4-84-16,-1-2-112 0,-1 1-141 15,2-7-135-15,0 0-159 0,0 0-15 0,0 0 70 16,-12-19-583-16,12 5-756 0</inkml:trace>
  <inkml:trace contextRef="#ctx0" brushRef="#br0" timeOffset="22795.74">14216 4667 3638 0,'0'-10'63'0,"-4"-1"46"0,2 3 32 0,0 1 33 16,0 1 16-16,1 0 4 0,1 6-13 0,-4-8-16 15,4 8-22-15,-4-8-42 0,4 8-66 16,-2-7-80-16,2 7-96 0,0 0-101 16,0 0-82-16,0 0-92 0,0 0-169 15,0 0-13-15,0 0 52 0,0 23-215 0,0-17-251 16</inkml:trace>
  <inkml:trace contextRef="#ctx0" brushRef="#br0" timeOffset="23161.41">14231 4722 2260 0,'0'0'147'0,"4"5"43"16,-4-5 13-16,0 0 17 0,0 0 18 0,0 12 31 15,0-12 21-15,2 12 6 0,0-3-6 16,1 1-5-16,-3 0 3 0,2 2-20 16,0 1-23-16,2-2-14 0,0 5-32 0,-4-3-13 15,0 1-15-15,2-2-22 0,0 1-7 16,0-1-14-16,-4-4-14 0,4 1-6 15,-2-3-13-15,2 0-5 0,-2-6-7 16,2 12-5-16,-2-12-11 0,0 0-7 0,7 0-13 16,-7 0-3-16,21-16-5 0,-8 2-6 15,12-3-3-15,-2-3-4 0,0 0 4 0,-4 8-10 16,-3 0-1-16,-3 2-3 0,-4 5-2 16,-1 0-9-16,-1 2 6 0,-1 1 15 0,-6 2 12 15,0 0 3-15,21 8 1 0,-13-1 0 16,-3 2-5-16,4 2 2 0,-4-2-4 15,2 1-1-15,-1 0-1 0,1-3-1 16,4 5-3-16,-2-2-2 0,0-4-15 0,3 1-12 16,1-1 0-16,3-3 0 0,-3-2 0 15,2-1-13-15,-2 0-97 0,3-1-68 0,1-2-68 16,-2-1-87-16,-2-1-108 0,3-3-107 16,-1 0-147-16,0-4-130 0,0 1 80 0,8-5-635 15,6-1-833-15</inkml:trace>
  <inkml:trace contextRef="#ctx0" brushRef="#br0" timeOffset="23530.02">15969 4367 3864 0,'-2'-8'46'0,"0"-1"34"0,-1 4 19 0,3 5 18 0,0 0 8 0,0 0 27 0,0 0 27 16,0 0 14-16,-36 29 1 0,14 0-13 15,-1 10-10-15,-2 10-7 0,5 1-17 16,1-1-9-16,-4 3-30 0,4 2-12 0,0 1 35 16,-3-5 3-16,4-1-7 0,4 0 6 15,3-13 7-15,0-5-8 0,-1-2-14 0,5-7-10 16,-3-5-5-16,6-3-14 0,0-2-1 16,0-2-6-16,1-2-1 0,-1-1-14 15,-2-1-6-15,6-6-8 0,-14 1-14 16,14-1-27-16,-22-3-23 0,7-3-24 0,-5-2-28 15,-4-7-27-15,-4-1-17 0,3-1-16 16,-6-2-11-16,4 0-5 0,-5 3-1 0,7-3 6 16,6 7 11-16,2 1 7 0,3 1 0 15,10 2-19-15,3 1-35 0,6-3-44 0,18-6-39 16,13 1-41-16,14-5-54 0,7-1-81 16,10-2-51-16,26-3 53 0</inkml:trace>
  <inkml:trace contextRef="#ctx0" brushRef="#br0" timeOffset="24011.89">15916 4705 3058 0,'87'-22'-230'0,"-3"-6"52"0,-15 3 32 16,-12-2 54-16,-3 0 70 0,-15 0 83 15,-14 2 61-15,-5-3 48 0,-15 3 28 0,-3 2 28 16,-6-1 19-16,-6-5 11 16,-5 1 4-16,0 3-3 0,-6 4 5 0,0 1 8 15,-4 5-34-15,7 5-8 0,-4 4-24 16,5 6-8-16,-5 2-18 0,-9 10 5 0,1 5 8 16,-9 14-14-16,5 4-13 0,1 6-13 15,5 5-14-15,1 6-10 0,7-3-13 0,2 3-9 16,5-4-9-16,5-7-9 0,2-3-7 15,1-4-9-15,-3-1-7 0,5-9-5 16,-2-6-4-16,3-2-6 0,0-4-3 0,2-1-2 16,-1-3-7-16,-1 1 4 15,2-9 8-15,-4 10-11 0,4-10 2 0,-2 7-4 16,2-7-8-16,0 0-2 0,0 0-8 16,0 0 5-16,0 0-5 0,0 0-4 0,0 0-5 15,0 0-2-15,0 0 6 0,11 3 17 16,-11-3-25-16,9 9-5 0,-8-2 0 0,7 0 0 15,-5 3 0-15,7-2 0 0,-2 1 0 16,-1 1 0-16,5-1 0 0,0-1 0 0,0-1 0 16,4-3 0-16,1-1 0 0,0-1 0 15,4-2 0-15,-2-4 0 0,6 1 0 0,-6 0 0 16,-2-3 0-16,2 3 0 16,-4-2 0-16,-3 3 0 0,-1-1 0 0,-11 3 0 15,18-4 0-15,-18 4 0 0,15 0 0 16,-15 0 0-16,11 5 0 0,-7 0 0 0,6 2 0 15,-5 0 0-15,4 2 0 0,3-1 0 16,3 3 0-16,6-5 0 0,1-1 0 16,5-1 0-16,0-6 0 0,16 0-119 0,-5-1-360 15,-1-5-103-15,-2-5-120 0,-2 0-168 16,-3-3 73-16,-6 1-782 0,-2-2-1020 0</inkml:trace>
  <inkml:trace contextRef="#ctx0" brushRef="#br0" timeOffset="24845.2">17558 4821 4039 0,'0'0'-138'0,"-4"-7"50"0,4 7 50 0,-9-7 48 0,9 7 53 0,-16-2 30 0,5 2 27 0,11 0 11 0,-26 4 18 15,9 3 7-15,-1 2 6 0,2 2 4 16,-2 2-5-16,5 1-7 0,-1-1 8 0,3 3-4 16,3-2 1-16,2-1 20 0,3-2 3 0,-1-1-2 15,4 0 1-15,4-1-5 0,-1-1-4 16,10 0-11-16,-1-2-10 0,6-3-17 0,4 1-11 15,7-4-12-15,-1-2-7 0,8-1-13 16,1-5-3-16,-10 2-9 0,-5-3-8 0,0 1-8 16,-3-2-3-16,-2-2-2 15,-5-5-5-15,-3 4-5 0,-4-3-5 0,-3-1-11 16,-2-3-5-16,-3 1-22 0,-5 0-5 16,1 2-21-16,-5 3-57 0,-5 2-36 0,2 7-34 15,-5 4-45-15,2 1-42 0,-4 3-57 16,-1 2-75-16,1 2-50 0,6 3-41 15,2 1-30-15,0-2-6 0,8-2 1 0,4 1-7 16,2-2-30-16,0-6-614 16,10 12-611-16</inkml:trace>
  <inkml:trace contextRef="#ctx0" brushRef="#br0" timeOffset="25079.74">17626 4859 2985 0,'14'0'-47'0,"-3"-2"58"16,0 2 53-16,-11 0 61 0,0 0 38 0,14-2 27 16,-14 2 18-16,0 0 0 15,0 0 22-15,0 12 21 0,-7 1 18 0,-12 9 37 16,-2 6 6-16,-6 11 7 0,1 5-4 15,-3 6-8-15,-1 3-20 0,-1 1-18 0,2 1-19 16,3-1-22-16,3-1-16 0,0 2-16 16,2-4-20-16,6-5-17 0,1-9-17 15,5-4-86-15,2-8-56 0,0-4 0 0,4-5 0 16,1-3 0-16,-4-1 0 0,4-2 0 16,2-1 0-16,-1-3 0 0,1-6-38 15,0 0-210-15,0 0-72 0,0 0-85 0,0 0-90 16,9-20-107-16,-4 1-145 0,7-8-37 0,-2-2 78 15,3-4-602-15,0 1-766 0</inkml:trace>
  <inkml:trace contextRef="#ctx0" brushRef="#br0" timeOffset="25629.13">17869 5034 3901 0,'6'3'97'0,"-6"-3"35"15,0 0 41-15,0 0 42 0,0 0 30 16,0 0 11-16,0 0 27 0,0 0-13 0,6 4-9 16,-6-4-18-16,0 0-17 0,0 0-21 15,0 0-21-15,15-9-18 0,-5 6-19 0,1-2-12 16,2-2-14-16,2-2-12 0,5 1-13 16,5-8-12-16,-5 3-7 0,3-6-11 15,-2 0-6-15,1-1-16 0,1-1-5 0,-5 1-5 16,-3 5-5-16,-3 3 3 0,-5 3-6 15,1 1-3-15,-3 1-6 0,2 0-3 0,-4 2-10 16,-3 5 2-16,0 0-1 16,0 0-3-16,0 0 4 0,0 0 0 0,-17 29-1 15,9-17 4-15,1 5 4 0,-1 0 6 0,-2 3 0 16,3-1 2-16,2 0-2 0,-2-1 0 0,5-3-3 16,0-1-4-16,2-1-12 0,0-3 0 15,2 0 0-15,5-3 0 0,0 0 0 16,4-2 0-16,1-4 0 0,1 1 0 15,5-5 0-15,-2-1-8 0,6-2-56 0,-6-1-8 16,5-5-2-16,-3 0 0 0,2-7 0 16,2 0 2-16,-5 2 5 0,-6 3 7 0,0 0 7 15,-2 3 7-15,-2 1-3 0,-2 4 9 16,1 0-2-16,-2 2 1 0,-4 4 2 16,0 0 4-16,0 0 6 0,0 0 6 0,0 0 0 15,-11 26 4-15,3-13 5 0,6-1 0 16,-6 3 8-16,4-1-6 0,1 1 0 0,-3-2-10 15,4-1-23-15,0-2-33 0,2-2-29 16,-1 1-26-16,1-2-32 0,0-7-51 16,3 7-75-16,3-4-81 0,-6-3-100 15,0 0-137-15,23-5-95 0,-12 0 55 0,1-4-462 16,-1-1-580-16</inkml:trace>
  <inkml:trace contextRef="#ctx0" brushRef="#br0" timeOffset="26361.37">18723 4882 3431 0,'0'0'204'0,"0"0"34"0,0 0 30 0,0 0 33 0,0 0 18 0,0 0-9 16,0 0-16-16,0 0-18 0,0 0-29 16,0 0-25-16,0 0-26 0,0 0-21 15,0 0-15-15,0 0-20 0,19-2-13 0,-19 2-13 16,15-6-35-16,-15 6-25 0,17-7-17 15,-9 5-21-15,0-4-18 0,-1 2-21 0,-1-4-13 16,-2 2-9-16,0-1-11 0,-2-1 2 16,-2 2-2-16,0 6 7 0,-9-13 0 0,2 11 8 15,0-4 1-15,-6 4 7 0,13 2 0 16,-34 4 6-16,16 0 5 0,-3 0 8 0,2 5 13 16,0 1 14-16,1 3 11 15,4 1 13-15,0 2 12 0,4-1 7 0,1 3-1 16,5-3 3-16,4-1-1 0,0-1 1 15,4 1 6-15,5 0-13 0,2 0-27 0,5-2 16 16,5-4-7-16,2-3-3 0,2 0 0 16,1-3-10-16,5-2 2 0,-1 0-30 15,10-5-5-15,-1-3-21 0,-1-3-11 0,-6 1-2 16,0-2-5-16,-1-3 7 0,-6-2 3 16,-4 5 6-16,-6-2 4 0,-1 4 4 15,-5 0 6-15,-2 2 9 0,1 0 2 0,-5 2 2 16,-3 2 7-16,0 4 5 0,0 0-1 0,0 0 7 15,0 0 2-15,0 0 4 0,-24 14 1 16,12-4-1-16,3 2 14 0,0 5-2 16,-1 0 7-16,2 0 6 0,7 0-13 15,-3 0 16-15,0 0-3 0,4-3-6 0,4-2-3 16,-2 0-5-16,1 0-2 0,5-2 3 16,4-1-2-16,-1-4-1 0,5-2-1 0,0 1-7 15,2-4-13-15,-2-2-23 0,7-3-15 16,1 0-8-16,-1-4-4 0,2-3 7 0,2-2-6 15,-4-3-2-15,-1 2 6 0,-4-4 8 16,0 2 2-16,-5 3 3 0,-1 2 5 0,-5 2 14 16,0 2 6-16,-1 1-1 15,0 1-2-15,-4 2-8 0,-2 4 21 0,0 0 5 0,0 0 7 16,0 0 2-16,-14 18 3 16,9-7-10-16,-2 1 7 0,-1 3-1 0,2 2-11 15,-2-1 8-15,5 0-4 0,-3 0-1 16,2 1 4-16,2-5-6 0,1 0-24 0,1-2-21 15,-2 0-28-15,4-2-35 0,-1-2-50 16,-1-6-79-16,4 5-111 0,-4-5-119 0,0 0-146 16,17-3-161-16,-17 3 66 0,16-14-565 15,-5 4-725-15</inkml:trace>
  <inkml:trace contextRef="#ctx0" brushRef="#br0" timeOffset="26745.07">19744 4917 3760 0,'-11'0'104'0,"11"0"28"0,0 0 23 0,0 0 25 0,0 0 18 0,0 0 0 16,0 0-12-16,0 0-14 0,0 0-13 0,0 0-15 16,0 0-17-16,0 0-14 0,34 0-12 15,-34 0-7-15,19-1-19 0,-7-2-16 0,0 3-12 16,-3-4-10-16,-2 1-1 0,1-1-4 15,-8 4-7-15,10-8-9 0,-10 2-7 16,0 6 1-16,-10-12-2 0,-2 7-2 16,-5 4 1-16,-2-2-2 0,-2 6 17 0,-6-1 20 15,-9 10 33-15,6 0 29 0,-1 1 41 16,8 3 34-16,7 1 19 0,4 0 6 16,2 1-10-16,10 1-11 0,0 0-12 0,8 0-15 15,6 7-13-15,4-3-13 0,3-5-80 16,6-3-50-16,2-1 0 0,-4-6 0 15,-7-4 0-15,2 1 0 0,-6-3 0 0,0-1 0 16,-3 2 0-16,1-2-198 0,-4 0-123 16,-8-1-102-16,11 0-121 0,-11 0-150 15,0 0-155-15,0 0 85 0,0 0-732 0,0 0-942 16</inkml:trace>
  <inkml:trace contextRef="#ctx0" brushRef="#br0" timeOffset="29311.79">3155 6808 1299 0,'0'0'739'0,"0"0"-196"0,-21-5-116 0,21 5-59 0,-9-3-19 0,9 3-27 0,0 0-16 16,-9-5-23-16,9 5 17 0,0 0-2 0,-4-7-10 16,4 7-27-16,0 0-19 0,15-14-22 15,-6 11-21-15,9-2-21 0,-2 0-35 0,4 1-14 16,-1 1-13-16,-1 1-9 0,0 2-19 16,1 0-10-16,-2 2-10 0,-1 3-3 15,-2 0-6-15,4 2-13 0,-7 1-4 0,-2 3 0 16,-5-1-3-16,1 2-3 0,-5 0 0 15,0 0-2-15</inkml:trace>
  <inkml:trace contextRef="#ctx0" brushRef="#br0" timeOffset="29599.58">3008 7088 2618 0,'0'-9'-834'0,"-7"-2"-179"0,2-7 750 16,3 1 219-16</inkml:trace>
  <inkml:trace contextRef="#ctx0" brushRef="#br0" timeOffset="30977.34">3109 6815 1244 0,'0'0'273'0,"0"0"-25"0,0 0-13 0,0 0 1 0,0 0 18 0,-22 5 9 16,22-5 6-16,0 0-2 16,0-13-8-16,0 13-14 0,9-16-18 0,0 6-12 15,5-4-19-15,1 3-17 0,8-7-12 16,4 3-15-16,0 3-13 0,-4 1-17 0,-3 5-8 16,-2-1-16-16,0 4-6 0,0-2-8 15,-3 8-13-15,-2-1-4 0,0 5-7 16,1-1-5-16,-3 5-2 0,1-1-3 15,-6 4-6-15,-1-1 7 0,-1 3 13 0,-2-5 16 16,-4 7 6-16,-2 2 9 0,-5-2-8 16,-1 0-8-16,-5 6 1 0,-2 1 8 0,-2-3 5 15,-4-3 0-15,9-2 13 0,1-3 9 16,0 1 2-16,3-5-2 0,1 0-16 16,3-3-5-16,-2 0-3 0,3-3-6 0,-1 1-3 15,6-5-14-15,-7 10-5 0,5-5-7 16,2-5-2-16,0 0 2 0,5 14-12 0,-1-7-4 15,3 0-8-15,2-1-32 0,-4 3 0 16,3-1 0-16,1 4 0 0,-3-5 0 0,-4 3 0 16,2 2 0-16,1-5 0 0,-5 3 0 15,0 0 0-15,0-2 0 0,-5 3 0 0,-1-3 0 16,-4 2 0-16,3 1 0 16,-6-3 0-16,1 1 0 0,-1-2 0 0,-3-2 0 15,1 1 0-15,3-4 0 0,-2 0 0 16,-2 0 0-16,16-2 0 0,-31-6 0 0,17 0 0 15,-2-1 0-15,1-3-256 0,1-5-263 16,1 1-165-16,1-2-221 0,3-3 59 16,0-2 93-16,3 1-685 0,5-3-888 0</inkml:trace>
  <inkml:trace contextRef="#ctx0" brushRef="#br0" timeOffset="31376.9">3214 6433 3753 0,'-17'-10'-84'0,"0"3"14"0,-4 2 30 0,0 5 30 0,-15 5 39 0,-4 7 39 0,-8 9 32 0,-3 9 25 15,-2 6 34-15,-12 15 13 0,2 7 9 0,6 5 7 16,1 9 12-16,8 5 10 0,3 6-13 16,9 2 2-16,9 1-5 0,13-15-8 0,7-3-12 15,9 0-9-15,7-4-17 16,12-5-8-16,10-1-8 0,19 2-20 0,-1-21 2 15,8-6-17-15,6-10-10 0,12-7-10 16,0-8-15-16,11-8-20 0,0-7-29 0,17-11-44 16,-5-10-4-16,-9-4 7 0,-4-4 2 15,-4-4 3-15,-13-7-1 0,-5-3 7 16,-19 8 5-16,-6-9-3 0,-6-6 10 0,-7-4-3 16,-12-3 0-16,-6-8 3 0,-12-5-6 15,-11-20 6-15,-11 5-5 0,-9 8 1 0,-5 13-1 16,3 20-6-16,-2 16 2 0,-6 10-29 15,-5 8-22-15,5 16-32 0,-11 11-34 0,0 10-31 16,4 9-37-16,3 2-52 0,7 8-48 16,6 1-60-16,8 3-89 0,9 0-173 0,11-5-53 15,8-9 70-15,5 6-367 0,11-8-449 16</inkml:trace>
  <inkml:trace contextRef="#ctx0" brushRef="#br0" timeOffset="32228.85">4748 6978 2650 0,'-2'-13'87'0,"2"-2"32"0,-2 3 37 0,2 3 28 0,-1 0 40 0,1 0 21 0,-2 1 26 0,2 8-2 0,-2-13-1 16,0 7-25-16,2 6-19 0,0-6-20 15,0 6 24-15,0 0 13 0,0 0 15 16,-4 24-5-16,2-2-9 0,-1 12-1 16,-1 2-6-16,2 3-1 0,-4 2-16 0,0 0-4 15,-1-3-14-15,1-1-20 0,1 0-20 16,-4-4-13-16,4-8-147 0,-1-4 0 15,4-4 0-15,-1-3 0 0,1-2 0 0,-2-1 0 16,4-3 0-16,-3-2 0 0,3-6 0 16,0 0 0-16,0 0 0 0,0 0 0 0,0 0 0 15,0 0 0-15,-3-32 0 0,6 10 0 16,-3-6 0-16,5-10 0 0,2-16 0 16,3-1 0-16,4-4 0 0,-2 1 0 15,6-2 0-15,2-1 0 0,3 7 0 0,2 4 0 16,-1 6 0-16,0 6 0 0,-3 13 0 15,0 2 0-15,2 4 0 0,-3 7 0 0,-2 6 0 16,0 6 0-16,0 0 0 0,0 6 0 16,0 2 0-16,1 5 0 0,-6 1-13 0,1 3-9 15,-3 2 3-15,-5-2 4 0,-4 0 1 16,-2 0 8-16,-6 5-5 0,-5 6 3 16,-5-3 2-16,-4 1 7 0,-3-3 0 0,-4-4 0 15,0 3 3-15,4-11 3 0,5-2 7 16,2-2 19-16,1-1-1 0,1-1-11 0,3-2-21 15,4 0 0-15,7-3 0 0,-14 5 0 16,14-5 0-16,-9 7 0 0,7-1 0 16,2-6 0-16,2 17 0 0,3-5 0 15,1 3 0-15,4 4 0 0,3 6 0 0,0 3 0 16,3-3 0-16,-2 0 0 0,-1-4 0 16,-4-3 0-16,3-3 0 0,-5-2 0 0,1-3 0 15,-3-2 0-15,1 0 0 0,-2-2 0 16,0 1 0-16,0-2 0 0,-4-5 0 15,7 6 0-15,-7-6 0 0,7 3-179 16,-7-3-165-16,6 2-129 0,-6-2-143 0,0 0-205 16,0 0-6-16,19-14 100 0,-13 7-703 0,4-3-880 15</inkml:trace>
  <inkml:trace contextRef="#ctx0" brushRef="#br0" timeOffset="32610.4">5266 7088 4034 0,'-2'3'48'0,"2"-3"37"0,0 0 53 0,0 0 49 0,0 12 47 0,0-12 73 0,0 0 14 0,14 5 0 15,-14-5-22-15,13 0-25 0,-13 0-26 16,25-1-26-16,-11 0-40 0,3-2-11 0,-2-3-21 16,2-1-15-16,-1 2-10 0,0-2-17 15,-2 0-11-15,1 0-8 0,-3-1-7 16,-3 1-11-16,-1-2-10 0,-3 1-11 0,-3 1-5 15,-2 7-6-15,-4-11-7 0,-1 5-4 16,5 6-20-16,-20-4-8 0,7 4 0 0,13 0 0 16,-34 7 0-16,15 0 0 0,0 3 0 15,-4 4 0-15,-2 5 0 0,9-6 0 0,2 4 0 16,1-1 0-16,3 1 0 16,2 2 0-16,1-1 0 0,5 2 0 0,0-5 0 15,2 0 0-15,2-1 0 0,2-1 0 0,3-1 0 16,-1-2 0-16,4 0 0 0,-1-3-13 0,4 1-215 15,3-2-87-15,-3-3-102 0,3-1-89 16,-4-2-74-16,8-2-105 0,-4-1-85 0,2-3 51 16,1-2-627-16,-2-1-802 15</inkml:trace>
  <inkml:trace contextRef="#ctx0" brushRef="#br0" timeOffset="33159.98">5673 7050 3745 0,'4'-8'65'0,"-3"3"62"0,1-1 47 0,-2 6 35 16,0 0 22-16,2-10 16 0,-2 10 0 15,0 0 19-15,0 0 9 0,0 0-10 0,0 0-4 16,0 35-23-16,0-20-13 0,-2 0-18 16,2 5-10-16,-2-2-11 0,-3 3-12 0,1-5-9 15,0 1-1-15,-2 1-7 0,2-3-12 16,1-1-8-16,-1-1-53 0,2-3-84 16,-2 0 0-16,3-3 0 0,-3-2 0 15,4-5 0-15,-7 9 0 0,7-9 0 0,-2 6 0 16,2-6 0-16,0 0 0 0,0 0 0 15,0 0 0-15,14-32 0 0,-3 15 0 0,7-6 0 16,2 0 0-16,0-2 0 0,1 5 0 16,0 1 0-16,-4 3 0 0,0 9 0 0,-4-1 0 15,-2 4 0-15,1 3 0 16,-4 1 0-16,-8 0 0 0,16 13 0 0,-13-6 0 16,1 3 0-16,-2 2 0 0,-2-1 0 15,0-1 0-15,0 0 0 0,0 2 0 0,-2 1 0 16,2-3 0-16,-2-1 0 0,2-3 0 15,-2 1 0-15,2-7 0 0,-2 11 0 16,2-11 0-16,0 0 0 0,6 3 0 0,-6-3 0 16,15-14 0-16,0 1 0 0,9-8 0 15,-1-4 0-15,10-4 0 0,2 3 0 0,-5 5 0 16,1 2 0-16,-4 2 0 0,-5 6 0 16,-5 4 0-16,-4 3 0 0,-2 4 0 0,-11 0 0 15,12 10 0-15,-10 0 0 16,-2 5 0-16,-2 2 0 0,-3 4 0 0,-1 1 0 15,-4 9 0-15,1-2 0 0,2-4 0 0,-4-5 0 16,6-3 0-16,-1-1 0 0,1-2 0 16,1-5 0-16,0 0 0 0,4 1 0 15,0-6 0-15,0-4 0 0,0 0-4 0,0 0-301 16,0 0-92-16,0 0-96 0,0 0-98 16,29-12-118-16,-22 3-97 0,5-4 74 0,1-1-681 15,0 2-864-15</inkml:trace>
  <inkml:trace contextRef="#ctx0" brushRef="#br0" timeOffset="33477">6353 7090 3685 0,'0'0'48'0,"0"0"72"16,0 0 44-16,0 0 43 0,0 0 42 0,-22 20 36 0,13-10 33 0,4 2 16 0,-3-1 1 16,3 3-18-16,-2-2-18 0,4 1-24 0,-1 0-23 15,2-1-22-15,2 0-10 0,0 0-19 0,2-4-20 16,3 1-20-16,0-3-14 15,4 0-16-15,1-3-99 0,-10-3-32 0,25 0 0 0,-8-3 0 16,0-3 0-16,0 1 0 0,4-4 0 16,-4 1 0-16,4 0 0 0,-6-1 0 0,1-3 0 15,-3-1 0-15,-2-3 0 0,-1-1 0 16,-6 3 0-16,-1-1 0 0,-1-5 0 0,-2 5 0 16,-2 1 0-16,-1 1 0 15,-3 3 0-15,3 1 0 0,-8 4 0 0,0 1 0 16,2 3 0-16,-5-3 0 0,1 6-124 15,13-2-136-15,-23 3-69 0,12-1-77 0,1 1-91 16,3-1-107-16,7-2-177 0,-13 2 17 16,13-2 78-16,0 0-586 0,0 0-732 15</inkml:trace>
  <inkml:trace contextRef="#ctx0" brushRef="#br0" timeOffset="33776.97">6614 6950 3503 0,'0'0'118'0,"9"-2"64"0,-9 2 28 0,0 0 18 15,6-2 17-15,-6 2 15 0,0 0 53 16,0 0 23-16,12 10-1 0,-8-1-17 0,-1 1-19 16,1 6-38-16,-2 1-26 0,0 2-22 15,1 1-21-15,-3 3-18 0,0-2-18 0,0-4-15 16,0 1-12-16,2-3-14 0,-2-3-12 16,3-2-8-16,-1 1-65 0,-2-3-30 0,2 0 0 15,-2 0 0-15,0-8 0 0,5 6 0 16,-5-6 0-16,8 3 0 0,-8-3 0 0,0 0 0 15,0 0 0-15,28-15 0 16,-15 1 0-16,1-1 0 0,3-10 0 0,2-1 0 16,-1-1 0-16,0-2 0 0,-2 4 0 15,-3 5 0-15,-3 3 0 0,-3 2-363 0,-1 7-167 16,0 0-141-16,-3 1-203 0,1 0 48 16,2 2 90-16,-2 1-689 0,-4 4-877 15</inkml:trace>
  <inkml:trace contextRef="#ctx0" brushRef="#br0" timeOffset="34176.92">7039 7068 4289 0,'0'0'154'0,"-9"3"36"0,9-3 28 16,0 0 48-16,0 0 24 15,0 0 2-15,0 0-6 0,0 0-16 0,32 1-27 16,-32-1-19-16,24-4-26 0,-10 2-21 15,-3-3-15-15,1 1-22 0,-1 1-14 0,0-2-12 16,0-1-11-16,-2 1-15 0,-2-1-15 16,3-1-11-16,-6 0-15 0,-2 0-11 0,-2-1-5 15,-4 1-12-15,1 0-5 0,-8 2 1 16,0 0-4-16,-3 4-1 0,-4 2-1 0,-3 5-1 16,-12 5 3-16,5 2 4 0,-1 5-15 15,0 2 0-15,6 5 0 0,1 3 0 16,6 1 0-16,2 3 0 0,2-3 0 0,4-6 0 15,6 0 0-15,1-6 0 0,1-3 0 16,1 1 0-16,3-1 0 0,4-2 0 0,0-4 0 16,1-3 0-16,0 1 0 15,3-2 0-15,1-3 0 0,0-1 0 0,3 0 0 16,0-4 0-16,-2 3 0 0,4-3-126 16,-1-1-345-16,-2 0-115 0,0-2-132 0,-1 0-141 15,-3 2 68-15,-4 0-787 16,1-1-1020-16</inkml:trace>
  <inkml:trace contextRef="#ctx0" brushRef="#br0" timeOffset="34710.56">7970 7139 4085 0,'0'0'-41'0,"0"0"50"0,0 0 37 0,0 0 35 0,0 0 46 0,0 0 31 15,0 0 31-15,-25 18 23 0,19-10 19 0,3 2 11 16,1 3 5-16,-1 1-18 0,-1-1-17 16,2 1-16-16,2-1-15 0,-2 1-25 15,0 0-14-15,2-2-14 0,-1 0-12 0,-1 0-16 16,2-2-3-16,-2-1-9 0,2-2-4 0,-2 0-15 15,2-7-3-15,0 6-8 0,0-6-9 16,0 0-5-16,0 0 0 0,9-22-9 16,1 5-4-16,2-11-9 0,2-4 2 15,6-14-7-15,3-5-1 0,6 1 0 0,-4-4-10 16,4 3 8-16,1-1-6 0,3 2-4 16,-5 4 0-16,5 7-36 0,-10 3-20 0,-2 12-30 15,-6 7-34-15,-1 5-52 0,-1 5-52 16,-3 4-62-16,-1 1-68 0,-9 2-77 15,21 7-80-15,-11-2-139 0,-5 4-86 0,-1 1 64 16,-2 2-543-16,-6 5-674 0</inkml:trace>
  <inkml:trace contextRef="#ctx0" brushRef="#br0" timeOffset="34893.29">7794 7190 3689 0,'-18'-2'163'16,"4"2"26"-16,14 0 25 0,-18 0 19 15,18 0 9-15,-13-4-22 0,13 4-24 0,0 0-23 16,0 0-23-16,0 0-10 0,0 0-19 16,27-11-52-16,-9 9-76 0,11-4-106 0,9 2-152 15,4 2-161-15,6-2-216 0,-4 2-35 16,-3-2 79-16,2 1-447 0,-1 0-517 16</inkml:trace>
  <inkml:trace contextRef="#ctx0" brushRef="#br0" timeOffset="35359.72">8251 7328 3190 0,'-10'9'160'0,"1"-3"26"15,2 1 29-15,1 0 8 0,0-3 2 0,5 1-4 16,1-5-4-16,-5 8-11 0,5-8-14 16,8 4-18-16,2-3-23 0,-10-1-13 0,23 2-14 15,-9-2-12-15,-2-2-11 0,3 1-10 16,-1-3-10-16,-3 1-5 0,0-2-7 0,1-4-7 15,-3 2-9-15,-3-1-6 0,1-3 0 16,-5-2-8-16,1-3-2 0,-6-3-7 16,1-1 1-16,-1-3-4 0,-5 2-7 15,5-2-5-15,-7 5-4 0,4 1 1 0,0 2 1 16,1 1-4-16,1 4 2 0,0 0-4 16,1 4-3-16,-1 0 0 0,4 6-8 0,-5-7 8 15,5 7-3-15,0 0-1 0,0 0-1 16,0 0 1-16,0 0 3 0,37 0 2 0,-18 2 0 15,6 0-5-15,2 0 3 16,-1 2-2-16,-7-1 4 0,0-2 1 0,-1 2 15 0,-2 4 31 16,-4 0 21-16,0 1 15 15,-7 1 26-15,4 3 20 0,-4-2 3 0,-1 2-3 16,-3 3-6-16,1-3-15 0,-2 1-10 16,0 1-12-16,0 1-5 0,0 1-15 0,2-2-2 15,-2-1-14-15,2 2-8 0,0-4-31 16,3-1-16-16,-3-2-40 0,0 0-90 15,4-2-79-15,-2-1-90 0,6 2-105 0,-1-4-116 16,5-2-135-16,0-1-157 0,4-1 57 16,4-7 95-16,11-1-601 0,2-3-721 0</inkml:trace>
  <inkml:trace contextRef="#ctx0" brushRef="#br0" timeOffset="35676.72">9114 7115 3689 0,'0'0'129'0,"-15"5"39"0,3-1 38 0,-1 4 35 0,-2-1 31 0,0 6 19 16,-3-2 4-16,5 4-2 0,0 2-11 0,3-1-20 0,-1 2-21 0,4 1-27 15,2-4-18-15,3 1-21 0,2-1-15 16,7-1-19-16,0-1-14 0,6-1-15 0,3-3-7 16,1-4-15-16,4 0-12 0,2-3-7 15,-3-4-18-15,5 0-7 0,-2-3-5 0,0 0-5 16,-6-2-5-16,1 1-2 0,-4-5-2 15,0 3-1-15,-5-3-3 0,1-3-5 16,-6 3-4-16,0-5-5 0,-2-1-9 16,0-1 0-16,-4 1 0 0,0 5 0 0,-2-2 0 15,0 3 0-15,-2 3 0 0,2 1 0 16,-5 0-52-16,0 1-38 0,-3 5-62 16,12 1-52-16,-21 1-72 0,10 1-114 0,0 0-126 15,-3 0-178-15,3 2-124 0,0-1 78 16,0-2-709-16,11-1-897 0</inkml:trace>
  <inkml:trace contextRef="#ctx0" brushRef="#br0" timeOffset="36226.08">9417 7146 4336 0,'0'0'143'0,"0"0"25"0,0 0 24 0,0 0 42 15,6 11 47-15,-3-5 19 0,-3 4 0 16,0-1-22-16,0 4-26 0,0-1-24 0,0 1-20 15,0 1-22-15,0 0-18 0,0-2-15 16,-3 0-15-16,1-1-16 0,2-2-10 0,0 2-12 16,-2-3-9-16,0-1-9 0,2 0-7 15,0-7-31-15,0 10-44 0,0-10 0 0,0 5 0 16,0-5 0-16,0 0 0 16,0 0 0-16,16-15 0 0,-7 1 0 0,11-8 0 15,-2-2 0-15,3-1 0 0,1 5 0 16,-4-2 0-16,0 8 0 0,-7 4 0 0,-1 3 0 15,-3 3 0-15,1 2 0 0,-8 2 0 16,0 0 0-16,17 17 0 0,-15-7 0 0,0 2 0 16,2 1 0-16,-4 5 0 0,0-3 0 15,0 1 0-15,0-3 0 0,0 1 0 0,-2 0 0 16,0-4 0-16,2-2 0 16,2 2 0-16,0-4 0 0,-2-6 0 0,5 6 0 15,-5-6 0-15,16-3 0 0,-16 3 0 0,28-13 0 16,-11 4 0-16,12-5 0 0,-8 4 0 15,-3-1 0-15,-4 6 0 0,1-1 0 0,-5 1 0 16,-1 3 0-16,-9 2 0 0,17 5 0 16,-10 0 0-16,-4 5 0 0,3-1 0 15,-3 1 0-15,3 0 0 0,-2 1 0 0,0-1 0 16,2-2 0-16,-1-1 0 0,5 0 0 16,-3-3 0-16,7-3 0 0,-3-1 0 0,-11 0 0 15,25-6 0-15,-7-1 0 0,-4-3 0 16,4-4 0-16,-3 0 0 0,6-8 0 0,-2 0 0 15,-2-5 0-15,0 4-266 0,0-4-557 16,-5 8-106-16,-1 3 68 0,-2 4-946 0,-2 3-1234 16</inkml:trace>
  <inkml:trace contextRef="#ctx0" brushRef="#br0" timeOffset="37076.37">11077 6586 4821 0,'10'-25'-129'0,"0"3"54"0,-3 3 42 0,1 6 48 0,-5 1 26 0,3 2 22 0,-3 3 24 15,0 1 32-15,-3 6 56 0,0 0 72 16,0 0 27-16,-3 31 20 0,-8 7 4 0,-3 13-3 15,-8 7-12-15,-1 5-36 16,-4 17-21-16,5-16-22 0,3-2-20 0,1 1-16 16,5-2-15-16,2-5-21 0,1-3-30 15,8-15-102-15,0-7 0 0,2-4 0 0,4-5 0 16,-2-5 0-16,2-1 0 0,0-6 0 16,2-2 0-16,1-4 0 0,1-1 0 0,-8-3 0 15,0 0 0-15,21-14 0 0,-16 4 0 16,-3-5 0-16,2 0-24 0,-4-5-113 0,-2 2-1 15,-3-1 4-15,-6 2 6 0,-3-1 20 16,-7-1 1-16,-4 1 12 0,-1 5 16 0,-7 1 7 16,3 4 11-16,1 2-2 15,4 3 13-15,0 0 4 0,4 2 7 0,4-1 10 0,3 2 17 16,3 0-4-16,11 0 4 16,-16 2 8-16,16-2 8 0,-5 4 11 0,5-4-4 15,0 0 2-15,0 0 3 0,50-4-9 16,-8-2 2-16,8 1 7 0,10 0-12 0,0 0 7 15,1 1-8-15,-12 4 1 0,-5-3-4 16,-10 3 1-16,-7 1 2 0,-4 4-3 0,-6-3 1 16,-4 7 23-16,-3 0 26 0,-5 1 31 15,-3 3 18-15,-2-1 19 0,0 1 7 0,-2-1 0 16,2 2-6-16,-2-1-10 0,2 1-11 16,2-2-9-16,5 2-13 0,-2 0-4 15,10-3-21-15,4 0-51 0,8 1 0 16,9-6 0-16,4-1 0 0,2-5 0 0,-2-4 0 15,0 0 0-15,-1-6 0 0,-5-1 0 16,-4-3 0-16,-6-7 0 0,-1 0 0 0,-3-3 0 16,-9 2 0-16,-5 2 0 0,-6-5 0 15,-4 1 0-15,-11-3 0 0,-6 2 0 0,-8 3 0 16,1 4 0-16,-5 4 0 0,-1 5 0 16,0 3 0-16,3 4 0 0,1 0 0 0,3 4 0 15,2 1-7-15,2 4-223 0,6 1-80 16,2 3-95-16,4-3-100 0,1 3-117 15,2-1-206-15,6 0 58 0,0-1 94 0,4-1-629 16,0-3-764-16</inkml:trace>
  <inkml:trace contextRef="#ctx0" brushRef="#br0" timeOffset="37376.14">12040 6336 3901 0,'-2'-19'108'0,"2"1"20"0,0 7-1 0,-3 3 5 0,3 8 28 0,0 0 34 0,0 0 23 15,-20 56 6-15,4 0 6 0,3 9-4 16,-6 23-14-16,2 3 4 0,-2 5-19 16,1 1-15-16,-4 5-10 0,3-2-16 0,-1-3-21 15,-2-1-10-15,5-7-9 0,4-19-7 16,-1-4-23-16,1-8-7 0,1-5-8 15,-1-5-31-15,6-13-41 0,1-12-56 0,0-4-49 16,2-4-55-16,0-4-61 0,2-4-73 16,2-3-73-16,0-4-53 0,0 0-48 15,0 0-28-15,0 0-58 0,-5-27-38 0,7 6 0 16,0-4-486-16,-2-14-551 0</inkml:trace>
  <inkml:trace contextRef="#ctx0" brushRef="#br0" timeOffset="37609.11">11777 7227 2865 0,'9'-31'-46'0,"3"4"44"16,-3 4 35-16,2 6 24 0,1 2 29 15,1 1 26-15,3 4 13 0,1 1 10 0,-2 2-4 16,4 4 7-16,0 2 15 0,2 2-6 16,-4 2 9-16,2 1 3 0,-4 3 26 0,1 1 12 15,-1 2 15-15,-5-3 8 0,-5 0 1 16,-1 4-5-16,-6-3 7 0,0 1-3 0,-1 1-22 16,-6 0-13-16,0 0-26 0,-6 3-12 15,-2-3-10-15,0-1-20 0,0 1-10 0,-1-6-18 16,3 4-10-16,1-5-51 0,1-1-60 15,2-2-63-15,11 0-69 0,-15-3-93 0,11-4-120 16,4 0-128-16,4-6-183 16,5-1-56-16,12-9 75 0,6 5-575 0,7 1-706 15</inkml:trace>
  <inkml:trace contextRef="#ctx0" brushRef="#br0" timeOffset="37909.36">12775 7132 3828 0,'0'0'197'16,"-15"4"22"-16,7 1 25 0,3-1 35 0,-3 3 21 16,0 0 12-16,2-3-13 15,1 6-17-15,-1-2-25 0,5-1-26 0,1 1-22 0,0 3-22 16,3-3-20-16,5 2-13 16,-1-1-16-16,7-3-17 0,1 2-14 0,0-3-14 15,2-4-17-15,2 1-20 0,-3-2-27 16,3-2-19-16,-2 1-9 0,-2-3-9 0,2-1-12 15,-4 0 12-15,-2 0-10 0,0-5-8 16,-8 1-3-16,1-3 1 0,0-3-11 0,-6-2-8 16,0-1-10-16,-2 1-10 0,-1 1-23 15,-1 2-26-15,3 1-41 0,-6 1-53 16,4 5-65-16,-3 1-79 0,3 2-89 0,-2 1-140 16,7 3-163-16,-11-2 58 0,11 2-600 15,0 0-747-15</inkml:trace>
  <inkml:trace contextRef="#ctx0" brushRef="#br0" timeOffset="38243.53">13550 7035 4019 0,'0'0'280'0,"0"0"19"16,0 0 37-16,-47 10 42 0,33 4 22 0,2-1 0 15,-8 14-12-15,2-4-14 0,-2 4-35 16,7-2-30-16,-2 4-31 0,4 0-21 15,-1-1-123-15,2-6-134 0,7-5 0 16,-3-2 0-16,2-2 0 0,1-3 0 0,-2-2 0 0,3-1 0 16,0 1 0-16,2-8 0 15,0 0 0-15,0 0 0 0,0 0 0 0,0 0 0 16,0 0 0-16,0 0 0 0,14-33 0 16,-5 12 0-16,4-8 0 0,3-4 0 0,5-8 0 15,6-7 0-15,-1 1 0 16,9-4 0-16,10-14 0 0,5 2 0 0,-1 1 0 0,3 5 0 15,-10 18 0-15,-5 6 0 16,-7 11 0-16,-6 3-274 0,-3 9-256 0,-5 2-44 16,-1 6-81-16,-4 2-152 0,-1 0 35 15,-10 0 79-15,13 7-629 0,-8 0-778 0</inkml:trace>
  <inkml:trace contextRef="#ctx0" brushRef="#br0" timeOffset="38409.32">13552 7050 3627 0,'-26'14'198'0,"3"-6"70"0,8-1 55 15,2-1 19-15,2-3 21 0,0 2 18 0,4-3 7 16,7-2-11-16,-7 4-30 0,7-4-33 16,0 0-38-16,0 0-30 0,28 0-28 0,-4-4-66 15,17-1-92-15,1-2-126 0,2 2-151 16,1-2-164-16,0 2-179 0,-6 0-225 16,-6 5-32-16,-8-4 83 0,0 1-735 0,-3-1-918 15</inkml:trace>
  <inkml:trace contextRef="#ctx0" brushRef="#br0" timeOffset="38959.06">14830 7059 3932 0,'0'0'-9'0,"0"0"37"0,-33 19 32 0,18-9 42 0,-6 9 43 15,-1 0 42-15,-2 1 25 0,5 1 14 16,2 2-7-16,4-6-5 0,3 1-20 0,3-3-13 16,0-1-17-16,7 0-18 0,0-3-12 15,4 4 3-15,6-3-23 0,5 0-15 16,6-3-7-16,4-4-19 0,4-4-7 0,13 1 3 15,-5-5-8-15,2-1-19 0,-8-1 7 16,-7-2-11-16,-1-1-14 0,-6-1 16 0,0-3-5 16,-1-1-11-16,-7-3-6 0,-4-2 4 15,-5 2-4-15,-1-4 0 0,-9-6-5 0,-5-3-6 16,-4 8 4-16,0 1-3 0,0 7-5 16,-2 4-2-16,-2 2-14 0,5 7-39 15,-4 2-55-15,-1 3-58 0,8-1-73 16,0 3-88-16,4-1-72 0,2 1-68 0,6-2-68 15,3 0-110-15,0-5-7 0,13 12 48 16,-1-10-424-16,1 2-502 0</inkml:trace>
  <inkml:trace contextRef="#ctx0" brushRef="#br0" timeOffset="39161.37">14994 7152 2842 0,'1'7'45'0,"-4"1"49"0,-3 3 44 0,-6 3 43 16,-3 9 42-16,-8 6 36 0,-5 6 22 15,-3 6 4-15,-1 3 16 0,-1 2 6 0,-10 19-5 16,10-9-4-16,-7 10-21 0,0 3-23 15,12-13-19-15,-5 0-13 0,7-1-16 0,-5 2-5 16,2-7-19-16,3-4-19 0,1-4-20 16,0-3-13-16,10-11-19 0,4-9-38 15,3-4-48-15,0-3-69 0,4-3-77 0,3-5-76 16,1-4-84-16,0 0-101 0,0 0-94 16,25-11-106-16,-3-11-143 0,8-9 9 0,5-6 69 15,3-3-580-15,2-3-689 0</inkml:trace>
  <inkml:trace contextRef="#ctx0" brushRef="#br0" timeOffset="39492.75">15322 7062 3392 0,'-2'-3'78'16,"2"3"53"-16,0 0 32 0,0 0 39 0,0 0 52 15,-14 29 49-15,6-14 23 0,1 2 14 16,-3 1-7-16,-3 9-9 0,6-6-23 15,-4-3-31-15,4 2-25 0,3-5-25 16,2-1-17-16,2 0-21 0,2-3-17 0,2 0-19 16,3 2-13-16,7-7-10 0,-1 2-17 15,7-3-7-15,-4-3-11 0,5-2-24 0,1 0-64 16,3-3 0-16,1-3 0 0,5-2 0 0,-1-2 0 16,-4-7 0-16,-1 3 0 0,-2-5 0 15,0-3 0-15,-2-2 0 0,-4-3 0 16,-4-1 0-16,-3 5 0 0,-6 4-76 0,0 4-114 15,-4 4-49-15,-2 2-61 0,-2 2-63 16,-1 2-69-16,-6 1-62 0,11 4-89 0,-18 0-165 16,18 0 41-16,-18 4 67 15,7-4-523-15,11 0-629 0</inkml:trace>
  <inkml:trace contextRef="#ctx0" brushRef="#br0" timeOffset="39892.08">15874 7132 3151 0,'0'0'124'0,"-2"4"54"0,2-4 28 15,0 0 9-15,0 0 20 0,0 0 13 0,6 7 17 16,-6-7 5-16,11 2-11 0,-11-2-18 16,15 0-24-16,-3 0-2 0,-12 0-37 0,24-2-17 15,-10-2-16-15,-3 1-12 0,0-1-17 16,3 0-13-16,-1-4-14 0,1 2-6 15,-3-2-13-15,2-1-21 0,-3-2 10 16,0-1-6-16,-3 2-8 0,-3 0-9 0,-4-2-17 16,-2 2-6-16,-4 1-1 0,-5 2-21 15,-5 0 16-15,-4 6 2 0,-7 2 5 0,-9 8-7 16,1 4 8-16,-6 6-10 0,3 8 10 16,4-1-2-16,9 0 8 0,2 4-2 15,6-3 0-15,1 2 5 0,9-5 0 0,1-3-3 16,4-3 5-16,4 1-5 0,2-2-2 15,2 0 3-15,-1-3 9 0,4-2-1 0,1-1 2 16,3-2-4-16,5-3-11 0,-1-3-25 16,0 1-44-16,2-4-52 0,0 0-68 0,4-5-84 15,0-2-100-15,8-3-99 0,-11-2-111 16,9-5-179-16,-6-1 30 0,-2 0 65 0,-1-6-554 16,2 3-667-16</inkml:trace>
  <inkml:trace contextRef="#ctx0" brushRef="#br0" timeOffset="40192.92">16285 7013 3654 0,'0'0'173'16,"0"0"31"-16,0 0 44 0,-17 8 50 0,8 3 35 16,1 0 22-16,0 2 1 15,-1 3-10-15,4 0-17 0,-4-1-25 0,6-1-28 0,-1 3-27 16,4-5-24-16,0 3-17 15,4-2-23-15,-2-1-20 0,1-2-11 0,6-2-25 16,2 3-129-16,0-2 0 0,3-1 0 16,0-4 0-16,4-1 0 0,1 0 0 0,-2-1 0 15,1-2 0-15,-2-2 0 0,-2 0 0 16,3-4 0-16,-2-1 0 0,0-5 0 0,8-5 0 16,-3-7 0-16,-6-4 0 0,2 2 0 15,-3-4-273-15,3 2-166 0,-5 6-104 0,-6 5-123 16,1 3-178-16,-4 7 63 0,0-1 90 15,-2 3-654-15,0 5-800 0</inkml:trace>
  <inkml:trace contextRef="#ctx0" brushRef="#br0" timeOffset="40608.8">16704 7004 3890 0,'-5'10'134'16,"3"-6"41"-16,2-4 26 0,-4 14 36 15,4-14 35-15,0 11 37 0,0-2 4 0,0 0-5 16,4 0-25-16,2-2-28 0,-1 1-25 16,2-3-23-16,-2 0-20 0,3 0-20 0,-3-2-19 15,5 1-18-15,0-3-16 0,-1 1-25 16,-9-2-22-16,19-3-20 0,-10 2-15 0,1-5-6 16,0 1-6-16,-5-2-4 15,3-2 1-15,-5 1-15 0,1-1-2 0,-1 1-6 16,-6 1-2-16,3 7 4 0,-9-9 0 15,-2 8-1-15,-9 2 4 0,-1 4 6 0,-13 9 26 16,3 3 26-16,-6 12 25 0,1 0 25 16,3 2-46-16,8 6-61 0,10-6 0 0,2 1 0 15,5-1 0-15,6-4 0 0,4-5 0 16,0 1 0-16,4-6 0 0,-1-1 0 0,7-1 0 16,1-3 0-16,0-3 0 0,1-2 0 15,3-3 0-15,-2-1 0 0,-2 0 0 0,5-3 0 16,-7 0 0-16,-11 0 0 15,19-3 0-15,-10 0 0 0,0 1 0 0,-4-2 0 0,1-1-37 16,-6 5-857-16,4-7-55 16,-4 7 89-16,-4-11-994 0,4 11-1279 0</inkml:trace>
  <inkml:trace contextRef="#ctx0" brushRef="#br0" timeOffset="43075.26">20829 4662 1193 0,'1'-16'335'0,"1"3"-105"0,0-1-65 0,0 2 2 0,-2 1 3 15,2-1 14-15,-2-1 0 0,0 3 9 0,0-1 9 16,-2 3-1-16,-2 0-14 0,1 2-23 15,3 6-2-15,-24 6 20 0,-8 13 18 0,-8 12 1 16,-10 10-4-16,-9 15-4 0,-2 5-1 16,7 6-5-16,2 0-7 0,12 3 3 0,12-9 7 15,7-2-9-15,10-1-16 0,6 2-13 16,10-4-17-16,6-1-15 0,6-4-11 0,5-2-5 16,7-6-17-16,-2-4-52 0,-4-10-53 15,-2-7-54-15,1-1-58 0,-2-8-66 0,-6-4-83 16,2-4-90-16,-1-3-91 0,1-4-116 15,-2-1-139-15,2-4 66 0,-5 0-462 16,-1-3-580-16</inkml:trace>
  <inkml:trace contextRef="#ctx0" brushRef="#br0" timeOffset="44774">21214 5112 3271 0,'15'-5'34'0,"-14"1"21"0,-1 4 1 0,11-8 26 16,-8 4 22-16,3 0 12 0,-1-1 3 0,3-2 6 15,-2 0 1-15,2 0-8 0,-3-1-5 16,1 1-10-16,-3 0-5 0,6-1-6 0,-6-1-3 16,1 0-5-16,2 1-8 0,-5-1-9 15,-1 1-8-15,2-1-5 0,-2 1-12 16,-2 1 1-16,1-3-5 0,-5 4-6 0,-1 0-3 16,-3 1-6-16,-2 1-2 0,0 2-5 15,-6 1-3-15,-1 1 3 0,-2 3-6 0,-2 2 3 16,2-1-6-16,2 4 3 0,-4 1-4 15,8-1-1-15,2 0 1 0,2 1-4 0,0 2 3 16,8 4 0-16,1-3-1 16,4 2 4-16,0 3-1 0,-1-2-1 0,10 2-1 15,-6 1-1-15,4 0 2 0,2-1-3 16,2-1 4-16,-4 1 8 0,0-2 9 0,-3-1 14 16,0-1 14-16,0 2 23 0,-5-5 8 15,-1 0 10-15,0 1 19 0,0 1 7 0,-3-2 12 16,-3-2 14-16,-2 1-9 0,0 0-13 15,-1-3-4-15,-3 1-15 0,-1-2-8 16,0-1-13-16,1-1-8 0,-1-1-4 16,13-2-13-16,-23 0-40 0,12-2-52 0,-1-1-57 15,3-1-75-15,0-1-100 0,0-2-123 16,0-3-140-16,7-2-162 0,2-1-72 16,4-6 73-16,5-11-529 0,12 3-682 0</inkml:trace>
  <inkml:trace contextRef="#ctx0" brushRef="#br0" timeOffset="45024.97">21764 4666 3613 0,'2'-16'74'0,"2"4"27"0,-2 4 9 0,0 1 2 0,-2 1-5 0,0 6 30 0,0 0 23 0,0 0 14 0,-22 31-4 0,2 0-7 0,-3 10-5 0,-4 5-4 0,5 4-2 16,-7 4-18-16,3-1-8 0,-1 1-9 15,2-2-10-15,0 1-16 0,0-3-10 0,1-4-6 16,3-1-7-16,-1-6-50 0,10-8-41 16,-4 0-45-16,3-6-50 0,3-4-56 0,2-6-70 15,3-1-62-15,-1-4-52 0,3-3-80 16,-1-2-100-16,4-5-105 0,0 0 53 0,0 0-329 16,0 0-400-16</inkml:trace>
  <inkml:trace contextRef="#ctx0" brushRef="#br0" timeOffset="45174.63">21307 5286 2490 0,'-9'-8'47'0,"1"-1"47"0,-2 6 45 16,7-3 31-16,3 6 23 0,-10-6 9 16,10 6-1-16,0 0-14 0,-4-6-27 15,4 6-13-15,0 0-17 0,0 0-14 0,25-5-43 16,-10 5-76-16,9 0-77 0,1 0-100 16,2 0-106-16,2 0-135 0,-1-3-166 0,-1 0 46 15,-2 1-225-15,0-2-255 0</inkml:trace>
  <inkml:trace contextRef="#ctx0" brushRef="#br0" timeOffset="45541.75">21789 5216 2129 0,'0'0'84'0,"0"0"34"15,2 5 21-15,-2-5 37 16,0 0 13-16,0 0 13 0,0 0 11 0,-7 16-7 16,2-11-8-16,5-5-11 0,-7 12-12 15,3-6-14-15,0 3-2 0,-3 0-5 0,2-3-13 16,-8 3-7-16,2-2-17 0,-3 1-5 15,3-3-15-15,-4 2-6 0,0-2-8 0,4-3-8 16,-3 0-6-16,14-2-10 0,-21-4-13 16,12-1-17-16,-1-5-15 0,7-2-22 0,3-2-16 15,3-6-18-15,7-9-3 0,3 5 0 16,2-3 5-16,-4 10 2 0,1 3 1 16,-3 3 2-16,-1 5 1 0,-2 0 7 15,-6 6 5-15,0 0 3 0,0 0 15 16,15 12 2-16,-9-5-1 0,-3 5 3 0,2-2 1 15,-1 3 0-15,-1-1-3 0,5 5 2 16,-3-5 5-16,6 1-4 0,0 1-5 0,-2-2-15 16,3-2-27-16,-1 0-27 0,0-3-27 15,3 0-35-15,-3-2-41 0,-2-1-34 0,7-1-32 16,-7-3-27-16,1 0-42 0,-10 0-30 16,19-5-71-16,-9-2-100 0,-1-3 25 0,2-4-126 15,1-6-111-15</inkml:trace>
  <inkml:trace contextRef="#ctx0" brushRef="#br0" timeOffset="46107.73">22164 4782 1794 0,'8'-21'95'16,"-4"8"50"-16,2 1 22 0,-2 3 15 0,-2 2 8 15,-2 0-7-15,0 7 12 0,0 0 39 16,0 0 28-16,0 0 4 0,-12 33-1 0,2-11-11 16,-3 13-33-16,-2 11-3 0,-2 1-9 15,-1 5-5-15,6-4-19 0,-4 2-12 0,5-1-18 16,2-10-18-16,0-3-19 0,0 0-5 15,2-5-11-15,-4-2-30 0,8-7-36 0,-3-3-33 16,-1-2-39-16,5-5-26 0,-2-2-26 16,4-2-19-16,-2-1-38 0,-2-2-54 15,4-5-27-15,-8 6-13 0,8-6 17 0,0 0 23 16,-14-12 30-16,5 5 45 0,2-5 29 16,-2 2 45-16,-2-3 54 0,0 0 50 0,2 3 43 15,2-2 38-15,-3 2 29 16,2 1 14-16,5 2 5 0,-3 2-4 0,2-1-18 15,4 6-20-15,-6-9-8 0,6 9-10 16,-4-6-2-16,4 6 6 0,0 0 4 0,20-6-11 16,-8 4-7-16,6-4-10 0,1 2-8 15,4 0 0-15,0-3-9 0,-2 1-1 0,-3 0 9 16,2 2 8-16,-4-3 22 0,-4 3 11 16,-1 0 3-16,2 0 1 0,-6 2-6 0,-7 2-8 15,13-6-11-15,-13 6-11 0,12-2-15 16,-12 2-37-16,0 0-51 0,0 0 0 15,5 18 0-15,-5-9 0 0,0 1 0 16,0 2 0-16,2-1 0 0,0 3 0 0,0-2 0 16,2-1 0-16,-3 2 0 0,8-1 0 15,-4 0 0-15,3-3 0 0,1-1 0 0,1 1 0 16,1-4 0-16,2 2 0 0,-1-4 0 16,-1 1 0-16,1-3 0 0,-1 1 0 0,-11-2 0 15,23-2 0-15,-11-1 0 16,0 0 0-16,-3-3 0 0,0 1 0 0,0-3 0 15,1-1-79-15,2-3-270 0,-3-3-80 0,3-4-68 16,-1 0-78-16,3-6-93 16,-5 4-152-16,-4 6 80 0,-1 1-632 0,-2 5-826 15</inkml:trace>
  <inkml:trace contextRef="#ctx0" brushRef="#br0" timeOffset="46273.91">22538 5182 3408 0,'0'0'-197'0,"-15"-3"20"0,15 3-18 0,0 0-32 0,0 0-77 16,0 0-120-16,0 0-217 0,0 0-138 0</inkml:trace>
  <inkml:trace contextRef="#ctx0" brushRef="#br0" timeOffset="46676.15">22736 5134 1933 0,'0'0'117'0,"8"-6"29"16,-8 6 25-16,5-4 35 15,-5 4 19-15,0 0 22 0,9-6 8 0,-9 6 2 16,0 0-2-16,0 0-6 0,3-7-14 15,-3 7-19-15,0 0-18 0,0 0-26 0,0 0-15 16,0 0-10-16,-39 10-4 0,17-1-1 16,3 2-12-16,-2-2-9 0,-3 8-15 0,2-6-9 15,5 1-5-15,2 0-10 0,1-1-13 16,5 1-4-16,2 0-5 0,3-1 1 0,2-2 1 16,4 1 24-16,2 2 22 0,3 0 8 15,0 2 10-15,2-2 14 0,2 2 21 0,-2-2 7 16,-1 1 2-16,0 1-1 15,-1-2-12-15,-1 1-3 0,-3 1 3 0,2-3-94 16,-3 1-63-16,-2 0 0 0,-2-1 0 16,-3 1 0-16,2 3 0 0,-7-5 0 0,3 2 0 15,-3-3 0-15,-1-1 0 0,-2-1 0 16,-3-2 0-16,3-1 0 0,-1-1 0 16,14-3 0-16,-25-3 0 0,16-1 0 15,2-4-286-15,3 2-462 0,2-5-215 0,6-1 85 16,1-5 96-16,5 3-760 0,2-1-986 15</inkml:trace>
  <inkml:trace contextRef="#ctx0" brushRef="#br0" timeOffset="46875.12">23129 5346 4387 0,'0'0'350'15,"0"0"45"-15,0 0 26 0,2-10 2 16,-2 10-40-16,3-7-36 0,-3 7-38 0,10-9-31 15,-4 7-34-15,3-1-30 0,2 0-79 16,7-1-100-16,-1 1-125 0,0 1-126 16,3 1-145-16,-2-1-166 0,2 0-205 0,-6 2-121 15,4 0 86-15,-3 0-721 0,0 0-935 16</inkml:trace>
  <inkml:trace contextRef="#ctx0" brushRef="#br0" timeOffset="47058.13">23319 5455 4528 0,'-20'0'197'0,"-1"4"27"16,1-4 67-16,7 0 22 0,-1 2 12 16,14-2-21-16,-16 2-33 0,16-2-31 0,-16 4-24 15,16-4-20-15,-4 4-24 0,4-4-66 16,0 0-90-16,22 13-91 0,-4-13-117 0,3 2-132 16,10-2-127-16,5-2-131 0,5-3-161 15,-2-4-19-15,-1 0 83 0,-4-2-542 16,-1-1-685-16</inkml:trace>
  <inkml:trace contextRef="#ctx0" brushRef="#br0" timeOffset="47324.33">23634 5322 3527 0,'0'0'124'15,"-6"-14"57"-15,4 8 55 0,-2-1 17 0,4-2-2 16,4 1-13-16,1-1-21 0,9 2-17 16,-1-1-28-16,9 2-13 0,1 1 0 0,0 5-13 15,-1 0-12-15,3 3-18 0,7 5-9 16,1 4-14-16,-10-2-5 0,-6 0-2 0,-2-1 25 15,-8 3 33-15,0 1 34 16,-7 3 25-16,-7-1 21 0,2 6 10 0,-4-2 20 0,-9 4 9 16,3 1-170-16,1-5-93 15,5-1 0-15,2-7 0 0,-1 2 0 0,4-1 0 16,-2-2 0-16,4 0 0 0,2-1 0 16,4 0 0-16,4-4 0 0,2 1 0 0,1 1 0 15,4-5 0-15,6 0-499 0,66-16-531 16,-46 4 123-16,-1 0 78 15,8-8-846-15,-1-2-1112 0</inkml:trace>
  <inkml:trace contextRef="#ctx0" brushRef="#br0" timeOffset="47523.67">24517 5126 4916 0,'1'-6'148'0,"1"0"17"0,-2 6 2 0,0 0 58 16,0 0 61-16,19 16 25 0,-4 9 21 15,-4 10 24-15,3 15 22 0,-6 6 10 16,-10 8-14-16,-9 2-229 0,-18 17-145 15,-11-4 0-15,-18-1 0 0,-8-6 0 0,-14 3 0 16,-6-3 0-16,-3 1 0 0,-8-7 0 16,-5 1 0-16,0-9 0 0,1-2 0 0,-1-6 0 15,11-4 0-15,-1-6 0 0,5-4 0 16,16-14-30-16,7-7-1025 0,3-4 108 0,3-3-1148 16,17-8-1505-16</inkml:trace>
  <inkml:trace contextRef="#ctx0" brushRef="#br0" timeOffset="57824.31">17711 6708 1931 0,'0'0'227'0,"4"-9"-61"0,-4 9-13 0,0 0 12 0,2-8 7 16,0 2 15-16,-2 6 0 0,2-8-2 15,-2 8 17-15,0-12 10 0,2 7 9 0,-2 5 4 16,0-11 5-16,0 11 10 0,0 0-14 15,-2-13-9-15,2 13-13 0,0-5-20 16,0 5-23-16,0 0-17 0,0 0-10 0,0 0-7 16,0 0-4-16,-36 11-6 0,22-4-7 15,3 0 3-15,-3 0-5 0,1 1-8 0,-1 0-11 16,3 2-9-16,2 1-5 0,-5 2-4 16,1 2-14-16,-5 7-2 0,7-1-9 15,2-2 1-15,1-1-6 0,-1 3-13 0,1-1-6 16,3-1-16-16,-2-1 12 0,3 0-5 15,3-2 0-15,-3 0-2 0,2-4 0 0,0 0-1 16,0-1-3-16,2-3 4 16,-1 2-4-16,1-3 6 0,0-7-7 0,-4 13-4 15,2-4 5-15,0 0 5 0,0 4 1 16,-1 3 10-16,-2 6 15 0,-2 7 7 0,-3 5-3 16,-2 3-6-16,3 0-2 0,2 1 1 15,-3 1-6-15,4 1 0 0,2-2 0 0,6-1-8 16,2 0-1-16,2-3 10 0,2-2-13 15,-1-3 1-15,9-1-2 0,-7-6 2 0,-2-5 3 16,11 4 9-16,-7-5 8 0,-2-5 4 16,0-1-4-16,-6 0-38 0,3-4 0 15,-2 0 0-15,-3 1 0 0,3-1 0 0,2-2 0 16,-6-4 0-16,1 10 0 0,-1-10 0 16,5 7 0-16,-5-7 0 0,4 8 0 15,-4-8 0-15,0 0 0 0,5 7 0 0,-5-7-263 16,4 0-148-16,-4 0-155 0,0 0-202 15,0 0-83-15,9-15 76 0,-7 10-775 0,0-3-993 16</inkml:trace>
  <inkml:trace contextRef="#ctx0" brushRef="#br0" timeOffset="58405.13">18201 7227 4097 0,'0'0'-58'0,"9"-2"41"0,-9 2 44 0,8-4 36 0,-8 4 29 0,7-4 21 16,-7 4 9-16,8-4-1 0,-8 4-2 15,8-3-8-15,-8 3-11 0,0 0-9 0,9-3-9 16,-9 3-7-16,0 0-5 15,6-4-1-15,-6 4 4 0,0 0 4 0,0 0 11 16,6-5 13-16,-6 5-9 0,2-6-5 16,-2 6-11-16,-4-10-1 0,1 3-11 0,0-3-5 15,-5 2-3-15,3-3-5 0,-6-1-12 16,1 4-1-16,-1-1-9 0,-3 2-5 0,-1 3 0 16,-3-2-7-16,4 5 4 0,-2 1-6 15,-3 0-5-15,-2 4-3 0,2 1 0 16,0 4 2-16,2 0-6 0,4 1 1 15,1-1 2-15,4 3-3 0,7 0-1 0,-1 0 1 0,5 2 2 16,3 1-2-16,4 2-1 0,1 0-2 16,2-1 1-16,1 1 4 0,-1 0 15 15,-3-3 14-15,1 5 18 0,-2-4 26 16,0-1 30-16,-6 0 24 0,1 1 7 0,-2-1 10 16,-4-1 2-16,0 1-5 0,-1 0 1 15,-6 1-9-15,2 1-12 0,-8-1-8 0,1 1-10 16,-1-5-16-16,0 1-92 0,-2-1 0 15,0-2 0-15,2-4 0 0,-1 1 0 16,3-4 0-16,-3 0 0 0,3-6 0 0,1-3 0 16,-2-3 0-16,0-5 0 0,5-2-231 15,1-2-119-15,4-5-103 0,4 2-97 16,2-14-105-16,6-2-171 0,3 1 60 16,5-11 77-16,7 7-560 0,2-3-709 0</inkml:trace>
  <inkml:trace contextRef="#ctx0" brushRef="#br0" timeOffset="58623.29">18408 6711 3705 0,'10'-19'98'0,"-2"6"55"0,-7-1 51 0,3 7 34 0,0-1 14 0,-2 4 6 15,-2 4-7-15,0 0-8 0,0 0 51 0,0 0 5 16,0 0-4-16,2 45-10 0,-6-8-12 16,-4 4-20-16,-1 16-34 0,-1 1-23 0,1 2-17 15,-2 0-20-15,1-3-16 0,-2-3-14 16,3 0-64-16,-1-4-65 0,3-9 0 0,1-4 0 15,1-1 0-15,-1-9-67 0,1-6-164 16,5-2-75-16,-3-2-93 0,1-2-87 16,0-2-79-16,2-5-125 0,-4-3-107 15,4 1 86-15,0-6-629 0,0 0-795 0</inkml:trace>
  <inkml:trace contextRef="#ctx0" brushRef="#br0" timeOffset="58788.69">18153 7374 4020 0,'-7'-4'144'0,"1"0"47"0,6 4 36 0,-6-5 16 16,6 5 9-16,-4-7-21 0,4 7-24 16,0 0-19-16,12-11-23 0,-3 7-20 0,2 2-19 15,5-2-71-15,2 3-74 0,2-3-91 0,-1 1-116 16,6 1-108-16,-1-3-89 0,1 1-119 16,-2-2-162-16,2 4 66 0,-3-2-450 15,2-2-558-15</inkml:trace>
  <inkml:trace contextRef="#ctx0" brushRef="#br0" timeOffset="59138.78">18510 7278 2861 0,'0'0'23'0,"0"0"62"0,0 0 33 16,0 0 31-16,9-1 13 0,-9 1 2 15,0 0-4-15,0 0 21 0,7 6 12 0,0-2-6 16,0 3-9-16,-1 1-12 0,1-2-15 16,0 4-4-16,2-1-3 0,-4 1-4 0,1-2-4 15,-1 3 2-15,-3-5-6 16,0 3-3-16,-2-1-4 0,0 3-1 0,-2-4-13 15,-1 3-8-15,-3-2-6 0,1-1-7 16,-6 0-15-16,4-1-8 0,-2-3 2 0,1 1-20 16,8-4-20-16,-17-4-14 0,9-2-13 15,5-2-10-15,-3-7 2 0,3-3-3 0,8 1 0 16,1 0-3-16,-3 2 4 0,3 1 0 16,1 2 0-16,2 4-1 0,-4 3 14 0,2 1 29 15,-7 4 5-15,0 0 17 0,0 0 9 16,0 0-11-16,27 12-2 0,-21-7 3 15,1 4-11-15,1-1-7 0,0 1-5 0,1-2 2 16,1 1-22-16,1-3-31 0,2 1-37 16,1 0-49-16,-1-3-48 0,3-2-70 15,-3-1-84-15,1 0-74 0,-2-1-99 0,4-2-115 16,-1-3-127-16,1-1 61 0,-2-5-509 16,11-6-636-16</inkml:trace>
  <inkml:trace contextRef="#ctx0" brushRef="#br0" timeOffset="59674.19">19085 6640 3420 0,'-2'-33'62'0,"1"6"70"0,-1 6 57 0,-5-2 56 16,5 4 44-16,-1 4 23 0,1-1 7 15,-2 6-9-15,0 0-28 0,4 1-34 16,0 9-25-16,0 0-2 0,0 0 0 0,-13 29-18 16,3 7-17-16,1 14-17 0,4 7-13 15,-4 5-16-15,6-1-13 0,-1 2-14 0,-2 6-27 16,5-4-7-16,1-3-6 0,-2-2-6 15,-2-5-6-15,-1-12-9 0,3-2-6 0,-1-7-3 16,-1-6-10-16,2-8-13 0,0-4-8 16,1-1-5-16,-1-5-7 0,0 0-5 15,-2-3-5-15,2-1-20 0,2-6-4 0,0 0 0 16,0 0 0-16,0 0 0 0,-25-14 12 0,20 4-8 16,-5-2 11-16,0 0 3 0,3 1 7 15,0 3 9-15,-2-2 4 0,6 5 1 16,-5-2 3-16,5 2 1 0,3 5-3 15,-11-9 2-15,9 2-3 0,2 7 0 0,-1-7 9 16,1 7 1-16,0 0 0 0,1-12 17 16,-1 12 7-16,18-10-7 0,-3 0 3 0,2 5-5 15,3-5-6-15,-4 6 0 0,0-2-12 16,-3 5-12-16,3 1 0 0,-16 0 0 0,28 5 0 16,-15 4 0-16,1-1 0 0,-5 0 0 15,3 2 0-15,-5 3 0 0,1-1 0 0,1 0 0 16,-1 0 0-16,-3-3 0 0,4 1 0 15,-6-2 0-15,5 1 0 0,-3-2 0 16,1-4 0-16,0 2 0 0,-6-5 0 16,17 4 0-16,-17-4 0 0,19 0 0 0,-19 0 0 15,24-7 0-15,-13 0 0 0,0 0 0 16,1-3 0-16,1-2 0 0,-1-3 0 0,-1-2 0 16,-2 3-28-16,1-2-293 0,-1 3-119 15,-1-2-115-15,-1 1-141 0,1 1-170 16,0 3 89-16,1 0-756 0,0 4-978 0</inkml:trace>
  <inkml:trace contextRef="#ctx0" brushRef="#br0" timeOffset="60071.67">19813 7173 4480 0,'-19'-18'17'0,"13"12"42"0,1-4 36 0,-4 3 35 0,6-3 18 0,-5 0 7 16,5 5-6-16,-5-3 0 0,6 2 7 0,2 6-24 15,-10-10-7-15,8 6-14 0,2 4-8 16,-13-1-9-16,13 1 9 0,-23 7-1 0,10-1-2 16,-4 6 8-16,2 0-6 0,-1 1-6 15,5 0-5-15,-3 3-10 0,5-2-8 0,4-1 8 16,3-1 8-16,0 2 16 0,6 0 24 16,-1 2 23-16,8 2 5 0,2-1 13 0,1 7 14 15,6-2-19-15,-2 0-165 0,-6-4 0 16,-1-1 0-16,-2 0 0 0,2-3 0 15,-8-1 0-15,1 3 0 0,-2 1 0 16,0-3 0-16,-4 1 0 0,-2 1 0 0,0-1 0 16,1-1 0-16,-6 0 0 0,4-3 0 15,-4 0 0-15,-1-1 0 0,-2-3 0 0,1 0 0 16,2-4 0-16,-3 1 0 16,3-6 0-16,9 2 0 0,-20-7 0 0,9-3 0 0,6-4 0 15,-2-4 0-15,5-3-5 0,2-1-1048 16,7-2 91-16,0 4 107 0,-1 2-953 15,5 2-1236-15</inkml:trace>
  <inkml:trace contextRef="#ctx0" brushRef="#br0" timeOffset="60238.62">20174 7340 5458 0,'7'-7'238'16,"-7"7"61"-16,0 0 44 0,0 0 17 15,7-5 9-15,-7 5-8 0,2-5-29 0,-2 5-43 16,9-7-147-16,3 4-142 0,5-2 0 15,4 0 0-15,2-1 0 0,2 0 0 16,-3 2 0-16,3 0-167 0,-3 0-296 16,1 2-108-16,-5 0-129 0,4 2-172 0,-5 2 83 15,0 0-785-15,-2 2-1017 0</inkml:trace>
  <inkml:trace contextRef="#ctx0" brushRef="#br0" timeOffset="60405.12">20360 7529 4721 0,'-14'4'177'15,"5"4"61"-15,2-6 62 0,-2 1 32 0,9-3 16 16,0 0-9-16,-9 3-26 16,9-3-34-16,0 0-32 0,0 0-30 0,-5 5-44 0,5-5-74 15,0 0-102-15,0 0-119 0,26 4-137 16,-7-6-153-16,0-5-150 0,15-1-163 16,-3 0-82-16,1-1 70 0,9 2-677 0,2 0-864 15</inkml:trace>
  <inkml:trace contextRef="#ctx0" brushRef="#br0" timeOffset="60754.95">21141 7304 4292 0,'-6'-5'203'0,"6"5"44"0,0 0 39 0,-5-8-3 16,5 8-1-16,-6-6-18 0,6 6-22 16,0 0-23-16,0 0-22 0,0 0-10 0,0 0-19 15,0 0-18-15,0 0-12 0,0 0-16 16,11 23-11-16,-5-11-5 0,0 0-19 15,0 1-6-15,-2 3-8 0,-3 0-4 0,1 0-1 16,2 3 7-16,-6 1 9 0,2 0 15 16,-2 1-41-16,-1 1-58 0,1-4 0 15,-4 5 0-15,1-1 0 0,-6 5 0 0,2-2 0 16,2-7 0-16,-2 3 0 0,2-2 0 16,2 2 0-16,-3-4 0 0,3 1 0 0,-4-2 0 15,4-3 0-15,-1 1 0 0,1 0 0 16,-2-5 0-16,3 3 0 0,-3-4 0 15,3-1 0-15,1 0 0 0,-3-2 0 0,3 2 0 16,-2-4 0-16,-1 1 0 0,6-4 0 0,-11 3 0 16,11-3-551-16,0 0-226 0,0 0-152 15,-19-8 99-15,15-1-906 0,2-1-1168 16</inkml:trace>
  <inkml:trace contextRef="#ctx0" brushRef="#br0" timeOffset="61005.07">21400 6852 4823 0,'11'-24'46'0,"-2"4"73"16,-4 5 56-16,1 5 43 0,-2-1 40 16,-3 3 4-16,1 1-17 0,-2 7 14 0,0 0 23 15,0 0 4-15,38 34-3 0,-17 7-20 16,1 7 27-16,-6 12 29 0,2 6-256 0,-11 6-63 16,-3 7 0-16,-11 27 0 0,-8 2 0 15,-12-1 0-15,-5 0 0 0,-11-3 0 0,2-5 0 16,-6-6 0-16,4-6 0 0,0-10 0 15,2-8 0-15,10-20 0 0,3-6 0 16,3-6 0-16,6-10 0 0,4-6 0 0,0-6 0 16,3-6 0-16,3-4 0 0,-1-7 0 15,10 2-644-15,-15-12-328 0,9 3 72 16,2-2 96-16,4-1-853 0,0-2-1093 0</inkml:trace>
  <inkml:trace contextRef="#ctx0" brushRef="#br0" timeOffset="62054.12">20988 7200 4172 0,'2'4'-178'0,"-2"-4"58"0,0 0 45 0,0 0 55 0,0 0 62 16,-11 13 47-16,7-10 39 0,4-3 32 0,-11 5 21 0,11-5 17 0,-8 4 11 0,8-4 5 16,0 0 11-16,-9 5 9 0,9-5 12 15,0 0-5-15,0 0-4 0,0 0-10 0,0 0-10 16,0 0-20-16,0 0-13 0,0 0-12 15,0 0-18-15,32-14-14 0,-14 9-16 16,-4 3-11-16,2 0-12 0,-3 1-13 0,3 1-9 16,-1 0-6-16,-2 3-12 0,0 1-3 15,0 0-38-15,1 4-20 0,-3 2 0 16,-1 0 0-16,-4 3 0 0,0 2 0 0,-5 0 0 16,-1 1 0-16,0 1 0 0,-3 1 0 15,-3 3 0-15,2 1 0 0,-6-1 0 0,3 0 0 16,-2 0 0-16,-2-3 0 0,2 1 0 15,0-2 0-15,2-1 0 0,0-4 0 0,2 0 0 16,1-2 0-16,0 0 0 0,2 1 0 16,-1-2 0-16,5 2 0 0,-2 1 0 15,1 0 0-15,5 2 0 0,-1 1 0 16,3-1 0-16,0 5 0 0,1-2 0 0,-1-1 0 16,-5-1 0-16,6 1 0 0,-5-2 0 15,-1 2 0-15,1-2 0 0,-4-2 0 0,0 3 0 16,-4-3 0-16,1 4 0 0,-6-5 0 15,2 3 0-15,-4 1 0 0,-3-2 0 0,-3-1 0 16,1-2 0-16,-2-1 0 0,-1-1 0 16,-4-3 0-16,0 0 0 0,6-1 0 0,-3-1 0 15,2-1 0-15,2 0 0 0,3-1 0 16,-1 2 0-16,7-3 0 0,7 0 0 0,-17 1 0 16,17-1 0-16,-10 0-11 15,10 0-899-15,0 0-63 0,0 0 103 0,25-9-976 0,-7 6-1271 16</inkml:trace>
  <inkml:trace contextRef="#ctx0" brushRef="#br0" timeOffset="62721.37">22451 7583 4991 0,'2'-4'-5'0,"-2"4"61"0,0-7 44 0,0 7 45 0,0 0 35 0,0 0 26 0,0-11 11 16,0 11 11-16,0 0 25 0,0 0 14 16,-20 21 3-16,9-7-5 0,-3 4-21 0,-4 3-14 15,-3 1-3-15,-1 2-13 0,1-2-111 16,1-3-103-16,2-1 0 0,3-5 0 0,3 1 0 16,1-3 0-16,2-3 0 0,1 1 0 15,0-4 0-15,3-1 0 0,-1 2 0 16,6-6 0-16,-5 2 0 0,5-2 0 15,0 0 0-15,0-19 0 0,3 5 0 0,10-13 0 16,3-5 0-16,4-8 0 0,2 0 0 16,-1 11 0-16,-4 3 0 0,-4 8 0 0,-1 1 0 15,-5 6 0-15,-1 3 0 0,0-2 0 16,-1 8 0-16,3 0 0 0,-8 2 0 0,14 8 0 16,-5 0 0-16,2 4 0 0,3 3 0 15,4 4 0-15,4 4 0 0,-1-4 0 0,-3 0 0 16,2-3 0-16,-7-4 0 0,-1-2 0 15,-3-3 0-15,-2-1 0 0,3 2 0 0,-2-4 0 16,-3 2 0-16,-1-2 0 16,2 1 0-16,-6-5 0 0,4 4 0 0,-4-4 0 15,0 0 0-15,0 0 0 0,-14 6 0 16,14-6 0-16,-23 1 0 0,10-2 0 0,-8 2 0 16,3-1 0-16,-4 0 0 0,5 0 0 15,0-1 0-15,1 2 0 0,4-1 0 0,1 0 0 16,-2 0 0-16,13 0 0 0,-14 0 0 15,14 0-6-15,-16-1-718 0,16 1-198 16,0 0 21-16,-9-2 96 0,9 2-839 16,0 0-1081-16</inkml:trace>
  <inkml:trace contextRef="#ctx0" brushRef="#br0" timeOffset="63137.97">23262 7256 4615 0,'2'-8'238'0,"-2"2"27"0,0 6 11 0,2-8-5 0,-2 8 25 0,0 0 14 16,0 0 4-16,-10 38-11 0,-1-8-16 0,-1 7-26 15,-1 9-16-15,2 4-21 16,-1 1-20-16,5-1-122 0,-2-9-82 0,0 0 0 16,2-2 0-16,1-5 0 0,-1 1 0 15,2-12 0-15,2-1 0 0,-1-5 0 0,2-3 0 16,0-4 0-16,0 2 0 0,2-5 0 15,-1 0 0-15,1-7 0 0,1 8 0 0,-1-8 0 16,4 4 0-16,-4-4 0 0,0 0 0 16,0 0 0-16,0 0 0 0,6-21 0 0,-8 9 0 15,-4 2 0-15,-5-4 0 0,-3 0 0 16,-2 4 0-16,-6-1 0 0,-12 5 0 0,-4 3 0 16,4 0 0-16,-5 6 0 0,0 1-50 15,5 4-10-15,-1 0 20 0,10 2 10 0,6 1 8 16,2-1 10-16,4 4 12 15,3-3 1-15,8 3 4 0,2 0 1 0,4-4-5 0,2 4 2 16,8 1-6-16,6 3-30 16,-3-7-50-16,5 0-56 0,0-4-69 0,3-1-83 15,0-4-101-15,3-2-113 0,3 0-139 16,7-2-154-16,-8-3 69 0,6-3-689 0,-1-1-868 16</inkml:trace>
  <inkml:trace contextRef="#ctx0" brushRef="#br0" timeOffset="63603.73">23986 7128 4326 0,'2'-8'222'0,"-2"8"31"0,2-8 15 0,-2 8 15 15,0 0 32-15,0 0 29 0,-17 24 21 0,2 7 10 0,-9 9-12 0,4 13-27 0,-3 3-29 0,-4 5-28 16,4 2-124-16,-1 0-155 0,3-3 0 0,0-2 0 15,0-5 0-15,6-7 0 0,4-8 0 16,-1-3 0-16,2-11 0 0,5-5 0 16,-1-2 0-16,2-3 0 0,0-2 0 0,0-2 0 15,2-3 0-15,1 0 0 0,1-7 0 16,0 0 0-16,0 0 0 0,0 0 0 0,0 0 0 16,0 0 0-16,12-26 0 0,-9 9 0 0,-1-2 0 15,-4-1 0-15,-2-1 0 0,-6 0 0 16,-3 6 0-16,-10 0 0 0,-5 2 0 15,-3 9-153-15,3 4 13 0,-12 6 11 0,-3 2 36 16,-6 7 45-16,15-2 55 0,-1 3 36 16,7 2 26-16,5 3 18 0,9-2 13 0,9-2 12 15,3 0 7-15,8 4-93 0,2-3-26 16,10 6 0-16,6-5 0 0,2 3 0 16,5-5 0-16,-3-2 0 0,3-1 0 15,-6-8 0-15,-3 3 0 0,-1-4 0 0,-1-2 0 16,-2-1 0-16,0-4 0 0,-4 2 0 15,0-2-134-15,5-1-318 0,-2-2-113 0,-2 0-128 16,3-3-158-16,-4 2 64 0,4-5 89 16,1 3-666-16,-4-4-819 0</inkml:trace>
  <inkml:trace contextRef="#ctx0" brushRef="#br0" timeOffset="64956.14">24499 7860 3525 0,'6'-7'-98'0,"-3"2"51"0,4 0 37 0,-4 1 42 0,-3 4 46 0,4-6 34 0,-4 6 16 0,0 0-1 0,7-2 16 16,-7 2 26-16,0 0 21 0,13 13 10 0,-6-4-1 15,-2 3-7-15,3 0-10 0,-3 3-12 16,4-1-9-16,-6-1-5 0,3 3-12 0,-4 0-14 16,0-1-1-16,-4-1-6 0,-2 1-13 15,-1-1-9-15,-8 1-10 0,2 1-1 0,-4-4-10 16,-4-3-10-16,2 1-12 0,-5-3 1 16,6-2 3-16,-4-2-38 0,2-1-27 15,0-4-23-15,4-1-20 0,-2-2-19 16,5-6-13-16,2-3-17 0,4-1-4 0,3-8 3 15,6-1 5-15,4-7 7 0,3-1 10 16,7 3 8-16,-2 5 4 0,-2 7 5 0,1 5 5 16,-4 5 4-16,1 1 9 0,-1 5 31 15,3 1 19-15,3 6 19 0,-2-1 3 0,14 8 11 16,0 1 2-16,-1 3-2 0,7 0-2 16,-3-2-7-16,2 1 1 0,0-2-10 0,2-3 4 15,-2-1-2-15,2-3-6 0,-5-4 3 16,-6-1-4-16,-2-2 0 0,-4 0-4 0,4-5-1 15,-2-2 4-15,0-2-5 0,4-7-4 16,-5-1 0-16,2-5-9 0,-7-3-18 0,0-6-18 16,-2-4-15-16,3-13-22 15,-3-4-14-15,-3-3-15 0,1-8-6 0,-4-1-3 16,3-2 7-16,-8 2 10 0,2 3 13 16,-4 16 11-16,0 8 8 0,-4 9 14 0,1 7 6 15,-4 10 19-15,0 6 23 0,-3 2 25 16,10 3 17-16,-28 15 20 0,7 7 19 15,-4 14 16-15,2 7 12 0,0 3 3 0,6 12 1 16,2 4 0-16,3 0 3 0,5 1-2 16,5 0 0-16,0-1-14 0,4 2-14 0,7-4-11 15,1-2 21-15,5-4-15 0,3-3-4 16,-2-7-9-16,5-1-8 0,-3-10-2 16,0-4-16-16,0-4-8 0,-3-9-41 0,-1-2-53 15,-1-3-48-15,0-4-59 0,0 0-67 16,1-2-73-16,1-5-85 0,-2 0-83 0,1-2-97 15,-3 2-145-15,1 0 59 0,-12 0-550 16,16 0-671-16</inkml:trace>
  <inkml:trace contextRef="#ctx0" brushRef="#br0" timeOffset="65554.53">25114 8251 3618 0,'0'0'110'0,"0"0"10"0,0 0 12 0,0 0 13 0,0 0 8 0,22-25-7 0,-11 15-12 15,2-2-14-15,12-5-13 0,-4-2-10 0,4-1-9 16,-2-3-8-16,0 0-9 0,-1-1-6 15,7-10-9-15,-3-3-3 0,-2-2-10 0,-3-6-6 16,-3-4-11-16,2-10-8 0,-3-4-14 16,-2-3-12-16,3-4 0 0,-4 0-3 0,-3-2-2 15,0 7 6-15,-4 6-1 16,-3 17-1-16,-4 12 0 0,0 6 0 0,-4 8 2 16,-2 2 5-16,-3 7 9 0,1 5 5 15,8 2 13-15,-31 16 10 0,9 7 11 0,-6 12 12 16,5 8 16-16,-1 6 14 0,5 5 25 15,4 3 9-15,4 7-1 0,7-2-1 0,0 3-14 16,12 1-11-16,-2-3-17 0,8-5 6 16,2 0-13-16,4-3-7 0,2-6-6 0,3-3-16 15,0-7-2-15,-5-8-16 0,-1-6-33 16,3-2-24-16,-2-3-35 0,-1-8-46 0,1-3-58 16,-4-3-71-16,6-4-90 0,-1-2-87 15,-3-5-105-15,5 0-182 0,1-4 51 0,4-2 83 16,1-5-435-16,-1-2-482 15</inkml:trace>
  <inkml:trace contextRef="#ctx0" brushRef="#br0" timeOffset="65787.09">26317 7782 3292 0,'-2'-8'346'0,"0"1"9"15,2 7 6-15,0-6 2 0,0 6-12 16,0 0 14-16,0 0-7 0,0 0-5 0,-12 35-26 15,3-4-32-15,2 2-28 0,-1 1-15 16,0 5-25-16,1 0-25 0,-3-2-30 0,3-1-50 16,-3-3-48-16,1-4-64 0,1-5-60 15,0-5-79-15,2-2-78 0,3-3-75 16,-1-5-91-16,0 2-87 0,3-4-94 0,-3-4-101 16,4-3-109-16,0 0 64 0,0 0-633 15,0 0-788-15</inkml:trace>
  <inkml:trace contextRef="#ctx0" brushRef="#br0" timeOffset="65937.25">26557 7471 4006 0,'-2'-14'127'0,"1"1"16"16,-8 4 18-16,4 0-2 0,-1 3-3 0,1 1-15 16,-3 0-17-16,2 1-31 0,6 4-69 15,-9-7-98-15,9 7-122 0,-10 0-132 16,10 0-162-16,0 0-142 0,0 0 52 0,0 0-384 15,0 0-442-15</inkml:trace>
  <inkml:trace contextRef="#ctx0" brushRef="#br0" timeOffset="66555.58">26816 7283 2673 0,'0'-6'214'0,"0"-1"50"16,0 7 18-16,-6-8 10 0,6 8 10 0,0 0 29 15,0 0 29-15,-32 37 13 0,16-4-13 16,-9 14-16-16,1 9-27 0,1-1-26 15,3 4-32-15,1 2-26 0,1-1-37 16,1-2-19-16,5-2-11 0,-2-1-24 0,3-2-17 16,0-2-17-16,6-16-27 0,-3 0-27 15,5-10-19-15,1-6-17 0,-3-2-13 0,3-6-14 16,2-1-19-16,0-2-13 0,0-8-21 16,5 9-28-16,-5-9-20 0,0 0-13 15,0 0-1-15,15-16 4 0,-10 6 0 0,-1-5 7 16,0-4 11-16,-1-4 10 0,-2-3 9 15,-1 1 12-15,-1-1 21 0,-2 2 30 0,1 6 29 16,-2 2 20-16,1 3 13 0,-5 0 9 16,4 5 18-16,-3 1 19 0,1 2 5 15,6 5 0-15,-10-5 0 0,10 5-5 0,-3-4-8 16,3 4 4-16,0 0-8 0,0 0-3 16,21-1-9-16,-6-1-5 0,6-2-9 15,11-3-5-15,4 1 6 0,0-1-11 0,0-1-4 16,1 0-7-16,-13 2-3 0,-2 4 4 15,-7-2-8-15,-2 1 0 0,-4 0-1 0,2 0-1 16,-11 3 14-16,0 0-4 0,0 0-30 16,5 11 0-16,-5-11 0 0,-16 17 0 0,7-6 0 15,0 2 0-15,-1 3 0 0,1-1 0 16,-1 1 0-16,7-3 0 0,-1 3 0 16,2-3 0-16,4 4 0 0,-2-3 0 15,2 3 0-15,3-1 0 0,1 7 0 0,1-4 0 16,2 3 0-16,-4-5 0 0,1 5 0 15,-3-5 0-15,-1 0 0 0,-2-2 0 0,-2 1 0 16,1-1 0-16,-5 1 0 0,-1-5 0 16,-2 3 0-16,0-2 0 0,-2 3 0 0,-3-7 0 15,-1 2 0-15,0-3 0 0,0-2 0 16,-5 0 0-16,8-5 0 0,-6 2 0 16,0-4 0-16,5 0 0 0,1-5 0 0,-2-3 0 15,4-2 0-15,0-7-223 0,8-3-786 0,2 1 77 16,2-13 102-16,14 3-937 0,13-2-1199 15</inkml:trace>
  <inkml:trace contextRef="#ctx0" brushRef="#br0" timeOffset="66971.41">27485 7820 5372 0,'-2'-5'243'0,"2"5"7"0,0 0 20 0,-4-8 20 0,4 8 41 0,0 0 11 16,0 0 22-16,-5 22-2 0,3-8-27 15,0 3-303-15,-2 5-32 0,4 2 0 0,0 1 0 16,0-2 0-16,0 3 0 0,0-6 0 16,0 0 0-16,0 0 0 0,0-3 0 15,-1-3 0-15,-1 0 0 0,0-4 0 16,-5 2 0-16,6-2 0 0,-5-2 0 0,0-1 0 16,1-3 0-16,-1-1 0 0,6-3 0 0,0 0 0 15,0 0 0-15,-8-18 0 0,18 0 0 16,9-11 0-16,11-9 0 0,9 1 0 0,3 2 0 15,-1 3 0-15,2 6 0 0,-11 5 0 16,-2 6 0-16,-6 6 0 0,-6 2 0 0,0 6 0 16,-7 2 0-16,-2 5 0 0,-3 2 0 15,2 3 0-15,-6 0 0 0,-2 9 0 16,0-3 0-16,-2 1 0 0,-2 5 0 16,0 0 0-16,3 1 0 0,-4-7 0 0,3 0 0 15,2-5 0-15,-2 1 0 0,2-1 0 16,0-2 0-16,2-2 0 0,2 2 0 0,-1-3 0 15,2-4 0-15,-5-3 0 0,15 0 0 16,-15 0-450-16,17-9-477 0,-7 2 7 0,-1-3 98 16,5-3-903-16,-1 1-1158 0</inkml:trace>
  <inkml:trace contextRef="#ctx0" brushRef="#br0" timeOffset="67355.32">28105 7940 5069 0,'0'0'81'0,"0"0"46"15,0 0 40-15,0 0 73 0,0 0 48 16,0 0 24-16,9 11 15 0,-9-11-17 0,12 6 1 16,-6-1-41-16,-1-1-17 0,2 2-16 15,-1-4-38-15,-6-2-199 0,16 4 0 0,-9-4 0 16,-7 0 0-16,20-1 0 0,-9 1 0 16,-2-3 0-16,3-3 0 0,-3 0 0 15,0 0 0-15,2-3 0 0,-6-1 0 0,-1 0 0 16,-1-2 0-16,-3 3 0 0,0 0 0 15,-5 1 0-15,-4 2 0 0,-9 4 0 0,3 2 0 16,-10 1 0-16,-9 7 0 0,4 1 0 16,1 6 0-16,2-1 0 0,6 5 0 15,3 2 0-15,4-3 0 0,4-1 0 0,7 0 0 16,-4-2 0-16,5 0 0 0,1-1 0 16,2 0 0-16,-1-2 0 0,2 0 0 0,3-2 0 15,-1 0 0-15,-1-1 0 0,7-2 0 16,-1-1 0-16,5 0 0 0,-1-3 0 0,6-2 0 15,-1-1-60-15,4-1-443 0,3-4-60 16,9-5-53-16,-2-4-27 0,4 0-11 16,10-3 47-16,4-2 142 0</inkml:trace>
  <inkml:trace contextRef="#ctx0" brushRef="#br0" timeOffset="67520.48">28492 7990 3567 0,'40'-24'-127'0,"-14"3"87"0,-2 3 81 16,-8 5 85-16,-2 1 71 0,-7 2 65 0,3 3 59 16,-5 1 51-16,-1 1 20 15,0-1 11-15,2 5 1 0,-6 1 23 0,0 0 9 0,0 0 6 16,6 15-25-16,-8-5-33 15,0 6-217-15,-6 3-167 0,-4 10 0 0,1 1 0 16,-3-1 0-16,3 1 0 0,-1-2 0 16,-2-3 0-16,-1-1 0 0,3-3 0 0,4-6 0 15,1-1 0-15,2-4 0 0,0-2-79 16,1-1-561-16,0 0-119 0,4-1-131 0,0-6 73 16,0 0-886-16,0 0-1136 0</inkml:trace>
  <inkml:trace contextRef="#ctx0" brushRef="#br0" timeOffset="67687.02">28890 7786 5070 0,'-4'-13'145'0,"3"4"49"15,-4 0 47-15,1 0 38 16,0 5 16-16,1-2-11 0,1 2-28 0,2 4-30 0,-7-10-46 16,7 10-89-16,-4-4-129 0,4 4-138 15,0 0-155-15,0 0-164 0,0 0-179 0,0 0-115 16,0 0 73-16,0 0-659 0,11 18-828 15</inkml:trace>
  <inkml:trace contextRef="#ctx0" brushRef="#br0" timeOffset="68486.25">28968 7844 3916 0,'-8'6'123'0,"8"-6"46"0,-9 6 39 16,4-2 36-16,-8 3 40 0,2 3 26 15,-1 0 6-15,1 5-10 0,0-2-22 0,1 3-27 16,3-2-25-16,-1 1-24 0,5-1-19 15,-1-2-34-15,2-1-16 0,-3 1-18 16,5-1-9-16,5-3-7 0,-3-1-13 0,3-2-12 16,-5-5-5-16,11 7-12 0,-11-7-6 15,20 0-7-15,-20 0-6 0,16-2 1 16,-16 2-38-16,18-5-7 0,-11 1 0 0,-1 0 0 16,1 1 0-16,-7 3 0 0,11-5 0 15,-11 5 0-15,0 0 0 0,0 0 0 0,0 0 0 16,-11 29 0-16,-3 1 0 0,-1 4 0 15,-5 14 0-15,1 3 0 0,-1 5 0 16,0 2 0-16,3 2 0 0,0-4 0 0,-2-1 0 16,-2-7 0-16,-2-5 0 0,4-3 0 15,0-11 0-15,2-4 0 0,1-6 0 0,3-3 0 16,-2-5 0-16,3-2 0 0,0-2 0 16,-6-2 0-16,0-2 0 0,0-3 0 15,-3 0 0-15,-4-6 0 0,-9-3 0 0,-1-1 0 16,7-4 0-16,1 2 0 0,5 2 0 15,6 3 0-15,5-2 0 0,4 3 0 0,4-3 0 16,6 2 0-16,4-5 0 0,6-1 0 16,12-6 0-16,13-8 0 0,6 1 0 0,5-3 0 15,5-1 0-15,5-1 0 0,17-10-157 16,6-3-237-16,2-1 17 0,5-2 26 0,-1-7 22 16,-2 0 27-16,-5-7 29 0,2-2 41 15,-9-1 30-15,-1-6 28 0,-11-3 42 0,-4 0 33 16,-8-2 24-16,-5 1 15 0,-7 0 18 15,-12 14 11-15,-1 2 23 0,-7 4 31 16,-7 15 24-16,-4 5 22 0,-3 8 2 0,-6 7-1 16,-5 7 3-16,-2 6 2 0,-7 6 11 15,-20 12 9-15,-10 11 16 0,-1 13 4 16,-16 24 6-16,-2 8-9 0,4 7 2 0,2 4-8 16,5-1-3-16,4 6-7 0,7-5-2 15,5-2-9-15,11-18-8 0,8-3-3 0,-2-4-16 16,8-4-1-16,2-12 6 0,2-4 12 15,4-8-2-15,1-3-1 0,2-6 4 0,2-3 2 16,0-2 4-16,4-3 1 0,0-1-2 16,3 1-9-16,1-2-8 0,2-3-5 15,1 0-10-15,1 1 6 0,-3-1-13 0,2-1-5 16,-3 2-7-16,2-1 0 0,-7 2 0 16,5-2-2-16,-2 4 0 0,-2 1-2 15,0-2-7-15,-3 2 5 0,1 0-6 0,2 0-8 16,-2 0-8-16,0 0-25 0,1-2-36 15,-3-5-57-15,2 12-65 0,3-7-66 0,-5-5-99 16,5 3-112-16,-5-3-124 0,13 4-182 16,-13-4-22-16,22-6 86 0,-11 3-636 15,4-2-793-15</inkml:trace>
  <inkml:trace contextRef="#ctx0" brushRef="#br0" timeOffset="68952.97">30237 7362 3584 0,'-6'-25'30'0,"1"2"58"0,-3 8 27 0,-2 3 19 0,-1 2 36 0,1 5 33 15,-5 3 22-15,15 2 28 0,-41 22 21 0,7 13 15 16,5 6 5-16,-6 11 0 0,-5 18-8 16,0 5-15-16,4 0-16 0,-1 5-18 0,1-4-19 15,0 2-24-15,11-19-31 0,0-1-17 16,0 1-14-16,2-5-11 0,-2-4-17 0,1-3-10 15,5-5-77-15,4-11-17 0,2-4 0 16,1-8 0-16,5-4 0 0,1-3 0 0,3-3 0 16,-2-4 0-16,5-5 0 15,0 0 0-15,0 0 0 0,21 0 0 0,-21 0 0 16,33-19 0-16,-7 3 0 0,1-3 0 16,0 3 0-16,-6 5 0 0,-4 1 0 0,-3 2 0 15,-5 2 0-15,-2 4 0 0,-7 2 0 16,0 0 0-16,10 8 0 0,-10 0 0 0,-4 2 0 15,0 3 0-15,1 3 0 0,-1 1 0 16,2 1 0-16,-4-1 0 0,5-2 0 0,-3 2 0 16,1-3 0-16,1 0 0 0,0-3 0 15,2 0 0-15,0-3 0 0,2 1 0 0,0-2 0 16,-2-2 0-16,0-5 0 0,0 13 0 16,0-13 0-16,-4 9 0 0,4-6 0 15,0-3 0-15,-7 7 0 0,2-5 0 16,5-2-173-16,-18 5-866 0,9-2 106 0,-2-1 100 15,-1 4-940-15,1-2-1203 0</inkml:trace>
  <inkml:trace contextRef="#ctx0" brushRef="#br0" timeOffset="69752.85">23209 8528 5125 0,'0'0'-72'0,"0"0"19"0,-30 25 49 0,9-4 63 0,3-1 52 0,-4 1 37 16,2 2 13-16,1 0 2 0,1 2 4 15,7-4-7-15,2-4-4 0,7 0-24 0,2-2 0 16,8 2 22-16,4 1-14 16,2-5-18-16,11 1-8 0,8-4-7 0,3-5-15 15,-2-5-7-15,9-5-10 0,-4-3-10 16,9-8-12-16,-6-3-7 0,-12 1-2 0,-3-5-6 16,-8 0-1-16,-6-6-7 0,-3-4-5 15,-10 2-3-15,-8-5-10 0,-3 1-15 0,-12-7-4 16,4 13-5-16,-2 1-22 0,-2 8-4 15,6 7-24-15,-2 5-29 0,0 6-32 0,-1 2-38 16,6 6-44-16,-8 0-62 0,8 5-70 16,-4 1-54-16,5 1-53 0,5 1-40 0,2 0-84 15,4-3-105-15,1 3 59 0,1-2-451 16,1 0-538-16</inkml:trace>
  <inkml:trace contextRef="#ctx0" brushRef="#br0" timeOffset="69953.09">23292 8650 3113 0,'7'7'105'0,"-3"-3"20"16,-3 4 42-16,3 1 46 0,-4 3 49 15,2 1 40-15,-4 6 19 0,0 7 26 0,-3 13-2 16,-5 11-4-16,-3-1-17 0,-3 9-23 16,1-2-23-16,-1 2-30 0,0 0-24 0,-2 0-23 15,-5-5-19-15,8-2-19 16,0-3-19-16,-4-2-14 0,7-12-14 0,3-2-21 0,0-10-47 16,3-4-41-16,2-2-52 15,-6-2-53-15,8-4-95 0,1-1-104 0,-1-6-135 16,2-3-134-16,0 0-149 0,0 0-97 15,0 0 84-15,17-19-706 0,-4 2-884 0</inkml:trace>
  <inkml:trace contextRef="#ctx0" brushRef="#br0" timeOffset="70486.92">23642 9010 4230 0,'0'0'177'16,"0"0"21"-16,0 0 12 0,0 0 17 0,0 0 20 15,0 0 1-15,5-7-2 0,-5 7-8 16,16-6-24-16,-3-3-19 0,6 0-23 16,10-3-13-16,1-3-14 0,1-1-12 15,-1 1-19-15,1-3-9 0,-1-3-10 0,-4-1-11 16,1-3-4-16,-2 0-14 0,0 0-6 16,-10 0-7-16,2 3-1 0,-4 6-9 0,-3 2-4 15,-2 4-5-15,-3 2-4 0,1-1-6 16,0 4-5-16,-2 2-3 0,-4 3-2 0,0 0 1 15,0 0-6-15,2 22 2 0,-2-10 7 16,-2 5-7-16,2 2-4 0,-2 0 3 0,4 4-7 16,-2-4 25-16,2 1-6 0,0 0-4 15,-1-4-2-15,-1-2 3 0,2 1-3 16,6-1 3-16,-5-2-17 0,8-4-2 16,-4-3 0-16,0-1 0 0,4-4 0 0,3-2 0 15,4-3 0-15,0-5-6 0,11-2-61 16,-2-5-26-16,1-3-3 0,-1-3 2 0,6-9 14 15,-1 2 5-15,-2-1 4 0,-8 7 14 16,-4 1 3-16,-2 10 13 0,-7 1 14 16,-2 5 12-16,2 1 14 0,-6 5 25 0,-3 1 22 15,0 0 12-15,0 19 1 0,-3-4 2 16,-6 6-4-16,2 10-5 0,-4 1-8 0,3 1 1 16,-2-3-10-16,5 1-1 0,-1-6-6 15,3-1-12-15,3-5-24 0,-2-2-24 0,-3-2-31 16,3-3-40-16,4-2-48 0,0-3-49 15,1-2-67-15,-3-5-93 0,9 2-99 16,-9-2-116-16,15-9-162 0,-7 3-6 0,-1-5 83 16,6-2-570-16,9-8-691 0</inkml:trace>
  <inkml:trace contextRef="#ctx0" brushRef="#br0" timeOffset="71210.14">24861 8734 3709 0,'0'0'169'0,"0"0"16"0,0 0 32 0,0 0 33 0,0 0 26 0,0 0-3 0,0 0 16 0,0 0-12 0,6 22-17 16,-6-22-29-16,14 6-21 0,-5-5-20 0,-9-1-13 0,21 2-22 15,-10-2-12-15,-11 0-21 0,27-3-7 16,-16-1-12-16,-1 2-6 0,-1-3-20 15,2 0-11-15,-2-2-17 0,-2 0-5 0,-1-1-9 16,-3 1-14-16,-3 0-6 0,0 7-6 0,-3-12-6 16,-5 7-21-16,8 5 0 15,-23 0 3-15,23 0 6 0,-38 10-9 0,4 4 3 16,4 0-7-16,-4 3 10 0,4 3 4 16,-4 9 0-16,7-10 3 0,5 4-3 0,6-5-2 15,7-1 6-15,2 5-12 0,3-7-5 16,1-1-14-16,6-1-6 0,-1-1 4 0,5 1-1 15,0-7 4-15,4 3 0 0,3-2 5 16,-1-6 0-16,7 1-14 0,-1-2-5 16,5-5-13-16,3 0-5 0,5-6-3 15,2-2 0-15,2-1 5 0,-6-1 4 0,1-1 7 16,-1-3 9-16,-6 1 3 0,5-1 2 0,-4 1 4 16,-2 1 9-16,-6 1 11 0,-2 7 18 0,-6 1 19 15,1-2 1-15,-2 5 14 16,-3 0 3-16,-1 0 1 0,-4 5 12 0,0 0-1 15,0 0-4-15,0 0-4 0,7 19-2 16,-8-7 3-16,-3 3 16 0,2 5-14 0,-2-6 2 16,3 6-6-16,-1-4-11 0,0-2-5 15,2-1 1-15,-2 2-4 0,4-3 2 0,0-2-8 16,1-1 3-16,7-1-3 0,0-4-1 16,3-2-1-16,1-2 0 0,2-4-3 0,4 1-3 15,3-6 0-15,4-3 2 0,5-2-5 16,-8-1 2-16,3-2 2 0,-1 0-1 15,-2 2 4-15,-6 1 5 0,-4 2 12 0,-3 3 10 16,-3 3 9-16,1 0 8 0,-3 2 3 16,-2 2-5-16,-4 2-5 0,0 0-3 15,0 0-7-15,0 14-3 0,-8-4-3 0,3 2-7 16,-4 5-5-16,4-5-2 0,-2 3-14 16,1-1-11-16,0 1-18 0,0-1-21 0,2-5-23 15,1 2-43-15,-1-4-48 0,2 2-51 16,-2-3-63-16,4-6-98 0,0 5-112 0,0-5-120 15,0 0-198-15,0 0 62 0,25-1 91 16,-12-5-590-16,5 2-698 0</inkml:trace>
  <inkml:trace contextRef="#ctx0" brushRef="#br0" timeOffset="71618.98">25987 8820 3749 0,'0'0'152'0,"0"0"15"0,-5-4 20 0,5 4 15 0,0 0 28 0,0 0 22 0,0 0-7 15,0 0-14-15,0 0-25 0,23-2-14 0,-14 2-20 16,4 0-22-16,3-3-13 0,-2 3-12 16,4-3-15-16,0 1-6 0,-4-2-4 0,4-1-16 15,-3 1-8-15,-1-4-9 16,-1 2-21-16,-2-1 16 0,-3-2-17 0,-2 2-2 15,-1 1-4-15,-3-1-3 0,-2 7-22 16,-6-9 7-16,6 9 5 0,-21-2-8 0,-2 8 1 16,-13 4 5-16,-18 4 0 0,5 9 35 15,-2-2 36-15,2 10 16 0,6-2 8 0,9 4 7 16,11-7-6-16,6 1-6 16,9-3-22-16,4-3-92 0,8-4 0 0,6-2 0 15,-1-3 0-15,9 0 0 0,-1-3 0 0,-2-3 0 16,4-2 0-16,-2-1 0 0,-2-1 0 0,-1-2 0 15,-3 0 0-15,-11 0-29 16,19-2-271-16,-19 2-96 0,13-2-110 0,-13 2-121 16,0 0-231-16,6-1 82 0,-6 1 81 0,0 0-667 15,0 0-816-15</inkml:trace>
  <inkml:trace contextRef="#ctx0" brushRef="#br0" timeOffset="72987.17">2372 10387 3673 0,'5'-8'548'0,"-3"3"-189"0,0 0-125 0,-2 5-67 0,0 0-26 0,7-6-14 16,-7 6 11-16,0 0 56 0,0 0 39 0,0 0 12 15,11 18-7-15,-8-10 0 16,3 2-14-16,0-1-17 0,0 3-21 0,1 0-15 16,-1-2-16-16,-1 0-15 0,2-1-13 15,-2-1-14-15,3-2-7 0,-3 0-8 16,3 0-5-16,0-4-57 0,-8-2-36 0,22-2 0 15,-6-2 0-15,5-4 0 0,3-8 0 16,3 1 0-16,-2-4 0 0,-2 0 0 0,-2 0 0 16,-6 4 0-16,-1 4 0 0,-5 3 0 15,0 1 0-15,-1 1 0 0,-5 2 0 16,-3 4 0-16,0 0 0 0,0 0 0 0,0 0 0 16,16 19 0-16,-14 0 0 0,0-4 0 15,0 4 0-15,0 3 0 0,-1-1 0 16,1-3 0-16,0 2 0 0,1-4 0 15,-1-3 0-15,0 0 0 0,-2-2 0 0,3-2 0 16,-3-4 0-16,2 4-223 0,-2-4-187 16,0-5-143-16,4 4-155 0,-4-4-176 0,0 0 82 15,0 0-766-15,0 0-1011 0</inkml:trace>
  <inkml:trace contextRef="#ctx0" brushRef="#br0" timeOffset="73337.02">2607 9970 4130 0,'-29'-20'-24'0,"-3"5"46"16,-6 2 22-16,-5 5 24 0,0 9 23 0,-5 5 32 16,-10 12 31-16,1 8 25 0,-11 23 19 15,7 11 6-15,4 10 10 0,8 8 1 16,6 9-11-16,13-4-17 0,15-14-21 0,9 1-21 16,12-4-12-16,12-3-16 0,18-8-7 15,18 1-4-15,9-9-8 0,-2-20-15 0,4-8-24 16,0-5-6-16,3-12 0 0,3-10-4 15,-5-3-5-15,2-8-5 0,-6-7 0 0,-1-5-6 16,8-12 4-16,-8-5-7 0,-4-7-5 16,-15 7 2-16,2-16-9 0,-14 8 1 15,-3-2-24-15,-10-3 0 0,-5-2 15 16,-10 0-15-16,-4 1-4 0,-10 1-2 16,-3 2 6-16,-10 8-28 0,-7 3-9 0,-6 10-30 15,-5 7-25-15,-4 11-36 0,3 13-39 16,-1 7-41-16,-13 5-58 0,1 9-70 0,0 8-78 15,5 3-112-15,5 3-221 0,4 5 41 16,11 0 86-16,5 2-412 0,9-4-512 0</inkml:trace>
  <inkml:trace contextRef="#ctx0" brushRef="#br0" timeOffset="73685.73">3811 10270 2884 0,'0'-23'138'0,"2"2"26"0,-4 5 3 0,4 3 15 0,-2 1 27 16,0 3 26-16,0 1 11 0,0 8-5 15,0-12-13-15,0 12-13 0,0 0 7 0,0 0 35 16,0 0 27-16,-8 34-8 0,2 0-17 15,-3 6-21-15,0 11-18 0,-5 1-26 0,1 1-16 16,-1-5-18-16,7-6-18 16,-4 3-13-16,2-7-12 0,4-5-16 0,1-4-6 15,0-7-12-15,-1-3-42 0,3-2-48 16,0-5-57-16,0 0-60 0,2 0-61 0,0-3-64 16,0-5-80-16,0-4-108 0,6 6-93 15,-6-6-102-15,20-12-160 0,5-7 77 16,0-5-591-16,7-10-765 0</inkml:trace>
  <inkml:trace contextRef="#ctx0" brushRef="#br0" timeOffset="73903.03">4222 10057 3855 0,'6'-25'91'0,"-1"4"45"0,0 4 49 16,-1 5 43-16,-2 2 11 0,0 2 14 16,-1 0 0-16,-1 8 2 0,0 0 50 15,0 0 8-15,0 26-5 0,-1 10-20 0,-7 15-24 16,0 5-28-16,0 4-23 0,3-2-20 15,-1 4-19-15,1-2-18 0,0-4-18 0,1-10-30 16,3-3-108-16,-1-2 0 0,-2-4 0 16,2-8 0-16,2-10 0 0,-2 0-111 0,2-6-99 15,0 0-59-15,0-5-75 16,0-1-106-16,0-2-91 0,0-5-103 0,0 0-164 16,0 0 71-16,0 0-650 0,15-29-839 15</inkml:trace>
  <inkml:trace contextRef="#ctx0" brushRef="#br0" timeOffset="74069.03">4258 10169 4036 0,'-5'-10'128'0,"-1"3"46"0,1 1 29 15,1 0 23-15,4 6 15 0,-5-10 0 0,5 10-3 16,9-13-26-16,4-1-26 0,6 3-16 16,10 0-22-16,3-1-45 0,0 4-51 0,-1 0-67 15,-4 1-97-15,-7 4-125 0,-1 3-129 16,-3-3-145-16,-3 6-231 0,0-2 53 15,-3 4 74-15,-1 2-430 0,-3 4-517 0</inkml:trace>
  <inkml:trace contextRef="#ctx0" brushRef="#br0" timeOffset="74269.28">4217 10473 3551 0,'-11'0'476'0,"2"0"-10"16,9 0-26-16,-11 0-24 0,11 0-23 15,0 0-35-15,0 0-36 0,0 0-33 16,36-14-27-16,-18 12-28 0,0-1-27 0,0 1-77 16,0 1-78-16,-2 1-94 0,-1 0-105 15,-1 1-99-15,-1 1-104 0,1 1-116 16,-5 1-127-16,-2-1-216 0,3 1 70 0,-2-3 78 16,-8-1-544-16,0 0-669 0</inkml:trace>
  <inkml:trace contextRef="#ctx0" brushRef="#br0" timeOffset="75185.33">5555 10839 3499 0,'-6'6'135'0,"2"-2"18"0,1 0 10 0,3-4 9 0,-7 6 25 0,7-6 28 0,0 0 13 0,0 0 23 16,0 0-4-16,0 0-5 0,0 0-22 16,0 0-23-16,0 0-18 0,29-16-20 15,-12 4-15-15,10-5-20 0,2-1-12 16,-2-3-8-16,-2-2-12 0,4-1-12 0,3-5-13 16,-7 4-3-16,-2 1-5 0,-3 0-10 15,-3 1-6-15,-5 6-2 0,-5 1-6 0,0 4-2 16,-3 5-7-16,0-5 0 0,-2 6-9 15,-2-1-8-15,0 7-1 0,-4-8 2 0,4 8-6 16,0 0 5-16,0 0-6 0,-27 18 6 16,16-3-1-16,0 2 0 0,3 1-6 0,-2 3-1 15,3-2 2-15,3-1-2 16,2 1 1-16,1-5-4 0,2 1 0 0,1 1 0 16,6-3-1-16,-1-2 6 0,5-1 2 15,3-3-3-15,2-2-5 0,4-5-5 0,2 0 1 16,5-3-3-16,5-4-6 0,-1-4-8 15,-5 3-2-15,-8 1 5 0,0-3 7 16,-4 1-8-16,-2 2 0 0,-1 1 4 0,-2 1 0 16,-3-1 1-16,0 3-5 0,0-1 2 15,-7 4-7-15,0 0 13 0,0 0-1 16,11 9 5-16,-9-4-8 0,2 2 4 16,-3 2 3-16,1-1 2 0,5 3 1 0,-2-1 0 0,4 0-2 15,4-3 5-15,-1 1-1 0,5 0 1 16,1-6 0-16,1 3-4 0,3-5 6 15,3-3 1-15,4 0 4 0,5-4-8 0,-4-3 5 16,-5 1 0-16,-5 2-1 0,-2 0 5 16,-4-1 0-16,-3-1 1 0,-2 1-10 15,2 1 5-15,-6-1-4 0,1-4-3 0,-4 3-6 16,-1-1-21-16,-1-2-36 0,2-2-35 16,-4 0-49-16,2 1-65 0,0-4-75 0,0 5-108 15,0-1-111-15,0 3-153 0,0 4-134 16,2 0 69-16,2 0-646 0,-4 6-823 15</inkml:trace>
  <inkml:trace contextRef="#ctx0" brushRef="#br0" timeOffset="75586.78">7121 10692 3664 0,'0'0'142'0,"2"4"52"0,-2-4 0 0,0 0-10 0,0 0-5 15,0 0 6-15,0 0 4 0,0 0-16 0,0 0-9 16,11 5-10-16,-11-5-14 0,11 2-11 16,-11-2-9-16,16 5-11 0,-7-3-16 0,-9-2-10 15,20 1-12-15,-20-1-19 0,21 0-13 16,-21 0-20-16,20-1-14 0,-12-1-6 16,0-2-6-16,-8 4-7 0,9-8-1 0,-5 1-3 15,-6 0-2-15,-2-6 0 0,-7 4 0 16,-4-3 0-16,-12-2 1 0,-2 3-1 15,4 2 4-15,-1 6 0 0,-2 3 8 0,-11 4 5 16,3 5 16-16,2-1 13 0,3 4 12 16,3 2 7-16,5 2 11 0,8 2-5 15,7-4 1-15,2 3 3 0,6 2-11 0,8 1-7 16,3 8 3-16,9-2-3 0,0-3-3 16,7 0-5-16,0 0-1 0,-1-7-4 0,1-2-4 15,2-1-24-15,-4-5-23 0,-3-5-36 16,-1 4-44-16,0-5-68 0,-6-2-82 15,6-2-96-15,-3 0-107 0,2-4-155 16,-2 0-89-16,0-2 68 0,2-1-484 0,-1 1-589 16</inkml:trace>
  <inkml:trace contextRef="#ctx0" brushRef="#br0" timeOffset="76003.91">8325 10814 3149 0,'-5'4'213'0,"5"-4"9"0,0 0-22 0,0 0-25 0,0 0-17 0,0 0-15 0,0 0-4 16,0 0 1-16,0 0-3 16,0 0-10-16,0 0-12 0,26-2-12 0,-13-2-8 15,3 2-9-15,4 2-11 0,-6-5-8 16,4 2-6-16,-2-2-7 0,0 1-7 0,-1 0-7 15,3-4-11-15,-6 3-7 0,0-2-9 16,-4 0-8-16,-1-1-4 0,1-2-4 0,-7-1-1 16,-1 0 4-16,0 0-1 0,-3-1-6 15,-5 5 5-15,-1-4-1 0,-3 2 3 16,-3 4-1-16,-2 1 14 0,-2 6 12 16,0 1 17-16,-4 4 15 0,-6 7 15 0,7 1 17 15,1 4 7-15,7-2-7 0,8 1-2 16,1 0-9-16,3 2-7 0,4-2 0 15,3 3-11-15,6-1-2 0,1 5-12 0,1-4-4 16,1-5 1-16,5 3-37 0,-2-5-40 16,5-4-46-16,-4-3-62 0,3 0-94 0,2-4-109 15,0-1-110-15,3-6-117 0,-1 1-141 16,9-4 66-16,-9 0-515 0,-2-1-628 16</inkml:trace>
  <inkml:trace contextRef="#ctx0" brushRef="#br0" timeOffset="76401.62">8852 10778 3190 0,'0'0'60'0,"0"0"54"16,-5-9 29-16,5 9 19 0,0 0 14 16,0 0 21-16,0 0 16 0,-16 12-6 0,8-4-14 15,5 0-18-15,-6 5-16 0,5-1-17 16,-3 5-13-16,3-1-17 0,-1 3-25 16,-2 1-24-16,0-3-21 0,1 2-14 0,-3 1-11 15,6-5-7-15,-4-1-6 0,1-1-3 16,-1-4-4-16,3 1-13 0,-1 0-6 0,0-6-10 15,5-4-16-15,-7 7-10 16,7-7-16-16,0 0 2 0,0 0 1 0,0 0 2 0,21-35-1 16,2 12 7-16,11-12-4 15,1 3 3-15,1-3 14 0,-2 5 9 0,-7 10 7 16,-2 0 10-16,-6 8 6 0,-2 2 17 16,-6 6 19-16,1 3 24 0,-3 2 23 0,-2 6 15 15,2 3 11-15,-6 1 3 0,1 4-1 16,-2 1 1-16,1 0-10 0,-3 4-13 0,2-1 0 15,-2-2-11-15,2 4-3 0,0-5-7 16,5 2-3-16,-6-1-6 0,3-2-4 0,2-1-3 16,-3-4-18-16,1 1-32 0,2-1-32 15,-1-2-45-15,0-3-82 0,-2-1-94 0,3 1-107 16,-6-5-129-16,11 3-176 0,-4 1 75 16,-7-4-450-16,14 3-527 0</inkml:trace>
  <inkml:trace contextRef="#ctx0" brushRef="#br0" timeOffset="76651.78">9704 10836 3197 0,'-22'0'147'0,"3"3"27"0,-1 0 25 0,-3 6 28 0,-12 4 28 0,3 3 12 0,-7 13 3 0,3 1 0 0,0 3-34 0,7 1-14 0,10-3-18 15,2-1-23-15,0-1-18 0,10-7-29 0,-1-1 2 0,6-3-17 16,0-1-14-16,2-3-30 16,2-4-37-16,4 1-47 0,-1 1-52 0,7-2-77 15,-1-3-102-15,4-2-120 0,3-4-112 16,3-1-161-16,-1-1-82 0,5-3 84 0,0-1-512 16,9-6-610-16</inkml:trace>
  <inkml:trace contextRef="#ctx0" brushRef="#br0" timeOffset="76968.32">9976 10882 3013 0,'-5'-2'65'0,"5"2"63"0,-11-6 42 15,11 6 33-15,0 0 35 0,-30 12 38 0,15-1 17 16,-1 1 9-16,0 0-14 16,0 1-17-16,3 3-25 0,1 1-32 0,7-3-11 15,-3-1-26-15,5 3-21 0,1-4-11 16,0-2-18-16,4 0-15 0,1 0-9 0,5-2-17 15,-1-1-22-15,3-3-11 0,1-2-15 16,0-2-18-16,3 0-13 0,-1-4-15 0,3 2-11 16,2-4-3-16,-2 1 1 0,1-1 7 15,-1-2-2-15,-2-2 3 0,-2 0 3 0,-1-2 6 16,-3-1 9-16,-2-2 4 0,-2 0 2 16,1 0-1-16,-5-3 2 0,2 5-9 0,-4-1 1 15,2 0-1-15,-1 3-14 16,-5 1-21-16,1 3-49 0,0 4-74 0,-1 0-102 15,6 3-125-15,-16 2-145 0,16-2-252 16,-16 7 87-16,12-3 63 0,-1 2-522 0,5 2-617 16</inkml:trace>
  <inkml:trace contextRef="#ctx0" brushRef="#br0" timeOffset="77267.83">10271 10899 3151 0,'0'0'147'15,"0"0"77"-15,0 0 41 0,0 0 25 0,0 0 23 16,0 0 22-16,-22 15-10 0,17-12-15 16,1 2-25-16,4-5-28 0,-3 14-24 15,1-10-24-15,2-4-20 0,3 13-15 0,-1-6-13 16,-2-7-22-16,16 7-15 0,-5-6-19 16,3 0-18-16,1-2-16 0,2 0-14 0,0-1-14 15,2 0-12-15,-4-3-3 0,1 0-3 16,0 0-1-16,-4 0-4 0,1-2-3 0,-1-1-3 15,0 1-3-15,-1-4 1 16,-3-2-1-16,1 1 1 0,-1-2-9 0,-3-2-13 16,3 4-29-16,-4 0-39 0,0 3-51 15,-1 1-65-15,-1 4-85 0,0-2-99 0,-2 6-111 16,0 0-133-16,0 0-151 0,0 0 63 16,0 0-651-16,0 0-815 0</inkml:trace>
  <inkml:trace contextRef="#ctx0" brushRef="#br0" timeOffset="77651.52">10713 10771 3823 0,'0'0'120'0,"0"0"58"15,0 0 25-15,0 0 38 0,0 0 24 16,-11 18 32-16,8-11-11 0,3-7-23 0,-1 14-22 16,-1-5-26-16,2-1-34 0,-2 0-14 15,2-8-21-15,0 16-19 0,0-12-18 16,0-4-24-16,0 13-20 0,0-13-25 15,0 8-32-15,0-8 4 0,-2 6-16 0,2-6-3 16,0 6-2-16,0-6-6 0,0 0-3 16,0 0-14-16,0 0-19 0,0 0-19 0,0 0-15 15,0 0-4-15,10-17-9 0,1 7 0 16,2-2-4-16,12-8 6 0,-4 9 9 0,-1 0 8 16,-2 1 6-16,-4 2 7 0,-1 2 9 15,0 3 11-15,-1 1 11 0,-3 2 11 16,-9 0 12-16,18 7 4 0,-13-2 5 0,-1 2 6 15,0 3 1-15,-4 2 4 0,0 0 0 16,0 0-3-16,-2 0 2 0,0 1-3 16,2-1 0-16,-2 1-3 0,2 1 0 0,0-6-22 15,0 3-20-15,0-3-33 0,0-2-54 16,0 4-65-16,2-3-80 0,-2-2-85 16,0-5-128-16,4 7-177 0,-4-7 64 0,0 0-427 15,12 3-501-15</inkml:trace>
  <inkml:trace contextRef="#ctx0" brushRef="#br0" timeOffset="77935.19">11931 9881 3203 0,'-6'-20'189'0,"1"5"21"0,-2 4-10 0,4 3-11 16,-1 2-9-16,4 6 18 0,0 0 19 0,-17 19 15 15,5 12 3-15,-4 17-7 0,-2 11-2 16,-3 1-23-16,-3 20-15 0,-1 2-22 0,-4 4-17 16,-1-3-11-16,1 0-10 15,1-6-20-15,-1-16-9 0,6-3-10 0,-2-5-13 16,1 0-34-16,1-5-42 0,3-7-37 0,7-6-41 16,0-6-55-16,2 0-64 0,1-10-90 0,2-2-79 15,4-5-87-15,2-3-94 16,1-5-163-16,1 2 58 0,0-6-516 0,0 0-633 15</inkml:trace>
  <inkml:trace contextRef="#ctx0" brushRef="#br0" timeOffset="78119.75">11264 10751 3646 0,'-21'-2'277'16,"4"0"47"-16,3 1 15 0,14 1 5 0,-15-2 7 15,15 2 4-15,0 0 10 0,0 0-6 16,0 0-27-16,0 0-36 0,0 0-30 15,48 7-39-15,-22-6-68 0,1 1-80 0,5-2-111 16,-1 0-102-16,13 0-139 0,-2-3-170 16,-10 3-187-16,8-2-217 0,-10 2 79 15,-5-2 71-15,2 4-628 0,-6 1-781 0</inkml:trace>
  <inkml:trace contextRef="#ctx0" brushRef="#br0" timeOffset="78501.98">11822 10790 4111 0,'-15'-1'291'0,"15"1"21"0,-9-4 6 0,9 4 6 15,0 0 5-15,-8-2 6 16,8 2-25-16,0 0-22 0,0 0-21 0,0 0-34 16,0 0-18-16,0 0-26 0,46-3-31 15,-30 1-34-15,0-3-46 0,4 1-36 0,-4-1-48 16,5 1-38-16,1-7-39 0,-6 1-29 15,2-1-22-15,-3 0-12 0,0-5-8 0,-5 1 7 16,-5 1 3-16,-1 2 11 0,-6 2 10 16,-4 0 16-16,-6 2 8 0,-6 4 20 0,-1 2 28 15,-10 4 30-15,-9 6 36 0,0 4 38 16,2 3 36-16,4 1 32 0,1 3 20 0,6 1 9 16,4 2-8-16,6 2-8 15,3-3-10-15,9-4-14 0,1 0-11 0,4-1-13 16,-1-2-7-16,5 1-31 0,1-3-25 15,2 0-40-15,0-3-52 0,3-1-44 0,5-3-62 16,0 0-84-16,-2-3-116 0,4-4-117 16,8-2-142-16,7-2-166 0,4-6 77 0,8-5-671 15,0-4-846-15</inkml:trace>
  <inkml:trace contextRef="#ctx0" brushRef="#br0" timeOffset="78934.48">13088 9810 4196 0,'-13'-14'154'0,"3"4"25"16,2 6 2-16,4 2 24 0,4 2 53 15,-21 12 37-15,3 14 29 0,-9 17 16 0,2 6-8 16,-2 9-13-16,-7 14-21 0,2 9-16 0,-4 0-14 16,0 3-9-16,-3-5-19 15,-1-2-179-15,2-5-61 0,-1-1 0 0,14-20 0 0,-6-1 0 16,4-4 0-16,0-3 0 0,4-8 0 15,4-6 0-15,4-3 0 0,1-6 0 0,5-8 0 16,2 0 0-16,1-4 0 0,1-1 0 16,-2-1 0-16,3-2 0 0,4-4 0 0,0 0 0 15,0 0 0-15,0 0 0 0,0 0 0 16,-1-27 0-16,1 10-123 0,1-1-104 16,-2 1 10-16,-3 1 18 0,-2 3 22 15,-6 3 36-15,-1 4 50 0,-4 3 56 0,-2 6 58 16,-15 5 59-16,2 5 43 0,1 7 44 15,5 0 32-15,3 3 30 0,3 0 4 0,11-1-91 16,3-3-144-16,6-3 0 0,2-4 0 16,7 1 0-16,3-2 0 0,1-3 0 0,5-3 0 15,-1 1 0-15,0-5 0 0,0-1 0 16,2-1 0-16,-1-1 0 0,-4-2 0 16,-2 2 0-16,0-2 0 0,-5 0-201 15,0 1-325-15,-7 3-136 0,4-7-202 0,-4 7 37 16,0 0 89-16,0 0-749 0,-17-10-935 15</inkml:trace>
  <inkml:trace contextRef="#ctx0" brushRef="#br0" timeOffset="80700.33">13890 10317 2858 0,'13'-23'299'0,"0"7"-72"0,-2 0-36 0,-4 5-10 0,-2 1 2 0,1 2-6 0,-1 1-18 0,-2 2-21 0,-3 5 11 0,0 0 52 15,0 0 26-15,-3 28 4 0,-11 5-16 16,-3 19-6-16,-2 4-8 0,-3 8-9 0,-1 1-15 16,1 1-19-16,1 1-12 15,3-4-15-15,2-2-23 0,-4 2-10 0,6-5-13 0,-2-9-9 16,5-11-5-16,2-4-10 15,-2-5 0-15,6-7-9 0,-1-6-5 0,3-3-1 0,-1-1 0 16,2-4-2-16,-3-1-13 16,4-4-32-16,1-3-28 0,0 0-21 0,0 0-20 15,0 0-27-15,-23-16-27 0,15 2-17 16,1-4-12-16,-8-10-7 0,-1-1-7 0,1-2-5 16,0-3 0-16,-2 2 12 0,1 0 19 15,2 6 14-15,2 5 17 0,2 5 11 0,7 4 10 16,-6 3 4-16,7-1 9 0,2 3 10 15,7 1 5-15,8 0 12 0,15-6 2 0,22 1 1 16,9-1 2-16,9-2 3 0,23-7-7 16,11-3-9-16,0-2-18 0,4-3 6 15,-4-4 5-15,-5-2 5 0,-8-5 2 16,-9 1 11-16,-10 0 9 0,-23 3 10 0,-12 0 25 16,-6-2 16-16,-6-1 22 0,-12 6 9 15,-5-2 15-15,-6-2 13 0,-8 2 8 0,0 10 3 16,-5-3 6-16,-9 6-8 0,0 3-5 15,1 9-6-15,-4 3-5 0,-6 7-1 16,-7 9 2-16,-7 10-3 0,-4 8 0 16,4 9-8-16,5 5 0 0,-1 5-5 0,7 8-6 15,1 0-1-15,8 0-5 0,3-1-2 16,4-2-1-16,5-5-2 0,6-8 2 16,-2-2 4-16,5-8 1 0,0-6 3 0,2-3-2 15,0-6 1-15,-1-1 6 0,1 1 4 16,-2-5 3-16,2 0-5 0,0-2 3 0,0-6-4 15,2 12 1-15,-2-12-3 0,1 7-5 16,-1-7-7-16,9 3-1 0,-9-3-2 0,7 1-11 16,-7-1 0-16,9 2-8 0,-9-2 2 15,6 7 16-15,-6-7 1 0,10 10-3 0,-8-2 4 16,5 0-10-16,-3 2 13 16,3-1-13-16,0 1 3 0,0 0-5 0,3-1 2 0,3-1 1 15,0 0-5-15,3-4 10 0,4-1-8 16,2-3-2-16,-3 0-4 0,7-3 0 15,-7 0 0-15,1 2 17 0,-6-3 10 16,0 2 1-16,-4 0 10 0,-3 2-6 0,-7 0-1 16,14 4-2-16,-10 1 4 0,-4-5 8 15,1 16 6-15,-1-9-9 0,2 1-4 0,2 2-6 16,0 2-2-16,3-1-1 0,3-1-6 16,3 2-5-16,12 3-8 0,7-1-10 15,6-9-36-15,7-1-65 0,-2-3-80 16,5-1-105-16,-1-3-147 0,-2-2-177 0,-2 0-278 15,-1-2 84-15,-7 0 93 0,-9 5-660 16,-2 2-815-16</inkml:trace>
  <inkml:trace contextRef="#ctx0" brushRef="#br0" timeOffset="81133.98">15876 10839 3947 0,'-9'-6'300'0,"9"6"-30"0,-18 6-2 0,11 2 18 0,-3 2 10 0,2 4-15 0,1 5-13 15,1 1-22-15,2 4-26 0,1 0-23 0,-4 2-20 16,5-2-13-16,-1 0-18 0,-1 0-15 16,-1 0-12-16,-1-4-14 0,0-1-8 0,2-3-6 15,-2-3-9-15,3 0-7 16,-3-3-5-16,4-1-3 0,0-1-6 0,0-3-8 15,2-5-10-15,-5 4-22 0,5-4-16 16,0 0-20-16,0 0-18 0,5-29-18 0,10 3-14 16,7-6-2-16,6-3-5 0,4-1-6 15,3 5 1-15,-9 9 16 0,3 4 4 0,-4 2 5 16,-7 4 1-16,-4 6 1 16,-1 2 24-16,-1 2 21 0,-12 2 22 0,19 8 14 15,-12-1 14-15,3 2 7 0,0 4-5 0,-5-1-4 16,3 4-2-16,0 1 0 0,-3-4-11 15,3 1 3-15,-1 0-10 0,1-1-5 16,-2-2-14-16,3 1-39 0,-1-3-45 0,2-3-70 16,-1-1-78-16,2-2-109 0,1-1-116 15,1-2-115-15,3 0-165 0,-3-2-18 0,1-1 70 16,-3 0-589-16,0-1-731 0</inkml:trace>
  <inkml:trace contextRef="#ctx0" brushRef="#br0" timeOffset="81450.13">16461 10847 3515 0,'1'-5'-32'16,"1"2"35"-16,-2 3 39 0,0 0 61 16,0 0 38-16,-11 29 32 0,8-15 19 15,-7 7 5-15,4 2-5 0,-2-3 1 0,-3 11-15 16,4-7-16-16,0-3-10 0,6-4-17 16,-3 0-13-16,2-4-8 0,4 1-8 15,3 0-5-15,2-1-7 0,0-4-6 0,6-2-5 16,1-1-10-16,3-5-10 0,2 1-2 15,0-2-17-15,6-3-13 0,-4-3-7 0,0 2-11 16,-2-4-7-16,-4 1 2 16,-4-2 1-16,1 0 2 0,-6-2-3 0,-1 0 2 0,-5-4-4 15,0 3 5-15,-5-3-2 16,-5-2-5-16,-3 2-4 0,-5-1 1 0,-6 1-3 0,-3 3-5 16,-1 5-10-16,1 3-27 0,0 4-29 15,0 4-46-15,-9 3-76 0,10 0-102 16,2 1-126-16,8-4-176 0,0 2-106 15,3 1 72-15,3-2-500 0,6 0-602 0</inkml:trace>
  <inkml:trace contextRef="#ctx0" brushRef="#br0" timeOffset="81900.62">17319 10338 3495 0,'0'-12'212'0,"0"3"20"0,-3 3-4 0,3 6 10 16,0-6 20-16,0 6 50 0,0 0 18 16,-11 27 17-16,-4 4 2 0,0 17-18 15,-5 3-28-15,2 5-25 0,-4 0-26 16,1 2-22-16,1-1-28 0,0 1-14 0,-5-1-20 16,7-2-11-16,-1-5-20 0,1-6-133 15,7-10 0-15,-2-3 0 0,5-7 0 0,0-6 0 16,5-3 0-16,-3-3 0 0,4-2 0 15,0-3 0-15,1 1 0 0,-1-2 0 0,2-6 0 16,0 0 0-16,0 0 0 0,0 0 0 16,0 0-150-16,0 0-30 0,11-31-10 0,-11 17-8 15,-2 1-2-15,-4-3 7 0,-2 4 17 16,-5 2 21-16,-2 3 13 0,-2 3 16 16,-4 4 15-16,-6 6 16 0,-7 4 30 15,-1 5 26-15,5 3 24 0,1 0 26 0,4 4 27 16,5 0 22-16,1-5 17 0,9 1 11 15,5-4-1-15,5-5 5 0,4 3-14 0,1-4 1 16,6-1-9-16,3 0-10 0,4-4-13 16,2-1-44-16,3 0-51 0,6-4-68 0,8-2-96 15,0-2-138-15,-3-3-155 0,2 1-214 16,-6-4-15-16,3 3 74 0,-9 1-565 16,5-4-688-16</inkml:trace>
  <inkml:trace contextRef="#ctx0" brushRef="#br0" timeOffset="82268.64">17423 11089 3811 0,'0'0'254'0,"-11"0"2"0,11 0 3 0,0 0 12 0,0 0 31 16,0 0 4-16,0 0-8 0,0 0-22 15,0 0-27-15,0 0-27 0,0 0-17 0,40-6-26 16,-27 3-18-16,3-1-25 0,-4 1-33 15,2-1-28-15,-1-1-30 0,1-3-25 0,-3 2-26 16,-2-4-15-16,2 0-10 16,-6 2-17-16,-5 1-5 0,0 0-12 0,-7 2-3 15,-5-1 10-15,-5 6 9 0,-2 2 0 16,-15 9 12-16,-1 4 18 0,-5 7 28 0,0 2 41 16,11-2 29-16,3 1 34 0,2 0 32 15,12 1 26-15,2-5 17 0,8 0 3 16,2-1-7-16,8-4-47 0,1-1-137 15,9 1 0-15,-4-5 0 0,8 1 0 0,-3-3 0 0,3-1 0 16,-2-5 0-16,-5 2 0 16,4 1 0-16,-7-3 0 0,-1 1 0 0,-4-1 0 15,2 1 0-15,-9-2-198 0,0 0-313 16,0 0-127-16,0 0-159 0,0 0-48 0,-18 11 104 16,4-10-776-16,-1 4-963 0</inkml:trace>
  <inkml:trace contextRef="#ctx0" brushRef="#br0" timeOffset="83833.44">18682 10682 3984 0,'9'-30'18'0,"-2"4"47"0,-1 5 24 0,-4 6 10 15,1-1 4-15,-3 4 12 0,4 1 10 0,-1 5 4 16,-3 6 24-16,0 0 22 0,0 0 20 16,-22 27 5-16,1 12-9 0,3 10-13 0,-5 8-8 15,0 4-23-15,-10 20-13 0,3 0-11 16,-3 1-1-16,5-6-20 0,5-15-11 0,0-3-14 16,0-2-6-16,2-8-10 0,4-5 0 15,4-10-4-15,2-4-11 0,0-8-9 0,6-5 1 16,-1-3-5-16,4-4-14 0,-1-4-31 15,-1-2-27-15,4-3-25 0,0 0-24 0,0 0-17 16,-10-15-27-16,8 2-13 0,-2-4-23 16,3-5-25-16,-5 0-13 0,-1-13 4 15,-2 3 1-15,0-1 15 0,4 1 7 16,-3 10 19-16,3 3 19 0,0 5 15 0,1 2 7 16,2 0 16-16,1 4 14 0,1 1 4 15,3-3 8-15,5 3 8 0,7-3 1 0,5-2-23 16,10-5-48-16,14-5-63 0,4-5-68 15,4 0-69-15,6-1-11 0,3-4-18 0,10-6 32 16,1-7-398-16,-4-1-224 0</inkml:trace>
  <inkml:trace contextRef="#ctx0" brushRef="#br0" timeOffset="84166.5">19057 10628 2079 0,'16'-29'78'15,"-4"2"47"-15,-4 2 31 0,-7 2 28 16,-1 3 28-16,-1-3 30 0,-7 3 7 16,0 3 4-16,-1 0-7 0,-4 5-17 0,-3 5-17 15,-1 5-13-15,0 4-12 0,-15 8-9 16,1 7-15-16,-5 15-10 0,0 3-14 15,4 8-16-15,-2 3-11 0,4 2-9 16,2 2-9-16,3-2-11 0,2 5-11 0,4-7-13 16,8-10 0-16,0 1-9 0,0-2-8 15,4-4 5-15,2 2-4 0,1-12 5 0,0-4-3 16,2-3-2-16,-1-3-8 0,3-2 4 16,0 0 0-16,0-9-3 0,0 11-7 15,-1-6 0-15,1-5-6 0,1 11 0 0,-1-11 0 16,7 6-3-16,-7-6 0 0,4 10 7 15,-4-10 14-15,3 7 17 0,-3-7 18 16,2 14 4-16,2-8 9 0,-2 0 15 0,1 0-13 16,-1-1-8-16,2 1-7 0,2 0-7 15,2-1-8-15,-3 2-3 0,-1-2-9 0,3-1-35 16,2-2-54-16,-4 1-67 0,5 0-84 16,-10-3-103-16,15 2-117 0,-6 0-128 0,-9-2-167 15,16 0-63-15,-16 0 82 0,19-4-624 16,-7 2-769-16</inkml:trace>
  <inkml:trace contextRef="#ctx0" brushRef="#br0" timeOffset="84750.62">19046 11042 3874 0,'0'0'164'16,"-1"16"27"-16,-3-3 26 0,-2 6 20 0,1 3 20 16,-4 9 11-16,-2 0-12 0,2 2 0 15,0-1-22-15,-1 1-14 0,2-2-25 16,1-2-20-16,1-5-17 0,3-4-19 0,-2-3-12 15,1-5-9-15,3-1-18 0,-3-1-9 16,2-1-9-16,-2-2-19 0,4-1-26 0,0-6-22 16,-5 6-23-16,5-6-20 0,0 0-26 15,0 0-16-15,-12-19-8 0,8 6 1 0,4-2 6 16,0-2 0-16,0-6 4 0,4-2 6 16,-1 4 5-16,6-2 3 0,-5 6 3 15,1 1 6-15,1 4 4 0,-1 3 10 16,2 4 13-16,-2 5 14 0,-5 0 8 0,0 0 9 15,20 14 2-15,-11-5-1 0,2 6-2 16,-2 2-2-16,3-1-3 0,-1-1 2 0,5 0-9 16,-3-1-20-16,3 0-19 0,0-2-21 15,4-3-21-15,-4-5-22 0,2-1-25 0,1-2-26 16,0-5-40-16,2 0-33 0,0-5-8 16,7-4-8-16,-1-4 0 0,-1-6 3 15,-1-1 13-15,0-12 17 0,0-3 21 0,-3-9 23 16,2 0 17-16,-1-8 18 0,-2-3 16 15,-1-6 20-15,9-22 26 0,-1-3 28 0,-3-3 24 16,0-1 21-16,0 4 26 16,-6 24 40-16,-3 8 40 0,-7 18 11 0,-4 7 12 15,1 12 9-15,-3 9 21 0,-3 8 17 16,0 4 21-16,0 0 8 0,-16 51 3 0,3 3-13 16,-1 12-19-16,1 6-19 0,-3 22-16 15,2 3-14-15,-4 2-10 0,2-4-14 0,0-3-11 16,5-20-2-16,-1 0-23 0,2-6-3 15,-1-5-24-15,5-6-39 0,0-14-43 0,3-7-58 16,1-9-65-16,-2-7-86 0,4-7-75 16,2-3-79-16,0-7-108 0,-2-1-177 0,0 0 65 15,17-14 68-15,-9 2-378 16,3-7-411-16</inkml:trace>
  <inkml:trace contextRef="#ctx0" brushRef="#br0" timeOffset="84916.28">19285 11211 2592 0,'-9'6'100'0,"1"-2"19"0,6-3 7 16,2-1 11-16,10 9 11 0,2-6-8 0,8-1-17 0,5 1-42 0,4 1-69 0,10-1-83 0,6 1-106 0,0 1-112 16,16 2-146-16,5 0-59 0,5 1 52 0,0-3-126 15,1-1-70-15</inkml:trace>
  <inkml:trace contextRef="#ctx0" brushRef="#br0" timeOffset="85117.06">20369 11085 1971 0,'2'-9'329'0,"-2"6"-9"0,0 3-10 16,0 0 8-16,0 0 39 0,0 0 25 16,0 0 7-16,-5 37-9 0,-1-14-29 0,-2 12-23 15,-1 0-32-15,-1 5-37 0,-4 9-22 16,0-4-34-16,3-6-33 0,-1-3-42 0,1 0-67 15,0-6-57-15,6-4-77 16,-1-8-79-16,4-4-87 0,-1-4-98 0,3-1-71 16,0-6-85-16,0-3-106 0,0 0-79 15,0 0 62-15,27-18-472 0,-15 4-558 0</inkml:trace>
  <inkml:trace contextRef="#ctx0" brushRef="#br0" timeOffset="85267.12">20541 11050 3028 0,'6'-18'49'0,"-6"7"32"0,0 1 26 15,-4 5 12-15,0 0 32 0,4 5 21 0,-13 0-3 16,13 0-10-16,0 0-18 0,-24 7-17 0,24-7-40 16,-9 10-73-16,7-5-109 15,2 2-136-15,0 0-160 0,0-7-201 0,10 10 52 16,-2-5 58-16,-1-1-211 0,6 4-190 16</inkml:trace>
  <inkml:trace contextRef="#ctx0" brushRef="#br0" timeOffset="85566.65">20848 11100 2321 0,'0'0'240'0,"0"0"11"0,0 0 5 16,0 0 13-16,-50 7 14 0,35-2 0 0,-4 2-3 15,-2 2-27-15,-2 6-24 16,4 1-25-16,3-3-22 0,5 1-14 0,2 0-27 16,4 0-5-16,0 1-26 0,1-4-25 15,4 2-16-15,4 1-10 0,1 0 0 0,0-1-11 16,1 3-3-16,-1-1 1 0,2-1 24 15,-2-1 29-15,3 3 49 0,-7-1 47 0,1 3 41 16,-2-3 32-16,-2 3 33 0,-7 2 0 16,-7 6 13-16,-5 1-72 0,1 1-242 0,-7-5 0 15,-2-1 0-15,4-1 0 0,-3-1 0 16,-1-6 0-16,6-3 0 0,5-5 0 0,0-2 0 16,3-2 0-16,5-2 0 0,1-4 0 15,2 0-596-15,3-4-400 0,0 1 93 0,4 7 103 16,-5-14-865-16,5 14-1102 15</inkml:trace>
  <inkml:trace contextRef="#ctx0" brushRef="#br0" timeOffset="86466.59">21877 11246 4787 0,'4'-12'-58'0,"-2"1"31"0,1 3 18 16,3 0 27-16,-1 2 41 0,7-2 27 0,0 3 17 16,1-1 9-16,6 4 3 0,-2 2-5 0,2 2-7 15,4 6-7-15,7 2-1 0,-5 5-4 16,-1 4-5-16,-8 2-3 0,0-1 4 0,-9-2 14 15,-3 2 12-15,-4-1 18 0,-2 5 14 16,-3-1 4-16,-9 8 20 0,-7-5 3 0,4 1 15 16,-6-5-2-16,-1-2 0 0,-3-2-11 15,0-2-7-15,8-4-5 0,0-5-13 0,5 0-84 16,0-1-65-16,2-5 0 0,1-2 0 16,-1-5 0-16,2-2 0 0,5-6 0 15,-1-3 0-15,4-7 0 0,4-13 0 16,4-6 0-16,8-6 0 0,4-2-169 0,1 2-230 15,2 5-87-15,-2 15-90 0,2 3-112 16,0 3-121-16,-6 8 64 0,-2 5-724 0,1 3-917 16</inkml:trace>
  <inkml:trace contextRef="#ctx0" brushRef="#br0" timeOffset="86667.14">22184 11125 4239 0,'0'0'-12'0,"-6"14"56"15,2-5 45-15,-4 6 44 0,1 2 33 16,-2 1 12-16,0 5 7 0,-2 7-9 0,0 1-13 15,3 0-17-15,2-4-13 16,4 0-13-16,2-4-11 0,0-1-16 0,4 1-13 16,5-3-27-16,-4-1-36 0,2-1-37 15,1-5-41-15,4-3-50 0,-3-2-45 0,0-2-69 16,3-4-53-16,1-2-52 0,5-5-69 16,-2-4-80-16,4-1-114 0,3-7 17 0,3-4-405 15,-7-1-458-15</inkml:trace>
  <inkml:trace contextRef="#ctx0" brushRef="#br0" timeOffset="86899.74">22704 10328 2607 0,'5'-31'53'0,"-3"10"65"0,-2 1 35 0,0 9 8 16,0-1-3-16,0 6 10 0,0 6 36 16,0 0 26-16,-14 24 25 0,3 12 5 15,-3 20-6-15,-4 5 5 0,1 8-9 0,-4 20-24 16,2 2-1-16,-2 3-20 0,-2 1-17 15,2-1-14-15,1-7-16 0,2-17-18 0,-1-4-11 16,2 1-16-16,1-6-5 0,4-4-17 16,-2-5-15-16,4-13-30 0,3-5-52 0,0-3-66 15,3-8-81-15,-1-6-105 16,4 0-98-16,1-7-102 0,1-5-163 0,1 0-115 0,-2-5 69 16,10 2-585-16,-10-2-714 15</inkml:trace>
  <inkml:trace contextRef="#ctx0" brushRef="#br0" timeOffset="87382.83">22733 11664 3965 0,'-20'0'273'0,"5"0"0"16,3 0 21-16,12 0 34 15,-14 0 14-15,14 0-14 0,-10 0-30 0,10 0-33 16,0 0-26-16,0 0-23 0,8-14-41 0,1 8-59 15,5-1-67-15,2-5-70 0,4 2-53 0,7-7-40 16,-3 1-28-16,1-2-12 16,0-2 2-16,-6 2 13 0,-1-4 13 0,0-2 15 15,-7 7 12-15,-1-4 12 0,-4 1 11 16,-2-3 12-16,-3 0 14 0,-1-2 11 0,-1 4 11 16,-3-1 8-16,-2 1 8 0,0 6 7 15,-2 0-1-15,1 2 5 0,-2 2 1 0,-3 1 0 16,3 6 2-16,-1 0 4 0,-2 3 4 15,3-2 10-15,9 3 3 0,-18 3 3 0,18-3 3 16,-11 1 5-16,11-1 2 0,0 0 1 16,0 0 1-16,0 0 1 0,0 0-8 15,36-5 0-15,-11 0-8 0,15 0 2 16,1-1-5-16,-1 5 0 0,-12 1 0 0,-3 1 1 16,-5 5 15-16,2 3 27 0,-7 3 13 15,-4 1 7-15,-1 4 12 0,-5 1 5 0,2 5 3 16,-7-4-10-16,0 2-4 0,2 3-10 15,-4 0-9-15,2-5-6 0,0 1-13 16,0 0-17-16,0-4-9 0,2-2-52 0,-2 0-65 16,1-3-86-16,1-1-99 0,4-4-147 15,-3-1-148-15,3-1-195 0,-6-4 52 16,0 0 81-16,0 0-559 0,27-8-657 0</inkml:trace>
  <inkml:trace contextRef="#ctx0" brushRef="#br0" timeOffset="87716.22">23520 11368 3702 0,'-8'-8'213'0,"8"8"-3"15,-2-8 1-15,2 8 6 0,-4-5 1 0,4 5-9 0,0 0-24 0,0-8-10 0,0 8-20 0,6-7-16 0,2 4-15 0,-1-1-13 0,2 1-8 0,3-2-18 16,-2-1-18-16,-1-1-14 0,1 1-9 15,-1-3-6-15,-1 2 1 0,-3 0-10 16,0 0 0-16,-5 7-1 0,-3-6-3 0,3 6-7 16,-20 2 11-16,-2 3 0 0,-6 10 19 15,-5 2 21-15,5 5 25 0,-6 7-9 0,9-2 8 16,4 1-4-16,4 0-6 0,6 0-9 16,2-5-6-16,6-4-6 0,3-2-8 0,3 0-8 15,4-3-29-15,-2-2-41 0,7 0-55 16,-1-3-51-16,2-1-62 0,2-2-82 0,1-5-96 15,1 2-105-15,0-3-111 0,3-3-153 16,-4-2 57-16,4 2-616 0,1-6-756 16</inkml:trace>
  <inkml:trace contextRef="#ctx0" brushRef="#br0" timeOffset="88049.46">23811 11373 3495 0,'0'-4'147'15,"0"4"56"-15,0 0 23 0,0 0 16 16,0 0 42-16,0 0 39 0,0 0-1 15,0 0-14-15,0 0-23 0,0 0-22 0,0 21-30 16,0-10-16-16,0-2-25 0,0 3-24 16,-2 2-14-16,0-2-17 0,0 1-13 0,0-3-13 15,0-1-17-15,1 1-18 16,-1-2-8-16,-2-1-9 0,0 2-14 0,-1-4-14 0,-3-1-13 16,8-4-12-16,-13 6-22 15,13-6-34-15,-16 0-31 0,16 0-36 0,-13-8-25 16,7 1-13-16,5 0-3 0,1 2 3 15,0-4 11-15,0 9 13 0,3-13 15 0,1 11 11 16,-4 2 12-16,9-7 13 0,-9 7 9 16,14-2 12-16,-7 2 13 0,-7 0 2 0,22 3 5 15,-11-1 3-15,0 0 6 0,3 2-3 16,-1-4-18-16,4 3-57 0,0-3-58 0,2-3-105 16,3 3-143-16,1 0-100 0,18-2-92 15,1-4 2-15,-4-1-483 0,0-3-558 0</inkml:trace>
  <inkml:trace contextRef="#ctx0" brushRef="#br0" timeOffset="88449.27">24431 10696 3277 0,'1'-31'150'0,"-4"6"9"16,-3 11 3-16,2 2 9 0,-4 5 22 0,3 3 35 16,5 4 23-16,-25 18 26 0,3 4-10 15,6 10-3-15,-5 11-14 0,0 8-12 0,6 4-14 16,2 6-8-16,-1 0-13 0,3 1-15 15,-3-1-10-15,5 0-14 0,-1-3-15 0,-2 0-17 16,7-4-13-16,-3-15-12 0,5 2-10 16,-3-3-11-16,2-13-14 0,2-4-32 15,0-5-34-15,0-2-32 0,0 1-41 16,2-7-47-16,2 1-37 0,2-4-32 0,-4-5-25 16,8 0-12-16,-8 0 1 0,13-9 12 15,-9-2 20-15,-1 2 18 0,-1-5 18 0,0 2 19 16,-4-1 18-16,0-3 16 0,-5 4 18 15,-6-1 19-15,-1 5 27 0,-2 1 21 0,-2 4 27 16,-3 4 25-16,-3 1 28 0,-11 9 27 16,6 3 25-16,-2 2 10 0,8 5 1 0,-1 2 4 15,5-1-20-15,2 2-10 16,5-2-2-16,7-5-14 0,1 0-9 0,2 0-6 0,4 1-10 16,2-3-8-16,1-1-37 15,6 0-37-15,0-5-57 0,0 3-72 0,4-8-98 16,5 0-108-16,0-2-94 0,7-2-124 15,0-4-146-15,9-2 61 0,2-2-574 0,0-1-692 16</inkml:trace>
  <inkml:trace contextRef="#ctx0" brushRef="#br0" timeOffset="88682.95">24831 11226 3644 0,'-6'-4'160'0,"1"1"18"0,5 3 0 0,0 0 16 0,-36 14 28 0,12 10 7 0,-8 11-4 0,-5 5-10 0,-1 11-25 0,-11 20-12 16,-1 3-15-16,-1 4-13 0,2 5-20 0,-5 4-11 15,6-1-12-15,-6-4-16 0,9-4-8 16,4-6-17-16,-2-6-33 0,13-16-41 0,3-2-65 16,5-5-71-16,4-14-101 0,2-4-104 15,5-7-110-15,4-5-134 0,1-6-105 16,5-3 62-16,1-4-503 0,0 0-608 15</inkml:trace>
  <inkml:trace contextRef="#ctx0" brushRef="#br0" timeOffset="88866.12">24445 11327 3160 0,'-7'-9'161'0,"0"8"39"0,7 1 0 15,-20 6 6-15,13 1-2 0,-2 3 0 16,0 2-15-16,4 3-18 0,-3-2-20 0,5 4-18 15,-1-2-43-15,2 3-55 0,4-5-86 16,-2 1-107-16,0-3-101 0,0-3-106 0,4-1-138 16,-2-2-98-16,-2-5 54 0,1 5-344 15,-1-5-374-15</inkml:trace>
  <inkml:trace contextRef="#ctx0" brushRef="#br0" timeOffset="89550.72">25726 10639 2620 0,'8'-18'94'0,"-2"2"22"0,-6 8 0 0,2 1-2 0,-2 5 1 0,0 2 24 0,0 0 26 0,-24 40 17 0,1 4 21 0,-2 12 14 16,-12 26-9-16,-7 9-10 0,1 9-18 0,-3 3-19 15,-4 4-9-15,3 3-18 0,-3-6-10 16,3-3-4-16,-2-5-6 0,6-6-8 0,2-2-8 16,4-8-12-16,2-6-6 0,10-23-5 15,4-2-8-15,1-9-10 0,4-11-8 16,3-2-2-16,3-8-35 0,3-4-53 0,-1-5-68 16,5-3-95-16,-1-4-90 0,4-3-77 0,0 0-88 15,0 0-89-15,-2-22-81 0,4 5 49 16,9-10-411-16,-2-9-468 0</inkml:trace>
  <inkml:trace contextRef="#ctx0" brushRef="#br0" timeOffset="89816.04">25490 11125 2563 0,'11'-15'-8'0,"-1"9"57"16,-2-1 42-16,-1 3 39 0,1 0 43 0,-1 4 23 16,-7 0 14-16,21 4 1 0,-5 3 2 15,1 3-5-15,4 10-9 0,-3 1 7 0,-4 2-4 16,1 4-2-16,-7 1 6 0,0-2-1 15,-6-2-7-15,-2 0 2 0,-4 2-9 0,-3 5-1 16,-6-2-2-16,2-2-12 0,-4-4-7 16,2-1-15-16,-7-3-15 0,4-2-16 0,0-7-13 15,1 0-10-15,0-5-10 16,-2 1-21-16,-1-3-45 0,4-5-52 0,-4-1-59 16,0-2-72-16,2-5-91 0,-2-1-107 15,4-3-116-15,0 0-122 0,6 3-160 0,1 1 55 16,1 2 72-16,6 8-509 0,0 0-605 15</inkml:trace>
  <inkml:trace contextRef="#ctx0" brushRef="#br0" timeOffset="90299.18">25781 11667 3409 0,'4'5'176'0,"-4"-5"8"15,0 0 4-15,3 3 3 0,-3-3 3 16,0 0 3-16,0 0-15 0,0 0-18 15,26-5-18-15,-14 2-13 0,2-2-24 0,0 1-34 16,1-3-27-16,1 0-35 0,-1 0-21 16,0-3-15-16,2 0-11 0,-1-3 1 15,-3-4 4-15,-1 1 0 0,2-9 4 0,-3-2 2 16,0 2 4-16,-8 2 1 0,1-1 4 16,0-11-2-16,-4 4 3 0,1 6 0 0,-2-13 0 15,-3 9 1-15,0 5 2 0,1 5-2 16,-3-1 1-16,1 5 2 0,-2 4 0 15,0 3 4-15,-1 4-3 0,3 1-5 0,5 3 5 16,0 0 0-16,-23 8-10 0,19-3-6 16,0 0-6-16,4-5-11 0,6 11-9 15,1-6-19-15,4-1-14 0,5 1-11 0,2-2-6 16,5-3 6-16,-1 0 8 0,5-2 9 16,-1 4 7-16,-4-2 22 0,-2 2 34 0,-3-1 42 15,-4 4 47-15,-2 4 36 0,0 1 27 16,-8 4 22-16,-1 6 8 0,-4 3 2 15,-7 13 0-15,-8 10-1 0,-1-1-12 0,0 1-10 16,-4-1-19-16,6-3-13 0,0-8-11 0,3-1-12 16,1-2-8-16,5-7-7 15,1-3-17-15,2-5-35 0,1-5-39 0,0 1-47 0,3-1-55 16,3-3-72-16,0-4-92 16,3 1-99-16,-6-5-125 0,16 0-167 0,-2-5 46 15,5-4 54-15,9-5-404 0,-1-3-451 16</inkml:trace>
  <inkml:trace contextRef="#ctx0" brushRef="#br0" timeOffset="90615.45">26513 11403 2634 0,'0'0'108'15,"0"0"61"-15,-20 7 29 0,9-1 23 0,0 3 27 0,-1 5 18 0,-4-2-4 0,-6 9-14 0,4 0-22 0,0 1-23 0,4 1-19 0,2-6-17 16,4 0-20-16,5-2-36 0,1-2-40 15,4-2-43-15,3 1-37 0,4 0-43 0,3-5-38 16,5 1-25-16,1-4 7 0,7 0 6 16,0-2 12-16,0 0 7 0,4-4 12 0,-2 0 14 15,0-4 10-15,-2 1 29 0,-2-2 25 16,0 0 20-16,-7-4 18 0,2-2 12 0,-3 0 11 16,-3-1 0-16,-7-1 7 0,1-1-1 15,-6 1-5-15,-2 0-8 0,-4-1-1 16,-2 4-7-16,-5-1-6 0,-1 4-6 15,-2 3-6-15,-4 4-5 0,0 3-22 0,-9 3-29 16,-8 0-40-16,-1 4-62 0,4 5-83 16,4 1-97-16,-3 0-136 0,8 1-198 0,5-3 38 15,8-2 66-15,7 1-335 0,3-3-352 16</inkml:trace>
  <inkml:trace contextRef="#ctx0" brushRef="#br0" timeOffset="90865.34">27188 11347 2676 0,'-8'-3'187'0,"-1"1"17"0,9 2 9 16,-27 8 23-16,0 6 20 0,-1 2 9 0,-9 9-10 16,0 5-19-16,2 0-24 0,3 2-21 15,9-6-16-15,4 2-24 0,2 0-12 16,3-2-16-16,7-6-21 0,3-3-33 0,2-1-41 15,4-4-51-15,2-1-51 0,1 1-60 16,4 0-92-16,-2-7-86 0,0 1-105 0,11 0-157 16,-3-3-55-16,4-2 62 0,1-5-373 15,5 4-418-15</inkml:trace>
  <inkml:trace contextRef="#ctx0" brushRef="#br0" timeOffset="91249.04">27540 11630 3018 0,'-7'-3'283'0,"7"3"11"0,-9-2 14 15,9 2 14-15,0 0 7 0,-12-4-9 0,12 4-20 16,0 0-25-16,0 0-31 0,0 0-19 16,0 0-24-16,0 0-20 0,0 0-22 0,0 0-38 15,0 0-30-15,0 0-38 0,32-8-40 16,-20 3-29-16,3-2-27 0,1 0-16 15,-2-3-13-15,4-2-3 0,-5-2-8 0,2 0-4 16,-3-1 1-16,-3-3 2 0,-5 5 8 16,-2 1 2-16,-4 0 6 0,-2 2 5 15,-5 1 9-15,-6 2 4 0,-5 4 7 0,-6 3 4 16,-14 3 9-16,-3 8 12 0,-6 6 18 16,1 5 21-16,5 6 18 0,5 1 13 0,1 3 14 15,5 2 9-15,3-1 20 0,11-6 9 16,0 2-2-16,5 0-4 0,8-7-14 15,0-3-8-15,3-2-5 0,6 0-13 0,1-3-25 16,2-2-31-16,2-1-47 0,5-2-67 16,3 0-87-16,-2-3-112 0,7-4-123 15,-2 0-169-15,7-2-116 0,-2-2 68 16,0 0-546-16,11-4-661 0</inkml:trace>
  <inkml:trace contextRef="#ctx0" brushRef="#br0" timeOffset="91699.48">27546 11973 3568 0,'-11'0'212'0,"0"-1"22"15,11 1 2-15,-14-4 1 0,14 4-12 16,-4-4-22-16,4 4-23 0,0 0-21 16,14-17-37-16,-7 11-57 0,10-5-65 15,6-6-67-15,4-2-62 0,2 0-47 0,8-10-30 16,6 0-17-16,-2-5-16 0,5-1-6 15,0-3 9-15,2-4 21 0,-3 3 21 0,1-3 24 16,-4 5 31-16,-8 4 17 0,-7 10 19 16,-8 3 19-16,-2 7 16 0,-3 3 15 0,-9 4 13 15,1 0 23-15,-4 6 24 0,-2 0 16 16,0 0 25-16,0 0 17 0,0 0 14 0,-18 12 14 16,13-4 4-16,-1-2 5 0,1 5 2 15,3-1 7-15,-2 1 5 0,4 1 1 16,2 1 14-16,-2 4 11 0,4 2 20 0,-3 3 41 15,1 4 19-15,0 1 15 0,0 0 0 0,-8 9 20 16,3-2 19-16,-5-1 15 16,-2-2 4-16,-5-2-1 0,-2-1-4 0,-3 0 1 15,-4-1-10-15,1-3-34 0,-2-4-21 16,-1-2-10-16,-1-3-34 0,7-2-148 0,-2-4-34 16,3-2 0-16,0-3 0 0,6-2 0 15,-2-1 0-15,-1-2 0 0,5-3 0 0,4-5-256 16,-2-3-272-16,7-1-173 15,2-3-191-15,7-5 73 0,0 0 92 0,6 4-725 16,-3 5-900-16</inkml:trace>
  <inkml:trace contextRef="#ctx0" brushRef="#br0" timeOffset="92131.95">28132 12090 3764 0,'5'-10'44'0,"2"-2"59"0,1 3 6 0,0-2-6 0,1 2-6 0,6-5-12 0,6-6-7 0,4-4-20 0,6-7-41 0,3-4-56 0,6-3-69 15,4-5-58-15,13-11-43 0,1-4-45 16,-8 4-28-16,-3 13-23 0,-9 3 17 0,-6 7 27 16,-7 9 38-16,-12 7 43 0,-3 3 46 15,-4 3 43-15,-6 6 41 0,0 3 43 16,0 0 32-16,0 0 23 0,0 0 17 0,-36 13 17 15,16-1 6-15,-3 5 11 0,1 1 14 16,6-2 8-16,5 0 8 0,6 0 7 0,2-4 10 16,1 4 18-16,4 1 16 0,2 5 51 15,7 9 50-15,-1 0 21 0,2-1 25 0,-3 3 7 16,-4-2 16-16,3-6-2 0,-4-2 2 16,-4 2 2-16,-2-3-8 0,-4 1-24 0,-7 4-14 15,-4-3-7-15,-4-3-5 0,0 0-41 16,-2-5-20-16,0-2-223 0,4-3-10 15,-2-3 0-15,2-2 0 0,-2-2 0 0,4-2 0 16,0-4 0-16,3 2 0 0,-2-5 0 16,6 0 0-16,0-3 0 0,3-6-457 15,5-1-195-15,4-2-220 0,7-14 10 0,12 1 90 16,0 3-784-16,0 2-1000 0</inkml:trace>
  <inkml:trace contextRef="#ctx0" brushRef="#br0" timeOffset="92499.34">28985 11882 4347 0,'4'-6'62'0,"-4"6"50"0,0 0 42 16,0 0 48-16,0 0 29 0,11-4 5 16,-11 4-10-16,0 0-9 0,0 0-16 15,14-1-21-15,-14 1-19 0,13-2-13 0,-13 2-35 16,16-6-29-16,-5 1-38 0,-2 0-24 15,1 0-24-15,-3-3-24 0,3-3-24 0,-7 1-20 16,4 0-23-16,-4-6-15 0,-3 3-3 16,0-4-3-16,-3 2 8 0,-2 2 8 0,0 3 14 15,-3 3 7-15,-1 3 7 0,-3 0 24 16,-1 6 29-16,-3 2 35 0,2 5 24 0,-4 1 21 16,-2 9 15-16,6 0 17 15,3-2 13-15,-1 2 13 0,2-2 14 0,3 3-4 16,0-1-7-16,3-2-8 0,4 1-8 15,0-5-14-15,4 3-7 0,-1-1-23 0,3-5-32 16,-1 0-49-16,3 2-58 0,4-5-77 16,-3 1-102-16,0-6-125 0,3 1-155 0,3 0-173 15,5-1-24-15,-1-2 71 0,5-4-557 16,13-2-679-16</inkml:trace>
  <inkml:trace contextRef="#ctx0" brushRef="#br0" timeOffset="92915.13">30445 10910 3577 0,'0'-18'115'0,"-2"2"17"0,-2 5 1 15,3 7 3-15,1 4 18 0,0 0 31 0,-25 15 36 16,-2 24 19-16,-6 14 26 0,-15 29 11 16,3 1 6-16,-3 6 3 0,1-1 7 0,1-5-4 15,-1-2 0-15,2-7-11 0,6-5-18 16,8-16-18-16,1-5-24 0,1-3-21 15,6-6-77-15,4-10-120 0,6-3 0 16,1-7 0-16,9-8 0 0,-6 2 0 0,8-5 0 16,1-3 0-16,0-5 0 0,1 8 0 0,-1-8 0 15,14 0 0-15,-14 0 0 0,23-13 0 16,-12 1 0-16,11-7 0 0,-6-1 0 16,-2-1 0-16,-6 4 0 0,-7 2 0 0,-2 1-107 15,-9 2 5-15,-4-2 16 0,-18 1 5 16,-6 9 23-16,-8 2 36 0,-11 8 50 0,-2 11 25 15,1 3 33-15,0 4 24 0,5 5 30 16,5 1-101-16,6-1-39 0,8 1 0 0,11-6 0 16,3 1 0-16,11-7 0 0,2-3 0 15,5-2 0-15,2-4 0 0,4 1 0 0,3-3 0 16,-2-1 0-16,8 0 0 0,-1 0 0 16,-2-2-444-16,2 1-158 0,-5-3-150 15,0-2-105-15,-7 0 53 0,0 0-805 16,0 0-1050-16</inkml:trace>
  <inkml:trace contextRef="#ctx0" brushRef="#br0" timeOffset="93314.65">26389 12003 4668 0,'-22'19'-14'0,"-13"13"27"0,-3 7 36 0,-4 8 45 0,-7 17 51 0,-9 8 34 16,9 3 39-16,5 2 8 0,2 0-14 15,12-3-10-15,9-13-24 0,8-4-15 16,7-4-21-16,10-9-17 0,1-3-24 0,5 0-24 16,4-9-57-16,2-3-61 0,5-3-75 15,4-7-97-15,2-6-111 0,-1-6-128 0,11-2-155 16,-7-1-128-16,8-8 73 0,-2-1-579 15,-1-5-702-15</inkml:trace>
  <inkml:trace contextRef="#ctx0" brushRef="#br0" timeOffset="93731.61">26957 12579 3316 0,'0'0'24'0,"-5"-13"59"0,-1 7 44 0,-2-1 26 16,-5 1 38-16,-5-2 28 0,-7-4 7 15,0 3 3-15,0 5-1 0,-13 0-1 0,6 2-13 16,-9 2-16-16,-1 2-8 0,4 4-9 16,0 3-17-16,3 5-8 0,5 0-19 0,1 1-15 15,13 1-7-15,5-3-22 0,8 1-9 16,5 0-12-16,4 0-20 0,7 1-24 15,10 4-20-15,6-2-22 0,1-3-13 0,3-1-6 16,-3 1 5-16,1-2-1 0,-6-1 4 16,-9-3 13-16,0 1 28 0,-5-1 40 15,-6 0 28-15,1-3 30 0,-4 4 32 0,-4-2 23 16,-5 3 16-16,-4-3 4 0,-5 2-13 16,-3 2-11-16,0-5-14 0,-4 2-80 0,3-3-71 15,-4 3 0-15,1-4 0 0,2 0 0 16,3 0 0-16,0-2 0 0,3 0 0 0,5-2 0 15,10 0 0-15,-15-4-225 16,12 0-172-16,3 4-97 0,5-16-88 0,6-1-107 0,14-9-116 16,9-12 73-16,9-5-719 15,11-12-901-15</inkml:trace>
  <inkml:trace contextRef="#ctx0" brushRef="#br0" timeOffset="93948.13">27173 12325 4099 0,'9'-7'92'0,"-3"2"51"16,0 0 35-16,-6 5 20 0,9-7 16 15,-9 7 8-15,0 0 31 0,0 0 18 0,2 19-7 16,-9 3-11-16,-4 14-8 0,-9 15-23 16,-3 3-20-16,-4 0-24 0,-1 2-17 0,-3-2-16 15,2-3-14-15,5 1-17 0,1-2-31 16,4-3-39-16,2-3-35 0,7-10-46 16,1-1-50-16,1-8-42 0,7-4-55 15,-1-6-60-15,0-3-86 0,2-2-84 0,0-3-93 16,2 0-101-16,-2-7-139 0,5 3 60 15,-5-3-587-15,0 0-735 0</inkml:trace>
  <inkml:trace contextRef="#ctx0" brushRef="#br0" timeOffset="94117.01">26961 12755 3403 0,'-9'-5'130'0,"3"1"70"15,0 1 21-15,6 3 8 0,-8-5 2 16,8 5-14-16,0 0-18 0,0-7-19 15,0 7-22-15,0 0-33 0,25 2-56 0,-12-1-85 16,7-1-105-16,-1 4-114 0,6 1-96 16,-1-2-92-16,3-3-105 0,0 2-73 15,-4 0 50-15,4 0-319 0,-1 0-352 0</inkml:trace>
  <inkml:trace contextRef="#ctx0" brushRef="#br0" timeOffset="94448.23">27392 12743 2331 0,'13'-2'56'0,"-3"2"59"15,-10 0 47-15,9 5 44 0,-9-5 38 16,5 8 23-16,-5-8 25 0,-3 13 11 0,1-5 0 15,-2 4 4-15,0-1 1 16,-5 5-16-16,2-3-15 0,-3 3-17 0,0-1-9 0,-2 1-17 16,-2-2-19-16,4-5-23 15,-3 3-22-15,0-1-16 0,2-3-12 0,-3-2-16 16,1 2-13-16,1-3-22 0,1-3-24 16,-3 2-21-16,14-4-15 0,-20-4-26 0,7 1-13 15,6-4-30-15,2 0-12 0,1-3-2 16,4-3-5-16,5-3 2 0,6-11-1 0,13 4-6 15,1-2-5-15,-1 7 0 0,5 2 6 16,-7 7 2-16,-2 1 7 0,-5 4 7 16,-4 4 9-16,1 4 19 0,-2 1 11 15,-5 0 8-15,3 7 10 0,-5-3 7 0,-1 3-3 0,2 0-3 16,-2 0 1-16,1 1-4 0,-2-2-25 16,5-1-28-16,-2 1-49 0,5-1-64 15,-4-2-86-15,7 0-95 0,-1-5-81 16,2 0-93-16,-1-3-109 0,1 0-55 0,5-2 67 15,-1-2-460-15,2-5-541 0</inkml:trace>
  <inkml:trace contextRef="#ctx0" brushRef="#br0" timeOffset="94681.43">27954 12477 3073 0,'11'-22'160'0,"-2"5"48"16,-6 5 16-16,1 2 23 0,-2 3 25 15,0 2 26-15,-2 5 25 0,0 0 4 0,0 0 4 16,0 0-11-16,-25 20-18 15,12 7-27-15,-5 7-30 0,-3 2-25 0,-1 7-22 0,1 1-21 16,-3-1-16-16,8-2-19 16,0-7-17-16,1 0-21 0,0-2-23 0,4 0-21 15,-1-5-28-15,2-2-34 0,5-8-46 16,-1-2-45-16,3-3-57 0,0 0-60 0,1-4-72 16,2 1-73-16,0-4-82 0,0-5-85 15,0 7-82-15,0-7-105 0,0 0 16 0,0 0-599 16,0 0-752-16</inkml:trace>
  <inkml:trace contextRef="#ctx0" brushRef="#br0" timeOffset="95081.72">27630 12893 3448 0,'0'0'68'0,"-15"0"89"15,15 0 61-15,0 0 48 0,-16 4 46 16,16-4 29-16,0 0 6 0,0 0-10 0,0 0-26 16,0 0-32-16,0 0-33 0,47-4-35 15,-33-1-53-15,11-1-60 0,-3-2-72 0,10-2-75 16,-2-3-68-16,3 3-65 0,-5-2-70 15,-3 1-57-15,-6 7-28 0,-2-4-4 16,-4 3 18-16,1 0 37 0,-3 1 45 0,-2 1 44 16,0 3 60-16,-4-5 59 0,-5 5 70 15,11-3 68-15,-11 3 47 0,0 0 47 0,0 0 39 16,0 0 26-16,0 0 22 0,2 13 8 16,-2-13-4-16,-13 24 0 0,6-13-2 15,-5 7-3-15,3-1-10 0,-1-2-13 16,0 2-15-16,5-2-10 0,1-1-14 0,-1 0-14 15,3-2-14-15,0-2-13 0,4-2-22 16,-2-1-20-16,3 0-20 0,-3-7-15 0,11 7-19 16,0-7-20-16,-11 0-20 0,20 0-17 15,-20 0-10-15,27-7-9 0,-13 2-3 0,-1-2 2 16,-1 0 2-16,0-1 2 0,0-1 1 16,1-4 4-16,0 2 1 0,3-3-2 0,-3-2-7 15,0 2-29-15,-1-1-46 0,-1 4-65 16,-4 1-85-16,4 1-94 0,-8 4-103 0,1 0-116 15,-4 5-164-15,4-6 11 16,-4 6 65-16,0 0-550 0,0 0-673 0</inkml:trace>
  <inkml:trace contextRef="#ctx0" brushRef="#br0" timeOffset="95434.27">28530 12731 3322 0,'7'-14'73'0,"-1"2"57"0,-3 2 26 0,4 2 21 0,-2-1 20 0,-5 2 11 0,0 7 2 0,2-12-11 16,-2 12-20-16,-2-6-17 0,2 6-14 0,0 0-14 16,-26 2-8-16,12 6-3 0,-1-2-10 15,-3 5-15-15,2-1-13 0,-4 0-2 16,7 2-13-16,-2 0-14 0,4-2-6 0,1 2-5 16,4-4 10-16,0 0 9 0,3 2 24 15,1-1 38-15,-2 1 20 0,0 0 19 0,3 1 11 16,-1 1 18-16,-3 1 19 0,1 1 14 15,-1 1 6-15,-2-1-19 0,-3 3-68 0,0 1-146 16,-1-1 0-16,-3-2 0 16,-1 7 0-16,1-6 0 0,0-1 0 0,3-4 0 0,-1-1 0 15,1-3 0-15,0 1 0 16,-2-4 0-16,1 2 0 0,-2-2 0 0,1-2 0 16,-1-2 0-16,-1 0 0 0,-1 0 0 15,2-4 0-15,0-1-209 0,1-2-430 0,5 2-175 16,1-1-71-16,4-2 86 0,6-2-849 15,3 0-1085-15</inkml:trace>
  <inkml:trace contextRef="#ctx0" brushRef="#br0" timeOffset="95647.67">28760 12783 5155 0,'-8'-4'343'15,"8"4"7"-15,-3-4 13 0,3 4 13 0,0 0-8 0,0 0-31 16,0 0-37-16,38-3-46 16,-19 3-69-16,4 3-86 0,4-3-114 0,-1 0-132 0,0 0-152 15,3 0-154-15,-8 2-142 16,1-2-165-16,-8 2-64 0,0 2 91 0,-3 0-731 16,-5-2-912-16</inkml:trace>
  <inkml:trace contextRef="#ctx0" brushRef="#br0" timeOffset="95815.46">28810 12940 4131 0,'-11'-1'156'0,"-1"2"63"0,12-1 49 0,-15 2 62 15,15-2 31-15,0 0 19 0,0 0-4 16,-14 4-26-16,14-4-38 0,0 0-38 16,0 0-63-16,0 0-82 0,0 0-111 0,34 5-126 15,-14-9-134-15,-3 1-145 0,8-2-139 16,9-4-147-16,0-1-115 0,2-1 78 0,0 1-678 15,0-3-841-15</inkml:trace>
  <inkml:trace contextRef="#ctx0" brushRef="#br0" timeOffset="96164.23">29444 12690 3946 0,'13'-10'101'0,"-1"1"48"16,-2 1 28-16,-3 2 37 16,-3 0 44-16,2 1 31 0,-6 5 8 0,7-7 0 0,-7 7-26 15,8-5-26-15,-8 5-28 16,0 0-29-16,0 0-38 0,0 0-35 0,0 0-20 15,23 10-22-15,-21-5-3 0,-2-5-10 16,4 12 0-16,-6-4 11 0,-2 3 22 0,-2 2 21 16,1 3 35-16,-7 1 34 0,1 0 34 15,-9 5-125-15,4 2-92 0,-4-1 0 0,1-2 0 16,2-1 0-16,2-1 0 0,5-3 0 16,-1 1 0-16,5-5 0 0,-2-1 0 0,5 0 0 15,-1 1 0-15,0-2 0 0,3-2 0 16,-1-1 0-16,0 2 0 0,0-1 0 15,2-8 0-15,-7 14 0 0,6-5 0 0,-3 0 0 16,-2 0 0-16,-1 0 0 0,-1 2 0 16,-2 0 0-16,3-1 0 0,-4 2 0 15,1-3 0-15,-1-1 0 0,2 0 0 0,-2-2 0 16,4 2 0-16,1-5 0 0,1 1 0 16,5-4 0-16,0 0-28 0,0 0-984 0,-16-7 54 15,16 7 100-15,0-14-956 0,0 14-1243 16</inkml:trace>
  <inkml:trace contextRef="#ctx0" brushRef="#br0" timeOffset="96430.13">29679 12576 4695 0,'7'-18'-2'0,"3"5"87"16,-2 1 28-16,-2 2 30 0,1 5 25 0,2-1 23 16,1 0 17-16,1 4 2 0,4-1-2 15,-15 3-16-15,27 5-19 0,-13 3-9 0,4 11 13 16,0 6 16-16,-5 6 17 0,-5 2 0 15,-12 9 1-15,-8 10-3 0,-6 3 0 16,-7-1-8-16,-7 1-174 0,-16 14-26 16,1-4 0-16,6-16 0 0,1 0 0 0,-4-6 0 0,0-1 0 15,1-2 0-15,0-6 0 16,4-3 0-16,1-4 0 0,7-8 0 0,-1-3 0 16,3-5 0-16,4-2-209 0,6-6-446 15,-2 1-232-15,0-4 13 0,2-2 86 0,-2 0-837 16,-1 2-1064-16</inkml:trace>
  <inkml:trace contextRef="#ctx0" brushRef="#br0" timeOffset="98169.26">4145 13023 3863 0,'4'-9'54'0,"-3"4"-31"0,-1 5-12 0,2-5 4 0,-2 5-11 0,0 0 19 0,0 0 25 16,9 15 57-16,-5-3-20 0,-2 3-5 0,2-1-13 15,-3 3-2-15,6 4-4 16,-5-3-9-16,3 1 1 0,1 3-9 0,1-3-6 0,0 2-4 16,0-3-1-16,1-1 0 15,-3-2-6-15,2-4-4 0,2-1 2 0,-2-3-3 16,2-2-1-16,3-2-5 0,1-1 2 15,1-4-3-15,3-3 0 0,0-4-1 0,2 3-5 16,-3-3-1-16,-2 2-1 0,0 2-1 16,-5 0-4-16,1 2-1 0,0-1 2 0,-3 3-3 15,-7 1-8-15,13 0 9 0,-13 0 2 16,12 5-3-16,-6-2 3 0,1 2-2 16,3 2 4-16,1 0 2 0,4-2 1 0,3 0-4 15,5-2-4-15,5-1 4 0,12 0 3 16,4-6-1-16,0-1-2 0,-1-1-1 0,9-5 2 15,-10 1 0-15,-5 0-4 0,-3-4 7 16,-6 0-4-16,-7 3 1 0,2-7-2 16,-6 3-2-16,-7 1 2 0,-5-1-1 15,-1-3-3-15,-6 1 2 0,-2-5-21 0,-7-7-47 16,-1 1-44-16,-1 8-61 0,-1 4-58 16,0 6-59-16,-2 3-77 0,3 6-156 0,0 1-69 15,-3 5 60-15,2 3-221 0,0 6-241 16</inkml:trace>
  <inkml:trace contextRef="#ctx0" brushRef="#br0" timeOffset="98513.99">5230 13227 2293 0,'0'0'90'0,"0"0"9"0,0 0 3 0,-2 7 21 0,2-7 24 0,0 0 35 0,0 0-3 0,0 0-13 0,0 0-16 16,0 0-16-16,0 0-13 0,0 0-15 15,0 0-13-15,0 0-11 0,24-16-5 16,-17 9-7-16,3 1-9 0,-1-3-6 0,2-1-9 16,1-4-5-16,1 1-6 0,-2-5-4 15,2-1-1-15,-10 5-3 0,3 0-6 0,-3 3-2 16,-3 3-2-16,0 0-4 0,0 8-3 16,-11-7 0-16,11 7 3 0,-26 7-5 15,4 1 1-15,-6 10 1 0,-1 1-2 16,3 4 1-16,3 1 3 0,4 3-1 0,2 0-2 15,7-6 2-15,6 1-1 0,2-3-2 16,4-2 2-16,6 2 2 0,0-1-1 0,1-1-11 16,4-3-46-16,3-3-81 0,-2-1-119 15,2-4-158-15,7 2-211 0,-2-2 17 0,2-1 86 16,11 5-248-16,8-2-249 0</inkml:trace>
  <inkml:trace contextRef="#ctx0" brushRef="#br0" timeOffset="98964.29">6166 13253 2395 0,'-5'-11'176'16,"1"3"-9"-16,0 3-15 0,4 5-10 0,-3-7-19 16,3 7-8-16,0 0-9 0,0 0-7 15,0 0 15-15,0 0-10 0,-5 24-5 16,8-12-26-16,-1 1 6 0,-1 1-9 0,1 1-9 15,2 2-4-15,1-1-5 0,-1-1-9 16,4 1-2-16,-4-3-2 0,0-3-5 0,1 2 3 16,-3-5-5-16,2-1 0 15,1 0-5-15,3-2-1 0,0-2-4 0,-8-2-3 16,15 2-3-16,-5-2 0 0,-10 0-2 16,15 2 0-16,-15-2-6 0,18 0-5 0,-11 0 0 15,-7 0 7-15,16 2-6 0,-9-2 2 16,2 3 0-16,0-3 2 0,-9 0-1 0,16 6 1 15,-7-4-5-15,2 0 5 0,5 0-2 16,1 0 0-16,2-2-2 0,4-2 2 16,0 2 0-16,3-4-1 0,1 0 1 0,0 0-6 15,-4-1 6-15,2-5-2 0,-4 2-2 16,3-5-3-16,-4-1 6 0,-8 0-6 0,2-1-1 16,-6-3 1-16,-1 1-5 15,-3-2-6-15,0-1-40 0,-4 1-50 0,0 5-45 16,-6-3-59-16,4 5-56 0,-3 3-68 15,-3 1-114-15,1 6-115 0,7 2 40 0,-16 2-189 16,16-2-202-16</inkml:trace>
  <inkml:trace contextRef="#ctx0" brushRef="#br0" timeOffset="99197.24">6856 13139 2114 0,'13'-21'91'0,"-1"4"29"0,-3 5 18 0,-1 2 6 0,-3 2 4 0,2 2-13 0,-2 1-21 0,-5 5 13 16,0 0 5-16,0 0-5 0,13 29-1 16,-15-6-20-16,-3 12 1 0,-2 6-12 15,-9 5-12-15,1 3-8 0,-1-3-11 0,0 0-7 16,2-11 1-16,3-2-7 0,-1-2-12 16,6-7-34-16,-1-5-44 0,3-6-39 15,2-1-27-15,0-3-31 0,2-2-51 0,0-7-59 16,0 0-84-16,0 0-98 0,0 0-78 15,15-21 23-15,-5 9-102 0,-2-5-84 0</inkml:trace>
  <inkml:trace contextRef="#ctx0" brushRef="#br0" timeOffset="99330.18">6978 12978 1599 0,'2'-27'25'16,"2"4"15"-16,-1 4 14 0,-1 3 8 15,0 3 3-15,0-1 1 0,-2 3-9 16,0 3-7-16,0-2-9 0,2 6-4 0,-2 4-22 15,0 0-44-15,0 0-74 0,0 0-95 16,0 0-408-16,-29 18-105 0</inkml:trace>
  <inkml:trace contextRef="#ctx0" brushRef="#br0" timeOffset="99630.39">7290 12716 1882 0,'4'-24'117'16,"-2"7"6"-16,0 3-9 0,0 6-15 0,1 1-13 15,-2 1-9-15,-1 6 1 0,0 0 33 16,0 0 16-16,-4 26-14 0,0-4 0 0,-2 14 37 16,1 5-23-16,-1 16-8 0,-4 1-2 15,-1 4-12-15,2-2-9 0,-5 1-11 0,1-2-8 16,-3-1-9-16,0-1-7 0,-2-6-4 15,2-1-7-15,-2-4-1 0,3-12-7 0,1-2-10 16,3-6-44-16,-1-2-61 16,5-7-65-16,1-5-66 0,5-4-81 0,-3-3-153 15,4-1-114-15,0-4 37 0,0 0-185 16,0 0-194-16</inkml:trace>
  <inkml:trace contextRef="#ctx0" brushRef="#br0" timeOffset="99848.95">7611 12722 2169 0,'0'-13'114'0,"0"1"-12"0,0 3-11 16,0 6-10-16,0 3-8 0,0 0 48 15,0 0 14-15,0 0-7 0,-19 37 33 16,9-4-12-16,-3 4-17 0,-2 14-18 16,-3 2-7-16,2 4-7 0,-2-1-6 0,1-2-11 15,-2 1-5-15,1 1-12 0,-2-5-6 16,1 0-8-16,-3-1-3 0,0-1-43 15,-3-3-82-15,-1-3-110 0,-3-7-136 0,6-7-232 16,4-4-15-16,0-1 64 16,8-6-194-16,6-3-191 0</inkml:trace>
  <inkml:trace contextRef="#ctx0" brushRef="#br0" timeOffset="100447.5">9012 12784 2282 0,'-4'-30'135'0,"2"4"9"0,0 7 24 0,0 3-4 15,2 5-25-15,-2 2-10 0,0 7-17 16,2 2 86-16,-13 17 16 0,0 12 13 16,-5 19-22-16,-3 11-16 0,1 8-18 0,-5 15-13 15,-2 3-14-15,0-4-14 0,6-15-11 16,1 0-12-16,-2-4-9 0,-3-2-9 15,7-6-11-15,-1-3-5 0,-3-9-13 16,8-7-1-16,2-8-3 0,0-6-10 0,5-4-3 16,2-3-6-16,-2-4-4 0,3-2 2 15,1-1-6-15,-1-3-2 0,4-4-7 0,0 0-1 16,0 0-11-16,0 0-23 0,-14-17-10 16,10 3-11-16,3-5-10 0,-7-3-8 0,-1-9 5 15,-3 2 5-15,-3 3 7 0,-1 9 0 16,0 5 2-16,-5 4 2 0,-6 4 6 15,-15 8 5-15,-2 6 3 0,-5 9 0 16,1 4 3-16,4 5 9 0,8 4 25 0,3-1-1 0,13-4 9 16,4 2 11-16,5 0-3 0,9-6 6 15,4-3-3-15,5-3 1 0,5 1-4 16,11 1-3-16,3-5-6 0,5-4-5 16,3-1-29-16,-2-8-34 0,7 1-40 0,3-4-37 15,-3-3-39-15,0-1-29 0,1-5-26 16,0-3-14-16,6-4-3 0,-1-3 9 15,-2-1 15-15,-5-6 18 0,-1-1 24 0,-2 0 11 16,-3 0 21-16,-9 5 36 0,0 3 43 16,-8 6 32-16,-1 5 15 0,-7 1 2 0,2 2 5 15,-7 5 36-15,-2 2 42 16,0 0 7-16,0 0 11 0,-3 28-8 0,-7-11-9 16,1 2-4-16,-5 8-11 0,1-1-8 15,-1 1-4-15,0 0-7 0,-4 0-51 0,3-3-97 16,1-4-105-16,5-4-125 0,2-3-161 15,3-2-37-15,2-1 33 0,2-2-125 0,4 1-122 16</inkml:trace>
  <inkml:trace contextRef="#ctx0" brushRef="#br0" timeOffset="100630.07">9128 13597 1954 0,'2'-21'144'0,"-2"6"9"0,0 3 8 0,0 2 8 0,0 3-5 0,0 0-18 15,0 2-15-15,0 5-19 0,4-9-12 0,-4 9-39 16,3-6-36-16,-3 6-45 0,11-4-50 16,1 3-43-16,-1-1-47 0,3 0-35 15,-1 0-28-15,0-1-11 0,1 1 0 0,-1 1 21 16</inkml:trace>
  <inkml:trace contextRef="#ctx0" brushRef="#br0" timeOffset="100880.02">9277 13482 1590 0,'11'-2'-62'16,"-4"1"46"-16,-7 1 31 0,0 0 18 15,0 0 17-15,0 0 20 0,0 0 15 0,0 0 14 16,0 0 8-16,0 0 4 0,-39 10 7 15,23-5 0-15,1 2 2 0,-1 0-9 16,3 0-1-16,-1 3 4 0,5-1-8 0,-2 3 17 16,6 0 8-16,-2 1-5 0,7 1-2 15,3-2-5-15,-1 2-4 0,5 0 7 16,1-1-2-16,-3 1 6 0,5 0 2 0,-4-3 5 16,1 1-1-16,-3-2-3 0,1-1-3 15,-3-1-1-15,0 0-1 0,1-2-7 0,-3-6-5 16,0 15 0-16,-3-9-3 0,-1 2-7 15,-1-2-13-15,-2 0-7 0,-3-1-6 16,0-1-10-16,-1 2-7 0,0-3-2 16,-1 1-11-16,-1-3-23 0,13-1-74 15,-16 0-115-15,16 0-168 0,-14 0-230 0,14 0-163 16,-18-1 65-16,18 1-504 0,-15 1-632 0</inkml:trace>
  <inkml:trace contextRef="#ctx0" brushRef="#br0" timeOffset="101213">10226 13573 3450 0,'-20'-22'18'0,"0"5"-3"15,0 5-3-15,-1 3-1 0,5 5 0 16,-6 4 30-16,-3 6-5 0,-13 9 26 15,-8 11 20-15,5 6 3 0,-1 6 0 16,3 2 11-16,3-2-8 0,10 5-8 16,1 1 11-16,2 1-5 0,10-10-4 0,3-2-4 15,3 2-9-15,3-10 0 0,4-2-3 16,-2-5 1-16,6-1-6 0,2 1-4 0,-1-5-10 16,4 1 3-16,2-1-14 15,0-2 0-15,-2-2-12 0,3-1-15 0,-3-1-30 0,2-2-37 16,3-2-53-16,1 3-69 15,2-3-69-15,-4-1-96 0,3-2-154 0,1 0-106 16,-3-2 40-16,-2 0-274 0,1-1-325 16</inkml:trace>
  <inkml:trace contextRef="#ctx0" brushRef="#br0" timeOffset="101631.73">10407 13882 2318 0,'0'0'89'0,"-8"-11"-10"16,8 11-2-16,-17 0-8 0,6 0 3 0,-7 2 22 15,-1 5 14-15,-2 0 18 0,0 0 1 16,3 1-9-16,-2 2-9 0,8-3 17 0,1 3-1 15,4-4 8-15,-1 2-4 0,8-1 0 16,0 1-12-16,0-8-8 0,10 14-10 0,2-7-13 16,4-2-7-16,4-2-7 0,5-1-7 15,2 0-5-15,2-2-6 0,0 0-8 0,-5-2-7 16,3-3-2-16,-5 0-8 0,2-2 1 16,-7 1-4-16,-4-5-2 0,-1 2-5 0,-5-4 1 15,-3 1-3-15,-4-2-3 0,-4-3 0 16,-1-2-3-16,-3 2-7 0,-4 0 3 15,0 3-6-15,-6 0 4 0,0 5-3 0,0-2-2 16,-3 6-23-16,2 1-48 16,-2 3-80-16,2 2-111 0,0 5-139 0,-2 1-248 15,3 1 39-15,5 0 75 0,6 1-286 16,5 0-306-16</inkml:trace>
  <inkml:trace contextRef="#ctx0" brushRef="#br0" timeOffset="102080.47">10627 14053 2580 0,'-11'0'175'0,"11"0"9"0,0 0 14 15,0 0 24-15,0 0 12 0,0 0-2 16,-19-6-11-16,19 6-20 0,0 0-22 0,0 0-16 16,0 0-15-16,0 0-18 0,0 0-12 15,54 3-23-15,-31-7-23 0,1 3-21 16,1-2-22-16,-2-3-13 0,-2 0-16 0,1-2-6 15,1 0 1-15,-3-2-5 0,-6-5 0 16,8-3 2-16,-8 1 0 0,-3-2 4 0,-4 0 1 16,2-1-8-16,0 0 6 0,-4 3 3 15,-3 4-4-15,2 1-2 0,-3 0 2 16,-2 5 0-16,1 0 1 0,-6 0-2 16,1 4 3-16,5 3 4 0,-11-5-8 0,11 5 5 15,-5-7 8-15,5 7 6 0,0 0 12 16,0 0 11-16,0 0-4 0,19-10 1 0,2 10-1 15,5-4-7-15,13-3 1 0,5 1-6 16,-5 2-1-16,4-1 0 0,-11 2-4 0,-5 3-3 16,-7 0-1-16,0 4-1 0,-6 2 4 15,-2 2 0-15,-2 3 2 0,-5 2 2 16,-3 1-3-16,-4 3-3 0,-2 3 0 0,-1 1 3 16,-2 8-2-16,-4-5-4 0,6-1 1 15,-3-2-2-15,1-2-4 0,2 3-23 0,-2-3-45 16,3-4-72-16,3-2-104 15,-1 0-101-15,2-1-154 0,0-3-161 0,0 2 48 16,2-1-405-16,-1 0-491 0</inkml:trace>
  <inkml:trace contextRef="#ctx0" brushRef="#br0" timeOffset="102513.82">12259 13264 3033 0,'-2'-30'84'0,"0"5"31"0,2 9 20 0,-2 2 9 0,-1 3-5 0,0 5-3 0,-3 3 40 0,6 3 19 0,-16 13 27 0,-5 12 3 0,-6 10-2 16,-4 9-12-16,1 9 12 16,-1 1 22-16,3-4-15 0,-3 3-25 0,6-7-26 15,3 0-13-15,-1 1-19 0,5-4-14 16,4-10-9-16,0-4-17 0,1-2-12 0,5-5-6 15,0-5-18-15,4-4-17 0,1-4-25 16,-3 2-27-16,4-1-15 0,0-3-15 0,2-2-8 16,0-5-21-16,0 0-22 0,0 0-14 15,0 0-5-15,0 0 0 0,0 0 7 16,2-26 10-16,-4 18 5 0,-1-4 7 16,-6 7 6-16,-3-2 5 0,-6 3 6 0,-2 3 6 15,-7 2 8-15,-9 4 24 0,2 4 20 16,0 3 19-16,5 2 19 0,2 1 15 0,9 0 12 15,6 1 3-15,1-1-2 0,4 2 2 16,7-3-3-16,0 4-3 0,7-5-11 0,2 5-5 16,2-5-3-16,-2-1-44 0,7 0-72 15,-2-1-82-15,4-3-131 0,2-1-146 0,2-2-185 16,-5-1-158-16,3-3 61 16,0-1-572-16,1 2-740 0</inkml:trace>
  <inkml:trace contextRef="#ctx0" brushRef="#br0" timeOffset="102862.94">12189 14010 3486 0,'-10'-5'112'0,"0"0"13"16,3 2 14-16,7 3 9 0,-10-6 2 0,10 6-4 16,-6-4-9-16,6 4-13 0,0 0-13 15,0 0-13-15,23-10-10 0,-12 8-11 0,9-1-20 16,-1 2-25-16,2-4-26 0,2-1-15 15,-2 0-11-15,-3 0-13 0,2-1-7 0,-4-1 2 16,-4 0 1-16,-1-1 2 0,-5 2 5 16,-1 0 0-16,-10 1 7 0,-1 0-4 0,-8 1 8 15,-8 3-1-15,-2 1 4 16,-18 4 12-16,2 2 28 0,0 5 22 0,2 2 19 16,4 5 14-16,1 0 12 0,6 5 10 15,2-1 5-15,6 2 3 0,6-5 3 0,8-1-12 16,-1 0 0-16,6-5-11 0,2 1-10 15,5 1-7-15,6 0-9 0,7-2-50 0,6 1-72 16,5-3-101-16,-1-3-126 0,5 0-142 16,2-3-186-16,-2-3-69 0,5-2 61 15,2-3-416-15,-1-1-512 0</inkml:trace>
  <inkml:trace contextRef="#ctx0" brushRef="#br0" timeOffset="103263">13599 13239 3134 0,'-20'-14'110'0,"5"7"-5"16,0 6 33-16,-6 6 52 15,-11 12 24-15,-3 13 14 0,-9 17 2 0,-11 18 2 0,1 9 11 16,0 1 16-16,2 7-6 0,2 1 4 16,3-2-17-16,5-5-22 0,2-3-18 0,11-19-8 15,4-3-20-15,0-2-13 16,7-8-18-16,4-10-15 0,5-9-11 0,3-5-10 15,-1-3-7-15,0-4-11 0,4 1-7 16,-1-5-9-16,2 0-8 0,2-6-7 16,0 0-6-16,0 0-10 0,0 0-22 0,0 0-25 15,0 0-23-15,14-35-22 0,-8 15-28 16,-3 3-13-16,1-6 5 0,-4 3 3 0,-2 3 7 16,-5-4 8-16,-11 8 9 0,-12 4 2 15,-12 6 13-15,-4 6 5 0,-9 7 35 0,2 4 34 16,3 3 23-16,5 3 23 0,11-2 3 15,4 0-1-15,6 1-7 0,5 3-6 16,8-8-1-16,2 1-11 0,9-3-15 0,2-1-76 16,6-1-91-16,2 0-108 0,1-1-145 15,3 1-181-15,-2-2-220 0,-1-6-19 16,-10 2 99-16,-1-4-643 0,0 0-802 0</inkml:trace>
  <inkml:trace contextRef="#ctx0" brushRef="#br0" timeOffset="103746.05">10428 13737 3628 0,'4'-7'-68'0,"-4"7"15"0,0 0 26 0,0 0 55 0,0 0 64 0,0 0 44 0,5 20 26 0,-1-8 8 0,1 5 1 0,-1 5-16 0,6 11-13 16,-1 1-11-16,1 2-16 0,-3-1-10 0,3-2-12 15,-1-4-10-15,1 3-30 0,-2-8-55 16,1-5-71-16,0-1-99 0,2-1-113 0,2-5-153 16,0-1-205-16,0-4 35 15,4-1 78-15,2-2-275 0,5-1-291 0</inkml:trace>
  <inkml:trace contextRef="#ctx0" brushRef="#br0" timeOffset="104797">13120 14170 2831 0,'-9'-12'444'0,"0"1"-42"0,-2 3-53 0,6 3-30 0,-1-2-23 0,1 3-31 16,-1-1-38-16,2 0-17 0,-4 0-81 16,8 5-91-16,-9-5-134 0,5 2-190 15,4 3-238-15,0 0-176 0,-16 1 67 0,16-1-480 16,0 0-581-16</inkml:trace>
  <inkml:trace contextRef="#ctx0" brushRef="#br0" timeOffset="24050.07">29283 12628 1768 0,'0'0'446'0,"0"0"-147"0,0 0-69 0,0 0-7 0,0 0-7 0,0 0 0 0,-12 4-15 0,12-4-12 0,0 0-2 15,0 0 0-15,0 0-7 0,0 0-9 0,0 0-8 16,0 0-8-16,0 0-11 0,0 0-10 0,0 0-10 15,0 0-6-15,0 0-6 16,0 0-5-16,0 0-6 0,0 0-3 0,0 0 0 0,0 0 3 16,0 0 11-16,0 0 4 15,0 0 6-15,0 0 1 0,0 0 11 0,0 0 2 16,0 0-1-16,0 0-1 0,0 0-13 16,0 0-7-16,0 0-6 0,0 0-13 15,0 0-23-15,25-15-7 0,-25 15-6 0,15-6-7 16,-7 3-6-16,-8 3-4 0,14-3-5 15,-1 1-2-15,-13 2 0 0,16-2-7 0,-16 2-1 16,16-2-2-16,-16 2-5 0,16-2 1 16,-16 2-1-16,14 0-2 0,-14 0 3 15,0 0-3-15,21 2-3 0,-21-2 5 0,12 2 3 16,-12-2-1-16,13 4 2 0,-8-1-6 16,-5-3-8-16,10 7-10 0,-10-7 0 15,11 5 0-15,-3-3 0 0,-8-2 0 0,6 6 0 16,-6-6 0-16,9 6 0 0,-9-6 0 15,8 8 0-15,-8-8 0 0,5 5 0 0,-5-5 0 16,9 4 0-16,-9-4 0 0,3 6 0 16,-3-6 0-16,0 0 0 0,8 9 0 15,-8-9 0-15,0 7 0 0,0-7 0 0,0 7 0 16,0-7 0-16,0 0 0 0,-4 13 0 16,2-8 0-16,2-5 0 0,-5 13 0 0,0-7 0 15,0-1 0-15,-1 4 0 16,0 0 0-16,-3-3 0 0,1 5 0 0,1-3 0 15,-3 2 0-15,0-2 0 0,3-2 0 0,-1 1 0 16,3-2 0-16,-3 2 0 0,2-1 0 16,6-6 0-16,-9 8 0 0,9-8 0 15,-8 7 0-15,8-7 0 0,-5 4 0 0,5-4 0 16,0 0 0-16,-9 6 0 0,9-6 0 16,0 0 0-16,0 0 0 0,-5 6 0 15,5-6 0-15,0 0 0 0,0 0 0 16,0 0 0-16,-6 6 0 0,6-6 0 0,0 0 0 15,0 0 0-15,0 0 0 0,0 0 0 16,0 0 0-16,0 0 0 0,6 13 0 0,-6-13 0 16,0 0 0-16,9 6 0 0,-9-6 0 15,8 6 0-15,-2 0 0 0,-6-6 0 0,7 11 0 16,-5-7 0-16,2 2 0 0,-2 0 0 16,2 2 0-16,-4-8 0 0,2 15 0 0,-2-8 0 15,0 0 0-15,0-7 0 0,-2 15 0 16,0-5 0-16,-2-3 0 0,0 3 0 0,1-1 0 15,-1-1 0-15,-4 1 0 0,-4 0 0 16,1-3 0-16,-2 3 0 0,0-1 0 0,-9 0 0 16,2-2 0-16,-3-1 0 0,-2 1 0 15,2-2 0-15,-1 0 0 0,1 1 0 16,3 0 0-16,4-5 0 0,0 4 0 16,3-3 0-16,1 1 0 0,1 0 0 0,11-2 0 15,-18 3 0-15,18-3 0 0,-12 3 0 16,12-3 0-16,-12 2 0 0,12-2 0 0,0 0 0 15,-12 2 0-15,12-2 0 0,0 0 0 16,0 0 0-16,-12 2 0 0,12-2 0 0,0 0 0 16,0 0 0-16,-13 4 0 0,13-4 0 15,0 0 0-15,0 0 0 0,-11 4 0 16,11-4 0-16,0 0 0 0,-5 0 0 16,5 0 0-16,0 0 0 0,-16 3 0 0,16-3 0 15,-11 1 0-15,4 1-414 0,7-2-612 0,-16 4-1270 16,16-4-1695-16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06:25.6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14187 5217 1254 0,'0'0'273'0,"0"0"-37"0,14 0-25 0,-14 0 1 0,0 0 2 0,0 0-6 0,18-1-5 16,-18 1-4-16,9-3 15 0,-9 3 6 0,0 0 3 15,0 0 1-15,0 0-3 0,9-2-5 16,-9 2-15-16,0 0-15 0,0 0-16 0,9-5-15 15,-9 5-7-15,7-6-9 0,-7 6-15 16,5-6-11-16,-5 6-15 0,6-10-5 16,-4 3-12-16,-2 7-4 0,1-16-5 15,-1 8-12-15,-1-4-5 0,-3 1-1 0,0 1-9 16,0-1-5-16,-2-1-3 0,-1 0-6 16,-1 1-1-16,-1 0-4 0,-3 2-5 0,1 3-2 15,-5-1-3-15,3 5-2 0,-1 0 4 16,0 1-5-16,-4 1-3 0,3 1-3 0,-2 1 4 15,-2 1 5-15,4 3-10 16,-2-1-2-16,1 0-1 0,5 3 4 0,-3 1 1 0,5-1-5 16,2 4 5-16,-2-3-4 15,6 1 5-15,1 1 1 0,2 2-4 0,2-2-2 16,1 3 4-16,7 5-1 0,0-2-4 16,5 9 1-16,4-3 0 0,0 2-2 15,4 2 5-15,0-2-3 0,-6 1 2 0,4-3-4 16,-8-2 2-16,-2-5 4 0,-4-1 40 15,-3 1 38-15,-1-3 32 0,-3 2 31 0,-2-1 18 16,-5 1 12-16,-1-3 1 0,-5 0-10 16,-3 0-6-16,-1-2-10 0,-4-1-17 0,2 1-137 15,-3-3 0-15,-2-2 0 0,1 0 0 16,3-3 0-16,1-1 0 0,-3-2 0 16,4-1 0-16,0 0 0 0,4-3 0 15,-2 2 0-15,3-1 0 0,1 1 0 0,3-1 0 16,1 1 0-16,0-2 0 0,2 2 0 15,6 3 0-15,-5-4-75 0,5 4-382 0,0 0-102 16,0 0-116-16,18-8-182 0,-6 4 43 16,8 0 84-16,4 0-639 0,11-4-822 0</inkml:trace>
  <inkml:trace contextRef="#ctx0" brushRef="#br0" timeOffset="665.65">14386 5109 3512 0,'9'-26'-116'0,"1"4"54"0,-4 3 45 0,-1 1 44 0,3 2 38 0,-3 3 47 0,3-1 21 16,-6 4 9-16,4 1-11 0,-3 1-12 15,1 4-13-15,-4 4-9 0,0 0-7 0,0 0 45 16,0 0 11-16,11 31 11 0,-11-5 4 16,-3 13 16-16,-7 14 0 0,-1 3 20 15,-3 6-14-15,3-1-23 0,-3-2-7 0,5-1-22 16,-2-3-12-16,-1-3-15 0,1-4-10 15,5-12-3-15,-4-4-18 0,5-5 5 0,-3-6-14 16,5-5-4-16,-3-3-6 16,4-1-5-16,0-2-7 0,1-3 1 0,-4-3-10 0,5-4-2 15,0 0-8-15,0 0-9 16,0 0-6-16,0 0-1 0,-9-21-8 0,1 5 2 16,5-5 1-16,-8 0-4 0,0-8-6 15,0 2 1-15,1 7 5 0,3 1 1 0,-2 3-2 16,-2 3 1-16,4 1 2 0,1 3-6 15,-3 1 8-15,4-2-9 0,-2 3 8 0,3 3-1 16,4 4 0-16,-1-10-1 0,1 10-1 16,3-15 1-16,8 9 1 0,1-2 4 15,8-2-6-15,7-5 1 0,3 3 0 0,2 0 2 16,-1-1-3-16,1 2 6 0,2 1-8 16,-3 2 1-16,-6-1 5 0,-5 4-4 15,0 1 1-15,-6 1 0 0,0-1 0 0,-5 6 8 16,-9-2 1-16,22 5-4 0,-17-1 7 15,1 4-5-15,-1 2 1 0,0 1 9 16,-1 4-8-16,-1 1-1 0,1 2 3 0,0-3 0 16,1 7-9-16,4-3 9 0,-4-2-8 15,4 1 1-15,2-2 3 0,0-4 4 0,0-2-3 16,3-1 0-16,-1-2-4 0,-1-4 2 16,2-1 4-16,1-2-4 0,-1-2 2 0,1-1 9 15,0-4-9-15,-2 0-10 0,-1-4 4 16,-2-2 9-16,-5-1-1 0,1-4-2 0,-4 1-16 15,-2-2 11-15,-2-3-4 16,-4 3-4-16,1 1 6 0,-5 1-5 0,-2-1-33 16,3 9-49-16,-2-2-54 0,-3 2-63 15,1 2-94-15,-1 2-93 0,1 4-96 0,3-3-102 16,-3 1-147-16,6 0 50 0,0 1-538 16,7 2-686-16</inkml:trace>
  <inkml:trace contextRef="#ctx0" brushRef="#br0" timeOffset="1198.89">14822 5363 3204 0,'-11'3'-65'0,"11"-3"45"0,-10 4 20 0,10-4 15 0,-8 5 8 0,8-5 13 0,-2 5 64 0,2-5 22 15,2 9 18-15,-2-9 10 0,10 10-1 0,-2-2-8 16,3-4-11-16,1 1-12 0,2 0-14 15,2 2-8-15,1 1-6 0,0-3-13 16,0 0-8-16,2-2-3 0,-4 1-6 0,3-4-6 16,-5 2-4-16,1-2-3 0,-2-2 12 15,1 2 7-15,-4-4-2 0,0 1-4 0,-3-2-5 16,2-4-7-16,-6 1-12 0,1-7 6 16,-1 1-9-16,-2-3-4 0,-2-5 1 15,1-2-6-15,-1 9-2 0,-2-7 0 16,0 5-8-16,-2 3-2 0,-2 2-2 0,1 5-3 15,2 2 1-15,-8 2 1 0,6 1-4 16,7 2-1-16,-13-4-1 0,13 4-1 0,0 0 1 16,0 0 3-16,0 0 2 0,0 0-1 15,0 0-2-15,0 0-5 0,51 7 8 0,-30-7-9 16,2-1 6-16,0 1 1 0,-2-2-3 16,-4 2-1-16,0 0 1 0,-3 0 2 15,-1 2 3-15,-5 3 26 0,1-1 19 0,-3 4 5 16,-3 2 3-16,1 2 6 15,-4 1-5-15,0 1-7 0,-2 5-4 0,0-4-5 0,-5 6-1 16,3 1-2-16,3 1-9 16,-3-2-1-16,-1 3-5 0,3-2-2 0,-1 0-2 15,-1-5-1-15,2-1-5 0,0-3-10 16,2-1-39-16,2 0-49 0,-2-3-52 0,2-4-77 16,2 0-100-16,-4-5-98 0,10 2-132 15,-10-2-155-15,20-9 38 0,0-1-500 0,5-11-624 16</inkml:trace>
  <inkml:trace contextRef="#ctx0" brushRef="#br0" timeOffset="1632.03">15637 4724 3125 0,'0'-21'-43'0,"-1"2"64"0,-1 3 49 0,0 7 37 0,2-2 12 0,-2 5-7 16,2 6-9-16,0 0-10 0,0 0 30 0,0 0 4 15,-7 26-12-15,3-1 41 0,-1 14-11 16,0 14 12-16,-3 3-9 0,-1 7 8 16,1 4 10-16,-1-4-17 0,-2-2-10 0,0 1-15 15,2-2-9-15,2-4-11 0,-5-4-14 16,3-3-9-16,-3-12-6 0,4-2-11 0,3-4-1 16,-1-9-7-16,0-4-16 15,5-4-32-15,-1-3-32 0,2-3-27 0,0-1-44 16,0-7-29-16,0 0-36 0,0 0-29 15,0 0-23-15,0 0-11 0,5-20 2 0,-3 6 20 16,-2 2 17-16,0 0 19 0,-2-1 15 16,-1 2 15-16,-5 3 22 0,-2-4 38 0,-3 6 40 15,-1-1 51-15,1 1 46 0,0 0 27 16,1 0 27-16,1 6 17 0,4-4 7 16,7 4 6-16,-14-6 13 0,14 6 17 0,0 0 16 15,0 0-7-15,0 0-19 0,0 0-18 16,19-10-9-16,-4 5-17 0,3 1-18 0,2-2-46 15,0 2-65-15,-3 1-68 0,2-1-88 16,-4 1-87-16,0 2-85 0,-5-1-94 16,-10 2-121-16,21 2-95 0,-15 2 45 15,0-2-369-15,-6-2-446 0</inkml:trace>
  <inkml:trace contextRef="#ctx0" brushRef="#br0" timeOffset="2465.37">15736 5331 2686 0,'7'-6'49'0,"-4"3"65"0,1-2 56 0,-2 0 38 16,-2 5 31-16,0 0 27 0,0 0-2 0,7-10-15 0,-7 10-20 16,0 0-27-16,0 0-17 0,12-2 39 0,-12 2 3 15,0 0-1-15,12 10-18 0,-9-3-16 16,1 0 6-16,0 1-13 0,-1 1-12 15,4 1-13-15,-5 0-4 0,-1-1-16 0,-1-1-13 16,2 1-16-16,0-1-9 0,-2-8-10 16,2 14-8-16,-2-9-5 0,0-5-12 15,6 10-7-15,-6-10-1 0,1 6-3 16,-1-6-5-16,0 0-6 0,0 0-5 0,0 0-7 16,33-21-1-16,-18 7 2 0,9-3-12 15,-4-1-2-15,3 1-3 0,-2 5-3 0,-6-1 0 16,-1 5-4-16,-1 3-2 0,0 2 0 15,1-3-5-15,-5 6 6 0,-9 0-1 0,21 4-2 16,-10 1 0-16,-1 0-1 0,0 3-2 16,-5 1 5-16,2 1-3 0,2 1-4 0,-6-1 1 15,1 2-2-15,0-4 0 0,0 3 0 16,-3-3 0-16,3 2-42 0,-2-4-50 0,0-1-47 16,2-2-48-16,-4-3-43 15,4 9-48-15,-4-9-101 0,9 4-79 0,-9-4-85 16,0 0-84-16,18-4-126 0,-9-2 52 15,0 2-579-15,1-3-738 0</inkml:trace>
  <inkml:trace contextRef="#ctx0" brushRef="#br0" timeOffset="2765.24">16339 5296 3331 0,'0'0'-65'0,"-4"-8"56"0,4 8 43 16,0 0 45-16,0 0 43 0,-9-5 15 0,9 5 5 15,0 0 12-15,0 0 15 0,0 0 0 16,0 0 3-16,-12 15-16 0,12-15-11 15,3 10-13-15,-3-10-8 0,5 16-14 16,2-9-13-16,1 1-7 0,4-1-8 0,-3-2-9 16,6 0-3-16,-1 0-9 0,-3 0-3 15,5-5-10-15,-4 0 0 0,-12 0-2 0,25-3-8 16,-15 0 32-16,-2-1 16 0,1 1 4 16,-3-2-3-16,-3-2-2 0,1 0-3 15,-4-3-10-15,-2-1-7 0,0 0-7 0,-1-3-7 16,-3 2-3-16,2 2-11 0,-6 1-4 15,3 2-5-15,-2 3-3 0,-5 3-53 16,-1 2-72-16,-3 5-81 0,-2 1-119 0,-1 1-121 16,1-1-119-16,6 0-151 0,5-4-6 15,0 1 61-15,5-1-431 0,4-3-538 0</inkml:trace>
  <inkml:trace contextRef="#ctx0" brushRef="#br0" timeOffset="3199.65">16753 4960 2781 0,'9'-25'-31'0,"-4"3"52"0,4 5 57 0,-6-1 49 16,3 5 36-16,-1-2 39 0,-3 3 23 15,0 2 17-15,2 0-9 0,-2 3-23 0,-1 2-22 16,-1 5-16-16,0 0 46 16,0 0 6-16,0 0-1 0,-3 30-11 0,-1-9 27 15,-3 12-15-15,-1 5 20 0,-2 1-15 16,3 12-22-16,-4-1-18 0,3-7-20 0,-2 5-15 15,5-11-17-15,-5 2-13 0,2-8-11 16,2-4-11-16,3-7-9 0,-3-2-12 0,4-4-7 16,1-3-5-16,-1-1-10 0,0-2-2 15,2-8-5-15,0 8-8 0,0-8-8 0,0 0-29 16,0 0-7-16,0 0 0 0,0 0 0 16,7-31 0-16,-5 17 0 0,-2-1 0 15,-4-2 0-15,3 1 0 0,-5 1 0 0,0 1 0 16,-4 4 0-16,-1 5 0 0,-1 2 0 15,-1 1 0-15,0 2 0 0,-4 5 0 0,-1 2 0 16,3 3 0-16,4 1 0 16,1-1 0-16,3 2 0 0,1 0 0 0,4-1 0 15,4 0 0-15,4 1 0 0,-1 0 0 16,7 1 0-16,-1-5 0 0,2-2-19 0,1-1-97 16,1 2-70-16,4-4-82 0,-4-3-95 15,6 0-107-15,-3-3-96 0,0 0-111 0,4-3-113 16,-3 1 55-16,0 1-626 0,-4-4-815 15</inkml:trace>
  <inkml:trace contextRef="#ctx0" brushRef="#br0" timeOffset="3584.13">17153 5264 3524 0,'-35'-2'-27'0,"35"2"69"0,-15-2 56 0,15 2 11 0,-10-1 36 0,10 1 17 0,-11-2-7 0,11 2-13 0,0 0-14 0,0 0-12 16,0 0-11-16,0 0-11 0,0 0-12 0,0 0-5 16,22-12-6-16,-11 10-9 0,0-3-5 15,1 0-2-15,-3 0-7 0,2-4-2 16,-1 3 31-16,-2 1 17 0,-5-3-6 0,-1 2-4 16,-2 6-6-16,0 0-9 0,-7-15-12 15,-5 14-2-15,-5-2-1 0,-4 5 0 16,-6 0 11-16,-11 7 2 0,0 2 24 0,2 1 1 15,1 2 28-15,7 3 5 0,2 1-4 16,4 1-6-16,9 0-11 0,3-4-4 16,7 1-15-16,3-4-2 0,2 1-11 0,3 3-2 15,5-3-13-15,1 3-6 0,2-4-4 16,5 1-6-16,-1-3-23 0,-4-3-76 0,5-2-70 16,-2-1-84-16,-2-1-90 0,1-3-112 15,-2 0-102-15,-1 2-130 0,-12-2-116 0,11-2 61 16,-11 2-587-16,0 0-746 0</inkml:trace>
  <inkml:trace contextRef="#ctx0" brushRef="#br0" timeOffset="3948.05">13999 5639 3541 0,'-44'0'-72'16,"-4"-2"17"-16,1 2 14 0,3-1 27 0,2 1 43 16,12 0 48-16,6 0 22 0,9 0-10 15,4 1-9-15,3-1-1 0,8 0-15 16,0 0 2-16,31 6 0 0,14-4-6 16,32 2-7-16,12-2-6 0,44 1 1 0,18 1-6 15,17 1-5-15,13 0-9 0,59 5-5 16,1-3 9-16,3 3-4 0,-9-4-2 0,-58 0-5 15,4 0 35-15,-9-2 25 0,-6 0 23 16,-14 1 14-16,-12-5-4 0,-17 2-6 0,-37 0-11 16,-15 0-9-16,-22-2 22 0,-9 0 8 15,-7-2-11-15,-12 2-10 0,-6-2-12 16,-5 0-14-16,-5 0-9 0,-5 2-51 16,0 0-64-16,6-3-91 0,-6 3-115 0,0 0-139 15,0 0-198-15,0 0-89 0,0 0 59 16,0 0-435-16,0 0-533 0</inkml:trace>
  <inkml:trace contextRef="#ctx0" brushRef="#br0" timeOffset="9046.83">16461 7021 2655 0,'0'0'-89'0,"10"2"56"0,-10-2 41 0,0 0 38 0,9 2 34 16,-9-2 32-16,0 0 42 0,0 0 14 0,0 0 19 16,0 0 16-16,0 0 3 0,9 3 3 15,-9-3-5-15,0 0-4 0,0 0-16 0,0 0-9 16,6 4-11-16,-6-4-11 0,0 0-17 16,0 0-7-16,0 0-12 0,0 0 0 0,0 0-11 15,0 0 0-15,0 0-13 0,0 0-8 16,0 0-10-16,0 0-7 0,0 0-9 15,0 0 1-15,0 0-10 0,0 0-3 0,0 0-4 16,0 0-5-16,0 0 20 0,0 0 2 16,0 0 4-16,0 0-3 0,0 0-11 15,0 0-1-15,0 0-2 0,0 0-6 0,0 0-3 16,0 0-4-16,0 0-3 0,-19-12-11 16,19 12 8-16,-10-6-6 0,10 6-5 15,-11-6-1-15,4 4 1 0,-1-1-5 0,-2-1-3 16,1 2 1-16,-2 2 6 0,-3-1-10 0,3 1 3 15,-5 1 3-15,1 1-5 16,0 3-2-16,-2 0-5 0,-1 6 10 0,6-4-10 16,-4 3 3-16,3-2 0 0,1 1 6 15,3-1-3-15,-1 0-6 0,2-1 1 0,4 1 3 16,-1 0 3-16,3 2-2 0,2-3 3 16,0 0-1-16,6 4-2 0,2 0 3 0,1-1-8 15,2 2 5-15,5 1 1 0,-1-1-1 16,2 2 2-16,2-3-1 0,4 7 0 0,-6-5-6 15,0-1 1-15,-5-1 8 0,-3-2-7 16,2 0 19-16,-2-1 10 0,-4 0 29 0,1 1 18 16,-3-3 23-16,-3 1 18 0,0 3 9 15,-1-4 4-15,-1 0 5 0,-6 3 2 16,-2-1-71-16,1-2-68 0,-4-1 0 0,-1 1 0 16,1-2 0-16,-1 0 0 0,3 0 0 15,-2-4 0-15,1 0 0 0,12 0 0 16,-18 0 0-16,8-4 0 0,0 2 0 0,10 2 0 15,-15-5 0-15,5 4 0 0,5-2 0 16,5 3 0-16,-11-6 0 0,11 6 0 16,-8-6 0-16,8 6 0 0,-4-2 0 0,4 2-247 15,0 0-239-15,0 0-89 0,9-13-103 16,-1 11-159-16,3-1 57 0,1 0 87 0,1-1-632 16,0 2-781-16</inkml:trace>
  <inkml:trace contextRef="#ctx0" brushRef="#br0" timeOffset="9331.65">16607 7267 3550 0,'0'0'-41'0,"0"0"67"0,0 0 56 0,0 0 48 0,0 0 36 0,0 0 32 0,0 0 10 0,0 0 2 0,0 0-6 0,0 0-9 16,0 0-5-16,0 0-7 0,0 0-4 16,0 0-21-16,0 0-11 0,0 0-6 0,27 7-15 15,-27-7-23-15,20 0-19 0,-20 0 0 16,18 0-14-16,-6 0-57 0,-1 0-58 16,-11 0-61-16,23-2-79 0,-12 2-86 0,-1-2-74 15,0 0-68-15,-10 2-83 0,16-3-114 16,-10 1-17-16,-6 2 53 0,0 0-356 0,0 0-410 15</inkml:trace>
  <inkml:trace contextRef="#ctx0" brushRef="#br0" timeOffset="9497.37">16692 7332 2406 0,'-10'7'7'0,"2"-3"59"0,1 0 43 0,1 1 40 16,6-5 28-16,-7 5 24 16,7-5 9-16,-9 3 3 0,9-3-4 0,0 0-20 15,-3 4-14-15,3-4-14 0,0 0-16 16,0 0-15-16,17 6-18 0,-6-6-43 0,3 0-71 15,5-2-92-15,-2-2-92 0,3 2-93 16,2 0-111-16,5-2-154 0,-2 0-12 0,5-6 44 16,-1 5-225-16,-11 0-227 15</inkml:trace>
  <inkml:trace contextRef="#ctx0" brushRef="#br0" timeOffset="9764.45">17004 7174 1918 0,'0'-9'37'16,"0"3"54"-16,0 6 49 0,0-10 50 15,0 10 35-15,2-8 23 0,-2 8 10 16,0-7-4-16,0 7-17 0,0 0-26 16,0 0-19-16,0 0 17 0,0 0-2 0,0 0-16 15,3 29-16-15,-3-10-14 0,-1 3-18 16,-1 6 9-16,0 8-15 0,-4 2-14 0,3 1-9 16,-3-1-15-16,2 1-6 0,-2-3-7 15,0-2-11-15,4-6-8 0,-1-5-7 0,-1-5-1 16,0 0-8-16,3-5-5 0,-1-1-6 15,0-2-3-15,-1-1-8 0,3-1-16 0,0-8-51 16,0 6-68-16,0-6-75 0,0 0-94 16,0 0-93-16,0 0-85 0,18-16-132 15,-17 9-71-15,5-3 42 0,0 0-438 16,-4 1-524-16</inkml:trace>
  <inkml:trace contextRef="#ctx0" brushRef="#br0" timeOffset="11030.81">20938 6732 2767 0,'3'1'-72'0,"-3"-1"33"0,9 2 32 0,-9-2 31 0,6 3 34 16,-6-3 25-16,0 0 20 0,7 5 24 16,-7-5 25-16,0 0 17 0,0 0 7 15,0 0 4-15,5 4 7 0,-5-4 9 0,0 0 8 16,0 0 5-16,0 0-5 0,0 0-1 16,0 0-5-16,0 0-4 0,0 0-14 15,0 0-7-15,0 0-4 0,0 0-14 0,0 0-20 16,0 0-15-16,0 0-7 0,6-17-12 15,-6 17-8-15,0-10-11 0,0 10-16 0,-6-14 2 16,2 8-9-16,3 0-8 0,-8-1-11 16,2 2-6-16,-1 0-1 0,-4-1-13 15,-1 2 10-15,-2 2-9 0,-2 2 2 16,1 0-3-16,-4 0 4 0,1 5-16 0,-4-2 6 16,0 3-3-16,8 0 1 0,-2 0-8 15,3 2-1-15,5-3 2 0,2 4 5 0,2-1 1 16,3 1-3-16,6 1 4 0,2 2-3 15,5 3-16-15,14 4 1 0,-10-3 5 0,8 4-1 16,-2-1-4-16,-2-3 10 16,-3-3-2-16,-3 3-9 0,0 0-1 0,-5-5 8 15,-1 1-5-15,2 1 4 0,-6 2 7 0,-1-5 32 16,-4 2 18-16,0-2 11 0,-4 2 38 16,-3 0 11-16,-1-1 8 0,-2 0-1 0,1-4 3 15,0 0-7-15,-3-2-11 0,3 1-101 16,2-3-7-16,-1 2 0 0,-1-3 0 15,2-2 0-15,9 0 0 0,-18-2 0 0,9 0 0 16,0-1 0-16,-2 0 0 0,4-3 0 16,0 1 0-16,0 0-131 0,3 0-204 0,-1-2-98 15,1 2-94-15,4 5-107 0,0-12-162 16,4 5 21-16,1-1 79 0,7 1-618 0,5-4-772 16</inkml:trace>
  <inkml:trace contextRef="#ctx0" brushRef="#br0" timeOffset="11229.9">21252 6836 3770 0,'0'0'86'0,"0"0"49"0,0 0 13 0,0-8 22 0,0 8 22 16,0 0-3-16,0 0-10 0,3-6-21 0,-3 6-11 16,12-2-18-16,-1-1-14 0,1 1-11 0,1 1-15 15,8-1-64-15,-4 2-62 0,1-2-79 16,-2 0-75-16,0 2-75 0,1 2-69 0,-5-2-79 15,-1 4-111-15,-4 2-81 0,2 2 50 16,-6-4-325-16,-3 3-364 0</inkml:trace>
  <inkml:trace contextRef="#ctx0" brushRef="#br0" timeOffset="11396.51">21254 6991 2432 0,'-10'5'76'0,"5"-2"58"0,-2 0 51 15,7-3 38-15,-5 2 20 0,5-2-11 16,0 0-12-16,0 0-2 0,0 0-17 0,0 0-21 15,0 0-19-15,30 2-15 0,-10-4-16 16,3 1-26-16,4-3-79 0,-2 1-98 0,14-4-129 16,1 0-121-16,-2-2-140 0,1 1-142 15,-2-1 37-15,-1-1-342 0,-1-2-392 16</inkml:trace>
  <inkml:trace contextRef="#ctx0" brushRef="#br0" timeOffset="11663.34">21873 6574 2533 0,'-1'-13'77'16,"1"5"65"-16,0 0 55 0,-3 2 33 16,3 6 22-16,-2-8 5 0,2 8-14 0,0 0-23 15,0 0 12-15,0 0 17 0,0 0 2 16,-9 34-27-16,3-9-16 0,1 10-25 0,-4 5-11 16,2 11-19-16,-2-1-10 0,-1 1-32 15,0 0-6-15,3 0-8 0,1-8-11 0,-1-3-7 16,-1-7-14-16,0 2-4 0,3-2-8 15,-3-10-2-15,4-4-4 0,0-3-7 16,0-3-4-16,2-3 0 0,1-2-11 16,-1 2-46-16,-2-5-66 0,2-1-79 0,2-4-116 15,0 0-130-15,0 0-144 0,0 0-184 16,0 0 37-16,0 0 84 0,0 0-494 0,0-25-582 16</inkml:trace>
  <inkml:trace contextRef="#ctx0" brushRef="#br0" timeOffset="12596.05">22685 9987 2855 0,'10'-2'-88'0,"-10"2"40"0,0 0 28 0,0 0 24 0,9-3 20 0,-9 3 24 0,0 0 18 0,0 0 9 0,0 0 13 16,5-2 19-16,-5 2 24 15,0 0 10-15,4-10 3 0,-4 10 2 0,4-5 1 0,-4 5-2 16,0-12-5-16,0 6-13 16,0-2-9-16,-4 2-7 0,2-3-2 0,0 0-10 15,1 1-8-15,-5-1-10 0,2 1-9 16,-1-1-6-16,-2 1 2 0,0 1-4 0,0 0-7 15,-3 2-8-15,-2 1-2 0,-2 3-7 16,0-1 0-16,-7 4-8 0,2-1 0 0,-4 6-3 16,2 0-5-16,-7 5-1 0,3 5-1 15,6-4-5-15,8 2 0 0,0-1-3 16,8 1 3-16,3-1-2 0,3 3-4 16,9 11 1-16,5-3-4 0,2 1 2 0,3-4-3 15,-2 0 0-15,-1-1 1 0,-1-2-2 16,-5-6 0-16,-2 1 0 0,-3-2 20 0,0-3 29 15,-5 1 36-15,-1-2 24 0,-2 0 27 16,-2 0 15-16,1 2 3 0,-7-3 5 0,-2 3 5 16,-1-1-3-16,-5-3-6 0,0 6-12 15,-6-6-11-15,4-1-12 0,-2 1-12 0,3-4-9 16,-2 0-10-16,2 0-10 0,4-2-13 16,-3-2-8-16,7 0-16 0,-2 0-46 0,3-2-60 15,2-2-70-15,2 1-77 0,4 5-85 16,2-14-109-16,6 4-103 0,4 1-114 15,10-7-181-15,4 1 56 0,7-1 82 0,2 2-592 16,3 1-713-16</inkml:trace>
  <inkml:trace contextRef="#ctx0" brushRef="#br0" timeOffset="12780.15">22928 10113 3729 0,'0'0'124'0,"0"0"41"0,7-5 39 0,-7 5 25 0,0 0 19 0,0 0 19 0,0 0-12 0,0 0-18 0,0 0-26 0,0 0-17 15,0 0-20-15,22-2-22 16,-22 2-16-16,21 2-12 0,-3 0-26 0,-3-2-80 0,0 1-87 16,2-1-85-16,1 0-106 15,-2 0-98-15,4 2-106 0,1 0-130 0,-5 1-83 16,0 2 39-16,-1 0-502 0,-4 0-607 16</inkml:trace>
  <inkml:trace contextRef="#ctx0" brushRef="#br0" timeOffset="12947.27">23045 10268 3392 0,'-9'2'107'0,"-1"0"45"0,6 2 35 0,4-4 24 16,0 0 11-16,0 0-13 0,-11 2-19 15,11-2-20-15,0 0-12 0,0 0-18 0,0 0-19 16,0 0-44-16,38 2-82 0,-19-4-101 16,0-2-130-16,5 0-135 0,13-2-153 15,-1 0-104-15,0-1 48 0,2-3-402 16,3 4-458-16</inkml:trace>
  <inkml:trace contextRef="#ctx0" brushRef="#br0" timeOffset="13213.18">23656 9875 2672 0,'0'-14'116'0,"0"2"81"0,0 3 48 15,-1 2 36-15,1 1 17 0,0 6 14 0,-2-8 13 16,2 8-33-16,0 0 41 0,0 0 5 15,0 0-19-15,-4 21-31 0,2 0-26 16,2 4-24-16,-3 11-24 0,1 6-20 0,-2-3-20 16,0 2-16-16,1-1-17 0,2 1-13 15,-1-4-14-15,0-1-13 0,-2-7-11 0,2-5-9 16,1-7-8-16,-3 0-12 0,2-1-43 16,0-3-69-16,0-1-85 0,2-4-97 15,0-2-122-15,0-6-161 0,0 10-182 16,0-10-127-16,0 0 63 0,-3 5-764 0,3-5-971 15</inkml:trace>
  <inkml:trace contextRef="#ctx0" brushRef="#br0" timeOffset="14412.98">17416 10591 983 0,'9'-1'174'0,"-9"1"-59"0,18-4-29 0,-13 4-9 0,-5 0-15 0,11-1 9 16,-11 1-4-16,0 0 1 0,16-3 8 0,-16 3 6 0,9 3 18 0,-9-3 5 16,0 0 13-16,15 1 8 0,-15-1 23 15,0 0 15-15,14 0 15 0,-14 0 12 0,0 0 8 16,0 0 4-16,0 0 5 15,13-1 6-15,-13 1-7 0,3-5-15 0,-3 5-15 0,5-6-6 16,-5 6-5-16,-2-12-13 16,2 5-17-16,0-1 4 0,-3-3-10 0,0 2-13 15,-3 0-9-15,3 1-14 0,-5-2-6 16,1 3-14-16,-3 3-5 0,-1-2-7 0,-3 3-11 16,1 3-5-16,-3 0 1 0,-1 3-8 15,0 3-3-15,-2 2-5 0,2 0-3 0,0 5-3 16,5-2 5-16,5 2-5 0,-1-2-4 15,7 4 0-15,1-3-4 0,1 2 4 16,7 1-6-16,-1 2 1 0,7 0-2 16,3 5 1-16,0-1-4 0,6-3 2 0,-8-1-2 15,1-5-2-15,-1 1-2 0,-4-1 15 16,-3-2 9-16,1 2 20 0,-3-2 16 0,-1-2 22 16,-3 1 14-16,-2 0 25 0,0 1 8 15,-4 0 2-15,1-1 3 0,-6-1-11 0,-4 3-9 16,1-4-11-16,-8 2-9 0,4-1-14 15,-4 1-8-15,5-5-7 0,1-2-8 0,2 2-9 16,-2-4-39-16,4 0-16 0,10 0 0 16,-19-8-10-16,12 3-165 0,1-1-117 15,2-2-142-15,4 0-165 0,2-2-222 0,6-1 1 16,6 2 76-16,12-6-717 0,10 7-910 16</inkml:trace>
  <inkml:trace contextRef="#ctx0" brushRef="#br0" timeOffset="14596.3">18004 10728 3797 0,'0'0'47'0,"0"0"67"0,0 0 47 0,-21-10 43 0,21 10 27 0,0 0 18 0,-7-5 11 0,7 5-7 0,0 0-10 16,0 0-31-16,0 0-14 0,0 0-27 16,0 0-13-16,14-7-17 0,-14 7-14 15,0 0-23-15,28 2-60 0,-15-2-84 0,0 2-91 16,3-2-104-16,-3 1-123 0,1 1-124 15,-2 0-142-15,1 1-82 0,-6 2 56 0,-2 2-536 16,-3 0-652-16</inkml:trace>
  <inkml:trace contextRef="#ctx0" brushRef="#br0" timeOffset="14763.19">17911 10886 3309 0,'-13'6'78'0,"3"-5"66"0,3 0 41 15,-1 2 45-15,8-3 32 0,0 0 19 0,0 0-6 16,-12 2-29-16,12-2-31 0,0 0-21 15,0 0-20-15,0 0-22 0,0 0-82 16,48-6-93-16,-14-1-114 0,4 1-130 0,7-3-127 16,5-3-134-16,0 0-133 0,0-2 42 15,-1 0-465-15,-8 2-554 0</inkml:trace>
  <inkml:trace contextRef="#ctx0" brushRef="#br0" timeOffset="14979.53">18517 10617 2857 0,'0'-7'34'0,"0"0"68"0,0 7 54 15,-2-6 37-15,2 6 28 0,0 0 18 0,0 0 13 16,0 0 9-16,0 0 28 16,0 0 32-16,0 0 7 0,-15 20-24 0,9-5-28 0,0 8-25 15,-6 8-28-15,-1 4-19 16,2-2-21-16,2 2-22 0,1-2-14 0,0 2-19 16,1 1-10-16,3-8-66 0,1-5-68 15,-2 0-59-15,1-3-47 0,1-3-50 0,-3 0-69 16,2-5-95-16,1-1-108 0,-3-1-136 15,0 0-174-15,-2-3 61 0,3 2 83 0,-4-2-498 16,-3-1-577-16</inkml:trace>
  <inkml:trace contextRef="#ctx0" brushRef="#br0" timeOffset="16379.74">11255 7120 2879 0,'0'0'-70'0,"0"0"38"0,0 0 25 0,0 0 19 0,0 0 25 0,0 0 33 16,0 0 22-16,0 0 18 0,16 8 17 16,-16-8-4-16,0 0 0 0,0 0-2 0,0 0-2 15,0 0-12-15,0 0-6 0,0 0 7 16,0 0 5-16,0 0 14 0,0 0 11 0,0 0 8 16,0 0-14-16,12-6-16 0,-12 6-9 15,-3-8-4-15,3 8-10 0,-5-11-8 16,1 5-9-16,1-1-7 0,-1 2-7 0,-2-1-6 15,1 1-6-15,-3 2-8 0,-4 2-3 16,0 1-4-16,-6 1-5 0,-1 2-3 16,-12 11-4-16,2 1-2 0,5 2 1 15,-4 1-5-15,3 1-2 0,5-1-2 0,8-3 0 16,2-1-4-16,6-3 0 0,2-1 1 16,5 1 0-16,6 2 2 0,2 1-3 0,6 0-2 15,4 3 0-15,2 2 0 0,-2-1-2 16,-2-4 2-16,-4 1 4 0,0-1 10 0,-1-2 19 15,-3 5 18-15,-1-5 22 16,-4 2 14-16,-1 1 28 0,-3-6 15 0,-2 5 13 16,0-3 8-16,-2 3 3 0,-1 1-4 15,-5-3-5-15,0 0-5 0,1 0-7 0,-5-1-6 16,0-2-5-16,1 0-12 0,2-4-6 16,-1 0-11-16,1 0-10 0,-2-3-90 0,11-2 0 15,-20 0 0-15,20 0 0 0,-21-7 0 16,15 0 0-16,-3-1 0 0,5-1 0 0,-2-1 0 15,2-2 0-15,2 0-104 0,4-1-173 16,-2 2-83-16,4-3-105 0,2 1-115 0,6-5-157 16,0 3-67-16,12-5 67 0,1 0-667 15,1 3-855-15</inkml:trace>
  <inkml:trace contextRef="#ctx0" brushRef="#br0" timeOffset="16596.41">11658 7274 4091 0,'0'0'42'0,"-7"3"36"0,7-3 37 0,0 0 35 15,0 0 28-15,0 0-7 0,0 0-12 0,0 0-17 0,0 0-12 16,0 0-12-16,0 0-17 0,40-10-10 0,-23 8-11 16,5-3-9-16,2-1-36 0,-1 1-66 15,-6 4-67-15,0-3-67 0,0-1-91 0,0 2-67 16,-5-1-83-16,1 3-106 0,-6-3-115 15,4 4 43-15,-11 0-351 0,0 0-416 16</inkml:trace>
  <inkml:trace contextRef="#ctx0" brushRef="#br0" timeOffset="16780.72">11703 7313 2746 0,'-10'5'142'0,"0"-3"55"0,3-1 25 15,7-1 22-15,-12 4 20 0,12-4 10 16,-6 2-4-16,6-2-9 0,0 0-27 0,0 0-20 15,0 0-21-15,0 0-21 0,0 0-18 16,49-9-13-16,-26 4-16 0,14 0-72 0,3-1-79 16,-2-2-90-16,5-3-119 15,-4 2-122-15,-1 0-136 0,5-2-204 0,-4 1 48 0,-4-2 83 16,-5 1-375-16,-5 1-421 16</inkml:trace>
  <inkml:trace contextRef="#ctx0" brushRef="#br0" timeOffset="17046.15">12338 6855 2616 0,'0'-16'44'16,"0"9"75"-16,0-3 69 0,0 5 28 0,0 5 30 15,0-10 2-15,0 10-17 0,0-5-17 16,0 5 10-16,0 0 15 0,0 0 1 0,-14 30-3 16,6-10-7-16,-4 14-1 15,3 4-26-15,-6 9-3 0,3 0-6 0,1 3-3 16,-1-3-32-16,5-9-19 0,-3-1-2 15,3-2-14-15,1-2-11 0,2-4-16 0,0-8-11 16,2-1-8-16,1-3-7 0,-1-1-8 16,0-3-1-16,0-2-16 0,0-3-7 0,4 2-50 15,-4-6-69-15,2-4-86 0,0 8-121 16,0-8-148-16,0 0-181 0,0 0-203 0,0 0 61 16,0 0 93-16,0 0-589 0,0-29-716 15</inkml:trace>
  <inkml:trace contextRef="#ctx0" brushRef="#br0" timeOffset="17995.56">9851 10542 3241 0,'7'3'-114'0,"-7"-3"35"0,13-2 39 0,-13 2 28 0,14 0 32 0,-14 0 36 16,13-1 29-16,-13 1 31 0,7-3 20 0,-7 3 18 15,10-3 3-15,-10 3 2 0,0 0 5 16,9-3 5-16,-9 3 5 0,2-6-2 16,-2 6-8-16,2-5-9 0,-2 5-12 0,-2-10-13 15,2 10-12-15,-2-10-11 0,-3 5-12 16,1-2-8-16,-2 0-11 0,-2 2-8 0,-1 0-5 15,0 0-8-15,-5 4-9 16,-1 1-5-16,-6 1-1 0,-2 6-4 0,-11 3-3 0,-1 3-8 16,3 3-2-16,4-1-1 15,3 1-5-15,5-3-3 0,9-1-2 0,2-2-4 16,3 1 0-16,6-1 2 0,2 0 1 16,6 2-1-16,1-3 2 0,6 5-7 0,2-3 2 15,3 0 0-15,-4 0 0 0,0 2-3 16,1-4 1-16,-2 0-3 0,-4 2 7 0,-1-4 13 15,-4 2 24-15,-1 0 31 0,-1 1 20 16,-2-2 7-16,-2 1 31 0,-4 1-4 0,-1 0 14 16,-4 1 8-16,-2 1 1 0,-2-1-5 15,0 1-2-15,-4 0-4 0,1-6-18 16,2 2-14-16,-4-1-7 0,5-1-10 16,-1-4-73-16,1-2-21 0,2 2 0 0,-1-4 0 15,12 2 0-15,-22-2 0 0,15-2 0 16,-2 1 0-16,6-3-167 0,-3 2-153 0,4-4-111 15,4 0-111-15,4-1-113 0,1-3-168 16,12 0 48-16,8-7 102 0,4 1-621 0,5 3-753 16</inkml:trace>
  <inkml:trace contextRef="#ctx0" brushRef="#br0" timeOffset="18179.11">10094 10621 3655 0,'0'0'66'0,"0"0"53"0,0 0 31 0,0 0 20 0,2-7 17 0,-2 7-3 0,0 0-12 0,8-5-18 0,-3 1-16 0,3 0-15 16,2 0-12-16,1 1-13 16,0-1-12-16,6-1-9 0,-2 0-36 0,5 1-68 15,-3-2-80-15,0 4-102 0,0-2-98 16,-6 0-115-16,3 2-158 0,-1 4-40 0,-2 0 58 16,1 1-355-16,-6 0-399 0</inkml:trace>
  <inkml:trace contextRef="#ctx0" brushRef="#br0" timeOffset="18330.48">10204 10761 2787 0,'-7'6'154'0,"5"-4"32"0,2-2 19 0,-5 4 17 15,5-4 9-15,0 0-17 0,0 0-19 16,0 0-19-16,0 0-17 0,0 0-21 16,28-5-28-16,-13-1-80 0,4 2-105 0,2-3-122 15,7-5-128-15,3 0-140 0,-1-2-127 16,-1 0 36-16,1-1-327 0,-1-2-367 0</inkml:trace>
  <inkml:trace contextRef="#ctx0" brushRef="#br0" timeOffset="18561.71">10622 10340 2423 0,'-2'-23'39'0,"2"0"44"0,-2 3 38 16,2 2 38-16,0 1 42 0,-2-1 27 16,2 4 23-16,0 0-5 0,0 6-19 15,0-1-24-15,0 9-20 0,0 0 54 0,0 0 24 16,0 0-3-16,0 0-20 15,-1 42-20-15,1-17-22 0,-2 14-14 0,2 5-22 16,2-1-12-16,-2 3-20 0,1-4-7 16,-1-1-9-16,2 0-17 0,0-4-7 0,0-2-17 15,-2-6-9-15,0-6-6 0,0-2-5 16,0-2-52-16,-2-4-69 0,2-1-83 0,-2 0-110 16,2-4-141-16,-2 2-154 0,1-2-213 15,-6-1 44-15,1 1 89 0,1-2-539 0,-1-1-643 16</inkml:trace>
  <inkml:trace contextRef="#ctx0" brushRef="#br0" timeOffset="19679.74">14982 12825 1480 0,'0'0'213'0,"13"-3"-100"0,-13 3-20 0,10-4-3 0,-10 4-6 15,10-4-2-15,-5 0 0 0,-5 4 1 16,8-6 7-16,-5 0 5 0,1 0 13 0,0 1 1 16,-1-3 2-16,-2 0 11 0,-1-1 0 15,0 1 3-15,-1-5 6 0,1 3 7 0,-7 0-6 16,3 0-2-16,1-1-8 0,-3 3-10 16,-3 1-14-16,1 0-16 0,-5 0 0 0,-5 2 6 15,3 2-4-15,-4 3-8 16,2-2-9-16,0 4-6 0,-3-1-4 0,4 4-6 15,0 1-6-15,1 1-1 0,3 1-4 16,3 2 5-16,2 2-5 0,5 0 1 0,2 2 0 16,3 2-2-16,5 2 2 0,2 1-8 15,8 6 0-15,-2-4-5 0,3 1 3 0,0 1-4 16,-4-4 0-16,-3-3-2 0,-1-1-2 16,-4-1 1-16,4-2 17 0,-8-2 17 15,3 0 17-15,-4-1 22 0,-2-1 14 0,0 1 33 16,-6-1-2-16,1 1-8 0,-8-4-4 15,2 2-9-15,-6 0-6 0,0-4-17 0,0 0-9 16,-4 1-3-16,0-4-17 16,0 0-4-16,2 0 1 0,-2-2-17 0,5 0-45 15,2-3-59-15,0-2-68 0,5 2-75 16,1-1-94-16,4-1-101 0,4 2-116 0,0 5-156 16,12-16-65-16,1 9 66 0,8-1-494 15,9-4-625-15</inkml:trace>
  <inkml:trace contextRef="#ctx0" brushRef="#br0" timeOffset="19861.89">15388 12899 3362 0,'0'-6'79'0,"0"6"31"0,0 0 20 0,0 0 26 0,0 0 20 0,0 0 17 0,-4-11 7 0,4 11 4 0,0 0-11 0,0 0-16 15,11-3-21-15,-11 3-15 0,16 0-24 16,-16 0-43-16,24 1-62 0,-10 1-75 0,1-2-97 15,-1 0-112-15,-3 2-121 0,3-2-144 16,-7 4-118-16,2-1 57 0,0 2-355 0,-6 0-432 16</inkml:trace>
  <inkml:trace contextRef="#ctx0" brushRef="#br0" timeOffset="20028.18">15308 13072 2742 0,'-11'3'93'0,"1"-3"43"16,6 2 36-16,4-2 26 0,0 0 16 0,-11 4 18 15,11-4-10-15,0 0-22 0,0 0-19 16,0 0-17-16,0 0-18 0,50-4-14 0,-28 2-44 16,4 2-85-16,11-6-127 0,3 2-148 15,0-3-170-15,2-1-199 0,-2-1 41 16,0 2 77-16,-6-1-267 0,0-1-277 16</inkml:trace>
  <inkml:trace contextRef="#ctx0" brushRef="#br0" timeOffset="20261.71">15921 12733 2146 0,'-2'-12'97'0,"2"5"38"16,-2 0 28-16,2 7 7 0,0 0-5 15,0-10 1-15,0 10 18 0,0 0 22 16,0 0 8-16,0 0-14 0,4 32-20 0,-4-13-14 16,-2 5-21-16,0 2-11 0,1 9-11 15,-5 2-10-15,0-2-12 0,-1 2-11 16,2-3-10-16,-8-3-9 0,8-4-6 0,-1-3-11 15,-4-3-38-15,7-2-43 16,-7 1-75-16,7-5-98 0,-3 2-113 0,2-8-168 16,0 2-166-16,0-1 51 0,0-1-363 0,4-2-436 15</inkml:trace>
  <inkml:trace contextRef="#ctx0" brushRef="#br0" timeOffset="21244.19">21545 13294 2525 0,'0'0'-79'0,"0"0"13"0,0 0 18 0,0 0 24 0,0 0 22 16,0 0 26-16,0 0 24 0,17-16 12 16,-17 16 0-16,7-7 13 0,-6 2 9 0,-1 5 10 15,0-13-3-15,0 6 10 0,0 7 2 16,-10-16-8-16,5 8-2 0,-6-1-6 15,-5 1 2-15,-3 2-2 0,-4 0 2 16,-2 1 6-16,0-1-1 0,-3 4-5 0,-14 1-4 16,3 2-14-16,-2 3 0 0,3 3-7 15,0 3-8-15,2 0-1 0,6 1-9 0,7-1 4 16,5-2-2-16,1 5 2 0,7-3 7 16,5 0 2-16,3 2-3 0,4 3 1 0,7 4-2 15,10 8-10-15,12 6-3 0,3 4-1 16,2-3-3-16,1 2-9 0,-5-4 1 15,-5-6-3-15,-7-2 0 0,-2-2 9 16,-7-3 14-16,-4-2 18 0,-5-3 25 0,-4 0 16 16,1-2 11-16,-5 1 13 0,-3-1 9 15,-5 1 13-15,-3-3 0 0,0 0-11 16,-4-4-13-16,0 1-7 0,0-1-15 0,-4-3-7 16,3 1-10-16,-1-4-7 0,1 0 4 15,4 0-6-15,2-3-9 0,1 2-13 0,2-6-76 16,3 2-70-16,5-3-76 0,0-2-88 15,5-2-102-15,7-1-92 0,2-3-108 16,12-1-158-16,3-1 6 0,9 1 79 16,0 5-445-16,5 1-543 0</inkml:trace>
  <inkml:trace contextRef="#ctx0" brushRef="#br0" timeOffset="21411.56">21612 13558 3091 0,'0'0'46'0,"0"0"27"0,0 0 34 0,0 0 16 16,0 0 27-16,0 0 12 0,0 0 3 0,0 0-12 0,0 0-17 0,13-4-8 0,-13 4-15 0,21 4-8 0,-10-3-18 16,7 3-6-16,-1-1-55 15,2 0-64-15,-2-1-89 0,2 2-93 0,-2-1-94 0,-6 1-119 16,3 1-166-16,-1 0 40 0,-5 0-277 16,-2-2-320-16</inkml:trace>
  <inkml:trace contextRef="#ctx0" brushRef="#br0" timeOffset="21578.85">21688 13677 2514 0,'-11'0'118'16,"0"0"42"-16,11 0 28 0,-16-2 30 16,16 2 24-16,0 0 7 0,-17 0 2 0,17 0-7 15,0 0-14-15,0 0-25 0,0 0-18 16,0 0-21-16,0 0-21 0,0 0-36 0,0 0-73 16,47 8-92-16,-20-7-123 0,2 2-135 15,10-3-172-15,2-3-174 0,1 3 47 16,-8-1-392-16,7-1-480 0</inkml:trace>
  <inkml:trace contextRef="#ctx0" brushRef="#br0" timeOffset="21761.83">22309 13362 2738 0,'4'-22'88'0,"2"7"51"16,-3 1 41-16,-1 1 15 0,3 5 1 16,-5 1-7-16,0 7-9 0,2-8-1 0,-2 8 44 15,0 0-8-15,0 0-20 0,-9 46-17 16,6-5-18-16,-5 13-13 0,3 4-17 0,-1 0-17 15,-2 2-76-15,4 2-120 0,1 0-142 16,1 4-167-16,4 129-338 0,-2-139 89 16,-4-15 69-16,0-4-394 15,-1-1-443-15</inkml:trace>
  <inkml:trace contextRef="#ctx0" brushRef="#br0" timeOffset="25810.95">24951 4867 3356 0,'0'-12'144'16,"-2"-2"7"-16,0 5 39 0,0 1-6 0,2-2 10 0,-2 5-19 0,2 5-19 15,0-10-34-15,0 10-22 0,-1-4-11 0,1 4 2 16,0 0 28-16,-7 23-4 0,5 0 0 16,0 20 8-16,0 13 2 0,1 6 12 0,-3 2-12 15,-2 0-6-15,1 2-15 0,-2-5-4 16,-2-1-10-16,2-5-10 0,-2-3-7 0,0-13-3 15,4-3-10-15,-3-6-6 0,6-5-6 16,-1-6-5-16,1-4-5 0,-2-3 2 0,4-2-5 16,-3-2-3-16,2-1-12 15,1-7-4-15,-4 7-36 0,4-7-56 0,0 0-66 16,0 0-65-16,0 0-84 0,-11-18-86 16,7 4-98-16,0 0-131 0,4-3-96 0,-1-2 58 15,1-2-476-15,1-2-589 0</inkml:trace>
  <inkml:trace contextRef="#ctx0" brushRef="#br0" timeOffset="26244.45">25046 4715 3123 0,'-17'-5'-16'16,"3"1"8"-16,2 3 4 0,-1-1 15 15,4 1 23-15,9 1 22 0,-14 0 15 0,14 0 10 16,-11-2 3-16,11 2 11 0,0 0-2 16,0 0 12-16,0 0-9 0,0 0 0 15,0 0-11-15,50 8-5 0,-10-4-6 0,8-3-6 16,17 4-1-16,5-1-13 0,14-2-5 16,30-1-5-16,8-2-8 0,10 2-4 0,13-1-4 15,3-1 2-15,7-1-4 0,4-2 0 16,3 3-4-16,-1-3-5 0,-5 1 2 0,-4-2-10 15,-5 0 3-15,-8 0 3 0,-3-2-6 16,-3-4-1-16,-4 1 2 0,-5 0 0 16,1-2-3-16,-8 0-3 0,-1 0 3 15,1 0-4-15,-3 2-2 0,-1-1 1 0,-3 5-3 16,-19 2 4-16,-1 2-1 0,0 2-2 16,-6 0 2-16,-9 0-1 0,-3 4-4 0,-23-4-1 15,-7 2-9-15,-13 0-23 0,-7-2-7 16,-5 0-1-16,-7 0-25 0,-2 0-43 15,-8 0-47-15,0 0-50 0,0 0-73 0,0 0-102 16,0 0-209-16,-29-12 52 0,12 7-237 16,-4 1-266-16</inkml:trace>
  <inkml:trace contextRef="#ctx0" brushRef="#br0" timeOffset="27111.68">24867 5734 2185 0,'0'0'40'0,"0"0"22"0,0 0 18 0,0 0 22 0,2-8 12 16,-2 8 16-16,3-5 0 0,-3 5 7 16,12-6-8-16,-4 4 0 0,3-2 1 0,3 2-10 15,4-2-3-15,5 0-4 0,15 0-15 16,5-2-3-16,4 1-11 0,14-1-10 16,4 2-6-16,7 0-8 0,9 0-4 15,5 1 22-15,33-2-3 0,-5 3-1 0,3 0-8 16,6-1-9-16,-1 1 7 0,-3-1-5 15,-1 3-12-15,-2-1 1 0,-2-1-1 0,-21 2-3 16,0-4-8-16,15-1-4 0,-22 0-4 16,-4 0-2-16,-3-5-1 0,-2 3-3 0,1-2-4 15,-5 0 0-15,-3 1-1 16,-2 0-2-16,-3-1-4 0,0 4-1 0,0 0-3 0,2-2 0 16,-3 2 1-16,3 1 0 15,1 1-1-15,0 1-2 0,0 0 1 0,0 0-2 16,-1 2-1-16,6 2 0 0,-1-4 2 15,1 1-7-15,1 1 8 0,3-3-2 0,-2 1-4 16,6-4 2-16,0 3-1 0,-1-2-4 16,-1 2 3-16,-5-3-1 0,-4 5 2 15,-1-2 3-15,-6 3-4 0,-16-4 2 0,-1 4 0 16,-13 0-3-16,-8-2 26 0,-7 0 4 16,2 0 6-16,-8 2 3 0,0-2-10 0,-2 2 0 15,-10 0-1-15,0 0-8 0,13 0-19 16,-13 0-48-16,0 0-75 0,0 0-108 15,0 0-136-15,0 0-194 0,0 0-99 0,-42 8 65 16,21-8-389-16,-10-4-460 0</inkml:trace>
  <inkml:trace contextRef="#ctx0" brushRef="#br0" timeOffset="27927.46">25803 4841 2853 0,'0'-9'56'0,"1"2"16"15,-1 0 24-15,0 7 36 0,2-12 26 0,-2 12 23 0,0-9 11 0,0 9-5 0,0 0-15 0,2-8-17 0,-2 8-14 0,0 0-10 16,0 0-17-16,0 0 17 0,0 0-2 0,0 0 12 15,2 32 9-15,-2-8 7 0,2 13 1 16,0 4 2-16,-2 3 22 0,1 14-3 0,1 0-11 16,7 1 0-16,-7-2-7 0,-1 1-12 15,-1-2 0-15,0-8-4 0,0-2-8 16,0-4-5-16,0 1-9 0,-3-7-11 16,3-5-11-16,0-9-11 0,-2-3-6 0,2-2-8 15,0-2-6-15,0-2-9 0,-2-2-4 16,4-1-5-16,-2-1-7 0,-2 0-6 0,4-1 1 15,-2-8-35-15,-2 11-5 0,2-11 0 16,0 10 0-16,0-10 0 0,0 0-63 0,0 7-95 16,0-7-65-16,0 0-85 0,0 0-101 15,0 0-109-15,0 0-117 0,0 0-183 0,0 0 64 16,-8-29 90-16,0 18-574 16,1-3-701-16</inkml:trace>
  <inkml:trace contextRef="#ctx0" brushRef="#br0" timeOffset="28927.57">25539 4971 3230 0,'0'0'-108'0,"4"-5"29"0,-4 5 21 0,0 0 26 0,6-6 34 16,-6 6 27-16,0 0 21 0,0 0 17 0,0 0 21 16,0 0 19-16,4-8 15 0,-4 8 7 15,0 0-6-15,0 0 4 0,0 0-4 0,0 0-7 16,-36 0-9-16,20 2-3 0,0-2-7 15,-4 5-6-15,-5-4-17 0,0 1 4 16,0 2-6-16,2-1-10 0,-2 1-9 0,3-3-3 16,6 2-8-16,-4-1-1 0,6 0-6 15,1 0 0-15,2-1-4 0,11-1 1 0,-17 4 0 16,17-4-1-16,-13 0-5 0,13 0-4 16,0 0-3-16,-16 1 0 0,16-1 1 15,0 0-5-15,0 0 1 0,-15 0-1 16,15 0-1-16,0 0-2 0,0 0-1 0,0 0-1 15,0 0-5-15,-15-1 3 0,15 1-8 16,0 0 7-16,0 0-1 0,0 0 2 0,0 0 0 16,0 0 0-16,0 0-4 0,0 0 0 15,-13-2-1-15,13 2 6 0,0 0-4 0,0 0 0 16,0 0 2-16,0 0 0 0,0 0-10 16,0 0 13-16,0 0-2 0,0 0-5 15,0 0-1-15,0 0 3 0,0 0-1 0,0 0-3 16,0 0 0-16,0 0-1 15,0 0 1-15,0 0-6 0,0 0 9 0,-4 16-2 0,2-8 4 16,2 0-4-16,0 6 2 16,0 0-1-16,4 0 6 0,0 1-1 0,-3 1 1 15,3 0-4-15,2-3 1 0,-1 1 0 16,4-3 1-16,-6 1 5 0,1-2-3 0,2-2 2 16,-1-1 4-16,-3-1-6 0,3 0 7 15,4-1-1-15,0-2-3 0,-9-3 0 0,16 6-4 16,-11-3 2-16,4-1-1 15,-9-2-4-15,20 6 3 0,-15-2-2 0,6-2 1 16,2 4-2-16,-4 1 1 0,4 0 2 16,1 0 0-16,-2 3-1 0,2 1 1 0,-1 0 8 15,-2 0 7-15,1-1 10 0,-4 2 13 16,-3-4 7-16,2 4 20 0,-4-3 16 16,-1-1 15-16,-2 4 17 0,-2-6 15 0,-4 2 25 15,-1 3 0-15,-6-3 7 0,-3 2-1 16,1-1 10-16,-2-1-8 0,-5 2-9 0,8-5-6 15,-4 2-4-15,1-2-7 16,2-3-10-16,5 2-79 0,-1 0-54 0,3 0 0 0,8-4 0 16,-13 0 0-16,13 0 0 0,0 0 0 15,0 0 0-15,-19-2 0 0,19 2-76 16,0 0-418-16,-15 0-202 0,15 0-220 0,-12 2 63 16,12-2 99-16,-13 0-743 0,13 0-944 15</inkml:trace>
  <inkml:trace contextRef="#ctx0" brushRef="#br0" timeOffset="33726.14">2147 5622 1976 0,'0'-8'216'0,"0"8"-63"0,0-11-8 0,0 4 18 0,0 7 10 0,0-12 6 0,0 6-4 0,0 6-6 15,0-11 9-15,0 11-2 0,0-8-16 0,0 8-13 0,0-7-8 16,0 7-1-16,0 0-4 15,0 0 41-15,0 0 12 0,0 0-10 0,-3 41-18 16,1-17 21-16,-1 12 0 0,-1 3-1 16,-3 3-2-16,3 1-16 0,-1 1-12 0,-3 9-5 15,6-7-19-15,0-8-12 0,-2 1-18 16,4 0-9-16,-2-10-7 0,0-5 1 16,2-2-11-16,-3-4-5 0,1 0-9 0,2-3-4 15,-4-3-54-15,2-1-46 0,2-5-52 16,-2 3-63-16,1-2-93 0,1-7-120 0,-4 3-127 15,4-3-147-15,0 0-106 0,-10-14 54 16,6 3-501-16,0-5-668 0</inkml:trace>
  <inkml:trace contextRef="#ctx0" brushRef="#br0" timeOffset="34058.9">1979 5656 3143 0,'0'-11'-63'0,"2"-2"39"16,-2 1 20-16,2 2 13 0,6-2 10 0,0-2 3 16,3 1 8-16,3-1 1 0,2 2 4 15,11-4 5-15,0 3 2 0,-4 5-7 0,-5 2 3 16,2 4-9-16,-3 2-3 0,-4 2 26 16,2 4 14-16,-1 2 8 0,-3 1 13 15,-1 9-4-15,-4-2 18 0,-3 1 10 16,-1 2 2-16,-2 0 12 0,-5 3-2 15,-7 8-1-15,4-7-11 0,1-5-4 0,-4-1-4 16,1 3-2-16,-1-5-4 0,3-3-17 16,0-1-6-16,1-3-6 0,-1-2-5 0,1 0-7 15,-2-2-12-15,9-4-41 0,-14 2-55 16,14-2-51-16,0 0-77 0,-22-6-81 16,22 6-100-16,-9-10-163 0,7 6-125 15,2 4 56-15,2-9-308 0,-2 9-383 16</inkml:trace>
  <inkml:trace contextRef="#ctx0" brushRef="#br0" timeOffset="34575.53">2309 5986 2525 0,'-4'6'0'16,"1"-1"16"-16,3-5 15 0,-6 7 21 15,6-7 16-15,0 0 16 0,-2 9 18 0,2-9 5 16,0 0 27-16,0 0 7 0,15 8 2 15,-15-8-15-15,18 0-11 0,-18 0-9 16,14-2-13-16,-14 2-7 0,20 0-5 0,-20 0-13 16,16-4-8-16,-16 4 0 15,14-6-25-15,-8 1 17 0,1 0-9 0,-3-2-11 16,2 1-4-16,-4-2-1 0,-2-2 5 16,0-2-9-16,-2-1-4 0,-2-3-7 0,-2 3 3 15,1-3 12-15,-3 1-2 0,1 1-1 16,-1 2 3-16,-2 2-2 0,5 1-6 15,-4 2-2-15,4-1-2 0,1 3-4 0,4 5-7 16,-7-10 5-16,7 10 0 0,-2-8-7 16,2 8-2-16,0 0 2 0,0 0-4 0,7-8 3 15,-7 8 3-15,18-7 2 16,-7 1 1-16,3 2 0 0,1-1-3 0,2 0 0 16,-2 1 2-16,-1 0-9 0,-1 2 6 15,-2 0-5-15,-11 2-1 0,21 6 2 16,-12 2 1-16,3 2 4 0,-4 3-5 0,-1 3 3 15,3 3 6-15,-4-1-13 0,1 3 6 16,1 0 1-16,2 6-2 0,1 2 3 0,-2-7 1 16,1-1-3-16,-4-2-4 0,1-5 1 15,1-1-2-15,-3-1-2 0,2-1-23 16,-2-5-18-16,-1 2-38 0,1-5-46 0,-5-3-58 16,14 3-69-16,-14-3-101 15,0 0-147-15,21-12-86 0,-11 5 52 0,-1-3-204 0,2-4-233 16</inkml:trace>
  <inkml:trace contextRef="#ctx0" brushRef="#br0" timeOffset="34909.05">2870 5796 1943 0,'0'0'56'0,"-10"-6"55"0,10 6 18 0,-8-5 18 0,8 5 3 0,-7-3-6 0,7 3-6 0,0 0-3 0,0 0 7 0,0 0 4 16,-19 17 0-16,13-8-2 0,2-1-14 15,2 4-13-15,-1 0-13 0,1 2 4 0,2-1-8 16,0 1 0-16,5 1-14 0,-1 1-4 16,0-3-7-16,5 1-2 0,1-4-1 15,1 1-9-15,2-5-5 0,1 0-6 16,1-3-5-16,1 0-7 0,-2-3-3 0,4-4-1 16,-5 0-1-16,1 0-7 0,-1-4-2 15,1 1 1-15,-5-3-2 0,-4 1 2 16,1-3-4-16,0-1 1 0,-4-1-4 0,-2 0 1 15,-3-1-4-15,0 3-6 0,-1 0-5 16,-2 1-6-16,1 5-3 0,-1-1-19 16,-6 4-50-16,-1 1-23 0,13 2-50 0,-23 0-71 15,23 0-76-15,-21 5-114 0,14-3-184 16,7-2-1-16,-10 3 46 0,10-3-212 0,0 0-246 16</inkml:trace>
  <inkml:trace contextRef="#ctx0" brushRef="#br0" timeOffset="35143.46">3234 5707 1975 0,'-5'-6'-24'0,"5"6"15"16,0 0 21-16,0 0 25 0,0 0 26 16,0 0 9-16,-18 19 9 0,12-9 5 0,2 4-8 15,0 1-3-15,2 3 3 0,0-1-2 16,2-2-7-16,0 1-3 0,2 2-5 15,0-1 0-15,3-1-9 0,0-1-4 0,2-1 0 16,3-3-24-16,0-3-40 16,-1-1-69-16,0-2-119 0,5-4-153 0,-1 1-135 15,0-2-146-15,-13 0-135 0</inkml:trace>
  <inkml:trace contextRef="#ctx0" brushRef="#br0" timeOffset="35542.03">3613 5845 1807 0,'-11'0'65'0,"11"0"10"0,0 0 9 0,-11 2 1 16,11-2 5-16,0 0-4 0,0 0 3 15,0 0 0-15,0 0-5 0,0 0-3 0,0 0-6 16,0 0-6-16,0 0-11 0,36-9 2 15,-25 6-4-15,-2-3-11 0,3 2 0 0,-3-1-6 16,-2-2-3-16,1 2 3 0,-2-4 2 16,-2 2 20-16,0 1 6 0,-4 6 14 15,-2-15 4-15,0 9 15 0,-2-2-9 16,4 8-5-16,-14-11-1 0,5 7-8 0,-3 4-7 16,12 0 4-16,-30 4-6 0,13 0-4 0,-2 3-3 15,0 3 3-15,2 0-7 16,-1 1-11-16,3 3-2 0,4 2 2 0,-1-1-3 15,7 1 2-15,-1 1-6 0,4-2 0 16,2-1-3-16,2 3-1 0,4-2-5 0,3 1-2 16,5-3-3-16,2-1-7 0,4-2-35 15,3 0-48-15,-1-6-86 0,5-1-84 16,0-6-107-16,9 0-128 0,1-2-136 0,-3-1 41 16,-4-2-256-16,-5 4-306 0</inkml:trace>
  <inkml:trace contextRef="#ctx0" brushRef="#br0" timeOffset="35909.26">4034 5605 2118 0,'-7'-7'-20'0,"-2"2"47"16,2 0 15-16,1 3 14 0,6 2 12 0,-19 3 6 15,10 1 8-15,-4 3 5 0,-3 1-3 16,1 4-6-16,1 0-3 0,1 5-2 15,-6 4-9-15,6 4-7 0,3-3-7 0,4-1 3 16,3-4-4-16,5 1-1 0,1 3-4 16,3-4 8-16,2 1 9 0,1 0 17 15,-1-1 21-15,1-2 8 0,1-1 15 16,-2-2 8-16,-1 0 1 0,1 3 14 0,0-4 5 16,-5 1 3-16,3-1-1 0,-4-2 7 15,1 2 8-15,-1-2-3 0,-2 0-6 0,-2 0-8 16,-1-1-10-16,-3-1-16 0,-1 1-12 15,-2 2-5-15,-2-3-17 0,-2-1-9 16,-2 2 4-16,2-5-18 0,-1-2-6 0,-1-2-17 16,-1-2-52-16,2-5-57 0,-2-1-86 15,1-5-113-15,3-1-138 0,7-3-175 0,-1 1-155 16,4-1 56-16,2-1-488 0,4-1-631 16</inkml:trace>
  <inkml:trace contextRef="#ctx0" brushRef="#br0" timeOffset="36325.51">4550 5724 3093 0,'-9'2'-26'0,"1"2"28"16,8-4 23-16,-8 2 15 0,8-2 5 0,0 0 18 15,0 0 9-15,0 0 9 0,0 0 10 16,0 0 17-16,0 0 11 0,0 0 1 0,0 0 1 15,0 0-6-15,0 0-5 0,31-8-12 16,-26 5 0-16,4-1-1 0,-4 0-5 16,1-2-13-16,-1 0-2 0,-3 0-2 15,2-2-6-15,-2 1-2 0,0 1-4 0,-2-2-2 16,0 8-6-16,-8-12-6 0,3 9-8 16,5 3-3-16,-22-2-6 0,22 2-5 15,-37 7 2-15,15 3-2 0,-8 2-5 0,1 1 2 16,2 3 10-16,2 3 5 0,-2 1 4 15,5 1-2-15,8-3 6 0,-4 6 8 16,11-5-1-16,1 0 2 0,6-4 1 0,4 2 0 16,3 0-1-16,8 7-19 0,8-7-3 15,4 1 1-15,3-3-3 0,3-5-4 16,3-2-1-16,-6-5-11 0,1-3-21 0,9 0-41 16,2-3-57-16,0-5-73 0,-2 2-80 15,0-5-100-15,-4-1-116 0,3-2-188 0,-1-1-3 16,5-4 70-16,0-1-365 0,-4-1-437 15</inkml:trace>
  <inkml:trace contextRef="#ctx0" brushRef="#br0" timeOffset="36825.35">5429 5017 2715 0,'-6'-15'54'0,"-2"4"47"0,4 3 11 0,-1 2-14 0,5 6-10 0,0 0 36 0,0 0 36 0,-20 16 35 0,15 3 22 16,-4 17 20-16,-2 15 15 0,-3 4 18 0,-1 4 8 15,1 6 11-15,-1 0-8 0,1 1-11 16,3-2-6-16,-1-4-21 0,5-2-23 0,-4-3-16 16,4-6-22-16,-4-12-19 0,4-2-16 15,1-8-15-15,3-5-16 0,1-5-8 0,0-1-8 16,0-5-5-16,2 0-5 15,-3-4-8-15,3-7-9 0,3 8-8 0,-3-8-6 16,0 0-9-16,0 0-5 0,0 0-33 16,13-19-12-16,-11 6 0 0,-2-1 0 15,0-5 0-15,-2 0 0 0,-2 2 0 0,-1 2-5 16,-4 2-23-16,-3 4 1 0,-6 3-1 16,-2 5 5-16,-7 1 3 0,-16 7 2 0,2 2-4 15,-9 9 4-15,3 3 3 0,5-1 4 16,14-1-4-16,1 0 3 0,6 3 4 0,6-3 4 15,6-2 0-15,6-4 5 16,3 1 2-16,3 0 6 0,6-1-6 0,2-4 7 0,4 2-3 16,0-5 4-16,9-1-5 15,-2-1 0-15,-1-2-4 0,0-2-20 0,4-2-56 16,-1 0-51-16,-3 0-58 0,-3 0-57 16,0-2-64-16,-4 4-93 0,-3-2-87 15,-3 2-124-15,-8 0-188 0,0 0 66 0,0 0 78 16,0 0-498-16,-19 15-616 0</inkml:trace>
  <inkml:trace contextRef="#ctx0" brushRef="#br0" timeOffset="37241.91">2026 6578 3089 0,'-45'-3'2'0,"-2"0"4"0,-1 1-4 15,3 0-2-15,-3-1 24 0,6 1 52 0,3 0 24 0,9 0 22 0,6 2 3 0,6-2-5 16,5 2-6-16,-1 0-15 0,3 0-10 0,11 0-3 16,0 0-10-16,0 0-2 0,0 0-5 15,0 0-7-15,67-4-1 0,3-3-15 0,39-2-2 16,22-4 7-16,37-1-9 15,62-5-5-15,21 6-6 0,15-3 25 0,24-1-9 16,4 3-6-16,0-3 1 0,0-2-11 16,-6-3 0-16,-21 5-6 0,-18 2-5 15,-22-5 2-15,-60 12 7 0,-18 2-1 0,-15-4-2 16,-26 5 0-16,-35-1-6 0,-26 4-1 16,-12 0 1-16,-14-2 3 0,-4 4-10 0,-9-3 3 15,-8 3-3-15,0 0-1 0,0 0-29 16,0 0-55-16,0 0-90 0,0 0-95 0,0 0-133 15,0 0-233-15,0 0 3 16,0 0 62-16,-45-1-295 0,45 1-338 0</inkml:trace>
  <inkml:trace contextRef="#ctx0" brushRef="#br0" timeOffset="41014.55">24859 6679 2612 0,'0'-6'134'0,"0"6"23"0,0-11 21 0,2 5 12 0,-2 6 9 0,2-8 6 15,-2 8-1-15,2-10-14 0,-2 10-18 16,0 0-4-16,0 0 42 0,0 0 15 0,-6 41 13 16,3-4-1-16,-5 14 1 0,0 8-8 15,1 3-22-15,-5 0-12 0,2 6-10 16,1-5-12-16,0-5-11 0,-1 1-17 0,0-4-9 16,3-5-15-16,0-10-13 0,-4-4-8 15,6-3-10-15,-2-9-13 0,1-5-7 16,2-1-3-16,0-5-9 0,2-1-7 0,0-2-9 15,-2-1-44-15,2-2-57 0,2-4-71 16,0-3-75-16,0 0-82 0,0 0-88 16,0 0-86-16,8-23-96 0,-5 9-166 0,8-7-17 15,-6-2 74-15,4-8-558 0,2 1-687 16</inkml:trace>
  <inkml:trace contextRef="#ctx0" brushRef="#br0" timeOffset="41424.54">25004 6656 3191 0,'-15'-10'-50'0,"0"0"26"0,1 1 32 0,5 2 31 16,1 2 37-16,0-1 43 0,2 1 12 15,1 2 9-15,5 3-8 0,-7-6-7 0,7 6-9 16,-2-5-13-16,2 5-5 0,0 0-4 15,27-2-13-15,-7 4-3 0,21-2-7 0,7 2-8 16,19 2-2-16,6-1-10 16,6 1-6-16,16 0-3 0,28-2-5 0,10 2-6 15,14 2-1-15,9-1-2 0,10 2 0 16,6-2-6-16,5 5-3 0,0 0-7 0,1 1 3 16,-4 1 0-16,-4-4-2 0,-1 1-5 15,-8-3 3-15,-3 0-2 0,-9-3-4 16,-8 0 2-16,-11-1-5 0,-5 0 3 0,-31 0-1 15,-7-2 0-15,-10 0-3 0,-9-2 1 16,-21 2 1-16,-2 0 0 0,-15 0 0 0,-7-2 0 16,-4 2-8-16,-3 0-26 0,-3-2-32 15,-4 2-60-15,-9 0-57 0,0 0-59 16,8-1-72-16,-8 1-94 0,0 0-161 16,0 0-7-16,-42-5 59 0,15 1-200 0,-13 2-208 15</inkml:trace>
  <inkml:trace contextRef="#ctx0" brushRef="#br0" timeOffset="42124.46">24795 7503 1869 0,'-8'4'22'0,"8"-4"20"0,0 0 15 0,-8 3 12 15,8-3 19-15,0 0 21 0,0 0 7 0,0 0-5 0,0 0-1 0,0 0-3 0,0 0 3 0,25 1 1 0,-8-2-5 0,14 1-6 16,9-2-8-16,10 2-14 0,14-1-3 16,12-2-2-16,2 3-9 0,8 0-7 0,28 4-8 15,8-1-1-15,5 1-5 0,2 1-4 16,4 0 2-16,3-1-7 0,-5-1-6 16,-2 1 1-16,3-4-12 0,-4 0 2 15,-6-3-3-15,-8 2-2 0,-22-2-3 16,-4-1 4-16,-2-1-12 0,0 0 7 0,-2 0-1 15,-5 2-3-15,-1-2 4 0,-4-1-1 16,0 0-6-16,3 4 3 0,-1-2-2 0,0 1 1 16,2 0 20-16,-1 3 9 0,-3 0 11 15,-1 3 2-15,-3-2 0 0,-7 1 10 0,-12 0-1 16,-4 0 1-16,-7-2 3 16,-8 2 13-16,-8-2 8 0,-7-2 0 0,-2 2 0 15,-3 0-9-15,-3-2-9 0,-9 2-5 16,9-2-10-16,-9 2-35 0,0 0-43 0,0 0-73 15,0 0-82-15,0 0-90 0,0 0-122 0,-24-9-197 16,24 9 9-16,-12-1 57 0,12 1-266 16,-14 0-283-16</inkml:trace>
  <inkml:trace contextRef="#ctx0" brushRef="#br0" timeOffset="44356.81">2113 7037 2006 0,'0'0'-45'0,"0"0"30"0,11-4 32 0,-11 4 20 0,0 0 26 0,8-1 21 16,-8 1 15-16,0 0 19 0,0 0 16 0,0 0 2 15,0 0 27-15,0 0 3 0,0 0 14 16,0 0 11-16,0 0 9 0,17-1 3 16,-17 1 7-16,0 0 2 0,0 0-3 15,0 0-3-15,0 0-2 0,0 0-6 16,0 0-9-16,0 0-24 0,0 0-16 0,0 0-22 16,0 0-13-16,-30-8-4 0,30 8-13 15,-29 0-15-15,10 2-6 0,-2-2-10 16,2 0-6-16,0 0-1 0,2 2-11 0,1-2-3 15,3 0-4-15,13 0-8 0,-25 1-4 16,25-1 0-16,-19 0-1 0,12-1-7 16,7 1-2-16,-13 0-2 0,13 0-4 15,-12 1-6-15,12-1 7 0,0 0-8 0,-15 0-3 16,15 0 3-16,0 0-4 0,-12 3-2 16,12-3 1-16,0 0 0 0,0 0 2 0,0 0 2 15,-13 0-11-15,13 0 3 0,0 0 3 16,0 0 1-16,0 0-4 0,0 0 1 0,0 0 4 15,0 0-1-15,-14 0 3 0,14 0-6 16,0 0 0-16,0 0 5 0,0 0 0 16,0 0 0-16,0 0 5 0,0 0-3 0,0 0-1 15,0 0 1-15,0 0 0 0,0 0-3 16,0 0 2-16,0 0-2 0,0 0 3 0,0 0-4 16,0 0 1-16,0 0 4 0,0 0-2 15,0 0-7-15,0 0 2 0,-7-6-1 16,7 6 5-16,0 0 1 0,0 0 0 15,0 0 0-15,0 0-1 0,0 0-3 16,0 0-3-16,0 0 2 0,0 0 6 0,0 0-16 16,0 0 0-16,0 0 5 0,-4 17-1 15,2-5 1-15,-2 5 3 0,3 0 5 0,-1 2-5 16,2 2 6-16,0 0 0 0,0 3 1 16,3-1-1-16,1 0-2 0,2-3 0 15,-1 1 5-15,2-3 1 0,-4-2 0 16,3-2-4-16,-1-2 12 0,-1-1-9 0,0-3 6 15,2 0 1-15,-2-3 8 0,0 0-1 16,-4-5 3-16,9 5-3 0,-9-5-1 16,19 2-5-16,-19-2 0 0,19 0-3 0,-7 0 1 15,-12 0-1-15,25 4 0 0,-12-2-4 16,0 2 4-16,2 3-3 0,0 1 3 0,1 3-2 16,-1 1 3-16,0 2-5 15,-2 0 19-15,7 7-4 0,-9-1 8 0,-1-5 0 16,-3 4 19-16,-1-3 13 0,-1-1 10 15,-5-1 11-15,0 0 15 0,-5 1 17 0,1-1 4 16,-7 1-2-16,-3 0-7 0,-2-3-9 16,-11 5-6-16,0-1-19 0,-2-5-76 15,4-1 0-15,4-6 0 0,3 2 0 0,0-2 0 0,0-2 0 16,0 1 0-16,3-3 0 16,0 0 0-16,0 0 0 0,1-3 0 0,1 3 0 15,1-2 0-15,1 0 0 0,11 2-173 16,-18-4-219-16,18 4-128 0,-9-4-133 15,9 4-238-15,0 0 48 0,0 0 110 0,0 0-623 16,0 0-810-16</inkml:trace>
  <inkml:trace contextRef="#ctx0" brushRef="#br0" timeOffset="45107.45">1775 8358 3490 0,'8'-2'-72'0,"-4"0"44"0,-4 2 14 0,9-5 26 0,-9 5 39 0,0 0 29 15,0 0 31-15,0 0 20 0,6-5 4 16,-6 5-1-16,0 0-4 0,0 0-8 16,0 0-8-16,0 0-10 0,2-4-7 15,-2 4-7-15,0 0-5 0,0 0-11 0,0 0-3 16,0 0-6-16,0 0 3 0,0 0-9 15,0-8-6-15,0 8-4 0,0 0-1 0,-8-11-10 16,5 5-3-16,-1 2-4 0,-2-4-4 16,1 4-2-16,-2-4-5 0,0 3 0 15,0-3-4-15,-1 2-1 0,0-2-1 0,-1 1-3 16,-1 3 1-16,-2-2-2 16,3 4-1-16,-2 0-5 0,-3 2 0 0,1 2 1 15,-4 0 0-15,0 5 2 0,-2 1-2 16,-10 6 5-16,8 0-5 0,4-1 3 0,2-3 2 15,3 0-2-15,1-1 3 0,-1 3-2 16,3-4-2-16,5 1 3 0,-1 1 0 16,0 0 3-16,3-1 2 0,2 4-2 0,2-1 7 15,5 4 1-15,0-3-7 0,2 4 1 16,3 1-3-16,9 4-1 0,2 1 0 0,-2-2 2 16,-1-2-4-16,3 1-1 15,-7-7 6-15,-3-1-3 0,-4-1 19 0,0-3 20 16,-4-1 26-16,3 0 36 0,-5 0 33 15,-1 0 28-15,-2-7 11 0,-2 9-8 16,-5-1-11-16,0-2-13 0,-7 0-11 0,-1 1-14 16,-1-4-13-16,0 2-10 0,-2-2-13 15,1 1-11-15,0-1-5 0,2-1-8 0,1 0-7 16,1-1-19-16,13-1-24 0,-19 0-32 16,19 0-38-16,-20 0-44 0,20 0-57 0,-13-1-58 15,13 1-57-15,-7-7-69 16,5 2-60-16,2 5-57 0,11-16-84 15,5 1-149-15,8-4-55 0,3-1 75 0,5 1-492 16,9-4-627-16</inkml:trace>
  <inkml:trace contextRef="#ctx0" brushRef="#br0" timeOffset="45356.62">1909 8448 3006 0,'0'0'0'0,"0"0"41"0,0 0 23 16,0 0 23-16,-21-5 20 0,21 5 27 0,0 0 17 0,-6-4 12 0,6 4 1 16,0 0-2-16,0 0-9 0,0 0-15 15,0 0-13-15,0 0-11 0,13-12-13 16,-13 12-9-16,10-5-13 0,-10 5-8 0,10-5-13 16,-10 5-35-16,9-2-36 0,-9 2-50 15,0 0-55-15,12-1-53 0,-12 1-47 0,0 0-47 16,0 0-47-16,13 5-46 0,-13-5-53 15,2 6-45-15,-2-6-46 0,0 7-228 16,0-7-222-16</inkml:trace>
  <inkml:trace contextRef="#ctx0" brushRef="#br0" timeOffset="45523.38">1909 8526 1966 0,'-7'11'0'0,"-2"-1"36"0,2 0 31 0,1-3 25 16,1 1 27-16,-1-2 28 0,6-6 17 16,-8 8 11-16,8-8-6 0,-6 6-13 15,6-6-4-15,0 0-7 0,-3 9-11 16,3-9-2-16,0 0-4 0,0 0-11 15,0 0-11-15,30 0-10 0,-14-4-7 0,1 1-27 16,4-5-59-16,2 2-76 0,-1 0-82 16,-1-4-91-16,10-1-123 0,-6 1-190 0,-7-2 12 15,0 5 72-15,-5-2-148 0,-1 0-121 16</inkml:trace>
  <inkml:trace contextRef="#ctx0" brushRef="#br0" timeOffset="45940.04">2266 8270 1794 0,'0'-6'121'0,"0"6"-2"0,0-10-8 16,2 5-13-16,-2 5-2 0,7-10-4 0,-2 4-4 16,3 1-4-16,2 2-1 0,3 0-5 15,-1-1-4-15,1 4-7 0,0 0-6 0,-1 4 0 16,-1-1-2-16,1 3-1 0,-3 0 6 15,-3 2 14-15,-1 1 8 0,-1 3 10 16,-4 0 6-16,-2 3 5 0,-2 1-5 0,-5 5-2 16,0-2 0-16,-1-1-1 15,2 0-4-15,-3-1-5 0,5-2-7 0,0-1-7 0,3-4-4 16,-1 0-6-16,4-3-4 16,0 2-1-16,0-3 1 0,4 2-2 0,1-2 4 15,2 3 0-15,2-3 2 0,-2 2-4 16,2-2-1-16,0 4-7 0,-2-3 11 0,1 3 2 15,-3-4 11-15,-1 2 4 0,0-1 8 16,-2 1 5-16,0 0 3 0,-2 1 12 16,-4 1-7-16,0 0-5 0,-4 1-12 0,-1-1-9 15,-3 0-4-15,-1-1-22 16,-3-2-52-16,2-2-69 0,1 1-82 0,-3-6-102 0,1-2-112 16,-4-4-137-16,3-6-194 0,-2-14-2 15,0-1 83-15,7-5-401 0,4 1-493 16</inkml:trace>
  <inkml:trace contextRef="#ctx0" brushRef="#br0" timeOffset="47239.74">893 7561 2893 0,'-19'2'3'0,"0"0"7"0,4 0 13 0,5-2 9 0,1 3 25 16,9-3 16-16,0 0 14 0,-20 0-5 16,20 0-10-16,0 0 0 0,0 0-2 15,0 0-9-15,0 0-10 0,61-21-3 0,-18 13-34 16,14-6-51-16,0-2-55 0,4 1-59 15,0 3-66-15,-8-3-88 0,1-1-138 16,-15 3-69-16,-5 2-131 0,-12 2-141 0</inkml:trace>
  <inkml:trace contextRef="#ctx0" brushRef="#br0" timeOffset="47473.29">1249 7342 1769 0,'0'0'-16'0,"0"0"3"0,0 0 3 0,0 0 18 16,0 0 19-16,47 5 25 0,-38 2 15 16,0 0 30-16,-1 3 4 0,2 0 2 15,-5 0 5-15,1 2 7 0,-3-1 3 16,-1 1 0-16,-4 0-7 0,-1 3-12 16,-5-1-13-16,-1 1-2 0,-1 3-10 0,-3-3-6 15,2-1-35-15,-5-2-37 0,7-4-50 16,-3 1-61-16,-1-2-92 0,2-4-123 0,3-1-185 15,8-2-157-15,0 0-166 0</inkml:trace>
  <inkml:trace contextRef="#ctx0" brushRef="#br0" timeOffset="62353.5">25505 6747 2118 0,'6'-4'457'0,"-6"4"-18"0,1-6-52 0,-1 6-8 0,0 0-18 0,0 0-22 15,0-10-15-15,0 10-21 0,0 0 5 16,0-9 4-16,0 9-12 0,0 0-15 0,0 0-16 16,0-10-22-16,0 10-15 0,0 0-12 15,0 0-18-15,0 0-11 0,0-8-18 0,0 8-12 16,0 0-21-16,0 0-96 15,0 0-44-15,0 0 0 0,0 0 0 0,0 0 0 0,0 0 0 16,0 0 0-16,0 0 0 16,0 0 0-16,0 0 0 0,0 0 0 0,0 0 0 15,0 0 0-15,0 0 0 0,-1 42 0 16,-1-20 0-16,-2 13 0 0,-1 3 0 0,-3 15 0 16,3 3 0-16,-6 1 0 0,0 2 0 15,4-1 0-15,-3-3 0 0,1 1 0 0,-1-4 0 16,7-8 0-16,-6-5 0 0,6 1 0 15,-5-6 0-15,6-7 0 0,-1-6 0 16,3-5 0-16,-2-1 0 0,0-2 0 0,0-2 0 16,-1 0 0-16,3-4 0 0,-2 2 0 15,2-2 0-15,-1-2 0 0,1-5 0 16,0 10 0-16,0-10 0 0,-2 10 0 0,2-10 0 16,-2 6 0-16,2-6 0 0,-2 6 0 15,2-6 0-15,0 0 0 0,-4 7 0 0,4-7 0 16,0 0 0-16,0 0 0 0,0 0-606 15,-23-10-393-15,12 3 101 0,-3-1-1036 0,1-5-1356 16</inkml:trace>
  <inkml:trace contextRef="#ctx0" brushRef="#br0" timeOffset="63153.6">25075 6965 5059 0,'0'0'-176'0,"0"0"57"16,0 0 57-16,0 0 68 0,0 0 60 0,0 0 44 0,0 0 31 0,0 0 19 15,0 0 11-15,0 0 19 0,0 0-4 0,0 0 1 16,0 0-3-16,21-5-12 15,-16 1-5-15,-5 4-11 0,13-7-10 0,-3 6-16 16,-4-3-3-16,0 0-6 0,-6 4-15 0,9-4-7 16,-9 4-19-16,8-3-1 0,-8 3-12 15,0 0-5-15,7-4-8 0,-7 4-4 16,0 0 4-16,0 0 19 0,0 0 9 0,0 0-1 0,-1 21 0 16,-3-9 18-16,-3 1-97 15,2 8-2-15,-1-3 0 0,-3 13 0 0,4-5 0 16,-2-2 0-16,3 9 0 0,1-4 0 15,1-4 0-15,0 0 0 0,0-1 0 0,0-5 0 16,2-1 0-16,-1 1 0 0,1-3 0 16,-2-3 0-16,2-1 0 0,-2 0 0 0,2-3 0 15,-2-1 0-15,2-1 0 0,0-7 0 16,-4 13 0-16,4-13 0 0,-3 9 0 16,3-5 0-16,0-4 0 0,-5 5 0 15,5-5 0-15,-7 5 0 0,7-5 0 0,-12 3 0 16,2 0 0-16,10-3 0 0,-13 1 0 15,13-1 0-15,-14 2 0 0,14-2 0 0,-11 0 0 16,11 0 0-16,-9 3 0 0,9-3 0 16,0 0 0-16,0 0 0 0,-12 2 0 0,12-2 0 15,0 0 0-15,0 0 0 0,0 0 0 16,0 0 0-16,0 0 0 0,0 0 0 0,45-2 0 16,-31 2 0-16,4-3 0 0,-2 3 0 15,-2-2 0-15,-3 1 0 0,1-2 0 0,-12 3 0 16,17 0 0-16,-10 0 0 15,-7 0 0-15,12-3 0 0,-12 3 0 0,10-1 0 16,-10 1 0-16,0 0 0 0,12-2 0 16,-12 2 0-16,0 0 0 0,0 0-27 0,0 0-777 15,0 0-171-15,0 0 96 0,0 0 92 16,0 0-818-16,0 0-1045 0</inkml:trace>
  <inkml:trace contextRef="#ctx0" brushRef="#br0" timeOffset="63869.87">25753 7003 4222 0,'0'0'-101'0,"-10"-4"62"0,10 4 64 0,0 0 51 16,-5-8 39-16,5 8 30 0,-2-6 9 0,2 6 6 16,0 0-1-16,2-8 0 0,-2 8-1 15,11-9-9-15,-4 4-3 0,5 2-11 16,-1-1-16-16,1 1-15 0,0 0-12 15,-1 3-7-15,-11 0-11 0,23 6-5 0,-11 0-8 16,-3 0-2-16,-2 1-3 0,3 2 17 16,-4 3 11-16,0-2-3 0,-5 2 17 0,-2 2 19 15,-1 3-4-15,-7 4 2 0,-5 6-13 16,-6-2 1-16,0 2-6 0,-1-5 6 0,-1-3 7 16,10-5 8-16,-1-1 0 0,4-5 4 15,6-1 21-15,-3 0-31 0,1-2-112 0,5-5 0 16,-7 4 0-16,7-4 0 0,0 0 0 15,0 0 0-15,0 0 0 0,0 0 0 0,0 0 0 16,0 0 0-16,0 0 0 0,21 2 0 16,-12 2 0-16,5 0 0 0,6 0 0 15,-4 1 0-15,6 0 0 0,-2 1 0 16,-1-2 0-16,4 1 0 0,-6-1 0 0,1-1 0 16,-4 0 0-16,0-1 0 0,-3 2 0 15,-2-3 0-15,0 1 0 0,-9-2 0 0,13 0 0 16,-13 0 0-16,0 0 0 0,17-3 0 15,-17 3-157-15,6-4-581 0,-6 4-240 0,0 0 114 16,0 0 81-16,0 0-806 0,0 0-1029 16</inkml:trace>
  <inkml:trace contextRef="#ctx0" brushRef="#br0" timeOffset="64653.19">26210 6709 4145 0,'0'0'-67'0,"0"-7"70"0,0 7 61 0,0 0 46 0,-2-8 43 0,2 8 39 0,0 0 24 0,0 0 22 16,-2-10 13-16,2 10 2 0,0 0-6 15,0 0-2-15,-2-7-15 0,2 7-14 16,0 0-15-16,0 0-14 0,0 0-15 0,0 0-18 16,0 0-17-16,0 0-10 0,0 0 22 15,0 0 7-15,0 0 6 0,0 34-4 0,2-13-66 16,2 4-92-16,-4 13 0 0,3 3 0 16,-3 3 0-16,-3 5 0 0,3 7 0 15,-4 1 0-15,2-2 0 0,1-11 0 0,-3 3 0 16,2-4 0-16,0-4 0 0,-1-3 0 15,-1-2 0-15,4-8 0 0,-2-3 0 0,-3-6 0 16,5-3 0-16,-2-2 0 0,2 1 0 16,0-5 0-16,-1 0 0 0,1 2 0 0,0-3 0 15,0 1 0-15,0-8 0 0,-2 10 0 16,0-4 0-16,2-6 0 0,0 9 0 0,0-3 0 16,0-6 0-16,-2 10 0 0,2-10 0 15,0 11 0-15,0-6 0 0,0-5 0 16,0 7 0-16,0-7 0 0,0 8 0 15,0-8 0-15,2 5 0 0,-2-5 0 0,0 0 0 16,0 0 0-16,-2 9 0 0,2-9 0 16,0 0 0-16,0 0 0 0,0 0 0 0,0 0 0 15,0 0-61-15,-7-19-990 0,3 14 107 16,-3 0 93-16,7 5-946 0,-18-10-1226 0</inkml:trace>
  <inkml:trace contextRef="#ctx0" brushRef="#br0" timeOffset="68451.85">18318 10655 1136 0,'0'0'318'0,"0"0"-57"0,0 0-41 0,-12 2-14 0,12-2-12 0,0 0-8 0,0 0-4 16,0 0-11-16,0 0 11 0,0 0-1 0,0 0-2 16,-12-2-5-16,12 2-6 0,0 0-9 15,0 0-8-15,0 0-11 0,0 0-10 0,0 0-6 16,0 0-2-16,0 0-3 0,0 0 5 15,-8-3-5-15,8 3-1 0,0 0 4 16,0 0-3-16,0 0-1 0,0 0 0 16,0 0 2-16,0 0-3 0,0 0 3 0,0 0-1 15,0 0-3-15,0 0 5 0,0 0-5 16,0 0-5-16,0 0-5 0,0 0-2 16,0 0-2-16,0 0-11 0,0 0-6 0,0 0 4 15,0 0 11-15,0 0-1 0,0 0 9 16,0 0 0-16,0 0-5 0,0 0-3 0,-7-8 0 15,7 8-4-15,0 0 0 0,0 0-5 16,0 0-7-16,0 0-36 0,0 0-48 0,0 0 0 16,0 0 0-16,0 0 0 15,0 0 0-15,0 0 0 0,0 0 0 0,0 0 0 16,0 0 0-16,0 0 0 0,0 0 0 16,15-12 0-16,-15 12 0 0,4-6 0 0,-4 6 0 0,9-3 0 15,-9 3 0-15,11-4 0 16,-11 4 0-16,12-4 0 0,-12 4 0 0,13-5 0 15,-4 2 0-15,-9 3 0 0,14-2 0 16,-14 2 0-16,13-4 0 0,-13 4 0 0,12-4 0 16,-12 4 0-16,12-3 0 0,-12 3 0 15,0 0 0-15,12 0 0 0,-12 0 0 16,0 0 0-16,0 0 0 0,0 0 0 0,16 0 0 16,-16 0 0-16,0 0 0 0,14 3 0 15,-14-3 0-15,0 0 0 0,0 0 0 16,11 2 0-16,-11-2 0 0,0 0 0 0,9 4 0 15,-9-4 0-15,0 0 0 0,0 0 0 16,11 6 0-16,-11-6 0 0,0 0 0 0,5 2 0 16,-5-2 0-16,0 0 0 0,0 0 0 15,7 6 0-15,-7-6 0 0,0 0 0 16,6 7 0-16,-6-7 0 0,0 0 0 0,4 4 0 16,-4-4 0-16,0 0 0 0,3 10 0 15,-3-10 0-15,3 5 0 0,-3-5 0 0,0 0 0 16,4 10 0-16,-4-10 0 15,0 0 0-15,2 8 0 0,-2-8 0 0,2 6 0 0,-2-6 0 16,0 0 0-16,0 8 0 16,0-8 0-16,0 0 0 0,1 9 0 0,-1-9 0 15,0 0 0-15,-3 12 0 0,3-12 0 16,0 7 0-16,0-7 0 0,-2 7 0 0,2-7 0 16,-4 8 0-16,4-8 0 0,-3 9 0 15,3-9 0-15,-1 8 0 0,1-8 0 0,-4 9 0 16,4-9 0-16,-4 8 0 0,4-8 0 15,-4 9 0-15,3-3 0 0,1-6 0 0,-6 8 0 16,4-3 0-16,2-5 0 0,-3 9 0 16,-2-5 0-16,-1 1 0 0,6-5 0 0,-3 12 0 15,-3-8 0-15,6-4 0 0,-4 8 0 16,4-8 0-16,-7 9 0 0,5-4 0 16,2-5 0-16,-6 9 0 0,6-9 0 15,-8 8 0-15,8-8 0 0,-2 9 0 0,2-9 0 16,-5 6 0-16,5-6 0 0,-6 8 0 15,6-8 0-15,-1 6 0 0,1-6 0 0,-7 8 0 16,7-8 0-16,-4 7 0 0,4-7 0 16,-3 6 0-16,-1-2 0 0,4-4 0 0,-4 7 0 15,4-7 0-15,-5 7 0 0,3-2 0 16,2-5 0-16,-7 8 0 0,6-3 0 16,1-5 0-16,-8 9 0 0,6-5 0 15,2-4 0-15,-3 10 0 0,3-10 0 0,-6 10 0 16,2-5 0-16,4-5 0 0,-3 10 0 15,-4-4 0-15,7-6 0 0,-3 10 0 0,-1-5 0 16,-2 0 0-16,6-5 0 0,-5 12 0 16,-1-7 0-16,6-5 0 0,-8 12 0 0,2-7 0 15,5 0 0-15,-3 1 0 0,-2 0 0 16,4-1 0-16,2-5 0 0,-3 7 0 0,-2-3 0 16,5-4 0-16,-4 7 0 15,4-7 0-15,-5 6 0 0,5-6 0 0,-4 4 0 16,4-4 0-16,0 0 0 0,-3 7 0 15,3-7 0-15,0 0 0 0,-4 6 0 0,4-6 0 0,0 0 0 16,0 0 0-16,-6 4 0 16,6-4 0-16,0 0 0 0,0 0 0 0,0 0 0 15,0 0 0-15,0 0 0 0,0 0 0 16,0 0 0-16,0 0 0 0,0 0 0 0,0 0 0 16,0 0 0-16,0 0 0 0,24-14 0 15,-17 10 0-15,-7 4 0 0,13-7 0 0,-8 3 0 16,3 0 0-16,-8 4 0 0,13-6 0 15,-5 2 0-15,-8 4 0 0,14-4 0 0,-7 1 0 16,-7 3 0-16,11-3 0 0,-11 3 0 16,12-3 0-16,-12 3 0 0,0 0 0 0,19 0 0 15,-19 0 0-15,0 0 0 16,21 3 0-16,-14 0 0 0,1 0 0 0,0-2 0 16,-8-1 0-16,20 3 0 0,-8-1 0 15,-1 0 0-15,-11-2 0 0,24 1 0 0,-12-1 0 16,1 0 0-16,-1-1 0 0,-2-1 0 15,0 0 0-15,-10 2 0 0,16-2 0 0,-5 2 0 16,-11 0 0-16,13-1 0 0,-13 1 0 16,9-1 0-16,-9 1 0 0,0 0 0 0,14-3 0 15,-14 3 0-15,0 0 0 0,0 0 0 16,0 0 0-16,9 0 0 0,-9 0 0 16,0 0 0-16,0 0 0 0,0 0 0 0,0 0 0 15,-6-12 0-15,6 12-839 0,0 0-136 16,0 0 95-16,-21-1-989 0,21 1-1295 15</inkml:trace>
  <inkml:trace contextRef="#ctx0" brushRef="#br0" timeOffset="70751.64">21714 6638 1551 0,'0'0'333'0,"-9"2"-21"0,9-2-37 0,0 0-2 16,0 0 3-16,0 0-11 0,0 0-27 0,0 0-19 15,0 0 1-15,-11 2-2 0,11-2-7 16,0 0-2-16,0 0-4 0,0 0-8 15,0 0-13-15,0 0-10 0,0 0-7 0,0 0-13 16,0 0-2-16,0 0 5 0,0 0 2 16,0 0 10-16,0 0 5 0,0 0 13 0,0 0 6 15,0 0 7-15,0 0 5 0,0 0-3 16,-16-6-18-16,16 6-21 0,0 0-12 16,0 0-15-16,2-11-58 0,-2 11-78 0,0 0 0 15,4-12 0-15,-4 12 0 0,4-10 0 0,-4 10 0 16,3-7 0-16,-3 7 0 15,1-6 0-15,-1 6 0 0,4-8 0 0,-4 8 0 16,6-7 0-16,-6 7 0 0,5-7 0 16,-5 7 0-16,7-7 0 0,-7 7 0 0,14-6 0 15,-8 4 0-15,-6 2 0 0,11-4 0 16,-11 4 0-16,10-4 0 0,-10 4 0 16,9-2 0-16,-9 2 0 0,0 0 0 0,0 0 0 15,15 0 0-15,-15 0 0 0,0 0 0 16,0 0 0-16,20 2 0 0,-20-2 0 0,0 0 0 15,13 4 0-15,-13-4 0 0,6 4 0 16,-6-4 0-16,7 6 0 0,-7-6 0 0,10 6 0 16,-10-6 0-16,8 5 0 15,-8-5 0-15,6 8 0 0,-6-8 0 0,3 6 0 16,-3-6 0-16,6 8 0 0,-6-8 0 16,2 11 0-16,-2-7 0 0,0-4 0 0,1 17 0 15,-1-12 0-15,0-5 0 0,0 13 0 16,-1-6 0-16,1-7 0 0,0 14 0 0,-2-7 0 15,2-7 0-15,-2 12 0 0,2-5 0 16,0-7 0-16,-2 10 0 0,0-3 0 0,2-7 0 16,-2 14 0-16,1-7 0 0,-1-1 0 15,0-1 0-15,0 2 0 0,2-7 0 0,-5 12 0 16,5-12 0-16,-2 10 0 0,2-10 0 16,-1 11 0-16,1-11 0 0,-4 10 0 15,4-10 0-15,-4 9 0 0,4-3 0 16,0-6 0-16,-2 11 0 0,2-11 0 0,-3 10 0 15,3-5 0-15,0-5 0 0,-4 10 0 16,4-10 0-16,-4 13 0 0,4-13 0 0,-2 9 0 16,2-9 0-16,-2 9 0 0,2-4 0 15,0-5 0-15,-2 9 0 0,0-3 0 0,2-6 0 16,-6 8 0-16,6-8 0 0,-1 9 0 16,1-5 0-16,0-4 0 0,-4 10 0 0,2-4 0 15,0 0 0-15,2-6 0 0,-2 9 0 16,1-5 0-16,1-4 0 0,-4 10 0 0,2-4 0 15,2-6 0-15,-3 9 0 0,3-9 0 16,-4 8 0-16,4-8 0 0,0 10 0 16,0-10 0-16,-3 8 0 0,3-8 0 15,-2 9 0-15,2-9 0 0,-4 8 0 0,4-8 0 16,-3 11 0-16,1-5 0 0,2-6 0 16,-2 9 0-16,2-9 0 0,-6 10 0 0,6-4 0 15,0-6 0-15,-1 10 0 0,-4-5 0 16,3 2 0-16,0-2 0 0,0 2 0 0,2-7 0 15,-3 10 0-15,1-4 0 0,2-6 0 16,-6 8 0-16,4-2 0 0,1-2 0 0,1-4 0 16,-4 10 0-16,-1-5 0 15,3 2 0-15,0-1 0 0,-3-1 0 0,1-1 0 0,1 2 0 16,-1 0 0-16,0-1 0 16,4-5 0-16,-6 10 0 0,0-6 0 0,6-4 0 15,-4 8 0-15,4-8 0 0,-3 7 0 16,-1-4 0-16,4-3 0 0,0 0 0 0,-4 9 0 15,4-9 0-15,0 0 0 0,-5 5 0 16,5-5 0-16,-5 5 0 0,5-5 0 0,0 0 0 16,-3 7 0-16,3-7 0 0,-4 3 0 15,4-3 0-15,0 0 0 0,0 0 0 0,-6 5 0 16,6-5 0-16,0 0 0 0,0 0 0 16,0 0 0-16,0 0 0 0,0 0 0 15,0 0 0-15,0 0 0 0,0 0 0 16,0 0 0-16,0 0 0 0,0 0 0 0,0 0 0 15,0 0 0-15,0 0 0 0,0 0 0 16,34-10 0-16,-21 8 0 0,-1-1 0 0,-1 1 0 16,3 0 0-16,1 1 0 0,-1-2 0 15,-1 2 0-15,-1 0 0 0,-1 1 0 0,-2-2 0 16,-9 2 0-16,22 0 0 0,-13-2 0 16,1 2 0-16,-10 0 0 0,20 0 0 0,-6 0 0 15,-1 0 0-15,3 0 0 0,-1 0 0 16,0 2 0-16,2-4 0 0,-1 2 0 15,0 0 0-15,2 0 0 0,-3-2 0 0,-2 2 0 16,0-2 0-16,1 2 0 0,-5 0 0 16,-9 0 0-16,20 0 0 0,-20 0 0 0,15-1 0 15,-15 1 0-15,11 0 0 0,-11 0 0 16,0 0 0-16,14-3 0 0,-14 3 0 0,0 0 0 16,11 0 0-16,-11 0 0 0,0 0 0 15,0 0 0-15,0 0 0 0,14 0 0 0,-14 0 0 16,0 0 0-16,3-5 0 0,-3 5 0 15,0 0 0-15,0-10 0 0,0 10 0 0,0 0 0 16,0 0-540-16,-19-4-466 0,8 6 99 16,11-2-1044-16,-36 8-1372 0</inkml:trace>
  <inkml:trace contextRef="#ctx0" brushRef="#br0" timeOffset="73068.35">16920 7155 1209 0,'0'0'433'0,"0"0"-71"0,0-6-49 0,0 6-22 0,0 0-4 15,0 0-29-15,0 0-11 0,0 0-19 0,0 0 10 16,0 0-2-16,0 0 4 0,0 0-2 15,0 0 8-15,0 0 7 0,0 0-12 0,0 0 0 16,0 0 1-16,-6-11-4 0,6 11 4 16,0 0-11-16,0 0-13 0,0 0-14 0,0 0-13 15,0 0-17-15,0 0-17 0,0 0-14 16,0 0-16-16,-11-4-12 0,11 4-14 0,0 0-9 16,0 0-10-16,0 0-9 0,0 0-73 15,0 0 0-15,0 0 0 0,0 0 0 16,0 0 0-16,0 0 0 0,0 0 0 15,0 0 0-15,0 0 0 0,0 0 0 0,0 0 0 16,0 0 0-16,0 0 0 0,0 0 0 16,0 0 0-16,0 0 0 0,0 0 0 0,0 0 0 15,0 0 0-15,0 0 0 0,0 0 0 16,0 0 0-16,0 0 0 0,0 0 0 16,34 0 0-16,-34 0 0 0,22 2 0 0,-22-2 0 15,22 2 0-15,-12-2 0 0,-10 0 0 16,18-2 0-16,-18 2 0 0,16 2 0 15,-16-2 0-15,0 0 0 0,17 0 0 0,-17 0 0 16,0 0 0-16,14 1 0 0,-14-1 0 16,0 0 0-16,0 0 0 0,12 0 0 15,-12 0 0-15,0 0 0 0,0 0 0 0,0 0 0 16,0 0 0-16,14 2 0 0,-14-2 0 16,0 0 0-16,0 0 0 0,0 0 0 0,0 0 0 15,0 0 0-15,11 2 0 0,-11-2 0 16,0 0 0-16,0 0 0 0,0 0 0 0,0 0 0 15,0 0 0-15,2 9 0 0,-2-9 0 16,0 0 0-16,0 0 0 0,2 7 0 0,-2-7 0 16,0 0 0-16,0 8 0 0,0-8 0 15,0 0 0-15,0 0 0 0,-2 11 0 0,2-11 0 16,-2 8 0-16,2-8 0 0,-7 10 0 16,5-4 0-16,-3 2 0 0,-2-1 0 15,2 1 0-15,-5 3 0 0,1-3 0 16,-1 4 0-16,1-1 0 0,0-3 0 0,-2 2 0 15,2 1 0-15,2-3 0 0,-3 1 0 16,2-2 0-16,1 1 0 0,1-1 0 0,-1 0 0 16,0 0 0-16,2-2 0 0,-1 1 0 15,3-2 0-15,-3 2 0 0,2 1 0 0,4-7 0 16,-10 8 0-16,7-4 0 0,-1-2 0 16,4-2 0-16,-6 8 0 0,6-8 0 0,-3 4 0 15,3-4 0-15,0 0 0 0,-9 6 0 16,9-6 0-16,0 0 0 0,-3 5 0 0,3-5 0 15,0 0 0-15,0 0 0 16,0 0 0-16,-4 6 0 0,4-6 0 0,0 0 0 16,0 0 0-16,0 0 0 0,0 0 0 15,16 4 0-15,-16-4 0 0,11 2 0 0,-6 0 0 16,-5-2 0-16,18 4 0 0,-11-4 0 16,1 3 0-16,-8-3 0 0,13 5 0 0,-5-3 0 15,-5 1 0-15,-3-3 0 0,12 7 0 16,-6-4 0-16,1 0 0 0,-3 3 0 15,2-1 0-15,-3 1 0 0,1 0 0 16,1 1 0-16,-2 0 0 0,-3 0 0 0,2 1 0 0,0 1 0 16,-2-1 0-16,0 1 0 15,-2 1 0-15,0 0 0 0,1 1 0 0,1-1 0 16,-7 0 0-16,5 0 0 0,-1 1 0 16,-1-3 0-16,-2 1 0 0,4-1 0 0,-1 2 0 15,-3-3 0-15,2 0 0 0,-2 0 0 16,0 3 0-16,3-4 0 0,-3 0 0 0,1 1 0 15,-2-1 0-15,2 1 0 0,-3-2 0 16,3-1 0-16,-3 1 0 0,0-3 0 0,3 2 0 16,-7-1 0-16,2 0 0 0,-1 1 0 15,0-2 0-15,-5 0 0 0,3 0 0 16,0 0 0-16,0-2 0 0,-1 1 0 0,3 0 0 16,11-1 0-16,-22 3 0 0,22-3 0 15,-12 3 0-15,12-3 0 0,-13 1 0 16,13-1 0-16,0 0 0 0,-14 0 0 0,14 0 0 15,0 0 0-15,0 0 0 0,-13 2 0 16,13-2 0-16,0 0 0 0,0 0 0 0,0 0 0 16,-12 3 0-16,12-3 0 0,0 0 0 15,-6 3 0-15,6-3 0 0,0 0 0 0,0 0 0 16,0 0 0-16,0 0 0 0,0 0 0 16,0 0 0-16,0 0-244 0,0 0-779 0,15 8 89 15,-7-4-1103-15,-8-4-1452 0</inkml:trace>
  <inkml:trace contextRef="#ctx0" brushRef="#br0" timeOffset="80050.56">2621 7138 1195 0,'0'0'660'0,"0"0"-128"0,0 0-106 0,0 0-49 0,0 0-46 0,-14 5-41 0,14-5-32 0,0 0-24 16,0 0-4-16,0 0-14 0,0 0-14 15,0 0-12-15,0 0 4 0,0 0-3 0,0 0-1 16,0 0-16-16,0 0-11 0,0 0-15 15,0 0 8-15,0 0-12 0,36-9-14 0,-29 1-11 16,1 2-11-16,0-2-15 0,-1-1-9 16,0 1-5-16,2-1-5 0,-4 0-8 15,1 0-6-15,-1 0-3 0,-3 2 5 16,2 0-8-16,-4 7-7 0,5-10-3 16,0 7-1-16,-5 3-7 0,4-7-2 0,-4 7-13 15,0 0 1-15,0 0 1 0,5-7-6 16,-5 7 0-16,0 0-4 0,0 0 0 0,0 0 12 15,0 0 6-15,0 0 4 0,0 0 3 16,-7 25 8-16,3-11 5 0,1 3 10 0,0 8-3 16,1-2-29-16,-2 14-29 0,2 0 0 15,-1-2 0-15,-1 1 0 0,2 0 0 16,0-7 0-16,2-1 0 0,-3-5 0 0,3-3 0 16,0-3 0-16,0 1 0 0,0-3 0 15,0-1 0-15,0-3 0 0,0 1 0 0,-2-2 0 16,2 0 0-16,0-1 0 15,0 1 0-15,0-1 0 0,-2-1 0 0,2-8 0 16,0 15 0-16,0-6 0 0,0-2 0 16,-3 1 0-16,3-8 0 0,0 12 0 0,0-12 0 15,0 11 0-15,0-11 0 0,0 8 0 16,0-8 0-16,-2 11 0 0,2-11 0 16,2 6 0-16,-2-6 0 0,0 0 0 0,3 10 0 15,-3-10 0-15,0 0 0 0,-3 9 0 16,3-9 0-16,0 0 0 0,0 9 0 0,0-9 0 15,0 0 0-15,0 0 0 0,-2 9 0 16,2-9 0-16,0 0 0 0,-3 7 0 0,3-7 0 16,-6 1 0-16,6-1 0 15,-9 3 0-15,9-3 0 0,-14 4 0 0,8-3 0 16,-3 3 0-16,-1-3 0 0,1 3 0 16,-2-2 0-16,3 0 0 0,-2-1 0 15,10-1 0-15,-16 3 0 0,16-3 0 0,-14 0 0 16,14 0 0-16,0 0 0 0,-15 0 0 15,15 0 0-15,0 0 0 0,0 0 0 0,-10 3 0 16,10-3 0-16,0 0 0 0,0 0 0 16,0 0 0-16,0 0 0 0,59 0 0 0,-29 0 0 15,13-3 0-15,-2 3 0 0,2 0 0 16,-3 0 0-16,-8 0 0 0,-5-4 0 0,-4 4 0 16,-5-2 0-16,0 0 0 0,-3 2 0 15,-3 0 0-15,-12 0 0 0,18 0 0 16,-18 0 0-16,18 0 0 0,-18 0 0 15,13 0 0-15,-13 0 0 0,0 0 0 0,0 0 0 16,17 0 0-16,-17 0 0 0,0 0 0 16,0 0 0-16,13-4 0 0,-13 4 0 15,0 0 0-15,9-2 0 0,-9 2 0 0,0 0 0 16,5-6 0-16,-5 6 0 0,0 0-150 16,0 0-916-16,0 0 130 0,0 0-1118 0,0 0-1467 15</inkml:trace>
  <inkml:trace contextRef="#ctx0" brushRef="#br0" timeOffset="83449.31">24865 8160 2324 0,'0'0'300'0,"-20"-2"-84"0,9 2-44 15,11 0-3-15,-14 0 25 0,14 0 5 0,-12 0-9 0,12 0-19 0,0 0-3 0,-15-2 2 16,15 2-1-16,0 0-2 0,0 0-13 0,-10 2-12 16,10-2-14-16,0 0-11 0,0 0-14 15,0 0-8-15,26 5-8 0,-10-3-7 0,3 0-8 16,6 1-8-16,-1-1-7 0,7-2-8 15,9 3-4-15,6-1-2 0,4-2-2 16,1 2-9-16,13-2 0 0,4 3-6 16,4-3-3-16,2 0-2 0,12 3 0 0,-1-3-3 15,9 0-1-15,28 2-5 0,0 0 4 16,1 3-3-16,5-3-3 0,-1 5 3 0,0-2-5 16,-1 2-1-16,-3 0-4 0,-4-1 2 15,-7 1-3-15,-25-3-1 0,3 2 3 0,-2-4 2 16,-6 2-5-16,-4-4 5 0,-2 2-4 15,-6-1 1-15,-2 2-2 0,-5-3 0 0,-14 4 1 16,-3-4-1-16,-12 0 1 0,-7 1 3 16,-6-1-2-16,-3 0-3 0,-4 0 2 0,-1 0-1 15,-2 0-4-15,-11 0-5 16,20 0-5-16,-20 0-28 0,9-1-51 0,-9 1-76 16,0 0-104-16,0 0-120 0,0 0-172 15,0 0-136-15,-38-5 63 0,9 3-491 0,-14-1-596 16</inkml:trace>
  <inkml:trace contextRef="#ctx0" brushRef="#br0" timeOffset="84383.5">24784 8185 3333 0,'0'0'52'0,"0"0"5"0,3-10 4 0,-3 10 6 0,0 0 10 0,0 0-7 15,0 0-10-15,0 0 53 0,0 0 11 16,6 17 16-16,-6-3 10 0,-2 3-2 16,-5 5 13-16,7 3-6 0,-5 8-14 15,-1 2-13-15,5 0 1 0,-3-1-2 0,2-8-11 16,-2-2-10-16,2 0-12 0,1-4-5 15,1-1-7-15,-2-2-7 0,-1-1-7 0,3-5-6 16,3 1 18-16,-3-2-13 0,0 1 0 16,2-2-8-16,-1 0 1 0,1 1-9 0,2 0-6 15,2-3-3-15,-1 1-5 0,1-1-3 16,4 0-9-16,-3 0 6 0,4 0-4 0,5 0 3 16,1-2-10-16,4 0 0 0,-2 2-4 15,6-2-2-15,9 2-9 0,2-2 3 0,0 0-2 16,6-2-1-16,2 2 6 0,3-1-3 15,17 3 0-15,3 0-1 0,-1-1-4 16,8 1-2-16,7-2 0 0,-1 0 5 16,3 3-3-16,3-4-3 0,0 2 4 0,2-3-2 15,-2 0-1-15,0-1-1 0,-3 3 4 16,-1 1-4-16,-4-6 3 0,-6 1 0 0,2-1-5 16,1 0 5-16,-5 3-2 0,2-6 3 15,-8 3-7-15,3 0 3 0,-16 0 1 0,4 0 3 16,12 0-3-16,-6 4-2 0,-8-3 0 15,8 1-2-15,-7 0-5 0,8 2 10 16,-1 0-2-16,11-1 0 0,-2 1-1 16,7 1-1-16,6 0 1 0,2 1 0 0,1 0-6 15,22 3 3-15,-18-6-5 0,2 2 9 16,18 3 1-16,-2 0-1 0,-25 1-3 0,-5-2 2 16,-8 2 1-16,-3-3-2 0,-19 0 4 15,-8-3 1-15,-10-1 1 0,-9 4-9 0,-4-4 3 16,-3 0-2-16,-3-2-2 0,-3 2 0 15,2-2 2-15,-10 0 0 0,11 3-8 0,-11-3-45 16,0 0-53-16,10 2-74 0,-10-2-110 16,0 0-134-16,0 0-165 0,0 0-143 0,0 0 59 15,0 0-566-15,-29-19-704 0</inkml:trace>
  <inkml:trace contextRef="#ctx0" brushRef="#br0" timeOffset="84915.87">27657 8262 3294 0,'-10'-6'-80'0,"7"1"22"0,-4-1 23 0,7 6 33 0,-3-5 40 0,3 5 43 0,-2-7 35 16,2 7-1-16,0 0-2 0,0 0-18 0,0 0-8 15,12-8-7-15,1 6-7 0,4 1-1 16,14 2-5-16,16 1-7 0,14 1-8 16,10 6-4-16,1-3-8 0,2 0-2 15,3 1-5-15,-3-1-4 0,-1 2 1 0,-5-2-7 16,-7-2 1-16,-20-1-4 0,-5 0 4 15,-12-3 29-15,-3 0 22 0,-5 3 8 0,-4-3-5 16,-2 0-4-16,-10 0-13 0,15 0-10 16,-15 0-5-16,0 0-33 0,8-3-50 0,-8 3-92 15,0 0-116-15,0 0-144 16,-34-3-217-16,12 3 9 0,-4 3 62 0,-16-3-306 0,-6 4-327 16</inkml:trace>
  <inkml:trace contextRef="#ctx0" brushRef="#br0" timeOffset="86015.64">25100 8383 2304 0,'0'0'19'0,"0"0"33"0,0 0 25 0,7-2 30 0,-7 2 22 0,0 0 26 0,0 0 10 15,0 0 9-15,0 0 1 0,0 0 7 16,0 0 7-16,0 0 6 0,0 0 7 16,0 0 15-16,0 0 7 0,0 0 5 0,0 0-2 15,0 0-6-15,0 0 7 0,0 0-13 16,-7-16-3-16,7 16-21 0,0 0-7 16,1-9-17-16,-1 9-18 0,6-11-12 0,-4 6-17 15,-2 5-11-15,14-12-15 0,-11 8-7 16,7 0-9-16,-1-3-8 0,1 3-4 0,1 1-12 15,-4 0-8-15,-7 3-10 0,24 0-2 16,-24 0-1-16,19 6-1 0,-12-2-8 0,1 3 4 16,-5-1-6-16,3 4 2 0,-6-1-5 15,-2 0 2-15,-2 2 15 0,-3 3 3 16,-2 2 14-16,-5-1 8 0,-5 6 9 16,-4-2 8-16,-2-1 7 0,2 1-39 0,10-4-46 15,-1-2 0-15,3-2 0 0,4-2 0 16,-2-1 0-16,0-2 0 0,4 0 0 0,-1-1 0 15,3-1 0-15,3-4 0 0,-8 10 0 16,8-10 0-16,0 0 0 0,6 8 0 16,-6-8 0-16,15 4 0 0,-2-1 0 0,0-2 0 15,5-1 0-15,0 2 0 0,0-2 0 16,0 0 0-16,-2 0 0 0,-1 0 0 16,-15 0 0-16,19 0 0 0,-19 0 0 0,20 0 0 0,-20 0 0 15,13 2 0-15,-13-2 0 16,0 0 0-16,15 0 0 0,-15 0 0 0,0 0 0 15,0 0 0-15,17 0 0 0,-17 0 0 16,0 0 0-16,7 0-83 0,-7 0-391 0,0 0-121 16,0 0-176-16,0 0-82 0,0 0 81 15,0 0-807-15,0 0-1021 0</inkml:trace>
  <inkml:trace contextRef="#ctx0" brushRef="#br0" timeOffset="86515.53">25570 8283 4049 0,'0'0'-99'0,"-2"-9"59"0,2 3 61 0,0 6 57 0,-2-8 47 0,2 8 44 15,0-9 30-15,0 9 31 0,0-11 15 16,0 11 2-16,0-9 4 0,0 9 4 0,2-9-5 16,-2 9-7-16,0-7-11 0,0 7-20 15,0 0-19-15,0 0-26 0,0 0-14 16,0 0-13-16,0 0 27 0,0 0-1 0,0 0 7 15,2 32-9-15,-2-11 13 0,-2 8-153 16,0 10-24-16,2 3 0 0,-4 2 0 0,2-1 0 16,-1 0 0-16,1-2 0 0,-2-1 0 15,1-2 0-15,1-8 0 0,-1-4 0 16,-1-4 0-16,4-3 0 0,-2-2 0 0,2-2 0 16,-1-3 0-16,1-1 0 0,-2-1 0 15,2-2 0-15,0-8 0 0,0 13 0 0,0-8 0 16,0-5 0-16,0 0 0 0,0 11 0 15,0-11 0-15,0 0 0 0,0 5 0 0,0-5 0 16,0 0 0-16,0 0 0 0,0 0 0 16,0 0 0-16,-10 0-342 0,10 0-657 15,0 0 77-15,0 0 103 0,-23 0-919 0,23 0-1169 16</inkml:trace>
  <inkml:trace contextRef="#ctx0" brushRef="#br0" timeOffset="92047.43">18378 10650 1005 0,'0'0'392'0,"0"0"-70"0,0 0-42 0,-13-2-23 0,13 2-23 0,0 0-12 0,0 0-9 0,0 0-17 15,-11 0 8-15,11 0-2 0,0 0-2 0,0 0-6 16,0 0-6-16,0 0-5 0,0 0 1 16,0 0-9-16,0 0-3 0,-14 0-3 15,14 0-3-15,0 0-9 0,0 0 0 16,0 0-4-16,0 0 0 0,0 0-3 0,0 0 8 16,0 0-11-16,0 0 1 0,0 0-4 15,0 0-13-15,0 0-15 0,0 0 6 0,0 0-6 16,0 0-8-16,14-20-10 0,-14 20-10 15,7-2-9-15,-7 2-3 0,7-3-11 0,-7 3-9 16,11-4-1-16,-11 4-9 0,12-4-6 16,-12 4-14-16,13-4-5 0,-13 4 1 15,18-1-2-15,-18 1-4 0,17-1-2 0,-17 1 2 16,13 0-6-16,-13 0 2 0,0 0-2 16,19 2 3-16,-19-2-5 0,10 4 5 0,-3 0 2 15,-7-4-13-15,10 7 11 16,-10-7 1-16,10 6-1 0,-6 0 1 0,-4-6-5 0,5 8 2 15,1-2-3-15,-6-6 3 0,10 6-7 16,-6-1-4-16,-4-5 6 0,5 6 3 16,-5-6-5-16,6 8 1 0,-6-8 10 15,3 7 9-15,-3-7 2 0,2 10 11 0,-2-10-8 16,-4 12-29-16,4-5 0 0,0-7 0 16,-1 15 0-16,-1-8 0 0,-4 0 0 0,4 2 0 15,1-2 0-15,-1 2 0 0,0-3 0 16,-3 1 0-16,5-7 0 0,-4 13 0 0,3-8 0 15,-1 2 0-15,2-7 0 0,-6 13 0 16,3-9 0-16,1 3 0 0,2-7 0 0,-6 14 0 16,2-6 0-16,0 0 0 15,-2-2 0-15,3 1 0 0,-1-1 0 0,0 1 0 16,1 0 0-16,-2-2 0 0,3 1 0 16,0 1 0-16,2-7 0 0,-5 12 0 0,1-6 0 15,0-2 0-15,1 2 0 0,3-6 0 16,-8 10 0-16,4-5 0 0,-2 4 0 0,2-3 0 15,-1 1 0-15,-3 2 0 0,0-1 0 16,3-1 0-16,-3 0 0 0,3-2 0 0,-1 2 0 16,1-2 0-16,0 1 0 0,-1-2 0 15,3 2 0-15,-3-1 0 0,2 1 0 16,4-6 0-16,-8 8 0 0,4-5 0 16,4-3 0-16,-7 8 0 0,3-4 0 0,4-4 0 15,-7 7 0-15,7-7 0 0,-7 5 0 16,7-5 0-16,-1 4 0 0,1-4 0 0,0 0 0 15,0 0 0-15,0 0 0 0,-8 8 0 16,8-8 0-16,0 0 0 0,0 0 0 0,0 0 0 16,0 0 0-16,0 0 0 0,0 0 0 15,0 0 0-15,12 5 0 0,-12-5 0 0,13 0 0 16,-13 0 0-16,18-2 0 0,-18 2 0 16,20 0 0-16,-20 0 0 0,27-2 0 0,-11 2 0 15,-4-1 0-15,-12 1 0 0,27 0 0 16,-14 0 0-16,1 0 0 0,-3 0 0 15,-11 0 0-15,21 0 0 0,-13 1 0 0,-8-1 0 16,17 4 0-16,-9-2 0 0,-3 4 0 16,1-4 0-16,-1 2 0 0,4 2 0 15,-6-2 0-15,1 0 0 0,2 1 0 0,-5 2 0 16,3-2 0-16,1 1 0 0,-3 2 0 16,-1-4 0-16,-1 3 0 0,0-7 0 0,0 13 0 15,-1-5 0-15,1-1 0 0,-2 3 0 16,-1-1 0-16,-1 0 0 0,1 1 0 15,1 0 0-15,-2-1 0 0,0 1 0 0,1-2 0 16,-3 1 0-16,1-1 0 0,4-4 0 16,-3 3 0-16,0-2 0 0,2 0 0 0,2-5 0 15,-7 9 0-15,7-9 0 0,-4 5 0 16,-1-2 0-16,5-3 0 0,-16 7 0 0,9-4 0 16,-5 1 0-16,-1-1 0 0,-3 2 0 15,-1-1 0-15,0 1 0 0,-5 1 0 0,-3-2 0 16,0 1 0-16,-9 2 0 0,7-1 0 15,4-2 0-15,1-1 0 0,6 0 0 0,-2-1 0 16,5 1 0-16,2-2 0 0,-1-1 0 16,3 2 0-16,9-2 0 0,-18 3 0 0,18-3 0 15,-11 0 0-15,11 0 0 0,-12 4 0 16,12-4 0-16,-9 0 0 0,9 0 0 16,0 0 0-16,-9 2 0 0,9-2 0 15,0 0 0-15,0 0 0 0,0 0 0 0,-11 2 0 16,11-2 0-16,0 0 0 0,0 0 0 15,0 0 0-15,0 0 0 0,0 0 0 0,0 0 0 16,0 0 0-16,0 0 0 0,0 0 0 16,-16-2 0-16,16 2 0 0,0 0 0 0,0 0 0 15,-7-4 0-15,7 4 0 0,-6-5 0 16,6 5 0-16,0 0-856 0,-6-4-106 0,6 4-1205 16,0 0-1575-16</inkml:trace>
  <inkml:trace contextRef="#ctx0" brushRef="#br0" timeOffset="93480.41">16310 10212 5534 0,'4'-5'-251'0,"-1"-4"47"0,-2 4 35 0,-1 5 44 0,0-12 43 0,0 12 34 15,0-6 26-15,0 6 29 0,0-7 21 0,0 7 6 16,-1-7 1-16,1 7-5 0,0 0-4 16,0 0-2-16,0 0 0 0,0 0-3 15,0 0 38-15,-24 22-4 0,16-3 34 0,-5 10-7 16,0 5 24-16,-6 11-7 0,-1 2 19 15,0-1-5-15,1 0-14 0,-3 0-9 0,6-5-6 16,0-7-7-16,3-1-8 16,-1-4-10-16,5-4-3 0,4-7-6 0,-1-1-3 15,0-5-9-15,2 1-1 0,0-5-1 16,0 0 0-16,4-1-7 0,-1 0-3 0,-1 0-1 0,2-7-5 16,-2 8-1-16,2-8-2 15,-6 5-9-15,6-5-24 0,0 0-33 0,0 0-45 16,0 0-49-16,0 0-75 0,0 0-71 15,0 0-71-15,0 0-86 0,0 0-131 0,0 0-78 16,0 0 48-16,0 0-431 0,0 0-511 16</inkml:trace>
  <inkml:trace contextRef="#ctx0" brushRef="#br0" timeOffset="93830.68">16437 10599 2858 0,'5'-6'35'0,"-3"1"28"16,-2 5 16-16,2-8 4 15,-2 8 3-15,0 0 1 0,0 0 18 0,0 0-5 16,-20 13 7-16,9-1-1 0,-1 4 10 16,-4 7-6-16,-6 5 3 0,-3 8 6 0,5-5 1 15,-3 5-9-15,4-6 5 0,0 1-7 16,3 1-11-16,2-6-10 0,0 2-8 0,5-7-5 15,1-2-9-15,2-6-7 0,-2-1-4 16,5-2-8-16,-1-1-2 0,0-2-2 0,2 2-3 16,1-4-3-16,-1 0-1 15,2-5-1-15,-5 5-4 0,5-5-3 0,0 0-9 16,0 0-16-16,0 0-40 0,0 0-50 16,0 0-73-16,0 0-84 0,0 0-83 0,0 0-105 15,0 0-156-15,0 0-5 0,0 0 51 16,0 0-308-16,0 0-334 0</inkml:trace>
  <inkml:trace contextRef="#ctx0" brushRef="#br0" timeOffset="94264.22">17118 10352 2232 0,'0'0'65'0,"2"-8"48"0,-2 8 42 0,0 0 24 0,-2-8 16 0,2 8 10 0,0 0 6 0,0 0-13 16,0 0-18-16,0 0-10 0,0 0-12 16,0 0-6-16,-26 21-2 0,15-3 3 15,-7 8-6-15,1 1 2 0,-2 4-9 16,0 0 3-16,-2 1-13 0,2-3-9 0,-1 0-12 16,2-2-6-16,0-4-12 0,5-3-8 15,3-3-8-15,-1-2-9 0,4-3-5 0,-2 0-7 16,2-3-5-16,3-1-5 0,-1-3-9 15,1 2-16-15,0-2-42 0,1-1-58 0,3-4-75 16,-7 8-92-16,7-8-92 0,-5 6-94 16,5-6-124-16,-4 3-89 0,4-3 39 0,0 0-426 15,-2 7-508-15</inkml:trace>
  <inkml:trace contextRef="#ctx0" brushRef="#br0" timeOffset="94497.58">16957 10760 2593 0,'-10'11'-126'0,"-2"1"46"16,1 1 28-16,-2 1 18 0,-2-2 20 15,-3 1 11-15,2 1 11 0,2-2 3 16,-1-1 0-16,3-1-2 0,3 0 2 0,-2-5-2 15,4 1-5-15,2 0-42 0,-3-4-45 16,3 4-57-16,-2-2-71 0,7-4-427 0,-11 7-135 16</inkml:trace>
  <inkml:trace contextRef="#ctx0" brushRef="#br0" timeOffset="100578.85">25964 8347 623 0,'0'0'364'0,"0"0"-69"0,0 0-31 0,0 0-18 0,0 0-10 0,0 0-7 0,0 0 7 15,0 0-20-15,0 0 14 0,0 0 4 16,0 0-9-16,0 0-8 0,0 0-16 0,0 0-15 16,0 0-18-16,0 0-17 15,0 0-13-15,0 0-13 0,0 0-14 0,0 0-11 16,0 0-8-16,0 0-9 0,0 0-6 15,0 0-10-15,0 0 4 0,0 0 3 0,0 0-1 16,0 0-9-16,0 0 4 0,0 0-1 16,0 0 7-16,0 0-4 0,0 0 1 0,0 0-3 15,0 0-6-15,0 0-3 0,0 0-3 16,0 0-1-16,0 0-3 0,0 0-3 16,0 0-2-16,0 0-9 0,0 0 0 0,0 0-2 15,0 0-5-15,-27 5-5 0,27-5 2 16,0 0-2-16,0 0-5 0,-14 2-1 15,14-2 1-15,0 0-3 0,-16 3 5 16,16-3-9-16,-9 4 1 0,9-4 1 0,-10 6-4 16,3-2 5-16,7-4-1 0,-12 10-4 15,5-5-1-15,1 2-1 0,1 0 1 0,-4 0-3 16,4 1 2-16,-3 1 0 0,3 0-2 16,-4 1-2-16,4 4 6 0,-2-3 1 0,-1 3 0 15,4-3 2-15,-2 0 0 0,0 0-2 16,5 0 1-16,-3 0-2 0,2-1-1 0,-2 0 5 15,4-1-2-15,0 1-1 16,0 0 3-16,0-1 5 0,4-1-4 0,-2 2 12 16,0-2 8-16,1-1 12 0,-1 1 7 15,5 1 17-15,-4-4-3 0,5 2 8 0,-3 0-2 16,1-2-9-16,-1 0-3 0,6-1-4 16,-11-4-6-16,16 8-6 0,-6-6-1 0,3 2-7 15,-2-3-4-15,1 1-2 0,-12-2 6 16,24 1-12-16,-15-1-6 0,-9 0 1 0,19 0-5 15,-19 0 2-15,22-1 23 0,-11-1-1 16,-11 2-3-16,14-3 4 0,-14 3-6 0,18-4-30 16,-11 1-7-16,-7 3 0 0,15-5 0 15,-7 0 0-15,0 1 0 0,-8 4 0 16,14-10 0-16,-5 3 0 0,-2-1 0 16,1-4 0-16,-1 0 0 0,1-2 0 0,0 0 0 15,-3 0 0-15,1-2 0 0,-3 3 0 16,2-3 0-16,-3 3 0 0,0 1 0 15,-2 0 0-15,0-2 0 0,-2 4 0 0,-3-2 0 16,3 3 0-16,-1 1 0 0,-5 1 0 16,1 0 0-16,-3 0 0 0,-1 4 0 0,-2-2 0 15,-1 1 0-15,-1 2 0 0,-1 1 0 16,0 1 0-16,-4 1 0 0,3 1-28 0,0 2-242 16,2-1-52-16,0 2-74 0,1-2-53 15,1 3-54-15,4-4-68 0,0 4-140 0,2 1-18 16,3-2 62-16,4 2-539 0,0 0-669 15</inkml:trace>
  <inkml:trace contextRef="#ctx0" brushRef="#br0" timeOffset="101113.4">26457 8332 3198 0,'0'-8'-45'15,"0"8"55"-15,0-9 52 0,0 9 46 0,0-8 42 0,0 8 22 0,2-10 21 0,-2 4 6 0,0 6 5 16,0-9 1-16,0 3-6 0,0 6-3 0,1-6-17 16,-1 6-15-16,0-8-14 0,0 8-22 15,0 0-7-15,0-8-17 0,0 8-10 0,0 0-10 16,0 0-6-16,0 0-6 0,0 0-3 16,0 0 13-16,0 24 2 0,-1-11 7 15,-1 3-9-15,-3 3-8 0,1 4-1 16,1 9 12-16,-5 1 10 0,3 1-3 0,-4 0-15 15,6-1-3-15,-1-5-9 0,2-5-6 16,-2 1-3-16,1-1-9 0,1-4-9 0,-2-2 8 16,2-1-10-16,2-2 0 0,0-1 1 15,0-5-19-15,0 2 7 0,-1-1 7 0,1-9-9 16,0 12-2-16,0-7 3 0,0-5-4 16,-2 7 2-16,2-7-8 0,0 0-5 0,0 0-4 15,0 0-44-15,0 0-63 16,0 0-62-16,0 0-75 0,0 0-89 0,0 0-90 15,0 0-100-15,0 0-148 0,7-19-83 0,-7 19 71 16,2-9-592-16,-2 9-731 0</inkml:trace>
  <inkml:trace contextRef="#ctx0" brushRef="#br0" timeOffset="101611.98">26576 8486 3294 0,'0'0'-76'0,"-8"-9"48"0,8 5 42 0,0 4 27 0,0-10 29 0,0 10 28 0,0-7 16 0,2 1 7 0,4 0-1 0,-2 1-9 16,2 2-5-16,1-2-12 0,-7 5-6 15,16-6-11-15,-9 5-8 0,5 1-11 0,-12 0-7 16,21 0-2-16,-12 1-4 0,0 3-5 16,1 0-6-16,-2 2 3 0,-3 3-3 0,1-1 24 15,-1-1 19-15,-5 5 1 0,0 0 20 16,-2 0 13-16,-3 0 3 0,0 3 7 0,-1-1-1 16,-1 1 5-16,-4 2 4 15,6-3 5-15,-3-3-11 0,3 1-7 0,-1-1-6 16,3-3-8-16,0-1 2 0,-1 0-5 15,4-7 12-15,-2 12-2 0,2-12-2 0,9 11-6 16,-4-7-11-16,4 0-10 0,3-1-6 16,0 0-13-16,-1-1-2 0,3 0-6 0,-2 0-2 15,0-1-10-15,-12-1 0 0,21 2-4 16,-21-2-2-16,16 0-8 0,-16 0-1 16,11 2 0-16,-11-2-10 0,0 0 1 15,12 0-16-15,-12 0-37 0,0 0-51 0,13 0-54 16,-13 0-59-16,0 0-79 0,0 0-96 15,9 2-102-15,-9-2-96 0,0 0-185 0,0 0 43 16,0 0 79-16,0 0-509 0,0 0-612 16</inkml:trace>
  <inkml:trace contextRef="#ctx0" brushRef="#br0" timeOffset="102063.34">27148 8256 3088 0,'-2'-9'-15'0,"0"2"57"0,0 2 49 0,2 5 46 0,-4-9 28 0,4 9 21 0,0-6-2 0,0 6-10 0,0 0-17 0,0 0-12 0,0-6-14 0,0 6-15 16,0 0-10-16,0 0 6 0,0 0 22 16,0 0-5-16,0 26 8 0,0-10-11 15,0 2 19-15,0-1-6 0,-1 10-12 0,1 9 23 16,-2 0 13-16,0 3-3 0,-2-3-4 0,2 0 13 16,1 0-17-16,-6-3-15 0,5-4-11 15,0-5-9-15,0-2-14 0,2-3-8 16,0 0-9-16,-1-4-6 0,1 1-9 0,-2-4-7 15,0 0-7-15,2-2-6 0,-2-2-3 16,4-1-4-16,-2 2-7 0,0-4 3 0,0-5-6 16,2 8-9-16,-2-8-5 0,0 0-25 15,9 2-52-15,-9-2-63 0,0 0-57 0,0 0-59 16,0 0-76-16,19-6-96 0,-19 6-111 16,8-4-133-16,-8 4-121 0,3-5 59 0,-3 5-636 15,7-4-804-15</inkml:trace>
  <inkml:trace contextRef="#ctx0" brushRef="#br0" timeOffset="102412.27">27542 8332 3582 0,'4'-8'-83'0,"0"-1"45"15,-2 5 43-15,2-1 37 16,-4 5 33-16,6-5 12 0,-6 5 1 0,0 0-11 16,5-4 12-16,-5 4 50 0,0 0 24 15,4 18 13-15,-4-1-8 0,-2 3 14 0,-5 11 1 16,-1 5 19-16,-2 1 14 0,3 0-11 16,-3-4-7-16,0 2-14 0,3-2-16 15,-1-7-28-15,3-4-15 0,-1-3-15 0,0 1-11 16,2-5-8-16,0-3-10 0,1 1-5 15,1-5-10-15,0 1-5 0,-2-1-11 0,4-8-7 16,-3 10-5-16,3-10-43 0,0 0-54 16,0 0-57-16,0 0-51 0,0 0-64 15,0 0-73-15,14-17-68 0,-8 2-61 0,2-7-59 16,3-9-87-16,4-4-82 0,1 2 48 0,0-2-427 16,-2 0-512-16</inkml:trace>
  <inkml:trace contextRef="#ctx0" brushRef="#br0" timeOffset="102745.69">27637 8307 2733 0,'0'-6'-55'0,"0"6"45"16,-2-8 34-16,2 8 29 0,-3-4 24 16,3 4 34-16,0 0 32 0,0 0 19 0,-27 1 17 15,16 4 8-15,-7 1 13 0,2 4 5 16,-9 5 2-16,-2 3-1 0,-2-1 4 0,4 5 2 16,1-3-5-16,-1 1-18 0,2-1-8 15,9-4-12-15,2-3-16 0,0 5-13 0,5-8-6 16,1 3-9-16,2-2-3 15,4 0-13-15,2-3-7 0,6 3-10 0,5-2-14 16,5 1-14-16,4-3-3 0,3 2-14 16,9-4 2-16,2 4-11 0,-1-2-1 15,3-1-8-15,-8-1-4 0,-7-2-1 0,-4-2 7 16,-2 3-14-16,-2-2 6 0,-1 1 2 16,-5-2-8-16,1 2-3 0,-10-2 1 15,15 2-13-15,-15-2 3 0,11 2-2 0,-11-2-4 16,11 0-25-16,-11 0-28 0,0 0-49 15,12 0-60-15,-12 0-82 0,0 0-97 0,0 0-116 16,2 6-178-16,-2-6-117 0,0 0 77 0,-13 11-587 16,5-3-724-16</inkml:trace>
  <inkml:trace contextRef="#ctx0" brushRef="#br0" timeOffset="107944.56">24942 9840 1805 0,'0'0'158'0,"-13"2"-54"0,13-2-18 0,-5 2 3 0,5-2 20 0,0 0 5 0,0 0-23 0,0 0-13 16,0 0-8-16,0 0 1 16,27 2 4-16,-12-2 4 0,4 0-4 0,0 1-11 15,10 1-3-15,11-1 3 0,-1 1-9 16,4 0-5-16,2 1-5 0,3-1 0 0,3-2-10 16,13-3 5-16,2 1-7 0,6 0 3 15,3-1-9-15,3 0-7 0,0-3-1 0,2 3 2 16,2-2-2-16,-2 1-2 15,5 1-2-15,-1-1 2 0,-1 1-3 0,-8 0-5 16,2 3-1-16,-3 3-1 0,-1-3 1 16,1 1-3-16,-3-1-2 0,-1 2 5 0,0 2-5 15,2-2 3-15,-2 1 4 0,2-1 16 0,5 1 4 16,2-1 5-16,5-4-7 0,6 4 0 16,26 0-2-16,12-1-9 0,3 1-7 15,6 2 4-15,5 0-12 0,0 5 10 0,-1 1-4 16,-6 2 0-16,-3 0-4 0,-10 1-2 15,-10-2-2-15,-33-2 4 0,-7-2-4 0,-9-1 4 16,-19 0 4-16,-4-3-1 0,-12 0-4 16,-5-1 11-16,-3-2 5 0,-5 3-1 15,-2-3 3-15,-2-3-3 0,1 1-4 0,-12 2-21 16,13-3-58-16,-9 0-60 0,-4 3-89 16,0-9-127-16,0 9-209 0,-11-12 14 0,-5 3 57 15,-3 4-144-15,-3-3-121 16</inkml:trace>
  <inkml:trace contextRef="#ctx0" brushRef="#br0" timeOffset="109027.55">24931 9941 1720 0,'0'0'94'0,"0"-8"-4"0,0 8 13 0,-2-9 0 0,2 9 0 0,0-7 1 0,0 7-2 0,0 0-14 0,0 0-6 16,0 0 3-16,0 0 18 0,0 0 15 16,-3 24 13-16,-5-1 14 0,3 10 6 0,-7 2 4 15,3 2 2-15,-1 4-11 0,-3 6-12 16,5-7 0-16,3-2-12 0,1 1-6 0,0-2-2 16,4 0-6-16,0-10-9 0,0-3-11 15,2-3-2-15,0-4-6 0,-2-2-5 0,2 0 0 16,0-4-4-16,-2 1-3 15,1-4-5-15,-1-1-4 0,2 2-6 0,2-4-8 16,2 2 0-16,-3-2-5 0,7 0-4 16,1 1-4-16,2-1-2 0,5-1-6 0,1 0 0 15,5-1-6-15,15 1 0 0,5-2-1 16,4 2-1-16,11-2-2 0,4 2-2 0,5 0-3 16,2-4 1-16,7 2-5 0,3 0 3 15,3 1-4-15,0-3 1 0,1 3-1 0,0-1-1 16,-1-1-3-16,-5 2 4 15,5 0-1-15,-4 3 1 0,-4 0-2 0,-3-1-2 16,-6 0-2-16,1 0 2 0,-4-1 1 0,-2 0 3 16,3 0-4-16,-5-1-1 0,-9-2 4 15,11 2-4-15,4-2 1 0,-11 1-1 16,9-2-2-16,-3 2 2 0,-8 0 0 0,0 0 0 16,-1 1 0-16,-3-1-2 0,-1 1 1 15,-3-2 0-15,-4 5 3 0,-2-4-6 0,-8 3 3 16,-1-2-2-16,-2 1 0 0,9 1 3 15,3 1-4-15,0 0 5 0,8 0-1 0,11 1-1 16,6 3 0-16,2-3-2 16,1 2 0-16,3 0-2 0,5-1 0 0,-2-1-15 0,6 1-6 15,0 1-1-15,0-2 5 0,-3-2 2 16,-1 2 1-16,-5 0 2 0,-6-1-1 16,-3-2 5-16,-11-2 1 0,-2 0 3 15,-6 2-2-15,-2-4 3 0,-6 2 1 0,-6 0-1 16,-3-2 7-16,-3 0-2 0,-6 0-1 15,2 0 1-15,-5 0 1 0,1 0-1 0,-14 0 1 16,18-2-6-16,-10 2-10 0,-8 0-45 16,13 0-73-16,-13 0-94 0,0 0-113 0,0 0-140 15,0 0-166-15,0 0 53 0,0 0-386 16,-30-12-459-16</inkml:trace>
  <inkml:trace contextRef="#ctx0" brushRef="#br0" timeOffset="109744.23">25543 9907 2882 0,'6'-9'10'0,"-4"3"17"0,2 2 22 0,-4 4 26 0,4-7 18 0,-4 7 5 0,0 0 1 0,1-5-19 0,-1 5-2 0,0 0 1 16,0 0 26-16,0 22-2 0,-1-3 14 0,-7 14 8 15,3 2 16-15,-4 8 5 0,-2 10-4 0,4 1-1 16,-5 1-10-16,1 0-9 0,3-3-10 16,-4-1 16-16,5-12-5 0,2-1-10 15,3-4-11-15,-2-6-11 0,0-5-6 0,1-7-10 16,3 1-8-16,-3-2-3 0,3-3-6 16,-2-2-5-16,2 0-5 0,-2-3-5 15,0-1-3-15,0 1-8 0,2-7-4 0,-1 7-8 16,1-7-57-16,0 0-74 0,0 0-89 15,0 0-95-15,0 0-101 0,0 0-122 0,-2-20-158 16,0 14 41-16,-4 0-473 0,1 1-577 16</inkml:trace>
  <inkml:trace contextRef="#ctx0" brushRef="#br0" timeOffset="110712.06">25229 10061 2740 0,'0'0'-152'0,"0"0"29"0,0 0 23 0,-2-8 22 0,2 8 33 0,0 0 27 16,0-7 14-16,0 7 13 0,0 0 0 0,0 0 1 15,0 0 3-15,0-6 1 0,0 6 1 16,0 0 7-16,0 0 1 0,0 0 8 0,0 0 11 16,0 0 2-16,0 0-9 0,-6-6-1 15,6 6 4-15,0 0-8 0,0 0-4 0,0 0 3 16,0 0 1-16,0 0-1 0,0 0-3 15,0 0-1-15,-24 6 0 0,24-6 0 0,-10 4 4 16,7 0 0-16,-2 1-1 0,5-5 7 16,-11 7 1-16,5-4 2 0,3 3-6 15,3-6 0-15,-11 6-1 0,6 0-1 16,-1-3-6-16,6-3-1 0,-11 6-4 0,6-2 14 16,-2 1-6-16,4 0-2 0,-3 1 1 15,1-1 0-15,-1 1-2 0,-1 0 10 0,4 0-3 16,-5 1-5-16,5 2 3 0,-3-2 11 15,2 1 9-15,-2 1-7 0,0 1-4 0,5-1-1 16,-3-1 15-16,-2 2 8 0,5-1-6 16,-3-1-2-16,0 4-6 0,2-6 3 0,-1 2 5 15,3 1-4-15,0-1-6 0,-1 2 4 16,1-3 6-16,1 3-6 0,-1-2-1 0,3 2 3 16,1 1-3-16,0-1-2 15,-1-2 0-15,3 1 5 0,-1-1-2 0,1 0-3 16,2 0 16-16,0-3 2 0,-1 2-7 15,0-2 9-15,4-1-3 0,-2-1-4 0,-4-1-4 16,6-1-6-16,-11-1-6 0,18 2-3 16,-6-2 0-16,-1-2-5 0,0-1 10 0,1 1 12 15,-1-1 4-15,0-1 3 16,1 1-6-16,0-2 6 0,-2 0-5 0,1 0-2 16,-2 0-4-16,-2-4 0 0,5 2-5 0,-4-2-3 15,1-1-6-15,-1 0-2 0,0-3-3 0,-3-1-6 16,3 3-2-16,-2-3-5 15,0 0 0-15,-3-1-1 0,3-2-4 0,-4 1 0 0,0-1-4 16,-1 2-1-16,-2-1-3 16,1 3 0-16,-4-3 0 0,0 1-2 0,1 3-3 15,-8 0-2-15,4 0 1 0,-4 4 2 16,-3-1-10-16,-1 1-6 0,0 4-24 0,0-1-31 16,-3 0-44-16,2 2-47 15,-2 1-46-15,3 0-57 0,1 4-52 0,1-2-66 0,1 2-92 16,1 1-177-16,4 0 57 15,1 0-418-15,6-3-485 0</inkml:trace>
  <inkml:trace contextRef="#ctx0" brushRef="#br0" timeOffset="111510.38">25791 10130 2710 0,'-12'-3'-66'0,"1"-1"34"0,4-1 36 0,-1 0 39 0,0 2 31 0,5-3 15 0,-3 1 16 15,2 0 8-15,1 0 15 0,0-2 9 16,3 7 12-16,0-10-9 0,0 10-13 0,5-12-12 15,-4 7-13-15,9-1-13 0,-1 1-8 16,3 1-7-16,1 0-9 0,1 4-5 0,0 0-9 16,8 2-3-16,-2 3-6 15,-1 3-5-15,3 1-5 0,-8 3 1 0,2 0-7 16,-3 2 6-16,-6-2-2 0,2 1 2 16,-7 3 8-16,-2-3 20 0,-4 4 14 0,-3-1 14 15,-2 3 15-15,-4-4 6 0,-4 5 4 16,0-3-6-16,1-3 6 0,2 1-3 0,3-6-5 15,0 2-7-15,4-2-3 0,0-3-1 16,0 0-4-16,3 0-2 0,-1 0 1 0,3-1-6 16,2-5-7-16,-4 9-5 0,4-9 0 15,8 9-12-15,-1-5 0 0,2 0-7 16,9 1-8-16,-1 0-2 0,6-2-4 0,-2 1-3 16,6-3 1-16,-2 1-12 0,-7-1 1 15,3 1-5-15,-5 0-5 0,-1-2 6 16,-1 0-9-16,-3 2-4 0,-11-2-2 0,16 0-3 15,-16 0-35-15,14 0-47 0,-14 0-59 16,11 0-68-16,-11 0-93 0,0 0-100 0,11 0-116 16,-11 0-195-16,0 0 4 0,0 0 65 15,0 0-489-15,11 2-597 0</inkml:trace>
  <inkml:trace contextRef="#ctx0" brushRef="#br0" timeOffset="111927.39">26468 9878 3278 0,'2'-7'-9'0,"-1"2"25"15,-1-2 32-15,0 7 31 0,2-10 44 0,-2 10 24 0,2-7-4 0,-2 7-14 0,2-7-14 0,-2 7-11 16,0 0-10-16,0 0 1 0,0 0 16 0,0 0-7 16,-6 31 16-16,5-7-1 0,-5 10 11 15,1 4 4-15,-4 15 12 0,2-1-16 0,-1 0-12 16,3 4-7-16,-4-2 2 16,4 2 1-16,-2-3-8 0,3-9-3 0,-8 4 4 15,6-10-8-15,4-8-3 0,1-4-11 16,-1-3-9-16,-2-5-4 0,2-3-8 0,0-1-2 15,2 1-8-15,-1-5-9 0,-1-1 0 16,2 1-9-16,0-4 1 0,0-6-4 0,0 11-9 16,0-11-5-16,5 3-38 0,-5-3-49 15,9 2-68-15,-9-2-77 0,0 0-98 0,20-3-97 16,-20 3-107-16,9-5-199 0,-9 5 14 16,9-6 66-16,0 4-474 0,-6-2-577 15</inkml:trace>
  <inkml:trace contextRef="#ctx0" brushRef="#br0" timeOffset="112260.17">27022 10152 2979 0,'7'-12'74'0,"0"0"44"0,-3 3 1 15,-3 5 2-15,3-1 3 0,-4 5 6 0,4-6-6 16,-4 6-9-16,0 0 4 16,0 0 48-16,3 17 13 0,-3-3-3 0,0 7-12 15,-3 4 20-15,-5 10-16 0,-2 2-2 16,1-1-5-16,0 3-14 0,0 0-14 0,-2-2-12 16,-2-4-11-16,3-2-17 0,1-2-2 15,2-7-8-15,-3-2-8 0,6-6-9 0,-4-2-9 16,5-1-2-16,-1-2-13 0,0-1-8 15,1-2-10-15,1 0-62 0,2-6-75 16,-4 5-91-16,4-5-98 0,0 0-78 0,0 0-81 16,6-20-115-16,-3 6-104 0,5-7 52 15,1-12-450-15,3-2-549 0</inkml:trace>
  <inkml:trace contextRef="#ctx0" brushRef="#br0" timeOffset="112560.17">27174 9893 2784 0,'0'-7'-14'16,"0"2"35"-16,0 5 2 0,0 0 12 0,-7-3 37 16,7 3 45-16,-21 10 27 0,4 0 23 15,-11 6 13-15,-10 9 13 0,-7 1 5 0,4 0 4 16,-4 1-5-16,4 4-2 0,3-3-10 16,9-6-4-16,3 0-14 0,2-1-6 15,5-1-13-15,6-1-4 0,8-7 2 16,1 2-10-16,8-2-4 0,3 0-15 0,18 6-11 15,7-3-8-15,13 1-17 0,11-5 0 16,-1-1-12-16,3 0-8 0,-3-1-13 0,-12-3-9 16,2-4-38-16,-9 4-31 0,-9-4-19 15,-7 2-17-15,-2-4-20 0,-7 0-24 0,1 3-24 16,-12-3-45-16,11 1-46 0,-11-1-61 16,0 0-77-16,0 0-112 0,0 0-202 0,0 0 38 15,0 0 64-15,0 0-351 0,0 0-405 16</inkml:trace>
  <inkml:trace contextRef="#ctx0" brushRef="#br0" timeOffset="116813.42">19360 6815 2267 0,'-11'-3'-156'0,"11"3"36"0,0 0 26 0,0 0 23 0,0 0 15 0,-3-4 24 0,3 4 18 0,0 0 20 15,0 0 8-15,0 0 10 0,0 0 7 16,0 0 6-16,-4-5 7 0,4 5 9 16,0 0 3-16,0 0 7 0,0 0-5 0,0 0 9 15,0 0-1-15,0 0-3 0,0 0 11 0,0 0-4 16,6-12-6-16,-6 12-4 15,0 0-7-15,1-5-4 0,-1 5 0 0,0 0-7 16,5-7-7-16,-5 7 0 0,0 0-4 16,0 0-5-16,6-5-2 0,-6 5-4 0,0 0-3 15,0 0-3-15,0 0 0 0,0 0-1 16,0 0 3-16,0 0 0 0,-12 31 0 0,2-16-3 16,-4 11 4-16,-2 3 0 0,-4-1-5 15,0 3 0-15,-3 6-1 0,2 3 0 0,2-11 1 16,4 1-2-16,0-3-3 0,-1-2 0 15,7-4-2-15,0-3-1 0,0-5 3 16,2 1-2-16,1-2-1 0,3-2 1 16,-3-1 2-16,2-1-1 0,0-1 0 0,0-1-2 15,2 0 2-15,2-6-2 0,-3 7 2 0,3-7-2 16,-6 3-4-16,6-3-16 16,0 0-28-16,0 0-47 0,0 0-54 0,0 0-70 15,0 0-91-15,-7-12-161 0,7 12-201 16,0 0-162-16</inkml:trace>
  <inkml:trace contextRef="#ctx0" brushRef="#br0" timeOffset="117209.99">19446 7031 1763 0,'3'-8'-52'0,"3"3"38"0,-3 0 27 0,-3 0 20 0,0 5 19 0,6-9 7 0,-6 9 11 16,4-7 3-16,-4 7-4 0,2-7-4 0,-2 7-7 16,0 0-11-16,1-6-3 0,-1 6-3 15,0 0-4-15,0 0-1 0,0 0-5 0,-13 29-1 16,4-12 5-16,-6 10 19 0,-4 2 4 15,2 0-3-15,-5 2-4 0,4-1-6 16,-3-1-3-16,-1-2-6 0,4 2-2 16,-2-3 0-16,3 0-3 0,4-7-5 15,4-4-4-15,-2-1-1 0,4-2 0 0,3-2-3 16,-3-2-6-16,3-1 3 0,1 0-4 16,-2-1 2-16,1-3-1 0,4-3 1 0,-3 6-8 15,3-6-41-15,0 0-47 0,0 0-66 16,0 0-75-16,0 0-118 0,0 0-116 0,0 0-164 15,0 0-119-15</inkml:trace>
  <inkml:trace contextRef="#ctx0" brushRef="#br0" timeOffset="117543.25">19482 7331 1550 0,'5'-4'-84'0,"-5"4"18"0,0 0 30 15,0 0 25-15,0 0 28 16,0 0 13-16,2 15 16 0,-2-15 12 0,-9 18 1 0,0-4 2 16,2-2 8-16,-2 5-5 0,0 0 14 15,-3 1-8-15,2-1-4 0,1 2-7 16,1-3 12-16,0-2-7 0,3-1-4 15,-3-1-6-15,2-3-4 0,2-1-7 0,1 0-5 16,-1-1-3-16,0 0 1 0,2-1-4 16,2-6 0-16,-1 5-4 0,1-5-5 0,0 0-12 15,0 0-35-15,0 0-53 0,0 0-68 16,0 0-75-16,0 0-144 0,0 0-241 16,0 0-103-16</inkml:trace>
  <inkml:trace contextRef="#ctx0" brushRef="#br0" timeOffset="117891.75">19955 7574 1548 0,'0'0'-41'0,"0"0"8"16,0 0 44-16,0 0 18 0,0 0 17 0,0 0 17 15,0 0 4-15,-18 18 12 0,11-7-3 16,-4 0 14-16,0 3-9 0,-1 3-7 0,-1-2-4 16,2-1-5-16,-2 1-8 15,0-1-4-15,1-2-5 0,0 1-5 0,1-1-2 16,1-3-4-16,5 0-5 0,-3-2-7 15,3 2 1-15,-2-4-1 0,4 0-4 0,-1 1-2 16,4-6-2-16,-6 5-6 0,6-5-44 16,0 0-49-16,0 0-64 0,0 0-76 0,0 0-126 15,0 0-281-15,0 0-127 0</inkml:trace>
  <inkml:trace contextRef="#ctx0" brushRef="#br0" timeOffset="118375.45">19849 6694 1642 0,'0'0'-54'0,"2"-5"6"0,-2 5 4 0,0 0 8 0,0 0 24 0,0 0 34 0,0 0 7 16,-11 15 18-16,3-5 3 0,-3 4 15 15,-5 1 4-15,-4 6 6 0,-3-2-5 16,-1 1-6-16,4-3-6 0,3 0-5 16,4-5-2-16,2 0-9 0,2-3-3 0,2-1-4 15,-2-2-3-15,6 2-1 0,-3-2-4 16,3-2-2-16,3-4-1 0,-6 5-1 15,6-5-3-15,0 0-7 0,-4 6-29 0,4-6-46 16,0 0-59-16,0 0-69 0,0 0-130 16,0 0-260-16,0 0-79 0</inkml:trace>
  <inkml:trace contextRef="#ctx0" brushRef="#br0" timeOffset="118641.69">20097 6890 1448 0,'7'2'-63'0,"-7"-2"39"0,2 10 41 16,-2-5 18-16,-4 5 24 0,1 2 13 16,-7 5 11-16,-5 7 6 0,-2 2 14 0,0-1-6 15,-2 1-2-15,0-1-6 0,-1-2-8 16,7-3-10-16,1-3-7 0,1-3-5 0,4 1-1 15,0-5-9-15,-2 0-6 16,5-1-3-16,-1-1-6 0,1-2-6 0,2 0-4 16,1-1-23-16,1-5-42 0,0 0-76 15,-4 6-105-15,4-6-190 0,0 0-221 0,0 0-130 16</inkml:trace>
  <inkml:trace contextRef="#ctx0" brushRef="#br0" timeOffset="120741.6">21714 6754 1631 0,'-14'0'-41'0,"14"0"26"0,0 0 17 0,0 0 14 0,-8-4 13 16,8 4 14-16,0 0 7 0,0 0 8 16,0 0 7-16,0 0 14 0,-10-3-9 0,10 3 9 15,0 0 0-15,-4-4 7 0,4 4-2 16,0 0 6-16,0 0-1 0,-1-6-1 0,1 6 1 15,-2-7 0-15,2 7 12 0,0 0-5 16,-2-9-3-16,2 9-7 0,0-7-6 0,0 7-4 16,2-10-5-16,-2 5-10 0,2-2-2 15,-1-1-7-15,3 1-6 0,0-3 2 16,-2 5-7-16,2-7-1 0,-2 6-1 0,2-2-5 16,0 1-1-16,-3-1-2 0,3 4 6 15,2-4-10-15,-5 2-7 0,8-1 1 16,-4 1-7-16,3 0 2 0,-3 0-1 0,6 3-3 15,-2-2-5-15,0 1 1 0,0 1 2 16,3 1-1-16,-3 0 2 0,-9 2-3 16,20-4-6-16,-13 2-1 0,-7 2 0 0,0 0 1 15,22 0 3-15,-22 0 0 0,12 6 0 16,-4-4 1-16,-8-2 0 0,12 11 0 0,-5-5 0 16,1 0-3-16,-3 0 2 15,2 0-2-15,-2 1-2 0,3-1 4 0,-5 0-4 0,3-1 3 16,-2 2 0-16,-4-7 7 0,6 11 10 15,-2-3 6-15,-3-1 5 0,-1-7 2 0,0 14 0 16,0-4-7-16,-1-2 5 16,-1 1-5-16,-2 1 4 0,0 0-3 0,3 1-4 15,-4-1-1-15,1 0-3 0,2-1-2 16,-1 1 0-16,1-2-2 0,-2-1-3 0,2 2-2 16,0-2-1-16,-1 1 0 0,3-8 0 15,-7 12-4-15,5-3 4 0,1-1-3 16,-1-3 3-16,-4 3 14 0,4-4 0 0,-1 6 0 15,-3-2-9-15,2-1 6 16,0-1-2-16,-2 2-4 0,4-1-4 0,2-7 4 0,-7 12-2 16,3-4 0-16,1-3-1 15,1 2-12-15,2-7 12 0,-9 13-4 0,6-7 1 16,-3 2-1-16,1 0 3 0,-1-2 20 16,2 1-3-16,0 2 2 0,-4-1-5 0,5 2-1 15,-3-4-2-15,1 0-1 0,-2 1-4 16,3 3-2-16,1-6-1 0,-5 4-1 0,5-1-4 15,-1-1 0-15,0 0 1 0,-2 2-2 16,0-1-2-16,3-1 1 0,-1-1-1 0,4-5 3 16,-7 12-1-16,3-5-1 0,-1 0-2 15,1-1-2-15,3 3 0 0,-5-2 3 0,2-2 2 16,3 3-5-16,-3-4-2 0,0 2 3 16,2-2-4-16,-2 2 7 0,4-6-5 15,-6 6 0-15,4-3-1 0,2-3 23 16,-2 10 0-16,2-10 7 0,0 0 1 0,-3 7-1 15,3-7 0-15,0 0-2 0,-2 5 2 16,2-5 0-16,0 0 2 0,0 0 0 16,2 7 1-16,-2-7-3 0,0 0-2 0,11 6 0 15,-11-6 5-15,12 4 9 0,-12-4-4 16,16 0 0-16,-16 0-4 0,20 2 0 0,-11-2 19 16,-9 0-6-16,27 0-2 15,-13-2-4-15,1 2-4 0,-2-2-3 0,2 2-2 0,3 0-2 16,-2-2-4-16,0 0-2 15,-1 1-3-15,1 1-1 0,-2-3-5 0,-14 3 3 0,23 0-2 16,-11 0-3-16,-12 0-2 16,19 0-1-16,-12 3-1 0,-7-3 0 0,14 1-6 15,-14-1 2-15,17 4-1 0,-12-4 1 16,6 4-2-16,-8-2 2 0,6 1 0 0,-1 2 0 16,-2-2 1-16,2 1-3 0,-5-1-3 15,5 0 0-15,-5 3 5 0,6-4-2 0,-4 2-4 16,1 2 4-16,-2-3 1 0,-4-3 4 15,7 7 2-15,-3-2 3 0,-1-1 0 16,-3-4 4-16,3 12-2 0,-3-9 0 16,0-3 4-16,4 10-7 0,-4-6 5 0,0-4 2 15,-4 13-2-15,6-7 6 0,-2-6 0 16,-4 10 1-16,3-4 1 0,1-6 2 0,-9 14 1 16,4-7-1-16,-1 0 0 0,1 0-2 15,-4 0-2-15,4-1 1 0,-1 2 3 16,-1 0-14-16,-1-1 3 0,2-1-16 0,-2 2 23 15,7-4-3-15,-7 4 10 0,8-8 4 16,-14 9 2-16,9-5 8 0,-3 1 1 0,-1 2-5 16,3-3 2-16,-2 1 1 0,-1-1-5 15,0 2 2-15,-1 0 2 0,0 0 3 0,-1-2 0 16,-1 0 0-16,1 3 2 0,-1-1 5 16,3-3 1-16,0 1 9 0,-3-1 2 0,3-1 2 15,-2 1-1-15,-2-2-3 16,2 2-58-16,0-1-5 0,-3-2 0 0,2 0 0 15,-4 1 0-15,-3-1 0 0,0 0 0 16,-2 2 0-16,0-2 0 0,2 0 0 0,-2 0 0 16,0 0 0-16,6 0 0 0,0 0 0 15,1 2 0-15,1-2 0 0,3 0 0 0,10 0 0 16,-19 0 0-16,9 2 0 0,10-2 0 16,-11 0 0-16,11 0 0 0,0 0 0 0,-15 0 0 15,15 0 0-15,0 0 0 16,-12 1 0-16,12-1 0 0,0 0 0 0,0 0 0 0,0 0 0 15,0 0 0-15,0 0 0 16,0 0 0-16,0 0 0 0,-14 2 0 0,14-2 0 0,0 0 0 16,0 0 0-16,0 0 0 15,0 0 0-15,0 0 0 0,0 0 0 0,0 0 0 16,0 0 0-16,0 0 0 0,0 0 0 16,0 0 0-16,0 0 0 0,0 0 0 15,0 0 0-15,0 0 0 0,-11-5 0 0,11 5 0 16,0 0 0-16,0 0 0 0,0 0 0 15,0 0 0-15,14-12 0 0,-4 6-852 16,2-4-127-16,-1 2 106 0,-2-3-993 0,-4-1-1291 16</inkml:trace>
  <inkml:trace contextRef="#ctx0" brushRef="#br0" timeOffset="123591.73">3243 7215 1137 0,'0'0'350'0,"0"0"-96"0,0 0-68 0,0 0-26 0,0 0-23 0,0 0 2 0,-9-5-8 16,9 5 2-16,0 0 5 0,0 0 30 16,0 0 2-16,0 0 9 0,0 0 7 0,0 0 0 15,-12-6 9-15,12 6 2 0,0 0-3 16,0 0-2-16,-8-4-6 0,8 4-10 16,0 0-13-16,0 0-6 0,-7-8-17 0,7 8-4 15,-5-8-20-15,5 8-10 0,0-9-14 16,0 9-7-16,3-14-8 0,-1 5-7 0,0 0-9 15,5-2-9-15,3-1 0 0,3 0-8 16,0 1-2-16,3 0-6 0,-1 2-2 16,2-2-5-16,-2 4-3 0,1 4 0 15,-3-1-8-15,3 2 2 0,-2 4-7 16,4 2 2-16,-3 2-2 0,2 6-1 0,0 0-1 16,-1 2-2-16,-2 1 3 0,2 8-3 15,-5 0 5-15,-4-6 1 0,-2 7 3 0,-3-2 10 16,-4 0 9-16,-3 2 1 0,-4 8 8 15,-4-1 5-15,-2 0-6 0,-2-2 0 0,-1-2 4 16,2-2-7-16,4-5-6 0,3-1 0 16,-1-3-7-16,0-5 3 0,5 2 5 15,-1-5 0-15,2 1 5 0,-1-2 2 0,2-1 13 16,3-6 4-16,3 13 4 0,2-8 9 16,3 2 4-16,9-4-8 0,5 0-4 0,7-1-9 15,14 0-1-15,0-1-3 16,7-2-7-16,-3-3 7 0,-1 2-4 0,-1-2 5 15,-4 2 2-15,-8 0 9 0,-10 1-25 16,-3 1-40-16,-3-2 0 0,-4 0 0 0,-2 2 0 16,-11 0 0-16,22 0 0 0,-22 0 0 15,15-2 0-15,-15 2 0 0,13 0 0 16,-13 0 0-16,11-1 0 0,-11 1 0 0,0 0 0 16,14-4 0-16,-14 4 0 0,0 0 0 15,11-3 0-15,-11 3-24 0,9-4-523 0,-9 4-199 16,9-2-174-16,-9 2 61 15,0 0 102-15,0 0-718 0,6 14-924 0</inkml:trace>
  <inkml:trace contextRef="#ctx0" brushRef="#br0" timeOffset="127425.68">22163 13520 1997 0,'-4'3'235'0,"4"-3"-64"0,0 0-33 0,0 0 1 0,0 0 2 0,0 0-3 15,0 0 4-15,0 0-1 0,0 0 4 16,0 0-2-16,0 0-3 0,0 0 1 0,0 0-3 16,0 0-1-16,0 0 5 0,0 0-1 15,0 0 4-15,0 0 1 0,0 0 5 16,0 0 0-16,0 0 5 0,0 0 7 16,0 0 2-16,0 0-1 0,0 0 2 15,0 0-9-15,0 0-14 0,0 0-15 0,0 0-16 16,-9-15 13-16,9 15-14 0,-4-8-12 15,4 8-8-15,-3-9-12 0,3 9-8 0,-2-9-2 16,2 9-17-16,-2-8 5 0,2 8-6 16,0-12-9-16,0 12-7 0,2-12 0 0,-2 5-4 15,2-1 1-15,3 1-1 0,-1 0-3 16,-1-2-4-16,3 1 3 0,-3-1-5 0,3 1 4 16,0 0-10-16,2 1 7 0,-3 0-10 15,3 0 2-15,-3 3 1 0,4-2 0 0,-9 6-3 16,9-8-3-16,-4 2-2 0,-5 6 0 15,12-5 2-15,-12 5-3 0,13-4-1 16,-13 4-1-16,15-2 3 0,-15 2-3 16,14 0 0-16,-14 0-4 0,0 0 1 0,21 3 0 15,-21-3-2-15,13 3 1 0,-5 1-1 16,-8-4 1-16,12 8 3 0,-7-3 2 0,1 1-4 16,-1 0 5-16,4 0-7 0,-6 1 4 15,3 1 0-15,-3 0 0 0,1 0-3 16,2-2 2-16,-3 3-2 0,-1-1-2 0,3 0 2 15,-3-1 7-15,0 1-1 0,-2 1 10 16,0 0 1-16,0-2-2 0,0 3 8 0,0-2-2 16,-2 1 1-16,0-1-1 15,0 2-2-15,-1 1 0 0,1-3 5 0,1 2-5 16,-1-1-7-16,0 1-1 0,-2-1 5 16,2-1-5-16,2 1 7 0,-2 0 12 0,1-1 2 15,1 1 3-15,-4-1-2 0,0 2 2 16,2-3-11-16,1 3-25 0,-4-2 0 0,1 2 0 15,2 1 0-15,-1-2 0 0,-1 0 0 16,0 2 0-16,2-3 0 0,-1 2 0 0,-2-2 0 16,1-1 0-16,3 2 0 0,-1 0 0 15,-2 1 0-15,0-3 0 0,2 1 0 16,1 0 0-16,-3 2 0 0,0-3 0 0,2-1 0 16,-2 3 0-16,-2 0 0 0,4-1 0 15,-1-1 0-15,-1 0 0 0,0 0 0 16,4-7 0-16,-5 13 0 0,0-8 0 0,3 2 0 15,2-7 0-15,-5 13 0 0,3-7 0 16,-2-1 0-16,4-5 0 0,-3 12 0 0,1-6 0 16,-2 0 0-16,4-6 0 0,-6 12 0 15,4-5 0-15,-2 1 0 0,-2 0 0 0,5 1 0 16,-5-1 0-16,0 2 0 0,3-2 0 16,-6 3 0-16,6-2 0 0,-5 0 0 15,5 1 0-15,-5 0 0 0,2-1 0 0,-2-1 0 16,3 1 0-16,-1-1 0 0,1 1 0 15,-4-2 0-15,6 0 0 0,-3-3 0 0,1 2 0 16,5-6 0-16,-8 10 0 0,4-7 0 16,4-3 0-16,-6 6 0 0,6-6 0 15,-5 6 0-15,5-6 0 0,0 0 0 16,-6 5 0-16,6-5 0 0,0 0 0 0,0 0 0 16,-5 7 0-16,5-7 0 0,0 0 0 15,0 0 0-15,0 0 0 0,0 0 0 0,0 0 0 16,0 0 0-16,0 0 0 0,0 0 0 15,0 0 0-15,45-8 0 0,-29 6 0 16,2 2 0-16,1 0 0 0,3-2 0 0,0 4 0 16,1-4 0-16,0 4 0 0,0-2 0 15,-3 0 0-15,4 0 0 0,-5 0 0 16,-2 0 0-16,-2 0 0 0,-2 0 0 0,3 0 0 16,-16 0 0-16,25 0 0 0,-16 0 0 15,0 0 0-15,-9 0 0 0,20 0 0 0,-20 0 0 16,13 0 0-16,-13 0 0 0,12 2 0 15,-12-2 0-15,0 0 0 0,14 0 0 0,-14 0 0 16,0 0 0-16,0 0 0 16,16 0 0-16,-16 0 0 0,0 0 0 0,9-2 0 0,-9 2 0 15,0 0 0-15,0 0 0 16,0 0 0-16,0 0 0 0,0 0 0 0,0 0-809 16,0 0-185-16,0 0 118 0,-39 0-999 15,19 3-1298-15</inkml:trace>
  <inkml:trace contextRef="#ctx0" brushRef="#br0" timeOffset="129940.83">12168 7106 4675 0,'0'0'-276'0,"-14"-3"60"0,14 3 43 0,-11-4 38 0,11 4 40 0,-10-4 37 0,10 4 27 0,-8-2 29 15,8 2 23-15,0 0 22 0,-7-5 20 16,7 5 12-16,0 0 16 0,0 0 14 0,0 0 23 16,-8-3 19-16,8 3 19 0,0 0 9 15,0 0-3-15,-9-4 0 0,9 4 2 0,0 0-15 16,0 0-5-16,-7-3-12 15,7 3-8-15,0 0-18 0,0 0-19 0,0 0-3 0,0 0 3 16,-7-6-3-16,7 6-7 16,0 0 1-16,0 0-12 0,-4-10 6 0,4 10-20 15,0-6-2-15,0 6-6 0,0-13-6 16,2 7-1-16,-2 6-6 0,0-12-3 0,2 5 9 16,0 2-2-16,2-2-8 0,-3 3 13 15,-1 4-27-15,7-11 5 0,-5 5-1 16,3 0-10-16,-1 2 10 0,3-1-11 0,-1 0 9 15,4 0-12-15,-1-1-4 0,2 1-12 16,3 0 15-16,-3-1 1 0,1 4 1 0,1-3-7 16,-3 1-6-16,-2 2 11 0,1-2-4 15,-1 3-7-15,-8 1 8 0,13-3-5 16,-7-1-3-16,-6 4 2 0,0 0 10 16,15-2-12-16,-15 2 6 0,0 0-2 0,14 0-2 15,-14 0 4-15,0 0-9 0,13 2 5 16,-13-2 3-16,10 4-5 0,-10-4 0 0,7 3 1 15,-7-3-1-15,7 5 4 0,-7-5 4 16,4 8 12-16,-2-5 0 0,-2-3 1 0,4 12 9 16,-4-7 3-16,0-5 6 0,-4 14-1 15,4-6-3-15,-4-1-3 0,2 3 4 16,1 1-3-16,-5-1-7 0,4 0 1 16,0 0-3-16,-1 2-1 0,-4-1-2 0,5 1-4 15,-1-2 2-15,-1 0 5 0,0 1-2 16,2 0 17-16,-3-1 8 0,1 2-4 0,-2-3-44 15,0 2 0-15,2-2 0 0,-1 3 0 16,-1-3 0-16,-2 4 0 0,4-4 0 0,-3 2 0 16,1 1 0-16,1-1 0 0,-2-1 0 15,0 0 0-15,3-1 0 0,-3 1 0 0,3 0 0 16,1-1 0-16,-6-2 0 0,6 1 0 16,-3-1 0-16,2 2 0 0,-1-3 0 0,-2 1 0 15,5-2 0-15,-3 2 0 0,1 1 0 16,1-2 0-16,-5 2 0 0,4-3 0 0,-2 2 0 15,2-2 0-15,1 4 0 0,-3-2 0 16,1 1 0-16,-1-1 0 0,-1 0 0 16,2 0 0-16,1 1 0 0,1-3 0 15,3-5 0-15,-8 9 0 0,6-3 0 0,2-6 0 16,-5 5 0-16,5-5 0 0,-5 6 0 16,5-6 0-16,-4 6 0 0,4-6 0 0,0 0 0 15,0 0 0-15,0 0 0 0,-1 9 0 16,1-9 0-16,0 0 0 0,0 0 0 0,0 0 0 15,0 0 0-15,25-4 0 0,-13 0 0 16,8 3 0-16,3-5 0 0,11 0 0 0,4 1 0 16,5 2 0-16,-4-3 0 15,3 4 0-15,0-2 0 0,-6 4 0 0,-3-3 0 0,-8 2 0 16,-5 1 0-16,-1-1 0 16,-3-1 0-16,-3 2 0 0,0 0 0 0,-1-2 0 15,-1 0 0-15,-11 2 0 0,18 0 0 16,-11-2 0-16,-7 2 0 0,11 0 0 0,-11 0 0 15,0 0 0-15,16-1 0 0,-16 1 0 16,0 0 0-16,11-3 0 0,-11 3 0 0,0 0 0 16,0 0 0-16,10 0 0 0,-10 0 0 15,0 0 0-15,0 0 0 0,0 0 0 16,0 0 0-16,0 0 0 0,0 0 0 16,0 0 0-16,-69-20 0 0,38 15-969 15,1 4 25-15,-8-2-1191 0,0-1-1544 16</inkml:trace>
  <inkml:trace contextRef="#ctx0" brushRef="#br0" timeOffset="130657.26">11735 7202 5245 0,'0'0'-368'0,"0"0"74"0,0 0 60 0,0 0 50 16,-12 5 52-16,12-5 38 0,0 0 38 0,-13 3 36 16,13-3 24-16,-10 1 30 15,10-1 17-15,0 0 19 0,-13 0 14 0,13 0 11 16,0 0 13-16,0 0 13 0,-9 6 9 15,9-6 9-15,0 0 5 0,0 0-2 0,0 0-10 16,0 0-2-16,0 0-9 0,0 0-16 16,51-4-6-16,-26 2-10 0,1-2-12 0,3 1-4 15,0 2-6-15,9-4-8 0,-10 3-1 16,-3-2 13-16,-5 2 13 0,-6 2 7 0,0 0-1 16,-1-2 6-16,-13 2-7 0,20 0-3 15,-20 0-10-15,12-2-10 0,-12 2 9 0,0 0-16 16,18 0-6-16,-18 0-2 15,0 0-16-15,11-2-6 0,-11 2-4 0,0 0-4 0,11-2-51 16,-11 2-54-16,0 0-76 16,0 0-91-16,0 0-93 0,0 0-97 0,0 0-124 15,0 0-187-15,0 0 55 0,0 0 75 16,-40 6-448-16,28-4-542 0</inkml:trace>
  <inkml:trace contextRef="#ctx0" brushRef="#br0" timeOffset="130989.85">11632 7337 2830 0,'0'0'-8'0,"-19"-2"44"15,19 2 33-15,-12 0 28 0,12 0 42 16,0 0 25-16,0 0 20 0,-13-2 11 0,13 2 7 15,0 0 1-15,0 0 1 0,0 0-19 16,0 0-6-16,0 0-6 0,0 0-14 0,51 0-10 16,-22 0-13-16,-3 2-16 0,5-4-14 15,11 2-6-15,-11-1-12 0,-7 1-7 16,-3 0-7-16,-3-1 12 0,-3 2 3 0,-3-2-1 16,-12 1 0-16,18-3-13 0,-18 3-3 15,12-1-4-15,-12 1-14 0,0 0-15 16,0 0-42-16,7-2-65 0,-7 2-80 15,0 0-132-15,0 0-150 0,0 0-197 0,0 0-111 16,0 0 72-16,0 0-546 0,0 0-676 16</inkml:trace>
  <inkml:trace contextRef="#ctx0" brushRef="#br0" timeOffset="135872.04">25098 12121 2330 0,'0'0'259'0,"-18"-9"-35"0,13 1-5 0,-1 1-11 0,0 0-9 0,0-3 12 16,0 3-2-16,1-2-22 0,1 2-2 15,1 1 2-15,-1 1-11 0,0-1-9 0,4 6-12 16,-5-10-12-16,5 10-12 0,7-11-13 16,0 8-14-16,4-1-13 0,7 2-7 0,3 2-7 15,10 0-5-15,12-5-5 0,5 10-13 16,17-5 0-16,12 0-11 0,11-2-1 0,43-1-8 15,14 3-5-15,13-2-5 0,22 0-3 16,68 2 0-16,2 0-7 0,-1 4-21 0,-1 5-12 16,1-1 1-16,-9 0-2 15,-55-3 2-15,-4 2 1 0,-7-2 4 0,-11 2 3 16,-6-4-1-16,-11-1 2 0,-12-2 1 16,-14 0 0-16,-34-2 4 0,-14 6 1 0,-22-4 1 15,-6-2 4-15,-12 0 5 0,-7 0-1 16,-6 1-4-16,-6 1-2 0,-3-3-2 0,-10 3-19 15,5 0-51-15,-5 0-68 0,0 0-96 16,0 0-119-16,-43-4-156 0,21 5-198 16,-4 2 53-16,-2-3 78 0,-16 0-344 0,-2 6-401 15</inkml:trace>
  <inkml:trace contextRef="#ctx0" brushRef="#br0" timeOffset="136805.6">25162 12090 2720 0,'6'-7'19'0,"-6"2"-1"0,0 5 8 0,4-5 1 0,-4 5 15 0,0 0 10 0,0 0 5 0,0 0 6 16,-15 15 7-16,6-3 19 0,2 5 17 0,-4 9 21 16,-3 3 17-16,3 3 0 15,2 3 11-15,0 2 2 0,0 2-2 0,4 0-3 16,-3 0 2-16,5-1-7 0,-2-2-6 15,-1-2-9-15,6-6-1 0,0-4 1 0,0-5-3 16,-1-2-7-16,1-1-12 0,1-3-2 16,-1-1-5-16,0-2 4 0,2 3-1 0,2-3 5 15,1-2-12-15,2 1-11 0,0-2-8 16,4 1-9-16,3-1-9 0,6-2-9 0,0 0-7 16,7 0 0-16,13-1-1 15,4-1-6-15,5-1-2 0,15 0-1 0,4-2-9 0,6 0-3 16,4 0-8-16,5 0 2 15,0 0-5-15,5 1-1 0,21 3-4 0,0 1 4 0,6 0-4 16,1 2 0-16,6 1 2 16,0-1-4-16,4 3-5 0,1-1 10 0,4 1-11 15,2 0 3-15,0 2 1 0,-1-4-5 16,3 2-4-16,-1 1-1 0,1-1 2 0,-8-1 2 16,-5-1-6-16,-4 2-1 0,-7-3 1 15,-29-3 0-15,-2-1 6 0,-7-2-3 0,-8 1 2 16,-18-2 1-16,-7 0-3 0,-7-2 5 15,-9 1 1-15,-5 1 3 0,-3-3-4 0,-3 3 4 16,-2 0-8-16,-1 0-2 0,-10 0-5 16,13-4-15-16,-13 4-33 0,9-3-38 15,-9 3-52-15,0 0-57 0,7-2-85 16,-7 2-97-16,0 0-128 0,0 0-200 0,0 0 25 16,0 0 71-16,0 0-434 0,0 0-528 15</inkml:trace>
  <inkml:trace contextRef="#ctx0" brushRef="#br0" timeOffset="137572.07">25562 12146 2778 0,'0'-12'-37'0,"0"12"25"0,0-6 26 0,0 6 18 0,-2-9 10 15,2 9 8-15,0-7-5 0,0 7-1 0,0 0-4 0,0 0 14 0,0 0 19 16,0 0 19-16,-5 34 22 0,-1-15 20 0,3 3 29 16,-6 14 16-16,2 3 13 15,-4 10 4-15,1 1 4 0,1 0 2 0,-1-10-7 16,5 1-1-16,-4-3 4 0,0-2-14 15,4-5-8-15,-3-6-15 0,5-3-9 0,0-3-17 16,1-4-8-16,-2-1-12 0,2-2-15 16,2-4-11-16,-1 2-2 0,-1-1-9 0,0 0-7 15,2-9-14-15,-2 12-6 0,2-12-16 16,-2 5-55-16,2-5-49 0,0 0-64 16,0 0-75-16,0 0-101 0,0 0-111 0,0 0-120 15,0 0-184-15,0 0 37 0,-4-21 77 16,4 21-438-16,-10-8-520 0</inkml:trace>
  <inkml:trace contextRef="#ctx0" brushRef="#br0" timeOffset="138321.65">25254 12417 2771 0,'0'0'-55'0,"0"0"27"0,0 0 26 0,-8-5 26 16,8 5 19-16,0 0 12 0,0-7 7 0,0 7 8 16,0 0 1-16,8-10 9 0,-3 5 2 15,3 0-7-15,2 0 2 0,-3-2-3 0,4 2-5 16,1 0-14-16,-2 1 0 0,-3 2-7 16,0 0-1-16,-7 2-3 0,18 2-11 0,-11 2 6 15,0 1 4-15,-2 4 3 0,-3 1 8 16,-4 2 16-16,2 2 12 0,-5 1 15 15,-4 5 11-15,-2-3 13 0,-2 7 13 0,-4 1 12 16,-3-4 13-16,4 0 12 0,-5-1 8 16,5-3 1-16,3-5-4 0,2-2-21 15,1-1-14-15,1-1-10 0,1-1-3 0,1 0 5 16,2-2-1-16,1 0-7 0,-1 0-7 16,5-5-2-16,-8 7-12 0,8-7-1 0,0 0-15 15,6 7-10-15,-6-7-4 0,9 5-10 16,3-3-5-16,1 1-4 0,1-1-9 0,1-2-5 15,1 2 0-15,-4-1-3 0,1 1-6 16,-1 0 0-16,-1-1-8 0,-3 1-1 0,-8-2 4 16,14 2-5-16,-14-2-6 15,13 1-9-15,-13-1-7 0,10 2-23 0,-10-2-34 16,0 0-56-16,9 0-53 0,-9 0-69 16,0 0-86-16,9 2-101 0,-9-2-106 0,0 0-149 15,0 0-78-15,7 5 65 0,-7-5-576 16,0 0-725-16</inkml:trace>
  <inkml:trace contextRef="#ctx0" brushRef="#br0" timeOffset="138737.99">26035 12273 3737 0,'0'0'16'0,"0"-9"-4"0,0 9-5 0,0 0 4 0,4-6 3 0,-4 6 44 0,0 0 22 0,0 0 16 16,-7 21 0-16,0-7 15 0,3 6 16 0,-1 2 9 16,-1 9 4-16,1 1 5 0,-3-1 0 15,2-5-10-15,0-4-11 0,1 1-5 16,-2-5-3-16,0 3-8 0,2-4-12 0,-1-1-11 16,-1-2-7-16,1-3-10 0,0 1-6 15,2-1-3-15,-2-3-11 0,3 1-16 0,-1-4-44 16,0 2-58-16,4-7-86 0,-2 4-100 15,2-4-87-15,0 0-83 0,0 0-95 0,8-21-139 16,-5 6 45-16,9-15-406 0,0-1-496 16</inkml:trace>
  <inkml:trace contextRef="#ctx0" brushRef="#br0" timeOffset="139038.28">26131 12107 2807 0,'0'0'-15'16,"0"0"14"-16,-8-9 13 0,8 9 18 0,0 0 27 15,-33 9 28-15,13-1 39 0,-11 8 11 16,-10 4 27-16,0 5 9 0,-3 0-4 0,2 1 13 16,4-1-1-16,8-1-3 0,3-7-11 15,4 3-3-15,6-5-4 0,5 1-7 0,3-5-1 16,3 0-2-16,6-1-11 0,9 2-16 16,2-2-7-16,5 3-11 0,15-2-11 15,3 0-10-15,5-1-11 0,2-2-8 16,3-1-8-16,2 0-9 0,-1 0-9 0,1 0-9 15,-4 0-13-15,-4-2-12 0,-11 0-8 16,-4-1-8-16,-8-3-8 0,-2 2-9 0,-2-2-9 16,0 0-11-16,-11-1-32 0,13 4-53 15,-12 0-67-15,-1-4-95 0,0 0-101 16,0 0-161-16,0 7-115 0,0-7 56 0,0 0-418 16,-13 8-511-16</inkml:trace>
  <inkml:trace contextRef="#ctx0" brushRef="#br0" timeOffset="139955.92">26604 12122 2909 0,'0'-7'28'0,"0"7"18"0,0-6 20 0,0 6 34 0,0 0 31 0,0-9 31 15,0 9 15-15,0 0 9 0,0 0 1 0,0-7-7 16,0 7-10-16,0 0-20 16,0 0-14-16,0 0 38 0,0 0 11 0,7 22 14 15,-9-1 3-15,-3 3 9 0,0 14 5 16,-2 3 10-16,-5 13 0 0,2-3-5 0,-1 0-7 15,2 0 0-15,-1-12-14 0,2-3-18 16,1 1-16-16,0-2-16 0,-2-6-7 0,6-5-8 16,-1-6-12-16,0-2-14 0,2-3-42 15,1-2-67-15,1-1 0 0,-2-2 0 0,0 1 0 16,0-2 0-16,2 1 0 0,0-8 0 16,-2 8 0-16,2-8 0 0,0 0 0 0,4 4-39 15,-4-4-364-15,0 0-155 16,0 0-169-16,0 0-154 0,0 0 76 0,0 0-820 15,0 0-1064-15</inkml:trace>
  <inkml:trace contextRef="#ctx0" brushRef="#br0" timeOffset="144273.56">26944 12311 4052 0,'0'0'-220'0,"0"0"53"0,0 0 47 0,0 0 38 0,-1-6 43 15,1 6 39-15,0 0 45 0,0 0 35 0,0 0 19 16,-5-6 16-16,5 6 12 0,0 0 7 16,0 0 21-16,0 0 11 0,0 0 6 0,0 0 2 15,0 0-7-15,0 0-10 0,0-10-11 16,0 10-7-16,8-6-15 0,-8 6-13 16,11-4-14-16,-11 4-9 0,18-6-9 15,-11 5-9-15,-7 1-6 0,22-2-9 0,-11 4-2 16,-11-2 6-16,23 4-19 0,-12-1-3 15,3 0-3-15,-5 0 1 0,0 1-10 16,0 3-5-16,0 0 1 0,-4 0-5 0,1 1 3 16,-4 0-3-16,-2 1 2 15,0 3 2-15,-4 0-4 0,-2 2 4 0,1-1 0 0,-5 1 1 16,0-2 1-16,3 0 5 16,0 2-10-16,-2-4-2 0,4-1 9 0,-1-1-12 0,3-1-6 15,-1 0 0-15,-1 0 10 0,3-1-6 16,2 3-1-16,0 0 0 0,2-1 2 15,1 1-5-15,1-1 8 0,-1 4-11 16,3-5 5-16,-2 3 1 0,-1 2-8 0,3-2 6 16,-1-3-4-16,-2 5 4 0,1-6 21 15,-2 3 17-15,-2-3 26 0,0-6 27 0,-2 16 22 16,-4-7 9-16,3-1 4 0,-8-1 10 16,0 2-9-16,-2-1-4 0,-2-1-11 15,-1-2-12-15,-1 0-10 0,0 0-12 0,0-1-53 16,3-2-32-16,1-1 0 0,13-1 0 15,-23-1 0-15,12-1 0 0,11 2 0 0,-21-5 0 16,12 3 0-16,-1-2 0 0,2 1-80 16,8 3-198-16,-13-3-73 0,13 3-118 15,-8-5-138-15,8 5-197 0,0 0-7 16,0 0 89-16,0 0-662 0,0 0-837 0</inkml:trace>
  <inkml:trace contextRef="#ctx0" brushRef="#br0" timeOffset="144637.32">27550 12075 3720 0,'0'-6'-111'0,"0"6"11"0,0 0 33 0,0 0 38 0,0 0 60 0,0 0 45 15,-15 29 42-15,6-8 26 0,-2 11 14 16,2 4 10-16,-2 14 9 0,-1 2 4 0,1 3-12 16,-2-2-6-16,1-2-2 0,-1 2-13 15,1-3-13-15,5-10-15 0,-3-5-3 0,7 2-18 16,-6-7-6-16,4-4-9 0,-1-5-4 16,3-6-3-16,-1-1-8 0,0-2-8 0,2-2-2 15,-2 0-9-15,2-1-3 0,0-1-2 16,2-4-4-16,0-4-9 0,-4 5-7 15,4-5-28-15,0 0-49 0,0 0-60 0,0 0-69 16,0 0-89-16,0 0-94 0,0 0-99 16,11-17-139-16,-11 17-70 0,1-6 54 15,-1 6-404-15,6-10-496 0</inkml:trace>
  <inkml:trace contextRef="#ctx0" brushRef="#br0" timeOffset="145404.25">28006 12364 2651 0,'11'-5'-5'0,"-4"1"42"0,4 0 28 0,-4 0 33 0,-7 4 37 16,11-7 25-16,-7 4 17 0,-4 3 4 16,5-5 7-16,-5 5-7 0,0 0-7 0,0 0-19 15,0 0-12-15,-15-10-12 0,3 10-14 16,-4 0-13-16,-4 0-11 0,2 0-6 15,-3 0-11-15,-1 3-6 0,2-2-5 16,-1-1-7-16,0 2-5 0,2 0-8 0,3 0-2 16,4 0-7-16,-2-2-5 0,14 0-3 15,-21 3-6-15,13-3-2 0,8 0 1 0,-15 2-6 16,15-2 2-16,0 0-1 0,-17 1-2 16,17-1-2-16,0 0-1 0,-13 0-1 0,13 0-5 15,0 0 3-15,0 0 0 0,-16 2 0 16,16-2-1-16,0 0 1 0,0 0-4 15,0 0 1-15,-17 0-2 0,17 0-1 0,0 0 1 16,0 0-3-16,0 0 2 0,0 0-3 16,-13 2 1-16,13-2-3 0,-6 4 2 15,6-4-4-15,-9 7 4 0,5-1-1 16,0 1 0-16,0 0 1 0,0 1 1 0,0 2 0 16,3 1 1-16,-1 1 3 0,2-2 0 15,0 0-1-15,2 2 2 0,1-2-3 0,6 4 1 16,-2-1 2-16,0-4-3 15,3 3 1-15,2 0 2 0,-1-1-3 0,3 3 1 0,-3-4-3 16,-2 1 3-16,1 1-4 0,-1-2 4 16,-1 1-3-16,-1 1 0 0,0-1 4 15,-6-1 4-15,3-1 12 0,-4 1 16 16,-4 2 20-16,3-4 24 0,-4 3 15 0,-3-1 13 16,1-2 0-16,-2 1 2 0,-1 0-7 15,-1-1-7-15,0-1-10 0,-1-4-10 0,0 3 0 16,-1-3-14-16,-2 0 8 0,3-3-21 15,12 0 15-15,-22 0-9 0,8 0-19 16,14 0-38-16,-25-5-54 0,14 2-57 0,0 1-60 16,-1-1-69-16,2 1-87 0,3 0-101 15,0-1-129-15,7 3-179 0,-12-5 46 0,12 5 79 16,0 0-435-16,0 0-520 0</inkml:trace>
  <inkml:trace contextRef="#ctx0" brushRef="#br0" timeOffset="145837.39">28205 12260 3068 0,'2'-13'20'0,"2"3"29"0,-2 2 36 0,-2 1 33 0,2 0 25 0,-2 7 6 0,0-9-1 16,0 9-17-16,0-6-10 0,0 6-13 0,0 0-14 16,3-8-7-16,-3 8-6 0,0 0-2 15,0 0 3-15,-5 26-6 0,3-9 18 0,-4 8 10 16,-1 8 6-16,-2 8 2 0,-3 7 3 15,1-1-4-15,-3 0-4 0,3-7-5 16,-2-3 4-16,1-1-4 0,1 0-6 0,-1-4-2 16,1-2-12-16,0-1-3 0,0-7-16 0,6-5 0 15,-1-3-10-15,3-2 1 16,-1-2-13-16,0 0-3 0,2-3-14 0,1 1-24 16,1-8-47-16,1 8-81 0,-1-8-90 15,6 3-110-15,-6-3-111 0,0 0-157 0,23-6-114 16,-14 3 64-16,2-1-469 0,0-2-583 15</inkml:trace>
  <inkml:trace contextRef="#ctx0" brushRef="#br0" timeOffset="146186.48">28374 12359 3365 0,'-7'-11'101'0,"3"5"23"0,3-1 25 0,1 2 26 16,0 5 8-16,-4-8-3 0,4 8-14 15,0 0-16-15,2-9-13 0,-2 9-15 0,7-5-12 16,1 2-11-16,-8 3-10 0,17 0-10 16,-17 0-10-16,19 5-10 0,-7-2-2 0,-2 4-5 15,-3 3-6-15,-1 4-2 0,-3 1-5 16,1 2-1-16,-4 2-5 0,-4 3-2 15,3 2-2-15,-7 7 10 0,3-5 2 16,-1-3-4-16,0 1-1 0,-2-3-1 16,3 0-3-16,-1 1-4 0,1-3-1 0,-2 0-3 15,2-2-7-15,1-1-1 0,-2-3-41 16,4-1-66-16,1-1-95 0,-1-1-102 0,2 0-124 16,2-3-184-16,-1-2-92 0,5 1 59 15,0-3-440-15,-6-3-541 0</inkml:trace>
  <inkml:trace contextRef="#ctx0" brushRef="#br0" timeOffset="146387.41">28339 12654 3306 0,'-13'-5'188'0,"3"0"27"0,3 1 33 0,0 3 34 16,7 1 35-16,0 0-13 0,-7-9-23 15,7 9-24-15,0 0-28 0,27-8-16 16,-10 4-31-16,6 4-22 0,3-3-23 0,3 1-1 15,0 0-77-15,-3 0-66 0,-1 2-59 16,-4-1-73-16,-2-2-72 0,-5 3-75 0,-3 0-80 16,-11 0-76-16,15 3-109 0,-15-3-133 15,0 0 54-15,0 0-435 0,0 0-538 0</inkml:trace>
  <inkml:trace contextRef="#ctx0" brushRef="#br0" timeOffset="150501.66">10464 10406 692 0,'0'0'342'0,"4"9"-86"0,-4-9-52 0,0 0-28 0,0 0-16 0,0 0-18 0,0 0-6 0,0 0-20 16,0 0 9-16,3 3 4 0,-3-3 5 0,0 0 1 16,0 0 11-16,0 0 17 0,0 0 11 15,0 0 12-15,0 0 9 0,0 0 10 0,0 0-1 16,0 0-3-16,0 0-2 0,0 0-7 15,0 0-2-15,0 0-8 0,0 0-15 16,0 0-10-16,0 0-5 0,0 0-7 0,0 0-6 16,0 0-3-16,0 0 2 0,0 0 3 15,0 0-4-15,0 0 0 0,0 0-7 16,0 0-15-16,13-14-15 0,-13 14-2 16,5-8-15-16,-5 8-4 0,5-9-8 0,-3 3-6 15,-2 6-5-15,9-12-10 0,-5 6-2 16,0-2 7-16,2 3-12 0,-4-2 3 0,4 2-5 15,-6 5-2-15,7-12-3 0,-1 8-7 16,-6 4-5-16,10-11 1 0,-5 9-7 0,1-6 0 16,1 4-2-16,1-2-3 0,-8 6-1 15,14-9 1-15,-9 7 1 0,-5 2-9 0,11-6 6 16,-11 6-2-16,10-6-6 16,-10 6 2-16,10-3-4 0,-10 3 3 0,0 0-2 15,9-3-2-15,-9 3 0 0,0 0 4 16,0 0 3-16,0 0-7 0,23 3 9 0,-23-3-6 15,9 5 2-15,-9-5-5 0,14 6 1 16,-8-2 3-16,-6-4-4 0,7 5 2 0,-3-3 7 16,-3 4 1-16,4-2 11 0,-3 4-3 15,-2 1 0-15,0-1 4 0,-2 0 3 0,2 2-3 16,-2 2-3-16,-1-3 0 0,-2 2-3 16,5 1 1-16,-4-2-2 0,2 0-1 15,2 1-3-15,-1-1-1 0,-3-2-2 16,4 1 1-16,-4 1-3 0,2-1 1 0,2-1-1 15,-3-1 5-15,-2 4 12 0,3-1-17 0,-2-2-6 16,-1 3 0-16,3-1 0 16,-2-1 0-16,-1 1 0 0,1 0 0 0,-1 0 0 15,4-1 0-15,-5-1 0 0,2 1 0 16,3 1 0-16,-5-1 0 0,2 0 0 0,1 0 0 16,-4 1 0-16,3-2 0 0,-1 1 0 15,1 1 0-15,1-1 0 0,-1 1 0 0,-2-2 0 16,2 3 0-16,-2-1 0 0,1 0 0 15,-1-1 0-15,2 1 0 0,-1 0 0 0,0-1 0 16,1-1 0-16,-1 1 0 16,1-2 0-16,2 1 0 0,1-4 0 0,-3 1 0 15,4-5 0-15,-4 10 0 0,4-10 0 16,-2 7 0-16,2-7 0 0,0 0 0 0,-2 8 0 16,2-8 0-16,0 0 0 0,0 0 0 15,12 6 0-15,-12-6 0 0,25-2 0 0,-3-2 0 16,4 1 0-16,10-2 0 0,5 0 0 15,-3 1 0-15,0-1 0 0,-1-2 0 0,-11 5 0 16,-3-1 0-16,-6 0 0 0,-2 2 0 16,-3-1 0-16,-12 2 0 0,20-4 0 0,-11 4 0 15,-9 0 0-15,16-3 0 0,-16 3 0 16,12-2 0-16,-12 2 0 0,0 0 0 0,15-3 0 16,-15 3 0-16,0 0 0 15,11-2 0-15,-11 2 0 0,0 0 0 0,0 0 0 16,12-2 0-16,-12 2 0 0,0 0 0 15,6-3 0-15,-6 3 0 0,0 0 0 0,0 0 0 16,0 0 0-16,4-7-998 0,-4 7 22 16,0 0 113-16,0 0-958 0,0 0-1248 0</inkml:trace>
  <inkml:trace contextRef="#ctx0" brushRef="#br0" timeOffset="152169.13">23510 10015 1445 0,'0'0'453'0,"0"0"-178"0,0 0-92 0,0 0-34 0,0 0-1 16,0 0 1-16,0 0-7 0,0 0-19 0,-23-4-8 16,23 4-6-16,0 0-8 0,0 0-18 15,0 0-1-15,0 0-1 0,0 0-4 0,0 0 8 16,0 0 10-16,0 0 12 15,-13-6 12-15,13 6 19 0,0 0 5 0,0 0 11 0,0 0 10 16,0 0 0-16,0 0 3 16,-6-4-6-16,6 4-15 0,0 0-11 0,0 0-7 15,0-8-15-15,0 8-15 0,0 0-3 16,7-13-4-16,0 7-10 0,-3 0-4 0,3 0-15 16,-2 0 1-16,5-2-3 0,-4 1-6 15,3 2-12-15,-1-2 3 0,-1 0 3 0,3 2-6 16,-2 0 1-16,1 3 0 0,-4-4-2 15,2 2-10-15,-1-1 9 0,-6 5-9 16,9-5 1-16,-9 5-14 0,9-4 8 0,-9 4-3 16,8-3-2-16,-8 3 1 0,0 0-10 15,17 3 3-15,-17-3 0 0,12 4-2 0,-6-2 0 16,-6-2-3-16,12 6 6 0,-8-2-7 16,3 0-1-16,-4 0 14 0,-3-4 0 15,10 12-4-15,-9-5 14 0,5 0-8 0,-4 2 1 16,0-1 5-16,-1 3-4 0,-1-1 12 15,0 1-12-15,0 1 9 0,0 2 4 0,-1-3-2 16,-3 1 10-16,0 2 1 0,-1 1 6 16,-3-1 6-16,3 1 10 0,-5 1-2 0,0-1 4 15,-1 2-1-15,-1-1-2 16,1-3-4-16,1 3-1 0,-1-1-9 0,4-3-55 0,-6 2 0 16,6-1 0-16,0-1 0 15,-1 1 0-15,-2-1 0 0,5-1 0 0,-1-1 0 16,2 2 0-16,-1-2 0 0,1-3 0 15,2 1 0-15,2-2 0 0,0 2 0 0,2-1 0 16,6-1 0-16,-1 2 0 0,2-3 0 16,9 0 0-16,-4 0 0 0,2-2 0 0,4 2 0 15,-2-1 0-15,2-2 0 0,-4 3 0 16,4-4 0-16,-5 3 0 0,0-2 0 16,-1-1 0-16,-7 1 0 0,-7-2 0 15,19 4 0-15,-19-4 0 0,15 1 0 0,-15-1 0 0,12 2 0 16,-12-2 0-16,0 0 0 15,13 1 0-15,-13-1 0 0,0 0 0 0,10 2 0 16,-10-2 0-16,0 0 0 0,9 2 0 16,-9-2 0-16,0 0 0 0,0 0 0 0,0 0 0 15,0 0 0-15,6 3-307 0,-6-3-724 16,0 0 113-16,-44-3 104 0,21-2-928 16,-11-5-1173-16</inkml:trace>
  <inkml:trace contextRef="#ctx0" brushRef="#br0" timeOffset="169849.29">11637 7881 1401 0,'5'-9'315'0,"-3"2"-90"0,-2 0-37 0,0 7-46 0,-2-8-22 0,2 8-15 0,0 0-14 16,0 0-2-16,0 0 15 0,0 0 4 15,-35 20 6-15,16 2 4 0,-2 2 6 0,3 5 4 16,-2 0 1-16,3 4-8 0,0 0-9 16,1-2-8-16,3-4-2 0,1 2-10 0,3-6-8 15,2-5-6-15,-1 0-11 16,4-3-1-16,-2-1-7 0,2-3-6 0,1-2-6 16,-1 1-5-16,0-2-5 0,2-1 0 15,1-1-7-15,-4 0-24 0,5-6-52 0,-6 4-65 16,6-4-74-16,-9 2-79 0,9-2-87 15,0 0-133-15,-13-8-74 0,13 8 43 0,-8-10-208 16,6 6-214-16</inkml:trace>
  <inkml:trace contextRef="#ctx0" brushRef="#br0" timeOffset="170115.59">11610 8114 1984 0,'0'0'33'15,"0"0"19"-15,0 0 11 0,0 0 18 16,0 0 21-16,0 15 29 0,-1-5 20 0,-9 2 19 16,3 2 4-16,-2 3 7 0,-1 2-7 15,-5 6-18-15,1-4-10 0,-1 4-17 0,-2-4-6 16,5-1-15-16,0-3-12 0,1-3-9 16,2 0-10-16,-1 1-9 0,4-3-9 0,-3-1-6 15,6 0-43-15,-5-3-47 0,2-1-69 16,0 0-55-16,2 0-60 0,-3-4-72 15,1 1-103-15,6-4-137 0,-6 3 17 16,6-3-214-16,0 0-221 0</inkml:trace>
  <inkml:trace contextRef="#ctx0" brushRef="#br0" timeOffset="170331.72">11596 8441 2077 0,'0'0'52'0,"0"0"21"0,-4 10 13 16,4-10 6-16,-4 14 18 0,1-6 17 16,-4 1 9-16,3 2-8 0,-3 0-12 15,3 3-6-15,1-1-13 0,-3-4-9 0,1 4-16 16,2-4-7-16,-1 3-3 16,0-4-8-16,2 2-6 0,1-3-51 0,-5 0-55 15,4 0-65-15,0-2-100 0,2-5-100 16,-6 5-168-16,6-5 13 0,0 0-166 0,0 0-142 15</inkml:trace>
  <inkml:trace contextRef="#ctx0" brushRef="#br0" timeOffset="170681.79">12028 7736 1818 0,'0'0'25'16,"-6"13"15"-16,-1-9 8 0,3 1 17 0,-4-2 0 16,2 1 4-16,1 2-8 0,-1-2-6 15,-1 0-8-15,2-1-2 0,5-3-6 16,-11 8-14-16,8-3-40 0,3-5-53 0,-8 5-97 16,8-5-133-16,0 0-334 0,0 0-128 15</inkml:trace>
  <inkml:trace contextRef="#ctx0" brushRef="#br0" timeOffset="172798.69">12180 6991 1710 0,'0'0'-8'0,"0"0"19"0,-12 1 15 0,12-1 17 16,0 0 23-16,-14 0 13 0,14 0 15 0,-10 2 4 15,10-2 0-15,0 0 4 0,-9 2 1 16,9-2 10-16,0 0 12 0,0 0 14 0,-12 1 18 15,12-1 4-15,0 0 11 0,0 0 7 16,0 0 2-16,0 0 0 0,0 0-1 0,0 0-3 16,0 0-2-16,0 0-9 15,-13-1-11-15,13 1-9 0,0 0-11 0,0 0-8 16,0 0-9-16,0 0-7 0,-9-4-10 16,9 4-5-16,0 0-5 0,0 0-3 0,0 0-4 15,0 0-10-15,0 0-7 0,0 0-3 16,0 0-4-16,7-13-12 0,-7 13-1 15,10-4-8-15,-5 0-3 0,5 0-1 0,0 0-8 16,1 3 1-16,1-3-4 0,-1 2-3 16,1-1-1-16,1-1-5 0,0 3 1 0,-1-1-4 15,-1-2 0-15,-11 4-1 0,17-2-6 16,-8 2 4-16,-9 0-1 0,13 0 1 0,-13 0-3 16,12 2-2-16,-12-2 3 15,12 2-1-15,-12-2 0 0,10 5 3 0,-10-5-6 16,5 5 6-16,-1-1 0 0,-4-4-5 15,5 9-3-15,-3-5 2 0,0 2-1 0,0 1 2 16,0-2-1-16,-2-5-2 0,2 13 3 16,-2-9-5-16,0-4 4 0,2 12-2 0,-4-7 0 15,4 0 5-15,-2-5-5 0,0 12 7 16,0-7-3-16,0-5-2 0,0 12 3 0,0-12-3 16,0 13 11-16,-2-9-2 0,-2 3-3 15,2 0 2-15,0 0 0 0,0 1 0 0,1-3 7 16,-3 2 4-16,-2 2-4 0,3-1 6 15,-4 1-3-15,4-1 8 0,-5 2-4 16,4-2 2-16,-3 0 2 0,1 1 4 16,-4-1 0-16,1 3-5 0,-1-3 7 0,4 0-2 15,-3-2-13-15,2 3 10 0,-5-1-10 16,4 0-4-16,1 2 7 0,1-3-9 16,-4 0 0-16,7 1 2 0,-7-3-5 0,5 2 4 15,-2 1-4-15,2-2 9 0,-1 0-5 16,3 0 5-16,3-6 8 0,-10 11-2 0,7-7 6 15,-2 3-2-15,5-7-4 0,-6 7 3 16,6-7-5-16,-5 7-1 0,5-7 4 0,-6 6-4 16,6-6 2-16,-1 8-2 15,1-8-1-15,0 0 8 0,-8 4 3 0,8-4-2 0,0 0-11 16,0 0 14-16,-5 7-6 16,5-7 2-16,0 0 5 0,0 0 8 0,0 0 4 15,13 9-5-15,-10-8-6 0,-3-1 3 16,20 2-5-16,-11 0-8 0,2-2 0 0,7 2-2 15,-2-2-1-15,5 2-23 0,1-1 0 16,-2-1 0-16,1 3 0 0,0-3 0 16,-2 3 0-16,-2-2 0 0,1 2 0 0,-1-1 0 15,-3 0 0-15,-2-1 0 0,-1 1 0 0,2 1 0 16,-6-3 0-16,2 2 0 16,0 2 0-16,0-1 0 0,-2 0 0 0,0 1 0 15,4 2 0-15,-6-2 0 0,3 2 0 16,-1-1 0-16,1-1 0 0,0 4 0 0,-3-2 0 15,-1 1 0-15,1-1 0 0,0 1 0 16,-1 0 0-16,-1-1 0 0,-3 1 0 0,2-1 0 16,0 4 0-16,0-2 0 0,2-1 0 15,-2 1 0-15,-2-1 0 0,0 0 0 0,-2 0 0 16,2 1 0-16,-4-1 0 0,2 0 0 16,-2 0 0-16,3 0 0 0,-5 0 0 15,1 0 0-15,0-1 0 0,-1 0 0 0,-1 0 0 16,-2-2 0-16,-1 1 0 0,0 3 0 15,-4-4 0-15,2 2 0 0,-4-2 0 16,1 2 0-16,2-3 0 0,-3 0 0 16,2 1 0-16,-4-1 0 0,2 1 0 0,3-2 0 15,2-1 0-15,-2 2 0 0,3 0 0 16,10-3 0-16,-17 1 0 0,17-1 0 0,-17 4 0 16,12-4 0-16,5 0 0 0,0 0 0 15,-14 2 0-15,14-2 0 0,-8 2 0 16,8-2 0-16,0 0 0 0,0 0 0 15,-14 3 0-15,14-3 0 0,0 0 0 0,0 0 0 16,-9 2 0-16,9-2 0 0,0 0 0 0,0 0 0 16,0 0 0-16,0 0 0 0,-11 0 0 15,11 0 0-15,0 0 0 0,0 0 0 16,0 0 0-16,0 0 0 0,0 0-64 0,0 0-973 16,0 0 79-16,-4-7 105 0,4 7-942 15,0 0-1225-15</inkml:trace>
  <inkml:trace contextRef="#ctx0" brushRef="#br0" timeOffset="174648.12">4392 7079 4627 0,'4'-5'-194'0,"-2"1"56"0,-2 4 42 0,2-9 49 0,-2 9 48 0,2-7 34 0,-2 7 24 15,1-5 25-15,-1 5 5 0,0 0-1 0,-1-9 1 16,1 9 1-16,0 0 3 0,-6-5 4 16,6 5 2-16,0 0-1 0,-7-3-2 0,7 3-1 15,0 0 0-15,-10-1 1 0,10 1-2 16,0 0 2-16,0 0-7 0,-19-3-7 0,19 3-9 15,-12 3-2-15,12-3-8 0,-11-3-5 16,11 3 4-16,-16 0-17 0,16 0-7 0,-13 3-1 16,13-3 1-16,-11 1-7 15,11-1-3-15,-12 1-5 0,12-1-5 0,-11 4 0 16,11-4-5-16,-10 5 0 0,10-5-1 16,-7 5 1-16,3-3-1 0,4-2-3 15,-7 7 6-15,1-2-7 0,2 0 2 0,4-5 10 16,-10 12 8-16,6-7-6 0,1 3 6 15,-3 0-8-15,4-1 1 0,-3 2-3 0,2 0 4 16,-1-1-7-16,1 3 8 0,-1-1 12 16,0 0 5-16,2 1-10 0,-1 1 5 0,-1 0 0 15,0-3 4-15,1 4-4 0,0-1 0 16,1 0-3-16,0 0-1 0,-2 0 0 0,4-1-1 16,0 4 1-16,-1-3 9 0,-1 0 2 15,2 1-7-15,0-1-2 0,0 1-4 0,0-1-2 16,2-1 2-16,-1 1 3 0,-1 0-5 15,2 0 0-15,0 1-2 0,0-1 12 16,0 0 5-16,0 0 4 0,-1-2-9 16,4 2-3-16,-1-2 3 0,0 1-4 15,-3-1 0-15,5 0 8 0,-1-1 5 0,-1 0 5 16,3-1 0-16,0-1 2 0,0 1-4 16,1-1 2-16,0 0-28 0,1 0-23 0,2-2 0 15,1 0 0-15,3 0 0 0,-3 1 0 16,3-2 0-16,-2-2 0 0,1 0 0 0,-3 1 0 15,3-1 0-15,1 0 0 0,-2-2 0 16,-13 0 0-16,23 2 0 0,-11-2 0 0,-12 0 0 16,23-2 0-16,-12-2 0 15,2 3 0-15,1-3 0 0,-2 2 0 0,2-1 0 16,-1-2 0-16,1 2 0 0,-3-3 0 16,0 1 0-16,1 2 0 0,-1-3 0 0,-1 0 0 15,-2 1 0-15,1 0 0 0,0-2 0 16,-3 1 0-16,4-2 0 0,-2 3 0 0,-3-4 0 15,2 2 0-15,0-1 0 0,-2-1 0 16,3-1 0-16,-3 2 0 0,1-1 0 16,0-1 0-16,-2 0 0 0,2-2 0 0,-1 3 0 15,-1 1 0-15,-2-4 0 0,1 2 0 16,0 0 0-16,1 0 0 0,-2 1 0 0,-2 2 0 16,0-5 0-16,2 4 0 15,-4-3 0-15,2 3 0 0,-2 0 0 0,2-1 0 16,-2-1 0-16,-3 4 0 0,2-4 0 15,-1 1 0-15,0 1 0 0,1-2 0 0,-3-1 0 16,2 1 0-16,1 0 0 0,-4 1 0 16,4-1 0-16,-1 2 0 0,-2-1 0 0,4 1 0 15,-3 0 0-15,1 0 0 0,-2-1 0 16,0 3 0-16,-1-1 0 0,-1-2 0 0,2 2 0 16,-3 0 0-16,0 0 0 0,-4 5 0 15,-1-4 0-15,-2 0 0 0,1 1 0 0,-4 2 0 16,0 2 0-16,-2-1 0 0,0 2 0 15,2 2 0-15,-2-1 0 0,0-1 0 16,2 3 0-16,-2 0 0 0,2-2 0 16,4-1 0-16,-3 3 0 0,5-1 0 0,1 0 0 15,3 1-527-15,9-3-493 0,-15 0 94 16,15 0-1019-16,0 0-1364 0</inkml:trace>
  <inkml:trace contextRef="#ctx0" brushRef="#br0" timeOffset="187478.69">25267 13397 2669 0,'-11'-4'55'0,"1"0"-19"0,4 2 0 0,6 2 23 0,0 0 23 0,-9-4 9 15,9 4-19-15,0 0-14 0,0 0-11 16,0 0-3-16,25-8-7 0,-8 5 1 16,3 6-3-16,9-3 0 0,12 4-8 0,-1 0-1 15,-1 2-3-15,6 2-2 0,-2-1-1 16,0-1-5-16,4 2-2 0,-2-2 3 0,-1 0-4 15,3-1 5-15,0-1-8 0,1 0-3 16,-3-2 3-16,3 0 0 0,-1-2-4 0,-3 0 2 16,3 0 0-16,3 0-3 15,-1 0 1-15,17 4-3 0,0 0 39 0,6 0-6 0,5 2-1 16,6 3-3-16,26 5-3 16,0 1 0-16,7 0-9 0,2 1 4 0,2 2-2 15,-2 1-7-15,1-2 4 0,-3-1-10 16,-3 1 4-16,-3-2-1 0,-7-3-5 0,-22-2 1 15,-2-4 3-15,-5 1 0 0,-3-6-3 16,-3 2 0-16,-3-1 4 0,-2-2 26 0,-9 2 1 16,-5-4-1-16,0 2 9 0,-1 0 2 15,-6-2-7-15,-10 2 4 0,-3-3 8 16,-4 1-5-16,-8 0 0 0,4 2-4 0,-7-2-4 16,-1 0-1-16,-1 0-9 0,-3 0-9 15,-9 2-5-15,15-2-28 0,-15 2-59 16,5 0-79-16,-5 0-68 0,0 0-99 15,0 0-133-15,0 0-164 0,-28-8 50 0,13 6-206 16,-8 2-259-16</inkml:trace>
  <inkml:trace contextRef="#ctx0" brushRef="#br0" timeOffset="188745.34">25265 13435 2160 0,'8'-5'1'0,"-2"1"15"0,-3 0 8 0,-3 4 10 0,10-4 17 0,-10 4 16 16,0 0 3-16,0 0-3 0,0 0 0 0,0 0 0 15,0 0 4-15,-25-4-3 0,4 6 3 16,2 0 4-16,-10 1 8 0,3-2-1 16,-1 3-5-16,-2 0 1 0,3-4-6 15,1 3-2-15,6-3-5 0,-1 4 2 0,8-4-5 16,-1 2 9-16,-1 0-6 0,3-2-3 16,11 0 7-16,-18 2-12 0,18-2-1 0,-13 0-1 15,13 0-7-15,-12-2-7 0,12 2-5 16,0 0-3-16,-11-4 0 0,11 4-5 0,0 0-2 15,-5-4 3-15,5 4 0 0,0 0-7 16,0 0-4-16,-8-3-3 0,8 3 2 0,0 0-5 16,0 0 3-16,-3 13 5 15,2-6 7-15,1 5 5 0,-2 2 7 0,0 1 5 16,0 3 9-16,-2 3 6 0,2 1-5 16,-1 1 6-16,-3 2 3 0,4-2 8 0,-4 0 1 15,0 1-2-15,3-3 1 0,-3 0 0 16,1 1-5-16,-3-1 0 0,2 0-5 15,-2-1-3-15,5 1-3 0,-5-1-7 0,0 1 0 16,2-1-1-16,-3 2-5 0,4-3-2 16,-3 3-3-16,2-1-3 0,-2-2-2 0,3 0-3 15,1-3-6-15,0 1 5 16,3-3-1-16,1-2-2 0,0 1-2 0,0-3 1 16,1 1 3-16,1-1-4 0,6 0 0 15,1 0-2-15,3-1 0 0,5 1-5 0,2-1 0 16,4-2-5-16,9 1 3 0,4-1-2 15,0 2-4-15,9-4 0 0,7 5 0 0,-5-3 0 16,-2-2-2-16,3 2-1 0,7-2 2 16,-8 3-5-16,3-4 2 0,10 4-4 0,1-1 1 15,5 0 3-15,2 2-4 0,5-1 3 16,5-1-1-16,1 5-1 0,5-2 0 0,20 3-1 16,-2 2 4-16,2-1-6 0,-1 2 4 15,0-1-2-15,0 0 1 0,-3-1-2 0,-19 0-2 16,1-2 5-16,-5 1-3 15,6-3-2-15,-3 1 0 0,-1-1 2 0,2-1 1 16,-4-1-2-16,0-1 2 0,-1 2 0 16,2-3 0-16,3 3-2 0,-2-1 0 15,3 4 0-15,-3-3 0 0,-3 2 3 0,-6-2-3 16,-7 1 1-16,-17-3 3 0,-4-3-4 16,-14 0 1-16,-5-2 4 0,-3 1 1 0,-6-2-3 15,0 2-5-15,-3-3 0 0,-1 1-4 16,-10-1-13-16,15 2-36 0,-15-2-49 0,8 2-71 15,-8-2-91-15,0 0-89 16,0 0-113-16,0 0-216 0,0 0-1 0,0 0 77 0,0 0-345 16,0 0-434-16</inkml:trace>
  <inkml:trace contextRef="#ctx0" brushRef="#br0" timeOffset="189661.87">25320 13636 2459 0,'6'-7'-41'0,"-2"-3"30"0,0 5 18 0,0 2 6 0,-4 3 6 0,4-6 13 0,-4 6 17 0,0 0 60 16,0 0 35-16,0 0 10 0,-2 24 8 15,-2-7 1-15,-2 3-2 0,-4 9 5 0,-1 6 1 16,-3-6-1-16,1 6 0 0,1 0-4 16,-1-1 0-16,2-1-11 0,-2-4-12 0,1-2-10 15,0-4-13-15,5-7-5 0,2 0-16 16,-3-1-7-16,3-3-7 0,-4 0-13 15,6-1-4-15,-1-4-6 0,0 0-5 0,0-2-14 16,3-1-50-16,1-4-57 16,0 0-51-16,-8 4-63 0,8-4-55 0,0 0-51 15,-3-22-76-15,3 6-61 0,5-6-120 16,2-9-59-16,5 0 63 0,0-2-213 0,-1-4-245 16</inkml:trace>
  <inkml:trace contextRef="#ctx0" brushRef="#br0" timeOffset="189945.13">25395 13505 2089 0,'4'-7'-1'0,"0"3"11"0,-4 1 7 0,0 3 37 16,0 0 41-16,0 0 24 0,0 0 25 15,-31 26 17-15,4-3 18 0,-5 5 10 16,-2 0 3-16,0 5 6 0,-2-4-3 0,6 2-4 16,6-8-9-16,3 1-16 0,-1-1-9 15,10-3-9-15,-1-5-7 0,10-1-9 16,-3-2 0-16,6-2-11 0,6 0-8 0,0 1-9 15,5-3-8-15,6 4-12 0,4-8-6 16,2-1-8-16,6 1-7 0,11-1-8 16,-6-3-8-16,-4 0-8 0,1 0-27 15,-3 0-32-15,-3-2-29 0,-1 2-31 0,-10 0-37 16,2 0-50-16,-5 0-54 0,-1 0-46 16,-10 0-49-16,13 0-61 0,-13 0-102 0,0 0-153 0,8 4 58 15,-8-4-267-15,0 0-327 16</inkml:trace>
  <inkml:trace contextRef="#ctx0" brushRef="#br0" timeOffset="190263.3">25851 13527 2570 0,'5'-12'122'0,"-1"5"-13"0,0 2-6 15,-4 5 1-15,0 0 51 0,0 0 28 0,0 0 19 16,-13 34 3-16,-3-5 2 16,1 5 4-16,-2 12 0 0,-1-3 3 0,1 4-4 15,2 1 14-15,0 4-34 0,-1-5-15 16,3 3-12-16,2-12-19 0,1-2-15 16,1 0-12-16,0-5-9 0,-2 0-8 0,4-9-16 15,1-3-2-15,1-4 7 0,-2 1-36 16,4-5 3-16,-1 1-4 0,-2-3-11 0,5-2-30 15,-3 0-36-15,2-4-62 0,2-3-71 16,-4 5-88-16,4-5-94 0,0 0-97 0,0 0-132 16,0 0-163-16,0-29 62 15,0 17-473-15,2 0-610 0</inkml:trace>
  <inkml:trace contextRef="#ctx0" brushRef="#br0" timeOffset="190795.58">25961 13739 3251 0,'5'-9'-98'0,"2"0"12"15,2 2 15-15,2 1 21 0,1 2 24 0,-1 1 8 16,2 1 4-16,3 2 2 0,-4 0-1 16,4 2 4-16,1 1 11 0,0 1 8 0,-4 4 2 15,3 0 11-15,-7 1 5 0,1 1 13 16,-4-2 17-16,-2 3 14 0,-4-1 18 0,-2 2 20 16,-4 2-1-16,-2-1 7 0,-5 3-1 15,-10 6 6-15,-4-3 5 0,0 1 1 16,0-2 3-16,0-1 5 0,7-5-4 0,6-1-11 15,0-2-9-15,5-2-7 0,1 1-8 16,2-3-9-16,2 1 1 0,4-6-5 16,2 14-12-16,3-5-3 0,6 1-9 15,2 4-2-15,2-2-6 0,2 1-8 0,-1-1-4 16,0 2-7-16,2 0 1 0,-5-2-3 16,1 1-5-16,-3-2 15 0,-4 1 16 0,1-2 18 15,-2 0 13-15,-4-1 20 0,-2-1 19 16,0-1 9-16,-8 2 0 0,2-1-10 0,-2-1-9 15,-3 0-8-15,-3 0-11 0,2-1-10 16,1-2-10-16,-5 0-12 0,3-2-30 0,-1 0-55 16,3-2-55-16,11 0-66 15,-19-4-74-15,9 0-93 0,5-4-109 0,1-1-126 16,-1-3-233-16,8 0 48 0,1-5 87 16,0-6-452-16,3 3-563 0</inkml:trace>
  <inkml:trace contextRef="#ctx0" brushRef="#br0" timeOffset="191061.75">26588 13549 2956 0,'4'-9'53'0,"-1"3"21"0,-3 6-9 0,0 0 7 0,0 0 52 0,0 0 39 0,0 0 23 15,0 34 8-15,-2-10 4 0,-3 10-6 0,-1 8-4 16,3-2-7-16,-8 16-9 0,6 0-10 15,-4-1-10-15,-3-1-7 0,-1-2-11 16,-1 0-8-16,1-5-6 0,-5-4-18 0,5-7-14 16,1-3 3-16,-1-2-17 0,1-4-6 15,-1-7-14-15,4-3-15 0,2-3-52 0,0 1-63 16,0-5-62-16,1 0-70 0,5-4-106 16,1-3-118-16,0-3-141 0,0 0-124 0,0 0 63 15,21-15-416-15,-5 3-524 0</inkml:trace>
  <inkml:trace contextRef="#ctx0" brushRef="#br0" timeOffset="191428.32">27005 13880 2883 0,'-1'-9'-15'0,"-4"-1"18"0,-1 5 24 15,1 0 24-15,-4 3 35 0,-2-1 22 0,11 3 11 16,-25 1 11-16,3 3 10 0,-1-1 3 15,-9 6-7-15,1 1-8 0,3 4-14 0,5-1-11 16,6-2-8-16,1 1-8 0,5 2-5 16,6 1-2-16,1 1-1 0,4-3-10 15,4 5-2-15,5-1-8 0,7 9-9 0,0-3-1 16,6 0-5-16,-4 0 4 0,1-2 15 16,-6-4 15-16,1-1 12 0,-5-1 7 15,2-5 8-15,-6 2 15 0,-1 0 18 0,-2-1 20 16,-2-1 26-16,-6 0 3 0,-2 3-4 15,-5-1-15-15,-5-1-15 0,-6 5-12 16,-2-2-18-16,-5-3-11 0,1 0-13 0,3-4-14 16,2-2-41-16,0 0-63 0,6-4-50 15,4-1-58-15,2 0-83 0,1-4-102 0,8 0-107 16,0-5-116-16,8-3-166 0,3-5-52 16,13-9 78-16,3 2-506 0,13-6-647 0</inkml:trace>
  <inkml:trace contextRef="#ctx0" brushRef="#br0" timeOffset="191661.91">27422 13847 3552 0,'-9'-8'106'16,"1"1"16"-16,-2 2 22 0,5 1 20 0,5 4 5 16,-11 0 7-16,11 0-4 0,0 0 1 15,-10 14-7-15,10-5-7 0,0 3-12 0,8 3-11 16,-1 6-14-16,7 6 8 0,1 2-12 15,2-2-11-15,-2 3-12 0,1-1-11 16,-3-3-5-16,-4-4-14 0,-1-1-16 16,-6-3-33-16,2 1-46 0,-4 2-51 0,0-2-66 15,-4 3-88-15,1-1-92 0,-4-5-107 16,3 1-111-16,1-3-150 0,1 1 49 0,-2-5-412 16,2-2-531-16</inkml:trace>
  <inkml:trace contextRef="#ctx0" brushRef="#br0" timeOffset="191843.72">27416 14200 3218 0,'-12'-6'165'0,"0"0"42"16,0 3 29-16,7 0 34 15,5 3 36-15,-12-5 8 0,12 5-8 0,0 0-24 16,-7-7-24-16,7 7-31 0,0 0-21 16,0 0-6-16,0 0-23 0,48 1-70 0,-28 1-101 15,5 0-117-15,0 1-145 0,0-1-162 16,-2-2-187-16,1 2-151 0,-5-4 60 0,-3 4-543 15,-9 1-701-15</inkml:trace>
  <inkml:trace contextRef="#ctx0" brushRef="#br0" timeOffset="192110.49">27289 13734 3746 0,'-2'-10'143'16,"0"2"13"-16,4 4-8 0,-2 4 16 16,0 0 56-16,0 0 40 0,0 0 10 0,-2 35-18 15,0-6-14-15,2 13-3 0,-3 13-16 16,1 3-25-16,-5 2-23 0,0 0-14 0,2 0-15 16,-3 0-14-16,0 0-12 0,-1-4-20 15,-2 2-54-15,-2-5-61 0,1-3-74 0,-1-3-86 16,1-10-90-16,1-3-128 15,-2-3-110-15,4-8-153 0,4-1-98 0,-3-7 78 0,7-3-522 16,1-2-667-16</inkml:trace>
  <inkml:trace contextRef="#ctx0" brushRef="#br0" timeOffset="195713.49">22123 13424 1543 0,'-6'2'218'0,"6"-2"-79"0,-8 4-25 15,8-4 14-15,0 0 21 0,-7 3 6 0,7-3-2 0,0 0-9 16,0 0 6-16,0 0-10 0,0 0-10 0,-10 2-2 15,10-2-7-15,0 0-7 0,0 0 0 16,0 0-11-16,0 0-6 0,0 0-1 0,0 0-12 16,0 0 0-16,0 0-1 0,0 0 6 15,0 0 6-15,0 0-5 0,0 0-3 16,0 0 3-16,0 0-7 0,0 0-6 16,0 0-2-16,25-9-9 0,-25 9-8 0,11-5-5 15,-1 2-2-15,-10 3-7 0,15 0-6 16,-7-2-4-16,-8 2-1 0,15 0-7 0,-15 0 6 15,17 2 0-15,-8 1-4 0,1 0 3 16,0-1-2-16,-1 2 2 0,1-1-2 0,-1 1 1 16,1 2 1-16,0-2-2 0,-3 0-2 15,2 2 2-15,-1-1 1 0,0 1 3 16,-1 0 6-16,-1-1-3 0,0 2 6 16,-1-2-1-16,2 0 0 0,-4 2 1 0,1-1 1 15,2 3-5-15,-3-2 4 0,1 2 5 16,1-1 1-16,-4 2-2 0,1-3 0 15,2 3-5-15,0 1-2 0,-3-3-5 0,-1 4 0 16,2-3 14-16,0 1 0 0,-2 0 6 16,2-1 15-16,-4 1 2 0,2 0 4 0,-2 0 3 15,0 1 11-15,1-1-5 0,-1 2-8 16,-4-3 3-16,3 2 2 0,-2 1 1 0,-1-2-4 16,1 0 1-16,-3 2 1 0,5-1-5 15,-6 2-7-15,2-1-4 0,0 0 5 0,1 0 5 16,-2 0 2-16,0 0-7 15,3 0 4-15,-3 0-17 0,-2 0-56 0,5 0 0 16,-4 0 0-16,-3 4 0 0,0-2 0 16,-1-1 0-16,1 1 0 0,0-3 0 0,0-1 0 15,0 3 0-15,1-5 0 0,-1 2 0 16,1 2 0-16,4-6 0 0,0 1 0 16,-2 0 0-16,4 0 0 0,-3 0 0 0,3-2 0 15,-4 0 0-15,9-5 0 0,-7 12 0 16,1-9 0-16,6-3 0 0,-5 7 0 15,5-7 0-15,-6 5 0 0,6-5 0 16,0 0 0-16,-6 7 0 0,6-7 0 0,0 0 0 16,0 0 0-16,0 0 0 0,0 0 0 15,17 9 0-15,-6-8 0 0,3 3 0 0,-1-3 0 16,5 3 0-16,0-1 0 0,5 3 0 16,-1-1 0-16,-6-2 0 0,2 2 0 0,-1 0 0 15,-2 0 0-15,-2 1 0 0,-1-1 0 16,-1 0 0-16,-1 0 0 0,1 2 0 0,-3 0 0 15,-1-1 0-15,3 2 0 0,-4-2 0 16,1 1 0-16,-1 1 0 0,-1 0 0 0,-2 0 0 16,1 2 0-16,-2 1 0 0,1-1 0 15,-3 1 0-15,0 1 0 0,0-2 0 0,-1 1 0 16,-1 2 0-16,0-3 0 16,-2 0 0-16,2 2 0 0,1-1 0 0,-4-1 0 0,-1 0 0 15,3 1 0-15,-1-1 0 16,-2-2 0-16,1 3 0 0,-2-3 0 0,-2 2 0 15,2 1 0-15,-1-1 0 0,-4-2 0 16,1 1 0-16,-3-1 0 0,3-2 0 0,-4 0 0 16,-2-1 0-16,-1 1 0 0,2-4 0 15,-5-1 0-15,-3 2 0 0,2-3 0 16,-3 0 0-16,-1-3 0 0,-1 3 0 0,-2-1 0 16,4-1 0-16,5 0 0 0,-1 2 0 15,1-2 0-15,4 0 0 0,2 2 0 0,-1-1 0 16,5-1 0-16,10 2 0 0,-19-2 0 15,9 2 0-15,10 0 0 0,-15 0 0 16,15 0 0-16,-11-3 0 0,11 3 0 16,-10 0 0-16,10 0 0 0,0 0 0 0,-11-1 0 15,11 1 0-15,0 0 0 0,0 0 0 16,-14-2 0-16,14 2 0 0,0 0 0 0,0 0 0 16,0 0 0-16,-9-4 0 0,9 4 0 15,0 0 0-15,0 0 0 0,0 0 0 0,0 0 0 16,0 0 0-1,0 0-697-15,0 0-303 0,32-7-1208 0,-10 7-1614 16</inkml:trace>
  <inkml:trace contextRef="#ctx0" brushRef="#br0" timeOffset="197213.26">25331 13607 5461 0,'7'-7'-312'0,"-7"7"59"0,2-4 37 0,-2 4 35 15,0 0 40-15,2-8 48 0,-2 8 46 16,0 0 29-16,0 0 36 0,0 0 23 0,-41 9 16 16,26-2 21-16,-12 6 17 0,2 5 20 15,-1 2 15-15,-3 4 7 0,-5 5 1 16,1 0 7-16,3 3-9 0,5-8 0 15,5 1-3-15,-2 1-17 0,6 1 0 0,2-4-5 16,5-5-14-16,0-1-6 0,6 0 2 16,1-5-6-16,2 1-11 0,4-1-5 0,2 0-4 15,1-2 13-15,4-3-9 0,3-3-4 16,1 2-12-16,5-4 0 0,-2-4-4 0,7-2-6 16,5-4-10-16,5-5-3 0,-7-3 2 15,5-3-8-15,-7-2-1 0,3-4-6 0,-4-1 4 16,-4 1-7-16,-2 0-3 15,-4 2 12-15,-4 4-15 0,-5 3 4 0,-1 3-5 16,-3 1-6-16,-2 2 6 0,-4 2-6 16,-3 2 2-16,0 1 3 0,-4 1 6 0,-3 2 21 15,-3 2 5-15,0 6 7 0,-8 0 7 16,-7 6 11-16,1 6 4 0,-1 0 7 0,-4 9 1 16,3 3 1-16,10-6-1 0,2 0 0 15,4 5-1-15,2-4-6 0,5-2-5 16,5-6-11-16,-1 1-54 0,6-3 0 0,-1-3 0 15,2 0 0-15,1-3 0 0,6 3 0 16,-1-6 0-16,3-2 0 0,-1-1 0 0,6-3 0 16,-15 0 0-16,41-8 0 0,-13-3 0 15,1-6 0-15,2-1 0 0,-3-3 0 16,6-8 0-16,-5-2 0 0,-5 3 0 16,-3 1 0-16,-1 1 0 0,-6 2 0 0,-1 5 0 15,-4 6 0-15,-6-1 0 0,-3 4 0 16,0 1 0-16,-3 1 0 0,-5 4 0 0,-6 2 0 15,2 0 0-15,-10 2 0 0,-1 6 0 16,-5 4 0-16,-3 5 0 0,2 3 0 0,5 4 0 16,-1 2 0-16,4 1 0 0,5 4 0 15,0 0 0-15,3 0 0 0,3 0 0 0,4-4 0 16,4-7 0-16,2 2 0 0,2-5 0 16,4-1 0-16,0 0 0 0,2-6 0 0,-1 0 0 15,0-2 0-15,7-3 0 0,1-1 0 16,1-4 0-16,2-1 0 0,5-5 0 15,2-6 0-15,4-5 0 0,-8-2 0 0,-1-2 0 16,2-2 0-16,-6-3 0 0,-2-1 0 16,-3 4 0-16,0 2 0 0,-8 5 0 15,-1 4 0-15,0 2 0 0,-2 2 0 0,-4 1 0 16,-1 4 0-16,5 5 0 0,-22-5 0 16,7 7 0-16,-4-1 0 0,3 6 0 0,-2 2 0 15,-1 1 0-15,1 2 0 0,-2 7-3 16,4-4-758-16,9 2-214 0,3-3 65 15,2-1 103-15,2 1-803 0,2-2-1051 16</inkml:trace>
  <inkml:trace contextRef="#ctx0" brushRef="#br0" timeOffset="198693.63">5447 7002 1136 0,'3'-11'421'0,"-3"2"-107"0,2 0-74 0,-4 3-32 0,2 6-26 0,0-9-27 16,0 9-24-16,0 0-23 0,0-9 19 0,0 9 49 15,0 0 30-15,0 0 20 0,0 0 10 16,-3 33 18-16,3-13-4 0,0 1 6 0,-1 6 3 16,-3 9-7-16,2 2 2 0,-2-1-4 15,1 0-22-15,-1-1-21 0,2-7-17 0,0-3-18 16,-3 6-15-16,5-6-14 0,-3-3-17 15,-1-4-15-15,2-2-9 0,-3-3-6 16,3 2-11-16,0-3-12 0,0-4-7 16,0 2-14-16,2-5-35 0,-1 3-30 0,-1-5-38 15,2-4-63-15,-2 7-60 0,2-7-57 16,0 0-82-16,0 0-72 0,0 0-63 16,-2-24-74-16,2 10-101 0,2-5-101 0,-2-4 70 15,7-11-439-15,-3 7-564 0</inkml:trace>
  <inkml:trace contextRef="#ctx0" brushRef="#br0" timeOffset="199059.97">5465 6820 2904 0,'0'-10'-64'16,"0"3"38"-16,-2 3 18 0,2 4 20 16,-4-6 40-16,4 6 33 0,0 0 51 0,-25 10 15 15,11 2 25-15,-11 7 24 0,-9 8 3 16,-5 8 15-16,-5 5-3 0,-2-3 9 15,5 4-9-15,-3 1 7 0,5-5 0 0,5 2-28 16,6-4-13-16,9-7-11 0,3-2 3 16,7-5-13-16,5-1-18 0,6-5-2 0,8-1-2 15,11 3-2-15,11-2-1 0,10-5-28 16,20-3-4-16,12-2 3 0,1-1-14 16,7-4-7-16,-2-2-8 0,-2 2-10 0,-6-2-3 15,-20 2-13-15,-6-2-1 0,-10 1-3 16,-11 1-5-16,-4 0-2 0,-4-2 2 15,-2 1-1-15,-1 1 17 0,-3 0 3 0,-11 0 1 16,19-2-2-16,-13 2-6 0,-6 0-9 16,13-2-6-16,-13 2-10 0,0 0-6 0,14-2-49 15,-14 2-70-15,0 0-79 0,7-1-86 16,-7 1-114-16,0 0-133 0,0 0-138 16,0 0-207-16,0 0 75 0,0 0 83 0,0 0-576 15,0 0-732-15</inkml:trace>
  <inkml:trace contextRef="#ctx0" brushRef="#br0" timeOffset="202009.57">27823 13786 975 0,'-6'-12'392'0,"4"3"-136"0,0 1-65 0,0 2-37 0,2 1-14 0,0 5-1 16,0 0 5-16,-4-12 0 0,4 12 7 16,0 0 2-16,-2-8 6 0,2 8-11 15,0 0-10-15,0 0-14 0,0 0-9 0,0-10-9 16,0 10-10-16,0 0-13 0,0 0-5 16,0 0 7-16,0 0 6 0,0 0 12 15,4 29 21-15,-6-15 10 0,0 7 11 0,-3 12 6 16,-1 5 5-16,-6 11 5 0,1-1 2 15,-3 3-6-15,3-3 0 0,-2 3-6 16,1-3-14-16,-1-2-4 0,3-9 6 16,3 2-9-16,-2-6-8 0,-1 0 0 15,6-8-1-15,0-5-19 0,-1-5-3 0,3 1-8 0,-2-4 8 16,0-2 11-16,2 0-12 0,2-1 3 16,-1-1-3-16,1-8-6 0,-4 12-6 15,2-6-7-15,2-6-8 0,-3 8-4 16,3-8-8-16,-2 9-6 0,2-9-8 0,0 0-20 15,-1 6-60-15,1-6-93 0,0 0-117 16,0 6-120-16,0-6-135 0,0 0-161 16,0 0-196-16,0 0 72 0,0 0 80 0,0 0-541 15,0 0-706-15</inkml:trace>
  <inkml:trace contextRef="#ctx0" brushRef="#br0" timeOffset="202725.55">28157 13847 3597 0,'-5'-8'-21'0,"3"1"56"0,2 7 45 0,-4-12 32 0,4 12 34 0,2-9 18 16,-2 9-6-16,9-8-9 0,-4 3-13 15,4 1-12-15,4 3-12 0,3 1-10 16,-16 0-11-16,36 3-8 0,-18 1-12 16,5 1-8-16,-3 1-4 0,-1 3-7 0,0 0-6 15,-2-1-6-15,-6 2-1 0,1 1-6 16,-2-1 2-16,-3 2-2 0,0 2 8 15,-6-4 8-15,1 2-5 0,-4 1 1 0,-2-1 6 16,-4 1 7-16,1 1 4 0,-2-3-1 16,-3-1 2-16,3 1-7 0,-3-1-1 0,2 1-9 15,3-4-2-15,1 1-4 0,1 1-1 16,-2-1 1-16,5 1 15 0,1 0 13 0,1 0-4 16,0 2-1-16,1 1-5 15,1 2-8-15,5-1-7 0,-2 1-1 0,-1 1-13 16,2 1 7-16,-5-1-8 0,1 1-2 15,0-3-5-15,-2 3 1 0,-4-5 5 0,3 5 14 16,-3-6 19-16,-3 5 23 0,-4-5 15 16,2-2 12-16,-4 1 5 0,-3-1 2 0,0-4 2 15,-5 0-5-15,-6-1-4 0,0-6-8 16,-2 2-10-16,4-2-27 0,1-1-65 16,-1-2 0-16,8 4 0 0,0-3 0 0,2 0 0 15,2 0 0-15,1-3 0 0,2 4 0 16,3-4-24-16,1 4-260 0,0-1-113 0,4-1-155 15,2 6-186-15,-4-6-157 0,4 6 91 16,0 0-725-16,0 0-975 0</inkml:trace>
  <inkml:trace contextRef="#ctx0" brushRef="#br0" timeOffset="203808.88">27963 14653 3958 0,'-5'-6'-191'16,"-1"1"31"-16,6 5 28 0,-5-12 41 0,5 12 37 0,-7-6 37 0,7 6 23 0,-2-6 22 15,2 6 8-15,0 0 9 0,0 0 5 0,-5-7 6 16,5 7-14-16,0 0-5 0,0 0-3 16,16-7-4-16,-16 7-2 0,25 0 6 15,-7 0-9-15,7 1-1 0,15 5-2 16,4-3-4-16,12 3-2 0,-13 2-1 0,11 0-1 16,5 1-10-16,-12-3 7 0,-1 0 2 15,-4-1-3-15,0 2 12 0,-4-4 28 0,-8 1 20 16,-5-3 20-16,-6 1 22 0,-2 1-5 15,0-3 1-15,-3 1 0 0,-3-1-11 16,-11 0-10-16,23 1-7 0,-23-1-10 0,15 0-12 16,-15 0-8-16,12 2-8 0,-12-2-25 15,0 0-43-15,13 1-59 0,-13-1-71 16,0 0-93-16,5 7-119 0,-5-7-213 16,2 6-59-16,-2-6 69 0,0 0-247 0,0 0-303 15</inkml:trace>
  <inkml:trace contextRef="#ctx0" brushRef="#br0" timeOffset="205459.12">25003 15303 2205 0,'-14'-3'166'0,"3"-1"-59"0,-1 2-11 0,4-1 15 0,8 3 16 0,-13-5 25 15,13 5 13-15,-7-3-2 0,7 3 5 0,0 0-1 16,-9-6-5-16,9 6-19 16,0 0-16-16,27-5-14 0,4 3-6 0,33 2-15 15,17 4-2-15,39-1-17 0,20 4-4 16,28 3-13-16,71 8-1 0,18 2-3 0,17 6-10 15,9 2-7-15,2 2-1 0,2 1-5 16,-7 0-5-16,-18-2 0 0,-20-6-4 0,-22 1-1 16,-70-11-4-16,-17-3-3 15,-23-1 2-15,-38-4-10 0,-11 0-10 0,-20-3-12 16,-10-1-13-16,-10-2-23 0,-5 1-42 0,-5 0-52 16,-11 0-44-16,0 0-39 15,0 0-53-15,0 0-80 0,0 0-145 0,0 0-83 16,-65 5 66-16,21-1-150 0,-2 1-171 15</inkml:trace>
  <inkml:trace contextRef="#ctx0" brushRef="#br0" timeOffset="206308.96">24768 15404 1919 0,'5'-4'111'0,"-5"4"-9"0,0 0-15 0,0 0-10 0,0 0-8 0,18 12 2 0,-18 1 18 0,0 0 18 0,0 7 24 0,-4 5 7 16,0 11-7-16,-4 0 1 0,1 0 9 15,-2-2 7-15,-2 1-10 0,0 0-3 16,4-3 0-16,-1-5-9 0,-2-3-1 0,5-5-13 16,1-3-4-16,1-1-4 0,1-3-6 15,0 0-5-15,-1-3-9 0,1-1-8 0,0 0-10 16,2-8-1-16,2 14-2 0,0-7-9 16,3 0 0-16,0 0-9 0,4 0-3 0,2-1-2 15,3 2-5-15,9 0-3 0,0-1-2 16,9-1-6-16,10 2-1 0,2-1-3 15,15-1-4-15,6 0 1 0,4-1-6 0,5-2-20 16,3 3-15-16,6-1-3 0,10-4-1 16,25 2 5-16,11 5 10 0,2-8-4 15,6 4-1-15,8 0 0 0,5 1 9 16,17 0-3-16,-8 1 2 0,9-1-2 0,2 1-2 16,-5 0 8-16,-1-1-3 0,0 3 0 15,-2 2 2-15,-16-1 4 0,-6 1-3 0,-13 1-2 16,-8-1 3-16,-12-3-1 0,-31-2 3 15,-6 0 2-15,-6 0 0 0,-15-2-1 0,-5 1-1 16,-4-2 0-16,-14-1-1 0,-2 1 4 16,-6-2 0-16,-4 2 0 0,-1-1-4 15,-2-1-12-15,-11 0-38 0,16 2-44 16,-16-2-56-16,9 2-62 0,-9-2-78 0,0 0-130 16,0 0-238-16,0 0 63 0,-33 2 60 15,10-2-160-15,-5-2-192 0</inkml:trace>
  <inkml:trace contextRef="#ctx0" brushRef="#br0" timeOffset="207194.48">25191 15492 2090 0,'0'0'65'0,"4"-14"14"0,-2 6 5 0,5-1 9 0,3-1 13 0,3 0 17 16,3-2 2-16,-2 3-15 0,6 1-14 15,-4 5-1-15,4 0-17 0,-2 1-4 16,0 2-2-16,1 2-9 0,-2 1-12 16,1 0 1-16,-2 3-9 0,0 1-2 15,-3 0-6-15,-3-1-6 0,-3 1 9 0,-1 3 17 16,-4-2 8-16,0 2 7 0,-6-1 3 15,-3 4 9-15,-6 1-1 0,-5 5 5 0,-3 1-6 16,-4-3-5-16,1 1-4 0,4-5-2 16,3-1-11-16,4-3-3 0,1-1-5 0,3-2-1 15,1-1-5-15,3 1-1 0,-1 2 0 16,3-2 9-16,3-6 2 0,3 15-5 16,3-6-1-16,1 2-4 0,2 0-5 0,3-1-4 15,-1 2-5-15,2-1 0 0,-1-1-4 16,-1 1-5-16,2-1 0 0,-6-3-5 15,0 0 2-15,-1-3 2 0,-3 4 20 0,2-3 19 16,-5-5 12-16,-3 14 1 0,3-14-5 16,-7 12-3-16,-4-7-7 0,-3 3-7 15,-3-4-3-15,0 1-9 0,-3 2-4 0,2-6-14 16,0 1-41-16,5 0-51 0,-1-4-86 16,0 0-90-16,5-1-93 0,-2-4-106 15,8 0-167-15,3-1-66 0,6-2 69 16,3-3-314-16,6-2-405 0</inkml:trace>
  <inkml:trace contextRef="#ctx0" brushRef="#br0" timeOffset="207492.1">26016 15334 2513 0,'0'-9'93'0,"-2"1"24"0,2 8-4 0,-2-9 0 0,2 9 6 0,0 0 36 0,0 0 42 15,0 0 14-15,-14 26-7 0,7 5-4 16,0 4 1-16,-3 3-5 0,0 2-8 0,1 8-3 16,0-9-14-16,-3 3-17 0,2-3-11 15,1-2-17-15,-1-2-14 0,1-2-9 0,0-2-11 16,-2-8-4-16,4-4-12 0,2 2-11 16,-3-4-3-16,4-3-6 0,-2 0-17 0,0-4-33 15,5-2-38-15,-3-1-45 16,2 3-45-16,-2-4-63 0,4-6-98 0,-1 6-99 15,1-6-106-15,0 0-166 0,0 0-13 16,0 0 71-16,16-17-293 0,-4 9-370 16</inkml:trace>
  <inkml:trace contextRef="#ctx0" brushRef="#br0" timeOffset="207873.87">26389 15576 2682 0,'2'-7'92'0,"-2"7"20"0,0 0 5 0,-4-12 19 16,4 12 25-16,0 0 15 0,-16-2 2 15,16 2 4-15,-31 7 4 0,8-2-1 0,-7 7-7 16,-5 3-9-16,1-2-17 0,-8 7-18 16,9-1-11-16,7-2-15 0,2 3-7 15,4-5-15-15,6-4-4 0,7 2-10 0,3-3-4 16,2-1-6-16,8 3-5 0,1 1-7 15,5 1 2-15,3 0-12 0,1 1-2 0,5 4-8 16,-2-6-1-16,-6-1-4 0,10 5 2 16,-8-3-7-16,0-2 7 0,-5-2 2 15,1 1 3-15,-3-3 10 0,-5 4 42 16,4-5 39-16,-5 3 26 0,-4-2 15 0,2-8 8 16,-10 13-6-16,2-5-11 0,-3 0-12 15,-3 1-15-15,2-5-15 0,-6 2-13 0,-2-4-9 16,-2 2-16-16,-3-2-55 0,2-2-80 15,3 0-93-15,-3 0-95 0,3 0-126 0,6-2-151 16,2 1-189-16,2-2-133 0,5-1 90 16,5 4-619-16,-6-8-829 0</inkml:trace>
  <inkml:trace contextRef="#ctx0" brushRef="#br0" timeOffset="208275.3">26787 15512 3558 0,'0'0'-56'0,"-3"-13"41"0,3 13 36 0,-4-9 40 0,4 9 38 16,-4-7 22-16,4 7 11 0,0 0-5 16,-2-10-8-16,2 10-19 0,0 0-2 15,0 0-8-15,0 0 11 0,0 0 2 0,11 27 2 16,-9-4 5-16,-2 2 1 0,0 3-4 16,-2 9 3-16,-1 4-8 0,-3 0-1 0,3-1-5 15,-7 0-11-15,4-3-9 0,-3 1-2 16,-1-4-8-16,3-5-9 0,-1-5-2 15,0-3-7-15,1-2-1 0,1-3-10 16,-2 1-31-16,1-3-50 0,3-4-70 0,-2-3-80 16,5 3-98-16,-1-7-138 0,2-3-202 15,0 0-83-15,0 0 80 0,0 0-384 16,0 0-494-16</inkml:trace>
  <inkml:trace contextRef="#ctx0" brushRef="#br0" timeOffset="208591.78">27104 15741 3146 0,'-7'-6'155'16,"-3"1"19"-16,2 0 36 16,8 5 29-16,-9-7 8 0,9 7-9 0,-5-3-13 15,5 3-20-15,0 0-21 0,0 0-19 16,0 0-13-16,0 0-12 0,18-7-23 15,-18 7-8-15,27 4-15 0,-11-1-9 0,-4 2-8 16,1 0-13-16,-1 2-3 0,-1 2-8 16,0 1-6-16,-4 0-3 0,-1 4-6 0,-5-2-2 15,3 2-5-15,-2 1-1 0,-2 2-5 16,0 2-2-16,0-2 8 0,0 2-9 0,0-2-5 16,-4 1-1-16,2-1-38 0,2-1-39 15,0-2-48-15,-1 2-61 0,-1-2-70 16,-2-2-84-16,0 0-83 0,4-2-131 15,-1-3-193-15,1-1 67 0,0-6-436 0,0 0-570 16</inkml:trace>
  <inkml:trace contextRef="#ctx0" brushRef="#br0" timeOffset="208793.2">27113 15929 3351 0,'-14'-9'164'16,"2"4"42"-16,2 1 52 0,3-1 35 15,7 5 2-15,-10-6-16 0,10 6-29 0,-6-5-30 16,6 5-24-16,0 0-20 0,23-9-29 16,-3 7-83-16,-2 1-92 0,11-1-113 15,0 2-107-15,17-4-120 0,-5 3-173 16,3-1-184-16,-4 2 66 0,2-2-426 0,-12 2-555 16</inkml:trace>
  <inkml:trace contextRef="#ctx0" brushRef="#br0" timeOffset="209109.17">27769 15562 3134 0,'-5'-7'45'0,"0"0"21"16,5 7 6-16,-3-7-5 0,3 7-2 16,0 0 48-16,0 0 34 0,0 0 22 0,-6 28 13 15,4-9 4-15,0 6 5 0,-3 12-4 16,-3 2-9-16,2 2-16 0,-1-1-14 16,-3 1-11-16,1-2-14 0,1-1-12 15,-1-3-8-15,3-2-12 0,0-6-5 0,0-4-18 0,0-2-42 16,1-7-50-16,3 1-76 15,-2 1-85-15,2-5-96 0,2 0-101 0,0-4-164 16,2-4-159-16,-2-3 60 0,8 3-372 16,-8-3-491-16</inkml:trace>
  <inkml:trace contextRef="#ctx0" brushRef="#br0" timeOffset="209540.42">28023 15749 3009 0,'7'-8'31'0,"-1"-1"12"16,4 2 7-16,-1 2 14 0,3 1 9 0,-1 0 0 15,2 4-5-15,3 0-1 0,-16 0-8 16,32 3-6-16,-13 2-4 0,-4-1-7 0,1 1 1 16,-3 0 0-16,-4-1 8 0,-1 2 24 15,0 1 21-15,-5 0 20 0,-3 0 20 16,0 1 9-16,-5 1 5 0,-5 3 8 0,-3-1-3 15,-5 0-2-15,3 1-13 0,-4 0-11 16,2-2-13-16,5-1-16 0,-1-1-10 0,6-1-10 16,-1 0-5-16,4 0-4 0,0-1-5 15,4-6-4-15,8 17-4 0,0-9-21 16,-1 0-6-16,6 5-1 0,-1-5-3 16,3 4-3-16,-1-3 2 0,-5-1-6 0,2 1 5 15,0 0-3-15,-2-3 6 0,-6 1 7 16,3-3 13-16,-2 0 23 0,-4-4 29 15,3 11 14-15,-3-11 7 0,-11 11-17 0,2-5-9 16,-5-1-8-16,-2 0-6 0,-8-1-16 16,0 1-4-16,-3-3-16 0,-4-1-56 0,-7-2-91 15,8-1-96-15,5-2-122 0,3-1-147 16,2-2-220-16,-1-2-136 0,3 1 85 0,6 2-602 16,2-2-796-16</inkml:trace>
  <inkml:trace contextRef="#ctx0" brushRef="#br0" timeOffset="211040.45">19754 13071 1144 0,'0'0'253'16,"0"0"-137"-16,0 0-21 0,0 0 13 0,-16 18 9 0,3-3 13 0,-4 9 17 0,-2 5 5 15,-7 8 18-15,-3 6 10 0,0 2 3 16,3 2 2-16,-3 1 0 0,2 1-5 16,2-5-10-16,1-1-2 0,7-10-13 15,1-3-13-15,1-2-9 0,4-6-14 0,3-5-12 16,-1-2-9-16,3-2-8 0,0-1-5 15,3-2-10-15,-4-2-3 0,5-1-6 0,-1-1-6 16,-1-2-2-16,0 2-7 0,4-6-8 16,-3 6-26-16,3-6-38 0,0 0-56 15,0 0-74-15,0 0-88 0,0 0-88 0,-20-4-98 16,20 4-173-16,0 0 9 0,0 0-305 16,-2-10-375-16</inkml:trace>
  <inkml:trace contextRef="#ctx0" brushRef="#br0" timeOffset="211341.86">19668 13525 2351 0,'4'-12'2'16,"0"0"28"-16,-1 4 23 0,-3 1 25 16,4 1 16-16,-4 6 0 0,5-8-2 15,-5 8-15-15,0 0 5 0,0 0 36 0,0 0 15 16,0 0 12-16,-9 29 5 15,4-10 4-15,-10 10-3 0,-1 2 3 0,3 0-10 16,-4 4-7-16,-3-4-1 0,-2 8 5 16,5-9-10-16,-2 0-9 0,3-1-11 0,2-5-9 15,-4-2-9-15,7-2-11 0,3-8-7 16,2 1-9-16,2-5-4 0,-1 0-7 0,1-1-5 16,1-1-9-16,3-6-29 0,-5 10-45 15,5-10-83-15,-6 4-106 0,6-4-111 0,0 0-128 16,0 0-231-16,0 0 55 0,0 0 67 15,-1-20-265-15,1 20-320 0</inkml:trace>
  <inkml:trace contextRef="#ctx0" brushRef="#br0" timeOffset="211774.48">19971 13981 2365 0,'8'-9'42'0,"-1"1"34"0,0 2 35 0,-4 0 32 0,-3 6 34 0,6-9 12 0,-6 9 5 15,3-4-14-15,-3 4-12 0,0 0-21 16,0 0-12-16,0 0 9 0,0 0-7 0,0 0-8 16,0 0-10-16,-17 31-11 0,9-18-9 15,-3 3-8-15,2-1-8 0,3-1-7 0,-2 0-6 16,1-3-10-16,0 1-6 0,-2-1-5 15,4-1-4-15,-3-2-6 0,3 1-9 16,1-3-36-16,-1 2-50 0,4-3-73 16,1-5-87-16,-4 8-122 0,4-8-156 0,0 0-179 15,0 0 77-15,0 0-340 0,0 0-416 16</inkml:trace>
  <inkml:trace contextRef="#ctx0" brushRef="#br0" timeOffset="212128.05">20394 13110 2736 0,'0'0'-11'0,"0"0"4"0,0 0 8 16,0 0 22-16,0 0 22 0,0 0 20 15,-25 16 12-15,14-5 15 0,1 5-1 0,-3 1-7 16,-3 7-3-16,2 2-6 0,-6 0-7 16,6 1-7-16,-6-2-7 0,5 3-5 0,0-2-6 15,2-1-1-15,-5 2-2 16,7-7-9-16,1-5-43 0,1 3-48 0,-1-3-63 15,3-1-71-15,-1-2-89 0,4-5-118 0,0 1-132 16,4-1 53-16,0-7-83 16,10 7-64-16</inkml:trace>
  <inkml:trace contextRef="#ctx0" brushRef="#br0" timeOffset="212309.22">20441 13447 1795 0,'0'0'135'0,"0"0"7"15,0 0 22-15,0 0 21 0,-9 18 16 0,7-7-2 16,-1 2-9-16,-3 3-8 0,1 4-16 16,-4 1-14-16,-2 6-13 0,4-3-17 15,-5 2-11-15,3-3-11 0,-1-5-30 16,-2 1-52-16,3-1-77 0,2-3-91 16,-4-1-106-16,6 1-159 0,-2-3-164 0,-1 0 57 15,3-2-189-15,-2-1-204 0</inkml:trace>
  <inkml:trace contextRef="#ctx0" brushRef="#br0" timeOffset="-210290.41">24992 16817 3388 0,'-13'-3'37'0,"-2"1"-23"0,2 1 48 0,0 1 35 0,13 0 25 0,-20-3 22 16,20 3 6-16,-17 0-16 0,17 0-24 15,-13 0-10-15,13 0-11 0,0 0-7 0,0 0-7 16,-16 0 16-16,16 0 30 0,0 0 11 16,34 12-9-16,9-7-11 0,23 1-10 15,22-2-27-15,40-2-8 0,19-2-4 0,18 0-7 16,21 4-10-16,65-2-1 15,2 4-9-15,-4 5-5 0,-10-2-4 0,-12 3-2 0,-62-6-6 16,-7 2-9-16,-13 2-12 16,-23-3-15-16,-36-2-18 0,-14-2-3 0,-24-3 0 15,-4 2 8-15,-15-2-3 0,-8-2-1 16,-5 4 0-16,-9-2-14 0,-7 0-24 16,0 0-22-16,0 0-38 0,0 0-49 0,0 0-67 15,-36 5-87-15,18-2-130 16,-7 3-207-16,-13 1 59 0,-1 1-293 0,-2-1-388 0</inkml:trace>
  <inkml:trace contextRef="#ctx0" brushRef="#br0" timeOffset="-209540.81">24815 16887 2511 0,'5'11'-30'0,"-5"-11"43"0,-9 19 42 0,6-4 24 0,-3-1 13 0,-1 6 20 0,1 1 25 15,0-1 11-15,-4 11-4 0,5-4-13 0,3-4-9 16,-2 1-10-16,2 1-9 0,2-6-3 16,0 3-15-16,0-5-5 0,0 3-9 15,0-3 1-15,-1-1-11 0,2-3-8 0,-1-1-2 16,0 2-7-16,4-2 0 0,0-2-3 15,0 2-2-15,-1 0-8 0,5 0 0 16,2-1-3-16,-1 0-1 0,7 1-6 0,0-2-2 16,15 3-1-16,1-4-1 0,9 0-3 15,6-6-13-15,16-1-20 0,13 0-6 16,16-2 8-16,37 2-2 0,24-2 4 16,17 6 5-16,13-4 4 0,61 8 7 0,-1 2-10 15,-5-2 3-15,-57-1-4 0,-4-1 7 16,-7 1-1-16,-12 1-4 0,-15-3 2 0,-15 0 2 15,-40-6-4-15,-18 3-8 0,-18-2 4 16,-9-2 8-16,-11 1 13 0,-5-2 2 16,-4-1 1-16,-3 2 2 0,-2-2 16 0,0 0 9 15,-2-1-2-15,0 1-4 0,-1 0-2 16,-3 1-9-16,-5-1-12 0,2 0-30 0,-9 2-52 16,14 0-72-16,-14 0-81 15,0 0-125-15,0 0-223 0,0 0-57 0,0 0 72 16,0 0-175-16,-25 14-223 0</inkml:trace>
  <inkml:trace contextRef="#ctx0" brushRef="#br0" timeOffset="-208674.82">25372 17021 1940 0,'7'-2'7'0,"-7"2"20"0,0 0 19 0,16 0 19 0,-16 0 27 0,0 0 19 16,0 0 13-16,0 0 3 0,0 0-6 0,6-6-6 16,-6 6-7-16,0 0-9 0,0 0-9 15,0 0-21-15,0 0 7 0,0 0-12 0,0 0-8 16,-33-2-5-16,33 2-7 0,-30 2-2 16,10 0-8-16,3 2 1 0,-2-2-5 15,-4 3-8-15,2 0-3 0,1 0-2 0,2 1-3 16,3 0 0-16,-2-1-2 0,0 1 1 15,5 0 0-15,3-2-2 0,0 1-2 0,2 0 12 16,4 3-3-16,3-8-1 0,-2 13 4 16,5-5 1-16,3 2 3 0,4 1-7 15,5 0 4-15,2 1-1 0,8 2-4 16,-1 3 7-16,-2-5-4 0,-5-2-3 16,-2-3-10-16,-1 1 1 0,-3-1 13 0,-4 0 5 15,2-2 20-15,-4-2 12 0,3 3 20 16,-8-6 16-16,1 8 7 0,-1-8 3 0,-5 12-3 15,-4-5-1-15,-3 2 4 0,-3-1 0 16,-5 1-7-16,-3-1-8 0,1-1-9 16,1 1-9-16,0 1-8 0,-2-4-6 15,6 1-5-15,-1-2-7 0,2-2-9 16,2 2-32-16,7-2-37 0,7-2-62 0,-24 2-74 16,19-2-80-16,5 0-80 0,-13 1-114 15,13-1-169-15,0 0-28 0,0 0 67 0,0 0-238 16,0 0-297-16</inkml:trace>
  <inkml:trace contextRef="#ctx0" brushRef="#br0" timeOffset="-208374.71">25724 16903 2474 0,'0'0'85'0,"-2"-12"-8"0,2 12-11 0,-2-7-7 0,2 7 5 0,0 0 32 16,0 0 19-16,-7 21 3 0,1-2-9 0,1 5 1 15,-5 10 16-15,0 3 9 0,5 1 10 16,-2 1-5-16,-4 0-6 0,6-2-3 16,-3-1-13-16,3-2-13 0,-2-1-11 0,2-7-4 15,-1-4-11-15,3-1-12 0,-1-6-5 16,-2 0-7-16,5-2-20 0,-4-2-36 0,3-1-38 15,-2-2-43-15,3-1-83 0,1-7-83 16,0 4-113-16,0-4-126 0,0 0-143 16,0 0 63-16,0 0-219 0,0 0-273 15</inkml:trace>
  <inkml:trace contextRef="#ctx0" brushRef="#br0" timeOffset="-208008.03">25955 16978 2258 0,'0'0'144'16,"-13"-5"2"-16,13 5-10 0,-8-3 14 16,8 3 43-16,0 0 2 0,-10-5-4 15,10 5-16-15,0 0-14 0,0 0-4 0,0 0-8 16,0 0-13-16,0 0-11 0,42-2-14 15,-21 4-12-15,1-2-10 0,3 3-10 0,-7 1-10 16,1-1-6-16,-2 4-8 0,-1 3-4 16,-3 2-3-16,-1 3-4 0,-5 4-5 0,-5-2-2 15,0 5-3-15,-6 1-2 0,-1 10-4 16,-1-2 0-16,-2 0-3 0,-2 3 1 16,1-5-3-16,-1 0-6 0,3-5-2 15,-3-4-3-15,5-1-2 0,-4 0-5 16,4-3-40-16,-1-3-50 0,1 1-81 0,-1-3-83 15,0-1-106-15,2-2-157 0,0 0-160 16,1-3 57-16,-1 0-292 0,4-5-388 0</inkml:trace>
  <inkml:trace contextRef="#ctx0" brushRef="#br0" timeOffset="-207824.56">25942 17374 2879 0,'-8'-5'221'0,"2"1"20"0,6 4 25 15,-5-7 15-15,5 7-21 0,0 0-26 16,5-13-24-16,4 8-26 0,7-2-16 0,5 0-21 16,10-3-38-16,-1 0-76 0,6 1-100 15,-5 4-108-15,5 3-105 0,-7-4-124 16,-4 4-191-16,-7 2-52 0,-2 0 67 0,3 2-265 16,-8 1-331-16</inkml:trace>
  <inkml:trace contextRef="#ctx0" brushRef="#br0" timeOffset="-207574.8">26641 16973 2696 0,'-3'-8'197'0,"3"1"-7"0,0 7-11 16,0 0-20-16,0-10-18 0,0 10-10 15,0 0 27-15,0 0 2 0,0 0-11 0,11 25-18 16,-8-8-9-16,-1 0-10 0,0 2-13 16,0 7-11-16,-2 1-10 0,-2 0-7 15,-2 8-30-15,-1 0-46 0,-2-1-52 16,-4-5-70-16,4 2-76 0,1-7-87 0,1-3-126 16,-2-6-171-16,6-3-15 0,1-2 73 15,0-3-181-15,1-1-202 0</inkml:trace>
  <inkml:trace contextRef="#ctx0" brushRef="#br0" timeOffset="-207157.87">26823 17079 2157 0,'5'-10'112'0,"-1"2"10"0,-1-1 4 0,5 5 17 16,-3-4 7-16,6 1 1 0,0 0-4 15,2 0-17-15,0 3-14 0,0 0-10 0,-1 0-14 16,-1 3 0-16,1-1-11 15,-12 2-6-15,19 3 5 0,-19-3 6 0,14 8 24 16,-12-2 25-16,-1 3 0 0,-4 1 12 16,-4 0-4-16,0 2 2 0,-2 5-10 15,-2-2-12-15,0-1-12 0,4-2-8 0,0 1-12 16,-4-3-18-16,8 1-3 0,1 1-7 16,2-4-8-16,2 4-3 0,6-3-3 0,-1 4-6 15,5-1-6-15,0 2 0 0,1-2-8 16,-2 1-1-16,1-2-5 0,-3 5-2 15,2-3 2-15,-3-1 0 0,0 1 18 16,-5-1 27-16,1 0 33 0,-4 1 28 16,0-1 19-16,-6 0 21 0,1-1 2 0,-7 5 0 15,-3-4-10-15,-2 1-10 0,-10 2-17 16,6-7-12-16,-2-2-14 0,-9 4-12 0,3-3-24 16,6-4-43-16,-4-3-65 0,5 2-89 15,-1-2-110-15,-2-2-132 0,4 2-118 16,3 0-171-16,-4-2-215 0,9 2 89 0,0 0 84 15,13 0-522-15,-19 0-682 0</inkml:trace>
  <inkml:trace contextRef="#ctx0" brushRef="#br0" timeOffset="-204974.73">23482 10018 3036 0,'-8'4'-202'16,"8"-4"27"-16,-6 4 39 0,6-4 30 0,0 0 32 0,-7 2 37 0,7-2 23 0,0 0 19 15,0 0 13-15,0 0 12 0,-8 4 5 16,8-4 5-16,0 0 9 0,0 0-4 16,0 0-3-16,0 0-5 0,0 0 4 0,0 0 6 15,0 0 4-15,0 0 2 0,0 0 0 16,0 0 15-16,0 0-4 0,19-16-6 0,-16 14-2 15,-3 2-8-15,11-5-6 0,-4 3-6 16,0-2-4-16,1 2-4 0,2-2-1 0,1 1-3 16,0 0-5-16,3 1 1 15,-1-2-3-15,1 4-2 0,-1-3-1 0,1 2-3 16,-2 0 2-16,2-1 0 0,-3 0-3 16,0 2-3-16,-11 0 1 0,16-2-5 0,-7 0-1 15,-9 2 0-15,14 0 2 0,-14 0 3 16,13 2-2-16,-13-2-1 0,13 4-1 0,-5-1 4 15,-2 1-8-15,1-2 5 0,-1 2-1 16,0 2-2-16,4-2 1 0,-3 4 1 0,0-2 1 16,0-1-2-16,-2 1 1 0,3 2 0 15,-5-2-3-15,3 2 2 0,-2-1 2 16,0-1 3-16,-2 2 2 0,2-2 0 0,-2 0 1 16,-2-1 4-16,0-5 7 0,0 17 1 15,0-10-2-15,-2 0 4 0,2 1 2 16,-4 0-2-16,2 1 1 0,0 0 9 0,0 1 20 15,-2-2-1-15,-2 1-3 0,3 1 7 16,-3-1 15-16,1 1 4 0,-4-1-2 0,2 1-7 16,-2-1-6-16,-1 1-2 0,-1 1-5 15,-1-2-2-15,0 0 3 0,1 2-2 0,2-3-2 16,-1 0-10-16,1 0 0 0,-1-2-4 16,5-1-2-16,-3 1-4 0,2 0-1 0,1-2-6 15,-1 0-4-15,-1 0 2 0,7-4-3 16,-9 9-2-16,6-7 0 0,3-2-4 0,-10 8 1 15,10-8-2-15,-5 6-1 16,5-6 1-16,-7 3-1 0,7-3 4 0,0 0-2 16,-5 3 8-16,5-3 15 0,0 0 1 15,0 0-1-15,0 0-1 0,0 0-2 0,0 0-2 16,0 0-3-16,12 9-2 0,-12-9-4 16,16 2-3-16,-5-1 1 0,3 2-4 0,-1 1-3 15,5 1 0-15,-3 2-2 0,0-2-1 16,0 4-1-16,1-2-3 0,-3 1 1 15,1 1-1-15,-3-1-1 0,1 1 1 0,-1 1-1 16,-4 0 0-16,3 1 1 0,-4-3-1 16,-1 2 0-16,-3 2 0 0,4-3 1 15,-4 2-5-15,0-2 6 0,-2 2-2 0,1 1-1 16,-1-4 3-16,-1 1 18 0,-1-1 20 16,-2 0 6-16,0 0 13 0,-1 0 10 0,-3-1 5 15,0 1-5-15,-1-3 15 0,-9 2 5 16,3-2 2-16,-2-2 1 0,-2 2-2 15,-4-3-6-15,-2 1-5 0,0 1 3 0,7-4 10 16,-3 2-2-16,-1-2 6 0,2 1 5 16,4-1-1-16,2 0-2 0,-2 0 2 0,5 0-4 15,11 0-3-15,-20 0-7 0,11 0-9 16,9 0-4-16,-14 2-5 0,14-2-9 16,0 0 1-16,-16-2-8 0,16 2-40 15,0 0-17-15,-12 0 0 0,12 0 0 0,0 0 0 16,0 0 0-16,-13 2 0 0,13-2 0 15,0 0 0-15,0 0 0 0,0 0 0 0,0 0 0 16,-11 0 0-16,11 0-190 0,-7 5-135 16,7-5-142-16,-7 10-167 0,1-4-273 0,4 2 76 15,-7 3 99-15,1 2-664 0,-1 3-849 16</inkml:trace>
  <inkml:trace contextRef="#ctx0" brushRef="#br0" timeOffset="-203342.27">6107 7003 1006 0,'0'0'198'0,"0"0"-45"0,0 0-22 0,0 0 4 0,0 0-1 0,-27 3 4 0,27-3-7 16,-3-4-9-16,3 4 9 0,-2-8-9 0,2 8-4 16,3-12-3-16,1 5-10 0,4-1-4 15,2-1-9-15,1 0-5 0,4 0-15 0,-2 2-4 16,5-1-4-16,-3 2-8 0,0 0-13 15,2 0 3-15,-1 3-5 0,0 2-6 16,0 0-3-16,-1 1 3 0,2 1-16 0,-4 3 6 16,3 0-8-16,4 4 0 0,-8-2 2 15,4 5-4-15,-3 2 2 0,-6 0 2 0,4 0-3 16,-6 3 3-16,-3 2 12 16,-4 1 24-16,0 0 4 0,-4 0-2 0,-2 1-2 15,1 0-2-15,-2-4-4 0,2-2-10 16,0-1-6-16,3 1-4 0,1-2-7 0,-1-1 8 15,2-1 1-15,0 1-1 0,4 1 38 16,2-2 5-16,-1 0 4 0,5 1-4 0,2 2-4 16,3-1-1-16,-2-2-1 0,3 4-7 15,-1-2-3-15,-3 0-8 0,1-2-4 0,-4 2-7 16,1-1 2-16,-4-1 16 0,2 1 34 16,-6-2 16-16,-2 4 12 0,-2-2 2 15,-6 1-7-15,-1 2-3 0,-5-1-10 0,2-1-12 16,-6-2-9-16,-7 1-6 15,-3-1-8-15,4-2-5 0,3-4 0 0,2 2-15 0,1-3-6 16,4 1-19-16,0-1-50 16,3-3-62-16,4 1-99 0,1-1-141 0,8 0-157 15,0 0-245-15,-15-2 17 0,15 2 73 16,0 0-432-16,0 0-548 0</inkml:trace>
  <inkml:trace contextRef="#ctx0" brushRef="#br0" timeOffset="-201724.71">21727 10396 1216 0,'1'-6'133'0,"-1"6"-26"0,6-8-9 0,-6 8-10 0,4-5-3 0,-4 5-3 0,0 0-11 16,3-5-16-16,-3 5-8 16,0 0-5-16,0 0 8 0,0 0 25 0,0 0 21 15,-2 22 11-15,-3-8 6 0,-4 6 19 16,-7 6-3-16,-1 3-1 0,0 0 12 0,-3 2-12 16,2 0-4-16,-1 0-17 0,2 0-8 15,-3-4-9-15,5 2-10 0,0-3-8 0,2 0-5 16,-1-8-2-16,7 0-12 0,-2-2-5 15,0-5-5-15,4 1-6 0,-3-2-7 0,5 0-28 16,-4-6-39-16,3 4-61 0,1-6-79 16,-5 2-108-16,8-4-147 0,-11 2-131 15,11-2 55-15,0 0-152 0,0 0-155 16</inkml:trace>
  <inkml:trace contextRef="#ctx0" brushRef="#br0" timeOffset="-201475.98">21603 10787 1759 0,'0'0'-10'0,"0"0"-2"0,0 0 12 0,0 0 15 16,0 0 17-16,0 0 23 0,-22 15 15 16,17-7 3-16,-2 4 6 0,-5 2-2 15,-1 3-1-15,-7 6-6 0,-1-2-7 16,3 4-3-16,-6-1-5 0,3-2-3 0,1 3-8 15,-1-3-5-15,-1 0 0 0,6-1-6 16,-2-4-5-16,3-3-5 0,1-1-28 0,3-1-38 16,1-1-37-16,-1-1-62 0,6-3-70 15,-5-1-102-15,4 1-341 0,0-3-150 0</inkml:trace>
  <inkml:trace contextRef="#ctx0" brushRef="#br0" timeOffset="-201209.21">21549 11186 1835 0,'0'0'26'0,"0"0"-3"0,0 0 7 15,0 0 16-15,0 0 10 0,13 8 9 0,-13-8 3 16,-2 13-1-16,0-5-1 0,1 0-3 15,-5 3-9-15,0-1-3 0,1 1-3 16,-3-1-8-16,-2 0-2 0,5 1-4 0,-3-3-5 16,4 1-29-16,-2-2-32 0,4-2-35 15,-1-2-60-15,3-3-85 0,0 0-111 0,0 0-316 16,0 0-136-16</inkml:trace>
  <inkml:trace contextRef="#ctx0" brushRef="#br0" timeOffset="-200874.93">22416 10668 1786 0,'0'0'3'0,"10"-1"-1"16,-10 1 20-16,0 0 29 0,0 0 28 15,-6 15 22-15,2-5 12 0,-4 1 6 0,1 4-6 16,-4 2-8-16,-7 8-6 0,5-2-7 16,-2 1-2-16,0 0-11 0,-3 0-8 15,7-5 0-15,-1 0-9 0,3-3-9 0,0-1-7 16,-3 0 0-16,3-1-3 15,1-2-6-15,0 0 0 0,2-3-27 0,1-1-43 16,-1-1-43-16,2 0-58 0,4-7-114 16,-3 7-177-16,3-7-73 0,0 0-154 0,0 0-148 15</inkml:trace>
  <inkml:trace contextRef="#ctx0" brushRef="#br0" timeOffset="-200675.46">22378 10958 1907 0,'0'0'80'0,"0"0"3"0,0 0 18 16,0 0 37-16,0 0 27 0,0 0 17 0,-31 21 0 16,18-7-5-16,0-1-14 0,-8 8-14 15,2-1-18-15,-1 2-6 0,2 2-15 16,-1-5-7-16,6-1-15 0,-1-3-21 16,3 3-60-16,-1-5-78 0,4 1-78 0,1-3-124 15,1-2-148-15,1 2-142 0,-2-3 58 16,5-1-167-16,-1 0-168 0</inkml:trace>
  <inkml:trace contextRef="#ctx0" brushRef="#br0" timeOffset="-198608.02">24978 17783 1559 0,'0'0'537'0,"-22"-4"-215"0,13 1-95 0,9 3-17 16,-14-4 7-16,14 4 11 0,-9-3-13 0,9 3-18 15,0 0-10-15,-11-3-17 0,11 3-14 16,0 0-15-16,0 0-14 0,0 0-12 0,0 0-12 15,0 0-6-15,0 0 0 0,0 0-8 16,0 0-7-16,77 0-10 0,-10-4-6 16,12-3-10-16,28-1-15 0,6-2-24 15,18 6-1-15,11-1 1 0,14 1-1 16,12 3-1-16,8 2-4 0,3 5 3 0,-6-1-4 16,-3 0-2-16,-16 0 0 0,-13 2-3 15,-15-2-2-15,-38-3-4 0,-13 1-27 0,-14-1-15 16,-16 0-2-16,-13 1 0 0,-7-6 1 15,-8 3-19-15,-3 0-37 0,-5 0-42 16,-9 0-27-16,0 0-22 0,0 0-32 0,0 0-57 16,0 0-95-16,0 0-162 15,0 0-71-15,0 0 64 0,-29 17-141 0,13-10-179 16</inkml:trace>
  <inkml:trace contextRef="#ctx0" brushRef="#br0" timeOffset="-197459.87">24966 17817 2113 0,'6'-4'92'0,"-6"4"-8"0,0 0-10 0,7-5-8 0,-7 5 9 15,0 0 25-15,0 0 19 0,-3 24 25 0,-6-5 5 16,-2 10 10-16,0 2 9 0,-3 2 13 16,1 0 2-16,1 4-1 0,-1-2-11 15,4-1-7-15,-3 0-17 0,7-2-12 0,-3-6-11 16,5-5-13-16,1-2-10 15,-2-3-12-15,2-2-5 0,2 1-7 0,0-3-11 16,0-1 0-16,4 1-9 0,-2-1-3 16,1-3-7-16,5-2-3 0,-3 4-3 15,4-3-7-15,0-3-1 0,0 3-5 0,0-1-2 16,7-1-1-16,2 0-5 0,-2-2 0 16,6 2-3-16,3-3-2 0,-2 2-3 0,20-3 3 15,-1 1-3-15,2-2-1 0,7-3-10 16,0-1-17-16,12-1-21 0,7 0-24 15,4-2 5-15,8-1 10 0,3 2 10 16,22-2 13-16,6 1 11 0,0 3 5 0,0 0 5 16,-22 3 0-16,-3 0 1 0,-4 1-1 15,-3 1-2-15,-6-1 3 0,-4 1-1 16,-9-1 1-16,-10 3 1 0,-7-3 0 0,3 0 1 16,-1-3 4-16,-4 3-6 0,2-1-1 15,3 0 3-15,15-1 5 0,2 4-9 16,1-2 4-16,6 1 6 0,-2 3 5 0,-6-3-1 15,-3 7-2-15,-13-5-3 0,-4 0 1 16,-14 0-1-16,-7-1-1 0,-3 0 5 16,-5 0 5-16,-2-1 5 0,0-1 6 0,-2 1 12 15,-11-1 11-15,20 0 15 16,-20 0 3-16,13 3 0 0,-13-3-9 0,14 2-4 16,-14-2-1-16,0 0-1 0,14 1 1 15,-14-1-2-15,0 0-1 0,12 0-6 0,-12 0-3 16,0 0-5-16,0 0-3 0,13 2-3 15,-13-2-4-15,0 0-5 0,0 0-1 16,0 0-30-16,0 0-49 0,0 0-62 0,0 0-102 16,0 0-118-16,-18 10-133 0,18-10-246 15,-14 5-24-15,14-5 91 0,-21 4-412 0,10-2-537 16</inkml:trace>
  <inkml:trace contextRef="#ctx0" brushRef="#br0" timeOffset="-191461.01">27344 16994 2847 0,'0'0'20'0,"4"-7"28"0,-4 7 20 0,0 0 18 0,4-5 35 0,-4 5 20 0,0 0 10 16,0 0-11-16,0 0-5 0,2-9-9 0,-2 9-12 15,0 0-14-15,0 0-5 0,0 0-12 16,0 0-4-16,0 0-2 0,0 0 2 15,0 0 7-15,0-8 5 0,0 8 7 16,0 0 7-16,0 0 12 0,0 0 3 0,0 0 8 16,0 0-1-16,0 0 4 0,0 0-8 15,0 0-5-15,0 0-2 0,0 0-9 16,0 0-13-16,0 0-7 0,0 0-9 0,0 0-8 16,0 0 15-16,0 0 26 0,0 0-3 15,0 0-12-15,0 32-6 0,-2-16 2 16,0 1-1-16,-2 6 8 0,1 14-6 0,-3 0-4 15,1 2-8-15,0 3-1 0,-1 1-1 16,3 0 18-16,-3-1-2 0,2-4-8 16,0 0-4-16,0-1-1 0,0-10 6 0,4-4 3 15,-1-3-23-15,-1-3-68 0,2-4 0 16,-2-1 0-16,0 0 0 0,2-1 0 16,0-3 0-16,0 1 0 0,-4-3 0 0,4-6 0 15,0 12 0-15,0-12 0 0,0 10 0 16,0-10 0-16,-2 7 0 0,2-7 0 15,0 9 0-15,0-9 0 0,0 0 0 0,0 0 0 16,0 9 0-16,0-9 0 0,0 0 0 16,0 0 0-16,-3 6 0 0,3-6 0 0,0 0 0 15,0 0-498-15,0 0-178 0,0 0-221 16,-18-12 8-16,18 12 82 0,-7-6-698 0,7 6-950 16</inkml:trace>
  <inkml:trace contextRef="#ctx0" brushRef="#br0" timeOffset="-190627.47">27552 17184 3863 0,'2'-10'-156'0,"-2"10"40"0,2-8 44 0,-2 8 31 0,2-10 33 16,-2 10 25-16,4-7 18 0,-1 1 9 15,3 0 8-15,-1-2 15 0,4-1 12 0,2 1 7 16,0 2 8-16,5-2 5 15,-4 4-4-15,4 0-1 0,-1-1-12 0,1 3-3 16,-3 2-11-16,-13 0-10 0,25 2 0 16,-13 1 2-16,-3 3 6 0,-2 6 15 15,-1 2 23-15,-3 1 17 0,-4 2 20 0,-3 3 20 16,-4 3 21-16,-3 4 10 0,-2 2 8 16,-2-2 5-16,-1 1 3 0,-1-3-2 0,2-2-4 15,2-4-18-15,3-5-15 16,4-5-15-16,1 1-14 0,1-2-16 0,-2-2-9 15,4-1-7-15,2-5 6 0,0 12 5 16,0-12-3-16,17 4-6 0,-5-2-78 0,5-2-32 16,2 0 0-16,8 0 0 0,-3-2 0 15,3 1 0-15,-6-2 0 0,-2 3 0 16,-2 0 0-16,-1 0 0 0,-2-2 0 0,-14 2 0 16,20 0 0-16,-20 0 0 0,15-2 0 15,-15 2 0-15,0 0 0 0,17 2 0 16,-17-2 0-16,0 0 0 0,17 0 0 0,-17 0 0 15,4 6 0-15,-4-6-381 0,0 0-145 16,-10 11-119-16,10-11-199 0,-16 12-16 0,2-6 83 16,1 3-637-16,1 0-866 15</inkml:trace>
  <inkml:trace contextRef="#ctx0" brushRef="#br0" timeOffset="-189593.43">27357 17584 3646 0,'-11'-4'-163'0,"4"-1"24"0,-3 2 27 0,10 3 43 0,-15-6 45 0,8 3 38 0,7 3 16 16,-11-2 1-16,11 2 2 0,-7-6-2 16,7 6-5-16,0 0 2 0,-9-4-5 15,9 4-5-15,0 0 1 0,0 0-3 16,0 0 7-16,0 0 21 0,0 0 7 0,0 0 10 16,0 0 15-16,0 0 2 15,36-3 6-15,-15 1 6 0,7-2 2 0,12 3 13 0,9-3-11 16,5 4-4-16,12-1-7 15,7 2-5-15,1-1-8 0,5 4-10 16,-2-1-7-16,0 4-3 0,1 0-8 0,-5-2-3 0,-3 2-7 16,-4-2 2-16,-1 0-6 15,-15-1-6-15,-2-2 0 0,-3-1-3 0,0-1-2 16,-6 3 2-16,3-6-4 0,-12 2 1 16,-1-1-4-16,-2 0-1 0,-6 2 4 15,0-2 19-15,-2 0 17 0,-2 2 15 0,-4-1 9 16,3-1-6-16,-5 2-2 0,-11 0-7 15,21 0-7-15,-21 0-5 0,17-2-5 0,-17 2-9 16,16 0-10-16,-16 0-28 0,0 0-30 16,16 0-41-16,-16 0-50 0,0 0-67 15,14 0-76-15,-14 0-80 0,0 0-124 16,0 0-207-16,0 0 46 0,0 0-329 16,0 0-439-16</inkml:trace>
  <inkml:trace contextRef="#ctx0" brushRef="#br0" timeOffset="-188827.9">27693 16984 2514 0,'-8'-6'-84'0,"8"6"13"0,-5-5 20 0,5 5 25 0,0 0 24 0,-9-7 25 16,9 7 9-16,-7-7 10 0,7 7 3 0,-5-5 0 0,5 5 5 16,0 0-2-16,-4-5-1 0,4 5-2 0,0 0-3 15,0 0-6-15,0 0-1 0,5-12-3 16,-5 12-6-16,11-3 0 0,-11 3-2 16,20-5 5-16,-6 3 1 0,2-1 1 15,4 3 5-15,5-4 1 0,3 4-6 0,3 0 12 16,12 2-5-16,3-2-1 0,2 0 4 15,3 2 1-15,16 1-6 0,-3 0 1 0,10 1-3 16,-1-2-6-16,6 1 1 0,0-1-2 16,5 3-8-16,2 0-4 0,-2 0 1 15,-2 0-3-15,-6-1-2 0,-7-1 2 0,-5 1 0 16,-15-3-4-16,-8 1 1 16,-9 0 28-16,-5-1 38 0,-4-1 34 0,-1 0 21 0,-4 0 14 15,0-1 2-15,-4 1 0 16,2-2 0-16,-5 0-12 0,-11 2-12 0,23-1-8 15,-14 1-16-15,-9 0-8 0,22-2-13 16,-22 2-8-16,14 0-8 0,-14 0-20 16,14-2-32-16,-14 2-40 0,0 0-51 0,15 0-71 15,-15 0-81-15,0 0-88 0,0 0-141 16,0 0-218-16,0 0 65 0,0 0-329 0,0 0-423 16</inkml:trace>
  <inkml:trace contextRef="#ctx0" brushRef="#br0" timeOffset="-187444.85">27411 17714 2450 0,'0'0'-51'0,"0"0"10"0,0 0 3 0,0 0 14 0,0 0 19 0,0 0 20 0,0 0 9 16,0 0 7-16,0 0 1 0,0 0-7 0,0 0 0 15,0 0 12-15,0 0 13 0,0 0 19 16,-6 17 5-16,6-17-2 0,21 4 0 15,-9-4-1-15,4 1-6 0,2 0 1 0,1 2 2 16,2-2-8-16,0 1-7 0,-2 2-3 16,2-4 5-16,-2 2-9 0,0-2 4 15,2 3 8-15,0 0 11 0,-2-1-7 16,4-2 6-16,2 2-6 0,1-2-7 16,3 2 8-16,0-1-6 0,1-1 6 0,1 0 15 15,10 0 16-15,4 0 18 0,0 2 2 16,3-2 3-16,-1 0 2 0,6 0-10 0,-3 2-10 15,15 1-13-15,-11-3-4 0,-5 3-10 16,2-1-5-16,-3-2-8 0,-1 2-6 16,3-2-7-16,-1 0-3 0,-1 0-2 15,0 0-5-15,1 0-4 0,5 0-2 0,0 0-2 16,12 0-5-16,1 2-3 0,3-2 1 16,1 1-1-16,1 1-4 0,-2 1 2 15,7 1-6-15,-7-1-1 0,-5 3-2 0,-17-4-2 16,-7 2-2-16,-8 0 2 0,-10-3 3 15,-2-1 2-15,-6 2-3 0,-1 0 2 16,-3-2-1-16,-11 0 2 0,19 1-4 0,-19-1-6 16,0 0-2-16,11 2-10 0,-11-2-32 15,0 0-49-15,0 0-65 0,0 0-93 0,0 0-82 16,0 0-142-16,0 0-230 0,-23 14 54 16,23-14 66-16,-11 7-244 0,6-2-313 15</inkml:trace>
  <inkml:trace contextRef="#ctx0" brushRef="#br0" timeOffset="-178593.49">25218 17971 3930 0,'-14'-5'71'0,"14"5"-31"0,-17 0 9 0,17 0 65 0,-15-1 54 0,15 1-5 15,-12-3-26-15,12 3-31 0,0 0-22 16,0 0-6-16,-15 0-7 0,15 0-9 0,0 0-5 16,0 0-3-16,0 0-3 0,0 0-6 15,0 0-5-15,0 0 0 0,46 5-8 16,-33-5-3-16,-13 0-5 0,19 2-4 0,-19-2-2 15,17 2-7-15,-11 0 4 0,2 2-4 16,-3 2-1-16,1 2 6 0,-4 3 2 0,0 3 6 16,-1 2 8-16,-1 1-1 15,-1 6 3-15,-1 0-3 0,0 1-3 0,-2-1 0 16,0 2-4-16,4-2-1 0,0 2-1 0,0-5-3 16,0-1-1-16,0 0-5 15,0-3 1-15,2-2-1 0,0-3 0 0,0-1-4 16,-2 1 3-16,2-3 0 0,-2 1-2 15,0-4 4-15,2 2-4 0,-2-7 1 0,0 10-3 16,0-10-10-16,-2 9-20 0,2-9-34 16,0 7-50-16,0-7-71 0,0 0-66 0,-2 5-68 15,2-5-81-15,0 0-118 16,0 0-194-16,0 0 56 0,0 0-320 16,0 0-446-16</inkml:trace>
  <inkml:trace contextRef="#ctx0" brushRef="#br0" timeOffset="-178246.06">25670 17790 2767 0,'-2'-11'21'0,"2"1"14"0,2 3 22 0,-2 7 31 0,0-8 24 0,0 8 11 0,0 0 6 0,0-9-23 15,0 9-9-15,0 0-7 0,0 0-3 16,0 0 10-16,0 0 5 16,5 41-7-16,-5-14-4 0,4 15 8 0,-4 1 8 15,-2 1-7-15,2-1-2 0,0 2-7 16,0-3-2-16,0-2 5 0,-4-1-8 0,4-3-3 16,-2-7-2-16,1-7-8 0,1-2-4 15,-2-4-10-15,2-1-3 0,0-3-6 16,-3-1-4-16,3-3-5 0,0 0-2 15,0 1-14-15,0-9-25 0,0 0-59 0,-2 10-59 16,2-10-84-16,0 0-77 0,0 0-85 0,0 0-131 16,0 0-179-16,0 0 61 15,0 0-298-15,0 0-393 0</inkml:trace>
  <inkml:trace contextRef="#ctx0" brushRef="#br0" timeOffset="-177896.63">25998 17890 2810 0,'3'-10'126'0,"-3"10"-16"0,2-8-10 15,-2 8-9-15,0 0 44 0,0 0 48 0,0 0 7 16,0 0-16-16,7 27-12 0,-7-13-16 16,2 0-12-16,-2 3-12 0,2 1-9 15,-2-1-10-15,-2 3-9 0,2 1-11 0,-2-4-7 16,2 3-9-16,-3-3-4 0,1-1-8 16,0-1-6-16,-3-1-13 0,4-2-38 0,-1-2-40 15,0 0-54-15,0-1-54 0,-2-2-67 16,4-7-78-16,-2 10-119 0,2-10-182 15,-1 5-47-15,1-5 88 0,0 0-198 16,0 0-242-16</inkml:trace>
  <inkml:trace contextRef="#ctx0" brushRef="#br0" timeOffset="-176930.41">25826 17979 1937 0,'-6'-6'6'0,"6"6"21"0,-5-7 13 0,5 7 20 16,-5-6 22-16,5 6 11 0,-6-10 9 0,6 10 0 0,-1-6-7 15,1 6-10-15,-4-8-4 0,4 8 3 0,0 0-3 16,-2-9-7-16,2 9 1 0,0 0 0 0,0 0 5 15,2-8 3-15,-2 8 22 0,0 0 4 16,4-12 7-16,-4 12 1 0,7-6-3 16,-3 1 0-16,2-1 2 0,0 2-2 15,1-2-5-15,0 1-4 0,2 0-8 0,-2 1-8 16,-7 4-9-16,17-5-7 0,-7 0-10 16,1 2-4-16,-11 3-7 0,18 0-6 15,-18 0-5-15,18 2-2 0,-18-2-5 0,16 3-5 16,-7 2 0-16,-2 0-3 0,2 2-1 15,-4 2 2-15,1 1 12 0,-4 2 8 16,-1 1 1-16,-1-1 9 0,0 2 5 0,-1 1 5 16,-1 2-2-16,-4-3-1 15,3 1-2-15,-2-1-5 0,-1 1-2 0,5-5-3 0,-3 2-7 16,-2-3-4-16,4 1-5 16,-1-3 1-16,1 0-9 0,0 0-4 0,2-7-1 15,-5 10-3-15,5-10 1 0,0 8-4 16,0-8 2-16,0 0 0 0,3 12-4 15,-3-12 2-15,6 9-5 0,-4-3-3 0,-2-6-2 16,5 11 2-16,1-4-1 0,-3-2-5 16,3 2 1-16,-1 1 1 0,-2 2 1 0,5-2-5 15,-7 1 4-15,5 3 0 0,-4-4 4 16,2 2-1-16,-4 1 8 0,1-3 20 16,-1 2 20-16,0 1 21 0,-1-3 20 15,-3 4 9-15,-2-3 10 0,3 1-1 16,-7 0-14-16,2-1-4 0,-1-3-11 0,0 0-7 15,-3-1-12-15,0 0-3 0,1-3-6 16,-1 0-11-16,-1-1-2 0,13-1-5 0,-19 0-17 16,19 0-35-16,-25-1-30 0,16-1-48 15,9 2-43-15,-20-2-49 0,11 0-57 16,9 2-73-16,-15-1-63 0,15 1-71 16,-10-5-97-16,10 5-163 0,-2-6-45 0,2 6 90 15,0 0-411-15,18-11-544 0</inkml:trace>
  <inkml:trace contextRef="#ctx0" brushRef="#br0" timeOffset="-176547.3">26361 17766 3200 0,'0'-12'73'0,"0"3"41"0,0 1 38 0,0 8 27 0,1-9 13 0,-1 9-10 0,0 0-23 0,5-8-17 16,-5 8-19-16,0 0-15 0,0 0-10 16,0 0-6-16,0 0-6 0,7 32-10 15,-5-14-8-15,2 7-2 0,-4 11-10 0,0 1 3 16,-4 2-1-16,4 2-3 0,-2-2-6 15,1 2-1-15,-5-3-3 0,4 1 9 0,-1-5 13 16,-2-4 5-16,1-9-1 0,2-2-2 16,0-1-11-16,1-3-4 0,-1-3-6 15,0 0-8-15,0-4 0 0,0 1-9 16,2-9-27-16,0 12-49 0,0-12-65 16,0 8-106-16,0-8-92 0,0 0-78 0,8 1-131 15,-8-1-216-15,0 0 63 0,0 0-386 16,0 0-527-16</inkml:trace>
  <inkml:trace contextRef="#ctx0" brushRef="#br0" timeOffset="-176113.31">26633 17944 3208 0,'-5'-13'125'0,"3"1"32"0,2 2 16 0,0 2 1 16,2 1-1-16,1 0-15 0,6-2-15 15,0 3-17-15,6 0-10 0,0 1-10 16,5 5-15-16,-6-3-8 0,6 6-10 0,-4 1-6 16,2 4-9-16,-3 5-3 15,-3 2 2-15,-7 3 18 0,-1 1 27 0,-8 3 33 0,1 1 23 16,-11 8 15-16,-3-2 31 15,-2-2 9-15,-1 1 10 0,6-4 7 16,1-5-10-16,3-5-17 0,0-2-14 0,7-4-7 0,1-1-13 16,-2 1-4-16,4-8 3 15,6 8-9-15,-6-8-79 0,20 4-80 0,-3-4 0 16,5 0 0-16,0 0 0 0,3 0 0 16,-2-3 0-16,-4 2 0 0,2-1 0 15,0 2 0-15,-4-4 0 0,-4 2 0 0,0 2 0 16,-13 0 0-16,20 0 0 0,-20 0 0 15,15-3 0-15,-15 3 0 0,0 0 0 16,0 0 0-16,15 3 0 0,-15-3-230 16,0 0-353-16,0 0-125 0,0 0-223 0,0 0 59 15,0 0 110-15,-32 17-634 0,21-9-849 16</inkml:trace>
  <inkml:trace contextRef="#ctx0" brushRef="#br0" timeOffset="-171996.63">10494 10338 3432 0,'-5'2'-272'0,"5"-2"29"0,0 0 29 0,-5 6 29 0,5-6 42 0,0 0 32 16,-5 4 25-16,5-4 24 0,0 0 14 0,-6 5 10 16,6-5 6-16,0 0 5 0,-2 5 8 15,2-5 6-15,0 0 3 0,0 0 7 0,0 0 5 16,-3 7 13-16,3-7 10 15,0 0 8-15,0 0 8 0,0 0 11 0,0 0-2 16,0 0 5-16,0 0 3 0,-4 5 2 16,4-5 7-16,0 0 5 0,0 0 5 0,0 0 5 15,0 0 2-15,0 0 0 0,0 0 3 16,0 0-1-16,0 0-6 0,0 0-7 0,0 0-4 16,0 0-8-16,0 0-5 0,0 0-1 15,0 0-11-15,0 0-3 0,0 0-1 16,18-15-5-16,-18 15-6 0,16-4-1 15,-7 1-5-15,3 1-7 0,-2-2 4 0,-1 3-6 16,0-2 2-16,-9 3-4 0,18-2 3 16,-11 2-6-16,-7 0-4 0,19 0 3 0,-19 0 0 15,11 0-2-15,-11 0-4 0,16 2 6 16,-8 1-5-16,-8-3 2 0,11 5-5 16,-5-1-1-16,2-1 2 0,-5-1 3 0,3 2-3 15,-6-4 6-15,7 11 4 0,0-6-6 16,-4 0 6-16,-1 2-5 0,2 2 7 0,0-3-7 15,-3 3 4-15,1-1 3 0,2 1-3 16,-2 0-1-16,1-2 1 0,0 3 0 0,-1 1 2 16,4-3-3-16,-4 2-1 15,-1-2-4-15,1 1 5 0,0-1 5 0,0 1 25 16,-2-1 5-16,0 4-2 0,-2 0 10 0,0-3-3 16,0 3 1-16,-3 1-7 0,-4-1 6 15,2 2-5-15,2 1 3 0,-5-3-4 16,-2 2-6-16,3-1 3 0,-2-3-5 0,1 2 0 15,1 0-3-15,-1 0-4 0,-2-1-4 16,3-1 1-16,0 0-1 0,1-3-3 16,0 2-6-16,3-3 1 0,-5 1 4 0,5 0-3 15,-2-2-4-15,4 1 4 0,-3-2-2 16,2 0 4-16,4-4 19 0,-7 8 1 0,7-8 3 16,-4 5 2-16,4-5 1 0,-6 4-6 15,6-4 0-15,0 0-4 0,0 0-5 0,0 0 2 16,14 8-3-16,-14-8-5 15,18 0-2-15,-6 0-6 0,-1 0 1 0,3 2-4 16,-1 0 0-16,0-2-1 0,-1 3-4 16,-1-1 0-16,3 2 0 0,-5-3-3 0,2 2 3 15,1 1-3-15,-2 0 1 0,-1 0-2 16,-1 2 1-16,1-2 1 0,2 0 2 0,0 3-3 16,0 1 0-16,-2 0 1 15,1-2-1-15,-3 1-1 0,1 1 8 0,-1 0 1 0,3-1 4 16,-4 1 4-16,0 0 11 0,-3 2 7 15,1-3 4-15,-2-1 3 0,0 3 4 16,-2 0 7-16,-4 2 1 0,2-2-3 16,-3 3-2-16,-3 2-2 0,-1-2-1 0,1 0-2 15,-4 4-3-15,-1-3 0 0,2 0 0 16,-1 1 6-16,0-2 25 0,0 2 6 16,-1-5 18-16,1 0 6 0,-1 1 17 0,-3-3 7 15,-1-1-4-15,-2 0-6 0,-4-1 3 16,-4-2-7-16,0-1-6 0,-1 0 5 0,0-2-11 15,-4-2-10-15,-4 0-3 0,4 0-8 16,3 1-5-16,4-4-14 0,3 3-24 0,3 0-40 16,4 0 0-16,1-1 0 0,1 3 0 15,1-3 0-15,12 3 0 0,-16-3 0 16,16 3 0-16,-14 0 0 0,14 0 0 16,-13-2 0-16,13 2 0 0,0 0 0 0,-14-2 0 15,14 2 0-15,0 0 0 0,0 0 0 16,-13-2 0-16,13 2 0 0,0 0 0 0,0 0-1 15,-9 12-418-15,7-5-113 0,-2 1-124 16,2 3-244-16,-2-3 61 0,2 1 95 0,2 0-650 16,-2-1-848-16</inkml:trace>
  <inkml:trace contextRef="#ctx0" brushRef="#br0" timeOffset="-170997.91">10925 11593 3511 0,'5'-11'-206'0,"1"2"35"15,-2 3 24-15,0-1 30 0,0 2 35 0,0 0 32 0,-4 5 27 0,3-11 25 16,-1 8 14-16,-2 3 11 0,0-8 4 16,0 8 8-16,0 0 7 0,-2-9-1 0,2 9-5 15,0 0-8-15,0-8-5 0,0 8 3 16,0 0 20-16,0 0 10 0,-11 29 18 0,3-9 7 15,1 9 19-15,-4 4 8 0,-2 3-4 16,2-1 20-16,-2 2 2 0,-4 4-3 16,3-5 3-16,1-3-5 0,0 2-11 0,-1-4-11 15,3-2-7-15,1-6-14 0,5-5-6 16,-1-1-6-16,0-5-9 0,1-1-2 16,1-1-6-16,1-2-3 0,0-2-4 0,-1 1-3 15,2-3-2-15,2-4-4 0,-2 8-12 16,2-8-47-16,0 0-51 0,0 0-77 0,-11 0-66 15,11 0-60-15,0 0-68 0,0 0-69 16,-14-11-126-16,9 7-47 0,5 4 53 0,-6-5-178 16,3 0-205-16</inkml:trace>
  <inkml:trace contextRef="#ctx0" brushRef="#br0" timeOffset="-170732.05">10977 11844 1987 0,'5'-3'8'0,"3"0"5"16,-8 3 1-16,0 0 3 0,0 0 26 16,0 0 24-16,0 0 16 0,0 0 7 0,-20 27 6 15,9-10-2-15,-4 6 3 0,0 2 16 16,-3 1 8-16,1 1 9 0,2 0 2 16,0-2-15-16,4-5-6 0,1-2-11 0,0-1-11 15,3-2-9-15,1-1-8 0,-2-2-13 16,5-2-1-16,-3-1-4 0,2-1-4 0,1 1-4 15,-1-1-3-15,1-4-8 0,-1 1-10 16,4-5-47-16,-1 8-53 0,-3-4-68 0,4-4-87 16,-6 8-98-16,6-8-172 15,0 0-45-15,-3 8 60 0,3-8-99 0,-6 4-84 0</inkml:trace>
  <inkml:trace contextRef="#ctx0" brushRef="#br0" timeOffset="-170448.18">11283 12208 1608 0,'6'-2'61'0,"-6"2"4"0,7-2-10 15,-7 2-4-15,0 0 1 0,0 0 18 0,0 0 8 16,0 0 7-16,-14 21-3 0,3-11-5 15,0 2-8-15,0 1-6 0,1-3-5 0,-3 3-7 16,4 0-7-16,1-1-4 0,-2-2-2 16,3 0-2-16,0 1-6 0,2-4-1 0,1 1-11 15,1-3-21-15,-1 2-28 0,0-2-37 16,4-5-83-16,0 0-116 0,0 0-212 16,0 0-120-16,0 0-99 0</inkml:trace>
  <inkml:trace contextRef="#ctx0" brushRef="#br0" timeOffset="-170197.68">11586 11889 1724 0,'8'-10'112'0,"-5"3"21"0,1 2-14 16,0 1-14-16,-4 4-16 0,0 0 5 0,0 0 38 15,0 0 11-15,2 17-11 0,-10-3-10 16,5 5-11-16,-7 3-8 0,-2 7-4 15,1 0-13-15,-3 0-4 0,0-3-8 0,3 4-15 16,-3-4 5-16,3-7-8 16,0-1-4-16,2 1-6 0,0-3-9 0,3-3-27 15,-2-1-34-15,3-1-43 0,-1-2-51 16,2-3-61-16,1-3-110 0,3-3-159 0,0 0-80 16,0 0 55-16,0 0-91 0,0 0-66 15</inkml:trace>
  <inkml:trace contextRef="#ctx0" brushRef="#br0" timeOffset="-170048.54">11563 11879 1793 0,'0'0'112'15,"0"0"-7"-15,0 0-14 0,2-4-9 16,-2 4-12-16,0 0-5 0,0 0-7 0,0 0-5 16,0 0-8-16,0 0-6 0,-9 19-43 15,5-12-63-15,0 2-91 0,-2-1-138 16,0 4-380-16,-5 1-172 0</inkml:trace>
  <inkml:trace contextRef="#ctx0" brushRef="#br0" timeOffset="-168548.23">6650 6925 573 0,'0'0'85'0,"-7"-4"9"0,7 4 0 0,0 0 10 15,-12-4-5-15,12 4-1 0,-6-2-4 0,6 2-5 16,0 0-1-16,0 0 4 16,-9-6 4-16,9 6-2 0,0 0 1 0,0 0 1 15,0 0-2-15,0 0-4 0,0 0-3 16,0 0-3-16,0 0 1 0,0 0-3 0,0 0 2 16,0 0 9-16,0 0-6 0,34-2-9 15,-7 2-11-15,9-5-3 0,7 1-7 16,0-2 0-16,2 4-2 0,0-4-14 0,-6 0-1 15,-3 2-8-15,-9 0 2 0,-6 1-3 16,-3 1 6-16,-5 0 4 0,-2 0 5 0,1 2-7 16,-12 0-8-16,15-2-2 15,-15 2-10-15,10 2-2 0,-10-2 3 0,6 11-3 16,-10-3-2-16,2 7 12 0,-3 3 11 16,2 5 18-16,-7 9 15 0,5 4 8 0,-3 0 7 15,0 1 11-15,4 0-2 0,-1 1-3 16,-1-2-7-16,1 0-5 0,1-2-8 0,-1-1-5 15,2-6-6-15,1-3-4 0,0-2-6 16,0-3-8-16,0 1-5 0,2-3 1 16,-1-5-4-16,1 2-2 0,-2-2-2 15,0-1-2-15,2-2-7 0,-2-1 6 0,0-2-1 16,2 0-6-16,0-6-17 0,-2 9-55 16,2-9-83-16,0 0-78 0,-12 0-84 15,12 0-92-15,0 0-178 0,-25-9-43 0,14 3 58 16,2 2-198-16,-3-6-239 0</inkml:trace>
  <inkml:trace contextRef="#ctx0" brushRef="#br0" timeOffset="-168062.19">6810 7270 1951 0,'0'0'-77'0,"-7"4"28"0,7-4-2 0,-8 3 33 0,8-3 27 0,-9 2 19 0,9-2 30 16,0 0 14-16,-10 4 4 0,10-4-2 0,0 0-2 15,-7 2-8-15,7-2 2 0,0 0-6 16,0 0 4-16,0 0-1 0,-8 4 0 16,8-4 9-16,0 0-3 0,0 0-4 15,40 2-5-15,-11-2-10 0,12-4-4 16,7 2 0-16,4 0-9 0,9-2-3 0,-2 0-1 16,-10 1-5-16,-5-1-1 0,-4 3-3 15,-8-1-1-15,-9 2-1 0,-4-2-3 0,-2 2 26 16,-4 0 22-16,1-1 17 15,-14 1 2-15,22-2-2 0,-15 0-10 0,-7 2-2 0,0 0-6 16,18 0-3-16,-18 0-14 16,0 0 0-16,16 0-1 0,-16 0-9 0,0 0-4 15,0 0-3-15,15 0 1 0,-15 0-18 16,0 0 7-16,6 2-36 0,-6-2-66 0,0 0-79 0,0 0-101 16,0 0-138-16,0 0-175 15,-23 12 28-15,9-9-174 0,-2-1-212 0</inkml:trace>
  <inkml:trace contextRef="#ctx0" brushRef="#br0" timeOffset="-165866.08">3674 12498 3393 0,'-27'-6'21'0,"2"1"-10"0,8 1 7 0,3 2-4 16,1-2 15-16,6 3 20 0,7 1 17 0,-6-5-11 16,6 5-1-16,28-6 10 0,35 4-2 15,23-4-7-15,44 2-4 0,25-3 1 0,19 2-6 16,75 2-4-16,2 3-1 0,2 3-6 16,3-6-2-16,-3-1-4 0,-15 3-5 0,-62 1-4 15,-9 0 7-15,-11-4-8 16,-18 4-2-16,-23-3-6 0,-40 3-7 0,-23-2-17 15,-9 0-2-15,-12 2 0 0,-12-1-34 0,-9-1-41 16,-9 2-53-16,-1 0-60 16,0 0-75-16,-37 0-126 0,-5 3-143 0,-8 1 18 15,-15-1-171-15,-3 2-192 0</inkml:trace>
  <inkml:trace contextRef="#ctx0" brushRef="#br0" timeOffset="-165183.17">3378 12512 2095 0,'12'-12'46'0,"-3"3"-2"15,-3 4-8-15,-3 0-3 0,3 1-3 0,-6 4 22 0,8-1 33 0,-8 1 23 0,0 0 24 0,11 22 10 0,-11-2 19 0,2 5 2 0,-4 14 23 16,-3 1-14-16,-1 14-8 0,-4 1-4 16,3 1-11-16,-4 2-8 0,-1 2 5 0,2-2-4 15,1-5-12-15,-5 0-10 0,3-4-11 16,0-1-10-16,-1-9-13 0,5-2-6 0,-1-4-6 15,5-4-9-15,-4-7-8 0,5-5-5 16,-1 0-4-16,1 0-3 0,2-3-8 16,0-1-5-16,2-1 1 0,1 2 0 15,8-3-2-15,3 3-4 0,17-3-2 0,11-1-4 16,21 0-1-16,15-5-9 0,36 4-4 16,14-4 1-16,21 7-2 0,17 0 2 0,64 3 1 15,6 4-3-15,-1 0 5 0,-3-1-5 16,-7 5 3-16,-2-3-4 0,-60-5 0 15,-4-1 0-15,-13-2-1 0,-12 1-2 0,-19-4 1 16,-34-3-1-16,-13-2 2 0,-25 1-1 16,-3-4 0-16,-17 1 1 0,-2-2 0 15,-12 0-6-15,-9 0 0 0,10-3-3 16,-10 3-17-16,0 0-46 0,0 0-63 0,-27-11-84 16,12 9-107-16,-4-2-133 0,-4 1-219 15,-3 1 23-15,-13-4 71 0,3 0-308 0,-2 2-369 16</inkml:trace>
  <inkml:trace contextRef="#ctx0" brushRef="#br0" timeOffset="-164116.64">3639 12841 2455 0,'0'0'30'0,"-3"-8"26"0,3 8 23 0,0 0 28 0,0 0 45 0,-2-11 27 0,2 11 7 16,0 0-14-16,5-8-18 0,-5 8-13 15,8-6-16-15,-1 2-14 0,5 1-7 0,1 0-14 16,7 1-7-16,1 4-7 0,-1-2-7 16,1 2-5-16,6-1-7 0,-2 4-8 0,-3 1-3 15,1 0-4-15,-1 1-8 16,-4 2-1-16,2 0 2 0,-8-2 2 0,0 2 3 15,-4 0 13-15,-3 2 5 0,-1 1 8 0,-4 2 10 16,-4 3 1-16,-7 1 3 16,-3 8-7-16,-6-4 15 0,1-1 2 0,4-5 8 15,1-1-2-15,5-5-1 0,1-2-4 16,-2-1-6-16,5 0-3 0,1 0-7 0,0-2-13 16,4-5-1-16,-5 9-11 0,5-9-6 15,0 11-4-15,2-3-6 0,3 2-1 0,3-2-2 16,-1 5-5-16,7 1 1 0,-3-1-7 15,3 1 1-15,-5-2 1 0,0 0-3 16,-2 0-3-16,-2 0 1 0,-1 0 3 0,-2-2 24 16,-4 2 25-16,-4-2 24 15,-4 1 11-15,-3 0 0 0,-6-2 3 0,-8 5-10 16,3-6-4-16,1-3-11 0,0 1-10 16,0-3-4-16,3 0-9 0,-2-3-10 0,1-3 1 15,-4 1-9-15,8-1-7 0,0-1-21 16,0 1-37-16,5 1-61 0,1-2-69 0,11 4-72 15,-16-6-89-15,11 6-125 0,5 0-130 16,-6-5-198-16,6 5-31 0,0 0 84 16,0 0-549-16,0 0-723 0</inkml:trace>
  <inkml:trace contextRef="#ctx0" brushRef="#br0" timeOffset="-163483.2">4425 12695 3242 0,'0'0'-153'0,"-2"-10"11"0,2 10 15 0,-4-7 14 0,4 7 10 0,-3-9 22 0,3 9 19 0,-1-6 23 0,1 6 10 0,0 0 7 0,0-9 5 15,0 9 4-15,0 0 9 0,1-7 10 0,-1 7 23 16,3-7 15-16,-3 7 18 0,0 0 12 16,4-6 13-16,-4 6 7 0,2-6 9 15,-2 6 12-15,0 0 20 0,0 0 5 16,3-6 12-16,-3 6 5 0,0 0 8 0,0 0 2 16,0-7 2-16,0 7-5 0,0 0-7 15,0 0-12-15,0 0-16 0,0 0-18 0,0 0-12 16,0 0-11-16,0 0 6 0,0 0 34 15,0 0 10-15,2 34-12 0,-4-14 1 16,2 8 26-16,-3 13-5 0,-1 12 1 16,-2 3 30-16,-2 2-1 0,1 0 9 0,-1-2-8 15,0-4 11-15,-1-2-10 0,3-12-14 0,-1 0 12 16,0-3-12-16,4-9-14 16,-1-4-16-16,0-6-12 0,2-1-12 0,-1-3-40 15,3-1-72-15,-4 1 0 0,4-6 0 16,-2 0 0-16,2 1 0 0,0-7 0 0,0 0 0 15,0 0 0-15,0 0 0 0,0 0 0 16,0 0 0-16,0 0 0 0,0 0-159 0,0 0-328 16,0 0-160-16,2-27-188 0,-4 22-29 15,2 5 83-15,0-14-722 0,2 9-948 0</inkml:trace>
  <inkml:trace contextRef="#ctx0" brushRef="#br0" timeOffset="-163050.18">4658 12903 4378 0,'-5'-14'-14'0,"3"1"12"0,4 1 2 0,3 3 4 0,2 1 28 0,4-2 3 0,5 3 0 0,-2 2 2 16,8 4-10-16,-4-1-1 0,7 5-3 15,0 5 0-15,7 2-2 0,-5 5-1 16,-2 1 2-16,-6 6 2 0,-5-3 9 0,-13 0 34 16,-1 1 21-16,-11 13 22 0,-3-4 23 15,-9 1 16-15,-5 1 13 0,4-4 32 16,-3-2 27-16,4-7 3 0,5-1-1 16,5-5-6-16,4-2-14 0,1-3-10 0,0 1-10 15,6-4-6-15,2-4-3 0,2 12-9 16,-2-12-15-16,16 10-18 0,-1-7-15 0,4 1-12 15,6 1-25-15,-1-2-80 0,5 1 0 16,-2-3 0-16,-1 1 0 0,-1 0 0 0,-5-2 0 16,-5 2 0-16,-3-1 0 0,2 1 0 15,-14-2 0-15,20 0 0 0,-20 0 0 0,16 2-131 16,-10-2-103-16,-6 0-69 0,0 0-101 16,12 1-99-16,-12-1-116 0,0 0-212 15,0 0 50-15,0 0 85 0,0 0-559 16,0 0-715-16</inkml:trace>
  <inkml:trace contextRef="#ctx0" brushRef="#br0" timeOffset="-162700.29">5212 12597 3738 0,'0'-11'89'0,"0"1"-6"0,0 4-11 15,0 6-12-15,2-4 54 0,-2 4 53 16,0 0 30-16,9 25 34 0,-4-5-26 16,4 15 42-16,-2 4-2 0,2 17-28 0,-1 4 34 15,0 7 0-15,-4 5-3 0,1 0 8 16,-5 0-11-16,0 1-8 0,-3-1 3 16,-1-4-8-16,-1-7-19 0,2-3-12 0,-1-15-49 15,0-2-152-15,2-7 0 0,-1-7 0 16,1-5 0-16,-2-5 0 0,4-3 0 0,-2-2 0 15,2-2 0-15,-1 0 0 16,1-1 0-16,0-9 0 0,0 9 0 0,0-9 0 16,0 0 0-16,0 0 0 0,0 0 0 15,16-26 0-15,-9 14 0 0,-2-3-65 0,1 1-596 16,-3-1-139-16,1 2-111 0,-6 5 68 16,0-2-827-16,1 1-1107 0</inkml:trace>
  <inkml:trace contextRef="#ctx0" brushRef="#br0" timeOffset="-161116.85">6429 12729 4407 0,'12'-5'-157'0,"-7"-2"35"0,3 2 28 0,-4 4 26 0,-4 1 29 0,8-6 27 0,-8 6 16 0,0 0 8 15,0 0 0-15,3-7 7 0,-3 7 3 0,0 0 21 0,0 0 10 16,-23 16 0-16,8-4 16 16,-10 2 16-16,-5 4 10 0,-8 11 22 0,-8 0 4 15,-5 5 7-15,-15 12 9 0,4 2-4 16,-5 1 9-16,2 1-2 0,17-9-3 0,1 1-1 16,8-4-4-16,2-1-10 0,6 1-3 15,14-8 7-15,2-2 7 0,7-4 0 16,8-5 5-16,6-1 2 0,11 7-13 15,7-7-7-15,6-1-16 0,8-5-11 16,5-7-6-16,5 1-9 0,-1-4-4 0,0-4-4 0,-6 0-5 16,-2-4-9-16,-13 3-3 15,-3-3-3-15,-4 0-5 0,-4-4 1 0,-3 1-10 16,-4-3-1-16,-7 0-3 0,-1-5-1 16,-5 2-12-16,-2-2-2 0,-9 0-7 0,-5-4 3 15,-2 2-6-15,-2 4-1 0,4 3-22 16,3 4-48-16,4 1-46 0,3 2-53 0,2 1-70 15,-2-1-88-15,6 1-93 0,5 4-98 16,0 0-142-16,-6-4-145 0,6 4 78 0,0 0-600 16,15-9-777-16</inkml:trace>
  <inkml:trace contextRef="#ctx0" brushRef="#br0" timeOffset="-159150.23">15733 12814 2057 0,'0'0'254'0,"0"0"-60"0,0 0-27 0,0 0-8 0,0 0 27 15,0 0-1-15,0 0 7 0,0 0-3 16,0 0 11-16,0 0 13 0,0 0 6 0,0 0-4 15,0 0 9-15,0 0 7 0,0 0 1 16,17-16 23-16,-17 16-8 0,0 0-11 0,0 0-9 16,0 0-16-16,0 0-5 0,0 0-11 15,0 0-8-15,0 0-10 0,0 0-16 0,0 0-9 16,0 0-6-16,6-6-7 16,-6 6-6-16,0 0-12 0,0 0-18 0,5-5-9 15,-5 5-10-15,10-10-84 0,-4 4 0 16,3-2 0-16,4 2 0 0,5-5 0 0,-1 1 0 15,4 0 0-15,3-2 0 0,1 2 0 16,-5 1 0-16,-2-1 0 0,-2 3 0 16,-1 2 0-16,-1-2 0 0,-3 2 0 0,-4 1 0 15,3 1 0-15,-10 3 0 0,13-5 0 16,-5 2 0-16,-8 3 0 0,12-4 0 0,-12 4 0 16,9-3 0-16,-9 3 0 0,0 0 0 15,23 0 0-15,-23 0 0 0,17 1 0 0,-17-1 0 16,15 4 0-16,-15-4 0 0,13 3 0 15,-13-3 0-15,14 4 0 0,-14-4 0 0,9 6 0 16,-9-6 0-16,10 7 0 16,-7-3 0-16,-3-4 0 0,9 8 0 0,-8-2 0 15,-1-6 0-15,6 8 0 0,-6-8 0 16,4 8 0-16,-4-8 0 0,3 9 0 0,-3-9 0 16,2 10 0-16,-2-10 0 0,-2 14 0 15,2-9 0-15,0-5 0 0,-3 16 0 0,-1-8 0 16,0-1 0-16,2 1 0 0,-1 1 0 15,-4-1 0-15,4 4 0 0,-5-4 0 16,5 1 0-16,-5-1 0 0,4 0 0 16,-4 2 0-16,3-2 0 0,-3 1 0 0,3-3 0 15,-4 3 0-15,2 0 0 0,0-1 0 16,-1-1 0-16,0 1 0 0,0 1 0 0,3-3 0 16,-1 2 0-16,-4-2 0 0,5 3 0 15,-1-2 0-15,1-2 0 0,-3 2 0 16,5 0 0-16,-4-2 0 0,1 3 0 0,1-1 0 15,-1 0 0-15,1-2 0 0,-4 2 0 16,2 0 0-16,2 0 0 0,-5-1 0 0,2 1 0 16,2 0 0-16,-1 0 0 0,2 0 0 15,-4-2 0-15,4 3 0 0,-3-2 0 16,3 2 0-16,-3-3 0 0,2 1 0 16,0 0 0-16,1 0 0 0,5-6 0 0,-9 10 0 15,0-3 0-15,6-3 0 0,-5 2 0 16,3 0 0-16,-3-1 0 0,4 0 0 0,-4-1 0 15,8-4 0-15,-9 11 0 0,3-5 0 16,3-2 0-16,3-4 0 0,-12 9 0 0,4-4 0 16,5 0 0-16,3-5 0 0,-8 6 0 15,8-6 0-15,-6 6 0 0,6-6 0 0,-6 6 0 16,6-6 0-16,0 0 0 0,0 0 0 16,-5 6 0-16,5-6 0 0,0 0 0 0,0 0 0 15,-4 7 0-15,4-7 0 16,0 0 0-16,0 0 0 0,0 0 0 0,0 0 0 15,0 0 0-15,0 0 0 0,0 0 0 0,0 0 0 16,0 0 0-16,31-1 0 0,-31 1 0 16,28-6 0-16,-9 5 0 0,0-1 0 15,2 0 0-15,4 1 0 0,-1-1 0 0,3 2 0 16,2 0 0-16,-3 0 0 0,1 0 0 16,0 0 0-16,2 2 0 0,-3-2 0 15,1 0 0-15,-3 1 0 0,5-1 0 16,0 0 0-16,-3 0 0 0,-3 0 0 0,2 0 0 15,0 0 0-15,-6 0 0 0,-2 0 0 16,-2 0 0-16,-1 0 0 0,1 0 0 0,-15 0 0 16,19 0 0-16,-19 0 0 0,17 0 0 15,-17 0 0-15,0 0 0 0,17 0 0 0,-17 0 0 16,0 0 0-16,13 0 0 0,-13 0 0 16,0 0 0-16,0 0 0 0,12 0 0 15,-12 0 0-15,0 0 0 0,0 0 0 0,0 0 0 16,0 0 0-16,0 0 0 0,0 0-839 15,-36 12-152-15,19-8 112 0,-8 1-985 0,2-2-1290 16</inkml:trace>
  <inkml:trace contextRef="#ctx0" brushRef="#br0" timeOffset="-150733.08">4145 12134 1633 0,'11'-22'1'0,"-4"2"47"0,-1 3-8 0,0 1-10 0,-4 3 19 0,2-3-7 15,0 4 6-15,-3-1 11 0,-1 4-4 0,2 0-4 16,-2 2-5-16,0-1-7 0,0 8 0 16,2-10-5-16,-2 4-2 0,0 6-2 0,0 0-3 15,0 0 12-15,0 0 10 0,0 0 22 16,-4 25 4-16,-1-1 24 0,-5 15 11 0,-3 15 19 16,-7 13 24-16,-4 26 6 0,-9 10 5 15,-7 7-16-15,-3 6-9 0,-18 45-13 0,13-33-17 16,-11 36 32-16,15-40-6 15,4-6-9-15,0-5 14 0,8-7 4 0,1-7 10 16,4-6-4-16,4-10 6 0,5-20-21 16,0-2-5-16,3-13 17 0,3-1-12 15,1-14-13-15,6-8-10 0,-4-4-14 0,6-6-7 16,-1 1-9-16,0-4 14 0,1-2 8 16,1 0 4-16,-2-3 20 0,2 0-13 0,1-2-11 15,1-5-10-15,-7 7-11 16,7-7-6-16,-6 7-10 0,6-7-9 0,-5 3-10 15,5-3-7-15,0 0-20 0,0 0-38 16,-13 0-59-16,13 0-55 0,0 0-69 0,0 0-83 16,-18-3-89-16,18 3-108 0,-9-5-164 15,4 1-123-15,5 4 73 0,-5-12-514 0,3 4-671 16</inkml:trace>
  <inkml:trace contextRef="#ctx0" brushRef="#br0" timeOffset="-148603.46">4990 12189 3179 0,'5'-18'-135'0,"-2"0"20"0,-3 3 15 0,2 0 30 0,0 4 10 0,2-1 20 0,0-2 17 15,-3 1 3-15,3 1 24 0,0-1-2 16,-1 4 0-16,2 0 4 0,-1 1-4 0,-1-2-1 16,-1 6 2-16,0-1-3 0,-2 5 3 15,4-10 0-15,-4 10-3 0,4-4 3 0,-4 4 20 16,0 0 1-16,0 0 38 0,3 23 4 15,-3-3 27-15,-3 14 27 0,-5 7 13 0,-3 15 23 16,-5 8 5-16,-3 22 10 16,-5 1-6-16,-1 4-12 0,-4 2 18 0,1 3-18 15,3-1-1-15,-4 0 18 0,2-1-4 16,5-4-14-16,1-3-14 0,2-1 18 0,6-21-6 16,1 1 7-16,2-6-13 0,3-2-4 15,1-16 16-15,0-1-11 0,0-3-15 16,3-9-9-16,-1-5-18 0,0-2 12 15,1-5-5-15,-1 0-9 0,0-2-11 16,1-2 3-16,0-2-15 0,1-1-6 0,0 0-8 0,-2-1 1 16,4-3-10-16,-3 2-5 15,1-2-8-15,2-6-2 0,-4 11 1 0,4-11-4 0,-2 8-2 16,2-8-1-16,-2 7-8 16,2-7-3-16,0 0 0 0,0 10-5 0,0-10 8 15,0 0-3-15,-3 7-5 0,3-7-2 16,0 0-5-16,0 0-1 0,0 0-5 0,-3 7 4 15,3-7-1-15,0 0-8 0,0 0-4 16,0 0-47-16,0 0-83 0,0 0-100 0,0 0-128 16,-13 0-136-16,13 0-179 0,0 0-164 15,-18-8 79-15,9 4-684 0,0-1-895 16</inkml:trace>
  <inkml:trace contextRef="#ctx0" brushRef="#br0" timeOffset="-147719.47">4409 14655 4017 0,'-11'-5'-57'0,"0"-2"9"16,-1 2 6-16,4 1 25 0,1 0 39 0,7 4 46 0,-12-6 34 0,12 6 6 15,-9-4-4-15,9 4-12 0,0 0-4 0,-8-4-10 16,8 4-1-16,0 0-6 0,0 0-5 16,33 0-6-16,10 2-4 0,22 0-5 15,15 2-11-15,14-4 0 0,35 4-5 0,10-3 1 16,8 3-7-16,11-1 0 0,6 1-4 16,6 1 2-16,-9-2-6 0,-6 2-1 0,-12-1-7 15,-14-4 1-15,-35 0 2 0,-16 0-5 16,-15-2 1-16,-17 0 1 0,-12 2 2 0,-10-2 1 15,-4 1-2-15,-6-1-5 0,-3-1-2 16,-11 3-7-16,11-5-9 0,-11 5-31 16,0 0-51-16,0 0-74 0,0 0-86 15,-33-6-102-15,19 6-149 0,-9 0-151 0,-6 2 53 16,-13 2-310-16,-2 1-390 0</inkml:trace>
  <inkml:trace contextRef="#ctx0" brushRef="#br0" timeOffset="-147019.54">4209 14741 2433 0,'4'-5'22'0,"2"1"25"0,-6 4 8 0,7-5 3 0,-7 5 1 0,0 0 5 0,0 0-4 0,0 0 13 15,0 0 57-15,18 9 36 0,-15 3 10 16,-1 5 8-16,0 5-3 0,2 16-13 0,-1-1 31 16,-3 2 6-16,0 3-1 0,-3-2-17 15,-1-3-10-15,4 1-7 0,-2-2-9 0,0-5-13 16,1-7-13-16,-1-1-14 15,0 2-12-15,2-6-7 0,-2-1-8 0,0 0-5 16,2-5-14-16,2-1-7 0,-2 1 3 0,0-2-9 16,4 0-5-16,-1 0-6 15,-1-4-2-15,2 4-8 0,1-2-3 0,7-1 0 16,0-1-5-16,7-1-2 0,3 2 1 16,5-4-9-16,17 0 4 0,5-2-10 0,21-4 6 15,3-2-8-15,8 1-3 0,5-2-10 16,2 1 4-16,35-1-2 0,8 2 4 0,6-2 9 15,6 1-3-15,2 4-1 0,2 0 2 16,-6 0-8-16,-9 0 7 0,-12 0-2 16,-29 0-3-16,-11-3 2 0,-14 3 0 0,-18-1-6 15,-13 1 7-15,-9-2 0 0,-6 2 1 16,-2-2 1-16,-2 2 1 0,-3-2-9 0,-13 2 1 16,21 0-3-16,-12-2 1 15,-9 2-6-15,0 0-18 0,18-1-46 0,-18 1-64 16,0 0-67-16,0 0-86 0,0 0-90 15,2 5-115-15,-2-5-153 0,0 0-102 0,-31 8 69 16,12-4-473-16,-1 3-614 0</inkml:trace>
  <inkml:trace contextRef="#ctx0" brushRef="#br0" timeOffset="-146103.24">4918 14858 3040 0,'6'-3'-48'0,"-6"3"18"0,10-2 14 0,-10 2 23 0,9-4 17 0,-9 4 27 0,0 0 36 0,9-6 24 0,-9 6 22 0,6-4 3 0,-6 4 6 16,0 0 1-16,8-6 3 0,-8 6-10 15,0 0-1-15,0 0-13 0,6-7-11 16,-6 7-15-16,0 0-8 0,0 0-7 0,0 0-8 16,0 0-8-16,0 0-6 0,0 0-8 15,0 0-5-15,0 0-4 0,0 0-6 0,0 0-3 16,0 0-2-16,0 0-2 15,-41 9-2-15,26-3-2 0,-1 0-4 0,0 5 2 0,-4-3-4 16,-3 1-1-16,5-1 10 16,-9 8-1-16,2-3 1 0,0 4 23 0,-2 1 1 15,3 2 3-15,-1 1 14 0,1-1 4 16,0 2-4-16,4-1-2 0,3 1-2 16,4-3-3-16,2-2-4 0,0 0 0 0,6-2-5 15,-1 2 2-15,2-3-4 0,2 1-2 16,0-2-3-16,4 0 3 0,1 0-3 0,6-1-6 15,2-2 0-15,0-1-5 16,8-1 3-16,-1-3-6 0,0-1-1 0,6-2-4 16,-3-2 3-16,-1-2-6 0,5-2-5 15,-4 1-2-15,2-2-1 0,-8-2-4 16,1-1 4-16,-5-1-2 0,0-1-2 0,-3-2-2 16,-2 0-4-16,-4 1 2 0,-2 1-2 15,-2-3 1-15,-2 4-3 0,-6-3-4 0,-1 4 3 16,-4 0-5-16,-2 4 2 0,-6-1 0 15,-1 3-12-15,0 2-34 0,1 2-51 0,-2 0-56 16,4 1-72-16,1 5-73 16,0 2-88-16,7-3-120 0,-2 0-189 0,7-2-18 15,1 1 69-15,3 0-402 0,0 0-518 0</inkml:trace>
  <inkml:trace contextRef="#ctx0" brushRef="#br0" timeOffset="-143786.55">7941 6596 2750 0,'9'-8'-94'0,"0"0"33"0,-3 2 21 0,2 0 30 0,-4-1 32 0,1 3 25 0,1-2 22 0,0 1 23 0,-5 0 28 16,-1 5 16-16,7-9 5 0,-3 6-8 0,-4 3-9 15,1-7-12-15,-1 7-13 0,0 0-10 16,2-7-12-16,-2 7-3 0,0 0-7 0,0 0-16 16,0 0 15-16,-27 17-6 15,3 0 10-15,-5 4 2 0,-9 7 18 0,-4 5 2 16,-6 1 16-16,-2 3-7 0,0 3 16 15,-2-1-6-15,-5 14-5 0,13-9 9 0,5 3-13 16,7 1 11-16,3 2-3 0,9-2-8 16,4 1-5-16,9-12-7 0,3 2-6 15,8 1-7-15,5-2-7 0,9 2-1 0,3 0-11 16,7-8-4-16,-1-8-9 16,10 2 0-16,-3-9-8 0,0-6-1 0,0-2 0 15,-3-8-4-15,-6-1-2 0,0-3-5 0,-3-4 2 16,4-8 12-16,-1-2-3 0,-3-3 10 0,-8-6-5 15,-2 0 2-15,-4-9-11 16,-3 1-2-16,-5 1 0 0,-3-1-7 0,-5 2 7 16,-4 3-9-16,-2 7-6 0,-6 7 3 15,-9-1-5-15,-5 9-3 0,2 3 6 0,1 4-8 16,-6 4-9-16,-2 1 2 0,5 2-60 16,10 2-76-16,4 1-95 0,9 1-121 15,5-3-150-15,6 0-258 0,3 4 21 0,7-3 86 16,2-1-529-16,1 2-645 0</inkml:trace>
  <inkml:trace contextRef="#ctx0" brushRef="#br0" timeOffset="-141704.98">15807 12794 407 0,'0'0'219'0,"0"0"-46"0,0 0-24 0,0 0-21 0,0 0-4 0,0 0-2 0,4-10-2 0,-4 10-3 15,0 0 6-15,0 0 6 16,0 0 7-16,0 0-3 0,0 0 0 0,0 0 4 15,0 0 7-15,0 0 12 0,0 0 3 16,4-7 9-16,-4 7-14 0,0 0-18 16,9-2-17-16,-1-2-10 0,2 0-11 0,-1 0-9 15,3 1-6-15,3 0-12 0,0-2-13 16,-2 1 2-16,2-1-2 0,3 2-7 0,-4 1-5 16,-2-2-5-16,-1 3-2 0,2-3-4 15,-2 3-2-15,0 1-4 0,-11 0-3 0,21 0-3 16,-12 0 3-16,-9 0-1 15,21 1-6-15,-11 1-5 0,0 0 1 0,-10-2 2 0,16 5 11 16,-9-3 11-16,0-1 4 16,-1 4-5-16,-1-3 24 0,-5-2-2 0,8 9 5 15,-4-3 10-15,-4 2 1 0,0-4 2 16,0 5-2-16,-2-2-11 0,0 2-1 0,-2-1-12 16,2 2-4-16,0 1 2 0,-1-1 8 15,-3-2 16-15,2 3-7 0,1-1-7 0,-4 1-1 16,4-2 10-16,-5 0 3 0,3 3 0 15,-3-1-1-15,-2-1 7 0,3 2 19 16,-8 0-7-16,1 0 16 0,-9 5-12 0,5-3-2 16,0-2-14-16,-7 5 0 15,8-3-12-15,0-4-6 0,0 0-12 0,3-1-2 0,3-1-1 16,-1-1-3-16,3 0 0 16,2-2-10-16,-1 3-6 0,2-6 4 0,-2 4-7 15,5-2-1-15,3-4 1 0,0 0-2 16,-13 6-2-16,13-6 7 0,-7 6 10 0,7-6-5 15,0 0-1-15,-7 5 13 0,7-5-1 16,-4 2 9-16,4-2 2 0,0 0 2 0,0 0-6 16,0 0-6-16,13 10-2 15,-3-8-3-15,3 1-3 0,3 2-5 0,1-1 1 16,4 1-4-16,0 3-7 0,1-1-4 16,9 3 2-16,-3 0-5 0,3 4 0 0,-3-2-1 15,1 2 2-15,0-2-5 0,-6 0-3 16,4 1 4-16,-2 1-3 0,-3-2 0 0,-3-2 1 15,8 4-4-15,-6-2 2 0,-2-2 2 16,-4 0-4-16,0 1-5 0,-3-3 3 0,1 2 5 16,-4-2-6-16,2 1 5 0,-6-1-3 15,2-2 2-15,-3 4 9 0,2-3 0 0,-5 1 4 16,2 0 11-16,-6 0-2 16,3 1-27-16,-1 2 0 0,-7-1 0 0,3-1 0 15,-4-2 0-15,-4 5 0 0,2-4 0 0,-4-1 0 16,-6 1 0-16,0 1 0 0,-9 0 0 15,-6-1 0-15,0-1 0 0,-3-2 0 16,3-1 0-16,3-1 0 0,8 0 0 16,-1 1 0-16,2 0 0 0,2-3 0 0,3 2 0 15,4-3 0-15,1 2 0 0,1 0 0 16,13-2 0-16,-21 1 0 0,21-1 0 0,-13 0 0 16,13 0 0-16,-14 2 0 0,14-2 0 15,0 0 0-15,-13 2 0 0,13-2 0 0,0 0 0 16,-9 2 0-16,9-2 0 0,0 0 0 15,0 0 0-15,0 0 0 0,0 0 0 16,-14 1 0-16,14-1 0 0,0 0 0 0,0 0 0 16,0 0 0-16,0 0 0 0,0 0 0 15,0 0 0-15,-9-5 0 0,9 5-23 16,0 0-1031-16,0 0 95 0,0 0 104 0,0 0-947 16,15-13-1232-16</inkml:trace>
  <inkml:trace contextRef="#ctx0" brushRef="#br0" timeOffset="-140671.03">5171 16181 5086 0,'-18'-7'-190'0,"0"4"19"0,5-2 20 0,1 4 50 0,3-3 54 0,9 4 41 0,-15-4 29 16,7 2-2-16,8 2 0 0,0 0-3 16,0 0 0-16,0 0 2 0,0 0 2 0,0 0 2 15,55 10-3-15,6-6-2 0,16 1 1 16,11-2-1-16,31-6-2 0,11 2-1 0,5-3-5 15,-3 2-2-15,3-4 2 0,-6-5 0 16,-5 6-14-16,-11-4-1 0,-31 1-4 16,-14 3-11-16,-10 0-10 0,-19 0-14 15,-10 4 3-15,-8 1 5 0,-6-1-16 0,-3-1-19 16,-12 2-29-16,9 0-41 0,-9 0-37 16,0 0-46-16,0 0-67 0,-23 10-112 15,5-6-158-15,-2 3 34 0,-14-1-162 0,-2 3-182 16</inkml:trace>
  <inkml:trace contextRef="#ctx0" brushRef="#br0" timeOffset="-140121.08">5108 16250 1916 0,'2'-9'33'0,"2"3"15"16,-4 0 17-16,0 6 14 0,3-6 4 0,-3 6 7 16,0 0-3-16,0 0-16 0,0 0 2 15,0 0 53-15,0 0 36 0,-7 35 2 16,0 2 21-16,-4 0-4 0,-1 11 24 15,-3 2-17-15,-3-1 16 0,5-5 8 0,-4-1 15 16,0 1-6-16,3-8-10 0,3 0-23 16,-3-3-13-16,3-3-15 0,2-8-18 15,2-3-16-15,2-5-4 0,1-2-9 0,1 0-9 16,1-3-7-16,0-2-10 0,2-7-6 16,0 12-6-16,2-6-6 0,3 0-9 15,7 0 0-15,1 0-6 0,7-3-11 0,8 1 5 16,16 0-11-16,9-2-2 15,18 0-8-15,9-2-9 0,13-2-5 0,33 0-3 16,7 1-7-16,8-1 4 0,10 2-1 0,12 2-5 16,7-1 4-16,2 3-4 0,-1 0 5 0,-4 0 1 15,-13 0-3-15,-16 0 0 16,-13-3-2-16,-38 3-2 0,-14-6-8 0,-24 4-4 16,-7-1 2-16,-11-1-1 0,-8 0 2 15,-5 0 0-15,-6-1 11 0,-12 1-7 16,13 0 3-16,-13 0 8 0,0 0-16 0,10-4 2 15,-10 4-7-15,0 0-31 0,0 0-73 16,0 0-88-16,0 0-94 0,0 0-122 16,0 0-161-16,0 0-178 0,0 0 61 0,-23-10-519 15,23 10-683-15</inkml:trace>
  <inkml:trace contextRef="#ctx0" brushRef="#br0" timeOffset="-139354.81">6503 16106 3391 0,'-3'-4'-30'0,"-5"1"7"0,8 3 10 15,0 0 18-15,-9-7 37 0,9 7 31 0,0 0 7 0,0 0-11 0,-5-7-2 0,5 7-7 16,0 0-3-16,24-3-13 0,-5 1 5 0,8 2-18 16,14-4 7-16,9 3-5 0,-1 1-11 15,7 0 9-15,10 1-2 0,5-1-12 0,1 0 8 16,0-3-1-16,0 2-4 0,-10-1-10 16,-15 2 6-16,-4 0 1 0,-11-4-2 0,-7 1-8 15,-6 1 21-15,0 2 29 0,-6-2 16 16,1 1 1-16,-14 1-7 0,18-2-10 15,-9 0-2-15,-9 2-8 0,13-1-4 0,-13 1-16 16,7-4-50-16,-7 4-79 0,10-2-109 16,-10 2-141-16,6-3-253 0,-6 3-6 15,5-7 69-15,-5 7-236 0,0 0-268 16</inkml:trace>
  <inkml:trace contextRef="#ctx0" brushRef="#br0" timeOffset="-138004.64">15247 13537 1922 0,'0'0'267'0,"0"0"-130"0,1-5-53 0,-1 5-37 15,0 0-10-15,0 0-10 0,0 0 15 0,0 0 46 16,0 0 45-16,0 26 20 0,-5-11-1 0,-2 4 23 16,-9 12-10-16,1 0-1 0,-6 8 6 15,1 2-14-15,-5 1-15 0,1 0-10 0,-2-1-11 16,1 0-16-16,0 0-6 16,3-7-11-16,2-5-11 0,5-3-5 0,-2 1-7 15,4-8-7-15,5-6-7 0,-2-1-3 16,3-4-5-16,3 1-5 0,-4-2-5 0,4-2-2 15,1 1-53-15,3-6-105 0,0 0-123 16,0 0-118-16,0 0-138 0,0 0-129 0,7-25 48 16,1 15-298-16,2 0-368 0</inkml:trace>
  <inkml:trace contextRef="#ctx0" brushRef="#br0" timeOffset="-137738.16">15112 13888 2418 0,'3'-5'12'16,"-1"0"16"-16,-2 5 0 0,6-3-1 16,-6 3-4-16,0 0 16 0,0 0 7 0,0 0 17 15,7 17 1-15,-7-7-4 0,-2 4-6 16,2 5-2-16,-3 4-1 0,-3 0-7 0,-3 8 3 16,-3 0-11-16,-1-2 2 0,-1-1-4 15,1 1 0-15,-2-4-4 0,2-1-4 16,2-2-7-16,-2-8 2 0,4 3-8 15,0-5 0-15,1 0-35 0,0 1-51 0,5-5-65 16,-3-1-72-16,2-3-119 0,4-4-162 0,0 4 28 16,0-4-79-16,0 0-46 15</inkml:trace>
  <inkml:trace contextRef="#ctx0" brushRef="#br0" timeOffset="-137536.9">15121 14226 1506 0,'4'-5'100'0,"-4"5"4"0,0 0-9 15,0 0 21-15,0 0 27 0,0 0 13 0,0 0 6 16,-2 20 1-16,-4-9-11 0,3 3-12 16,-3-1-13-16,2 5-3 0,-4 1-8 0,4 1-9 15,-3 1-15-15,1-2-7 0,1-2-3 16,-2-2-11-16,4 0-13 0,-3-1-6 0,1 0-11 16,-1-4-74-16,2-1-80 0,3 0-88 15,-8-3-125-15,7-1-207 0,2-5 12 16,-5 5 51-16,5-5-73 0,-6 5-45 15</inkml:trace>
  <inkml:trace contextRef="#ctx0" brushRef="#br0" timeOffset="-137137.58">16030 13912 1791 0,'4'-3'180'0,"-4"3"-21"0,3-3-15 0,-3 3-16 16,0 0 11-16,0 0 23 0,0 0 15 16,-9 27-5-16,0-8-13 0,-7 6-15 15,3 3-12-15,-4 1-9 0,-2-1-16 0,4 1-7 16,-5-2-10-16,2 2-11 0,-4-3-7 16,6 1-9-16,-2-4-7 0,5-5-7 15,0-4-55-15,3-1-72 0,5-5-54 0,-2-1-53 16,5-3-94-16,2-4-73 0,0 0-91 15,0 0-72-15,0 0 36 0,25-12-119 0,-9-1-97 16</inkml:trace>
  <inkml:trace contextRef="#ctx0" brushRef="#br0" timeOffset="-137004.73">16030 14101 1825 0,'7'-3'81'0,"-5"-1"0"16,-2 4 59-16,0 0 38 0,0 0 37 16,0 0 8-16,-13 29 2 0,2-16-8 15,-1 2-15-15,-1 0-22 0,-4 9-18 16,4-5-18-16,-1-3-13 0,5 0-16 0,-2-2-14 15,2 1-53-15,0-6-106 0,4 1-124 16,-1 0-141-16,1-4-230 0,0 0-18 0,1-1 57 16,0-1-189-16,4-4-197 0</inkml:trace>
  <inkml:trace contextRef="#ctx0" brushRef="#br0" timeOffset="-134820.02">16080 15011 1395 0,'11'-6'339'0,"-2"1"-84"0,0-1-49 0,-6 3-15 0,5 0-28 0,-8 3-1 0,0 0 5 0,13-5-17 16,-13 5 3-16,4-4-1 0,-4 4-12 15,0 0-1-15,10-7-2 0,-10 7 5 0,0 0 8 16,0 0-2-16,0 0-12 0,0 0-11 15,-37 2-15-15,16 1-7 0,-6 2-10 0,-9-1-9 16,-1-2-10-16,6 3-8 0,6-2-2 16,4-1-9-16,2 0-1 0,2-1-7 15,1 1-2-15,3 0-6 0,13-2-5 16,-17 0-3-16,7 2-2 0,10-2-1 0,-14 1-7 16,14-1 3-16,0 0-4 0,-20-3-2 15,20 3 1-15,-9-4-4 0,9 4 0 0,0 0-2 16,-12-3-7-16,12 3 5 0,0 0-2 15,0 0-1-15,-11-4 0 0,11 4-3 0,0 0-2 16,0 0-4-16,0 0 2 0,0 0-3 16,0 0 4-16,0 0-2 0,-9 17 3 15,7-9-1-15,2 2 0 0,0 2-1 0,0 1 1 16,0 4-2-16,3 1 2 16,-1-1 2-16,4 6 2 0,3 3 3 0,5 1 2 15,3-4-2-15,2 0-4 0,2-3 4 16,5-1-1-16,1-2-1 0,2 0-2 0,-3-1 1 15,5-3 1-15,-4 1-2 0,-8-1 1 16,-1-5-2-16,-2 2 1 0,-3 1 1 0,1-2 1 16,-5 2 13-16,-1 1 15 0,-3-1 20 15,0 1 15-15,-5 1 9 0,0 1 18 0,-9 0 9 16,0 1 8-16,-10 6 3 0,-1-3-5 16,-7 0 1-16,-2-2-17 0,0 0 1 15,-1-4-19-15,-1-2-5 0,6-1-9 0,4-3 4 16,5-4-9-16,2 2-1 0,3-4-12 15,0 2-2-15,11-2 0 0,-22-2-15 16,15 0 1-16,7 2-8 0,-16-4-3 16,13 0-2-16,3 4-13 0,-12-4-47 0,7 1-56 15,5 3-76-15,-8-5-81 0,8 5-114 16,-6-6-125-16,6 6-193 0,0 0-121 0,0 0 88 16,0 0-586-16,0 0-764 0</inkml:trace>
  <inkml:trace contextRef="#ctx0" brushRef="#br0" timeOffset="-134139.2">16652 15211 3325 0,'4'-16'-114'0,"-3"3"42"0,3-1 37 0,0 4 42 0,-1-3 49 0,-1 1 49 0,2 1 26 0,0-2 25 16,-2 4 21-16,0-2 17 0,2 1 12 0,0 1 3 16,-2 2 0-16,-2 7-1 0,3-12-30 15,-1 7-10-15,-2 5-6 0,4-9-15 0,-4 9-18 16,3-7 3-16,-3 7-9 15,2-7-9-15,-2 7-4 0,0 0-15 0,0 0-9 16,0 0 10-16,2-4 47 0,-2 4 24 16,0 0 0-16,2 23 5 0,-2-8 3 15,0 5 11-15,0 5 0 0,-2 11 10 0,0 4-9 16,0 3-6-16,1 1-52 0,-1-1-129 16,-2 3 0-16,0-2 0 0,4-4 0 0,-3-2 0 15,-1-2 0-15,0-7 0 0,2-5 0 16,0-3 0-16,0-4 0 0,0 0 0 0,0-3 0 15,0-2 0-15,0-2 0 16,2 0 0-16,-1-3 0 0,1 0 0 0,-2 0 0 16,0 1 0-16,2-8 0 0,-2 9 0 15,2-9 0-15,-2 8 0 0,2-8 0 0,-2 8 0 16,2-8 0-16,0 5 0 0,0-5 0 16,0 0 0-16,-3 7 0 0,3-7 0 0,0 0 0 15,0 0 0-15,-7 3 0 0,7-3 0 16,0 0 0-16,0 0 0 0,0 0 0 0,-5-17-994 15,5 17 19-15,3-14 100 16,4 5-943-16,0 0-1247 0</inkml:trace>
  <inkml:trace contextRef="#ctx0" brushRef="#br0" timeOffset="-133422.97">17226 15243 4668 0,'-7'-13'-240'0,"2"6"55"0,-1 0 54 0,2 0 44 0,1-1 56 0,-4 2 47 0,7 6 35 0,-7-12 29 15,3 7 15-15,2-3 11 0,2 8-7 16,-3-12 4-16,3 7-1 0,0 5 2 0,3-15-12 16,3 6-4-16,1 4-9 15,1-4-9-15,5 3-5 0,1 1-7 0,3 1-9 16,-1 4-3-16,-2 0-4 0,2 2-4 16,3 2-6-16,-6 2-3 0,2 6-2 0,-1-1-2 15,-5 7 1-15,0-1 10 0,-9 6 5 16,-1 2 14-16,-10 9 22 0,-11 8 13 15,-3 0 8-15,-5-1 19 0,-2-2 5 16,-3-2 8-16,-1-6-3 0,2 1 18 0,9-8 3 16,2-3 0-16,8-5-11 0,1-2 2 0,5-4 6 15,4 0 5-15,-1-4 8 0,4 2 1 16,2-8-2-16,10 11-10 0,2-5-17 16,10 0-111-16,10 0-19 0,8 0 0 15,0-3 0-15,2 0 0 0,-2 1 0 0,-8-3 0 16,-3 1 0-16,-4-2 0 0,-4 0 0 15,-2 0 0-15,-4 2 0 0,1-2 0 0,-5 0 0 16,-11 0 0-16,19 2 0 0,-19-2 0 16,15 0 0-16,-15 0 0 0,0 0 0 15,20 0 0-15,-20 0 0 0,0 0 0 0,11 0 0 16,-11 0 0-16,0 0 0 0,0 0 0 16,0 0 0-16,0 0 0 0,0 0 0 0,0 6-327 15,0-6-288-15,0 0-200 16,0 0-103-16,0 0 96 0,0 8-774 0,0-8-1038 0</inkml:trace>
  <inkml:trace contextRef="#ctx0" brushRef="#br0" timeOffset="-132939.17">18162 15178 4123 0,'-9'-8'-189'0,"2"4"23"15,-3 2 32-15,0 2 43 0,10 0 52 0,-27 6 54 0,13 4 48 0,-13 5 52 16,-4 8 14-16,7 0 19 0,-9 10-3 15,8 1 21-15,7-2 10 0,-2-2-3 0,6 0 1 16,5 2 4-16,7-6 6 0,2-4-1 16,6 0-2-16,8 4-7 0,4-4-17 15,11-2-17-15,3 0-9 0,5-9-18 0,5 0-4 16,-3-4-17-16,4-6-6 0,-1-1-12 16,-5-5-4-16,2-3-3 0,-5-4-2 15,1-4-9-15,-7-1-4 0,-6-7 7 16,2-2-17-16,-7-2 0 0,-2-2-6 0,-10-2-25 15,0-4-3-15,-5 4-4 0,-5-5-3 16,-4 2-1-16,-2 0 0 0,-6 1 1 0,-7 9-13 16,-3 3 5-16,-7 3-23 0,-2 5-22 15,-1 6-38-15,2 7-50 0,7 2-46 0,-12 6-71 16,10 2-80-16,-1 1-72 0,8 1-108 16,5-3-243-16,9 4 54 0,4-1 76 15,5 1-387-15,1 2-493 0</inkml:trace>
  <inkml:trace contextRef="#ctx0" brushRef="#br0" timeOffset="-132606.34">19317 15108 3152 0,'-2'-21'191'0,"0"7"6"0,2 2 0 0,0 5-10 0,0 7-6 0,0-6 29 16,0 6 57-16,0 0-4 0,-1 23 6 15,-5-2 1-15,1 13 1 0,-3 6-22 16,0 12-24-16,-1-1-12 0,-2 0-23 0,-2-1-12 16,-1-2-24-16,0-3-11 0,-1-9-14 15,1-5-9-15,1 1-15 0,-2-4-10 0,2-3-4 16,0-6-16-16,1-1-10 0,2-7-17 15,3 1-51-15,1-4-67 0,-2 0-67 16,4-1-71-16,3-5-92 0,1-2-89 16,0 0-79-16,0 0-91 0,0 0-100 15,11-23-90-15,3-4 56 0,0-6-497 0,9-10-656 16</inkml:trace>
  <inkml:trace contextRef="#ctx0" brushRef="#br0" timeOffset="-132339.5">19358 15017 3096 0,'-16'-9'-86'0,"-1"4"22"0,-6 5 32 0,-2 0 39 16,-16 8 46-16,-4 0 45 0,-3 9 76 16,-4 4 40-16,-4 5 16 0,6 0 13 0,2 3-3 15,3 1 11-15,5 2 4 0,8-3 10 16,7-3-33-16,2-4 5 0,6 4 6 0,5-4 2 16,12-5-6-16,0 1-9 0,14 5-21 15,11 0-22-15,13 0-18 0,16-3-14 0,1-5-21 16,10-3-16-16,1-1-16 15,1-4-13-15,-6-6-23 0,-9-1-45 0,-9 0-64 16,-2-3-55-16,-11 1-43 0,-1 2-33 16,-11 0-47-16,0-2-42 0,-7 2-56 15,-11 0-49-15,14 2-51 0,-14-2-84 0,0 0-178 16,0 0-36-16,0 0 80 0,0 0-396 16,0 0-506-16</inkml:trace>
  <inkml:trace contextRef="#ctx0" brushRef="#br0" timeOffset="-131889.17">19661 15226 2925 0,'11'-17'-8'0,"2"3"22"0,4 3 1 15,5 3 0-15,6-2 23 0,1 2 9 0,-5 5-2 16,3 2-6-16,-6 1-4 0,4 1-3 15,0 5-5-15,-5-1 2 0,1 4-5 0,-1-1-3 16,-7 2 13-16,-4 1 19 0,-2 3 27 16,-6-3 15-16,-1 3 6 0,-8 5-2 15,-7 5 21-15,-2 2-9 0,-5-1-9 16,-3 0 17-16,-2-4-7 0,4 4 10 0,1-7-6 16,8-3 2-16,3-1 8 0,2-3 12 15,6 1 10-15,3-2 10 0,0 1 7 16,3 1 2-16,4-2-4 0,-2 2-5 0,4 0 7 15,-1 0-2-15,-1 1 1 0,2 0-10 16,-2 0-9-16,0-1-2 0,-1 3-1 0,-1-4-7 16,-4 3 4-16,1-2-1 0,-2 1 0 15,-3 1 1-15,-6 1-12 0,2 1-3 0,-6 0-9 16,-5-3-11-16,-7 3-51 0,0-1-53 16,0-1 0-16,0-4 0 0,3-1 0 15,-1-2 0-15,7-2 0 0,-2-4 0 0,2 3 0 16,2-4 0-16,1 0 0 0,2-4-166 15,2-1-310-15,4-2-165 0,3-1-226 0,4-2-15 16,1-2 93-16,1 0-697 16,3-2-934-16</inkml:trace>
  <inkml:trace contextRef="#ctx0" brushRef="#br0" timeOffset="-131439.2">20291 15155 4189 0,'-24'-4'-131'0,"-1"0"58"0,2 1 60 0,3 0 68 0,0 0 53 0,3 2 39 0,4-1 18 16,-1 0 16-16,14 2 5 0,-21-1 11 0,21 1-8 16,0 0-17-16,-1-6-14 0,1 6-17 15,27-6-14-15,2 2-15 0,13 0-15 16,2 4-4-16,-2 0-10 0,-4 6-6 16,-2 0-14-16,-3 3-5 0,-7 5-3 15,-6 1-3-15,-9 3-7 0,-6 2 7 0,-1 5 9 16,-4 2 10-16,-7 12 19 0,-6 6 14 15,-5-1 8-15,-1 1-4 0,0-2-11 0,-6-2-5 16,13-7-9-16,-6-3-8 0,3 0-8 16,-1-2-7-16,4-1-7 0,-1-7-2 15,4-4-8-15,0-1-13 0,1-2-29 0,0-3-87 16,3-1-90-16,1-2-80 0,0-1-105 16,4-3-138-16,0-4-154 0,6 6-171 0,-6-6 56 15,0 0-647-15,18-3-866 16</inkml:trace>
  <inkml:trace contextRef="#ctx0" brushRef="#br0" timeOffset="-131256.23">20149 15666 3893 0,'-27'-8'-8'0,"6"2"53"15,2 0 60-15,7 2 64 0,3-1 45 0,1 4 38 16,8 1 17-16,-12-5-8 0,12 5-18 16,0-6-25-16,0 6-16 0,18-8-32 15,0 4-12-15,13 4-21 0,15-2-32 0,6 2-94 16,13 0-102-16,-1 1-135 0,6 0-160 15,-1 3-178-15,-4-4-212 0,7 2 61 0,-7-1 92 16,0 2-419-16,-12-3-515 0</inkml:trace>
  <inkml:trace contextRef="#ctx0" brushRef="#br0" timeOffset="-130889.78">21833 15283 3088 0,'-2'-7'52'0,"2"7"10"0,-11-6 29 16,11 6 36-16,-23 4 43 0,-2 4 38 15,-11 6 30-15,-18 9 21 0,-3 6 22 16,-21 10 8-16,0 3 10 0,-2-1 1 16,5 1 3-16,3 1-9 0,19-10-16 15,3-1-20-15,8 2-24 0,6-5-19 0,2 3-19 16,13-9-13-16,3 2-23 0,7-5-12 15,6-2-10-15,3-3-12 0,4-3-10 0,1 0-38 16,9 0-78-16,3-2 0 0,7-2 0 16,0-1 0-16,-1-5 0 0,0 0 0 0,-1-2 0 15,4-4 0-15,-1-3 0 0,0 2 0 16,-7-5 0-16,-2-2 0 0,-5 0 0 0,-1-3 0 16,-6 0 0-16,-8-3 0 0,-5 1 0 15,-12-4 0-15,-9 3 0 0,-15 0 0 0,-10 4-121 16,3 8-167-16,-7 3-105 15,7 4-124-15,-1 5-151 0,-3 3-224 0,8 4 87 16,11 1 102-16,6 2-591 0,10 7-752 16</inkml:trace>
  <inkml:trace contextRef="#ctx0" brushRef="#br0" timeOffset="-130456.36">21800 16277 3517 0,'0'0'-94'0,"0"0"8"0,0 0 7 0,0 0 9 0,0 0 7 0,0 0 10 0,-59 16 37 15,12-1 17-15,-16-3 25 0,-15 0 14 0,-39-1 16 16,-16-5 5-16,-17-4 25 0,-28-8 37 15,-71-5 15-15,-24-5 24 0,-18-9 19 0,-29-2 11 16,-17-2 12-16,-22 3 24 0,-8 1 11 16,1 4-13-16,4 1 12 0,18 6-29 15,26 4-20-15,44 2-14 0,89 8-21 0,31 3-12 16,27-1-9-16,46-2-2 16,12 1 0-16,21 1-13 0,9-2-14 0,6 0-3 15,10 0-8-15,4 2-10 0,2-2-4 16,1 0-9-16,16 0 5 0,-21 1-25 0,21-1-1 15,-16-1-5-15,16 1-2 0,-18 1-9 16,18-1-3-16,0 0-20 0,-15 0-54 0,15 0-63 16,0 0-75-16,-10 2-65 0,10-2-88 15,0 0-108-15,0 0-133 0,0 0-232 0,18 15 53 16,-11-11 93-16,3-1-475 16,-10-3-605-16</inkml:trace>
  <inkml:trace contextRef="#ctx0" brushRef="#br0" timeOffset="108031.77">24821 3103 2381 0,'-6'-16'163'0,"0"0"-2"0,3 4 29 0,-1 1-3 0,-2 1-26 0,-3 2-17 0,1-1-11 15,-3 0-25-15,-3 3-16 16,-4 4-6-16,-6 4 3 0,-12 6 16 0,-14 9 16 15,0 9 5-15,-8 5 8 0,-13 13 2 16,5 6 5-16,3-1-3 0,16-7-12 16,8-1-10-16,5 4-8 0,9-1-11 0,8 3-12 15,14-9-6-15,4 1-4 0,12 5-5 16,12-2-2-16,6-5-7 0,3-3-6 0,4-8-4 16,4 0-4-16,-6-10-3 0,0-5-5 15,2-3 2-15,5-5-9 0,-2-6 0 0,4-3-1 16,-6-4-1-16,8-7-5 0,0-8 3 15,-8-4 0-15,2-8 1 0,-7-4 9 16,0-7 0-16,-5-5-4 0,0-7 1 0,-6-1-4 16,-7 0-3-16,-3 2-6 15,-1 8 0-15,-8 9 7 0,-4 13-3 0,-4 3-8 16,-1 3 1-16,-15-1-5 0,4 8-2 16,-16 5-5-16,-4 6-2 0,4 5-1 0,-11 6 2 15,-9 8 0-15,2 8-3 0,3 8 2 16,5 3-4-16,5 0 2 0,11 5-4 0,3 3 4 15,10-6-1-15,5 4-1 0,4 3 3 16,6 1-4-16,6 0 7 0,2 7-4 16,3 0 3-16,2 0-2 0,-2-4 4 0,-2-10-1 15,2 1 16-15,-10 0 17 0,3-3 33 16,-6-5 48-16,-6 4 3 0,3-7 23 0,-13 4 21 16,-1-1 8-16,-6-1 5 15,-4-4 3-15,1-3-9 0,-3-1-39 0,-2-1-136 16,-1-3 0-16,-2-3 0 0,2-1 0 15,5-8 0-15,2 1 0 0,4-5 0 0,-2-2 0 16,4-3 0-16,-2-4 0 0,-1-9 0 16,6 2 0-16,5-1 0 0,2-4 0 0,6-1-320 15,5-2-289-15,10-6-145 0,2-2-166 16,13-4 86-16,6 5-783 0,5 2-1056 0</inkml:trace>
  <inkml:trace contextRef="#ctx0" brushRef="#br0" timeOffset="108547.59">24787 3806 4313 0,'0'0'-46'0,"-6"7"54"0,6-7 44 0,0 0 48 0,0 0 45 0,0 0 30 0,0 0 0 0,0 0-14 0,0 0-15 0,0 0-16 0,0 0-14 0,28-15-9 0,-14 8-12 0,5-5-10 0,6-5-7 0,1-6-5 15,1 1-8-15,-2-4-9 0,0-1-5 0,-3 1-7 0,1 2-4 0,-3 3-2 0,-7 5 2 0,-4 3 1 0,-1 3 1 0,0 2 2 0,-5 3-11 0,-1-1-4 0,-2 6-1 0,0 0-5 0,0 0-2 0,0 0-2 0,0 0-4 0,-25 14-4 0,18-3 0 0,0 2 0 0,1 2-1 0,2 1 2 0,1 0-2 0,3-1-2 0,3 2 0 0,3 1 2 0,1-1-3 16,4-1-2-16,5 0-2 0,1-5 7 15,0 1 3-15,1-8-3 0,0 2-1 16,2-6-3-16,0 0 7 0,5-4-3 0,5-5-2 16,3-5 2-16,-7-2-4 0,1-4 2 15,0 1 6-15,-2-6 21 0,-5 1 6 0,0 0 20 16,-5 5 16-16,-3 4 11 0,-5 5 6 16,1 0-17-16,-2 4-13 0,-1 0-11 0,-5 6-8 15,0 0-1-15,0 0-2 16,0 0-7-16,0 0-6 0,-1 35 4 0,-1-19 1 15,-2 1-11-15,0 5-7 0,1-2 0 16,3-4-15-16,0 3-28 0,0 0-49 16,0-1-44-16,7-4-46 0,-1 1-55 0,-1-1-72 15,2 1-95-15,4-3-95 0,-2-4-123 16,0-1-189-16,1-5 79 0,1 4-570 0,0-4-746 16</inkml:trace>
  <inkml:trace contextRef="#ctx0" brushRef="#br0" timeOffset="108929.69">25842 3467 3258 0,'0'0'-52'0,"0"-11"53"0,0 11 22 0,-2-6 20 16,2 6 22-16,0 0 47 0,0 0 24 16,0 0 5-16,0 0-6 0,0 0-9 15,0 0-11-15,18 23-17 0,-11-13-3 0,-1-2-10 16,2 1-5-16,1 3-9 0,1-3-5 15,-1 1-5-15,-1-2-9 0,1 1 2 0,-1-4-5 16,-3 0 2-16,4-3 18 0,-9-2 11 16,15 4 9-16,-15-4 13 0,0 0 1 15,17-6 1-15,-11 1-2 0,-5-2-2 16,-1 7 2-16,-1-16-7 0,-7 6-6 0,3 3-9 16,-9 0-13-16,-3 1 4 0,-2 4-21 15,-2 2-3-15,-8 0-5 0,4 4-5 0,-7 6-1 16,3-1-12-16,3 7 2 0,9 0-1 15,-5 2-3-15,11 0-3 0,6 0-1 16,1-2 4-16,6 2-4 0,2 1 0 0,7-1-3 16,4 5-12-16,6 0-36 0,-2-8-40 15,6 1-46-15,0-3-54 0,2-4-53 0,-9-2-72 16,5-2-67-16,-1-3-90 0,-4-2-133 16,1-2-103-16,3-2 72 0,-2 0-367 15,-2-3-464-15</inkml:trace>
  <inkml:trace contextRef="#ctx0" brushRef="#br0" timeOffset="109447.78">26149 3684 2816 0,'-22'4'73'0,"22"-4"44"0,-16 0 41 16,16 0 19-16,0 0 24 0,-9 3 13 0,9-3 8 16,0 0 3-16,0 0-2 0,-6 8-10 15,6-8-13-15,0 0-21 0,0 0-13 16,27 4-5-16,-27-4-11 0,28-4-21 15,-11 0-10-15,5-3-7 0,4-7-17 16,-2 0-4-16,1-3-9 0,-2-2-4 0,1-3-1 16,-6-2 3-16,1 0-5 0,-6-1 6 15,-2 6 11-15,-2 1 8 0,-6 7-3 0,3-3-2 16,1 3-18-16,-6 5-6 0,-1 6-10 16,0 0-7-16,-8-8-6 0,8 8 3 0,0 0-12 15,-24 23-2-15,16-9-5 0,-2-1 0 16,5 7-6-16,1-1-4 0,2 1 0 15,2-1-4-15,2-2-1 0,4 2 1 16,-3-5-2-16,5 1-2 0,2-3-2 16,-1-2 0-16,4-1 8 0,3-4-4 0,-3-2 0 15,3-3 0-15,2-2-6 0,5-3-1 16,8-5-1-16,-5-4 0 0,3-1 2 0,0-4 2 16,-3-2-3-16,-1 1 4 0,-4 1 0 15,-6 7 7-15,-2 2 16 0,-2 1-6 0,-4 3-2 16,-2 2-11-16,-5 4 1 0,0 0-6 15,0 0 1-15,0 0 0 0,-1 22 1 0,-7-6-3 16,3 4-2-16,-4-1 6 0,4 3-5 16,-3-1-1-16,3 0-3 0,-2 0-4 15,4-4-21-15,1-3-61 0,0 1-40 0,2-1-36 16,0-5-28-16,2 0-51 0,0-2-79 16,1 0-111-16,4-6-143 0,-7-1-176 0,13 2-45 15,-13-2 83-15,16-6-539 16,-9-1-706-16</inkml:trace>
  <inkml:trace contextRef="#ctx0" brushRef="#br0" timeOffset="109813">26979 3566 3253 0,'0'0'-80'0,"0"0"26"0,0 0 22 0,0 0 36 0,0 0 23 0,0 0 4 15,0 0 6-15,0 0-1 0,0 0-2 0,0 0-6 16,34 2 2-16,-34-2-5 0,23 0 0 16,-14-2 2-16,-9 2 19 0,21-3 11 15,-8-1 9-15,-3-1 21 0,0 0 5 0,-5-2 5 16,1 2 4-16,-6 5 1 0,3-12-8 16,-3 12-8-16,-11-11-13 0,-1 9 5 0,-1 0 0 15,-8 0 1-15,-4 6 16 0,-7 2 5 16,0 3 9-16,1 5-3 0,1 1-5 15,6 6-1-15,2-1-12 0,3 3-5 16,8-5 3-16,2 1-6 0,4-4-9 0,5 1-3 16,5 1-6-16,4 2-8 0,6 3-8 15,6-1-21-15,2 0-40 0,-5-9-47 16,2 0-63-16,-3-2-62 0,4-2-71 0,-6-1-83 16,-2-2-126-16,-1-1-197 0,-2-2 31 15,-10-2 63-15,7 7-273 0,-7-7-329 0</inkml:trace>
  <inkml:trace contextRef="#ctx0" brushRef="#br0" timeOffset="122793.73">21135 7744 2213 0,'-14'5'-113'0,"1"-1"4"0,2 0 6 16,6 0 8-16,1-1 16 0,4-3 17 0,0 0 6 0,0 0 8 16,0 0 24-16,61-15-13 0,-5 4 1 15,5-3 6-15,1-3 9 0,7 0 3 0,-3 1 0 16,1 2 11-16,-8-1-8 0,-4 1-15 16,-13 4 0-16,-1 3-13 0,-15 3 0 0,-5 0 4 15,-7 1 7-15,-7 3 7 16,-7 0-2-16,0 0 3 0,0 0 11 0,0 0 10 15,-42 15 4-15,3-5 13 0,-8 7 3 16,-6-1 13-16,-3 0 7 0,1 0 6 16,4 0 8-16,14-5-5 0,5 1-5 0,10-6-8 15,2 1-1-15,9-3 3 0,5 2-3 16,4 0 3-16,2-6-1 0,0 0-3 0,29 3-1 16,-5-6-2-16,16 3-3 0,3-4-3 15,2-1-2-15,-1 2-1 0,3-2-3 0,-4 1-16 16,-7-1-10-16,-6 2 1 0,-8 3 0 15,-8-4 2-15,0 2 1 0,-6 0-2 0,-8 2 6 16,3-2-3-16,-3 2 2 16,0 0 0-16,0 0 3 0,0 0 1 0,-39-2 0 15,21 2-2-15,3 2 3 0,-4-2-3 16,1 0 4-16,5 0-13 0,2 0-29 0,11 0-63 16,-19 0-76-16,19 0-271 0,-9-2 43 15</inkml:trace>
  <inkml:trace contextRef="#ctx0" brushRef="#br0" timeOffset="123826.64">23329 11293 1512 0,'-15'1'132'0,"4"1"-10"0,0 0-15 0,4 0-13 0,7-2-15 0,-9 1-6 15,9-1-5-15,0 0-3 0,0 0-4 16,0 0-5-16,36-1-2 0,-11-1-7 0,16-3-8 16,4-1-15-16,9-2-32 0,-6 2-43 15,8-2-45-15,-13 5-38 0,-4-2-30 0,-10 1-8 16,-7 4 13-16,-7 4 16 0,-9-1 21 15,-6 2 34-15,0-5 43 0,-27 16 49 16,-5-1 42-16,-6-3 49 0,-10 3 38 0,6-3 39 16,4-3 42-16,2-1 32 0,9-2 10 15,6 0-16-15,8-2-24 0,0-3-30 16,3 1-21-16,10-2-16 0,-6 0-20 0,6 0-43 16,0 0-57-16,0 0-68 0,52-7-80 15,-26 3-95-15,16-2-121 0,2 2-207 0,3-2 48 16,0-3-178-16,-8 4-166 0</inkml:trace>
  <inkml:trace contextRef="#ctx0" brushRef="#br0" timeOffset="125693.84">22159 14717 1999 0,'-9'5'237'0,"0"0"-4"0,6-3-28 0,-1 1-33 0,4-3-32 0,0 0-16 0,0 0-5 16,19 5-15-16,-4-5-17 0,12-1 4 15,15-3-11-15,6 2-10 0,13-1-4 0,1-1-50 16,-1 1-56-16,0 0-57 0,-11 1-63 16,-3-1-80-16,-2-2-78 0,-4 1-133 15,-8 1-39-15,-9-3-172 0,0 1-159 16</inkml:trace>
  <inkml:trace contextRef="#ctx0" brushRef="#br0" timeOffset="126311">16971 13558 2133 0,'-12'-6'129'0,"0"5"0"0,4-1-15 0,8 2-11 0,-13-3-17 0,13 3-5 0,-6-4-15 16,6 4-2-16,0 0-8 15,0 0 1-15,0 0-7 0,15-12-5 0,0 7-2 16,8-2-5-16,10-3-18 0,1 2-52 16,0-1-72-16,5-2-108 0,-1 1-158 0,-2 2-136 15,-11 1-171-15,-8-1-172 0</inkml:trace>
  <inkml:trace contextRef="#ctx0" brushRef="#br0" timeOffset="129326">2772 12093 424 0,'0'0'204'0,"-9"-13"-80"0,5 11-29 0,4 2-37 0,0 0-21 16,-21 10-6-16,13 0-11 0,-1 4-3 0,-1 3 3 16,4 2 8-16,3-2-1 0,3-1 0 15,3-1 27-15,5-1 4 0,6-3 14 0,7-3-1 16,7-7-6-16,12-4-9 0,14-10 2 15,9-7-6-15,18-14-3 0,5-11 1 16,-4-4-8-16,0-3-5 0,-4 0 0 0,-6 0-5 16,-4 0-1-16,-20 11-3 15,-3 4-2-15,-5 2-4 0,-10 2 1 0,-9 8-4 0,-6 2-2 16,-3 3-5-16,-5 6-5 16,-3 1-10-16,0 2-10 0,-1 5-13 15,-3-2-22-15,2-2-24 0,2 3-37 0,-1 1-55 16,2-3-89-16,-1-1-204 0,3-2 36 15</inkml:trace>
  <inkml:trace contextRef="#ctx0" brushRef="#br0" timeOffset="129642.23">4518 11030 1365 0,'-14'12'48'0,"-1"-2"8"15,4 2-8-15,3-3-6 0,1 1-3 0,1 0-6 16,2-1 2-16,4-1 40 0,4 0 16 16,5-4 14-16,5-1-2 0,10-6-9 0,21-5-5 15,17-8-6-15,24-11-7 16,2-7-9-16,0-2-4 0,-7 2-10 0,-1-1-1 15,-22 8-6-15,-3 2-25 0,-10 4-17 0,-12 4-23 16,-6 2-28-16,-13 6-54 16,-3 1-53-16,-8 3-43 0,-3 5-52 0,0 0-405 15,0 0-149-15</inkml:trace>
  <inkml:trace contextRef="#ctx0" brushRef="#br0" timeOffset="169970.23">26066 2005 511 0,'0'0'98'0,"0"0"7"0,-2-8-20 0,2 8 6 0,-5-7-7 15,5 7 3-15,-2-6 1 16,2 6 6-16,2-8 9 0,-2 8 7 0,0-13 4 16,3 9 6-16,1-4-1 0,-4 8-3 15,4-9-5-15,-4 4-7 0,0 5-16 0,0 0-11 16,0 0-6-16,0 0-3 0,0 0-5 15,12 19-2-15,-12-4-5 0,2 10-11 16,-2 2-1-16,0 10 2 0,-2 5-7 16,2 1-1-16,-3-2-2 0,3 3-3 15,-2-4-4-15,0 1 0 0,4-4-5 0,-2-5 5 16,-2 4-8-16,0-7-3 0,2-7 3 16,-2-3-6-16,2 0 0 0,0-6-1 0,0-1-13 15,-1-1-15-15,2-5-35 0,-1-6-55 16,0 0-59-16,2 4-87 0,-2-4-160 15,9-21-83-15,-1 1-64 0,6-14-60 0</inkml:trace>
  <inkml:trace contextRef="#ctx0" brushRef="#br0" timeOffset="170671.43">26288 1763 1411 0,'-11'-3'-84'0,"-1"-3"28"0,1 3 14 0,4 0 12 16,-1 1 21-16,8 2 9 0,-13-4 13 16,13 4 10-16,-10-6 4 0,10 6 8 0,0 0-1 15,0 0 2-15,0 0 1 0,0 0-1 16,49-5-6-16,-1 4-1 0,19 1-3 16,15 0-4-16,36-2-1 0,14 2-6 0,13 0 5 15,14-2-7-15,12 1 3 0,11 1-2 16,56 0-1-16,-57 3-5 0,2-1 0 15,-2 2 0-15,-2 0 2 0,-5 0-3 0,-9 0 0 16,-11 1 1-16,-16 0-6 16,-9 2 0-16,-16-5 5 0,-25 2-3 0,-10-2 5 15,-7 2-7-15,-9-2 0 0,-12-2 2 16,-8 3 0-16,-12-2-4 0,-5 1 6 0,-4 0-1 16,-4 0 4-16,-1 0 1 0,-3-2 0 15,-2 3-2-15,1 3 3 0,-3 2-3 16,0 2 2-16,2 1-1 0,-4 3 3 0,0 7-1 15,1 0 5-15,0 9 14 0,0 3 1 16,-1 3 2-16,-2 1-3 0,6 4-2 16,0 8 5-16,-2-11-9 0,1 3 5 15,3 3-5-15,-2-8 2 0,-1-3-12 16,-1 0 6-16,1-3 0 0,-2-5-4 0,-4-5 2 16,-2-3-2-16,-1-2 0 0,-1 1-2 15,-1-1 4-15,-7 2-4 0,-4 0 0 0,-11 1 3 16,-5 0-6-16,-16 5 0 0,-6-4-1 15,-8-1 5-15,-10 1-7 0,-7-5 5 16,-38 3-2-16,-5-3-3 0,-13-5 3 0,-7 1-3 16,-8-1 6-16,-9-4-4 0,-11 2-2 15,-7-3-1-15,0 2 3 0,-3-1 5 16,5 2 4-16,2 0 1 0,2-4-4 16,7 4 11-16,12-4 1 0,10 1 4 0,12-1-5 15,15 1-3-15,28 1 1 0,9-2-6 0,5 1-3 16,10-3 0-16,14 3-3 15,4-1-2-15,11-1 4 0,3-1-3 0,8 1-2 16,0 2-2-16,4-4 1 0,-1 3-4 16,5-1-1-16,4 1-17 0,7-3-14 15,-18 2-11-15,18-2-19 0,0 0-21 16,0 0-43-16,0 0-74 0,-11-9-143 0,11 9-133 16,11-17-53-16,1-2-28 0</inkml:trace>
  <inkml:trace contextRef="#ctx0" brushRef="#br0" timeOffset="171286.57">29285 1864 1324 0,'0'0'-43'0,"-2"-14"39"0,2 14 26 0,-4-11 19 0,4 11 21 0,-5-8 14 0,5 8 1 0,0 0-8 15,-2-7-9-15,2 7-4 0,0 0-3 0,0 0 14 16,0 0 2-16,-7 33 0 0,7-16 1 16,-4 8-3-16,4 13 3 15,2 7 4-15,2 0 18 0,-2 13-1 0,3 2-1 0,6-2 11 16,-4 0-8-16,2 0-8 15,1-2-6-15,1-3-10 0,0-4-4 0,-2-11-8 16,0-2-25-16,-2-2 6 0,-1-8 0 16,-2-7-21-16,0-3-36 0,0-2-35 15,0-2-37-15,-1-9-84 0,3 2-158 0,-6-5-189 16,0 0 40-16,0 0-45 0,4-34-32 16</inkml:trace>
  <inkml:trace contextRef="#ctx0" brushRef="#br0" timeOffset="171636.87">27488 1864 1462 0,'-9'-5'11'0,"9"5"13"16,-5-6-6-16,5 6-1 0,0 0-6 15,0 0 19-15,0 0 20 0,-8 21 18 0,8-6 11 16,-1 4 6-16,-3 17-2 0,-1 4 17 16,0 10-5-16,-3 5-7 0,1 3-8 15,1 0-4-15,0-2-3 0,0 2-10 0,3 0-6 16,1 0-3-16,0-12-7 15,-2-1-5-15,1-6-28 0,1-2-31 0,0-8-44 16,0-4-43-16,-3-6-55 0,2-5-87 16,-1-2-144-16,0-4-205 0,1-5-96 15</inkml:trace>
  <inkml:trace contextRef="#ctx0" brushRef="#br0" timeOffset="171937.3">26824 1891 1666 0,'-1'-7'3'0,"-4"0"18"0,5 7 0 15,-6-7 2-15,6 7 3 0,0 0 23 16,0 0 14-16,-16 28 21 0,7-8 6 0,-4 13 11 15,2 17-2-15,-3 9-18 0,-2 2 6 16,0 4-6-16,1 2-7 0,0 5-9 16,0-2-4-16,-1-3-1 0,1-3-4 15,3-2-16-15,3-8 6 0,2-13-3 16,-2-3-34-16,6-4-41 0,1-8-59 0,0-6-57 16,-2-4-80-16,4-6-188 0,0-3-52 15,0-7-65-15,-1 8-36 0</inkml:trace>
  <inkml:trace contextRef="#ctx0" brushRef="#br0" timeOffset="172668.85">29235 1020 1457 0,'5'-19'22'0,"1"3"26"0,-2 3 31 0,-4 3 27 0,4 0 17 15,-2 3 5-15,0-3 5 0,-2 10-13 16,2-9-23-16,-2 9-4 0,0 0-16 0,0 0-2 16,0 0-1-16,11 29-1 0,-6 1-1 15,4 7 3-15,-2 4-16 0,2 11 10 16,5-2-12-16,-1 3 2 0,3-1-5 15,-3-2-8-15,0-2 0 0,-3-11-6 16,1 0-4-16,-1-4-1 0,-3-2-4 0,-1-8-3 16,-2-4-20-16,-3-5-28 0,3-2-20 15,-4-2-41-15,0-3-58 0,0-7-84 16,-9 7-141-16,1-7-166 0,8 0 34 0,-19-2-24 16,19 2-23-16</inkml:trace>
  <inkml:trace contextRef="#ctx0" brushRef="#br0" timeOffset="172854.85">29080 1483 1547 0,'0'0'55'0,"-3"-14"25"16,3 9 11-16,0 5-4 0,-2-9-11 0,2 9-8 16,0 0-6-16,0 0-2 0,0 0-7 15,0 0-5-15,38 16-4 0,-23-2-23 16,4 7-37-16,2 0-47 0,0 2-66 0,0-3-109 15,0-1-390-15,2-2-126 0</inkml:trace>
  <inkml:trace contextRef="#ctx0" brushRef="#br0" timeOffset="173052.46">29692 1560 1689 0,'0'-7'8'0,"0"7"11"0,-9-6 14 16,9 6 6-16,-16-2 12 0,16 2 10 0,-22 5 3 15,8 1 4-15,-4 2-2 0,-2 0-4 16,1 4-3-16,-3 3-6 0,0-1-7 16,7-2-2-16,0-2-7 0,1 4-4 0,1-2 4 15,2 0-7-15,1-1-20 0,1-2-36 16,-1 3-44-16,2-4-51 0,1-2-86 16,-1 0-175-16,3-3-198 0,5-3-79 15</inkml:trace>
  <inkml:trace contextRef="#ctx0" brushRef="#br0" timeOffset="173668.63">29953 1080 1755 0,'2'-9'78'0,"-2"9"14"0,0-8-6 0,0 8-16 0,0 0-8 15,0 0-5-15,0 0-9 16,0 0 1-16,-7 30 1 0,0-6 2 16,2 10 0-16,-3-1-7 0,3 6-2 0,-1 0 4 15,-2 0-11-15,2 1 0 0,-1-3-3 16,0-1-2-16,0-2-6 0,2-11-4 0,-3 0 4 16,6-7-8-16,-1-3 4 0,1-1 7 15,-2 0 18-15,0-7 0 0,4-5-6 16,-8 1 0-16,8-1 1 0,0 0-1 0,-15-24 4 15,10 4-4-15,-2-4-4 0,2-15-6 16,3-5-5-16,2-4-4 0,2 2 0 16,2-10-5-16,1 14 1 0,3 1-3 0,2 6 3 15,-3 2-4-15,1 8-2 16,2 5-5-16,1 3 7 0,3 5-8 0,2 3-1 16,4 6 0-16,1 3-1 0,5 1 12 15,11 8-14-15,-3 1-1 0,-5 4 1 16,-3 3-1-16,-4 0-2 0,-6 1-2 0,-7 0 5 15,-3-2-3-15,-6 2 0 0,-2 0 0 16,-2-3 3-16,-5 3-2 0,0-3 0 16,-1-3 17-16,1 0-15 0,-4-3 7 15,6-1 8-15,0-1-1 0,1 0 15 0,1-2-14 16,-2 0-1-16,7-5-3 0,-9 10-10 16,5-5-1-16,1 4 0 0,-1 1 3 0,2 2 0 15,0 2 1-15,2 1-8 16,2 2 8-16,4 4 2 0,-1 1 16 0,1-5-15 15,4 4-1-15,-1-3 3 0,-2-1-1 16,4-3-3-16,-2-1 8 0,-4-1-10 16,1-4 2-16,-2 1-1 0,1-4-10 0,0 0-23 15,-5-5-67-15,0 0-74 0,9 2-105 16,-9-2-199-16,0 0-79 0,6-13 57 16,-6 13-54-16,1-14-51 0</inkml:trace>
  <inkml:trace contextRef="#ctx0" brushRef="#br0" timeOffset="174052.44">30231 1366 1537 0,'12'-2'13'0,"-12"2"10"0,19-5-4 0,-8 4 6 0,5-1 6 0,-1 0 1 0,0-1 6 0,2 1-3 0,0-1 1 0,0 1-3 15,-3 0 4-15,-1 1 12 0,-1-1 10 16,-12 2 14-16,18-5 8 16,-7 3-1-16,-6-3-4 0,-5 5-6 0,7-7-4 0,-7 7-7 15,0-8-7-15,0 8-3 16,0 0-7-16,-14-9-3 0,14 9-5 0,-23-2-3 16,7 6-4-16,-3-1-2 0,2 2-2 15,-2 2-1-15,2 1 6 0,-3 1-2 16,7 1-2-16,2-1 3 0,3 1 1 0,2 0 4 15,1 2 5-15,3-5 10 0,4 3 18 16,0 2-20-16,1-3-3 0,7 3-7 16,2-2 0-16,-1 1-5 0,6-1-7 15,-2 1-31-15,3-2-47 0,0 2-53 0,3-1-72 16,-1-1-95-16,-2-1-211 0,5 0-30 16,8 7-67-16,-1-5-82 0</inkml:trace>
  <inkml:trace contextRef="#ctx0" brushRef="#br0" timeOffset="174436.11">30920 1421 1621 0,'-10'-16'16'16,"-2"4"34"-16,5 3 40 0,-1-2 31 16,2 4 23-16,1 0 19 0,-1 2-1 0,6 5-4 15,-7-10 1-15,2 7-32 0,5 3-5 16,-7-7-26-16,7 7-6 0,0 0-6 0,0 0-2 15,0 0 13-15,-25 7-12 16,17-2 1-16,-3 0-5 0,3 2-12 0,1-1-6 16,-1 1 1-16,1 0-14 0,-2 0-5 15,8 0 0-15,-3-2-11 0,0 3 0 16,4-8 3-16,2 14-3 0,-2-14-3 0,7 9-1 16,0-6-2-16,0 0-6 0,-7-3 9 15,11 6-3-15,0-4-3 0,-11-2 3 16,0 0-3-16,0 0 7 0,20-11-2 0,-16 4-3 15,-4 2 7-15,1-3-10 0,-1 8-1 16,0-14-3-16,0 14-9 0,-1-9-2 16,1 9-27-16,-10-8-26 0,10 8-35 15,-16 0-42-15,16 0-41 0,0 0-44 16,-20 4-43-16,20-4-38 0,0 0-25 0,0 0-34 16,0 0-124-16,0 0-45 0,0 0-51 15,0 0-70-15</inkml:trace>
  <inkml:trace contextRef="#ctx0" brushRef="#br0" timeOffset="174802.64">30870 1489 1443 0,'4'11'-54'0,"-3"-5"34"0,-1 0 16 16,0-6 21-16,8 11 29 0,-5-5 32 0,6-2 23 15,-2 1 19-15,2-2 6 0,7-1-7 16,1 2-9-16,4-4-7 0,-2 0-8 0,8-2 5 16,-1-2-6-16,-1 1 11 0,0-2 31 15,-6-2 25-15,2-1 8 0,-4-4 9 16,-4-2-5-16,-1-3-16 0,-4-3-14 15,-3-1-12-15,-3-2-19 0,0-3-10 16,-4 2-7-16,0 2-11 0,-2 5-9 0,3 3-12 16,-1 2-7-16,0 0-2 0,0 2-13 15,0 0-8-15,0 2-8 0,2 8 1 16,0-11-11-16,0 11 2 0,2-10-3 0,-2 10-2 16,4-9 0-16,-4 9 7 0,15 0-2 15,-15 0-3-15,26 9-1 0,-8-1 5 16,-3 5-1-16,0 1 0 0,4 10 1 15,-3 4 0-15,-7 3 5 0,-4 4-2 16,2-1-1-16,-7 4 2 0,-2 2 0 0,-3-2-2 16,2 0-2-16,-3-2-2 0,-1-2-48 15,-1-4-103-15,7-1-75 0,1-6-34 16,-2-5-100-16,4-1-248 0,-1 0-41 0,3-5 84 16,0 0-212-16,-4-4-251 0</inkml:trace>
  <inkml:trace contextRef="#ctx0" brushRef="#br0" timeOffset="175402.35">26398 1115 2081 0,'-7'-22'-22'0,"1"7"45"0,1 3 32 0,1 4 7 0,2 2-1 0,2 6-9 0,-1-6-9 0,1 6-2 0,0 0-3 15,0 0 16-15,-6 37-1 0,8-13 1 0,2 9 0 16,3 4 0-16,-2 4-5 0,8 8-7 15,-1 1-2-15,4-1-6 0,-1-2 1 16,1-1-5-16,-7-7-25 0,2-4-41 0,-4-1-60 16,0-7-76-16,-3-6-111 15,-6-4-222-15,0 0-123 0,-5-5-126 0</inkml:trace>
  <inkml:trace contextRef="#ctx0" brushRef="#br0" timeOffset="175703.41">26351 1426 1668 0,'0'0'-1'0,"11"-5"10"0,-11 5 2 15,11-2 7-15,-11 2 7 0,0 0-2 16,25 5 5-16,-13 1-4 0,12 2 3 0,4 5-5 16,5 0 0-16,3 0-5 0,0 4-14 15,0-2-19-15,-1-1-16 0,-6-2-23 0,0 1-11 16,-10-5-13-16,-3 0 12 15,-7-2 2-15,-5 1 20 0,-4 2 21 0,-6-1 25 16,-7 6 15-16,-11 3 21 0,-13 9 23 16,-3-4 17-16,-2-2 13 0,2 1 11 15,4-4 8-15,3 0 3 0,5-5-2 0,1 3-10 16,5-7-8-16,6 1-10 0,3-5-5 16,3 2-11-16,1-2-10 0,-1 2-40 15,10-6-46-15,-12 7-67 0,12-7-98 0,-5 4-197 16,5-4-266-16,0 0-155 15</inkml:trace>
  <inkml:trace contextRef="#ctx0" brushRef="#br0" timeOffset="176202.58">24813 1550 1928 0,'8'6'-4'0,"-8"0"-3"0,0-6 6 0,-3 14 10 0,-2-2 10 0,1-1 11 15,1 3 5-15,-1 0 2 0,-2 1 3 0,3-1-5 16,-3 0 1-16,3-2-6 0,0-1-1 16,-3 1-1-16,4-3-1 0,-1-2 36 15,1 0 30-15,2-7 45 0,-6 8-11 16,6-8-9-16,0 0-12 0,0 0-7 15,-19-17-8-15,12 0 0 0,1-7-15 0,-2-12-4 16,0-5-9-16,6-15-9 0,1-2-5 16,2-7-5-16,1 2-8 0,6 5-11 15,0 4 3-15,1 1-4 0,2 7-4 0,1 9-12 16,5 6-6-16,0 3-21 0,7 6-42 16,1 7-46-16,0 6-55 0,0 4-84 0,2 3-123 15,0 4-204-15,-2 3 44 0,-7 4-26 16,0 6-58-16</inkml:trace>
  <inkml:trace contextRef="#ctx0" brushRef="#br0" timeOffset="176369.6">24598 1572 1558 0,'-9'7'32'0,"-1"-2"11"0,7-3 6 15,3-2-1-15,0 0-2 0,0 0-6 16,0 0-6-16,0 0 0 0,0 0-3 15,59-12-11-15,-33 8-43 0,14-2-84 0,2 0-108 16,2 0-326-16,2 1-44 0</inkml:trace>
  <inkml:trace contextRef="#ctx0" brushRef="#br0" timeOffset="176787.09">25101 1603 1431 0,'0'0'30'0,"0"0"45"0,-7 7 28 15,7-7 24-15,0 0 7 0,0 0-4 0,0 0-5 16,0 0-16-16,0 0-14 0,0 0-12 16,0 0-10-16,20-16-6 0,-4 11-5 0,-3-1-2 15,4-3-7-15,0-1-11 0,-1-2-5 16,0-2-2-16,-2-1-4 0,-3-2 1 16,-2-2-6-16,-6-4-2 0,-4 5-8 0,-4-9-2 15,-1 5 0-15,-5-5-2 16,-3 3-2-16,0 8 2 0,1 4-4 0,-3 2 1 15,1 3-4-15,1 2 2 0,1-2-3 16,0 3-1-16,3 2-2 0,3 0 1 16,7 2-5-16,-12-4 4 0,12 4 8 0,0 0-1 15,0 0 4-15,0 0 3 0,29-17-4 16,-4 9 0-16,11 3-1 0,0-3 1 16,2 4-5-16,-7 0 2 0,-4 2-2 0,-5 4 4 15,1 2-7-15,-2 0 5 16,-4 2 5-16,0 1 9 0,-6 3 9 0,0 2-2 15,-4-1 10-15,-1 3-5 0,-1 0-4 16,1 1-3-16,-2 1-3 0,2-1-5 0,-2 2 1 16,1-1-5-16,-1-1-24 0,-1 0-47 15,1 1-54-15,3 0-59 0,0-5-102 16,0 1-161-16,1-4-116 0,2-1-110 16,-3-3-155-16</inkml:trace>
  <inkml:trace contextRef="#ctx0" brushRef="#br0" timeOffset="177652.48">25745 1310 1801 0,'-7'-9'-12'0,"1"2"34"0,0 0 27 0,0 3 12 0,6 4 5 0,-3-11 6 0,3 11 0 0,-4-8-13 0,4 8-1 15,0-12-5-15,0 12-3 0,0 0-14 16,5-9 1-16,-5 9-1 0,2-8-6 0,-2 8 0 15,0 0-3-15,4-8 4 0,-4 8 0 16,0 0 1-16,0 0 3 0,0 0 4 16,0 0-5-16,0 0 0 0,0 0-9 0,0 0 1 15,0 0-5-15,-43 16 2 0,25-4-4 16,-4 5-3-16,1 2 1 0,-1 0-2 16,9-1-1-16,1-2 0 0,7-2 0 0,-1 4 1 15,4-6 5-15,4 1-4 0,4 0 3 16,2-1 3-16,3-2-3 0,9 2 2 15,-4-5 4-15,7 1-2 0,2-6 0 16,-2 0 3-16,-2-4 1 0,2 0 11 16,2-4 6-16,-7 0 11 0,5-3-9 0,-3-2 2 15,-4 1 5-15,-2-2 5 0,-1-2 8 16,-4 4 4-16,0 1 7 0,-4-1-7 16,1 3-7-16,-2 2-12 0,-4 5-1 0,5-8-2 15,-5 8-4-15,0 0-19 0,0 0 1 16,0 0-1-16,0 0-1 0,0 0 1 0,0 0-9 15,0 0-1-15,0 0 3 0,0 0-9 16,0 20 4-16,0-20-10 0,5 7 6 16,-5-7-1-16,7 3 6 0,-7-3-3 15,0 0-9-15,29-5 1 0,-16 0 1 16,2-2-5-16,0-1-21 0,1-2-6 0,-1-3-12 16,4-7 1-16,-6 1-9 0,3-3 4 15,-3-7-2-15,-1-3-3 0,-1-3-1 16,-2-1 5-16,-4-6 0 0,4-10 1 0,-4-4 8 15,-5-2 4-15,0 2 3 0,-3 1 1 16,-1 10-2-16,-3 4 10 0,0 5-1 16,0 4 6-16,-1 5 12 0,5 9 2 15,-6 3-1-15,6 3-5 0,-1 3 0 0,-2 4 3 16,6 5-2-16,0 0-2 0,-14 18 8 0,13 3 1 16,-3 5-3-16,4 14 2 15,2 2 4-15,1 15 3 0,6 1-6 16,-2 2 6-16,4 0 1 0,1-3 5 0,5 1-5 15,-1-7-1-15,-2-2 1 0,0-4 2 16,-3-13-5-16,-1-8 1 0,-2-5-1 0,-2-6 0 16,-1 1 6-16,-1-4-3 0,-1-5 5 15,-1-1-6-15,-2-4 0 0,0 0 2 16,0 0-2-16,0 0-8 0,0 0 5 16,0 0 2-16,-7-26 6 0,1 21 2 15,6 5 8-15,-7-9 14 0,0 4 3 0,7 5-11 16,-5-9-9-16,5 9 3 0,-6-2-7 15,6 2-2-15,0 0-5 0,0 0-4 16,0 0 6-16,0 0-12 0,0 0-36 0,0 0-48 16,0 0-67-16,8 22-73 0,-8-22-100 15,12 10-142-15,-5-5-101 0,1-2 45 16,-8-3-33-16,25 5-60 0</inkml:trace>
  <inkml:trace contextRef="#ctx0" brushRef="#br0" timeOffset="177887.82">26464 1371 1470 0,'2'9'18'0,"-4"1"58"0,-5 5 46 0,-15 2 41 0,-14 13 30 15,-10-2 25-15,-9 4 15 16,-27 9 7-16,-9-1 2 0,-13-1 2 0,-2 0-4 16,-5-5-5-16,-1-1-25 0,0-2-13 15,1-4-19-15,9 0-16 0,8-7-14 0,25-6-14 16,6-2-16-16,6 0-12 0,6 0-9 16,12-4-11-16,5-1-9 0,5 0-8 15,9-4-10-15,1 3-18 0,3-2-26 0,-1 2-42 16,6-3-49-16,-3 1-56 0,5-1-41 15,-1 0-43-15,10-3-42 0,-13 8-50 16,7-8-61-16,6 0-105 0,0 0-141 0,0 0 52 16,0 0-179-16,0 0-232 15</inkml:trace>
  <inkml:trace contextRef="#ctx0" brushRef="#br0" timeOffset="178535.42">25673 1270 1824 0,'0'11'-131'0,"-2"-5"26"0,2-6 23 0,-1 14 13 0,1-7 24 0,0-7 9 15,-2 10 17-15,2-3 17 0,0-7 9 16,3 9 21-16,1-6 5 0,-4-3-2 0,15 4-1 15,-1-4-2-15,-3 0-1 0,-11 0-5 16,25-4-3-16,-12 1 1 0,-3 1 0 16,-1-3-6-16,-9 5-19 0,13-4-17 0,-13 4-40 15,0 0-54-15,0 0-50 0,0 0-257 16,-31-3 67-16</inkml:trace>
  <inkml:trace contextRef="#ctx0" brushRef="#br0" timeOffset="185183.54">29977 4163 2701 0,'-9'-10'108'0,"5"0"-2"0,3 4-3 0,1 6 32 0,-4-10 0 0,4 10-14 0,-2-7 17 0,2 7-43 0,0 0-13 0,0 0-10 16,0 0 17-16,0 0 8 0,0 0-8 15,-4 34-5-15,4-13-14 0,-5 15 4 16,-3 2 5-16,-4 14-3 0,-5 2 2 0,-5 3-6 15,-9-3-3-15,-11 14 1 0,-4-3 3 16,-2-7 4-16,5-13-5 0,-16 4-2 0,-8-4 2 16,-2 0 1-16,-9-6 12 0,-6-6 6 15,-9-4 6-15,-2 0 0 0,-7-7 6 0,0-3-8 16,-7-4-6-16,-1 0-12 16,-3-3-5-16,-1-6-10 0,0 0-6 0,-1-2-7 15,24 0-6-15,3-4 0 0,6-2-8 16,4-2 0-16,3-1-2 0,11 0-7 0,16 3-2 15,4-1-1-15,6-1-17 0,12 1-2 16,3 1-3-16,1 0-10 0,9 1-13 16,-1 1-21-16,14 0-27 0,-23-2-31 0,23 2-18 15,-22 2-24-15,22-2-24 0,-14 1-41 16,5 1-42-16,9-2-44 0,-11 2-62 0,11-2-82 16,0 0-168-16,0 0-2 0,0 0 65 15,0 0-290-15,0 0-319 0</inkml:trace>
  <inkml:trace contextRef="#ctx0" brushRef="#br0" timeOffset="186433.67">26690 6788 2446 0,'4'-11'63'0,"-2"5"10"15,-2 6 16-15,3-10 31 0,-3 3 34 0,0 7 28 0,0-11 21 0,0 6 14 0,0 5 4 0,-3-10-8 0,3 10-9 16,0-8-5-16,0 8-15 0,0-9-12 16,0 9-10-16,3-5-10 0,-3 5-12 0,0-7-11 15,0 7-10-15,0 0-15 16,2-7-10-16,-2 7-5 0,0 0-12 0,0 0-13 15,0 0-16-15,0 0 4 0,0 0-5 16,0 0 1-16,1 36-2 0,-1-12-3 0,-1 14 11 16,1 4-18-16,1 0-4 0,1 4-2 15,0 1 8-15,2-5-1 0,-1 1 12 16,-1-4 25-16,6-1-2 0,-8-10 34 0,3-4 7 16,0-7 8-16,-1 2 12 0,-2-5 9 15,2-3 8-15,0 1-1 0,0-3-5 0,-2 2-11 16,1-6-10-16,-1 5-11 0,0 0-9 15,0-1-17-15,0-1-86 0,0 1 0 0,0-1 0 16,0 1 0-16,0-9 0 16,0 14 0-16,0-9 0 0,0-5 0 0,2 10 0 0,-2-10 0 15,0 8 0-15,0-8 0 16,0 0-82-16,0 0-312 0,0 0-139 0,0 0-136 16,0 0-183-16,0 0 57 0,0 0 76 15,-28-13-691-15,12 11-863 0</inkml:trace>
  <inkml:trace contextRef="#ctx0" brushRef="#br0" timeOffset="187617.04">26220 8661 3648 0,'0'0'-30'0,"-16"0"9"0,16 0-12 0,-9-2-12 0,9 2 2 0,-7-3 9 16,7 3 0-16,0 0-9 0,-12-2-31 15,12 2-60-15,0 0-77 0,0 0-97 16,0 0-161-16,0 0 21 0,0 0-138 0,0 0-85 16</inkml:trace>
  <inkml:trace contextRef="#ctx0" brushRef="#br0" timeOffset="187850.21">27112 8557 1992 0,'0'0'245'0,"0"0"-29"16,0 0-22-16,0 0-15 0,0 0-20 16,0 0-20-16,0 0-17 0,0 0-23 0,0 0-60 15,0 0-82-15,0 0-88 0,0 0-119 16,0 0-160-16,0 0-70 0,0 0 51 15,14-4-129-15,-3 0-61 0</inkml:trace>
  <inkml:trace contextRef="#ctx0" brushRef="#br0" timeOffset="188016.52">27840 8545 1935 0,'9'-5'332'15,"-9"5"21"-15,0 0 7 0,0 0 2 0,-6-12-6 16,6 12-6-16,0 0-22 0,0 0-32 15,-9-12-32-15,9 12-34 0,0 0-56 0,-7-6-70 16,7 6-92-16,0 0-111 0,-2-6-143 16,2 6-164-16,0 0-174 0,0 0-65 0,-7-5 61 15,7 5-402-15,0 0-464 0</inkml:trace>
  <inkml:trace contextRef="#ctx0" brushRef="#br0" timeOffset="189037.56">25322 6561 2557 0,'-5'-8'-18'0,"-5"4"8"0,2-4 4 0,-3 4 5 0,0 1 17 16,-3 1 30-16,-3 2 29 0,-8 5 24 15,-5 7 20-15,-2 5 11 0,-11 9 13 16,3 9 14-16,-1 3 5 0,2 10 9 0,-10 13 4 16,7 11 2-16,2 6-2 0,4-3-7 15,3 9-3-15,9-2-12 0,6-15-12 0,7 3-9 16,5-6-11-16,6 2-13 0,10-6-10 15,2-3-8-15,4-4-10 0,11-10-9 16,2-3-8-16,3-10-3 0,6-1-6 0,-1-16-17 16,3-5-11-16,3-6-12 0,5-8-3 15,7-10-1-15,0-9-1 0,-3-5-2 0,-2-10-1 16,-5-2-2-16,-4-5 1 16,-9-4 1-16,-7-6-4 0,-9-5 5 0,-5 2-2 15,-4-8-3-15,-11 7 1 0,-8-9-2 16,-9-17-3-16,-5 7-3 0,-2 1 0 0,-3 25-1 15,1 3 0-15,-6 12-4 0,-1 6-22 16,2 16-31-16,-3 7-33 0,-1 7-37 0,-6 8-42 16,-6 7-58-16,0 8-63 0,-3 6-84 15,4 3-129-15,7 7-114 0,-1 0 52 0,4 3-341 16,8 3-393-16</inkml:trace>
  <inkml:trace contextRef="#ctx0" brushRef="#br0" timeOffset="189448.87">25663 6582 2240 0,'-17'10'-174'0,"4"1"16"0,0 1 10 0,0 0 11 0,1 3 5 15,-1 1-18-15,1 3-306 0,2 0 35 0</inkml:trace>
  <inkml:trace contextRef="#ctx0" brushRef="#br0" timeOffset="190034.97">24049 6553 1782 0,'-13'-8'284'0,"3"0"-25"0,3 2-21 0,-1 3-16 0,5-1 3 0,3 4-5 0,0 0 6 0,0 0 36 0,0 0 10 15,24 37-11-15,11-3-19 0,4 7-20 0,22 10-17 16,6 0-18-16,6 4-17 0,1 1-15 16,2-1-16-16,2-3-14 0,-9-2-10 15,-16-16-14-15,-5-2-6 0,-8-1-7 16,-12-12-14-16,-5 0-10 0,-8-5-10 0,1-4 0 15,-7-2-3-15,-1-3-22 0,-4-1-33 16,0 0-46-16,-4-4-54 0,0 0-71 0,0 0-88 16,0 0-93-16,-14-25-99 0,7 13-139 15,-3-5-89-15,-5-5 77 0,-4-2-459 0,-2 6-537 16</inkml:trace>
  <inkml:trace contextRef="#ctx0" brushRef="#br0" timeOffset="190283.54">24615 6767 3264 0,'2'-6'124'0,"-2"6"-13"16,0 0 8-16,0 0 50 0,0 20 37 16,-2-2 25-16,1 5 14 0,-9 10-14 15,4 4 6-15,-5 11-21 0,0 1-24 0,-3-1-15 16,5-8-18-16,-3-5-19 0,0 2-9 15,3-4-11-15,-1 0-17 0,3-2-12 16,-3-9-25-16,5-3-44 0,-2-3-54 16,6-3-57-16,-3-1-69 0,-2-3-94 0,1-4-103 15,-1-2-110-15,6-3-158 0,-8 2-54 16,8-2 69-16,0 0-445 0,0 0-525 0</inkml:trace>
  <inkml:trace contextRef="#ctx0" brushRef="#br0" timeOffset="441.28">10649 14016 1209 0,'5'-9'331'0,"-1"7"-109"0,-4 2-49 0,0 0-15 0,7-8-16 16,-3 6 3-16,-4 2 16 0,10-11 2 16,-1 4 14-16,1 1 10 0,2-3 10 0,1 1 8 15,0-3 6-15,2 1 6 0,-3 2 2 16,1-1-1-16,-2 2-8 0,-1 2-12 0,-4 1-20 16,0-2-4-16,-6 6 0 0,5-7-9 15,-5 7-14-15,0 0-7 0,0 0-22 16,0 0 2-16,-51 10-27 0,18 2-13 15,-3 0-4-15,-2 2-6 0,-5 5-11 0,-5 2-3 16,4-1-9-16,7-5 1 0,5 1-13 16,1-2-6-16,6-3 2 0,5 0-8 15,4-2-2-15,4-4 1 0,-1-1-2 0,4 2-8 16,0-3 0-16,2 2-4 0,7-5-4 16,-12 9 7-16,4-3-10 0,5 3 1 0,-5 2 0 15,2 1-3-15,-2 1 2 16,6 1 1-16,-3 1 11 0,3 2-9 0,0-3-1 0,4 1 5 15,2-1 0-15,3 3 4 16,7-1 9-16,8 7 1 0,9-6-13 0,1 0 15 0,5-3-8 16,10 4-1-16,1-1 3 15,1-1-4-15,-3-1-8 0,-6-1-2 0,-4 1 3 16,-3 0-4-16,-7-1 5 0,-5-2 6 16,-5 0-1-16,-5-1 22 0,-2 0 14 0,-5 1 11 15,-1 0 11-15,-6 2 2 0,1-1-5 16,-1 1-1-16,-5-1-6 0,-1-1-1 15,1-3-10-15,-3 3-9 0,-2-2-4 16,-5 0-4-16,3-3-2 0,0 0-3 0,-5-2-6 16,4-1-6-16,-8-3-10 0,3-1-32 0,-5 0-73 15,1-1-75-15,2 1-80 16,-4-4-93-16,6 4-118 0,-6-3-119 0,9 1-204 16,-1-1-28-16,2 1 91 0,3-4-575 15,3 0-755-15</inkml:trace>
  <inkml:trace contextRef="#ctx0" brushRef="#br0" timeOffset="857.5">10446 13906 3254 0,'-21'-12'-135'0,"3"5"32"0,-5 5 14 0,-1 2 29 0,-2 3 28 0,-12 6 24 0,-7 8 31 0,-4 10 33 0,4 7 34 0,-1 7 26 15,-9 17 26-15,2 7 7 0,7 8 15 16,2 2 6-16,5 3-3 0,17-14 0 16,7 1-2-16,4-1-6 0,11-2 2 0,9 1-3 15,10-9 1-15,12-1-4 0,8-8-6 16,11-5-12-16,24-2-11 0,-4-17-10 0,9-5-13 16,5-12-11-16,7-6-14 0,18-12-2 15,1-6-8-15,-2-11-21 0,2-2-3 0,-8-9-2 16,-4-5 3-16,-7-6-11 15,-11-8-6-15,-7-1-2 0,-8-1-3 0,-14 0-1 16,-17 8 6-16,-10-2-10 0,-10-1-2 16,-10-2-1-16,-11-2-2 0,-13 0 0 15,-18-7-3-15,-12 0-1 0,-12 7-5 0,-12 5 10 16,-10 8-7-16,0 11 9 0,-8 14-16 16,16 17-2-16,-6 12-10 0,-17 15-13 0,2 10-34 15,11 10-59-15,4 11-48 0,8 2-78 16,10 1-84-16,21-8-104 0,7-3-172 0,7-4-105 15,12-8 63-15,6-2-409 0,5-4-528 16</inkml:trace>
  <inkml:trace contextRef="#ctx0" brushRef="#br0" timeOffset="2274.99">10435 15097 2835 0,'0'0'-53'0,"-2"-14"37"0,2 14 37 0,-1-8 26 0,1 8 31 0,-7-6 22 16,7 6 32-16,-2-11 15 0,2 11 1 0,-3-7-1 16,3 7-4-16,0 0-9 15,-4-10-3-15,4 10-6 0,0 0-3 0,0-7-10 16,0 7-9-16,0 0-11 0,0 0-9 16,0 0-7-16,0 0-7 0,0 0 7 15,0 0 36-15,0 0-3 0,14 27 16 0,-9-5 9 16,6 13 9-16,5 13 3 0,-3 9 0 15,3 3 6-15,-2 7-9 0,0-1-19 0,-1 2-8 16,0 3 21-16,1-1 19 0,1 0-11 16,-1-4-13-16,0 1 10 0,0-7 0 0,-1-4-11 15,-1-5-11-15,-2-10-11 0,-3-7 11 16,-2-3-3-16,1-9-12 0,1-4-9 0,-4-4-8 16,-1-3-10-16,2-1-7 15,-1-2-71-15,-3 2 0 0,2-4 0 0,-2-6 0 16,2 11 0-16,-2-11 0 0,2 6 0 15,-2-6 0-15,0 0 0 0,0 0 0 16,2 8 0-16,-2-8 0 0,0 0-191 0,0 0-253 16,0 0-152-16,-6 6-191 0,6-6-99 15,-7 4 86-15,1-2-726 0,6-2-971 0</inkml:trace>
  <inkml:trace contextRef="#ctx0" brushRef="#br0" timeOffset="2757.41">10599 16412 4049 0,'-4'-8'-121'0,"4"8"26"0,-5-12 33 0,1 8 36 0,4 4 38 0,-4-8 30 0,4 8 18 15,-2-7 0-15,2 7-13 0,0 0-9 16,0 0 3-16,0-10-3 0,0 10-8 0,0 0 4 16,0 0-13-16,0 0 3 15,0 0-4-15,0 0-2 0,0 0 4 0,4 34-6 0,-2-24-6 16,3 2 9-16,-3 5-6 16,4-3 2-16,-3 1-1 0,1-1-7 0,-2-2 1 15,3-1 0-15,-2-2 18 0,-1 3 8 16,2-4 9-16,0 1 8 0,-3-1 14 15,1 2 14-15,2 2 2 0,1 1 14 0,0-1-2 16,3 8-8-16,-5-1 9 0,5-2-1 16,-5 0-8-16,6 3-3 0,-4-2 9 0,1-1-2 15,-1-4 1-15,-1-1 0 0,1-3 5 16,0 1 4-16,1 0 6 0,-3-5 4 16,1-1 4-16,-4-4-17 0,0 0-13 0,9 4-7 15,-9-4-6-15,0 0-18 0,0 0-45 16,0 0-87-16,0 0-92 0,9-11-105 15,-9 11-124-15,0 0-151 0,0 0-227 16,0 0 55-16,-33 2 92 0,33-2-394 0,-17 1-500 16</inkml:trace>
  <inkml:trace contextRef="#ctx0" brushRef="#br0" timeOffset="3174.07">10338 16215 2941 0,'-25'-7'4'0,"0"7"-1"0,0 0-2 0,4 3 8 0,-1 5 31 0,-7 8 30 0,-7 11 31 0,6 9 17 16,-1 5 21-16,8 8 21 16,2 5 23-16,8 8 16 0,-1 3 11 0,9 3 13 15,3 1-1-15,7 2-5 0,5-5-7 16,5 1-23-16,7-5-8 0,10 11-7 0,9-6-2 15,11-7-9-15,-7-20-11 0,5-4-13 16,8-7-23-16,3-7-16 0,1-10 0 0,3-7-7 16,0-8-13-16,-1-9 1 0,1-5-18 15,-1-12-1-15,8-11-4 0,-6-6-5 16,-16 6-23-16,-3-4 1 0,0-17-4 16,-17 10 3-16,-5-4-3 0,-6-1-4 15,-7-4-4-15,-11-2 5 0,-2-5-11 0,-11 1 1 16,-5-1 1-16,-14-16-8 0,-7 6 14 15,-6 13-6-15,5 17-1 0,-8 9 4 0,-3 9-13 16,0 9-2-16,-10 14-5 0,9 7-32 16,-16 10-46-16,6 9-57 0,0 9-67 0,-7 13-102 15,18-1-129-15,7 0-160 0,2 4-215 16,9-6 67-16,3-2 81 0,14-6-446 16,8-7-578-16</inkml:trace>
  <inkml:trace contextRef="#ctx0" brushRef="#br0" timeOffset="5874.08">11336 16529 2921 0,'0'0'-38'0,"-11"11"15"0,11-11 19 0,0 0 26 0,-13 3 34 0,13-3 30 0,0 0 26 16,0 0 10-16,0 0 1 0,0 0-9 15,0 0-14-15,0 0-10 0,7-32-4 0,17 11-15 16,13-14-2-16,9-4-8 0,16-14-2 16,6-5-6-16,2-1-15 0,4 1-23 0,-3-4 18 15,-1 2-7-15,-5-2 0 0,-6 2-4 16,-3 0-3-16,-5 2 1 0,-13 12-1 16,0 0-5-16,-4 1 3 0,-1 2-2 0,-7 2-1 15,1 3 10-15,2 1 11 16,-8 7 9-16,10-2 10 0,-1-4-10 0,4 4 8 0,0-2-7 15,4 4-4-15,1 2-1 16,-1 2-8-16,-8 3 1 0,-1 7-5 0,-2-1 27 16,-7 4 8-16,-4 4 4 0,-5 0-8 15,-1 4-7-15,-1-2-6 0,-3 4 0 16,-6 3 4-16,9-5 0 0,-9 5-4 0,0 0-3 16,0 0-4-16,0 0-3 0,0 0-4 15,0 0-4-15,0 0-2 0,-16 24-6 0,10-19-19 16,1 0-54-16,5-5-88 0,-7 7-112 15,7-7-153-15,-6 5-340 0,6-5 97 16,0 0 63-16,0 0-351 16,-23-9-417-16</inkml:trace>
  <inkml:trace contextRef="#ctx0" brushRef="#br0" timeOffset="6274.01">12641 15030 2820 0,'-13'-8'78'0,"2"1"20"0,5 0 4 0,2-1 28 0,4-4 25 0,4 3 17 0,4-5 0 15,5-3-7-15,8-2-12 0,3-1-18 16,4 1-11-16,5 1-18 0,-1 4-7 0,-2 5-11 15,-6 1-10-15,1 6-6 0,-2 4-9 16,0-2-5-16,1 10-5 0,1 3-3 0,-5 10 13 16,-6 6 20-16,-7 3 10 0,-5 3 18 15,-6 4 12-15,-6-2 15 0,-5 12 16 16,1-13 16-16,2 0-8 0,0-4 13 0,2-3 5 16,5-7-5-16,-1-3 2 0,4-7 4 15,2 1 0-15,4-3-4 0,2-2-17 16,4-1-17-16,3-3-14 0,1-4-12 0,8 0-15 15,3-4-31-15,0-3-40 0,7-1-82 0,0-2-99 16,1-1-111-16,-5-1-119 0,1-2-135 16,-8 3-154-16,-4-1-190 0,-2-2 66 15,-2 2 97-15,-3 2-560 0,-2-2-717 16</inkml:trace>
  <inkml:trace contextRef="#ctx0" brushRef="#br0" timeOffset="6673.06">12872 14711 3398 0,'-25'-6'-73'0,"2"6"29"0,1 3 17 16,-10 8 32-16,-2 2 42 0,-13 14 60 16,-1 6 41-16,1 8 23 0,-3 19 24 15,3 4 9-15,7 2 7 0,5 6 9 0,10-9-3 16,7 2 6-16,11 0-11 0,2-2-6 15,13-5-5-15,3-1-3 0,14-7-5 0,8-5-14 16,6-7-15-16,15-6-11 0,5-9-14 16,4-6-17-16,7-9-9 0,3-10-18 0,1-6-5 15,-1-7-7-15,19-12-11 0,-9-6-15 16,-5-4-20-16,-4-4-9 0,-6-5 3 16,-20 8-3-16,-5-1-1 0,-3-4-6 0,-10-2-2 15,-5-3-7-15,-5-2-22 0,-7-3 2 16,-8-1 5-16,-7 8 1 0,-3-10-3 15,-13-4 1-15,0-2-2 0,-13 4-3 16,-11-8-2-16,2 21-21 0,-4 5-38 0,-11 16-27 16,0 9-37-16,5 13-41 0,-13 12-56 15,-4 7-84-15,1 7-108 0,-11 14-123 0,16-7-244 16,9 2 49-16,5 0 89 0,8 4-443 16,4-3-564-16</inkml:trace>
  <inkml:trace contextRef="#ctx0" brushRef="#br0" timeOffset="8055.76">10206 16680 2896 0,'0'0'9'0,"-15"0"28"0,15 0 25 0,0 0 37 0,-23-2 26 0,23 2 31 0,-21-3 10 0,10 1 9 16,0 1 7-16,-5-1 4 0,3-2-2 15,-2-1 6-15,-10 0-8 0,-6-5-9 0,-3-2 9 16,-2-6 0-16,-9-3-8 0,0-2-3 16,-5-4-11-16,0-5-15 0,-4-2-7 0,-13-14-10 15,1-1-31-15,-2-3-9 16,0-1-7-16,5 1-11 0,1-6-4 0,1 0-7 16,1 3-2-16,17 13-2 0,0 1-8 15,4 7-4-15,1-3-4 0,5 7-10 16,9 10 1-16,2 1-5 0,7 6-2 0,2 0 0 15,3 5-10-15,0 1 3 0,3 0-9 16,1 2-9-16,6 5 1 0,-11-3 1 0,11 3-4 16,0 0-51-16,0 0-55 0,-14 12-61 15,14-4-70-15,2 1-87 0,2 3-105 0,0 3-137 16,0 1-207-16,0-2 64 0,0 1-500 16,-1-3-675-16</inkml:trace>
  <inkml:trace contextRef="#ctx0" brushRef="#br0" timeOffset="8539.67">8906 15583 3083 0,'-7'-14'-192'0,"-2"6"29"0,-1 1 18 0,0 3 17 0,-1 1 23 0,-1 1 21 0,-1 2 26 0,-1 2 14 0,-6 3 8 16,1 4 15-16,-8 6 16 0,3 5 20 0,-3 4 21 15,4 2 21-15,-6 8 26 0,4 2 20 16,0 2 9-16,5 0 6 0,4-4-5 0,5 2 15 15,4-3-14-15,2-5 5 0,5-3-9 16,5-3 21-16,2-1 6 0,8 3-7 16,6-3-5-16,8-8-6 0,7-4-13 0,4-8-13 15,6-4-7-15,15-6-5 16,0-6-12-16,-4-2 1 0,0-5-13 0,-6-2-2 16,-6 1-5-16,-8 0-4 0,-13 2-6 15,-8-2-2-15,-2 3-6 0,-12 2 0 0,-4 1-8 16,-2-2 2-16,-8-2-6 0,-2-4-3 15,-4 1 5-15,-4 1-11 0,-1 2-4 0,-2 1-4 16,4 9-38-16,-2 5-21 0,0 4-37 16,0 2-43-16,-2 4-63 0,-7 6-72 15,1 7-108-15,1 0-245 0,1-5 34 0,4 5 74 16,3-1-143-16,6-3-156 16</inkml:trace>
  <inkml:trace contextRef="#ctx0" brushRef="#br0" timeOffset="8989.39">8526 15466 1874 0,'-23'2'-30'0,"-2"3"5"0,-6 6 12 0,1 5 10 0,-8 10 18 0,4 9 40 16,-1 2 32-16,5 11 7 0,3 6 15 0,4 7 11 16,6 8 15-16,5 1 7 0,5 1 11 15,11-1 4-15,3 1-3 0,14-4 4 0,1-5-3 16,8-5-1-16,8-10-1 0,10-5-4 16,5-8-7-16,13-10-10 0,11-8-12 0,5-12-8 15,24-12-11-15,5-11-2 0,-3-12-14 16,-2-10-12-16,-6-7-4 0,-6-4-6 15,-10-8-6-15,-9-3-3 0,-11 2-8 0,-15-3-1 16,-17 9-4-16,-7-3-3 16,-14-6-5-16,-8-4-6 0,-13-1 2 0,-15-15-5 0,-15 5-5 15,-19 4-3-15,-15 4-3 16,-8 10 0-16,-6 10-7 0,-7 9 18 0,0 13-1 16,18 21-4-16,-2 5-3 0,-16 23-3 15,3 13-4-15,8 9-8 0,9 12-52 0,7 2-65 16,14 2-96-16,18-10-130 0,10 1-213 15,5-5-135-15,8-8 84 0,3 0-341 16,8-7-425-16</inkml:trace>
  <inkml:trace contextRef="#ctx0" brushRef="#br0" timeOffset="11023.05">10966 17143 2758 0,'-11'-3'6'0,"4"-2"33"0,7 5 25 0,-12-4 30 0,12 4 38 16,0 0 21-16,-7-8 9 0,7 8-5 15,0 0-4-15,0 0-8 0,0 0-15 0,0 0 2 16,0 0 18-16,41 26 5 0,-2-1 12 15,6 6-1-15,22 13-2 0,4 4-8 0,6 3-6 16,6-3-19-16,1 5-9 0,-3-7-15 16,1 5-7-16,-5-7-2 0,-3-3-16 15,-17-7-9-15,-5-1-6 0,-5-5-4 16,-3-2 19-16,-17-8 32 0,-1-2 23 16,-7-4 14-16,-6-3 9 0,-1-3 16 0,-2 0-6 15,-5-1 8-15,2-2-15 0,-7-3-24 16,11 5-5-16,-11-5-18 0,0 0-13 0,11 4-16 15,-11-4-24-15,0 0-72 0,0 0-106 16,0 0-113-16,14 0-118 0,-14 0-100 16,0 0-127-16,0 0-176 0,0 0-90 0,5 1 88 15,-5-1-607-15,0 0-813 0</inkml:trace>
  <inkml:trace contextRef="#ctx0" brushRef="#br0" timeOffset="11555.54">12240 17631 3981 0,'-6'-12'37'16,"4"0"38"-16,0 4 20 0,0 1 4 0,2 7 1 16,0 0-12-16,0 0 6 0,0 0 35 15,0 0 10-15,0 0-8 0,27 31-13 0,-16-4-7 16,3 2-14-16,-3 4-1 15,0-2 7-15,0 2-12 0,-6-1-6 0,1-4-7 16,-3-6-8-16,1 0-6 0,0-1-4 0,-1-3-10 16,-3-6-8-16,3 1-5 15,-3-1 2-15,2-3-5 0,-2-1-8 0,0-8-9 16,0 8-47-16,0-8-45 0,0 0-42 16,0 0-38-16,0 0-44 0,-18-33-32 15,13 12-25-15,-2-12-14 0,-2-3-7 16,4-2 16-16,-3-4 23 0,1 0 26 0,-1 2 33 15,-2 4 40-15,1 5 43 0,-1 8 32 16,3 4 29-16,-5 9 32 0,0 1 43 0,1 6 43 16,-2 3 46-16,-6 3 39 0,-2 6 38 15,-10 4 31-15,4 4 21 0,2 3 23 16,-4 1 16-16,4-2 0 0,6 5-9 16,4-9-21-16,7 3-9 0,0-2-11 0,4-1-12 15,6-1-15-15,8 1-15 0,2 0-20 16,2-4-23-16,9-2-17 0,8-1-14 0,5-3-16 15,-6-3-20-15,1-2-52 0,11-2-63 16,-6-4-91-16,4-1-76 0,-6-2-66 16,-1 0-71-16,-8 3-53 0,-6-1-43 15,-2 0-40-15,-5 0-48 0,-3-1-86 0,-2 3-142 16,2-2 42-16,-6 0-414 0,-3 7-577 16</inkml:trace>
  <inkml:trace contextRef="#ctx0" brushRef="#br0" timeOffset="11955.78">11960 17400 3226 0,'-35'6'-16'0,"1"4"13"0,-2 5 25 0,-4 9 31 0,2 5 50 0,2 7 49 0,3 7 31 0,5 10 21 15,6 8 16-15,10 2 6 0,5 5 7 16,10-1 1-16,6 2-9 0,10-3-10 0,14 10-17 16,7-6-16-16,-4-19-18 0,19 7-12 15,10-9-16-15,1-4-7 0,11-9-17 0,-11-12-6 16,3-12-16-16,-3-5-11 0,2-5-6 16,-10-11-7-16,-1-5-5 0,-1-5-2 15,-3-7-15-15,-3-6-3 0,-5-4-6 0,-7-2-6 16,-4-6-6-16,-3-5-5 0,-4-2 4 15,-10-4-8-15,-4-4-1 0,-4-1-1 0,-9-1-6 16,-7-6 6-16,-6-1-6 16,-16-15-5-16,-8 6 8 0,-10 7-7 0,-5 8-2 15,6 20 0-15,-6 9-2 0,-4 13-2 16,-2 9-12-16,6 13-45 0,-9 11-65 16,0 9-75-16,-12 16-99 0,21-1-76 0,2 5-99 15,8-1-181-15,4 2-119 0,5-5 63 16,6-3-467-16,11-6-645 0</inkml:trace>
  <inkml:trace contextRef="#ctx0" brushRef="#br0" timeOffset="12655.93">11163 17083 3135 0,'-14'4'-83'0,"14"-4"35"0,0 0 33 0,0 0 34 0,0 0 33 0,0 0 14 0,0 0 27 0,-22-6 23 15,22 6 15-15,0 0 2 0,0 0-5 0,-4-7-7 16,4 7-8-16,0 0-5 0,0 0-9 15,0 0-12-15,26-15-7 0,-1 8 2 16,13-1-14-16,21-3-8 0,13-1-7 0,3-2-2 16,31-5-5-16,-2 1 10 0,7-3-7 15,-3-4-3-15,-3 6-3 0,-10 0-6 0,-24 5 1 16,-7 2-8-16,-6 1-3 16,-18 2-3-16,-9 4-1 0,-9 1 4 0,-5 0-8 15,0 1 7-15,-5 2 0 0,-1-2 0 16,-11 3 1-16,20-3 2 0,-15 2 0 15,-5 1-2-15,11-2-5 0,-11 2 0 0,0 0-6 16,18-3-5-16,-18 3-22 0,0 0-58 16,9-3-92-16,-9 3-104 0,0 0-131 0,0 0-222 15,0 0-51-15,14 3 71 0,-14-3-282 16,0 0-364-16</inkml:trace>
  <inkml:trace contextRef="#ctx0" brushRef="#br0" timeOffset="13138.29">12625 16554 2347 0,'2'-14'44'0,"-1"1"15"16,5 1 13-16,1-1-1 0,5-3-12 15,1 1 8-15,10-4 5 0,1 3-3 0,-6 1-7 16,1 6-5-16,3 1-8 0,-4 1-6 15,0 4-3-15,-4-1 2 0,0 4-3 16,-14 0-1-16,27 5-1 0,-18 1 5 0,2 0 18 16,-4 3 20-16,-2 5 33 0,-5 0 18 15,0 3 13-15,-7 4-5 0,-3 10-10 0,-1-1-6 16,-1-3-10-16,3-4-9 16,1-4-8-16,5-7-2 0,1 3 1 0,-2-3 0 15,4-2 2-15,4 1-7 0,1-1-7 16,4 0-7-16,3 0-13 0,0-1-2 15,2 1-6-15,2 0-8 0,2 1-1 0,-5-3-5 16,-1 1-3-16,2-1-6 0,-3 4-3 16,3-5 0-16,-3 3-4 0,-3 0 1 0,0 0-3 15,-2-1-1-15,-3 3 11 0,-1-4 3 16,-2 1 13-16,-2-1 4 0,-1 2 2 16,-3 1 4-16,-6-1-8 0,3 0-3 0,-2-1-6 15,-7-3-5-15,2 0-3 16,-2-1-4-16,4-4-6 0,-3-1-36 0,4-1-80 0,-6-4-97 15,3 3-102-15,0-5-99 16,-2 2-115-16,5-2-191 0,-1-1 2 0,3 0 78 16,-3 2-328-16,7-1-422 0</inkml:trace>
  <inkml:trace contextRef="#ctx0" brushRef="#br0" timeOffset="13538.12">12663 16372 2573 0,'-22'-9'-45'0,"4"2"11"0,2 5 22 0,1 2 17 0,0 4 25 0,-6 3 30 16,-4 8 31-16,2 7 24 0,0 4 13 16,-2 11 31-16,11-4 21 0,1 4 17 0,2 4 6 15,4-1 6-15,7 5-11 0,7 10-15 16,4 0-16-16,5-3-14 0,7-5-12 15,4 0-13-15,5-8-10 0,8-3-13 0,5-5-8 16,-4-9-11-16,7-2-6 16,-4-11-8-16,-1-4-9 0,5-5-8 0,0-6-5 15,7-8-1-15,-4-5-4 0,-1-8-6 16,-3-4-4-16,-2-3-2 0,-6-2-4 0,-3-4-5 16,-3-3 2-16,-6-2-3 0,-6-3-3 15,-5-3 0-15,-4-2-2 0,-8-1-4 16,-6-5 0-16,-5 2-1 0,-7 2 0 0,-7 2-20 15,-10 7 0-15,-3 4 1 0,-6 9 1 16,-5 11-1-16,1 13-6 0,-3 9-54 0,-14 9-76 16,-7 9-87-16,5 7-117 0,-14 16-156 15,0 1-225-15,11 3 47 0,12-8 95 16,9-1-316-16,0 0-384 0</inkml:trace>
  <inkml:trace contextRef="#ctx0" brushRef="#br0" timeOffset="20604.66">8956 16380 2363 0,'-9'7'-85'0,"9"-7"12"0,0 0 11 0,-10 3 33 0,10-3 21 0,0 0 27 0,0 0 25 0,-8 4 9 15,8-4 2-15,0 0 6 0,0 0-2 16,0 0 4-16,-11 3 15 0,11-3 25 0,-5 14 15 16,-2-1 28-16,0 7 10 0,0 10 19 15,-5 7 1-15,0 12 14 0,3 7-10 0,0 3-3 16,-1 2-10-16,2-1-16 0,3 2-13 15,3-3 3-15,2-10-5 0,0-2-14 16,2-3-8-16,2-5-13 0,-3 0-11 0,3-5-7 16,0-8-6-16,-1-8-8 15,-3-1-8-15,2-3 0 0,0-2-6 0,-2-2 0 16,3-1 0-16,-1 0-3 0,-2-3-7 16,0-1-1-16,0-5-4 0,0 9-8 0,0-9-17 15,0 0-75-15,-9 3-93 0,9-3-104 16,0 0-128-16,0 0-150 0,0 0-193 15,-22-12 61-15,22 12-380 0,-14-5-520 0</inkml:trace>
  <inkml:trace contextRef="#ctx0" brushRef="#br0" timeOffset="20939.29">8577 17309 3055 0,'-17'4'-11'0,"1"-1"14"16,7 0 14-16,9-3 30 0,-15 0 40 0,15 0 20 15,0 0 12-15,-10 2 16 16,10-2-5-16,0 0-3 0,0 0-10 0,39-10-11 16,-7 0-10-16,8 1-7 0,1 1-10 15,0-1-5-15,-3 0-10 0,-6 6-4 16,-7 1-4-16,-2 4-7 0,-2 7 0 0,-4 1-7 16,-2 5 4-16,3 7 4 0,-9 3 10 15,-4 5 9-15,0-2 5 0,-5-3 2 16,0 2 1-16,0-2-6 0,-3 1-4 0,3-2-11 15,-2 0-7-15,4-4-5 0,-2 1-3 16,3-2-4-16,-1-3-5 0,1 0-7 16,-1-1-6-16,0-2-5 0,0-3-52 0,2 1-73 15,-2-3-77-15,1-2-71 0,1 0-68 16,0-2-99-16,-4-4-160 0,0 0-61 16,0 0 52-16,0 0-231 0,19-14-311 15</inkml:trace>
  <inkml:trace contextRef="#ctx0" brushRef="#br0" timeOffset="21103.72">8820 17648 2240 0,'-24'4'15'0,"5"2"37"16,2-2 27-16,5-1 33 0,3 1 25 15,4 0 26-15,5-4 12 0,-12 4-3 0,12-4-19 16,0 0-11-16,0 0-9 0,0 0-17 16,0 0-10-16,44-21-12 0,-12 5-35 15,2 1-97-15,12-6-130 0,-11 4-154 16,6-4-237-16,-10 3-22 0,-1 2 65 15,-5 1-84-15,-8 5-100 0</inkml:trace>
  <inkml:trace contextRef="#ctx0" brushRef="#br0" timeOffset="21504.23">8569 17158 1784 0,'-27'-2'69'0,"7"4"12"16,-3 6 2-16,-6 4 7 0,2 5 18 16,-5 17 20-16,5 5 29 0,4 9 21 15,7 3 26-15,5 6-3 0,0 2 6 0,10 0 0 16,4-4-1-16,7 0-5 0,3-1-16 16,9-1-9-16,6-9-11 0,6-3-5 0,8-5-16 15,4-9-9-15,5-3-15 0,8-13-10 16,2-5-14-16,7-6-8 0,-6-12-6 15,1-3-8-15,-2-5-7 0,-4-4-5 0,-8-4-12 16,-1-1 0-16,-10-3-6 0,-5-2-4 16,-14 6-7-16,-4-3-3 0,-10-2-3 15,-5 2-3-15,-5-3-2 0,-8-2-4 16,-7-10-2-16,-10 1-4 0,-2 2-5 16,-10 3-23-16,1 1-14 0,-4 2-7 0,-3 10 0 15,1 6-15-15,-1 6-11 0,6 8-22 16,5 8-30-16,-4 6-24 0,3 3-38 0,4 9-35 15,1 9-46-15,9-3-64 0,4 3-118 16,7 2-213-16,9-8 22 0,4-2 86 16,6-2-179-16,13 7-217 0</inkml:trace>
  <inkml:trace contextRef="#ctx0" brushRef="#br0" timeOffset="21853.72">9130 17872 2296 0,'-18'0'206'0,"7"-2"16"0,11 2 7 0,0 0 0 0,-21-2 8 0,21 2-9 0,0 0-14 0,0 0-15 0,0 0-15 15,0 0 1-15,0 0-16 0,57 22-16 0,-17-11-14 16,12 3-16-16,-1 2-9 0,0-3-11 15,3 1-13-15,-4-3-11 0,-11-1-4 16,-1 2-6-16,-1-2-12 0,-11-5-4 16,-5 3-2-16,1-2-4 0,-8-2-7 15,0 0-4-15,-3-2-2 0,-1 1-1 0,-10-3-1 16,14 2-8-16,-7 0-2 0,-7-2-4 16,0 0-6-16,16 4-37 0,-16-4-68 15,0 0-101-15,0 0-113 0,0 0-131 0,0 0-206 16,13-6-80-16,-13 6 72 0,0 0-343 15,0 0-471-15</inkml:trace>
  <inkml:trace contextRef="#ctx0" brushRef="#br0" timeOffset="22253.89">10075 17841 2922 0,'2'-14'16'16,"-2"9"3"-16,-2-2-1 0,2 7-1 16,0 0 16-16,-2-8 27 0,2 8 22 15,0 0 32-15,0 0 16 0,-23 32 8 0,8-6 11 16,1 3 22-16,-2 4 19 0,-4 6 8 16,-5 3 17-16,4-1-1 0,5 3-4 15,0-11-9-15,5 1-18 0,5 0-2 0,3-9-10 16,3-2-7-16,1-5-18 15,1 1-12-15,2-3-1 0,3-1-9 0,2-2-16 16,2-1-12-16,2-6-3 0,-1 0-9 16,1-5-13-16,-1-1-8 0,6-1-3 0,0-3-15 15,-4 1 1-15,-3-2-5 16,1 0-7-16,0-2 0 0,-4 2-2 0,-3-5-13 16,-1 6-9-16,-2-5-9 0,0 3-6 0,-2 6 2 15,-6-19-19-15,3 9-20 0,-4 2-27 16,2 1-33-16,-5 0-44 0,1 0-53 0,-1 5-68 15,-1 0-60-15,11 2-66 16,-20 0-78-16,9 0-142 0,2 4-126 16,9-4 62-16,-21 4-376 0,7-2-525 0</inkml:trace>
  <inkml:trace contextRef="#ctx0" brushRef="#br0" timeOffset="22720.37">9960 17625 3028 0,'-25'-6'-54'0,"0"3"5"0,5 6 16 0,-3 1 24 0,-9 9 37 0,-1 7 34 0,-3 13 36 0,0 8 33 16,1 8 25-16,-3 25 18 0,2 4 14 0,10-1 12 16,6-7 9-16,5 17-3 0,4-15-1 15,8-3-3-15,3 1-13 0,9-8-8 16,7-4-19-16,4-6-11 0,5-10-14 0,7-6-11 16,12-7-20-16,4-10 1 15,5-7-11-15,-6-12-7 0,12-9-10 0,2-6-8 16,-1-10-8-16,-1-8-8 0,3-13-3 15,-1-6-5-15,-19 7-4 0,8-14-4 0,-18 11-4 16,-5-2-1-16,-6-4-7 0,-8 0 0 16,-5-1 2-16,-12-2-10 0,-3 1-3 15,-13-1 2-15,-4 2-5 0,-8 5 0 0,-7 4-11 16,-6 10-4-16,-3 11-11 0,-6 9-32 16,7 14-60-16,-14 6-73 0,-2 8-87 15,4 10-81-15,2 9-92 0,-10 12-174 0,17-6-142 16,-1 2 59-16,4-3-433 15,2-2-595-15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28:52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11646 7749 1127 0,'0'0'247'0,"0"0"-59"0,0 0-39 0,0 0-5 0,0 0-12 0,0 0 2 0,0 0-8 0,0 0-5 16,0 0 4-16,0 0 3 0,0 0 2 15,0 0 1-15,0 0 4 0,0 0 2 16,0 0-6-16,0 0 6 0,0 0-1 0,0 0-5 16,0 0 0-16,0 0-1 0,0 0-7 15,0 0 8-15,0 0 1 0,0 0-4 0,0 0 2 16,0 0-4-16,0 0-11 15,0 0-13-15,0 0 0 0,0 0-8 0,0 0-9 16,0 0-3-16,0 0-2 0,0 0-2 16,0 0-7-16,0 0-5 0,0 0 0 0,-29 12-1 15,29-12 1-15,-8 3-5 0,8-3 0 16,-10 5 1-16,10-5-5 0,-7 5-1 0,7-5 6 16,-9 5-10-16,9-5 4 0,-10 5-13 15,4-1-3-15,6-4 1 0,-11 8 4 16,11-8-17-16,-8 6-4 0,8-6 0 0,-10 6-1 15,7-2 1-15,3-4-6 0,-10 7 9 16,10-7-2-16,-6 6 4 0,6-6 4 0,-7 7-3 16,7-7-8-16,-8 7 6 15,8-7-11-15,-7 9 8 0,7-9-1 0,-9 6-5 16,9-6 10-16,-5 9-14 0,3-5 24 16,2-4-21-16,-5 8-1 0,5-8 4 0,-8 7-5 15,8-7 0-15,-5 8-1 0,0-4-1 16,5-4-2-16,-6 9 0 0,1-4 0 0,5-5 5 15,-6 8-3-15,3-3-5 0,3-5-4 16,-8 10 2-16,8-10 2 0,-4 6 23 16,4-6 3-16,-8 8-4 0,8-8-10 0,-3 9 1 15,-1-6-1-15,4-3-4 0,-6 11 5 16,4-5-9-16,2-6 5 0,-6 8-4 16,6-8-6-16,-6 7 3 0,6-7-1 15,-7 10-6-15,5-6 6 0,2-4-3 0,-5 10-2 16,5-10 3-16,-6 9-6 0,4-3 0 15,2-6 3-15,-4 8-1 0,4-8-3 0,-4 11 2 16,4-11 5-16,-4 8-4 0,4-8-3 16,-2 9 3-16,2-9-2 0,-1 9-5 0,1-9 4 15,-4 8-2-15,4-8 4 16,-2 12-4-16,2-12 2 0,-2 7 3 0,2-7-3 16,0 8-2-16,0-8-1 0,-2 11 0 0,2-11 5 15,0 10-5-15,0-10 8 0,2 9-7 16,-2-9 1-16,0 10 2 0,0-10-2 15,0 6 1-15,0-6 2 0,2 9-7 0,-2-9 4 16,0 9 3-16,0-9-2 0,0 0-5 16,2 10 11-16,-2-10-9 0,2 7 5 0,-2-7-5 15,2 8 10-15,-2-8-8 0,1 7-2 16,-1-7 5-16,4 10 2 0,-4-8-6 0,0-2 4 16,2 7 0-16,-2-7 1 15,4 8-5-15,-4-8 10 0,1 6-10 0,-1-6 2 0,5 6 1 16,-5-6 6-16,2 6-4 15,-2-6 2-15,4 5 4 0,-4-5-1 0,3 6-2 16,-3-6 1-16,0 0-5 0,2 8 2 0,-2-8-6 16,2 6 7-16,-2-6-3 0,4 6 10 15,-4-6-5-15,3 6-3 0,-3-6-2 16,4 5 3-16,-4-5 9 0,2 8-7 16,-2-8 8-16,6 7-1 0,-6-7-3 0,2 5 1 15,-2-5-4-15,4 9 6 0,-4-9-1 16,6 6 1-16,-6-6-6 0,1 6 1 0,1 0-2 15,-2-6 0-15,4 6-1 0,-4-6 3 16,4 8-2-16,-4-8-4 0,4 6 0 0,-4 0-1 16,0-6 2-16,4 7-1 0,-4-7 4 15,4 7 1-15,-4-7-4 0,3 8-7 0,-3-4 5 16,0-4 1-16,4 10 0 16,-2-5-2-16,-2-5 2 0,4 9 4 0,-3-4-7 15,-1-5 3-15,2 8 0 0,0-2 7 16,3 0-7-16,-5-6 1 0,3 9 2 0,1-4 2 15,-4-5 5-15,6 10-1 0,-4-5-5 16,-1-1 4-16,-1-4-1 0,6 9 2 0,-2-5-2 16,-4-4 4-16,4 6-2 0,0-1-4 15,-4-5 5-15,7 6-4 0,-7-6 4 0,6 9-5 16,-2-5-1-16,-4-4 2 16,7 7 1-16,-2-3 0 0,-5-4-3 0,7 7-1 0,-2-3 0 15,-1 2-2-15,-4-6 2 16,9 8-2-16,-4-2-1 0,2-2-4 0,-3-1 0 15,4 3 0-15,-5-2 0 0,6 0 0 16,-6 2 0-16,5-1 0 0,-1 0 0 0,-1 0 0 16,0-1 0-16,1 2 0 0,-1-4 0 15,-1 2 0-15,-5-4 0 0,11 5 0 16,-8-2 0-16,-3-3 0 0,8 5 0 0,-5-1 0 16,-3-4 0-16,10 3 0 0,-10-3 0 15,8 3 0-15,-8-3 0 0,9 4 0 0,-9-4 0 16,8 3 0-16,-8-3 0 0,7 4 0 15,-7-4 0-15,10 3 0 0,-10-3 0 0,11 4 0 16,-11-4 0-16,11 3 0 0,-6-1 0 16,-5-2 0-16,11 3 0 0,-11-3 0 15,11 1 0-15,-11-1 0 0,12 2 0 16,-12-2 0-16,11 2 0 0,-11-2 0 0,12 2 0 16,-12-2 0-16,0 0 0 0,15 2 0 15,-15-2 0-15,0 0 0 0,16 0 0 0,-16 0 0 16,13 0 0-16,-13 0 0 0,0 0 0 15,17 0 0-15,-17 0 0 0,13-4 0 0,-13 4 0 16,20-4 0-16,-20 4 0 16,14-4 0-16,-14 4 0 0,14 0 0 0,-14 0 0 0,15-2 0 15,-15 2 0-15,11-2 0 16,-11 2 0-16,12-3 0 0,-5 1 0 0,-7 2 0 16,13-3 0-16,-6 1 0 0,-7 2 0 15,13-5 0-15,-6 1 0 0,2 1 0 0,-4 0 0 16,-5 3 0-16,13-5 0 0,-6 1 0 15,0 1 0-15,-2-2 0 0,-5 5 0 0,11-6 0 16,-5 4 0-16,-6 2 0 0,10-6 0 16,-6 4 0-16,-4 2 0 0,9-5 0 0,-3 1 0 15,0 0 0-15,0-2 0 0,-1 0 0 16,3 2 0-16,-3-4 0 0,3 3 0 16,-4 1 0-16,4-4 0 0,-3 3 0 0,1 0 0 15,-3 1 0-15,2-1 0 0,1-1 0 16,-3 0 0-16,3 2 0 0,-3-2 0 15,-3 6 0-15,6-8 0 0,-1 5 0 16,-5 3 0-16,3-6 0 0,-3 6 0 0,6-6 0 16,-6 6 0-16,4-9 0 0,-3 5 0 15,3-3 0-15,-4 7 0 0,6-5 0 16,-5-1 0-16,2-1 0 0,-1 2 0 0,2-1 0 16,-4 6 0-16,3-10 0 0,-3 5 0 0,0 5 0 15,2-12 0-15,0 7 0 0,-2-2 0 16,0 7 0-16,2-12 0 0,-2 4 0 15,0 2 0-15,2-3 0 0,-2 9 0 16,-2-13 0-16,2 4 0 0,0 1 0 0,0 0 0 16,0-1 0-16,0 1 0 0,0 0 0 15,0-1 0-15,0 3 0 0,-2-4 0 0,2 4 0 16,-2-2 0-16,0-1 0 0,2 1 0 16,-1 0 0-16,-1-5 0 0,-2 3 0 0,2-2 0 15,-1 2 0-15,0-3 0 16,1 3 0-16,-2-2 0 0,2 2 0 0,-1 0 0 0,-1 0 0 15,2 1 0-15,-2-1 0 0,4-2 0 16,-3 5 0-16,0-2 0 0,-1-1 0 16,1 1 0-16,1 3 0 0,-2-5 0 15,2 5 0-15,0-4 0 0,-1 3 0 0,-1-1 0 16,-3 0 0-16,6 0 0 0,-5 0 0 16,2 3 0-16,1-1 0 0,-1-2 0 0,0 1 0 15,1 1 0-15,-4-2 0 0,2 0 0 16,-1 1 0-16,2 0 0 0,-3 1 0 0,2-1 0 15,-2 1 0-15,1 0 0 0,-1-1 0 16,2 0 0-16,-4 4 0 0,2-4 0 0,-1 3 0 16,-1-1 0-16,1 0 0 15,0-3 0-15,-1 4 0 0,4 1 0 0,-6-2 0 0,2-1 0 16,2 1 0-16,0-1 0 16,-2 4 0-16,4-2 0 0,-3 1 0 0,8 3 0 15,-12-8 0-15,7 7 0 0,5 1 0 16,-11-5 0-16,5 3 0 0,6 2 0 0,-12-6 0 15,12 6 0-15,-13 0 0 0,13 0 0 16,-16 0 0-16,16 0 0 0,-13-2 0 0,13 2 0 16,-17 2 0-16,17-2 0 0,-17 0 0 15,17 0 0-15,-15 0 0 0,5 0 0 0,10 0 0 16,-15 0 0-16,15 0 0 0,-17 0 0 16,17 0 0-16,-18 3 0 0,11-3 0 15,7 0 0-15,-18 2 0 0,11-1 0 0,7-1 0 16,-15 6 0-16,3-5 0 0,3 0 0 15,2 2 0-15,-2 0 0 0,-2-1 0 16,4 1 0-16,-2-1 0 0,-2 1 0 0,0 1 0 16,2-1 0-16,-3 1 0 0,3-2 0 15,0 3 0-15,-1-2 0 0,-2 2 0 16,0-1 0-16,3-1 0 0,0 2 0 0,-3-2 0 16,5 3 0-16,-5-1 0 0,3 0 0 15,-1 1 0-15,3 0 0 0,-3-1 0 0,2 0 0 16,-1 4 0-16,2-3 0 15,-1-1 0-15,0 4 0 0,0-4 0 0,-1 2 0 16,2 0 0-16,-2 0 0 0,2 1 0 16,2 2 0-16,-3-4 0 0,3 2 0 0,-2-1 0 15,3 0 0-15,-1 2 0 0,1 0 0 16,1-5 0-16,-4 6 0 0,3-2 0 0,2-1 0 16,-1 1 0-16,-1-2 0 0,2 4 0 15,0-3 0-15,1 1 0 0,-3-1 0 0,2 2 0 16,0-3 0-16,-1 3 0 0,3-1 0 15,-1 0 0-15,-1 2 0 0,2 0 0 0,0-2 0 16,-2-1 0-16,2 2 0 0,0 0 0 16,0-1 0-16,0 1 0 0,2-1 0 0,-2 1 0 15,2-1 0-15,-2 1 0 0,1-1 0 16,-1 1 0-16,5-2 0 0,-5 0 0 0,4-1 0 16,-2 3 0-16,-1-2 0 0,1 0 0 15,0-1 0-15,2 2 0 0,-2 1 0 16,-1-1 0-16,1-1 0 0,2 2 0 15,-1-3 0-15,1 2 0 0,-3-1 0 0,3 1 0 16,-2 0 0-16,3-1 0 0,-3 0 0 16,2 0 0-16,0 1 0 0,0-1 0 0,0-2 0 15,2 2 0-15,-5 0 0 0,3 0 0 16,2 0 0-16,-5 0 0 0,3-1 0 0,1 1 0 16,-2 0 0-16,-1-2 0 0,2 4 0 15,2-3 0-15,-3 3 0 0,1 0 0 0,1 0 0 16,0-2 0-16,-1 1 0 0,1 0 0 15,-1 2 0-15,2-5 0 0,-3 5 0 16,1-2 0-16,2-2 0 0,0 3 0 16,0-1 0-16,-3 0 0 0,5-1 0 0,-4 0 0 15,0 0 0-15,1-1 0 0,-1 1 0 16,2 0 0-16,-3 0 0 0,1-1 0 0,3 2 0 16,-4-3 0-16,1 0 0 0,1 2 0 15,-1-2 0-15,4 0 0 0,-4 0 0 16,2 0 0-16,-1 0 0 0,-1 1 0 0,2-3 0 15,-1 2 0-15,3 0 0 0,-4-1 0 16,3 1 0-16,-1 0 0 0,1-2 0 16,0 2 0-16,-2-3 0 0,1 2 0 0,1-1 0 15,-7-3 0-15,14 5 0 0,-6-3 0 16,-3 1 0-16,4-1 0 0,-9-2 0 0,14 4 0 16,-5-3 0-16,-9-1 0 0,14 3 0 15,-14-3 0-15,15 0 0 0,-8 0 0 16,-7 0 0-16,14 0 0 0,-4 0 0 15,-10 0 0-15,12 2 0 0,-12-2 0 0,0 0 0 16,22-2 0-16,-22 2 0 0,16 2 0 0,-16-2 0 16,14-2 0-16,-14 2 0 0,18 0 0 15,-18 0 0-15,16 0 0 0,-16 0 0 0,14-3 0 16,-14 3 0-16,13-1 0 16,-13 1 0-16,0 0 0 0,20-2 0 0,-20 2 0 0,11-4 0 15,-11 4 0-15,14-3 0 16,-14 3 0-16,13-5 0 0,-8 1 0 0,-5 4 0 15,14-7 0-15,-7 4 0 0,-7 3 0 16,11-7 0-16,0 5 0 0,-11 2 0 0,11-6 0 16,-11 6 0-16,12-6 0 0,-12 6 0 15,9-5 0-15,-9 5 0 0,11-3 0 0,-11 3 0 16,12-5 0-16,-12 5 0 0,11-7 0 16,-4 3 0-16,-7 4 0 0,14-6 0 0,-8 2 0 15,-6 4 0-15,11-6 0 0,-4 2 0 16,2 1 0-16,-9 3 0 0,9-9 0 0,-4 6 0 15,-5 3 0-15,12-8 0 16,-8 4 0-16,-4 4 0 0,11-7 0 0,-7 3 0 16,3-1 0-16,0 0 0 0,-7 5 0 15,15-10 0-15,-12 5 0 0,6 0 0 0,-4 0 0 16,3-1 0-16,-3 0 0 0,1 2 0 16,2-3 0-16,-3 1 0 0,-1 2 0 0,5-4 0 15,-5 4 0-15,3-2 0 0,-2 2 0 16,-5 4 0-16,7-9 0 0,-1 3 0 0,-6 6 0 15,10-10 0-15,-6 3 0 16,1 5 0-16,-5 2 0 0,6-11 0 0,0 4 0 16,-6 7 0-16,10-11 0 0,-7 7 0 15,-1-3 0-15,4 2 0 0,-3-3 0 0,-3 8 0 16,10-13 0-16,-7 6 0 0,2 2 0 16,-1-2 0-16,-1 2 0 0,-3 5 0 0,6-14 0 15,-2 9 0-15,-3-2 0 0,-1 7 0 16,6-12 0-16,-1 7 0 0,-5 5 0 0,3-12 0 15,-3 12 0-15,2-10 0 0,0 3 0 16,0 0 0-16,-2 7 0 0,4-13 0 0,-3 4 0 16,-1 2 0-16,0 7 0 0,2-15 0 15,-4 8 0-15,2 0 0 0,0 7 0 0,0-16 0 16,0 9 0-16,0 7 0 0,-1-15 0 16,-3 8 0-16,2-2 0 0,2 3 0 15,-2-2 0-15,2 8 0 0,-3-16 0 16,1 9 0-16,-3-2 0 0,1 0 0 0,2 4 0 15,-1-5 0-15,-1 2 0 0,0-3 0 16,3 5 0-16,-5-3 0 0,4 0 0 0,-2 2 0 16,2 1 0-16,-2-3 0 0,0 3 0 15,4 6 0-15,-3-14 0 0,-1 10 0 16,0-3 0-16,1 1 0 0,3 6 0 0,-7-12 0 16,3 4 0-16,4 8 0 0,-5-11 0 15,1 5 0-15,4 6 0 0,-5-12 0 0,1 8 0 16,0-1 0-16,4 5 0 0,-8-9 0 15,4 3 0-15,4 6 0 0,-5-9 0 0,5 9 0 16,-6-9 0-16,6 9 0 16,-10-8 0-16,6 2 0 0,4 6 0 0,-5-11 0 15,-1 6 0-15,6 5 0 0,-7-9 0 16,1 3 0-16,2 2 0 0,-2-1 0 0,2 0 0 16,4 5 0-16,-9-8 0 0,4 3 0 15,-4 1 0-15,6 0 0 0,-7-2 0 0,3 0 0 16,0 1 0-16,0-1 0 0,0 1 0 15,-1-2 0-15,0 1 0 0,1 1 0 0,-3-1 0 16,5 2 0-16,-4-1 0 0,2 2 0 16,0-2 0-16,-1 3 0 0,-2-2 0 15,3 2 0-15,7 2 0 0,-20-4 0 16,7 3 0-16,2 0 0 0,-1 1 0 0,-1-2 0 16,-2 2 0-16,2-2 0 0,-1 1 0 15,1 1 0-15,-2 0 0 0,1 0 0 0,1-2 0 16,0 2 0-16,-2 0 0 0,1 0 0 15,-1 0 0-15,1 2 0 0,1-2 0 0,-1 0 0 16,3 0 0-16,-2 0 0 0,13 0 0 16,-19 1 0-16,12-1 0 0,7 0 0 0,-16 0 0 15,16 0 0-15,-13 0 0 0,13 0 0 16,0 0 0-16,-16 0 0 0,16 0 0 16,0 0 0-16,-11 0 0 0,11 0 0 15,0 0 0-15,0 0 0 0,-11-1 0 0,11 1 0 16,0 0 0-16,0 0 0 0,-8-4 0 15,8 4 0-15,0 0 0 0,0 0 0 0,0 0 0 16,-2-8 0-16,2 8 0 0,0 0 0 16,0 0 0-16,0 0 0 0,10-7 0 0,-10 7 0 15,11-5 0-15,-2 5 0 0,5-2 0 16,-3 0 0-16,2 0 0 0,7-1 0 0,-1 1 0 16,1 1 0-16,0-3 0 0,1 3 0 15,-2-1 0-15,0-2 0 0,0 2 0 0,-6 1 0 16,3 1 0-16,-5 0 0 0,-11 0 0 15,21 0 0-15,-11-3 0 0,-10 3 0 0,17 3 0 16,-8-3 0-16,-9 0 0 0,15 1 0 16,-15-1 0-16,14 0 0 0,-5 2 0 15,-9-2 0-15,14 2 0 0,-14-2 0 16,13 4 0-16,-6-3 0 0,-7-1 0 0,14 4 0 16,-6-3 0-16,-8-1 0 0,13 3 0 15,-10 1 0-15,6-2 0 0,-4 0 0 0,-5-2 0 16,11 8 0-16,-4-6 0 0,-7-2 0 15,7 8 0-15,-1-4 0 0,-3-1 0 0,-3-3 0 16,10 9 0-16,-7-6 0 0,2 1 0 16,2 1 0-16,-3-2 0 0,2 2 0 0,-6-5 0 15,10 6 0-15,-5 0 0 16,1-2 0-16,-2 1 0 0,1 0 0 0,1-1 0 16,-2 1 0-16,-4-5 0 0,8 8 0 15,-5-3 0-15,1 0 0 0,3 1 0 0,-5-1 0 16,5 1 0-16,-4-2 0 0,1 1 0 15,2 0 0-15,-5 0 0 0,5 1 0 0,-2 0 0 16,-1 0 0-16,0-1 0 0,1 0 0 16,0 2 0-16,-3-1 0 0,1 0 0 0,0 0 0 15,0 1 0-15,0 3 0 0,0-2 0 16,0-1 0-16,-2 1 0 0,1 2 0 0,-1-1 0 16,0 1 0-16,2 0 0 0,-2-1 0 15,0 0 0-15,0-2 0 0,2 3 0 16,-2-3 0-16,2 1 0 0,-2-1 0 15,3 0 0-15,-3-7 0 0,0 12 0 0,0-5 0 16,0-7 0-16,0 8 0 0,0-3 0 16,0-5 0-16,0 9 0 0,0-9 0 0,-3 5 0 15,3-5 0-15,0 0 0 0,0 0 0 16,0 10 0-16,0-10 0 0,0 0 0 16,0 0 0-16,0 0 0 0,-4-22 0 0,4 9 0 15,-2-5 0-15,2 0 0 0,-1 0 0 16,1 5 0-16,-2-1 0 0,2 2 0 0,0 2 0 15,0 1 0-15,-2 3 0 0,2-4 0 16,0 10 0-16,-2-7 0 0,0 1 0 0,2 6 0 16,0 0 0-16,0 0 0 0,0 0 0 15,-7 19 0-15,5-7 0 0,0 3 0 0,0 3 0 16,2-1 0-16,-3 3 0 0,3-1 0 16,-1 0 0-16,1 0 0 0,-2 1 0 0,2-3 0 15,0 1 0-15,0-5 0 0,-4-1 0 16,4 1 0-16,0-5 0 0,0 0 0 0,-2-1 0 15,4 0 0-15,-2-7 0 0,-2 11 0 16,2-11 0-16,0 0 0 0,0 0 0 16,0 0 0-16,0 0 0 0,0 0 0 15,4-27 0-15,-2 15 0 0,0 1 0 0,-2 0 0 16,0 2 0-16,1-2 0 0,-1 1 0 16,0 4 0-16,0-1 0 0,0 7 0 0,0-10 0 15,0 10 0-15,0 0 0 0,-1-6 0 16,1 6 0-16,0 0 0 0,0 0 0 0,0 0 0 15,-2 20 0-15,2-11 0 0,0-1 0 16,-4 2 0-16,4 2 0 0,0 1 0 0,-2-4 0 16,0 3 0-16,2 0 0 0,-2-3 0 15,2-1 0-15,-1 2 0 0,-1-2 0 0,0-3 0 16,2-5 0-16,-2 10 0 0,2-10 0 16,0 8 0-16,0-8 0 0,0 0 0 0,0 0 0 15,0 0 0-15,0 0 0 16,0-29 0-16,2 17 0 0,2 0 0 0,-3 1 0 15,3-1 0-15,-2 1 0 0,4 1 0 16,-6 3 0-16,1 0 0 0,2 0 0 0,-1 3 0 16,-2 4 0-16,0 0 0 0,0 0 0 15,0 0 0-15,0 0 0 0,2 18 0 0,-6-7 0 16,1-1 0-16,3 3 0 0,-1-1 0 16,-5-1 0-16,6 1 0 0,-2-1 0 0,0-1 0 15,2-2 0-15,-2-1 0 0,2 0 0 16,-3-1 0-16,3-6 0 0,-2 9 0 0,2-9 0 15,-2 7 0-15,2-7 0 16,0 0 0-16,0 0 0 0,-2 5 0 0,2-5 0 0,0 0 0 16,0 0 0-16,-10 6 0 15,6-1 0-15,-3 3-273 0,0 2-752 0,-4 1 98 16,4 1 100-16,2 1-921 0,1 1-1179 16</inkml:trace>
  <inkml:trace contextRef="#ctx0" brushRef="#br0" timeOffset="32228.05">10491 7250 1935 0,'-5'-11'511'0,"1"-1"-181"0,-1 4-81 16,1-1 3-16,0-1-6 0,3 0 10 0,-5-2 6 16,1 3-4-16,4-1 20 0,-5 0 20 15,2-1 1-15,1 2 1 0,1 0-5 16,-2 4-17-16,4 5-19 0,-4-12-17 0,4 12-23 16,-1-8-22-16,1 8-17 0,0 0-19 15,0 0-8-15,0 0 10 0,0 0-11 0,16 25-5 16,2-2-2-16,0 8-19 0,11 6-126 15,1 6 0-15,3 2 0 0,4 1 0 0,1 2 0 16,-1 1 0-16,1-5 0 0,1-3 0 16,-1 0 0-16,-2-6 0 0,-4-3 0 0,-9-6 0 15,2-6 0-15,-10-2 0 16,-1-4 0-16,-3-5 0 0,-2 1 0 0,0 0 0 16,-4-6 0-16,3 3 0 0,-5-2 0 15,1 1 0-15,-4-6 0 0,5 7 0 0,-5-7 0 16,7 7 0-16,-7-7 0 0,0 0 0 15,6 6 0-15,-6-6 0 0,0 0 0 0,3 4 0 16,-3-4 0-16,0 0 0 0,0 0 0 16,0 0-491-16,0 0-210 0,0 0-192 0,0 0 33 15,0 0 104-15,0 0-771 0,0 0-972 16</inkml:trace>
  <inkml:trace contextRef="#ctx0" brushRef="#br0" timeOffset="32743.36">10687 7808 3816 0,'0'0'-179'0,"-13"-5"58"0,13 5 53 0,0 0 45 16,0 0 50-16,0 0 48 0,-11-5 33 0,11 5 25 16,0 0 17-16,0 0 13 0,-7-2 11 15,7 2 4-15,0 0 5 0,0 0-9 0,0 0-7 16,0 0 2-16,0 0-7 0,0 0-7 15,0 0-9-15,31 12 1 0,-20-3 4 0,6 1-6 16,3 1-24-16,5 4-11 0,2 0-4 16,2-1-15-16,1-2-8 0,-3 2-10 15,-4-4-6-15,-5-1-5 0,-3-3-2 16,0 0-14-16,-4 0 0 0,0 0-2 0,0-5-7 16,-4 3 2-16,-7-4 9 0,17 1 5 15,-17-1 2-15,12 3-9 0,-12-3-7 16,0 0-7-16,0 0 2 0,16-6-5 0,-16 6-6 15,0 0-6-15,12-3-19 0,-12 3-33 16,4-4-38-16,-4 4-51 0,0 0-60 0,0 0-70 16,6-4-90-16,-6 4-84 15,0 0-86-15,0 0-111 0,0 0-79 0,0 0 53 16,0 0-524-16,0 0-641 0</inkml:trace>
  <inkml:trace contextRef="#ctx0" brushRef="#br0" timeOffset="33277.12">11124 7579 2999 0,'0'-7'-119'0,"0"7"44"0,0 0 25 16,-1-9 25-16,1 9 22 0,1-7 19 0,-1 7 8 0,0 0 13 15,0-8 13-15,0 8 11 0,0-7 15 16,0 7 16-16,0 0 15 0,0 0 17 0,0 0 6 16,0-12 2-16,0 12 4 0,0 0 4 15,0 0-2-15,0 0-11 0,-1-8-4 16,1 8-10-16,0 0-8 0,0 0-5 0,0 0-9 15,0 0-10-15,0 0-2 0,0 0 9 16,0 0 8-16,0 0 9 0,0 0 4 16,-4 29 10-16,6-14 2 0,-2 2 1 0,-2 4 6 15,2 4 3-15,0 1 2 0,-2 1-6 16,0 10 3-16,0-2-3 0,2-7-4 16,-1-5-21-16,2-3-1 0,-2-1-3 0,1-4-7 15,0-1 2-15,0-3 0 0,0 0 10 16,0-2-2-16,0-1 6 0,0 0 6 0,0-8-6 15,0 12-4-15,0-12-12 0,1 4-8 16,-1-4-10-16,0 0-7 0,0 0-8 0,0 0-13 16,0 0-26-16,0 0-37 0,0 0-47 15,0 0-54-15,0 0-58 0,0 0-67 0,0 0-84 16,0 0-93-16,0 0-92 0,0 0-105 16,0 0-149-16,0 0 47 0,0 0 79 15,-23-2-544-15,23 2-650 0</inkml:trace>
  <inkml:trace contextRef="#ctx0" brushRef="#br0" timeOffset="33743.62">10792 7850 3135 0,'-7'-2'-32'0,"7"2"49"0,-13-4 48 0,13 4 57 0,-9-1 47 0,9 1 36 0,-12-2 22 15,12 2 14-15,-7-3 12 0,7 3 4 16,0 0 0-16,-9-5 1 0,9 5 3 16,0 0 2-16,0 0-4 0,-11-4-12 0,11 4-8 15,0 0-11-15,0 0-11 0,-7-5-19 16,7 5-12-16,0 0-13 0,0 0-17 0,0 0-17 15,0 0-10-15,0 0-5 0,0 0-6 16,0 0-38-16,0 0-80 0,46 12 0 0,-25-4 0 16,5 2 0-16,9 1 0 0,-5 1 0 15,0 0 0-15,-3-4 0 0,-4-1 0 0,-1 3 0 16,-8-5 0-16,2 1 0 16,-5 0 0-16,0-4 0 0,-1 4 0 0,-2-2 0 15,-8-4 0-15,15 4 0 0,-15-4 0 16,10 5 0-16,-10-5 0 0,7 4 0 0,-7-4 0 15,0 0 0-15,0 0 0 0,9 1 0 16,-9-1 0-16,0 0 0 0,0 0 0 0,0 0 0 16,0 0 0-16,0 0-35 0,0 0-509 15,0 0-152-15,0 0-209 0,0 0 60 0,0 0 100 16,0 0-759-16,-11-22-949 0</inkml:trace>
  <inkml:trace contextRef="#ctx0" brushRef="#br0" timeOffset="34712.46">10776 6632 3797 0,'0'0'-175'0,"0"0"53"0,4-7 42 0,-4 7 36 0,4-4 27 0,-4 4 20 0,0 0 19 16,0 0 7-16,3-6 11 0,-3 6 6 0,0 0 6 15,0 0 10-15,5-6-14 0,-5 6 8 16,0 0 0-16,0 0-5 0,0 0 5 16,4-5-1-16,-4 5 0 0,0 0-2 15,0 0 1-15,1-5-1 0,-1 5 1 16,0 0 1-16,2-9 3 0,-2 9 9 0,0-6-6 15,0 6-1-15,-2-12-5 0,1 5-3 16,-3 1-1-16,1-4-2 0,1 2 9 0,-1-2 1 16,-3-1-3-16,0-1-7 0,1 2-3 15,-2-2-4-15,-2 2 12 0,6 0-1 0,-5 1-5 16,1 1-6-16,-2 1-4 0,0 3-2 16,-2 1-5-16,-1 1-2 0,-1 4-2 0,-3 3-5 15,2 0 0-15,-6 4-2 0,4 3-1 16,-2-2-1-16,3 0-1 0,1 0-4 15,3 1 3-15,-1-1-5 0,7-1 1 16,-1-1 0-16,3 1 1 0,-1-3 0 0,2 2-1 16,2-2-1-16,0 1 1 0,2 1-2 15,3 0 2-15,1-2-3 0,1 3-1 16,5-1 4-16,-1 3-5 0,5 0 0 0,-3 0-2 16,5 1 2-16,-4 1-2 0,2-1 3 15,-1 5-1-15,1-4 1 0,0 10 10 0,6-3 22 16,-11-3 12-16,1-1 9 0,-5 1 16 15,0 1 10-15,-3-4 25 0,2 1 35 0,-5 1 12 16,-1-3 7-16,-1-1-1 0,-3 2-6 16,2-3 0-16,-2 1 1 0,1-3-16 0,-3 1-14 15,1-3-11-15,-4-2-10 0,2-1-14 16,7-4-9-16,-17 1-14 0,17-1-8 16,-23-5-5-16,11 1-36 0,1-1-23 15,-2-4 0-15,1 3 0 0,1-3 0 0,4 1-68 16,-4-2-65-16,4 6-45 0,3-1-48 15,-1-3-56-15,1 4-70 0,2-2-68 16,2 6-60-16,-2-6-70 0,2 6-104 0,6-7-61 16,-6 7 55-16,15-6-521 0,-6 6-647 15</inkml:trace>
  <inkml:trace contextRef="#ctx0" brushRef="#br0" timeOffset="35561.05">10942 6261 3008 0,'-2'-20'-81'0,"-4"1"45"0,4 2 45 0,0 5 34 0,2 0 38 0,-1-3 24 0,-1 6 25 0,0 1 11 0,0 1 1 16,2 7-11-16,-2-13-10 0,2 13-22 15,-2-6-2-15,2 6 15 0,0 0 9 16,0 0-12-16,0 34-14 0,2-15 21 16,2 15-4-16,1 5 7 0,1 2 5 0,2 11 5 15,3 2-4-15,0 0 8 0,2-2-10 16,-2-1-8-16,-4-9-9 0,3 7-10 16,-2-14-6-16,-3-1-15 0,2-7 2 0,-5-3-13 15,2-3-7-15,2-4-4 0,-4-2-1 16,0-3-11-16,0 0 3 0,-2-1-7 0,2-4-2 15,2 1 16-15,-4-8-7 0,0 0-2 16,0 8-12-16,0-8-3 0,0 0-1 0,0 0-9 16,0 0 6-16,0 0 0 0,-24-26-9 15,17 16-1-15,-2 0 2 0,0-2-2 0,-2 3-3 16,2 0 4-16,-3-2 0 16,1 2-8-16,0 1 8 0,1 1-7 0,-1 0-1 15,2 2 0-15,-4 0-4 0,4 1 5 16,9 4-2-16,-14-8-3 0,9 5-2 15,5 3 0-15,-9-5-4 0,9 5 4 0,-10-4-1 16,10 4-10-16,0 0 10 0,-3-7 6 16,3 7-4-16,0 0 0 0,9-12 1 0,2 2-2 15,7 0 8-15,3-9-4 16,3 3-4-16,1-1 2 0,0 0-2 0,-2 1 1 0,-3 5 6 16,-2 1-1-16,-5 0-11 0,1 3 0 15,-3 3 7-15,-4-2-2 0,3 1-4 16,-2 4 11-16,-8 1 7 0,0 0 16 15,0 0-5-15,24 12 6 0,-18-3 6 0,0 3-1 16,-3 5-2-16,1-3-3 0,2 6-7 16,-2-3-2-16,4 2 4 0,-1 0-7 0,1-3 5 15,0 2-9-15,-1-4-3 0,2-3 4 16,1 0 6-16,0-3-15 0,-1-1 7 16,3-2-3-16,1-1-1 0,1-3-2 15,0-2 2-15,2-3-7 0,1-3 4 16,0-1-2-16,4-2 2 0,-6-4-5 0,-2-1 8 15,3-8-10-15,-5 3 13 0,-4 1 6 16,-4-1 10-16,-1 3 6 0,-4-1 8 0,-1-1-2 16,-2 0-9-16,-2 0-3 0,-5 2-4 15,0 3-3-15,0 1-3 0,-1 2 8 0,-1 3-21 16,-2 3-3-16,1 1-22 16,1 2-42-16,1 1-34 0,1 1-34 0,-4 0-27 0,3 1-41 15,1 3-41-15,3-2-59 16,-1 1-60-16,0-1-64 0,1 3-78 0,3-2-162 15,1 1-32-15,5-4 67 0,-7 8-463 16,7-8-560-16</inkml:trace>
  <inkml:trace contextRef="#ctx0" brushRef="#br0" timeOffset="35843.86">11355 6512 2969 0,'0'0'-9'0,"-1"-7"33"0,1 7 25 0,0 0 21 0,0 0 17 0,0 0 7 0,0 0 8 0,0 0 2 0,0 0-8 16,0 0-10-16,1 31 2 0,3-21-3 0,0 3-7 16,2 0-17-16,2-1 1 0,-3 0-7 0,4-1-4 15,-3 2-4-15,2-4-4 16,2-2-6-16,-5 3-3 0,2-3-9 0,0-2-16 15,0 0-40-15,-3-3-71 0,-4-2-71 16,13 5-96-16,-13-5-129 0,10 1-162 0,-10-1 33 16,0 0-251-16,13 0-267 0</inkml:trace>
  <inkml:trace contextRef="#ctx0" brushRef="#br0" timeOffset="36410.01">11668 6609 2120 0,'-4'6'3'0,"4"-6"15"0,0 0 20 16,-4 5 15-16,4-5 21 0,0 0 10 16,0 0 12-16,0 0 11 0,0 0 6 0,0 0 7 15,0 0-1-15,0 0 0 0,0 0-8 16,0 0-5-16,0 0-5 0,0 0-1 15,23-13 4-15,-23 13-8 0,2-9 26 16,-2 1 9-16,0-2-1 0,-2 0 9 0,-1-3-2 16,-6-7-1-16,2 3-14 0,-6-10-13 15,-3 0-9-15,2 3-6 0,-4 2 4 0,5 1-8 16,-1 6-6-16,3 4-6 0,0 1-14 16,-1 3-4-16,1 4-5 0,4 0-7 0,7 3-5 15,-20 3-1-15,20-3-9 0,0 0 0 16,-21 1-8-16,21-1-3 0,-6 2 1 15,6-2 3-15,0 0-2 0,0 0 0 0,0 0 3 16,35-15-3-16,-18 4-2 0,2 0 1 16,-2-1-3-16,3 0 5 0,-4-1-1 0,0 3-1 15,-1 4-1-15,-3-3 3 0,-5 3-5 16,2 1-2-16,-9 5 12 0,16 0 18 0,-16 0 10 16,15 7 0-16,-10 0 4 0,6 3 3 15,-4 4-5-15,2 5 8 0,0-1-19 0,3 11 0 16,-1-2-8-16,1 0-2 15,0 2-6-15,-3-6-5 0,1-3 1 0,-3-1-7 16,3 0 12-16,-3-5-18 0,-1-3-6 16,2 1 0-16,-1-2 0 0,1-3-6 15,-4-1-8-15,0-2-25 0,1-2-43 0,-5-2-58 16,13 4-57-16,-13-4-78 0,14-6-99 16,-6-2-108-16,-3 1-149 0,4-5-88 0,-2 0 64 15,0-1-502-15,3-5-614 0</inkml:trace>
  <inkml:trace contextRef="#ctx0" brushRef="#br0" timeOffset="36712.12">11874 5763 2985 0,'-8'-21'-47'0,"5"3"56"0,1 3 57 0,-2 5 56 0,2 0 27 0,-1 3 2 0,3 7-19 0,0-10-17 0,0 10 10 0,0 0 19 0,0 0-2 15,0 0 7-15,18 35-6 0,-7-4 12 0,7 15-6 16,-4 8 19-16,0 4 14 0,-1 6 20 16,3 0-13-16,-1-1-6 0,-1 2-15 15,0-3-11-15,-2-4-14 0,-1-3-13 16,2-5-20-16,-1-13-14 0,-2-1-2 0,-5-5-10 16,4-7-10-16,-6-3-13 0,1-8-4 15,1-1-13-15,-5 0-37 0,2-5-44 16,2 1-47-16,0-6-65 0,-4-2-82 0,0 0-78 15,0 0-78-15,0 0-60 0,6-19-54 16,-6 4-74-16,0 1-61 0,-3 2 34 0,1-3-378 16,1 0-456-16</inkml:trace>
  <inkml:trace contextRef="#ctx0" brushRef="#br0" timeOffset="36861.92">12024 6406 2584 0,'-11'-2'-15'0,"-1"0"66"0,1 2 55 16,11 0 60-16,-16-2 54 0,16 2 34 0,-9-1 15 15,9 1-2-15,0 0-8 0,-13-4-9 16,13 4-17-16,0 0-20 0,0 0-23 15,0 0-9-15,4-10-24 0,-4 10-16 16,17-12-30-16,-4 4-75 0,0 3-80 16,-1-5-103-16,3 4-125 0,-1-2-122 0,1 4-142 15,-3-1-119-15,-1-1 40 0,-4 6-409 16,-7 0-498-16</inkml:trace>
  <inkml:trace contextRef="#ctx0" brushRef="#br0" timeOffset="37276">10979 7139 2754 0,'-13'4'-27'0,"2"-1"20"16,4 3 12-16,1-5 17 0,6-1 16 16,-8 4 4-16,8-4 0 0,0 0 14 15,0 0 23-15,0 0 8 0,31 0-3 0,1-8-9 16,22-9-4-16,8-1-8 0,26-11-8 16,13-2-9-16,4-2-11 0,3-1 6 0,9-3-6 15,1 2 1-15,2 0 1 0,-4 4-9 16,-8-1-2-16,-6 5 29 0,-14 3-1 0,-27 7-13 15,-10 3 11-15,-17 6 64 0,-9-1 43 16,-8 4 37-16,-4 0-9 0,-3 3-18 0,-8 0-16 16,-2 2-15-16,0 0-13 0,0 0-12 15,0 0-16-15,0 0-28 0,0 0-50 16,0 0-76-16,0 0-97 0,0 0-115 16,0 0-139-16,0 0-219 0,0 0-8 0,0 0 73 15,-21 12-375-15,21-12-416 0</inkml:trace>
  <inkml:trace contextRef="#ctx0" brushRef="#br0" timeOffset="116660.75">12467 7308 851 0,'0'0'429'0,"0"0"-81"0,0 0-56 0,0 0-46 0,0 0-20 0,0 0-24 0,0 0-10 16,0 0-20-16,0 0 2 0,0 0-4 0,0 0-14 16,0 0-15-16,0 0-5 0,0 0-4 15,0 0-5-15,0 0 2 0,0 0 0 0,0 0 0 16,0 0 3-16,0 0 1 16,0 0 0-16,0 0 2 0,-18-2-4 0,18 2-1 15,0 0-5-15,0 0-10 0,0 0-5 16,-5-3-8-16,5 3-4 0,0 0-6 0,-8-6-1 15,8 6-3-15,0 0 0 0,-12-5-12 16,12 5-4-16,-9-5-10 0,9 5-2 16,-13-4-7-16,13 4 6 0,-17-4-5 0,7 3-3 15,10 1-3-15,-21-3-5 0,10 3-6 16,11 0 2-16,-25 3-11 0,11 1-5 0,1 1-3 16,-1 0 4-16,0 2-4 15,1 2-5-15,-1-1 5 0,1-1-3 0,1 3 5 16,1-1-3-16,2-1-2 0,0-1-2 15,4 2 1-15,1-1 2 0,2-3-3 0,2-5 1 16,4 14 6-16,1-4-1 0,-1-4-12 16,6 2 2-16,0 3 3 0,5-1-8 0,0 1 0 15,1 1-1-15,-2 0 11 0,2-1-8 16,-1 3-1-16,1-1 2 0,-2 1 11 0,-2 0 40 16,-4 0 18-16,1-2 13 0,-2-2 18 15,-3 0 8-15,0 2 6 0,1-1 6 0,-5 1 3 16,0-1-1-16,-2-2-107 0,-3 1-24 15,-1 0 0-15,1-2 0 0,-1-2 0 0,-1 1 0 16,1-2 0-16,6-5 0 0,-17 5 0 16,17-5 0-16,-18-1 0 0,18 1 0 15,-22-7 0-15,8 1 0 0,1-1 0 0,3 1 0 16,-1 2 0-16,0-2 0 16,5 1-38-16,0 1-312 0,2-1-82 0,4 5-87 15,-1-8-90-15,1 8-104 0,5-12-73 16,2 6 73-16,7-2-658 0,1-1-825 0</inkml:trace>
  <inkml:trace contextRef="#ctx0" brushRef="#br0" timeOffset="116893.87">12580 7452 3599 0,'-7'3'-24'0,"7"-3"78"0,-11 2 50 0,11-2 34 0,0 0 31 0,-12 0 7 0,12 0 1 0,0 0-13 16,0 0-16-16,0 0-19 0,0 0-10 0,0 0-29 15,21-11-56-15,-10 7-72 0,1 0-95 16,3 1-97-16,3-4-100 0,-4 1-101 0,2 1-127 16,2 0-26-16,-4 2 71 0,2-3-256 15,-3 6-258-15</inkml:trace>
  <inkml:trace contextRef="#ctx0" brushRef="#br0" timeOffset="117061.22">12670 7558 2114 0,'-9'10'84'0,"1"-4"68"15,1-1 55-15,1-1 27 0,0 0 9 16,6-4 4-16,-7 5-16 0,7-5-22 16,-4 4-19-16,4-4-16 0,0 0-23 0,0 0-56 15,0 0-88-15,0 0-125 0,32-17-151 16,-15 8-159-16,0-3-145 0,10-7 30 0,6 0-276 15,-3 1-305-15</inkml:trace>
  <inkml:trace contextRef="#ctx0" brushRef="#br0" timeOffset="117294.69">12956 7117 2250 0,'-10'-5'85'15,"5"0"47"-15,-3 1 34 0,8 4 17 16,0 0 11-16,-9-4-4 0,9 4 1 15,0 0 5-15,0 0-1 0,-4 18-14 0,6-6-19 16,0 5-12-16,0 6-15 0,4 3-13 16,-3 8-9-16,3 0-13 0,-1 0-12 0,2 2-8 15,-2-3-15-15,-1-4-31 0,0-4-36 16,-1-1-36-16,-1-3-54 0,-2-4-51 0,7-1-57 16,-7-3-60-16,2-3-86 15,-1 1-85-15,1-4-160 0,0-1 59 0,0-2-277 0,-2-4-295 16</inkml:trace>
  <inkml:trace contextRef="#ctx0" brushRef="#br0" timeOffset="118211.37">15994 5600 2119 0,'6'-5'13'0,"-5"-2"50"0,3 0 36 0,-2 0 36 0,-2 7 23 0,4-12 31 0,-4 7 13 15,0 5 14-15,-2-12-5 0,2 12-6 0,-6-14-9 16,4 8-14-16,-1-3-15 0,-3 2-15 15,3-2-16-15,-6 3-13 0,2-2-10 16,-1 1-13-16,-1 3-10 0,-3 0-17 0,-1 3-6 16,13 1-4-16,-28 7-7 0,8 0-2 15,2 3-7-15,-7 7-7 0,4 0-3 16,-1 4-5-16,9-4-2 0,2 0-2 0,3-4-5 16,2-1-2-16,5 0 5 0,2 0-5 15,1-3-1-15,8 3-3 0,3-4 2 16,2 5 0-16,5-3-7 0,-3-2 0 15,3 1-1-15,0 1-3 0,-4 0 2 0,-2 1-3 16,-1 3 4-16,-1-5 11 0,-3 3 25 16,-1 0 36-16,-2 1 30 0,-4 1 33 15,-2 0 32-15,-2-1 3 0,-2 3-4 0,-2-1-3 16,-1 4-17-16,-4-2-13 0,1 0-10 16,-2-3-16-16,0 0-6 0,1-3-16 0,0-1-9 15,-1-1-13-15,3-2-31 0,2-1-39 16,-3-6-59-16,10 0-59 0,-15-2-65 0,15 2-78 15,-11-8-119-15,4 2-118 0,5 0-141 16,2-2-155-16,2-5 60 0,5-1-662 0,0 0-845 16</inkml:trace>
  <inkml:trace contextRef="#ctx0" brushRef="#br0" timeOffset="118380.29">16147 5689 3713 0,'0'0'64'0,"0"0"65"0,0 0 48 0,0 0 31 0,0 0 16 0,0 0-12 16,0 0-12-16,0 0-26 0,0 0-12 16,3-11-12-16,6 5-50 0,2 0-60 0,3 0-71 15,-2 0-97-15,3 1-120 0,6-3-124 16,-6 1-154-16,6 0-125 0,1 2 41 0,-6 1-406 16,2 3-491-16</inkml:trace>
  <inkml:trace contextRef="#ctx0" brushRef="#br0" timeOffset="118543.37">16261 5825 2846 0,'-8'6'69'0,"-2"0"36"15,5-3 46-15,5-3 10 0,-7 5 10 0,7-5-5 16,0 0-6-16,-7 5-16 0,7-5-16 16,0 0-48-16,0 0-96 0,0 0-137 0,0 0-158 15,33-15-220-15,-16 5-34 16,-1 5 66-16,-2-2-218 0,11 0-208 0</inkml:trace>
  <inkml:trace contextRef="#ctx0" brushRef="#br0" timeOffset="118880.03">16379 5341 2146 0,'-3'-7'138'0,"-2"2"59"0,1 0 39 0,4 5 40 15,-5-7 16-15,5 7-2 0,-6-5-9 0,6 5-14 16,0 0-4-16,0 0-19 15,-2 20-21-15,6-3-17 0,5 14-28 0,-3 2-15 16,-3 4-13-16,4 3-18 0,0-1-28 16,-3 1-44-16,3-1-33 0,0-2-51 0,-1-2-61 15,-3-6-81-15,1 6-97 0,0-8-98 16,-3-2-120-16,1-3-167 0,0 0 17 0,2 0 75 16,-2-5-348-16,2 4-386 0</inkml:trace>
  <inkml:trace contextRef="#ctx0" brushRef="#br0" timeOffset="119726.74">18973 6026 2357 0,'3'-5'-8'0,"5"5"54"0,-8 0 45 0,0 0 46 0,6-8 27 0,-6 8 29 0,6-4 13 0,-6 4 9 16,2-5 5-16,-2 5-3 0,0 0-6 0,3-7-5 15,-3 7-12-15,2-6-9 0,-2 6-15 16,0-7-6-16,0 7-11 0,-4-9-7 15,1 4-10-15,-3-2-10 0,0 0-6 0,-4 0-12 16,5 1-10-16,-4-1-11 0,-2 0-2 16,2 2-8-16,-2 1-2 0,-1 1-3 15,-1 2-15-15,-3 1 3 0,0 4-11 16,-4 1-2-16,-1 4-2 0,5 2-2 0,-11 5-4 16,4 1-1-16,6 0-6 0,7-3-5 15,2 1 2-15,7-3 0 0,1 2-5 0,1-1-2 16,5 1-4-16,1 0 5 0,7-1-9 15,1-1 4-15,1 0-3 0,-3-5-5 0,2 8 2 16,-2-5 2-16,1 2-2 0,-1 1-3 16,-1-3-3-16,-3 2 3 0,-1-2 21 0,-3 0 18 15,1 0 29-15,-3 2 14 0,-1-1 16 16,-2-1 3-16,0-2 4 0,-5 4-4 16,1-3 1-16,0 3-3 0,-3-2-5 15,2 1-11-15,-3-5-6 0,0 2-34 0,-1-1-52 16,-1 0 0-16,0-4 0 0,3-1 0 15,7-2 0-15,-20 1-51 0,9-2-187 0,11 1-95 16,-16-5-124-16,7-1-143 0,4 2-167 16,1-4-50-16,4 0 81 0,4-2-690 0,3-5-876 15</inkml:trace>
  <inkml:trace contextRef="#ctx0" brushRef="#br0" timeOffset="119910.16">19082 6087 4054 0,'0'0'146'0,"0"0"68"0,0 0 55 0,0 0 40 0,0 0 20 0,0 0 8 0,0 0-12 16,0 0-13-16,0 0-24 0,0 0-28 15,3-8-29-15,8 6-21 0,5-4-40 0,1 2-64 16,-2 0-83-16,0 0-115 0,5-1-111 16,-6 1-128-16,6 2-130 0,-6-2-129 15,6 1-148-15,-2 0-20 0,-6 3 83 16,4 4-595-16,-5 0-731 0</inkml:trace>
  <inkml:trace contextRef="#ctx0" brushRef="#br0" timeOffset="120081.09">19191 6237 3332 0,'-14'12'36'0,"0"-4"95"0,5-2 65 0,-1-1 47 16,2 1 31-16,3-2 17 0,5-4 3 16,-12 4-12-16,12-4-8 0,-3 6-22 0,3-6-26 15,0 0-24-15,0 0-34 0,0 0-83 16,0 0-117-16,38-10-138 0,-19 0-178 15,10-5-193-15,-2-2-198 0,7 3 50 16,0-5 76-16,0 4-460 0,0 6-544 16</inkml:trace>
  <inkml:trace contextRef="#ctx0" brushRef="#br0" timeOffset="120360.21">19555 5872 2846 0,'-5'-8'102'16,"-1"1"88"-16,3 2 43 0,-1 0 35 0,4 5 32 15,0 0 27-15,0 0 26 0,0 0 21 16,0 0 7-16,0 0-9 0,0 0-30 0,4 32-32 16,-2-15-30-16,1 7-30 0,3-1-40 15,-3 2-16-15,5 10-21 0,-3-8-22 16,-2 6-33-16,3-9-32 0,-4-3-37 15,-1-6-31-15,1 0-35 0,0-3-34 0,0-2-32 16,0 1-34-16,0-4-42 0,-2 1-53 16,1-1-69-16,-1-7-93 0,2 9-106 0,-2-9-141 15,3 5-171-15,-3-5 78 0,0 7-655 16,0-7-824-16</inkml:trace>
  <inkml:trace contextRef="#ctx0" brushRef="#br0" timeOffset="121542.99">16740 8921 3642 0,'7'-6'-64'0,"-7"6"52"0,0 0 44 0,6-4 51 0,-6 4 13 0,0 0 30 16,5-5 14-16,-5 5 5 0,6-5-2 15,-6 5-3-15,3-3-3 0,-3 3-5 0,0 0-9 16,7-6-9-16,-7 6-4 0,0 0-10 16,4-6-4-16,-4 6-3 0,0 0 2 15,1-8-6-15,-1 8-3 0,-1-6-4 0,1 6-5 16,-4-9-6-16,-1 3-3 0,1 2-11 16,-1-2-8-16,-1 3-6 0,1-2-6 0,-4 1-6 15,9 4-1-15,-14-4-5 0,5 4-4 16,9 0-3-16,-24 0-1 0,13 4 0 15,-4 1-4-15,0 2 0 0,-1 3 5 16,3-1-8-16,-1-1 5 0,5 4 0 0,2-4-3 16,0 1 8-16,5 1-1 0,2-2 1 15,4 3-1-15,6-1 0 0,-1 0-3 0,7 2-7 16,1 0 5-16,0 0-3 0,6 5 1 16,1 2-1-16,0-2 17 0,-7-2 0 15,0-1 11-15,-3 1 11 0,-1 2 20 16,-2-3 12-16,-3 1 17 0,-1-1 11 0,-3 2 17 15,0-3 1-15,-2 3 3 0,-2-3 2 16,0-1-3-16,-2 0 5 0,-4-2-11 0,3-3-9 0,-1 5-11 16,-5-4-101-16,4-1-3 15,-2-2 0-15,-3 0 0 0,0-1 0 0,3-3 0 16,7-1 0-16,-22 0 0 0,22 0 0 16,-20-7 0-16,8 2-8 0,5 0-261 0,-1-3-72 15,-3-1-102-15,5-3-107 0,0-1-122 16,3-1-141-16,4 0 62 0,1-3-726 0,4-4-926 15</inkml:trace>
  <inkml:trace contextRef="#ctx0" brushRef="#br0" timeOffset="121742.93">16916 8938 4204 0,'0'0'109'0,"0"0"51"0,0 0 39 0,0 0 31 0,0 0 18 0,0 0-2 0,0 0-20 15,12-3-22-15,-5 0-25 0,5 1-16 0,0-1-25 0,2-3-51 16,2 0-78-16,3 2-97 0,-2-1-113 16,2 0-117-16,-2 0-105 0,3-1-91 0,-4 2-108 15,-2 2-32-15,3 0 63 0,-7 2-426 16,-10 0-493-16</inkml:trace>
  <inkml:trace contextRef="#ctx0" brushRef="#br0" timeOffset="121909.66">17077 9060 2640 0,'-12'12'62'0,"1"-3"98"0,-1-1 61 0,2-3 60 16,5 0 32-16,-1-3 22 0,6-2 5 16,-10 7-9-16,10-7-22 0,-5 6-21 0,5-6-23 15,0 0-27-15,0 0-20 0,0 0-71 16,0 0-85-16,0 0-118 0,32-13-138 0,-16 6-160 16,-2-5-178-16,11-5-187 0,2 0 47 15,2 0 69-15,1-2-445 0,-3-1-520 0</inkml:trace>
  <inkml:trace contextRef="#ctx0" brushRef="#br0" timeOffset="122132.19">17360 8625 3040 0,'-9'-4'125'16,"3"3"43"-16,6 1 25 0,-10-5 14 0,10 5 15 15,0 0 19-15,0 0 5 0,-3 15-1 16,3-15-12-16,3 22-27 0,1-7-16 0,-2 4-16 15,4 2-26-15,-2 3-5 0,4-2-18 16,-3 0-21-16,2 0-19 0,-3-1-35 0,3 0-31 16,-4-3-38-16,-1-3-46 15,4-1-66-15,-4 1-82 0,-1-3-96 0,-1 0-94 0,2-1-128 16,-2 0-157-16,-2-2 85 16,2-1-486-16,-1 4-560 0</inkml:trace>
  <inkml:trace contextRef="#ctx0" brushRef="#br0" timeOffset="123109.69">12596 10957 1834 0,'0'0'311'0,"-5"-5"-88"0,5 5-27 0,0 0 11 0,0 0 3 0,0 0 9 16,0 0-13-16,-9-4-6 0,9 4 10 0,0 0 12 15,0 0 5-15,0 0 0 0,0 0-10 0,-3-9-10 16,3 9-12-16,-2-9-13 0,2 9-11 15,-6-9-1-15,4 2-9 0,1 0-6 16,-5-3-20-16,0 5-8 0,-2-5-10 0,3 4-9 16,-5 1-5-16,3-1-9 0,-3 2-9 15,1 0-10-15,-4 2-9 0,13 2-1 0,-34 4-14 16,14 1-8-16,-9 9-1 0,3 1-9 16,-5 6 3-16,4 1-4 0,4 0-17 0,1 2 5 15,4-2-4-15,7-4-8 0,-1-1 3 16,9-5-3-16,1 1 4 0,4-4 3 15,1 1-14-15,1 0 0 0,6 1 11 0,3-3-8 16,-1 2 3-16,3-4-7 0,1 1 4 16,-2-3 9-16,2 2-10 0,-1 0 3 15,-2 0-8-15,-1-2 3 0,-1 0 8 16,-1 2 4-16,-1-1 19 0,-3 1 19 0,1 4 15 16,-3-2 10-16,1 1 1 0,-3 3 1 15,-2-2-6-15,-2 2-3 0,-5-2-2 0,3 2-6 16,3 0-9-16,-5-2-4 0,-1 1-6 15,1-3-3-15,0 1-17 0,-2-1-38 0,5-2-52 16,-5 0-62-16,5-4-71 0,3-2-78 16,-11 3-120-16,11-3-123 0,0 0-115 15,-3-18-179-15,4 2 51 0,10-3 85 16,2-8-571-16,4-4-712 0</inkml:trace>
  <inkml:trace contextRef="#ctx0" brushRef="#br0" timeOffset="123293.08">12628 11011 3395 0,'0'0'88'0,"0"0"58"0,0 0 45 0,0 0 41 0,0 0 22 0,0 0 12 0,0 0-6 0,0 0-12 16,0 0-4-16,0 0-8 0,0 0-15 0,0 0-17 15,10-5-24-15,2 0-20 0,3-2-17 16,-2 0-14-16,4-1-37 0,1-2-66 16,-4 3-73-16,2 0-77 0,-1 0-92 0,-1-1-106 15,-1 4-98-15,-1-2-100 16,-5 4-95-16,0 2-65 0,-7 0 56 0,0 0-446 15,10 10-543-15</inkml:trace>
  <inkml:trace contextRef="#ctx0" brushRef="#br0" timeOffset="123459.86">12725 11151 2872 0,'-3'8'18'0,"-1"-3"42"0,2-1 39 16,2-4 54-16,-2 6 47 0,2-6 30 16,0 0 19-16,0 0-2 0,10 4-18 0,-10-4-15 15,0 0-23-15,25-10-21 0,-13 6-19 16,6-5-33-16,3-1-58 0,3-3-96 0,3-7-111 15,0 1-129-15,2-5-145 16,-3 2-178-16,3-2-22 0,3-5 68 0,-9 7-334 16,1-2-370-16</inkml:trace>
  <inkml:trace contextRef="#ctx0" brushRef="#br0" timeOffset="123659.79">13084 10547 2751 0,'-6'-5'226'0,"-3"-1"37"0,3 5 42 15,6 1 37-15,0 0 17 0,-13-6-3 0,13 6-34 16,0 0-17-16,0 0-9 0,-8 14-26 16,10-2-26-16,2 3-20 0,3 6-30 0,4 9-13 15,1-1-20-15,5 3-31 16,1-3-66-16,-6 4-58 0,4-1-58 0,1-1-73 16,-1 1-81-16,-4 0-110 0,1 2-120 15,-2 0-153-15,-6 2-175 0,2 0 69 0,-7 4-603 16,-5-1-756-16</inkml:trace>
  <inkml:trace contextRef="#ctx0" brushRef="#br0" timeOffset="124592.6">14490 12859 3380 0,'0'0'52'0,"8"-4"70"0,-8 4 35 0,2-4 28 0,-2 4 31 0,0 0 23 15,8-6 15-15,-8 6 16 0,0 0-9 16,5-10-2-16,-5 5-17 0,0 5-17 0,2-9-24 16,-2 2-18-16,2-3-16 0,0 2-20 15,-6-4-14-15,6-1-20 0,-4-3-5 16,0-1-14-16,0-2-5 0,-1-2-11 15,-5 3-8-15,2-1-3 0,-4 0-4 0,3 5 3 16,0 1 5-16,-3 3-6 0,-2 4-6 16,1 3-6-16,-1 4-5 0,-2 5-8 0,-11 9 11 15,-2 4 6-15,4 1-12 0,1 5-2 16,2-3-9-16,6-2-2 0,9-3 1 0,-3 0-2 16,5 0-5-16,3-5-1 0,3-1-1 15,5 3-11-15,0-2-13 0,5 1 0 0,2 0 0 16,1-4 0-16,1 2 0 15,2-2 0-15,0 0 0 0,-1-4 0 0,2 3 0 16,-3-1 0-16,-2-2 0 0,3 2 0 16,-4-2 0-16,0 2 0 0,-3 1 0 0,-1-1 0 15,-2 0 0-15,-1 2 0 0,1 3 0 16,-5 0 0-16,-1-2 0 0,-2 0 0 16,0 2 0-16,-2 0 0 0,-5 3 0 0,2-3 0 15,-4-1 0-15,0 1 0 0,0-4 0 16,-3 1 0-16,1-3 0 0,0-2 0 15,-1-2 0-15,-1 0 0 0,3 0 0 0,10-2 0 16,-19-8-346-16,12 3-424 0,1-3-167 0,1-1 76 16,5-4 86-16,0-4-756 0,5 1-976 15</inkml:trace>
  <inkml:trace contextRef="#ctx0" brushRef="#br0" timeOffset="124776.14">14702 12775 4410 0,'0'0'342'0,"0"0"51"0,-2-8 29 0,2 8 2 0,0 0-12 0,0 0-35 0,0 0-39 0,3-10-32 16,-3 10-31-16,14-7-29 0,-3 0-35 15,0 2-176-15,1-2-35 0,1 2 0 16,1-2 0-16,1 0-178 0,1 0-147 0,-1 2-123 16,0-2-117-16,-2 6-103 0,-1-1-130 15,-1 0 33-15,-11 2-746 0,16 2-958 16</inkml:trace>
  <inkml:trace contextRef="#ctx0" brushRef="#br0" timeOffset="124942.66">14841 12874 4106 0,'-11'10'17'0,"3"-1"75"0,0 3 58 15,5-6 51-15,-3 3 54 0,2-4 48 16,4-5 9-16,-8 9-23 0,8-9-18 0,-2 8-25 16,2-8-23-16,0 0-21 0,0 0-25 15,14 4-54-15,-14-4-87 0,20-9-95 16,-6 2-100-16,1-5-128 0,8-7-131 0,-2 2-140 15,3-6-158-15,-2-1-8 0,1-3 78 16,-4-2-523-16,5-7-634 0</inkml:trace>
  <inkml:trace contextRef="#ctx0" brushRef="#br0" timeOffset="125160.44">15067 12376 3499 0,'-3'-8'138'15,"-1"3"45"-15,4 5 34 0,0 0 20 16,-4-9 6-16,4 9 10 0,0 0 37 0,0 0 21 15,0 0-1-15,0 0-17 0,20 31-28 16,-13-12-24-16,6 11-27 0,1 7-22 16,3 6-20-16,-4 1-22 0,0 3-19 0,-1-12-59 15,-1 3-65-15,1 0-71 0,-9-4-63 16,6-1-61-16,-6-6-67 0,3-7-101 16,-4-3-105-16,-1 2-120 0,-1-5-176 15,2-5 50-15,-2-1 71 0,2 0-482 0,-2-8-586 16</inkml:trace>
  <inkml:trace contextRef="#ctx0" brushRef="#br0" timeOffset="126108.81">19034 11652 2914 0,'0'0'-60'0,"11"2"55"0,-11-2 48 0,0 0 53 0,0 0 57 0,0 0 31 0,0 0 30 15,13-3 7-15,-13 3 3 0,0 0 0 16,6-5 8-16,-6 5-1 0,0 0-7 0,4-9-4 15,-4 9-13-15,2-10-18 16,-2 10-12-16,0-12-14 0,-4 3-21 0,0 1-12 16,0-3-10-16,1 1-15 0,-6-2-5 15,4 2-19-15,-2-1-5 0,-1 3-10 16,1 1-8-16,-3 1-3 0,0 4-6 0,-4 0-10 16,14 2-9-16,-24 2 3 0,11 5-6 15,-2 3-3-15,-3 0-10 0,4 6 4 0,-8 2 1 16,11-2-7-16,3-3-3 0,4-1 2 15,2 0 0-15,8-1-1 0,2 1-6 16,7 2-8-16,3-5-5 0,2 3-4 0,8 0-8 16,5-1-11-16,-1 1 5 0,-1-1-2 15,-6-2 5-15,-8 0-3 0,2-1 6 16,-6 5 7-16,4-3 17 0,-7 0 32 0,-2 1 28 16,-5 1 29-16,1-2 18 0,-2 2 18 15,-2 0-2-15,-4 2 0 0,2-3-6 0,-1 0-9 16,-3-1-12-16,1 2-7 0,-4-3-11 15,2-1-9-15,-1-1-13 0,-4 0-58 0,3 0-17 16,-2-4-89-16,-1 3-88 16,5-4-103-16,-3 0-136 0,10-2-153 0,0 0-174 0,-15-8-59 15,15 8 84-15,0-12-713 16,3 3-895-16</inkml:trace>
  <inkml:trace contextRef="#ctx0" brushRef="#br0" timeOffset="126292.44">19333 11726 4412 0,'0'0'279'0,"0"0"61"0,0 0 45 0,0 0 18 0,0 0 10 0,0 0-12 16,5-4-43-16,-5 4-36 0,0 0-23 15,8-4-36-15,-3 0-27 0,7 0-156 0,-1-1-80 16,3-1 0-16,1-3 0 0,1 4-157 16,-1-1-159-16,-2-3-120 0,2 3-118 15,3-2-137-15,-7 2-134 0,3 0 70 16,-3 2-761-16,-2 1-961 0</inkml:trace>
  <inkml:trace contextRef="#ctx0" brushRef="#br0" timeOffset="126459.13">19460 11812 4046 0,'-7'7'71'0,"1"-3"67"0,0 2 44 0,2-2 39 16,4-4 30-16,0 0 29 0,-5 7-7 0,5-7-11 15,0 0-21-15,0 0-22 0,0 0-24 16,0 0-46-16,25-2-86 0,-12-5-97 0,0 2-103 15,2-6-127-15,5 1-148 16,-3-2-154-16,7-3-165 0,1-2 49 0,0 1 70 16,-4 5-461-16,-6-1-543 0</inkml:trace>
  <inkml:trace contextRef="#ctx0" brushRef="#br0" timeOffset="126758.24">19796 11354 3075 0,'0'0'76'0,"0"0"32"0,0 0 38 16,0 0 44-16,0 0 37 0,0 0 22 15,2 25-1-15,-1-11-9 0,8 7-19 0,-6 13-21 16,5 4-21-16,-3 2-15 0,1 1-32 16,-2 0-60-16,-3 2-70 0,4 2-96 0,-5-2-114 15,0-2-123-15,4-2-139 0,-2-3-206 16,-1-9 69-16,1-4 65 0,-2-6-337 0,6-2-362 16</inkml:trace>
  <inkml:trace contextRef="#ctx0" brushRef="#br0" timeOffset="127675.12">22599 9707 2433 0,'2'-10'25'0,"0"0"42"0,-2 4 40 0,2 1 45 0,-2 5 45 0,-2-11 20 16,2 11 15-16,-4-9 7 0,0 6-1 15,4 3-8-15,-9-9-9 0,1 6-10 0,3 1-10 16,-5-2-3-16,10 4-15 0,-21 0-14 15,7 1-12-15,2 2-15 0,-4 2-13 16,-1 4-12-16,1 0-15 0,0 1-6 16,2 3-7-16,3-4-8 0,-1 4-10 0,4-2-5 15,1 3-3-15,2-2-7 0,3 1-4 16,0-1-8-16,4-1 1 0,1 3-7 0,3 0-2 16,1-3-3-16,5 7-7 0,-1-3 0 15,0 1 0-15,2-1-4 0,-2 0-9 0,0 1 8 16,-1-3-2-16,-3 3 21 0,2-1 33 15,-5-1 24-15,3 1 23 0,-5-1 12 0,-2 0 13 16,-2-1 4-16,0 3-4 16,-5 0-2-16,4-2-11 0,-5-2-16 0,5-2-107 0,-7 0-9 15,4-1 0-15,-2-3 0 16,3 0 0-16,-4-1 0 0,-2-4 0 0,11-1 0 16,-16 0 0-16,4-6 0 0,1-2 0 15,0-1-230-15,-1-7-165 0,4 3-121 0,3-1-131 16,3-2-198-16,2 1 55 0,4-3 87 15,1-1-680-15,3 1-835 0</inkml:trace>
  <inkml:trace contextRef="#ctx0" brushRef="#br0" timeOffset="127858.35">22725 9786 3669 0,'0'0'88'16,"0"0"74"-16,0 0 41 0,13 0 37 15,-13 0 24-15,0 0 18 0,0 0-2 0,0 0-22 16,9-6-27-16,-9 6-25 0,18-5-18 15,-3-1-35-15,-1 2-69 0,0-1-94 0,6 0-88 16,-3-3-112-16,4 4-113 0,-4-1-102 16,2 3-116-16,0-2-140 0,-1 3 45 15,-4 1-515-15,-2 1-618 0</inkml:trace>
  <inkml:trace contextRef="#ctx0" brushRef="#br0" timeOffset="128025.58">22908 9876 3061 0,'-16'12'58'0,"2"-3"78"0,3 0 56 0,2-3 46 15,2-1 37-15,1-1 23 0,0 1 9 16,6-5-8-16,-9 5-26 0,9-5-19 0,-4 8-19 0,4-8-25 16,0 0-21-16,0 0-50 15,0 0-71-15,29-4-93 0,-18-2-107 0,4-2-129 16,6-1-127-16,7-5-126 0,3-1-186 16,-3-2 48-16,3-2 73 0,-2-1-435 0,5-8-489 15</inkml:trace>
  <inkml:trace contextRef="#ctx0" brushRef="#br0" timeOffset="128175.29">23292 9457 2960 0,'-3'-6'155'0,"3"6"38"0,0 0 38 0,0 0 42 15,0 0 30-15,0 0 29 0,-17 29 11 16,11 4-14-16,0 6-28 0,-1 19-29 16,-1 9-26-16,5 7-28 0,-6 7-52 0,7-1-122 15,-1 1-162-15,3-2-211 0,2-2-249 16,-1-2-174-16,1-2 58 0,3-9 78 0,-3-4-499 15,0-12-585-15</inkml:trace>
  <inkml:trace contextRef="#ctx0" brushRef="#br0" timeOffset="131158.35">25179 3650 1834 0,'0'0'337'0,"-13"-1"-116"16,13 1-36-16,-15-2-11 0,15 2 28 0,-14-4 5 0,9 3-4 0,5 1-15 0,-11-1-6 0,11 1-9 0,-12 0-18 15,12 0-17-15,0 0-14 0,-13-3-13 16,13 3-15-16,0 0-9 0,0 0-8 0,0 0-6 16,0 0-5-16,74-8-5 0,-1-4-7 15,35-2-9-15,21-3-5 0,16-2-6 0,21-1-2 16,63-8 1-16,7 4-6 0,6 3-6 15,-3-3-3-15,-9 5 3 0,-7 0-3 16,-52 6-4-16,-6 2-2 0,-11 3-1 16,-16 3-1-16,-18 0-5 0,-34 4 2 0,-14-2-15 15,-24 2-9-15,-3-1 1 0,-15 0-4 16,-6 2-5-16,-2 0-15 0,-9-2-28 16,0 2-39-16,-2 0-57 0,-11 0-75 0,14 0-99 15,-14 0-137-15,0 0-179 0,0 0 71 16,0 0-307-16,0 0-370 0</inkml:trace>
  <inkml:trace contextRef="#ctx0" brushRef="#br0" timeOffset="132141.07">25132 3700 2395 0,'0'-9'-31'0,"-2"2"8"0,2 7 14 0,0-10 16 0,-2 6 15 0,2 4 10 0,0 0 26 16,0 0 28-16,0 0 16 0,0 0 14 15,-12 29 11-15,8-7 28 0,4 2 10 0,-1 12 4 16,1 1 7-16,0 3-8 0,1-1-4 16,5 1-1-16,-1 1-10 0,-4-2-7 0,7-1-6 15,-3-5-5-15,-1-7-3 0,2-3-11 16,-5 0-10-16,4-6-13 0,-1 1-8 15,-2-4-7-15,-1-2-9 0,-1-2-9 16,4 1-5-16,-2 0-8 0,-2-5-4 0,2 1-4 16,0-1-6-16,-2-6-1 0,3 14-2 15,1-8-8-15,1-2 1 0,-5-4-2 0,13 11-4 16,-6-5-2-16,0-2 0 0,7 0-2 16,1 0-2-16,4-4-3 0,5 3-2 15,2-3-1-15,14 0 1 0,8-3-5 0,15-1-3 16,2-4-4-16,7 2-12 0,3-2-4 15,2 1-3-15,5-1-5 0,26-4 1 16,9 6 6-16,1 1 1 0,6-1 2 16,8 0 2-16,1 4 1 0,5 0 0 0,0 0 0 15,7 0 1-15,6-4 4 0,5 0 1 16,8 3 2-16,4-2-4 0,4-3 3 0,2 1-1 16,2 1 6-16,-1 3-5 0,-1 5 1 15,-11-2-1-15,-6 3 3 0,-16-1 0 16,-10 0-2-16,-15 1 3 0,-30-1-3 0,-14 3 0 15,-9-3-1-15,-18 0-7 0,-13-1-1 16,-5 2 2-16,-11-2-1 0,0-1 2 16,-3 1-12-16,-6-1-27 0,-7 0-25 0,0 0-42 15,11 2-54-15,-11-2-74 0,0 0-82 16,0 0-117-16,0 0-181 0,-36-4 12 16,20-4 60-16,-4 1-252 0,0-2-291 0</inkml:trace>
  <inkml:trace contextRef="#ctx0" brushRef="#br0" timeOffset="132723.81">28241 3364 2181 0,'0'0'-25'0,"-9"-4"12"0,9 4 17 0,0 0 30 0,-9-3 12 0,9 3 12 0,0 0 4 0,0 0-2 0,-8-4-10 15,8 4 0-15,0 0 4 0,0 0 7 0,0 0-2 16,48-1 8-16,-9 1-6 0,10-2-2 0,13-1-8 16,3 1-4-16,1 0-5 0,-1 1-5 15,-1-3-5-15,-15 4-4 0,-3 0-4 0,-4-1 4 16,-14-1 1-16,-5 4-4 0,-2-2-1 15,-6 0-1-15,-4 0-4 0,-11 0 1 0,22 1-3 16,-17-1-18-16,-5 0-38 0,11 4-53 16,-11-4-79-16,0 0-121 0,0 0-191 15,0 0-6-15,-14 11-105 0,3-5-95 0</inkml:trace>
  <inkml:trace contextRef="#ctx0" brushRef="#br0" timeOffset="133608.4">25546 3784 1597 0,'0'0'30'0,"-10"-1"23"0,10 1 11 0,0 0 13 0,0 0 10 0,0 0 16 16,0 0-7-16,0 0 5 0,0 0 3 0,0 0 16 16,-17 8 3-16,10-1 3 0,2-3 15 15,-1 7 14-15,1-2-3 0,-3 4-1 16,2 1 6-16,0 1 0 0,-1 5 13 0,3 0-7 16,1-3-9-16,1 4-13 0,6 1-13 15,-4 1-9-15,5 0-9 0,2 6-9 0,4-6-1 16,2 3-5-16,4-6 1 0,3-1 1 15,2-9-5-15,-5 1-2 0,5-5 0 16,-2-2-4-16,-4-2 3 0,6-2 5 0,-5-4-5 16,4-3-3-16,-2-1-4 0,-1-4-5 15,-6 1-5-15,1-4-3 0,-1 0-7 16,-4-5-6-16,-3 2-7 0,-3 0-2 16,-2-1-10-16,-4-2-4 0,1-1-5 0,-5 1-3 15,1 0-5-15,-3 5-5 0,-3-3-13 16,-8-1-19-16,2 6-19 0,2 3-19 0,-5 2-29 15,8 4-22-15,-4 1-33 0,1 3-39 16,0 1-45-16,2 0-49 0,1 1-48 0,1 0-65 16,-1 2-82-16,1-2-158 15,1 1-1-15,1 2-369 0,11-4-471 0</inkml:trace>
  <inkml:trace contextRef="#ctx0" brushRef="#br0" timeOffset="134157.22">26082 3554 2807 0,'-1'-6'22'0,"1"6"28"0,0-17 32 0,0 11 42 0,1-1 48 0,-1 7 27 0,0-12 15 0,0 12 4 0,0-8-9 0,0 8-19 0,0 0-20 0,0-13-19 16,0 13-18-16,0 0-13 0,0 0 3 0,0 0 14 16,0 0 5-16,0 0-6 0,8 40 35 15,-3-16 6-15,-2 11 10 0,3 4 7 16,-3 2-5-16,7 8-11 0,-4 5-12 0,2-11-22 16,-1 6-11-16,0 4-5 0,2-12-11 15,-2-4-8-15,-1-2 0 0,3-1 7 16,-4-4-7-16,4-6 2 0,-6-5-4 0,1-3-5 15,0-4 3-15,-2-1-3 0,-1 0-64 16,1-4-38-16,0-1 0 0,0 1 0 0,-2-7 0 16,3 11 0-16,-3-11 0 0,0 7 0 15,0-7 0-15,0 0 0 0,0 0 0 16,0 0 0-16,0 0 0 0,0 0-60 16,0 0-457-16,0 0-184 0,-9-25-242 0,6 22 90 15,-5 0 86-15,8 3-712 0,-21-6-928 16</inkml:trace>
  <inkml:trace contextRef="#ctx0" brushRef="#br0" timeOffset="138806.54">12840 7198 827 0,'7'4'206'0,"-7"-4"-12"0,0 0-11 0,0 0-8 0,0 0 2 0,0 0-8 16,0 0-10-16,0 0-8 0,0 0 4 0,0 0 0 15,0 0-1-15,0 0 0 0,0 0-1 16,0 0 4-16,0 0 4 0,0 0 3 0,0 0-4 16,0 0-8-16,0 0 3 0,0 0 1 15,0 0 2-15,0 0 1 0,0 0-3 0,0 0-1 16,0 0-6-16,0 0-4 0,0 0-6 16,0 0-3-16,0 0-13 0,0 0-10 15,0 0-7-15,0 0-2 0,0 0-5 0,0 0-3 16,0 0-8-16,0 0 2 0,0 0-8 15,0 0-6-15,0 0 6 0,0 0 4 0,0 0 11 16,0 0-3-16,0 0 11 16,0 0 3-16,0 0 1 0,0 0-6 0,0 0-6 0,0 0-10 15,0 0-5-15,2-18-2 16,-2 18-8-16,0 0-6 0,2-6-5 0,-2 6 1 16,0 0-10-16,2-11-3 0,-2 11 0 15,0 0-8-15,5-8-5 0,-5 8-2 0,1-10-4 16,-1 10-3-16,0-8-3 0,4 1-3 15,-4 7 9-15,6-10-6 0,-6 10 3 0,2-9 8 16,-2 9-5-16,3-8-30 0,-3 8 0 16,2-7 0-16,-2 7 0 0,6-5 0 0,-6 5 0 15,0 0 0-15,1-7 0 0,-1 7 0 16,0 0 0-16,5-9 0 0,-5 9 0 16,6-5 0-16,-6 5 0 0,0 0 0 0,7-6 0 15,-7 6 0-15,7-7 0 0,-7 7 0 16,4-4 0-16,-4 4 0 0,0 0 0 15,0 0 0-15,10-7 0 0,-10 7 0 16,0 0 0-16,0 0 0 0,0 0 0 0,10-3 0 16,-10 3 0-16,0 0 0 0,0 0 0 15,0 0 0-15,0 0 0 0,0 0 0 0,0 0 0 16,0 0 0-16,0 0 0 0,21 7 0 16,-21-7 0-16,0 0 0 0,7 3 0 0,-7-3 0 15,0 0 0-15,8 9 0 0,-8-9 0 16,3 5 0-16,-3-5 0 0,4 7 0 15,-4-7 0-15,6 10 0 0,-6-10 0 16,2 9 0-16,-2-9 0 0,2 9 0 0,0-5 0 16,-2-4 0-16,4 12 0 0,-4-12 0 15,1 10 0-15,-1-10 0 0,2 7 0 0,-2-7 0 16,2 10 0-16,-2-10 0 0,2 8 0 16,-2-8 0-16,0 8 0 0,0-8 0 0,4 10 0 15,-4-10 0-15,-2 13 0 0,2-13 0 16,2 10 0-16,-2-10 0 0,0 9 0 15,0-9 0-15,0 10 0 0,0-10 0 0,0 10 0 16,0-10 0-16,0 11 0 0,0-11 0 16,0 10 0-16,0-10 0 0,0 10 0 15,0-10 0-15,0 12 0 0,-2-7 0 0,2-5 0 16,-2 12 0-16,2-12 0 0,0 12 0 16,0-12 0-16,-2 9 0 0,2-9 0 15,0 12 0-15,0-12 0 0,0 8 0 0,0-8 0 16,-2 9 0-16,2-9 0 0,0 0 0 15,0 12 0-15,0-12 0 0,-2 8 0 0,2-8 0 16,0 11 0-16,0-11 0 0,0 10 0 16,0-10 0-16,0 11 0 0,0-11 0 15,0 10 0-15,0-10 0 0,0 10 0 0,0-10 0 16,0 11 0-16,0-7 0 0,0-4 0 0,2 11 0 16,-2-11 0-16,0 10 0 0,0-6 0 15,0-4 0-15,2 12 0 0,-2-12 0 0,0 10 0 16,0-10 0-16,0 10 0 15,0-3 0-15,0-7 0 0,0 10 0 0,0-10 0 16,0 9 0-16,0-9 0 0,0 8 0 16,0-8 0-16,0 0 0 0,0 10 0 0,0-10 0 15,0 0 0-15,-2 13 0 0,2-13 0 16,-2 8 0-16,2-8 0 0,0 8 0 0,0-8 0 16,-1 7 0-16,1-7 0 0,-4 9 0 15,4-9 0-15,0 9 0 0,0-9 0 16,-4 8 0-16,4-8 0 0,-2 9 0 15,2-9 0-15,-1 7 0 0,1-7 0 0,0 0 0 16,-2 11 0-16,2-11 0 0,0 0 0 16,-5 6 0-16,5-6 0 0,0 0 0 15,0 0 0-15,0 0 0 0,0 0 0 0,-2 7 0 16,2-7 0-16,0 0 0 0,0 0 0 16,0 0 0-16,0 0 0 0,0 0 0 0,0 0 0 15,0 0 0-15,0 0 0 0,0 0 0 16,0 0 0-16,0 0 0 0,12-23 0 0,-10 18 0 15,5-2 0-15,-7 7 0 0,10-10 0 16,-7 5 0-16,4 2 0 0,-7 3 0 0,11-9 0 16,-6 5 0-16,-5 4 0 0,14-7 0 15,-14 7 0-15,10-5 0 0,-10 5 0 16,13-6 0-16,-13 6 0 0,13-5 0 16,-2 0 0-16,-3 4 0 0,2-4 0 0,-1 3 0 15,0-2 0-15,-9 4 0 0,18-4 0 16,-11 2 0-16,-7 2 0 0,14-5 0 15,-14 5 0-15,11-6 0 0,-11 6 0 0,8-1 0 16,-8 1 0-16,0 0 0 0,14-3 0 16,-14 3 0-16,0 0 0 0,7-4 0 15,-7 4 0-15,0 0 0 0,0 0 0 0,7-4 0 0,-7 4 0 16,0 0 0-16,0 0 0 16,4-2 0-16,-4 2 0 0,0 0 0 0,0 0 0 15,0 0-57-15,0 0-710 0,0 0-212 0,0 0 90 16,-36 6 88-16,25 0-797 0,1-1-1038 15</inkml:trace>
  <inkml:trace contextRef="#ctx0" brushRef="#br0" timeOffset="140540.76">1755 6109 1611 0,'-4'-13'195'0,"2"9"-18"0,0-1-6 0,2 5 11 0,-6-10 2 0,6 10 7 0,-4-10 3 15,4 10 2-15,-2-8 4 0,2 8-11 16,-3-9-21-16,3 9-21 0,0 0-17 0,-2-6-14 16,2 6-12-16,0 0 41 0,0 23 37 15,0-3-14-15,2 7-13 0,0 11-7 16,-1 5 2-16,1 3 2 0,0 12-12 0,2-3-6 15,2 0-15-15,0-2-17 16,-1-12-2-16,3-1-16 0,-3-3-7 0,2-4-5 0,-2-8-9 16,-1-1-6-16,0-7-8 15,-1-2 1-15,-1-1-7 0,0-4-36 0,0 0-31 16,0-1-38-16,2-3-37 0,-4-6-90 16,0 7-94-16,0-7-98 0,0 0-95 15,0 0-114-15,0 0-111 0,-23-23 65 0,16 7-354 16,-3-3-467-16</inkml:trace>
  <inkml:trace contextRef="#ctx0" brushRef="#br0" timeOffset="140856.92">1590 6036 2599 0,'2'-17'-90'15,"-2"1"25"-15,5 1 25 0,-1 5 19 16,-1-2 21-16,3 2 23 0,1 0 6 15,3 3 3-15,3 0 5 0,-2 6 3 0,3-1-2 16,1 2-4-16,-15 0 3 0,32 5-3 16,-12 4-2-16,8 4-1 0,-5 3-4 15,2 1 0-15,-2 1-1 0,-6-1 26 0,-4-3 16 16,-1 2 17-16,-3 1 13 16,-3-1 8-16,-2 1 4 0,-3-5 9 0,-1 1-5 0,0 1-7 15,-5 2-13-15,-3 1-5 0,-3 0-6 16,1-3-17-16,-1-1-4 0,-1-4 0 15,1-1-11-15,2 0-4 0,-3-2-43 16,3-2-19-16,-1 0-49 0,0-2-55 16,3 0-59-16,7-2-79 0,-13 3-103 0,13-3-188 15,0 0-6-15,0 0 66 0,0 0-78 16,0 0-68-16</inkml:trace>
  <inkml:trace contextRef="#ctx0" brushRef="#br0" timeOffset="141372.74">1997 6472 1694 0,'0'6'70'16,"-2"-1"7"-16,2-5 9 0,0 0 14 0,0 0 11 16,0 0 3-16,6 10 3 0,-6-10 0 15,0 0 0-15,0 0 0 0,0 0-12 16,0 0-8-16,30-12-1 0,-30 12-5 0,13-5-14 15,-5 0-7-15,-2 0-9 16,-6 5 4-16,11-10-4 0,-7 4-7 0,-1-1 5 16,-3 7-1-16,2-14-6 0,-2 6-8 15,-2-2-7-15,-1-1-6 0,-3-2 3 0,1 1-9 16,-5-2-4-16,2 3-1 0,1-3 9 16,-3 5 11-16,5 1 12 0,-4 0-4 15,2 4-6-15,0-4-5 0,1 4-5 0,6 4-4 16,-10-7 3-16,10 7-12 0,-6-4-4 15,6 4 8-15,0 0-6 0,0 0 3 0,-3-6-4 16,3 6-8-16,0 0 5 0,16-12 4 16,-7 7-3-16,4-3-3 0,1 4-14 15,-2-4-6-15,2 1 1 0,-1 4-4 0,-2-1 5 16,1 2 4-16,-12 2-6 0,23 4 11 16,-11 1 2-16,-3 2 1 0,3 1 7 0,-3 3 0 15,2 4 2-15,1 1 4 16,-1 0-2-16,-2 1-1 0,3 0-3 0,-2 0 3 15,-1-2-6-15,3 1 3 0,-5-3-7 16,1-1 2-16,-1-3-18 0,0 1-26 16,-2-3-39-16,1 0-49 0,-1 0-43 0,1-2-77 15,-6-5-129-15,6 3-194 0,-6-3 10 16,0 0 55-16,0 0-120 0,13-17-122 0</inkml:trace>
  <inkml:trace contextRef="#ctx0" brushRef="#br0" timeOffset="141710.04">2401 6210 1767 0,'0'0'86'0,"0"0"7"0,0 0 15 0,-13 0 11 0,13 0 14 0,0 0 7 0,0 0 0 0,-14 10-1 0,14-10-1 0,-2 11-8 16,2-5-13-16,0-6-9 0,2 14-13 15,1-5 1-15,1-3-5 0,1 2-16 0,0-4 2 16,5 2 10-16,-1-2-20 0,-9-4 0 15,23 2-8-15,-9-4 2 0,2-2-8 16,0-2-5-16,1 2-7 0,-2-4-8 0,-2 2 8 16,-3 1 11-16,0-1 6 0,-3-2 13 15,-1 1-1-15,-3 0 2 0,-1 0 1 16,-4-3-16-16,1 0 1 0,-3 1-10 16,-2-3-3-16,1 2-8 0,-3-2-6 0,2 4-6 15,0 2 5-15,-1 0-14 0,7 6-5 16,-16-4-2-16,16 4-18 0,-14 0-24 15,14 0-27-15,-14 5-51 0,6-3-51 0,8-2-77 16,-9 5-105-16,9-5-162 0,-6 4-112 16,6-4 64-16,0 0-241 0,0 0-282 0</inkml:trace>
  <inkml:trace contextRef="#ctx0" brushRef="#br0" timeOffset="141955.59">2700 6024 2162 0,'0'0'62'16,"0"0"30"-16,-13-3 12 0,13 3 9 0,0 0 7 16,0 0 2-16,-18 13 3 0,13-5 15 15,-1 4-4-15,2 4 13 0,0 1-13 16,2 2-6-16,2 0-17 0,0-1-8 0,4 5-14 16,2-1-9-16,0-2-3 15,-1 1-11-15,3-1-4 0,-1-3 2 0,0-3-6 0,2 1-43 16,-2-3-33-16,2-4-55 15,2-2-61-15,-2 0-103 0,0-6-156 0,-9 0-214 16,21-6 57-16,-10-2-247 0,0-1-284 0</inkml:trace>
  <inkml:trace contextRef="#ctx0" brushRef="#br0" timeOffset="142481.95">2974 6121 2150 0,'0'0'14'0,"0"0"15"16,-5 7 7-16,5-7 11 0,0 0 25 0,0 0 7 15,0 0 14-15,0 0-3 16,0 0 0-16,0 0 4 0,0 0-6 0,0 0-6 16,0 0-10-16,0 0-9 0,0 0 1 15,34-8-15-15,-29 2-1 0,-1 0-7 16,2 0 0-16,-6 6 5 0,6-13-4 0,-6 6 12 15,0 7-8-15,0-15 9 0,-2 7-4 16,-2-1 6-16,-2 3-1 0,-1-2-6 0,-1 4-5 16,-2-2-2-16,1 4-3 0,9 2-2 15,-23-3-9-15,23 3-2 0,-29 7 11 16,16 1-4-16,-4 6 0 0,-2 6-1 0,2 2 2 16,2 6-5-16,1-3-7 15,10-1 1-15,-1-5 7 0,3 0-11 0,2-2-5 0,4 0 5 16,1-1-6-16,5-7-4 15,0 3 3-15,1-2 6 0,1-3-6 0,1-3-3 16,2 0-10-16,0-4-7 0,3-2-6 16,0-2-18-16,0 2-8 0,-2-3-11 15,0 1 1-15,1-4 7 0,-2 4 2 0,-4 0-4 16,0 2 5-16,-4 0 8 0,-7 2-1 16,13 0-2-16,-13 0 4 0,0 0 5 0,0 0 1 15,0 0 6-15,12 4-2 0,-12-4 7 16,0 0-5-16,0 0-3 0,0 0 2 15,0 0-1-15,0 0-5 0,0 0-15 16,0 0-27-16,-16 12-25 0,16-12-34 16,0 0-42-16,-9 2-79 0,9-2-114 0,0 0-170 15,0 0 49-15,0 0-76 0,-16-9-59 16</inkml:trace>
  <inkml:trace contextRef="#ctx0" brushRef="#br0" timeOffset="142909.81">3220 5849 1526 0,'0'-7'33'0,"0"7"23"0,0 0 12 16,0 0 2-16,0 0-2 0,0 0 1 0,0 0 1 0,0 0 2 15,0 0 6-15,-29 10 2 0,22-2 2 0,1-1-3 16,-2 4-12-16,4-3-5 0,-1 2-5 16,-1 1-7-16,3-1-3 15,1 0 7-15,0 0 7 0,2-1 2 0,2 0 2 0,3-1 3 16,-1 1 4-16,3 1 0 16,2-1 10-16,0-3 8 0,2 6 27 0,1 0 11 15,-1-3-4-15,2 3 2 0,-1 2 4 16,1 0-2-16,1 0 2 0,-3 1 2 0,-2 0-2 15,1-1-4-15,-4-2-5 0,-1 2-2 16,-1-2-1-16,-2 0-7 0,2-2-6 16,0 2-9-16,-4-4-7 0,-2 1-9 0,0-1-6 15,0-1-9-15,-2 0-7 0,4-7-4 16,-9 10-8-16,3-6-41 0,6-4-53 0,-15 6-73 16,15-6-90-16,-17-2-90 15,5-2-104-15,5-3-140 0,-1 2-128 0,3-4 62 0,-2 1-327 16,5 0-418-16</inkml:trace>
  <inkml:trace contextRef="#ctx0" brushRef="#br0" timeOffset="143272.23">3569 5872 2533 0,'0'-8'-39'16,"-3"-2"37"-16,0 6 28 0,-1-1 16 15,0-2 20-15,4 7 9 0,-9-9-9 0,5 5-6 16,4 4-1-16,-15-4-8 0,15 4 9 15,-19 2 10-15,19-2-2 0,-21 8-3 0,9 1 4 16,-1 1-7-16,2 4-5 0,-1-4 2 16,5 2-8-16,3-2 3 0,-2 1 13 0,8-2 8 15,-2-1 16-15,6 2 13 0,-3 1 24 16,5-5 18-16,0 3 12 16,1-1 15-16,2 2 18 0,3-2-3 0,-3 1 8 15,0 3-1-15,2-2-14 0,-2-3-12 16,-1 5-17-16,-1 0-16 0,-2-1 2 0,-1 3-9 15,-1 0-14-15,-2-2-4 0,-1 2-13 16,-4-2-4-16,-1 1-11 0,0 1-6 0,-3 1-7 16,-1-3-6-16,-1 0-16 15,-4-3-29-15,1-1-53 0,0 0-65 0,-1-4-75 16,3-4-107-16,9 0-120 0,-21-4-170 16,8-9-205-16,3-2 77 0,2 1 65 15,3-4-405-15,1 0-517 0</inkml:trace>
  <inkml:trace contextRef="#ctx0" brushRef="#br0" timeOffset="143638.46">3772 5883 3143 0,'-7'5'97'0,"3"-4"14"0,4-1 12 15,0 0 5-15,-7 6-7 0,7-6-8 16,0 0-7-16,0 0 1 0,0 0-4 15,0 0-4-15,0 0-5 0,0 0-13 0,0 0-5 16,32-6-5-16,-24 5-9 0,-1-2-4 16,0-1-5-16,2-1-5 0,-2 0-5 15,-1 1-5-15,-1-1-4 0,-1 0-1 16,-4 5-2-16,5-8-9 0,-5 8-3 0,-2-9-2 16,2 9-1-16,0 0-8 0,-18-2 1 15,18 2-5-15,-23 9 1 0,10-2 1 0,-4 6-1 16,-6 6 4-16,2 2-6 0,2 1 2 15,6-5 6-15,3 3 3 0,0-4-4 16,5-1 3-16,1 1 4 0,2-3-2 0,2 2-1 16,4-6 0-16,2 2 0 15,3-1-3-15,3-2-10 0,4-3-39 0,0-4-65 16,5-2-108-16,3-4-103 0,11-7-138 16,0-2-197-16,8-7 41 0,-3-4 61 0,-1 0-240 15,0-6-275-15</inkml:trace>
  <inkml:trace contextRef="#ctx0" brushRef="#br0" timeOffset="144058.59">4287 5068 2361 0,'-11'-17'76'0,"-1"3"42"16,5 2 45-16,-1 5 16 0,5 1 1 16,-3-1-13-16,-1 4-26 0,7 3-10 0,0 0 6 15,0 0-5-15,-14 34 15 0,8 0 26 16,2 8 17-16,1 17 16 0,3 5 4 15,2 6 0-15,-1 3-6 0,1 2-15 16,4-3-9-16,1 1-21 0,1-5-13 0,2-6-19 16,-1-5-7-16,0-5-31 0,-2-13-10 15,2-7-1-15,-3-4-12 0,-3-8-6 0,1-2-2 16,1-6-1-16,-2-3-1 0,-1-3-3 16,-2-6-16-16,7 3 2 0,-7-3-10 0,0 0-11 15,0 0-13-15,0-18-15 0,-1 10-12 16,-3-4-6-16,-3 4 0 0,2 1 0 15,-2 5-2-15,-5-1 4 0,12 3-1 16,-28 9 6-16,1 6 1 0,4 4 2 0,-2 1 2 16,5 3 4-16,0-2 6 0,7-3 4 15,3 0 6-15,6-5 0 0,-1 1 1 16,5-2 3-16,0-2 4 0,2 2 1 0,1-3-7 16,3-2-1-16,2-4-7 0,0 0-46 15,-1-1-62-15,2 2-65 0,-9-4-89 0,16 1-81 16,-16-1-93-16,9 0-127 0,-9 0-152 15,0 0 63-15,0 0-440 0,0 0-563 16</inkml:trace>
  <inkml:trace contextRef="#ctx0" brushRef="#br0" timeOffset="144422.79">1880 7272 3137 0,'-34'6'-49'0,"-2"3"9"0,-3-4 19 0,3 5 58 0,11-8 76 0,3 2 43 0,8-4-9 15,3 5-13-15,-1-5-15 0,12 0-16 16,0 0-9-16,0 0-10 0,0 0-3 16,45-30-9-16,6 7-3 0,25-16-9 0,19 0-20 15,22-11 2-15,56-12-7 16,10-4 1-16,15-2-4 0,14-1-11 0,13-3 6 15,9-2-3-15,-3 2-2 0,-7 5-6 16,-4 2 9-16,-15 9 10 0,-10 4 5 0,-52 14-6 16,-10 5-7-16,-13 10-4 0,-19 0 3 15,-33 11-11-15,-12 2-15 0,-17 3 8 0,-13 3-5 16,-11 2 3-16,-4-2-2 0,-11 4 0 16,4 0-6-16,-4 0-45 0,0 0-73 15,0 0-94-15,0 0-121 0,0 0-188 0,-30-4-98 16,20 1 68-16,10 3-272 0,-14-5-312 15</inkml:trace>
  <inkml:trace contextRef="#ctx0" brushRef="#br0" timeOffset="146356.85">2282 7567 1686 0,'-5'-7'219'0,"5"7"-14"0,-8-6-23 0,8 6-16 0,-12-5-15 0,5 4-14 16,7 1-9-16,0 0-17 0,-23-3-8 0,23 3-8 16,0 0-14-16,-19 1 4 0,19-1-12 15,-15 8 6-15,5-1-2 0,3 4 20 16,-1 2-1-16,0 1 2 0,-1 5-3 16,4 2 10-16,-2 1 4 0,2 10-1 0,3-5 1 15,0-3-7-15,4-4-8 0,0 2-1 16,3 0-15-16,3-1-5 0,5 4 9 15,-1-4 4-15,1-7 2 0,2-1-3 16,3-4 1-16,-1-4-3 0,2-3 0 0,2-1-4 16,4-4 0-16,0-3-5 0,5-5 8 15,-1-1 24-15,-5-5 19 0,-6 1 20 16,-6 3 3-16,2-4 13 0,-4-3-1 0,-5 0 1 16,-1-3-13-16,-4-2-2 0,-6-8-15 15,1-4-15-15,-6 6-8 0,0 0-10 16,-1 6-4-16,-2 6-12 0,3 4-14 0,-2 2-9 15,-3 6-14-15,1 3-23 0,-1 4-56 16,-2 4-71-16,-11 9-68 0,4 3-68 0,-5 0-83 16,5 3-93-16,4 2-102 0,2-8-149 15,4 1-140-15,2-2 75 0,-1-1-574 0,5-3-765 16</inkml:trace>
  <inkml:trace contextRef="#ctx0" brushRef="#br0" timeOffset="149420.93">12840 7211 3188 0,'0'0'-238'0,"0"0"56"0,0 0 35 0,0 0 48 0,0 0 41 15,0 8 31-15,0-8 28 0,0 0 24 16,0 0 21-16,0 0 10 0,0 0 8 0,0 0 14 16,0 0 18-16,0 0 1 0,0 0 12 15,0 0 9-15,0 0 10 0,0 0 1 16,0 0 4-16,0 0 4 0,0 0-3 0,0 0-3 15,0 0 0-15,0 0 3 0,0 0 3 16,0 0 3-16,0 0-1 0,0 0 1 16,0 0 1-16,0 0-1 0,0 0-2 0,0 0-4 15,0 0-3-15,0 0 1 0,0 0-16 16,0 0-13-16,0 0-13 0,0 0-13 16,0 0-4-16,-7-23-8 0,7 23-3 0,0-8-7 15,0 8-6-15,0-14-7 0,0 14-1 16,2-13-3-16,-1 9 0 0,-1 4-6 0,2-12 0 15,-2 12-1-15,4-11 1 0,-2 6-5 16,-2 5-7-16,3-9 0 0,-3 9-2 0,0 0-4 16,2-6-2-16,-2 6-3 0,0 0-3 15,4-6 3-15,-4 6 1 0,0 0-3 16,10-5 1-16,-10 5-1 0,0 0-3 16,13 0 2-16,-13 0-1 0,0 0 1 0,14-3-3 15,-14 3 0-15,0 0-3 0,0 0 7 16,0 0-7-16,0 0 1 0,20 7-3 15,-20-7 4-15,7 3-2 0,-7-3-2 0,7 5 5 16,-7-5 0-16,9 9 1 0,-9-9 1 16,10 8-4-16,-9-6 5 0,-1-2-6 0,11 9 2 15,-11-9 0-15,3 6-3 0,-3-6 4 16,6 10 1-16,-6-10-3 0,5 8 8 0,-5-2-4 16,0-6 2-16,4 11-2 0,-4-5-1 15,0-6 1-15,2 12-1 0,1-7-4 16,-3-5 6-16,3 13 0 0,-3-8-7 15,0-5 6-15,0 9-3 0,0-9 1 0,2 10-4 16,-2-10 2-16,0 9 4 0,0-9-4 0,0 10 5 16,0-10-3-16,0 11 2 0,0-11-2 15,-2 9 4-15,2-9-2 0,0 13 3 16,0-6 0-16,0-7 0 0,-1 11-3 16,-1-4 1-16,2-7 1 0,0 11-5 0,0-11 2 15,0 8-1-15,0-8-2 0,0 10 2 16,0-10-1-16,-3 10 1 0,3-10-2 0,-2 8 4 15,2-8 3-15,0 10-6 16,0-10 1-16,0 11 0 0,0-11-2 0,-2 10 3 16,2-10-3-16,-2 10 4 0,2-4 0 15,0-6-1-15,-1 14-3 0,1-5-3 0,0-2 7 16,0-7 2-16,-4 16-3 0,2-10-2 16,0 1 2-16,0 1 3 0,2 0 10 0,-2 0 8 15,2 1 4-15,-3-1-9 0,1 1 2 16,0-2 3-16,-1 1-1 0,1-1-1 0,2-7-5 15,-1 15 0-15,-1-8-1 0,0 0-2 16,0 0-4-16,2-7 8 0,-4 12-2 16,4-12-4-16,-1 10-4 0,1-10 1 0,0 7 0 15,0-7 1-15,0 0 17 0,0 9 6 16,0-9 4-16,0 0 6 0,0 0 8 16,-2 8 9-16,2-8-6 0,0 0-1 0,0 0-5 15,0 0-2-15,0 0-2 0,0 0-7 16,0 0-4-16,0 0-2 0,21-3-1 15,-21 3-8-15,0 0-2 0,18-5-2 0,-18 5 5 16,12-4-10-16,-12 4 2 0,13-2-5 16,-13 2-1-16,14 0-2 0,-14 0 0 0,13-3-2 15,-13 3-1-15,0 0 0 0,21 0 3 16,-21 0-3-16,13 0 2 0,-13 0-2 0,16 0-4 16,-16 0 5-16,0 0-2 15,18 3-4-15,-18-3 0 0,11 0 0 0,-11 0 0 16,0 0 0-16,11 6 0 0,-11-6 0 0,0 0 0 15,11 3 0-15,-11-3 0 0,8 4 0 0,-8-4 0 16,9 5 0-16,-9-5 0 0,10 7 0 16,-5-3 0-16,-5-4 0 0,9 6 0 15,-9-6 0-15,5 5 0 0,-5-5 0 16,7 7 0-16,-7-7 0 0,4 7 0 16,-4-7 0-16,7 9 0 0,-7-9 0 0,2 8 0 15,1-3 0-15,-3-5 0 0,2 10 0 16,-2-10 0-16,2 11 0 0,-2-11 0 0,2 9 0 15,-2-9 0-15,2 8 0 0,-2-8 0 16,0 10 0-16,0-10 0 0,-4 11 0 16,0-7 0-16,4-4 0 0,-6 12 0 0,0-6 0 15,1 1 0-15,-1-1 0 0,1 0 0 16,-6 0 0-16,4 1 0 0,0 0 0 16,-4 0 0-16,4 0 0 0,-2 0 0 0,0-2 0 15,-5 2 0-15,4-2 0 0,-3 1 0 16,1 0 0-16,-2 1 0 0,0-2 0 0,-1 0 0 15,1 0 0-15,-1-2 0 0,3 2 0 16,-1-3 0-16,3 2 0 0,-1-3 0 0,11-1 0 16,-15 6 0-16,5-6 0 0,10 0 0 15,-11 3 0-15,11-3 0 0,-9 2 0 0,9-2 0 16,0 0 0-16,-12 3 0 0,12-3 0 16,0 0 0-16,0 0 0 0,0 0 0 0,-15 0 0 15,15 0 0-15,0 0 0 16,0 0 0-16,-10 3 0 0,10-3 0 0,0 0 0 15,0 0 0-15,0 0 0 0,0 0 0 16,0 0 0-16,0 0 0 0,0 0 0 0,0 0 0 16,-9 2 0-16,9-2 0 0,0 0 0 15,0 0 0-15,0 0 0 0,0 0 0 16,0 0 0-16,0 0 0 0,-8 3 0 16,8-3 0-16,0 0 0 0,0 0 0 0,0 0 0 15,0 0 0-15,-9-8-780 0,9 8-206 16,-5-7 99-16,5 7-996 0,-1-12-1308 0</inkml:trace>
  <inkml:trace contextRef="#ctx0" brushRef="#br0" timeOffset="151270.92">25090 5254 4731 0,'-15'3'-233'0,"3"-1"29"0,0-2 27 0,12 0 25 0,-11 0 33 0,11 0 28 16,-11 1 24-16,11-1 11 0,0 0 14 0,0 0 11 15,0 0 16-15,0 0 13 16,0 0 3-16,76-3 3 0,-9 0-4 0,11 1 4 16,40 0 3-16,12 0-9 0,18 2-1 15,14-2 7-15,15 4-2 0,62 2 1 0,-54-2-2 16,49 1 1-16,-53 0 0 0,0 1 0 15,-10 1-1-15,-4-3 2 0,-13 5-7 0,-19-2 5 16,-17 0-1-16,-38-4-22 0,-15 3-11 16,-20-2 1-16,-10-2 1 0,-11 1 5 0,-2-1 2 15,-8 2 3-15,-3-2-15 0,-4 0-22 16,-7 0-23-16,0 0-30 0,0 0-47 16,0 0-58-16,0 0-98 0,0 0-167 15,-30-10-174-15,13 10-152 0</inkml:trace>
  <inkml:trace contextRef="#ctx0" brushRef="#br0" timeOffset="152053.84">25137 5315 1983 0,'0'0'68'0,"0"0"-9"0,0 0-9 0,0 0 9 0,6 10 21 0,-8-3 19 16,-2 6 25-16,1 2 12 0,-5 5-5 16,-2 9-2-16,1 4 7 0,0 2-4 0,-3-1-2 15,2 0-11-15,-1 0-3 0,3-1-2 16,1-2-6-16,-3-2-8 0,3-6-8 0,0-3 4 16,4-5-5-16,3-1-11 0,-6-3-5 15,4 4-9-15,1-6-6 0,-1 0-4 0,0-1-4 16,2 2-2-16,0-3-7 15,0 0-3-15,2 1-3 0,0-1-6 0,1 0 0 16,5-2-1-16,4 2-6 0,1-1-2 16,8 1-6-16,4-3 3 0,13-1-14 0,5 1-11 15,16-1 1-15,12-1-1 0,14 0 1 16,35 2 7-16,14 0-1 0,13 3 6 16,15 0 0-16,8-2 2 0,9 3-3 0,4-1 0 15,45 3 1-15,-58 2-7 0,-6-1 4 16,-10-1 1-16,-7 2-2 0,-14-2-3 15,-11 1 4-15,-19 1 0 0,-25-6-1 16,-17 3 0-16,-17-3 0 0,-6 0 0 0,-9-2 0 0,-6-2-2 16,-5 0 7-16,-4-2 7 15,1 0 7-15,-5 0 14 0,-1 6 2 0,1-6-3 16,-10 0-2-16,14 1-7 0,-14-1-33 16,0 0-57-16,13-3-72 0,-13 3-85 0,0 0-90 15,0-4-117-15,0 4-213 0,0 0 66 16,-19-14 51-16,9 8-243 0,-5 0-256 0</inkml:trace>
  <inkml:trace contextRef="#ctx0" brushRef="#br0" timeOffset="152637.22">27852 5372 2030 0,'0'0'-12'0,"-9"-6"20"0,9 6 14 0,-3-6 23 0,3 6 29 0,-4-4 23 0,4 4 18 16,0 0 1-16,0 0 4 0,0 0-7 15,0 0 13-15,0 0 6 0,13-10-4 16,3 10-11-16,9-3-7 0,3 1-9 0,16 0-11 16,4 0-8-16,1 2-11 0,4-1-7 15,14-1-8-15,-3 2-11 0,2 0-2 0,-15 2-3 16,-1-2-6-16,-3-2-7 0,-3 4-11 15,-10-4 9-15,-5 4 3 0,-8-2 4 16,-1 0 17-16,-2 0 11 0,-5 0 15 16,-13 0 1-16,23 0-4 0,-14 0-10 0,-9 0-7 0,18 1-6 15,-18-1-27-15,16 0-40 16,-16 0-62-16,9-1-95 0,-9 1-98 0,0 0-154 16,7-5-183-16,-7 5 55 0,0 0-288 15,0 0-327-15</inkml:trace>
  <inkml:trace contextRef="#ctx0" brushRef="#br0" timeOffset="160253.15">25448 5496 2220 0,'0'0'56'0,"-6"-6"47"0,6 6 35 0,0 0 32 0,-3-11 33 0,3 11 26 16,-2-9 17-16,0 2 2 0,2 7-6 16,2-13-16-16,-2 13-21 0,5-12-22 0,1 6-18 15,0 0-15-15,2 1-14 0,1 0-17 16,-9 5-10-16,17-5-14 0,-7 5-7 15,-10 0-12-15,14 0-7 0,-2 2-6 16,-4 1-6-16,1 2-6 0,-1 2-6 0,2 1-4 16,-5-2-3-16,1 2-5 0,-3 1-2 15,2-1-1-15,-3 4 3 0,-2-5-1 16,-2 3 10-16,-3 2 7 0,2-1 7 0,-1-1 5 16,-3 1 5-16,-1-1 1 0,3 0 4 15,-4 1 4-15,4-4 4 0,-3 1-2 0,5-1-1 16,-1-2-2-16,4-5-3 0,-8 9-5 15,4-4-11-15,4-5-11 0,-4 8 4 16,1-3-5-16,3-5-11 0,0 12 2 16,0-12-9-16,2 12 3 0,-2-5 7 0,1 0-14 15,1 2-2-15,2-1 1 0,-2-1-6 16,-2 1 12-16,2 1-15 0,-1-2 3 0,-1-7 5 16,0 15 20-16,-1-7 16 0,1-8 22 15,-4 14 23-15,0-9 10 0,1-1 5 0,-3 2 7 16,6-6-5-16,-18 7-9 0,11-6-108 15,-4 1 0-15,11-2 0 0,-21 0 0 16,21 0 0-16,-25-2 0 0,14 1 0 16,-3-2 0-16,1 3 0 0,2-4 0 0,-3 2 0 15,5 0-230-15,-5 0-166 0,14 2-111 0,-25 0-109 16,16 0-161-16,-2 2-43 0,-1 0 84 16,2 2-662-16,10-4-849 0</inkml:trace>
  <inkml:trace contextRef="#ctx0" brushRef="#br0" timeOffset="160618.29">25865 5360 3539 0,'6'-11'-75'0,"-2"5"63"0,-3-1 47 0,-1 7 46 0,7-9 21 0,-5 6 21 0,-2 3 1 16,0 0-11-16,2-6-10 0,-2 6-2 0,0 0 3 16,1 16-2-16,1-1-10 0,-4 4-4 15,2 8-11-15,-3 16 10 0,-6 5 13 16,-2 6 4-16,2-3-3 0,-5-3-6 0,3-2-6 16,-5 1 3-16,5-12 2 0,0-6-3 15,3 0-2-15,-1-5 3 0,1-7-16 16,3-4-8-16,1-1-9 0,-1-1-1 0,4-3-3 15,-3-1-6-15,2 1-7 16,-2-2-22-16,4-6-37 0,0 0-58 0,0 8-72 16,0-8-97-16,0 0-112 0,0 0-147 15,0 0-227-15,10-19 66 0,-9 13 78 0,1-1-379 16,-2 7-442-16</inkml:trace>
  <inkml:trace contextRef="#ctx0" brushRef="#br0" timeOffset="161335.41">26450 5441 2577 0,'0'0'-6'0,"0"0"57"0,0 0 45 0,0 0 49 0,0 0 30 0,14-3 19 0,-14 3 10 15,0 0 13-15,0 0-2 0,0 0 6 0,0 0-3 16,0 0-1-16,0 0 7 0,-25-12-16 15,25 12-7-15,-21-2-10 0,8-2-13 0,-1 0 4 16,-1 1-17-16,1 1-18 16,0 0-11-16,1-3-10 0,-1 4-19 0,3-3-4 15,1 0-18-15,10 4-6 0,-15-3-9 16,15 3-4-16,-16-3-11 0,16 3 4 0,-11-2-16 16,11 2-1-16,-7-4-5 0,7 4 1 15,0 0-8-15,-14-3-5 0,14 3-1 16,0 0-11-16,-11-2 4 0,11 2-6 0,0 0 13 15,0 0-23-15,0 0 1 0,-16 0-3 16,16 0-1-16,0 0 2 0,-11 7-1 16,11-7 1-16,-7 10-4 0,5-2 0 15,-2-2 0-15,4 1 2 0,0-7-4 0,2 20-6 16,2-10-14-16,1 1-7 0,2 3-14 16,5 1-5-16,1-1-12 0,-2 2 5 0,5-1-3 15,-3-1 8-15,1 1 6 0,-3 1 8 16,3-3-2-16,-7 1 6 0,3-3 11 0,-5-1 0 15,3-2 18-15,-4 3 24 0,0-5 24 16,-2 1 17-16,-2-7 18 0,-2 12 27 0,2-12 6 16,-8 10 7-16,2-4 4 0,-3-3 4 15,-1 1-7-15,-2 0-9 0,-1-2-7 16,1 0-8-16,-4-2-8 0,1 2-13 16,15-2-7-16,-27-2-7 0,13 0-10 0,14 2-7 15,-23 0-36-15,23 0-41 0,-20 0-48 16,10-2-66-16,10 2-52 0,-15 0-65 15,15 0-89-15,-13 0-114 0,13 0-148 0,0 0-215 16,-14 0 71-16,14 0 80 0,0 0-561 16,0 0-704-16</inkml:trace>
  <inkml:trace contextRef="#ctx0" brushRef="#br0" timeOffset="161701.97">26776 5310 3636 0,'2'-10'40'0,"-2"5"44"0,0-1 31 0,0 6 20 0,-2-8 5 0,2 8 5 0,0 0-12 15,0 0 1-15,0 0 36 0,0 0 15 16,0 0 1-16,-3 39-1 0,-3-6 6 0,1 6 24 15,-9 13 15-15,3 0 9 0,-1 4-2 16,-1-1-14-16,0 1-13 0,1-2-17 16,-1-4-17-16,-1-1-16 0,5-11-5 15,-1 3-8-15,0-5-8 0,3-6-9 0,-1-3-3 16,3-8-11-16,-2-2-101 0,6-5-15 16,-1 0 0-16,-2-3 0 0,2-1 0 0,0 0 0 15,2-8 0-15,-1 11 0 0,1-11 0 16,-2 7 0-16,2-7 0 0,0 0 0 0,0 0-14 15,0 0-444-15,0 0-162 0,0 0-217 16,0 0-39-16,-14-21 87 0,6 16-774 0,1-1-1007 16</inkml:trace>
  <inkml:trace contextRef="#ctx0" brushRef="#br0" timeOffset="164535.28">27187 5395 1235 0,'-14'0'312'0,"3"0"-95"0,-2 0-36 0,13 0-9 0,-18 2 11 0,8 0 9 0,10-2-1 15,-17 2-9-15,10 0 5 16,7-2-4-16,-12 1 0 0,12-1 5 0,-11 3 2 15,11-3 1-15,0 0-7 0,-9 2-8 16,9-2 16-16,0 0 7 0,0 0-4 0,0 0-18 16,0 0-18-16,30 7-18 0,-15-7-9 15,2 0-12-15,5 2-16 0,-2 0-10 16,-1-2-10-16,-2 1-11 0,1 2-26 0,-7-1-1 16,-2 4-1-16,-3 3 7 0,-2 0 12 15,-4 6-2-15,-2 2 8 0,-3 3 7 0,-7 9 6 16,-3-1 2-16,-1 1-3 0,1-1-2 15,-2-3-1-15,2 0-10 0,3-4-9 0,3-1-5 16,1-7-5-16,-2 3 0 16,5-2-16-16,-3-3 4 0,5-2-9 0,-3 0-7 15,1-2-30-15,4 1-32 0,-3-3-46 16,0 0-38-16,4-5-61 0,0 0-80 0,-4 9-101 16,4-9-86-16,0 0-90 0,0 0-135 15,0 0-30-15,10-23 67 0,-8 17-450 0,-1-3-560 16</inkml:trace>
  <inkml:trace contextRef="#ctx0" brushRef="#br0" timeOffset="164718.1">27026 5707 2961 0,'0'0'43'0,"-17"0"48"0,17 0 35 0,-12 0 35 16,12 0 37-16,0 0 28 0,-11 0 19 16,11 0 8-16,0 0 23 0,0 0 18 0,0 0-28 15,0 0-22-15,0 0-19 0,40-3-27 16,-19 3-21-16,8-1-49 0,10-1-89 0,6-2-106 15,-2 2-114-15,-3-2-148 0,0-2-180 16,-5-1-238-16,-10 3 62 0,-9-2 72 0,-4 4-414 16,-6-1-502-16</inkml:trace>
  <inkml:trace contextRef="#ctx0" brushRef="#br0" timeOffset="169166.81">16261 5358 601 0,'0'0'283'0,"0"0"-45"0,0 0-39 0,0 0-11 0,0 0-19 0,0 0-14 0,0 0-11 16,0 0-16-16,-4 5-1 0,4-5-13 15,0 0 4-15,0 0 3 0,0 0-5 16,0 0 13-16,0 0-2 0,0 0 8 0,0 0-5 15,0 0 5-15,0 0 0 0,0 0 2 16,0 0 3-16,0 0 2 0,0 0 2 0,0 0-3 16,0 0-3-16,0 0-1 0,0 0-4 15,0 0-3-15,0 0-10 0,0 0-8 0,0 0-9 16,0 0-2-16,0 0-10 0,0 0-4 16,17-18-5-16,-17 18-9 0,6-6-4 15,-6 6-11-15,0 0-6 0,5-7-7 16,-5 7 0-16,8-5-6 0,-8 5-7 0,11-7 0 15,-11 7-2-15,13-3-1 0,-13 3-5 16,5-4-1-16,-5 4-1 0,0 0 2 16,9-5 0-16,-9 5-5 0,0 0-3 0,0 0 2 15,11-3-6-15,-11 3 2 0,0 0 0 16,0 0-1-16,0 0-3 0,16 0 1 0,-16 0-2 16,0 0-1-16,0 0-1 0,18 3-2 15,-18-3 3-15,11 2-5 0,-11-2 0 0,0 0 2 16,7 5 0-16,-7-5-1 0,6 5 2 15,-6-5-4-15,3 5 3 0,-3-5 1 16,9 7 1-16,-9-7-3 0,3 9 0 16,-3-9 4-16,2 7-3 0,-2-7 4 0,6 10-2 15,-6-10 0-15,3 8-4 0,-3-8 3 16,0 9-1-16,0-9 4 0,0 10-7 16,0-10 8-16,2 10-5 0,-2-10 2 0,2 9-2 15,-2-9 3-15,2 10 2 0,-2-10 5 16,2 10 0-16,-2-10-1 0,2 10 0 0,-2-10 6 15,-2 10-5-15,2-10-2 0,0 9-3 16,0-9-5-16,-2 14 11 0,2-14-13 0,-2 10 6 16,2-10 4-16,0 9-2 0,0-9-1 15,-2 13 0-15,0-6 1 0,2 0 9 16,0-7 1-16,-1 12-6 0,1-8 0 16,0-4-3-16,-2 13 7 0,-2-8-6 0,4-5 3 15,0 10-2-15,0-10 0 0,-2 10-7 16,2-10 4-16,-2 12 0 0,2-12 11 15,-1 10-8-15,1-10-2 0,-2 11 0 0,0-6-2 16,2-5 4-16,0 11-3 0,0-11-5 16,0 8 10-16,0-8-12 0,-2 8 8 0,2-8-6 15,-3 9 0-15,3-9 1 0,-2 8-5 16,2-8 2-16,0 9-2 0,0-9 7 0,0 0-6 16,-2 10-1-16,2-10 8 15,0 10-2-15,0-10-4 0,-1 6 0 0,1-6 1 16,-2 8 6-16,2-8-3 0,0 9-4 15,0-9 8-15,-4 10 6 0,4-10-2 0,-2 10 30 16,0-5-4-16,2-5 2 0,-1 12-10 16,1-12-2-16,-2 12-2 0,-2-9-5 15,4-3 8-15,-4 14 1 0,4-10-12 0,0-4 3 16,-4 11-4-16,4-11-4 0,-4 10 0 16,2-6-3-16,2-4 4 0,-4 12-3 0,4-12 1 15,0 0-1-15,-1 8-7 0,1-8 0 16,0 0 4-16,-2 9 0 0,2-9 5 0,0 0 7 15,0 0 1-15,0 6 4 16,0-6 1-16,0 0-2 0,0 0 1 0,0 0-7 0,14 2-1 16,-14-2 0-16,24-5 2 15,-24 5-11-15,25-3-3 0,-13 1 2 0,10-1 2 16,-3 1-5-16,2-2 4 0,-2 3-5 16,0-3 6-16,0 3-7 0,-2-3-1 0,-2 2 0 15,-1 0-3-15,-3 1-2 0,1 1 4 16,-12 0 1-16,17-3-4 0,-10 1 5 0,-7 2-2 15,16 0-3-15,-16 0 7 0,11-2-4 16,-11 2-1-16,8-2 1 0,-8 2 3 16,0 0 2-16,13-4-2 0,-13 4-1 15,7-1-1-15,-7 1 1 0,0 0 0 0,0 0-28 16,13 0-36-16,-13 0-52 0,0 0-75 16,0 0-78-16,1-6-107 0,-1 6-124 0,0 0-134 15,0 0-216-15,0 0 79 0,0 0 83 16,0 0-549-16,0 0-692 0</inkml:trace>
  <inkml:trace contextRef="#ctx0" brushRef="#br0" timeOffset="171299.79">23203 9681 3027 0,'0'0'-163'0,"0"0"41"0,0 0 31 0,0 0 31 0,0 0 33 0,0 0 36 15,0 0 30-15,0 0 24 0,0 0 17 16,0 0 19-16,0 0 17 0,0 0 11 0,0 0 14 16,0 0 14-16,0 0-2 0,0 0 1 15,0 0-6-15,0 0 1 0,0 0 3 16,-8-5 2-16,8 5-4 0,0 0 1 0,-3-6-13 16,3 6-7-16,0 0-8 0,-2-8-4 15,2 8-5-15,-4-6-9 0,4 6-12 16,0-13-8-16,2 6-12 0,2 2-5 0,-2-4-7 15,1 4-7-15,3-2-4 0,-3-1 0 16,0 1-4-16,3 0-2 0,-2 2-9 0,-3-2-3 16,5 4-3-16,-6 3 5 0,5-7 2 15,2 3 0-15,-7 4-5 0,6-5-3 0,-6 5-2 16,3-5 1-16,-3 5-1 16,8-3-7-16,-8 3-2 0,0 0 3 0,0 0-1 0,12-2-5 15,-12 2 1-15,0 0-4 16,14 9 5-16,-10-8-5 0,2 3 1 0,-6-4-1 15,8 8 1-15,-4-4 0 0,-1 2-2 16,-1-2 5-16,4 1 0 0,-6-5-6 0,3 10 4 16,1-6-3-16,-2 1 3 0,2 0-1 15,-4-5-1-15,2 10 7 0,0-3 8 0,0 0 9 16,-2 1 1-16,0 4 6 0,-2-4-5 16,0 2 3-16,0 1 8 0,0 3 9 15,-6 1 3-15,7-1 2 0,-5 2-12 0,0 3 0 16,1-3-9-16,-2 1-6 15,4-2-2-15,-3 1 5 0,4 1 2 0,-3-2 5 16,-1 4 7-16,2-4-1 0,0 2 7 16,0 0 2-16,1 1 7 0,-1-1 3 0,-2-1-5 15,3-1 2-15,-4 3 0 0,3-5-8 16,1-1 3-16,-3 1-3 0,4-1 3 0,-1-1-58 16,-1-1-4-16,0 2 0 0,0-2 0 15,0 1 0-15,2-1 0 0,-2 0 0 0,3 1 0 16,-3-3 0-16,2-1 0 0,0 0 0 15,2-7 0-15,-3 13 0 0,-1-9 0 0,4-4 0 16,-5 10 0-16,5-10 0 0,0 7 0 16,0-7 0-16,0 0 0 0,0 8 0 15,0-8 0-15,0 0 0 0,10 9 0 16,-10-9 0-16,19 2 0 0,-3-4 0 0,5 1 0 16,15-5 0-16,5 1 0 0,6-2 0 15,-2 2 0-15,8-5 0 0,-7 3 0 0,-4 0 0 16,-2 0 0-16,-10 2 0 0,-6 2 0 15,-10-1 0-15,4 3 0 0,-5-3 0 0,-1 3 0 16,-1-3 0-16,-11 4 0 0,16-3 0 16,-7 1 0-16,-9 2 0 0,0 0 0 0,17-2 0 15,-17 2 0-15,0 0 0 0,11-2 0 16,-11 2 0-16,10-1 0 0,-10 1 0 0,0 0 0 16,0 0 0-16,10-2 0 15,-10 2 0-15,0 0 0 0,0 0 0 0,0 0-96 16,0 0-767-16,0 0-111 0,0 0 109 15,-33 3-969-15,33-3-1261 0</inkml:trace>
  <inkml:trace contextRef="#ctx0" brushRef="#br0" timeOffset="172899.83">13044 10718 4576 0,'0'0'-275'0,"0"0"51"0,-5-3 44 0,5 3 50 0,0 0 44 0,0 0 39 0,0 0 36 0,0 0 30 0,0 0 25 15,-7-7 24-15,7 7 14 0,0 0 19 16,0 0 7-16,0 0 12 0,0 0 12 15,0 0 12-15,-2-5 9 0,2 5 7 16,0 0 3-16,0 0-13 0,-2-7-12 0,2 7-15 16,0-7-13-16,0 7-9 0,-3-7-7 15,3 7 0-15,-2-10 1 0,0 3-6 0,2 7-6 16,-2-12-5-16,2 5-6 0,0 0-7 16,0 7-11-16,0-13 1 0,0 4-4 15,2 1-11-15,0-2 0 0,2 1-5 0,-3-1-7 16,1 2 0-16,4 0-3 0,0-1 0 15,-2 3-6-15,2-1-6 0,-1 0 0 0,3-1 2 16,0 3-4-16,-1 1 5 0,2-2-7 16,2 4 4-16,-4-3-3 0,0 2-1 15,-7 3-1-15,18-4 2 0,-18 4-5 16,15-1-1-16,-15 1 4 0,16 1 4 0,-16-1 4 16,12 7 13-16,-4 0 5 0,0 3-2 15,-2-3 15-15,-1 6-7 0,1 0 6 0,-3 0 8 16,1 1 12-16,0 1-8 0,-1 3 3 15,-2-1-5-15,-1 1 0 0,0 0-9 16,2 1 4-16,-2 0-1 0,0 0-4 16,-2 0 0-16,2 1-4 0,-4 3-2 0,2-5-3 15,0 1 0-15,-2 4-12 0,4-2-7 16,-3 3 2-16,1-6-9 0,-2 0 3 0,2-2-3 16,2 0-3-16,-3-1 3 0,1-1 0 15,0-2 2-15,2 0 0 0,0-3-3 0,0-1 2 16,0 1 0-16,-2-2-8 0,2-7 8 0,2 10 8 15,0-2 31-15,-2-8 16 0,13 5 8 16,1-3-58-16,0-2-17 0,9-3 0 16,12-5 0-16,4-1 0 0,2-3 0 15,12 0 0-15,-2-2 0 0,-11 2 0 0,1 4 0 16,-7-3 0-16,-5 4 0 0,-9 1 0 16,-2 4 0-16,-4-2 0 0,0 1 0 0,-3 0 0 15,-1 1 0-15,0-1 0 0,-10 3 0 16,14-4 0-16,-14 4 0 0,11-2 0 15,-11 2 0-15,9-2 0 0,-9 2 0 16,0 0 0-16,14-5 0 0,-14 5 0 0,0 0 0 16,0 0 0-16,11-3 0 0,-11 3 0 15,3-2 0-15,-3 2 0 0,0 0 0 0,0 0 0 16,0 0 0-16,0 0-642 0,0 0-356 16,0 0 92-16,0 0 97 0,0 0-836 0,0 0-1082 15</inkml:trace>
  <inkml:trace contextRef="#ctx0" brushRef="#br0" timeOffset="177765.43">21542 10379 864 0,'0'-7'280'0,"0"7"-58"0,0-7-34 0,0 7-35 0,0 0-31 15,-2-10-27-15,2 10-12 0,0 0-20 0,0 0-4 16,0 0 1-16,0 0 19 0,0 0 7 16,0 0 6-16,-18 22 3 0,13-5 6 0,-9 12-1 15,3 2 6-15,-5 4-1 16,1 7 8-16,-6 1 19 0,6 0 4 0,0-7 2 16,2-3 0-16,1 2 1 0,-1-5 3 15,2-1-12-15,-1-4-7 0,2-4-8 0,3-4-10 16,3-5-8-16,-2 1-6 0,0-5-8 15,4 1-4-15,-1-2-7 0,-1-2-7 0,2 1-3 16,2-6-5-16,-3 11-2 0,1-10-11 16,2-1-24-16,0 0-38 0,0 0-45 0,-10 7-58 15,10-7-73-15,0 0-72 0,-8 2-89 16,8-2-100-16,0 0-153 0,0 0 65 16,-11 4-296-16,11-4-324 0</inkml:trace>
  <inkml:trace contextRef="#ctx0" brushRef="#br0" timeOffset="178065.29">21599 10663 2254 0,'4'-8'20'0,"-2"1"36"0,-2 2 23 15,0 5 14-15,1-7 11 0,-1 7-3 16,0 0 25-16,0 0 22 0,0 0 5 15,-5 22-8-15,-2-6-8 0,2 6 6 16,-6 9-6-16,-1 3 0 0,-1 2-6 0,-2 10-4 16,-1 3-10-16,-1-5-9 0,2-8-10 15,1-2-12-15,3-1-5 0,-2-4-10 0,1-1-7 16,5-8-5-16,-2-3-6 0,3-3-4 16,-1 0-8-16,4-4-5 0,-3-1-16 15,4-1-29-15,-1-2-36 0,-1 0-67 0,0-3-60 16,4-3-55-16,0 0-77 0,0 0-87 15,0 0-109-15,0 0-66 0,0 0 63 0,0 0-227 16,-8-13-221-16</inkml:trace>
  <inkml:trace contextRef="#ctx0" brushRef="#br0" timeOffset="178598.3">22237 10352 2051 0,'2'-8'73'0,"2"4"31"0,-2 0 22 0,-2 4 10 0,0 0 2 0,5-8 5 0,-5 8 24 0,0 0 17 0,0 0-6 0,6 25-7 15,-6-9-8-15,-2 2-8 0,0 5-8 16,0 2-8-16,-1 9-6 0,-3-1-10 0,0 0-5 16,0 0-12-16,2-7-7 0,1-3-12 15,-3-2-9-15,2-1-7 0,1-1-6 0,-4-2-5 16,5-3-9-16,-3 1-7 0,1-3-9 15,2 0-30-15,-1-3-45 0,-3-1-62 0,2 1-88 16,0-2-80-16,-4-2-107 0,7 0-132 16,-3 1-94-16,4-6 56 0,-4 8-308 15,4-8-338-15</inkml:trace>
  <inkml:trace contextRef="#ctx0" brushRef="#br0" timeOffset="178848.6">22390 10751 2432 0,'0'0'104'16,"2"-5"38"-16,-2 5 32 15,0 0 31-15,0 0 31 0,0 0 18 0,0 0-2 16,5 21-4-16,-5-10-9 0,-2 8-9 0,-3 3-13 16,-3 12-17-16,-4 1-22 0,0-1-14 15,0 2-17-15,-3-2-15 0,3-4-12 0,-1-2-13 16,4-5-10-16,-2-3-23 0,4-3-37 0,1-2-49 15,3-4-53-15,-4 0-65 16,4-5-92-16,-1 0-87 0,-2-2-77 0,6-4-92 16,0 0-129-16,0 0-10 0,0 0 58 15,0 0-327-15,-13-16-368 0</inkml:trace>
  <inkml:trace contextRef="#ctx0" brushRef="#br0" timeOffset="180498.56">23811 9711 2260 0,'0'0'-25'0,"-6"-4"58"0,6 4 34 0,0 0 31 0,0 0 34 0,0 0 33 0,-7-4 14 16,7 4 15-16,0 0 1 0,0 0-3 16,0 0 3-16,0 0-3 0,0 0-4 0,0 0-2 15,0 0 4-15,0 0 7 0,0 0 7 16,23-10-15-16,-1 4-20 0,17-2-17 0,12-3-16 16,4-1-11-16,2 0-14 0,1 3-11 15,-17 0-11-15,-2 2-4 0,-5 2-14 0,-9 1-3 16,-6 0 2-16,-4 0-3 0,-4 2-4 15,0 0-8-15,-2 2-6 0,-9 0-2 16,15-3-13-16,-15 3-11 0,7 0-32 0,-7 0-40 16,0 0-50-16,0 0-61 0,0 0-79 15,0 0-87-15,0 0-80 0,0 0-96 16,-17 12-128-16,8-7-26 0,-1 2 64 0,-1 0-387 16,-3 2-455-16</inkml:trace>
  <inkml:trace contextRef="#ctx0" brushRef="#br0" timeOffset="180816.42">23909 9854 2998 0,'0'0'183'0,"-14"2"33"15,14-2 37-15,0 0 28 0,0 0 28 16,0 0 11-16,0 0-19 0,0 0-8 0,0 0-30 15,0 0-16-15,34-17-21 0,-11 11-23 16,0 0-19-16,11-2-16 0,1 0-24 0,1 0-11 16,-2 1-17-16,-6 0-21 0,-5 2-11 15,1 1-10-15,-6 1-10 0,0 0-8 0,-7-2 1 16,1 5-17-16,-3-2-10 0,-2 0-27 16,-7 2-18-16,14-4-23 0,-14 4-25 0,11-1-34 15,-11 1-41-15,0 0-50 16,0 0-57-16,0 0-72 0,14 1-69 0,-14-1-83 15,0 0-86-15,0 0-163 0,0 0 62 16,0 0-520-16,0 0-640 0</inkml:trace>
  <inkml:trace contextRef="#ctx0" brushRef="#br0" timeOffset="181315.9">24747 9389 3225 0,'5'-16'29'15,"3"7"46"-15,2-2 34 0,-1 1 27 0,5-2 15 16,-1 2 11-16,2 3-7 0,-2 0-7 16,5 2-11-16,-3 0-15 0,0 3-12 15,-4 0-10-15,-11 2-8 0,25 5-9 0,-14-1-7 16,2 1-2-16,-4 2 1 0,-4 1 1 15,1 1 8-15,-4 3 7 0,0 1 11 0,-4-1 7 16,-2 5 6-16,-3-1 2 0,-3 5-3 16,-5 0 4-16,0 5-11 0,-3-1-12 0,7-6-2 15,1-5-14-15,3-1-2 16,1-3-3-16,2 1-5 0,3-1 2 0,-1 0-5 16,2-1-4-16,0 1 3 0,3 0-8 15,3-1-2-15,0 1-6 0,-1 4 2 0,3-4-11 16,2 1-3-16,-1-1 2 0,-1 1 14 15,0-2 14-15,-5 2 15 0,5-2 14 0,-7 1 16 16,3 0 22-16,-2-4 14 0,-4 3 11 16,-2 2-10-16,1-2-129 0,-5 1-20 0,-1-3 0 15,-1 1 0-15,-5-1 0 0,0 0 0 16,0 0 0-16,-5-4 0 0,1 2 0 0,0-3 0 16,-2 0 0-16,3-2 0 0,-2 1 0 15,5-2 0-15,-4 1 0 0,3-4 0 0,5 2 0 16,-3-1-458-16,3 0-205 15,2 3-182-15,4-4-16 0,5 4 88 0,-12-3-788 16,12 3-1005-16</inkml:trace>
  <inkml:trace contextRef="#ctx0" brushRef="#br0" timeOffset="183613.85">2911 7399 3996 0,'0'0'-77'0,"0"0"67"0,-13 4 53 0,13-4 49 0,0 0 51 0,-13 4 44 0,13-4 34 16,0 0 25-16,0 0 8 0,0 0 3 0,-13 2-12 15,13-2-21-15,0 0-10 0,0 0-31 16,0 0-17-16,0 0-22 0,0 0-9 16,0 0-16-16,24-18-14 0,-10 13-10 15,-1 0-10-15,2 1-8 0,0 1-12 16,1-1-9-16,-3 0-13 0,2 2-15 0,-4 0 3 0,-11 2-11 15,24 0-2-15,-15 0-2 16,-9 0-3-16,21 6-1 0,-14-3 4 0,3 3-6 16,-4-2 0-16,0 5-2 0,-1 0 4 15,-3 2-3-15,2 1-1 0,-4 1-4 0,0-2 2 16,-2 1-5-16,2 1 5 0,0-2-4 16,-2-3 7-16,2 4-7 0,0-4-5 15,-2 1 5-15,2-9 4 0,2 12-5 0,-2-12 1 16,2 12 5-16,-2-6-2 0,4 1-1 15,-3 0-1-15,6 0 7 0,-1 2-9 16,-3-3 6-16,3 1-4 0,-1 3 2 0,1-4 3 16,0 2-4-16,2 1 3 0,-3-2 8 0,-1 0 11 15,1-1 16-15,-3 1 19 16,0 1 20-16,-2 0 24 0,0-8 16 0,-4 17-2 16,-1-7-119-16,-1-2 0 0,-3 4 0 15,-3-1 0-15,-3 1 0 0,1-4 0 16,-2 1 0-16,0 0 0 0,1-4 0 0,-2-1 0 15,0 1 0-15,1-2 0 0,0 0 0 16,0 1 0-16,1-2 0 0,1 3 0 0,0-2-424 16,-2 2-237-16,3-1-187 0,-1-1-39 15,3-1 90-15,4 0-759 0,7-2-998 0</inkml:trace>
  <inkml:trace contextRef="#ctx0" brushRef="#br0" timeOffset="190929.73">27672 5305 1214 0,'0'0'260'0,"0"0"-34"0,0 0-27 0,0 0 1 0,0 0-2 0,0 0 5 0,0 0-3 15,0 0-7-15,0 0 5 16,15-5 15-16,-15 5-4 0,0 0 2 0,0 0-2 16,4-5-4-16,-4 5 1 0,0 0-14 15,0 0-5-15,0 0-14 0,0 0-14 0,0 0-7 16,0 0-14-16,0 0-17 0,0 0-10 15,0 0-8-15,0 0-18 0,5-7-6 0,-5 7-9 16,0 0 16-16,0 0 6 0,-1 20-13 16,-1-8 5-16,-2 5-9 0,0 6 7 15,-3 12 8-15,-3 2 1 0,1 1-6 16,-1 1 2-16,7 1 0 0,-8-1-7 16,6-2 6-16,-1-2-19 0,1-3 0 0,1-4-9 0,0-7 0 15,3-3-4-15,1-4-7 16,-3-1 2-16,3 1-8 0,-2-1 3 0,0-3 19 15,2-2 9-15,-2 1 3 0,0-2 3 16,2-7-12-16,0 12-6 0,0-12-7 0,0 8-3 16,0-8-2-16,0 9-10 0,0-9-4 15,0 0-1-15,-1 9-15 0,1-9-18 0,0 0-11 16,0 0-48-16,0 10-44 0,0-10-48 16,0 0-64-16,0 0-68 0,0 0-80 15,0 0-86-15,0 0-91 0,0 0-141 16,0 0-107-16,-6-28 78 0,4 20-595 0,2-1-764 15</inkml:trace>
  <inkml:trace contextRef="#ctx0" brushRef="#br0" timeOffset="191413.04">27843 5591 3352 0,'0'0'-15'0,"-2"-12"44"0,2 6 27 0,0 6 19 0,0-16 34 0,6 6 24 0,1 1 7 0,0-1 5 16,4 1-5-16,3 1-9 0,2 1-12 15,2-1-12-15,-3 2-9 0,2 2-14 16,-4 2-7-16,1 4-8 0,-3 4-4 0,3 1-3 15,-7 2-3-15,1 2 9 0,-4 8 19 16,-4 0 19-16,-4 2 11 0,-7 9 9 0,-3 1 1 16,-3 0 5-16,-2-4 3 0,-1 0-21 15,4-1 7-15,-4-1 12 0,8-6 1 16,-2-5 5-16,4-4 0 0,7 0 8 16,-3-3 2-16,4 1 23 0,2-2 24 0,0-6 10 15,13 11-10-15,5-7-18 0,6-1-12 16,4-1-98-16,15 0-68 0,0-2 0 15,5-2 0-15,-2 0 0 0,-6 1 0 0,-5-1 0 16,-10 0 0-16,-5 2 0 0,-4 0 0 16,-2-2 0-16,0 1 0 0,-14 1 0 0,19 0 0 15,-19 0 0-15,15 0 0 0,-15 0 0 16,0 0 0-16,17 0 0 0,-17 0 0 0,0 0 0 16,6 3 0-16,-6-3-86 15,0 0-470-15,0 0-166 0,0 0-209 0,-24 10 90 0,11-8 83 16,2 0-703-16,-3 1-911 0</inkml:trace>
  <inkml:trace contextRef="#ctx0" brushRef="#br0" timeOffset="193745.86">19451 5943 1607 0,'0'0'277'0,"0"0"-50"0,0 0-30 0,-5 6-6 0,5-6 0 0,0 0-6 0,0 0-5 15,0 0-18-15,0 0 6 0,0 0 13 0,0 0 3 16,0 0 4-16,0 0-2 0,0 0 2 15,0 0 1-15,0 0-2 0,0 0 2 0,0 0-6 16,0 0-3-16,0 0-7 0,0 0 3 16,0 0-3-16,0 0-6 0,0 0 7 0,0 0-5 15,0 0-8-15,0 0 3 0,0 0-4 16,0 0-1-16,0 0-6 0,0 0-1 0,0 0-6 16,0 0-11-16,0 0-8 0,0 0-15 15,0 0-6-15,0 0-4 0,0 0-11 16,0 0-10-16,0 0-11 0,0 0-70 15,0 0 0-15,3-25 0 0,-3 25 0 16,9-10 0-16,-5 4 0 0,2 0 0 0,2 0 0 16,-1-2 0-16,1 1 0 0,-3 2 0 15,1 0 0-15,-6 5 0 0,12-9 0 0,-7 4 0 16,-5 5 0-16,8-5 0 0,-8 5 0 16,8-7 0-16,-8 7 0 0,6-3 0 15,-6 3 0-15,0 0 0 0,11-5 0 0,-11 5 0 16,7-2 0-16,-7 2 0 0,0 0 0 0,18-2 0 15,-18 2 0-15,0 0 0 0,0 0 0 16,16 2 0-16,-16-2 0 0,0 0 0 0,16 5 0 16,-16-5 0-16,9 5 0 15,-3-1 0-15,-6-4 0 0,12 5 0 0,-8 0 0 16,-4-5 0-16,7 7 0 0,-7-7 0 16,7 6 0-16,-7-6 0 0,7 7 0 0,-3-1 0 15,-4-6 0-15,3 6 0 0,-3-6 0 16,6 11 0-16,-6-11 0 0,2 10 0 0,-2-2 0 15,0-8 0-15,1 12 0 0,-1-7 0 16,0-5 0-16,2 16 0 0,-2-9 0 16,0-7 0-16,-2 12 0 0,2-6 0 0,-1 4 0 15,1-10 0-15,-2 13 0 0,2-13 0 16,-2 12 0-16,0-4 0 0,0-3 0 16,2-5 0-16,-2 12 0 0,1-2 0 0,-1-4 0 15,0 1 0-15,-2 2 0 0,4-9 0 16,-5 14 0-16,4-7 0 0,-1-2 0 15,0 3 0-15,2-8 0 0,-4 16 0 0,2-11 0 16,1 1 0-16,1-6 0 0,-2 14 0 16,0-9 0-16,2-5 0 0,-4 12 0 15,2-7 0-15,2-5 0 0,-3 12 0 0,0-5 0 16,-1 0 0-16,4-7 0 0,-4 14 0 16,3-7 0-16,-3-1 0 0,2 1 0 15,2-7 0-15,-4 14 0 0,1-9 0 0,1 2 0 16,2-7 0-16,-7 13 0 0,5-7 0 15,2-6 0-15,-5 12 0 0,1-5 0 0,2-1 0 0,1 1 0 16,-3-2 0-16,-2 3 0 16,3-1 0-16,0-3 0 0,-3 4 0 0,4-2 0 15,-3 0 0-15,1 0 0 0,1 0 0 16,-1-1 0-16,0 0 0 0,0 0 0 0,4-5 0 16,-8 9 0-16,6-6 0 0,2-3 0 15,-3 7 0-15,3-7 0 0,-4 5 0 16,4-5 0-16,-4 5 0 0,4-5 0 15,0 0 0-15,-2 7 0 0,2-7 0 0,0 0 0 16,0 0 0-16,0 0 0 0,0 0 0 16,-3 5 0-16,3-5 0 0,0 0 0 0,0 0 0 15,0 0 0-15,0 0 0 0,0 0 0 16,0 0 0-16,30-10 0 0,-21 8 0 0,-1-2 0 16,-1 3 0-16,3-3 0 0,1 1 0 15,0 0 0-15,2-1 0 0,-2 3 0 0,3-4 0 16,-3 5 0-16,1-4 0 0,1 0 0 15,-1 0 0-15,-1 3 0 0,2-2 0 0,-2 1 0 16,-1 1 0-16,-3-1 0 0,2 0 0 16,3 0 0-16,-12 2 0 0,17-4 0 0,-8 4 0 15,1 0 0-15,0-2 0 0,-10 2 0 16,17-2 0-16,-9 2 0 0,-8 0 0 16,14-4 0-16,-14 4 0 0,12-1 0 15,-12 1 0-15,12-3 0 0,-12 3 0 0,7-2 0 16,-7 2 0-16,0 0 0 0,0 0 0 15,14 0 0-15,-14 0 0 0,0 0 0 0,5-4 0 16,-5 4 0-16,0 0 0 0,4-7 0 16,-4 7 0-16,-2-6 0 0,2 6 0 0,0 0 0 15,-7-10-481-15,7 10-542 16,-11 0 115-16,11 0-1057 0,0 0-1385 0</inkml:trace>
  <inkml:trace contextRef="#ctx0" brushRef="#br0" timeOffset="197044.95">25598 6779 524 0,'0'0'241'0,"0"0"-66"0,0 0-42 0,0 0-6 0,-13 0-5 0,13 0 10 0,0 0 5 0,0 0 5 0,0 0 12 15,0 0 9-15,0 0 11 16,0 0 9-16,0 0-2 0,-1-10 8 0,1 10 11 15,0 0 7-15,0-7-2 0,0 7 0 16,0 0 1-16,0 0-1 0,0 0-9 0,0-10-12 16,0 10-17-16,0 0-12 0,0 0-18 15,0 0-12-15,0 0-14 0,0 0-13 0,0 0-8 16,0 0 1-16,0 0 19 0,0 0-7 16,-4 33-5-16,0-11 10 0,1 3-5 0,2 10-14 15,-1 5-2-15,-2-1-10 16,4 2-10-16,-2-1-8 0,-2-3-1 0,4 2-6 15,0-10-8-15,0-2-2 0,0-2-4 16,-1-2-4-16,1-3-5 0,-2-1 2 0,2-5-4 0,-2-2 1 16,0-1-5-16,0 0 1 15,2-2-1-15,0-4-2 0,0-5-3 0,-2 13-5 16,2-13-5-16,-1 7-3 0,1-7-42 16,0 0-59-16,0 0-71 0,0 0-99 15,0 0-112-15,0 0-121 0,-11-20-182 0,13 11-30 16,-2 1 85-16,4-5-502 0,2 0-597 15</inkml:trace>
  <inkml:trace contextRef="#ctx0" brushRef="#br0" timeOffset="197611.32">25711 6723 3021 0,'-5'-3'-91'0,"5"3"22"0,-11-4 30 0,11 4 36 16,-11-3 33-16,11 3 24 0,-13-4 21 0,13 4 11 0,-12-1 22 0,12 1-1 0,0 0 3 15,-14-2-4-15,14 2-5 0,0 0-15 16,0 0-9-16,0 0-4 0,-14-2-3 0,14 2-4 16,0 0-3-16,0 0-5 0,0 0-3 15,0 0-10-15,48 0 0 0,-20-2-3 0,14 2-7 16,0 0-5-16,7 0-1 16,-1 0-2-16,4-2-9 0,13 2 4 0,1 2-3 15,5-2 1-15,3 0-3 0,10 2-10 0,3-2 8 16,28 4-3-16,-1-3-3 0,1 3-1 15,0-1-4-15,4 2 3 0,5-1 4 16,-1-2-6-16,8 3 4 0,2 0-1 0,4 1-4 16,4 1 0-16,2 2-1 0,2 1 3 15,0 0 6-15,-5 4 10 0,0 0 1 0,-5 3-7 16,-10-2 3-16,-6-2 0 0,-10 0 0 16,-30-3 8-16,-6-1-3 0,-6 2-2 0,-21-6 1 15,-6-2-2-15,-12 1 30 0,-5-2 26 16,-4 0 13-16,-5 0 2 0,-1-2-1 0,-2 2-4 15,-1-2-12-15,-10 0-1 0,16 0-13 16,-16 0-10-16,12 0-25 0,-12 0-69 0,0 0-104 16,0 0-126-16,0 0-124 0,0 0-157 15,0 0-110-15,0 0 61 0,0 0-399 16,-46-6-478-16</inkml:trace>
  <inkml:trace contextRef="#ctx0" brushRef="#br0" timeOffset="198310.42">25589 7436 2644 0,'0'0'-71'0,"6"-4"27"0,-6 4 25 0,0 0 28 0,7-4 22 15,-7 4 18-15,0 0 10 0,7-6 10 16,-7 6 2-16,0 0-4 0,0 0 2 0,7-2 5 16,-7 2 1-16,0 0 9 0,13 0 9 15,-3-3 0-15,1 3 3 0,4-2 0 16,6 1-12-16,8-1 2 0,10 2-17 0,10-2-2 16,0 1-12-16,22-1-6 0,4 2-2 15,20 2-5-15,30-1-1 0,16 4-5 16,9 0 1-16,11 7-11 0,10 1 0 0,53 3 1 15,-4-2-3-15,-46 1-8 0,1-2 1 16,-2 1-8-16,1 0 0 0,-9 1 9 0,-7 0-10 16,-9-1 0-16,-13 0 0 0,-14 0-1 15,-36-7-2-15,-12-1 2 0,-13 3 0 0,-20-7 2 16,-8 2 9-16,-10-3 5 0,-4 0 12 16,-6 1 1-16,1-2-2 0,-5 0-6 0,-9 0-4 15,14-2-10-15,-14 2-53 16,0 0-66-16,0 0-87 0,0 0-97 0,0 0-117 15,-31-13-168-15,14 9 24 0,-6-1-282 16,-13-3-318-16</inkml:trace>
  <inkml:trace contextRef="#ctx0" brushRef="#br0" timeOffset="199111.74">26125 7018 2330 0,'4'-4'20'0,"-4"4"15"0,9-8 26 0,-5 5 33 0,-1-3 39 0,3 3 39 0,-2-2 25 0,-4 5 18 15,8-7 14-15,-8 7-2 0,2-7-5 16,-2 7-20-16,0 0-21 0,-2-8-18 0,2 8-17 16,-9-7-14-16,-2 3-12 0,2 2-12 15,-5 1-12-15,1-3-8 0,-1 4-11 16,-2 0-6-16,3 0-9 0,-3 0-4 15,3 1-9-15,-2-1-2 0,4 3-5 0,-1-3-7 16,12 0-4-16,-21 1-3 0,13-1-5 16,8 0-3-16,-11 2 1 0,11-2-6 15,-13 6 1-15,6-3-1 0,4 2-4 0,-3 0 3 16,2 4-4-16,1 1 0 0,1 0-2 16,0 2 3-16,2 0-3 0,4 3 1 0,-1 1 2 15,7 2-3-15,0-4 3 16,8 9-1-16,4-5 1 0,1 3-1 0,-1-3-1 0,5-1 0 15,-8-3-3-15,-1-3-2 16,-4 3 1-16,-1-5-2 0,-2-1-1 0,-4 1 4 16,-2-2 9-16,3 3 12 0,-5-3 12 15,-2 1 6-15,-1-1 8 0,0 3 4 0,-1-4-3 16,-8 2 3-16,6-1 1 0,-7 2-4 16,5-2-4-16,-7 1-6 0,1-1-1 0,-5 0-7 15,3-2 0-15,-3 0-2 0,3-2-8 16,-1 1 2-16,-2-3-3 0,3-1-7 0,-1 0 0 15,1 0-9-15,1 0 3 0,12 0-4 16,-18-1-29-16,8 0-44 0,10 1-53 0,-13 0-69 16,13 0-88-16,0 0-84 0,-16-3-93 15,16 3-116-15,-7 0-125 0,7 0 39 16,0 0-510-16,0 0-629 0</inkml:trace>
  <inkml:trace contextRef="#ctx0" brushRef="#br0" timeOffset="199461.13">26563 6837 3234 0,'5'-13'-10'0,"-3"3"34"0,4-1 42 0,-3 5 40 0,-2 0 21 0,-1 6 5 0,2-6-2 0,-2 6-13 0,0 0-14 15,0 0-3-15,0 0 35 0,0 0 12 16,-3 35-1-16,-2-12 12 0,-4 12 8 16,-1 6 0-16,-2 8-3 0,-2 3-5 0,0-2-10 15,1-3-13-15,-5 1-10 0,7-9-11 16,0-1-16-16,-1-2-9 0,3-3-5 0,-2-1-10 16,1-4-9-16,0-4 2 15,5-7-16-15,-1-1-5 0,0-2-7 0,-2-1-3 16,5-4-3-16,-1 0-44 0,0-4-54 15,4-1-67-15,0-4-108 0,0 0-114 0,0 0-112 16,0 0-116-16,10-18-113 0,-1 6 42 16,3-4-495-16,-1 2-614 0</inkml:trace>
  <inkml:trace contextRef="#ctx0" brushRef="#br0" timeOffset="199777.14">26643 7103 3254 0,'0'0'47'0,"-5"-10"28"0,0 5 39 16,5 5 40-16,-5-9 29 0,5 9 17 0,-4-7-1 15,4 7-11-15,0 0-15 0,5-8-18 16,4 5-12-16,4 1-18 0,6-3-10 0,5 3-15 16,-3 2-9-16,4 0-9 0,2 4-10 15,-7 1-5-15,2 4-10 0,-5 2 0 16,-2 3-5-16,-5 3-2 0,-2 0-6 0,-7 3-2 15,1-2 0-15,-4 5-4 0,-1-2-3 16,-8 12-3-16,6-9-1 0,-1-1-4 0,1-3-2 16,-2 1-4-16,0-3-5 0,1 0 0 15,3-5-6-15,-3 3 2 0,3-4-23 16,-1-1-55-16,2-2-64 0,-5 0-87 16,6-2-76-16,-1-3-83 0,2-4-109 0,-6 6-152 15,6-6 1-15,0 0 74 0,0 0-367 16,0 0-409-16</inkml:trace>
  <inkml:trace contextRef="#ctx0" brushRef="#br0" timeOffset="199978.28">26733 7262 2810 0,'-10'-4'104'0,"0"2"33"0,10 2 30 16,-9-3 26-16,9 3 25 15,0 0 7-15,-8-4-6 0,8 4-8 0,0 0-21 16,0 0-17-16,0 0-15 0,17-11-19 15,-4 7-13-15,9 1-18 0,3-1-32 0,1 1-72 16,1-1-84-16,9-1-122 0,0-3-120 16,-5 5-154-16,-6 1-170 0,-2-5 49 0,-1 2-401 15,-6-1-475-15</inkml:trace>
  <inkml:trace contextRef="#ctx0" brushRef="#br0" timeOffset="200260.9">27334 6814 3052 0,'-3'-12'150'15,"1"1"27"-15,0 3 29 0,0 3 18 16,2 5-2-16,-4-7-10 0,4 7-18 0,0 0 1 16,0 0 18-16,0 0 11 0,-11 26-15 15,8-6-16-15,-2 4 13 0,-1 15-10 16,1 5-12-16,-3 7-30 0,5-6-15 0,-4-3-13 15,4 3-11-15,-1-3-10 0,0-1-12 16,-1-2-20-16,3-1 4 0,-4-3-13 0,4-9-2 16,-2-2-6-16,0-2-8 0,0-5-5 15,3-1-45-15,-3-3-57 0,2-4-66 0,2 0-80 16,-4-3-119-16,4-6-130 0,0 0-157 16,0 0-153-16,0 0 47 0,0 0-627 0,17-20-799 15</inkml:trace>
  <inkml:trace contextRef="#ctx0" brushRef="#br0" timeOffset="200661.02">27522 7045 3559 0,'5'-13'-16'0,"1"1"20"16,-1 1 22-16,6 5 34 0,0-3 46 0,0 0 28 15,3 2 12-15,-1 2-7 0,0 2-10 16,0 0-15-16,0 4 9 0,1 1 0 15,1 5 9-15,-1 1 3 0,-5 4 4 16,-2 5 4-16,2 2 10 0,-6 4 19 0,-4 0 16 0,-5 1 18 16,-4 5 11-16,-5 2 7 15,-1-4 1-15,0 0 3 0,-2-4 0 0,5-3-9 16,3-5-5-16,5-1-4 0,-1-6 8 16,2 1-19-16,3-1-105 0,1-1-94 0,0-7 0 15,11 14 0-15,2-7 0 0,8 0 0 16,2-2 0-16,2 1 0 0,0-5 0 0,3 0 0 15,-4 3 0-15,1-2 0 0,-3-2 0 16,-1 0 0-16,-6 2 0 0,-1-1 0 0,-3-2 0 16,0 1 0-16,-11 0 0 0,15-2 0 15,-15 2 0-15,11 0 0 0,-11 0 0 16,8-4 0-16,-8 4 0 0,0 0 0 0,3-7-4 16,-3 7-671-16,0 0-209 0,-14-10-21 15,5 5 95-15,-4 2-861 0,2-3-1107 16</inkml:trace>
  <inkml:trace contextRef="#ctx0" brushRef="#br0" timeOffset="205193.82">16704 5496 4056 0,'-9'3'121'0,"9"-3"-24"0,-7 0-18 0,7 0 44 0,0 0 26 0,0 0-14 0,0 0-28 15,0 0-20-15,11-15-10 0,0 4-5 16,8 1-8-16,6-4-9 0,4 1-2 16,-6 1-7-16,9-1-4 0,-3 1-7 0,-5 4-2 15,-3 0-39-15,1 3-55 0,-8 1-74 16,2-2-73-16,-5 4-64 0,1-1-73 0,-4 1-75 15,-8 2-108-15,11-1-63 0,-11 1 40 16,0 0-236-16,0 0-276 0</inkml:trace>
  <inkml:trace contextRef="#ctx0" brushRef="#br0" timeOffset="205377.05">16801 5559 2186 0,'-11'10'74'0,"2"-3"49"15,4-2 30-15,-2 0 28 0,7-5 12 16,-5 5 16-16,5-5 1 0,0 0-3 15,-8 7-8-15,8-7-16 0,0 0-18 0,0 0-18 16,0 0-12-16,31-2-12 0,-31 2-17 16,39-8-17-16,-14 3-53 0,11-2-74 15,-3-3-96-15,-1-2-102 0,-1 1-109 0,-1-3-157 16,-1 1-83-16,-3-1 38 0,-1-4-246 16,0 1-282-16</inkml:trace>
  <inkml:trace contextRef="#ctx0" brushRef="#br0" timeOffset="205809.95">17324 5132 2209 0,'4'-7'28'0,"0"-4"25"15,-1 6 10-15,-3 5 13 0,10-14 0 16,-4 10 3-16,2-4 5 0,1 3-6 0,0 2 10 16,3 0-3-16,-1 1-2 0,-11 2-5 15,23 2-6-15,-12 1-8 0,1 2 3 0,-2 4-10 16,-3 1 23-16,-2 3 19 0,2 1 15 15,-5-2 11-15,0 4-3 0,-6 1-3 0,0 6-7 16,-2-1-10-16,-3 7-8 0,-1-5-11 16,0-4-7-16,5-1-7 0,-3-2-4 0,5-1-3 15,1-4-3-15,0 1-2 0,0-1-4 16,4-1-5-16,2-1-5 0,-1 0 7 16,6 1-1-16,-3-3-12 0,4 2 4 15,1 1-2-15,3-3-6 0,-1 2 1 16,3 2-5-16,-7-1 0 0,6 3 5 0,-7-2 8 15,-2 1 10-15,-3 1 12 0,-1-3 11 16,-2 4 4-16,-2-1 8 0,1-1 4 0,-5 3 0 16,-1-3-2-16,-4 3-1 15,2-1-14-15,-5-3-3 0,1 0-7 0,-2-1-12 16,-2-1-4-16,3-4 0 0,-1 2-12 16,0-3-3-16,-2-1-9 0,-2 0-49 0,2 0-61 15,-1-2-70-15,2 0-105 0,0 0-115 16,0-2-144-16,2 3-216 0,1-3 44 0,-3 0 91 15,3 1-437-15,3-1-512 0</inkml:trace>
  <inkml:trace contextRef="#ctx0" brushRef="#br0" timeOffset="207576.24">3693 7157 2849 0,'6'-5'-2'0,"-3"2"21"15,-3 3 16-15,8-8 31 0,-8 8 25 0,0 0 33 0,3-7 13 0,-3 7 8 16,0 0 4-16,-2-8 4 0,2 8 0 16,-5-6-9-16,5 6-10 0,-11-5-4 15,11 5-16-15,-16 0-9 0,16 0-10 0,-23 5-10 16,12-3-8-16,-2 2-7 16,-3 2-9-16,3-2-4 0,1-1-6 0,-1 3-8 15,1-2 3-15,3-1-10 0,0 0-4 16,0-1-4-16,9-2-2 0,-14 4-1 0,8 0-7 15,6-4-1-15,-9 4-1 0,9-4-1 16,-10 4 2-16,10-4-5 0,-6 1 0 0,6-1-2 16,0 0-4-16,0 0 4 0,-11 4-2 15,11-4 0-15,0 0-6 0,-8 3 3 16,8-3-7-16,0 0 5 0,0 0-2 16,-6 5 2-16,6-5-2 0,0 9 0 15,0-2 2-15,0-2 0 0,0 5-3 0,2 0 3 16,0 1 0-16,0 0-2 0,3 0 2 15,-2 1 0-15,1-2 1 0,3 2 2 0,-1 0-4 16,2 0 5-16,3 1-1 0,-1-4 1 16,3 1 1-16,2 1-2 0,3 2-1 0,2-6 2 15,7 7 1-15,2-2-1 0,-1 1-2 16,1-1-2-16,-4 0 1 0,-4-4 0 16,-3 1 6-16,2 3 9 0,-4-4 7 0,-2 1 8 15,1 3 17-15,-5-3 11 16,1 1 12-16,-3 1 19 0,0 0 22 0,-4-1 25 15,-2-2 13-15,-2 3 9 0,-4-1 0 16,0 0-3-16,-4 4-6 0,-1 0-7 0,-4-1-11 16,-1 1-7-16,-1 0-13 0,1-4-8 15,0 0-3-15,0-1-6 0,1 0-11 0,1-5-4 16,2 2-11-16,-1-2-9 16,3-2-5-16,8-2-25 0,-15 5-33 0,15-5 0 0,-11 6 0 15,11-6 0-15,-12 2 0 0,8-1 0 16,4-1-187-16,-9 3-92 0,9-3-114 15,-10 4-138-15,5 2-139 0,-3 1-182 0,4-3 62 16,1 7 87-16,-3-2-585 16,3 0-746-16</inkml:trace>
  <inkml:trace contextRef="#ctx0" brushRef="#br0" timeOffset="208726.48">26418 8156 1290 0,'0'0'276'0,"-8"-3"-91"0,8 3-31 0,-9-7-4 0,4 5 3 0,5 2-7 0,-14-5 7 16,5 4-4-16,-2-1 19 0,11 2 10 15,-14-4 7-15,6 3-7 0,8 1-12 0,-8-2-12 16,8 2-12-16,0 0-11 0,0 0-14 15,42-5-9-15,10 2-8 0,24-1-8 0,38 2-11 16,18 4-12-16,13 2-4 0,14-1-7 16,17 5-2-16,61 4-7 0,-7 2-7 0,-7 0-8 15,-48-4-1-15,-3 2 1 0,-6-3-8 16,-8 3-1-16,-18-1-5 0,-15 0-1 16,-42-5-1-16,-14-2-3 0,-21 0-2 15,-9-2 3-15,-8-1 1 0,-10-1 1 0,-5 0-2 16,-7 0-1-16,-2-1-1 0,-7 1-5 15,0 0-5-15,0 0-15 0,0 0-28 0,0 0-56 16,-26-13-69-16,11 13-80 0,-5 3-106 16,-5-1-177-16,-3-2-76 0,-10 4 50 0,-2 0-316 15,1-1-353-15</inkml:trace>
  <inkml:trace contextRef="#ctx0" brushRef="#br0" timeOffset="209409.31">26215 8143 2566 0,'3'-5'109'0,"3"3"0"0,-6 2 0 0,5-9 10 0,-5 9 22 0,6-3 15 16,-6 3-8-16,0 0-13 0,0 0-10 0,0 0 28 15,12 9 32-15,-10 4 8 0,-2 1 0 16,0 5-14-16,-2 5 7 0,-5 10-2 16,4 3-15-16,-5 2-12 0,3-2-15 15,-3 3 16-15,0-5-16 0,3-2-5 0,-1 2-3 16,2-8-10-16,1-2-5 0,-3-6-16 15,3-1-10-15,1-1 5 0,2-1-14 0,0-4-8 16,0 1-10-16,7-1-6 0,0-3 4 16,3 4-10-16,5-2-5 0,6-3-6 0,14 2-3 15,3 1-9-15,21-3 5 16,11 1-8-16,32 1-5 0,20 0-1 0,12-1-3 16,15 1 0-16,15-1 1 0,7 1-7 15,54 3-1-15,-49-1-4 0,-1 0 1 0,-4 1-2 16,-8 3 4-16,-17-3-4 0,-14-1-6 15,-21-2-2-15,-38 1 1 0,-12-5 2 0,-17-2-4 16,-14-2 1-16,-7 0 2 0,-3-2 0 16,-7 0 0-16,-1 0 5 0,-3 0 2 0,-9 0-4 15,11 0 3-15,-11 0-5 0,0 0-3 16,4-6-22-16,-4 6-44 0,0 0-62 0,0 0-79 16,-13-8-106-16,4 5-108 0,-3-1-114 15,0-1-220-15,-5-4 23 0,-3 1 81 0,-16-4-557 16,-11-5-673-16</inkml:trace>
  <inkml:trace contextRef="#ctx0" brushRef="#br0" timeOffset="209975.54">26622 8306 3594 0,'0'0'65'0,"-18"-3"26"0,11 3 42 0,7 0 53 0,-13-2 36 0,13 2 22 0,-10-2-3 16,10 2-21-16,0 0-14 0,0 0-10 0,0 0-15 0,0 0-21 15,0 0-16-15,19-9-12 0,1 8-18 16,-4-2-4-16,7 3-15 0,1 0-11 15,-4 0-14-15,-3 0-5 0,3 3-8 16,-5-1-5-16,-1 6 0 0,-5-1-9 0,-6 2 1 16,-1 4 3-16,-4-1-9 0,2 5-4 15,-7 2 0-15,2 1-2 0,-6 1-3 0,4 0 1 16,0-1-5-16,-4-1-5 0,6 1 5 16,-1-3-2-16,3-3-4 0,-1 1-3 15,-2-1-3-15,5-3-2 0,-1-1-5 16,-1-2-4-16,1 1-9 0,2-1-42 0,-2-4-45 15,2-4-52-15,2 11-54 0,-2-11-56 16,0 5-90-16,0-5-69 0,0 0-75 0,0 0-94 16,0 0-93-16,16-12 41 0,-14 4-488 15,-1 0-593-15</inkml:trace>
  <inkml:trace contextRef="#ctx0" brushRef="#br0" timeOffset="210159.68">26665 8461 3024 0,'-13'-4'39'0,"13"4"50"15,-9-6 45-15,9 6 32 0,-5-3 33 0,5 3 15 16,0 0 5-16,-5-5-12 0,5 5-5 16,0 0-16-16,0 0-16 0,0 0-16 15,18-7-17-15,-2 3-12 0,6 3-15 16,2-1-21-16,9 2-58 0,5-4-75 0,-4 4-96 16,-6-1-117-16,1 1-117 0,-2-2-144 15,-6 2-117-15,-4-1 42 0,-5 1-405 0,-3 0-474 16</inkml:trace>
  <inkml:trace contextRef="#ctx0" brushRef="#br0" timeOffset="210475.78">27196 8220 3094 0,'2'-9'172'15,"-2"1"23"-15,0 2 22 0,0 6 24 16,-2-10 12-16,2 10 1 0,0-6-26 0,0 6-11 16,0 0-26-16,0 0 19 0,0 0 19 15,0 0-5-15,-2 34-15 0,0-12-21 0,-2 2-4 16,3 12-3-16,-6 3-18 0,3-1-16 16,1 0-14-16,-1-2-13 0,0 1-13 0,1-4-5 15,1-6-22-15,-2-4-1 0,2-5-5 16,-3 2-13-16,4-5-18 0,-1-4-25 0,0 2-67 15,-2-2-71-15,2-3-75 0,1-1-96 16,-1-2-121-16,-2-2-135 0,4-3-159 16,0 0-55-16,0 0 70 0,0 0-616 15,0 0-764-15</inkml:trace>
  <inkml:trace contextRef="#ctx0" brushRef="#br0" timeOffset="210826.1">27434 8328 3806 0,'4'-8'78'16,"-1"1"12"-16,3-3 13 0,1 6 27 16,2-4 30-16,0 6 12 0,2-1-3 15,1-1-15-15,-1 4-7 0,3 1-6 0,-1 2-12 16,-2 4-9-16,-1 3-10 0,-1 2-3 16,-5 3 1-16,-2 2 2 0,-2 3 11 0,-9 9 13 15,-5 6 16-15,-5-6 19 0,-6 7 12 16,-1-1 11-16,4-9 13 0,4-3 2 0,2-2-1 15,7-7-3-15,2-2-22 0,1-4-6 16,3-1 6-16,6 0-129 0,6 0-52 0,6-2 0 16,6-5 0-16,6 3 0 0,2-2 0 15,-1-1 0-15,1-1 0 0,0 1 0 0,-9 0 0 16,-1 0 0-16,-1 0 0 0,-7 0 0 16,0 0 0-16,-11 0 0 0,14 0 0 0,-14 0 0 15,0 0 0-15,6 3 0 0,-6-3-29 16,0 0-345-16,0 0-105 0,0 0-130 15,0 0-206-15,0 0-11 0,0 0 92 16,0 0-737-16,0 0-919 0</inkml:trace>
  <inkml:trace contextRef="#ctx0" brushRef="#br0" timeOffset="-209122.77">28062 8228 1753 0,'0'0'286'0,"0"0"-52"0,0 0-40 0,0 0 3 0,0 0-2 0,0 0-2 0,0 0-7 15,0 0-14-15,-13-2 6 0,13 2-2 16,0 0-6-16,0 0-3 0,0 0 1 0,0 0 3 16,0 0 1-16,0 0-2 0,0 0 0 15,0 0-4-15,0 0 0 0,0 0-4 16,0 0 1-16,0 0 0 0,0 0 3 0,-5-3 8 15,5 3-3-15,0 0-5 0,0 0 0 16,0 0 0-16,0 0-11 0,0 0 3 16,0 0-10-16,0 0-4 0,0 0-7 0,-8-5-6 15,8 5-7-15,0 0-10 0,0 0-9 0,0 0-8 16,0 0-3-16,0 0-91 16,0 0-3-16,0 0 0 0,0 0 0 0,0 0 0 15,0 0 0-15,0 0 0 0,0 0 0 16,2 19 0-16,-4-7 0 0,2 5 0 0,-1 7 0 15,-2 1 0-15,-1 12 0 0,0 1 0 16,3 1 0-16,-3-1 0 0,0-3 0 0,-1 2 0 16,3-8 0-16,-2-7 0 0,-1 3 0 15,2-5 0-15,1-3 0 0,-4-2 0 0,5-1 0 16,-1-2 0-16,0-2 0 16,0-1 0-16,-2 0 0 0,4-3 0 0,-2 1 0 0,2-2 0 15,0-5 0-15,-1 11 0 0,-2-5 0 16,3-6 0-16,0 7 0 0,0-7 0 15,-2 7 0-15,2-7 0 0,0 0 0 16,0 5 0-16,0-5 0 0,0 0 0 0,0 0 0 16,0 0 0-16,0 0 0 0,0 0 0 15,0 0-127-15,0 0-469 0,0 0-158 0,0 0-133 16,-15-17 66-16,13 12-882 0,2 5-1136 16</inkml:trace>
  <inkml:trace contextRef="#ctx0" brushRef="#br0" timeOffset="-208472.93">28324 8473 4242 0,'2'-8'-152'0,"-2"8"68"0,1-8 59 0,-1 2 58 0,0 6 44 0,4-8 45 0,-4 8 27 16,4-11 22-16,-4 11 17 0,3-8 3 0,-3 8-3 16,0 0-7-16,1-9-10 0,-1 9-5 15,0 0-12-15,0 0-12 0,0 0 28 0,0 0 20 16,0 0 9-16,0 0-3 0,-6 29 3 16,0-10 5-16,3 4 2 0,-5-1-5 15,1 9-8-15,-1 0-5 0,0-2-14 0,3-5-17 16,-1-3-157-16,1-4 0 0,0 1 0 0,1-2 0 15,2-4 0-15,1 0 0 16,-3-2 0-16,2 0 0 0,2-3 0 0,-4 0 0 0,4-7 0 16,-1 14 0-16,1-14 0 15,-2 8 0-15,2-8 0 0,-4 7 0 0,4-7 0 16,0 0 0-16,-7 3 0 0,7-3 0 16,0 0-523-16,-9 2-243 0,9-2-146 0,-13 4 72 15,7-2 100-15,6-2-760 0,-11 4-946 16</inkml:trace>
  <inkml:trace contextRef="#ctx0" brushRef="#br0" timeOffset="-203056.7">28775 8938 1475 0,'-11'2'405'0,"11"-2"-121"16,-12 0-67-16,12 0-13 0,0 0 5 0,0 0 8 0,0 0 3 15,-14-4-1-15,14 4-3 0,0 0-18 16,-4-4 1-16,4 4-7 0,0 0 2 0,0 0-1 16,2-9-15-16,-2 9-10 0,0 0-15 15,11-8-13-15,-4 8-6 0,7-2-1 16,5 0-10-16,7-2-8 0,17 3-11 15,4 1-10-15,7 0-13 0,8 0-10 0,1 1-4 16,0 3-6-16,-13-2-7 0,-3-2-2 16,-3 2-11-16,-9-2 1 0,-9 0-8 0,-5 0 3 15,-2 0 0-15,-1 0 5 0,-5 0 9 16,-2 0 8-16,-11 0 6 0,19-2-6 0,-19 2-4 16,0 0-7-16,0 0 0 15,0 0-32-15,0 0-57 0,0 0-82 0,0 0-125 16,0 0-164-16,0 0-248 0,0 0-125 0,0 0 71 15,0 0-654-15,0 0-821 0</inkml:trace>
  <inkml:trace contextRef="#ctx0" brushRef="#br0" timeOffset="-201708">23400 1956 2303 0,'1'-10'298'0,"-1"-1"-30"0,2 3 18 0,0-2 12 0,2 3 6 0,-2 0-2 16,1-1-1-16,-1 1-6 0,-2 7 10 0,5-12-16 15,-3 6-18-15,-2 6-27 0,0 0-22 16,0 0 7-16,0 0-3 0,0 0-8 15,0 0-19-15,-7 35-14 0,4-13-17 0,-7 10-16 16,3 3-15-16,-1 0-13 0,-2-1-13 16,3-2-7-16,-2 3-11 0,0-3-11 0,2-8-8 15,2-2-12-15,-1-4-21 0,0-3-41 16,0-1-57-16,0-4-73 0,3-2-71 16,-3 1-78-16,2-6-91 0,4-3-89 0,0 0-92 15,0 0-122-15,0 0-130 0,-12-26 58 16,12 13-589-16,2-3-791 0</inkml:trace>
  <inkml:trace contextRef="#ctx0" brushRef="#br0" timeOffset="-201491.11">23329 1826 3520 0,'0'0'-18'0,"-10"-5"60"15,10 5 15-15,-7-5 63 0,7 5 35 0,0 0 30 16,-8-6 14-16,8 6 4 15,0 0-6-15,0 0-13 0,0 0-24 0,12-10-14 16,-1 6-18-16,10 0-10 0,4-3-11 0,11 2-33 16,2-2-62-16,-8 3-80 15,-3-2-101-15,0 6-80 0,-6 0-78 0,-3 4-94 16,-2 0-132-16,-1 2-95 0,-5 6 46 16,-1-3-266-16,-5 7-352 0</inkml:trace>
  <inkml:trace contextRef="#ctx0" brushRef="#br0" timeOffset="-201256.12">23001 2530 2749 0,'-13'6'234'0,"3"-1"18"16,1 0 24-16,5-2 29 0,4-3 0 16,0 0 7-16,0 0-13 0,0 0 0 0,0 0-28 15,0 0-21-15,51-3-19 0,-10-2-30 16,2-2-21-16,5 0-20 0,7-2-15 0,-2 1-17 15,-8 1-24-15,-4 0-57 0,-10 2-42 16,-8 2-36-16,-5-1-46 0,-4 2-49 0,-1-1-63 16,-3 1-77-16,-2-1-77 0,-3 1-74 15,-5 2-95-15,6-6-134 0,-6 6-33 16,4-9 70-16,-4 2-363 0,1-2-450 0</inkml:trace>
  <inkml:trace contextRef="#ctx0" brushRef="#br0" timeOffset="-200774.64">24223 2005 2989 0,'9'-8'169'0,"-1"3"16"16,0 3 11-16,-8 2 12 0,13-5 10 15,-13 5 4-15,0 0 13 0,21 3 2 0,-16 3 5 16,5-1 5-16,-2 5-30 0,-1-2 3 15,-1 6-4-15,-1 1-1 0,-3-1-8 16,0 3-6-16,-2 1-14 0,-2 1-12 0,-1 0-4 16,-5 0-19-16,3-1-15 0,-6 0-7 15,0-1-8-15,0-2-11 0,-3-3-11 16,2 0-9-16,-2-3-8 0,-1-3-8 0,1-2-9 16,3-4-7-16,11 0-11 0,-25-4-8 15,10-8-20-15,1-5-20 0,9-3 0 0,-4-11 0 16,7 4 0-16,2 3 0 0,3 2 0 15,1 3 0-15,2 1 0 0,-3 1 0 16,8 3 0-16,-8 3 0 0,6 1 0 16,-1 4 0-16,0 0 0 0,3 3 0 0,-1 6 0 15,-10-3 0-15,24 4 0 0,-10 1 0 16,-3 4 0-16,0-1 0 0,3 7 0 16,-1-1 0-16,-1 1 0 0,-1-1 0 0,-1 3 0 15,2 0 0-15,-7-5 0 0,4 3 0 16,-1-3 0-16,0-2 0 0,-2 0 0 0,-3-4-106 15,3 1-106-15,-2-3-80 0,-3 2-86 16,-1-6-112-16,12 3-131 0,-12-3-138 16,0 0-36-16,0 0 69 0,0 0-571 0,21-10-754 15</inkml:trace>
  <inkml:trace contextRef="#ctx0" brushRef="#br0" timeOffset="-200241.38">24486 1992 3605 0,'2'-10'1'0,"-4"1"48"0,2 9 37 0,2-10 38 0,-2 10 14 0,2-7-4 0,-2 7-14 16,0 0 3-16,0 0 37 0,0 0 19 0,0 0 18 16,18 20 2-16,-8-11 3 0,-4 5 11 15,-1 1-11-15,3 0-4 0,-4-2 0 0,2 3-8 16,0-1-15-16,-3 1-13 0,1 1-15 16,1-4 6-16,-3-2-10 0,0-2-12 15,0 0-5-15,1-2-4 0,-1 2-5 0,-2-9 3 16,2 8-7-16,-2-8-1 0,0 0-12 15,0 0-12-15,0 0-24 0,0 0-64 16,14-29 0-16,-4 12 0 0,0-3 0 0,3-3 0 16,-1 3 0-16,-3 5 0 0,-4 3 0 15,1 3 0-15,-1-1 0 0,0 4 0 16,-1 0 0-16,0 0 0 0,-4 6 0 16,9-9 0-16,-9 9 0 0,14-2 0 0,-14 2 0 15,14 2 0-15,-14-2 0 0,18 4 0 16,-9-2 0-16,-9-2 0 0,21 3 0 0,-13-1 0 15,-8-2 0-15,16 1 0 0,-16-1 0 16,18-1 0-16,-18 1 0 0,19-4 0 0,-6-1 0 16,-3 1 0-16,2 0 0 0,-3-2 0 15,0 4 0-15,-9 2 0 0,16-8 0 16,-16 8 0-16,13-2 0 0,-13 2 0 16,0 0 0-16,21 5 0 0,-16 0 0 15,6-1 0-15,-2 4 0 0,-4-2 0 0,3 1 0 16,0-1 0-16,0 1 0 0,-1-2 0 15,-2 1 0-15,1 0 0 0,1-3 0 0,-7-3 0 16,7 6 0-16,-7-6 0 0,7 6 0 16,-7-6 0-16,8 2 0 0,-8-2 0 0,0 0 0 15,0 0 0-15,26-6-477 0,-12 4-321 16,-1 2-155-16,3 0 81 0,-1 0-859 16,6-2-1165-16</inkml:trace>
  <inkml:trace contextRef="#ctx0" brushRef="#br0" timeOffset="-199824.6">25652 1835 5019 0,'-6'-11'8'0,"5"6"58"0,1 5 51 0,-4-10 36 0,4 10 15 0,0 0 20 16,0 0 10-16,0 0 32 0,0 0 16 15,0 0-2-15,0 0-18 0,4 38-4 0,-4-25-15 16,1 6-3-16,-1 1-19 0,2 1-16 15,-2 1-15-15,-2 4-6 0,2-6-109 16,0-1-39-16,-1 1 0 0,-3-5 0 0,4-1 0 16,-2-1 0-16,2-1 0 15,-2-4 0-15,-1 1 0 0,3-1 0 0,0-8 0 16,0 0 0-16,0 0 0 0,0 0 0 16,25-19 0-16,-3-3 0 0,1-1 0 0,2-2 0 15,7-4 0-15,-8 5 0 0,1 2 0 16,-2 4 0-16,-4 4 0 0,-4 5 0 0,-1 3 0 15,-1 2 0-15,0 4 0 0,1 2 0 16,-1 1 0-16,1 6 0 0,-5-1 0 16,2 5 0-16,-3 2 0 0,1-1 0 0,-1 2 0 15,-3 3 0-15,2-4 0 16,-2 7 0-16,1-3 0 0,-1-2 0 0,-3 0 0 16,4-2 0-16,-1-1 0 0,-4 1-476 15,5-4-179-15,-4 1-177 0,1-6-56 0,-1 1 86 16,4-3-741-16,-6-4-988 0</inkml:trace>
  <inkml:trace contextRef="#ctx0" brushRef="#br0" timeOffset="-199490.68">26398 2038 4080 0,'-13'-4'57'0,"2"1"54"16,-2 3 52-16,1-2 59 0,0 0 61 0,-2 0 26 15,14 2 7-15,-23-4-8 0,11 6-13 16,12-2-11-16,-19 2-18 0,10 2-17 15,9-4-17-15,-15 7-20 0,9-1-18 16,4 0-19-16,2-6-14 0,-2 15-20 16,4-9-13-16,1 2-123 0,9-2-5 0,1 0 0 15,3-1 0-15,1-2 0 0,2-2 0 16,2-1 0-16,3-3 0 0,-1 0 0 0,-1-2 0 16,1-1 0-16,-7 0 0 0,-2-2 0 15,-1-1 0-15,-4-1 0 0,2-2 0 0,-6-1 0 16,-1 1 0-16,-4-2 0 15,-2 2 0-15,-2 0 0 0,3 3 0 0,-5 1 0 16,-4 1 0-16,-1 2 0 0,0 2 0 0,-3 1 0 16,1 0-97-16,1 4-251 15,-1 0-141-15,-5 1-178 0,7-1-242 0,2 1 60 16,3-1 95-16,6-2-633 0,0 0-840 16</inkml:trace>
  <inkml:trace contextRef="#ctx0" brushRef="#br0" timeOffset="-199255.85">26904 1506 4201 0,'2'-25'185'0,"-1"7"80"15,-1 3 56-15,-1 1 31 0,1 4 6 16,0 3-17-16,-2-1-29 0,2 8-32 0,0-10-26 16,0 10-12-16,0 0-5 0,0 0-28 15,-6 37-21-15,4 0-20 0,1 6-13 16,-1 3-32-16,2 10-123 0,0-8 0 0,0 0 0 15,-2 9 0-15,0-12 0 0,-4-2 0 16,5-1 0-16,-6-4 0 0,2-1 0 0,3-2-241 16,-6-12-173-16,7-1-85 0,-1-5-64 15,0-5-74-15,2-3-94 0,0-5-31 16,0-4 47-16,0 0-519 0,0 0-697 0</inkml:trace>
  <inkml:trace contextRef="#ctx0" brushRef="#br0" timeOffset="-199108.45">26807 2013 3372 0,'-13'-11'24'16,"1"1"70"-16,-1 2 63 0,4 0 65 15,-2 3 64-15,6 0 55 0,-2 2-2 0,7 3-7 16,-12-8-30-16,6 4-25 0,6 4-34 16,0 0-24-16,-6-7-25 0,6 7-17 15,0 0-30-15,0 0-100 0,33-9-142 0,-10 6-144 16,13-5-165-16,4 1-188 0,17 0-213 16,8 2 61-16,6 1 89 0,3-1-447 0,2 2-571 15</inkml:trace>
  <inkml:trace contextRef="#ctx0" brushRef="#br0" timeOffset="-198691.45">27607 1870 3409 0,'-8'-3'210'0,"8"3"36"0,0 0 26 16,-11-3 6-16,11 3 14 0,0 0-22 15,0 0-30-15,0 0-21 0,0 0-18 16,0 0-16-16,0 0-22 0,40 17-9 0,-26-9-18 15,-3 1-8-15,0 3-15 0,-3-4 10 16,0 2 3-16,-3 1 7 0,-3-1-8 16,0 0 0-16,-6-1-6 0,1 1-6 15,-7 0-4-15,0 1-16 0,-5 1-7 0,-2-4-7 16,-2 2-12-16,6-5-7 0,0-3-3 16,1 0-11-16,12-2-3 0,-21-7-12 15,15-1-4-15,-2-4-3 0,7-3-6 0,1-1-1 16,1-1-2-16,5 1 0 0,0 1-4 15,2 1-2-15,-3 2-5 0,3 4-4 0,2 1 0 16,-3 2 0-16,4 2 0 0,1 3 0 16,-12 0 0-16,29 6 0 0,-12 1 0 0,0 0 0 15,4 3 0-15,5 4 0 0,3 0 0 16,-8-4 0-16,1-2-76 0,-6 1-91 16,4-1-64-16,-6-2-68 0,0-3-63 0,3 0-95 15,-5-1-137-15,4-4-217 16,-2 2 19-16,5-4 79 0,-2-2-542 0,-2-1-715 15</inkml:trace>
  <inkml:trace contextRef="#ctx0" brushRef="#br0" timeOffset="-198241.29">28484 1235 3311 0,'-2'-29'69'0,"0"6"59"15,2 3 44-15,-2 5 51 0,2 1 47 16,0 1 23-16,-2 5-2 0,4 0-20 15,-2 8-24-15,-2-10-12 0,2 10 25 0,0 0 19 16,-7 27-21-16,-1 4-14 0,0 10-23 0,-3 13-19 16,0 3 6-16,-3 2-10 15,-1 3-16-15,-2-1-19 0,2-1-12 0,1-6-11 16,-3 0-13-16,5-7-79 0,1-13-48 16,-1-3 0-16,7-6 0 0,-3-5 0 15,5-5 0-15,1-3 0 0,-4 1 0 16,4-5 0-16,1 1 0 0,-2-2 0 15,3-7 0-15,-2 7 0 0,2-7 0 0,0 0 0 16,0 0 0-16,0 0 0 0,0 0 0 16,16-30 0-16,-16 18 0 0,0 2 0 0,-4-2 0 15,-2-1 0-15,-6 1 0 0,0 3 0 16,-10 1 0-16,-1 2 0 0,-4 2 0 0,2 2 0 16,-2 2 0-16,4 6 0 0,-2 0 0 15,3 2 0-15,4-1 0 0,0 7 0 16,5-1 0-16,3-1 0 0,5 0 0 0,1 0 0 15,2 0 0-15,4 0 0 0,2 0 0 16,1 0 0-16,5-2 0 0,5 4 0 0,5-6 0 16,1 1 0-16,1 0 0 0,3-3 0 15,4-4-325-15,9 1-166 0,-6-4-158 16,14-3-211-16,-4 0 4 0,2-5 86 16,7-3-672-16,-1-4-892 0</inkml:trace>
  <inkml:trace contextRef="#ctx0" brushRef="#br0" timeOffset="-197624.72">29195 1299 4091 0,'-10'-20'60'0,"2"1"40"0,3 6 70 0,-3 1 60 0,3 0 34 0,-2 5 20 16,6 0-20-16,1 7-25 0,-6-9-22 15,6 9-8-15,0 0-3 0,-17 21-8 0,2 5-16 16,0 4-18-16,-3 15 3 0,-1 3-7 15,1 1-8-15,0 3-4 0,-1-2 2 0,2-1-11 16,-3-2 2-16,8-13-12 0,1 0-16 16,-2-5-99-16,4-5-14 0,4-4 0 15,-2-7 0-15,3 1 0 0,1-5 0 16,1 1 0-16,2-4 0 0,0-6 0 16,-2 11 0-16,2-11 0 0,0 0 0 0,0 0 0 15,0 0 0-15,0 0 0 0,0 0 0 16,20-25 0-16,-20 14 0 0,1-3 0 0,-4-1 0 15,-1 1 0-15,-4 2 0 0,-2 1 0 16,-2 3 0-16,-4 2 0 0,-4 6 0 16,4 0 0-16,-7 2 0 0,1 5 0 0,-3 7 0 15,1 0 0-15,9-2 0 16,-6 9 0-16,8-2 0 0,5-1 0 0,5-3 0 16,1 3 0-16,4-3 0 0,3 1 0 15,2-3 0-15,5 3 0 0,1-4 0 0,7-2 0 16,-2-2 0-16,5-2 0 0,2-3 0 15,2-1 0-15,0-2 0 0,2-4-337 16,7-4-47-16,-4-2-11 0,0-2 5 0,1-4 10 16,-5-3 25-16,1-1 30 0,-1-2 40 15,-4-3 52-15,-4 2 62 0,-1-1 49 16,-4 9 50-16,-5 1 68 0,-1 6 46 16,-3 1 29-16,0 1 8 0,-3 0 2 0,2 4 6 15,-5 2 6-15,0 0 28 0,0 0 30 16,0 0 12-16,11 16-3 0,-11-7-20 15,0 1-17-15,-2 4-9 0,0-1-9 0,0 0-19 16,1-1-9-16,-1 5-7 0,0-3-56 16,2-2-76-16,0 1-81 0,-2-2-96 0,2-3-94 15,0-1-98-15,0 0-114 0,4-4-162 16,-4-3 21-16,0 0-460 0,11 2-613 16</inkml:trace>
  <inkml:trace contextRef="#ctx0" brushRef="#br0" timeOffset="-197458.48">29439 1579 3302 0,'-2'-12'114'0,"2"1"48"0,0 5 28 0,0 6 21 0,-4-9 2 0,4 9-13 0,-4-6-20 0,4 6-22 0,0 0-19 0,0 0-33 16,-8-6-73-16,8 6-85 0,0 0-86 0,0 0-90 16,0 0-88-16,0 0-132 0,-3 18-188 15,3-18 26-15,0 11-268 0,1-5-360 16</inkml:trace>
  <inkml:trace contextRef="#ctx0" brushRef="#br0" timeOffset="-197125.65">29435 1632 2504 0,'0'0'96'0,"-2"9"47"0,2-9 26 0,0 0 43 16,-4 12 41-16,2-7 21 0,2-5 7 15,-4 12-7-15,0-6-14 0,4 2-7 0,-1 0-3 16,-3 2-7-16,4-1-24 0,-4 1-8 0,0 3-21 16,4-3-12-16,-1-2-1 15,-1 0-3-15,0-1-7 0,-1 3-8 0,-1-4-12 16,4-6-5-16,-1 11-11 0,1-11-9 15,-2 12-3-15,2-12-6 0,-2 6-14 0,2-6-9 16,0 0-8-16,0 0-10 0,0 0-5 16,0 0-8-16,0 0-10 0,16-20-5 15,-5 5-10-15,10-6-2 0,-1 3-6 16,0 3-6-16,-5 3-1 0,6 2-4 16,-4 1-4-16,-2 2 0 0,-1 4-11 0,-1-1 0 0,-4 4 0 15,-9 0 0-15,19 7 0 16,-9 0 0-16,-2 0 0 0,-1 3 0 0,-1 2 0 15,-2 1 0-15,-3-1 0 0,3 0 0 16,-2-1 0-16,1 3 0 0,-3-5 0 16,2 5 0-16,0-4-36 0,-1 1-163 0,3-3-97 15,-2 0-120-15,0-1-110 0,1 0-146 16,3 0-180-16,1-2 57 0,-2 0-701 0,2-2-943 16</inkml:trace>
  <inkml:trace contextRef="#ctx0" brushRef="#br0" timeOffset="-196825.4">30121 1744 3907 0,'-11'-10'40'0,"5"7"66"0,6 3 49 16,-18-3 37-16,18 3 51 0,-21 0 37 0,6 2 26 0,0 2 2 16,-2 0-5-16,-1 4-11 0,4 2-13 15,-4-1-21-15,3 3-18 0,3-4-19 0,5 1-16 16,0-1-32-16,3 0-20 0,0 1-11 15,2-1-13-15,2-8-14 0,8 16-8 16,1-9-70-16,2 2-37 0,5-4 0 0,0 1 0 16,-2-2 0-16,4-1 0 0,-2 1 0 15,-2-2 0-15,-1-2 0 0,-13 0 0 16,23-6 0-16,-12 3 0 0,0-4 0 16,2-3 0-16,-8 0-139 0,1-2-145 0,-5 0-62 15,-1-1-51-15,0 3-54 0,-3-1-63 16,-5 3-95-16,-1 0-167 0,-5-2 33 15,3 7-594-15,-1 1-794 0</inkml:trace>
  <inkml:trace contextRef="#ctx0" brushRef="#br0" timeOffset="-196508.37">30086 1758 3357 0,'11'5'-162'0,"-2"3"70"0,-2-2 55 16,1 6 48-16,-5-3 62 0,2 2 58 0,-1 4 56 15,-3 4 37-15,-1 2 33 0,0 3 2 16,2 1 13-16,0 11 23 0,0 3 30 15,0 0 0-15,2-3-14 0,-3-4-26 0,-1-4 4 16,0-6 6-16,0-5 7 0,0 0 22 16,-1-3-1-16,-1-2 3 0,0 0-15 0,0-3-311 15,-2-1 0-15,2-1 0 0,-6-1 0 16,-1-2 0-16,-6-4 0 0,-6 0 0 0,-13-5 0 16,0-4 0-16,-2 2 0 15,-1-1 0-15,2-2 0 0,5 3 0 0,3-2 0 16,7 4 0-16,0 0 0 0,1 1 0 0,-3-1 0 15,6 0 0-15,5 3 0 16,-3 1 0-16,1-4 0 0,1 5 0 0,3-2 0 16,9 2 0-16,-18 2 0 0,7-2 0 15,4 5-431-15,-4-2-607 0,1 2 109 0,-1 0-1041 16,0 4-1389-16</inkml:trace>
  <inkml:trace contextRef="#ctx0" brushRef="#br0" timeOffset="-194342.62">30972 1289 5170 0,'4'-15'-170'0,"-1"1"67"0,-1 2 87 0,-2 5 66 0,0-1 57 0,0 8 39 16,-2-10 19-16,2 10 4 0,0-11-7 0,0 11-20 0,0 0 4 0,0 0 6 15,-16 21-5-15,5 8-11 0,-1 5 0 16,1 14-8-16,0 5-6 0,1 4-5 16,0-1-15-16,3-2-9 0,-3 0-6 15,4-11-13-15,1-2-3 0,-3-3-9 0,2-3-3 16,0-1-3-16,-1-10-8 0,2-4-5 16,1-4-6-16,2-4-2 0,-2 0-3 0,1-2 2 15,0 0-12-15,1-3 5 0,0-1-7 16,2-6-11-16,0 0-11 0,-9 2-13 15,9-2-2-15,0 0 0 0,-21-16-2 0,11 5-15 16,1-4-13-16,-3-1-1 16,3-1 13-16,-2-1-6 0,1 2 6 0,0 3 2 15,5-1-1-15,-1 5-8 0,2 1-17 0,2-2-26 16,4 3-37-16,2-3-27 0,7 2-17 16,16-6-20-16,7 2-16 0,20-5-18 15,0 0-8-15,12 0-3 0,2-4 21 16,1 1 22-16,-1-4 27 0,-5-2 10 0,-9 1 28 15,-5-3 32-15,-9-2 47 0,-8 1 42 16,-7 3 25-16,-3 1 11 0,-6 0 26 0,-4 4 22 16,-2 4 10-16,-5 3 12 0,-1 0 18 15,-1-1 3-15,-3 5-6 0,0 1-10 16,-1-1-11-16,-5 5-7 0,-1 3-4 0,7 2-8 16,-34 10-2-16,5 6-3 0,-9 9-2 15,-3 8-6-15,5 4-2 0,0 3-8 0,4 3-2 16,2 4-8-16,3-5-9 0,2 3 6 15,3-4-10-15,10-11 1 0,1 3-1 16,2-11-8-16,4-1 1 0,-1-8 2 16,2 2 1-16,3-6-8 0,-1 0 4 15,2-1 3-15,-2-2 15 0,2-6 7 0,0 0 4 16,9 4-7-16,-9-4-9 0,25-10-11 16,-7 0 3-16,0 3-6 0,0-2-1 0,-4 2-4 15,-3 3-5-15,0 0 13 0,-4 2 1 16,-7 2-8-16,11 0-2 0,-11 0 3 15,16 8 1-15,-11 1 0 0,5 0 2 0,-2 4-5 16,-3-1-3-16,3 1 0 0,-1 1-6 16,0 0-2-16,-4 0-22 0,3-4-48 0,0 0-48 15,-5-3-49-15,3 0-53 16,-2 0-68-16,2-2-53 0,-3 0-62 0,4 1-74 16,-5-6-116-16,7 1-149 0,-7-1 30 15,0 0-466-15,25-7-635 0</inkml:trace>
  <inkml:trace contextRef="#ctx0" brushRef="#br0" timeOffset="-194042.42">31562 1752 3300 0,'0'0'74'0,"0"0"26"0,0 0 16 0,0 0 23 0,0 0 27 0,0 0 23 0,0 0 1 16,0 0-7-16,0 0-12 0,-16 19-13 0,12-9-13 15,3 1-11-15,-1-1-7 0,2 0-6 0,0-1-12 16,2 3-10-16,-1-2-3 0,5-1-11 15,-1-1 0-15,6-1-5 0,-2-2-1 16,2 0-4-16,3-1-3 0,1-1 10 0,-3-3-3 16,2 0 8-16,-14 0 13 0,25-3-1 15,-14-2 6-15,1-1-7 0,-2-2-7 16,-1-2-9-16,1-3-15 0,-4 0-6 0,-1-1-12 16,-3-2-5-16,2 5 1 0,-4-1-9 15,0-1-30-15,-2 4-33 0,0 0-31 0,-4 1-28 16,1 0-47-16,-2 3-53 0,-2 3-84 15,-2 2-86-15,11 0-102 0,-23 0-184 16,10 4-138-16,13-4 69 0,-16 5-485 16,16-5-661-16</inkml:trace>
  <inkml:trace contextRef="#ctx0" brushRef="#br0" timeOffset="-193692.86">32280 1531 3614 0,'-8'-8'94'0,"3"1"-3"16,-5 1 6-16,4 2-3 16,6 4-7-16,-18 0-6 0,18 0-7 0,-29 12-8 15,9-4-5-15,-4 7-6 0,0 4-6 16,-1 2-3-16,1-1-4 0,12-4-5 16,1-1-5-16,4-1 4 0,5-2 7 0,-2 0-2 15,8 0 16-15,2 1 27 0,1-1 33 16,7 4 27-16,-1-3 18 0,3 2 8 15,-4-3 9-15,2 5-21 0,3-5-8 0,-5-2-9 16,-3 0-14-16,0 1 17 0,-3-3 0 16,-1 0 1-16,0 1 0 0,-3 0 3 15,-2-2-13-15,0-7-9 0,-5 17-10 0,-2-10 6 16,0 0-8-16,-3-1-14 0,1-2-10 16,-3-1-11-16,-1 1-22 0,1-3-46 15,12-1-87-15,-27-1-124 0,18-3-130 16,0-3-132-16,2-5-157 0,5 0-248 0,4-5 43 15,5-4 98-15,8-8-567 0,6 6-751 16</inkml:trace>
  <inkml:trace contextRef="#ctx0" brushRef="#br0" timeOffset="-193276.05">32753 1639 3718 0,'0'0'112'0,"0"0"31"16,3 5 32-16,-3-5 34 0,0 0 22 15,0 0 13-15,0 0 0 0,0 0-8 16,0 0-14-16,0 0-3 0,0 0-26 0,11 3-2 16,-11-3-14-16,0 0-7 0,0 0-21 15,20 2-15-15,-20-2-10 0,19-2-17 16,-6 1 0-16,-1-1-16 0,-1-3-13 0,-2 3 0 16,4-3-11-16,-6 0-5 0,0-4-10 15,1 3-1-15,-7-1-7 0,4 0-9 16,-5 7-4-16,-5-12-10 0,-6 7-3 0,-3 0 1 15,-6 1-4-15,-3 2 7 0,-4 6-8 16,-11 3 5-16,2 1 5 0,4 6 3 0,4 0 18 16,3 4 11-16,5 2 16 0,7-4 9 15,6 1-17-15,3-3-64 16,4 3 0-16,6 0 0 0,5 1 0 0,8 5 0 16,6-2 0-16,-1-3 0 0,3-3 0 15,-6-5 0-15,-1-3 0 0,-6 0 0 0,-3-2 0 16,0-1 0-16,-4-1 0 0,-1 0 0 15,-6-3 0-15,10 7 0 0,-10-7 0 16,3 7-425-16,-3-7-344 0,0 0-203 0,-17 11 82 16,4-5 110-16,-7 3-701 0,-4 7-929 15</inkml:trace>
  <inkml:trace contextRef="#ctx0" brushRef="#br0" timeOffset="-192309.31">22754 3117 3991 0,'0'0'110'0,"0"0"2"0,0 0 71 0,0 0 47 0,0 0 5 0,4 22-10 0,-4-10-30 16,0 2-25-16,1 3-35 0,-1-1-11 16,0 3-16-16,0-2-5 0,2-3-10 15,-2 4-2-15,0-4-4 0,0-2 1 0,-2 0-5 16,2-3-6-16,2-1 3 0,-2 1 3 16,0-9 12-16,2 8-9 0,-2-8-7 0,0 0-14 15,0 0-6-15,0 0-6 0,23-25-31 16,-12 7-5-16,9-5 2 0,-6 1-3 0,6 2 0 15,-5 4-2-15,-1 7-5 0,-3 0-2 16,-2 5 0-16,1 3 26 0,-10 1-25 16,18 5 19-16,-9 1-5 0,-2 4-2 0,2 1-5 15,-1 1 13-15,2 1-17 0,-4 3-2 16,1-2 2-16,-2 0-2 0,4 1-3 16,-7-3-1-16,-1 0-2 0,5 0-13 0,-2-3-34 15,-2-1-42-15,-1 2-43 0,1-4-56 16,4 2-73-16,-2-4-106 0,-4-4-117 15,6 5-138-15,-6-5-134 0,0 0 52 0,18-5-572 16,-18 5-734-16</inkml:trace>
  <inkml:trace contextRef="#ctx0" brushRef="#br0" timeOffset="-191993.25">23280 3231 3408 0,'0'0'123'0,"-27"19"56"0,18-11 38 16,-4 0 27-16,4 3 26 0,0-1 14 15,1 2-20-15,0 1-18 0,5-2-21 16,-1 1-18-16,4-4-21 0,2 2-18 0,1 1-18 16,3-1-12-16,4 0-18 0,-1-6-17 15,4-1-8-15,3-1-10 0,1-4-7 16,0 0-13-16,4-3-2 0,2-1-5 0,-4-1-6 16,0-2-1-16,-4-1 0 0,3 0-7 15,-7 1 32-15,-2-1 20 0,-1 0 1 16,-6-2-7-16,0-1-9 0,-4 2-7 0,-1-6-7 15,-1 3-11-15,-4-1-8 0,-4 1-8 16,1 5-26-16,-1 1-32 0,-2 2-28 0,-6 3-40 16,3 4-23-16,-7 3-39 0,1 2-49 15,-8 9-61-15,2-1-73 0,3 3-103 0,2-5-118 16,10-2-159-16,2 0-42 0,2-5 67 16,9-2-533-16,1-3-682 0</inkml:trace>
  <inkml:trace contextRef="#ctx0" brushRef="#br0" timeOffset="-191559.48">23898 2687 3754 0,'-9'-19'216'0,"4"5"47"0,-3 4 63 16,4 1 19-16,0 1-8 0,0 2-14 15,4 6-26-15,-3-4-11 0,3 4 4 16,0 0-10-16,-11 29-18 0,7-5-16 0,-4 10-26 15,-2 3-16-15,5 6-11 0,-3 7-20 16,2-6-19-16,0-1-132 0,1 0-22 0,1-1 0 16,0-5 0-16,1-2 0 0,1-6 0 15,-1-9 0-15,1-3 0 0,0-2 0 0,2-3 0 16,0-1 0-16,0-5 0 0,2 2 0 16,-2-8 0-16,0 0 0 0,9 4 0 0,-9-4 0 15,0 0 0-15,0 0 0 0,3-20 0 16,-5 11 0-16,2 9 0 0,-5-18 0 15,-3 11 0-15,0 3 0 0,-3 0 0 16,-3 4 0-16,14 0 0 0,-40 9 0 0,14 6 0 16,-1 2 0-16,2 2 0 0,3 0 0 15,2 5 0-15,3-2 0 0,6-5 0 16,3 0 0-16,5-5 0 0,1 0 0 0,4-2 0 16,3 0 0-16,4-4 0 0,1-1 0 15,5-2 0-15,2-1 0 0,2-2-68 16,6-4-331-16,10-2-127 0,-1-4-146 15,2-6-209-15,8-4 61 0,-2-1 93 0,-2-5-667 16,2 3-846-16</inkml:trace>
  <inkml:trace contextRef="#ctx0" brushRef="#br0" timeOffset="-190892.88">24190 3089 3837 0,'-11'-2'18'0,"11"2"49"0,-8-3 26 0,8 3 17 0,0 0 21 0,0 0 18 0,0 0 6 16,0 0-10-16,0 0-10 0,0 0-12 15,0 0-11-15,27-6-10 0,-20 4-7 16,3-2-12-16,0 1-7 0,1 0-9 16,-1-3-6-16,-1 3-7 0,-2-2-3 0,2 3-4 15,-4-3-2-15,3 2-1 0,-5-1 11 16,-3 4 1-16,6-7-6 0,-6 7-4 0,0 0-1 15,0 0 2-15,0 0 2 0,0 0 0 16,-32 21 7-16,17-7-5 0,-6 8 1 0,1-1-1 16,2 0-3-16,-2 4-8 0,7-3-4 15,0-1-4-15,5-5 0 0,3 0-6 0,1-4-4 16,2 0-2-16,4-2-2 16,0-1-1-16,1 0-1 0,3-4 1 0,1-4 2 15,7 0-4-15,-14-1-6 0,31-1-2 16,-15-2-2-16,17-7-5 0,-3-1-24 0,1-7-17 15,1-1-18-15,5-8-7 0,-1-2-4 16,0 0 4-16,-2-4 3 0,0-2 11 0,1-2-3 16,-7-3 9-16,1 3 8 0,-10 11 1 15,-1 3 6-15,-7 4 6 0,-4 5 4 16,1 7 0-16,-7 1 5 0,-1 3 7 0,0 3 4 16,0 0 0-16,0 0-2 0,-20 11 4 15,13 0 1-15,-7 3-1 0,3-1 2 16,-1 5-2-16,3-3-1 0,1 0-4 15,6-1 2-15,-1-2 4 0,5 0 6 0,-1-2-3 0,9 2 2 16,-1 0 10-16,3 0 22 0,1 0 24 16,-1-3 28-16,-1 5 49 0,0-3 17 15,1 3 38-15,-5-1 26 0,1 1 20 16,-5-2 14-16,1-3 9 0,-2 2 12 0,-4 0-9 16,0 0-251-16,-1-1-12 0,-5 2 0 15,1-1 0-15,-3-1 0 0,-1 0 0 0,-2-3 0 16,-3-1 0-16,1 2 0 0,-1-6 0 15,0 2 0-15,-2-2 0 0,4-2 0 0,0-2 0 16,-1-3 0-16,3-4 0 16,-1-4 0-16,3-5-581 0,2-1-157 0,1-12-192 15,5 6 71-15,4 1 106 0,0 2-720 16,2 0-920-16</inkml:trace>
  <inkml:trace contextRef="#ctx0" brushRef="#br0" timeOffset="-190143.3">25645 2447 4383 0,'-2'-23'93'0,"2"5"50"0,0 6 53 0,0 1 37 0,0 3 25 0,-2 1 2 0,2 7-11 0,0-8-11 0,0 8 5 15,0 0-10-15,0 0-11 16,-8 29-14-16,4-6-13 0,-4 10-14 0,3 4-16 15,-2 3-9-15,-5 9 3 0,0 1-15 16,0-1-14-16,3-10-28 0,0-1-102 0,-7-3 0 16,3 0 0-16,-1-3 0 0,0-1 0 15,1-3 0-15,-1-9 0 0,3 0 0 16,-1-5 0-16,1 1 0 0,0-5 0 0,0 0 0 16,0-1 0-16,4-4 0 0,-3-2 0 15,10-3 0-15,-19 0 0 0,19 0 0 16,-17-10 0-16,8 3 0 0,-2-1-80 15,4-2 5-15,0 1-4 0,1 0 9 0,2 0 2 16,1 3-6-16,0-1-12 0,3 0-4 16,6 0-22-16,5 1-18 0,9-3-45 0,10-5-53 15,5 0-65-15,13-4-61 0,2-2-23 16,8-2-1-16,-5-3 30 0,-2-1 39 0,-7-2 50 16,-2-1 63-16,-3-2 78 0,-10-2 84 15,0-1 78-15,-10 4 45 0,-3-5 45 0,-3 1 21 16,-2-2 20-16,-3-2-7 0,0 6 4 15,-5 4 5-15,-3 5-20 0,0 5-9 16,0 3-14-16,-1 3-15 0,-5 6-12 0,1 4-5 16,5 2-7-16,-24 8-6 0,9 4-13 15,-6 11 2-15,2 5-4 0,-4 10-2 16,3 3-3-16,0 2-8 0,3 3-6 16,4 0-3-16,4-6-6 0,-2 0-1 0,4-4-1 15,1-1-5-15,1 0-7 0,-2-8 1 16,2-6-2-16,1 1-1 0,0-6-6 0,3 0 1 15,-1-4-1-15,0 0-6 0,2-3-1 16,-2-3-3-16,2-6 0 0,4 8 2 0,-4-8-5 16,0 0-3-16,15 2 4 0,-15-2-5 15,0 0-3-15,30-10 5 0,-20 6-1 0,1 1 2 16,0 1 4-16,-11 2 6 0,22-3 0 16,-22 3 15-16,15 1 9 0,-15-1-1 15,17 5 0-15,-12 1-1 0,4-2-4 16,-9-4-11-16,11 10-4 0,-6-6-2 0,1 2-4 15,-6-6-5-15,8 7-19 0,-4-1-65 16,-4-6-79-16,6 6-82 0,-6-6-105 16,7 4-121-16,-7-4-139 0,0 0-166 0,16 0-8 15,-16 0 79-15,13-5-563 0,-6 2-717 16</inkml:trace>
  <inkml:trace contextRef="#ctx0" brushRef="#br0" timeOffset="-189543.78">26117 2800 3755 0,'3'-9'114'0,"-3"9"22"0,0 0 30 0,3-9 8 0,-3 9 18 0,0 0 1 0,0 0 4 0,0 0-17 15,0 0-15-15,0 0-14 0,0 0-16 0,8 26-14 16,-7-17-10-16,-2 4-12 0,-1-4-10 16,0 3-10-16,-5-1-8 0,4-2-6 0,-5 2-4 15,5-1-12-15,-5-2-6 16,3 2-21-16,-4-3-18 0,2-1-22 0,0 0-18 0,1-4-9 15,6-2-4-15,0 0 0 16,0 0 2-16,0 0-1 0,-19-12 5 0,17 1 5 16,4-5 3-16,-1-1 3 0,3-3 8 15,3-3 14-15,2 4 18 0,-2 2 4 0,2 5 3 16,-3 0 4-16,2 6 10 0,-2 2 10 16,-6 4 17-16,0 0-2 0,0 0-1 15,25 14-5-15,-20-4-11 0,3 4 1 0,-1-2-2 16,1 0-2-16,2 0-5 0,-1-1 0 15,1 1-6-15,-1-2 0 0,4-3 9 0,-3 1-4 16,3-4-1-16,0 2-3 0,3-6-9 16,-3 0-3-16,-13 0-21 0,30-9-27 0,-10 0-25 15,-3 2-28-15,7-11-27 16,-1-3-16-16,1-6-26 0,-5-2-7 0,5-10 1 0,-3-2-10 16,-1-7 20-16,-6 3 19 0,0-5 11 15,-3-3 26-15,0 0 35 0,0 2 30 16,-8 15 35-16,1 7 31 0,-2 5 13 15,0 7 17-15,0 5-2 0,-2 3 11 0,0 3 4 16,0 6 23-16,0 0 21 0,0 0 11 16,-8 27 0-16,6-10 14 0,-1 16 7 15,-1 4 13-15,-3 0 7 0,4 6-8 0,-3 3-8 16,1-6-10-16,-1 3-21 0,2-4-11 16,0 2-17-16,2-4-6 0,-2-3-10 0,2-9-11 15,2-3-59-15,2-6-75 16,-2-2-78-16,4-1-67 0,-2-2-72 0,4-1-75 0,4-1-69 15,7 1-24-15,3-4-39 16,13 3-103-16,6-4-85 0,-7-5 42 0,-3 0-426 0,8-5-531 16</inkml:trace>
  <inkml:trace contextRef="#ctx0" brushRef="#br0" timeOffset="-189359.96">26726 2791 3261 0,'-25'-7'216'0,"1"4"46"0,9 1 44 0,0-1 35 0,1 1 16 0,3 0-5 0,11 2-20 0,-18-1-42 0,18 1-30 16,-11-2-28-16,11 2-24 0,0 0-18 0,0 0-29 15,0 0-77-15,0 0-103 0,25-10-110 16,-10 6-108-16,4 1-102 0,6-2-133 0,0-1-165 16,10 0-102-16,-3-3 53 0,2 1-536 15,-5 2-686-15</inkml:trace>
  <inkml:trace contextRef="#ctx0" brushRef="#br0" timeOffset="-188958.11">27515 2651 3325 0,'0'0'9'0,"0"0"61"0,-18-3 56 16,18 3 45-16,-25 12 45 0,12-4 33 16,-3 4 31-16,2 0 19 0,-2 0-2 0,3 2-7 15,3-2-20-15,0-1-6 0,5 1-21 16,1-1 2-16,2-1-8 0,2-2-4 0,4 1-5 16,2 0-12-16,3-2-15 0,3-2-21 15,1 0-18-15,0-2-18 0,1-1-13 0,-1 0-26 16,4-4-105-16,3 2 0 0,-4-4 0 15,2 1 0-15,-4 0 0 0,0-2 0 16,-3 1 0-16,0-1 0 0,-2-2 0 0,-4-2 0 16,-1-1 0-16,-4 2 0 0,-4-4 0 15,1-3 0-15,-8 1 0 0,4-3 0 16,-6 0-36-16,-3 3-218 0,4 2-67 0,-1 5-101 16,1-1-117-16,1 6-156 0,-2 0-143 15,13 2 66-15,-12 0-695 0,12 0-916 16</inkml:trace>
  <inkml:trace contextRef="#ctx0" brushRef="#br0" timeOffset="-188476.67">27598 2798 4265 0,'-8'5'30'0,"3"-1"51"0,5-4 48 0,-4 10 41 15,4-10 34-15,0 7 19 0,0-7 8 16,0 0-3-16,6 8-9 0,-6-8-13 15,12 4-28-15,-12-4-17 0,22 2-8 0,-9-4-28 16,-13 2-12-16,30-6-10 0,-12 3-10 16,-4-2-14-16,0 1-6 0,1-2-4 15,-1-1-9-15,-3-2-2 0,1-1-6 16,-3 0-7-16,0-4-3 0,-1 0-7 0,-2-3-9 0,0 2-6 16,-2 0 3-16,-3 1-5 15,1 2-24-15,-4 0 9 0,2 1-20 0,-3 3-5 16,-1-1-6-16,-1 4-6 0,-4 2 9 15,9 3 3-15,-16-2 2 0,16 2 4 0,-20 2-2 16,20-2 9-16,-15 4-1 0,7-1 2 16,8-3 1-16,-7 6 1 0,7-6 2 15,0 0 5-15,0 0-2 0,0 0 7 0,0 0-6 16,36 0-2-16,-21-3-2 0,4 0 5 16,-2 0 1-16,1 1-3 0,-5 0-4 0,3 0 5 15,-7 4 1-15,-9-2-1 0,20 8 3 16,-10-3 4-16,-4 6 18 0,-2-2 11 0,-3 4 4 15,-1 1 0-15,0 0 0 0,0-1-6 16,-1 4-6-16,-1 0 1 0,0-3-5 0,0-2-2 16,-2 3-3-16,4-3-2 15,-1-1-2-15,-1-3-14 0,2-1-60 0,0-7-73 16,0 12-83-16,-2-7-104 0,2-5-107 16,4 5-126-16,-4-5-199 0,0 0-14 15,9 2 73-15,-9-2-577 0,0 0-728 0</inkml:trace>
  <inkml:trace contextRef="#ctx0" brushRef="#br0" timeOffset="-188076.93">28257 2718 3317 0,'0'0'34'0,"0"0"81"0,0 0 45 0,0 0 37 0,0 0 37 0,6-8 30 0,-6 8 11 0,0 0 1 0,14-4-27 0,-14 4-19 15,11-2-20-15,-11 2-30 0,14-5-15 16,-3 3-22-16,-2-1-5 0,-9 3-22 0,16-7-10 16,-9 3-10-16,-1 1-29 0,-6 3-19 15,11-10-14-15,-10 6-5 0,-1 4-8 0,4-8-2 16,-4 8-4-16,0 0 2 16,-11-7-1-16,11 7 7 0,0 0 25 0,-34 9 26 15,16-1 24-15,0 1 20 0,0 3 9 16,-5 8-2-16,7-3-4 0,5-2-6 0,-2 1-5 15,6-1-4-15,3-1-1 0,3-2 0 16,-1 2-2-16,4-2-61 0,-1-2-42 16,5 0 0-16,-1 1 0 0,5-4 0 0,-2 2 0 15,-1-5 0-15,3 3 0 0,0-1 0 16,-1-2 0-16,-3 0 0 0,-6-4 0 0,12 4-76 16,-12-4-328-16,9 5-135 0,-5-4-160 15,-4-1-192-15,0 0 70 0,0 0 101 0,0 0-654 16,0 0-829-16</inkml:trace>
  <inkml:trace contextRef="#ctx0" brushRef="#br0" timeOffset="-186791.98">29281 2556 3315 0,'-9'-14'414'0,"4"4"-113"0,1 2-14 0,2 1 23 0,-1 2 12 0,3 5-10 15,-4-9-31-15,4 9-40 0,0 0-14 16,0 0 8-16,0 0-13 0,-23 23-18 0,10 4-18 15,1 5-16-15,1 4-9 16,-1 3-18-16,1-2-14 0,3 3-12 0,0-5-10 16,1 1-9-16,-3-5-10 0,5-3-12 15,1-7-3-15,1-1-9 0,-2-7-10 16,1 0 0-16,2-1-54 0,2-4 0 0,-1-3 0 16,1-5 0-16,0 0 0 0,0 0 0 15,0 0 0-15,0 0 0 0,21-16 0 0,-12 0 0 16,7-11 0-16,0 0 0 0,0 1 0 15,-1 1 0-15,-1 6 0 0,-5 4 0 0,-4 3 0 16,3 3 0-16,-2 4 0 0,0 0 0 16,-6 5 0-16,0 0 0 0,0 0 0 15,25 15 0-15,-18-6 0 0,1 1 0 16,-1 2 0-16,0 2 0 0,-2-1 0 16,-1-1 0-16,-1-3 0 0,1 3 0 0,-2-2-190 15,0-1-48-15,0-1-48 0,-1 0-52 16,-1-1-46-16,2-1-40 0,-2-6-56 0,0 6-67 15,0-6-115-15,0 0-53 0,0 0 48 16,0 0-442-16,0 0-578 0</inkml:trace>
  <inkml:trace contextRef="#ctx0" brushRef="#br0" timeOffset="-185976.62">29545 2764 2857 0,'8'-5'-31'0,"-2"1"59"16,-6 4 37-16,9-3 40 15,-9 3 53-15,0 0 20 0,0 0 13 0,25 8 11 16,-19-2 11-16,1 0-4 0,0 1-4 15,0 2-11-15,-2 1-7 0,1-1-12 16,-1 1-7-16,-3 0-8 0,0 1-32 0,0-3-6 16,-6 1-12-16,2 1-11 0,1-4-6 15,-3 3-10-15,-2-1-8 0,1-2-9 0,-2-2-22 16,-4-2-22-16,11-2-22 0,-13 6-14 16,13-6-13-16,0 0-4 0,0 0 6 15,-19-10-8-15,17 2 0 0,-2-2 5 0,4 3 6 16,0-2 4-16,4 0 3 0,-2 0 4 15,-2 9 15-15,0-12 5 0,0 12 4 16,4-8 8-16,-4 8 14 0,3-6 20 0,-3 6 4 16,0 0-1-16,0 0 1 0,0 0-12 15,0 0-3-15,23 16-4 0,-19-12-4 16,-4-4-6-16,10 8 0 0,-4-5-1 0,-6-3-10 16,11 6 2-16,-6-2-4 0,-5-4 4 15,0 0-6-15,25-4 2 0,-15-2-3 16,2-1-3-16,-1 1 3 0,1-3 1 0,-1 2 3 15,-2 0 5-15,-2 1 8 16,2 0 1-16,-4 3-5 0,-5 3-6 0,11-7-1 16,-11 7 2-16,11-2 5 0,-11 2-3 15,0 0 1-15,18 7-4 0,-10-2-2 0,-2-1-3 16,1 1 0-16,1 2-4 0,-3-4 6 16,-5-3-2-16,14 7 0 0,-6-4 1 0,-8-3 3 15,13 2 7-15,-13-2-11 0,19-2-2 16,-7-1 1-16,-1-2-1 0,0 0-3 0,3-4-1 15,-3 1 1-15,0 1 3 0,-1 2-4 16,-1-2 0-16,-3 3-2 0,2 1 3 16,-8 3 4-16,11-7 0 0,-11 7 7 0,8-5-1 15,-8 5-7-15,0 0 5 0,0 0-3 16,16 2-1-16,-16-2 5 0,0 0-11 16,12 5 4-16,-12-5-3 0,13 5 6 0,-13-5-12 15,11 3-4-15,-11-3 8 16,12 4-10-16,-12-4 3 0,14 0 6 0,-14 0-4 15,0 0-4-15,19 0 10 0,-19 0-14 16,0 0 13-16,14 0 7 0,-14 0 13 0,5 5 34 16,-5-5 25-16,6 10 10 0,-4-3 5 15,-1 3 0-15,1 4 13 0,3 1-7 0,-1 2-64 16,-3 0-44-16,5 5 0 0,1-3 0 16,-1 1 0-16,-1-5 0 0,2-1 0 15,-1 1 0-15,-1-2 0 0,-1-1 0 16,-2-2 0-16,-1-2 0 0,-1-1 0 15,0-7 0-15,-5 16 0 0,-6-8 0 0,-9 1 0 16,-8 5 0-16,-6-4 0 0,-2 0 0 0,-2 1 0 16,-3-3 0-16,5 0 0 0,2 1 0 15,0-1 0-15,7-8 0 0,4 0 0 16,6 0 0-16,1 0 0 0,3-4 0 0,3 2 0 16,1-4-699-16,5 1-206 0,4 5-17 15,0-12 110-15,0 12-839 0,11-12-1087 0</inkml:trace>
  <inkml:trace contextRef="#ctx0" brushRef="#br0" timeOffset="-185476.61">31045 2658 4119 0,'4'-10'-166'0,"-4"4"60"0,0 6 35 0,2-12 51 0,-2 12 44 0,-2-11 51 0,-2 5 32 0,4 6 23 0,-1-12 8 0,-6 7-6 15,7 5-4-15,-11-8-6 16,0 8 8-16,-3-3-7 0,14 3 3 0,-30 7-3 15,13-1-4-15,-4 1-13 0,1 2-11 16,4 4-11-16,0-1-9 0,3 1-7 16,4-2-5-16,0 1-10 0,4 2 1 0,3-2-3 15,0-3 0-15,6 2-4 0,0 1 1 16,6 0 4-16,-3 0 12 0,2-2 11 16,5 4 24-16,-5-4 31 0,1 0 9 15,-3-3 15-15,0 2 2 0,-2-2 11 0,-1-1-1 16,-2 2 3-16,0 0-3 0,-2-8-8 15,1 13 8-15,-1-7-9 0,0-6-16 0,-7 13-137 16,1-3-4-16,-2-4 0 0,1 0 0 16,-3 2 0-16,3-3 0 0,-5 1 0 15,3-4 0-15,-2 0 0 0,11-2 0 0,-20 0-182 16,11-6-250-16,3 0-128 0,2-5-161 16,4-4-162-16,2-3 68 0,8-11-749 0,5-4-1006 15</inkml:trace>
  <inkml:trace contextRef="#ctx0" brushRef="#br0" timeOffset="-185244.54">31302 2271 4511 0,'2'-15'101'0,"-2"3"42"0,0 3 51 16,2 1 49-16,-2 8 12 0,0-10-5 0,0 10-18 0,0-7-20 16,0 7-15-16,0 0 17 15,-2 27-1-15,-2-5-13 0,-1 13-20 0,-3 5-19 16,2 1-17-16,-5 10-7 0,2-1-17 15,1-9-10-15,0 1-11 0,2-3-11 16,-1-2-24-16,1-2-49 0,0-3-58 0,0-6-85 16,5-4-91-16,-1-6-95 0,0 0-90 15,0-3-93-15,2-1-115 0,0-4-128 0,0-1-29 16,0-7 66-16,-2 14-540 0,2-14-704 16</inkml:trace>
  <inkml:trace contextRef="#ctx0" brushRef="#br0" timeOffset="-185078.23">31091 2842 3638 0,'-10'0'174'0,"10"0"61"16,-13-3 58-16,13 3 49 0,0 0 8 16,-12-1-6-16,12 1-20 0,0 0-32 0,0 0-34 15,0 0-31-15,0 0-20 0,0 0-27 16,0 0-43-16,0 0-96 0,25-14-128 0,-3 8-154 16,0 0-136-16,12-5-147 15,3 1-174-15,-3-2-67 0,2 2 72 0,-3 1-551 16,-9 2-705-16</inkml:trace>
  <inkml:trace contextRef="#ctx0" brushRef="#br0" timeOffset="-184709.04">31456 2726 3556 0,'0'0'70'0,"0"0"35"0,0 0 26 0,0 0 24 16,0 0 33-16,0 0 27 0,0 0 11 15,0 0-4-15,-3 17-15 0,5-10-13 0,-1 2-11 16,3-2-20-16,-2 1-6 0,1 0-5 15,-3 1-11-15,0 0-13 0,0-9-6 16,0 13-16-16,-3-4-7 0,1-1-15 16,-2-2-2-16,4-6-6 0,-12 10-9 0,4-5-10 15,-2-1-32-15,10-4-37 0,-18 1-35 16,5-1-33-16,13 0-24 0,-14-7-12 16,8 0-5-16,3-5 13 0,3-1 15 0,5-3 6 15,1 1 10-15,1-2 24 0,2 5 25 16,0 0 28-16,-4 4 27 0,2 1 18 0,1 3 23 15,-8 4 22-15,14-2 13 0,-14 2 3 16,0 0-5-16,18 13-16 0,-9-7-10 16,-2 3-2-16,-2-2-11 0,5 3-10 0,0-2-28 15,-3 1-45-15,2-2-48 0,2 1-51 16,-2-1-54-16,-4-2-60 0,6-1-73 0,0-1-67 16,-4 1-75-16,0-3-92 0,-7-1-123 15,16 0 2-15,-16 0-454 0,15-5-585 0</inkml:trace>
  <inkml:trace contextRef="#ctx0" brushRef="#br0" timeOffset="-184460.65">31756 2268 2982 0,'-2'-17'129'0,"-2"5"65"0,2 3 28 16,-1 1 25-16,3 3 21 0,0 5 10 15,-2-11-8-15,2 11-27 0,0 0-20 0,0 0 17 16,0 0 11-16,0 0 7 0,2 33-12 15,-2-9-11-15,2 14-7 0,-4 1-20 0,0 6-23 16,-2 9-17-16,-2 0-15 0,0-1-14 16,1 1-16-16,-1-12-9 0,1-1-14 15,-2-3-8-15,2 0-24 0,1-4-43 16,0-9-46-16,0-4-69 0,3-5-78 0,-1-2-75 16,0-5-83-16,2 1-78 0,0-4-69 15,0 0-105-15,0-6-99 0,2 6-69 16,-2-6 66-16,0 0-505 0,0 0-649 0</inkml:trace>
  <inkml:trace contextRef="#ctx0" brushRef="#br0" timeOffset="-184294.8">31626 2740 3112 0,'-9'-5'93'0,"1"0"87"16,2 1 42-16,6 4 31 0,0 0 38 0,-9-7 11 16,9 7-5-16,0 0-22 15,-4-5-31-15,4 5-30 0,0 0-30 0,0 0-29 16,0 0-66-16,0 0-84 0,13-12-101 15,-5 11-115-15,6-3-117 0,-3-1-120 0,6 2-149 16,0-1-82-16,0-1 47 0,0 0-363 16,1 0-471-16</inkml:trace>
  <inkml:trace contextRef="#ctx0" brushRef="#br0" timeOffset="-184010.73">31874 2617 2766 0,'0'0'36'0,"0"0"40"0,0 0 50 16,0 0 21-16,0 0 38 0,-5 20 23 0,1-11 2 15,-2 3-6-15,2 2-12 0,-2-1-8 16,1 3-21-16,1-1-13 0,0 0-15 0,-1-1-7 16,3-2-11-16,2 0-10 0,0-2-12 15,4 0-10-15,1-1-9 0,1 0-7 16,1-3-6-16,3-1-10 0,-1-3-19 16,-9-2-7-16,20 4-10 0,-11-4 1 15,-9 0-4-15,0 0-4 0,27-6-6 0,-20 5-3 16,1-4-6-16,-3 0-5 0,2-2-2 15,-2-2-5-15,3-5-7 0,-1 1-17 0,-2-3-37 16,2 1-67-16,-2 0-73 0,3 3-79 0,-6 0-112 16,1 1-168-16,3 3-72 15,-3 5 68-15,-3 3-316 0,5-9-379 0</inkml:trace>
  <inkml:trace contextRef="#ctx0" brushRef="#br0" timeOffset="-183560.21">32168 2830 2577 0,'-8'6'95'0,"8"-6"35"15,0 0 8-15,-10 6-1 0,10-6 15 16,0 0-11-16,0 0-13 0,0 0-12 16,0 0-16-16,0 0-10 0,0 0-6 0,0 0-10 15,0 0-7-15,0 0-7 0,0 0-3 16,0 0-5-16,0 0-9 0,23-18 3 0,-19 11-8 15,0 0 9-15,-2 0 4 0,-1-3 6 16,3-1-1-16,-2 1 4 0,1-3-1 16,-3-1 1-16,2 0 0 0,-2 2-2 0,0-1 1 15,0 2 7-15,-2 1 3 0,2 0-2 16,0 10-7-16,-3-15-10 0,3 11-6 0,0 4-6 16,-2-10-5-16,2 10-4 0,0-7-3 15,0 7-1-15,0 0-1 0,2-12-4 16,-2 12-3-16,8-6 0 0,3 2 3 0,0 0-8 15,7 0 1-15,0 2-3 16,-4 0 0-16,-3 2-2 0,5 4 1 0,-7 1 15 16,3 0 6-16,-2 7 26 0,-5 3 28 15,-1-1 12-15,-4 1 3 0,0 5-8 0,-4 1-8 16,1 0-6-16,-3-1-11 0,0 2-9 16,0-1-21-16,0-3-45 0,3-2-46 15,-3-1-60-15,4-2-77 0,-1-2-71 0,1 0-72 16,2-3-81-16,0 0-120 15,0-8-141-15,0 11 35 0,0-11-419 0,-2 12-532 16</inkml:trace>
  <inkml:trace contextRef="#ctx0" brushRef="#br0" timeOffset="-182961.4">31492 3210 3170 0,'-12'0'205'0,"-1"-2"36"0,13 2 31 0,-18 2 38 0,18-2 38 0,-13-2 8 0,13 2-4 16,0 0-18-16,0 0-22 0,-16 4-21 15,16-4-23-15,0 0-22 0,0 0-25 16,24 17-23-16,-12-9-20 0,4-1-22 0,1 1-14 16,2-1-19-16,1 2-13 0,-6-2-15 15,-3 0-15-15,2-1-12 0,-4 3-7 0,0 0-7 16,-3-1-54-16,-2 2 0 0,-4-1 0 15,-2 3 0-15,-3 0 0 0,-4 1 0 16,0-2 0-16,2 1 0 0,-3 0 0 16,-1-1 0-16,0 0 0 0,-2 0 0 0,4-3 0 15,0 2 0-15,1-3 0 0,-2 1 0 16,7-4 0-16,-3 0 0 0,3 0 0 0,3-4 0 16,-7 8-499-16,7-8-118 0,-4 5-156 15,4-5-110-15,0 0 69 0,0 0-752 16,0 0-1009-16</inkml:trace>
  <inkml:trace contextRef="#ctx0" brushRef="#br0" timeOffset="-182693.92">31885 3393 4160 0,'0'0'56'0,"-4"-9"61"15,4 9 29-15,0 0 24 0,0-10 32 16,0 10 26-16,0 0 15 0,0 0-9 15,0 0-7-15,-26 22-11 0,13-8-16 0,-3 1-22 16,-2 6-15-16,-2 1-13 0,0 1-4 16,0 0-20-16,1 0-8 0,1-1-6 0,2-4-15 15,5-3-13-15,-3-3-7 16,7 0-12-16,-5-2-12 0,6-1-42 0,0-2-69 16,1-2-76-16,5-5-81 0,-8 8-87 15,8-8-125-15,0 4-139 0,0-4-191 0,0 0-12 16,0 0 85-16,0 0-563 0,37-16-709 15</inkml:trace>
  <inkml:trace contextRef="#ctx0" brushRef="#br0" timeOffset="-182361.71">32236 3235 3700 0,'9'-12'67'0,"2"2"18"0,0 2 23 16,0 3 45-16,-1 5 21 0,-10 0 26 0,18 2 21 16,-6 4 26-16,-6 3 35 0,0 3 16 15,-6 1 15-15,-2 4 13 0,-9 12 13 16,-5 0 11-16,-9 7 31 0,0 0 11 0,-6-3-4 16,4 0-221-16,2-7-167 0,4-2 0 15,3-2 0-15,5-6 0 0,4-3 0 16,5-1 0-16,0-3 0 0,4-1 0 0,0-8 0 15,13 10 0-15,6-4 0 0,6-5 0 16,5-2 0-16,13-3 0 0,-2-4 0 16,-5 1 0-16,5-4 0 0,-9 3 0 0,1-1 0 15,-8 1 0-15,-7 1 0 0,-4 3 0 16,-3 0-828-16,-5 3-162 0,-6 1 103 0,0 0-979 16,0 0-1290-16</inkml:trace>
  <inkml:trace contextRef="#ctx0" brushRef="#br0" timeOffset="-181478.44">32160 2855 4758 0,'-8'1'-136'0,"8"-1"64"0,-13 3 50 0,13-3 40 0,0 0 51 0,0 0 42 0,0 0 23 16,0 0-3-16,0 0-15 0,0 0-13 15,0 0-9-15,2-17-10 0,-2 17-9 0,19-15-8 16,-6 3-6-16,7-5-10 0,0-4-5 16,1-1-18-16,2-2-20 0,0-1-11 0,-2-1-12 15,-2 2 2-15,-2 2-4 16,-3 5 2-16,-3 2-9 0,-6 5 0 0,1 3-4 15,-1 0-1-15,-5 7 2 0,0-5 6 16,0 5 2-16,0 0 2 0,0 0 4 0,0 0 0 16,-37 7 7-16,27-2 7 0,3 0 5 15,7-5 4-15,-14 8 11 0,10-4 1 16,4-4 10-16,-1 12 6 0,1-12 5 0,10 17-3 16,-1-4-5-16,4 3-2 0,4 4-2 15,7 2-3-15,-6 0 25 0,1 2 14 0,0 0 18 16,-2 0 14-16,-5-3 21 0,-6-2 39 15,0 0 20-15,-5-3 18 0,-2 1 9 16,-5 1-5-16,-2-1-10 0,-9 6-13 0,1-5-22 16,0-5-17-16,-11 2-17 15,0-1-13-15,-1-4-31 0,-1-3-54 0,-5 0-87 16,5-7-120-16,0-4-157 0,-7-1-172 16,2-4-244-16,0-1-132 0,2 0 81 0,7 3-755 15,4 2-1006-15</inkml:trace>
  <inkml:trace contextRef="#ctx0" brushRef="#br0" timeOffset="-169080.68">10810 11651 1753 0,'0'-9'325'0,"0"2"-71"0,0 1-25 0,0-1-3 0,0 7-13 0,0-11-1 0,0 11-25 16,0 0-27-16,0-11-15 0,0 11-10 0,0-7-16 16,0 7-14-16,0 0-8 0,0 0 14 15,0 0 11-15,10 29 2 0,-9-4-6 0,2 0-7 16,-1 13 3-16,2-1 2 15,-2 2 1-15,-1 1-3 0,-1-1-9 0,0-3-3 16,2-7-14-16,-2-3-11 0,2-2-3 16,0-5-9-16,-2 0-7 0,2-2-3 0,-2-1-8 15,0-4-11-15,2 0-17 16,0-2-23-16,-2-2-31 0,0 1-29 0,1 0-37 16,-1-5-74-16,0-4-76 0,-3 8-70 15,3-8-73-15,0 0-57 0,0 0-108 16,0 0-50-16,0 0 55 0,0 0-268 0,-4-19-307 15</inkml:trace>
  <inkml:trace contextRef="#ctx0" brushRef="#br0" timeOffset="-168846.92">10970 11906 2086 0,'2'-6'-8'0,"-2"6"40"16,0 0 36-16,0 0 37 0,0 0 41 0,0 0 24 15,5 27 20-15,-7-10 5 0,2 5 7 16,2 5 5-16,-2-1-2 0,2 14-8 15,-4-2-15-15,4-2-19 0,-1-6-15 0,-1-2-16 16,0-3-17-16,2 2-5 0,0-4-16 16,2 0-12-16,-2-7-34 0,1 1-30 0,-1-4-38 15,-2-1-51-15,2-2-50 16,-2-3-48-16,2 0-63 0,0-2-78 0,-2-5-82 16,0 0-127-16,0 0-42 0,0 0 55 15,0 0-170-15,0 0-170 0</inkml:trace>
  <inkml:trace contextRef="#ctx0" brushRef="#br0" timeOffset="-168448.11">11249 11244 1904 0,'2'-6'76'0,"-2"6"30"0,0 0 7 0,0 0 24 0,0 0 31 0,0 0 28 0,0 0 11 16,-6 30-1-16,6-14-14 0,-2 3-10 0,2 5-17 0,2 0-16 16,-2 0-13-16,1 2-16 15,-1-2-8-15,0-1-13 0,3 0-7 0,-3-2-13 16,0-3-25-16,0 1-44 0,0-2-44 16,0-1-61-16,0-1-51 0,0 0-52 15,0-2-62-15,-3-3-74 0,3 0-87 0,0 0-133 16,0-3 65-16,0 2-182 0,0-2-166 15</inkml:trace>
  <inkml:trace contextRef="#ctx0" brushRef="#br0" timeOffset="-168214.31">11554 11680 1840 0,'7'-5'41'0,"-7"5"42"15,0 0 39-15,0 0 32 0,13 18 9 16,-9-8 4-16,3 5-2 0,-2 6-11 0,2 1-11 16,-1 10-11-16,1 1-11 0,0 1-12 15,-2-1-10-15,-1-4-8 0,0-5-22 0,-1-2-37 16,-3-3-46-16,2 2-45 0,2-4-49 16,-1-3-55-16,-1-2-84 0,-2 1-100 0,-2-2-160 15,2-6 41-15,-3 5-138 16,3-6-102-16</inkml:trace>
  <inkml:trace contextRef="#ctx0" brushRef="#br0" timeOffset="-167248.14">13516 10590 1676 0,'-3'4'111'0,"3"-4"54"16,-11 7 44-16,11-7 48 0,-8 6 28 0,8-6 22 0,0 0 16 0,-8 3 13 16,8-3-2-16,0 0 1 0,0 0-19 15,0 0 2-15,0 0-9 0,0 0-27 0,0 0-22 16,0 0-22-16,0 0-30 0,34-13-24 15,-22 9-14-15,-1-1-20 0,3-1-39 0,1 0-54 16,-1-2-59-16,-1 4-72 0,-1-4-63 16,-1 5-65-16,-4 1-82 0,0-2-93 0,1 0-101 15,-2 3-106-15,-6 1-137 0,11-6 64 16,-11 6-508-16,0 0-631 0</inkml:trace>
  <inkml:trace contextRef="#ctx0" brushRef="#br0" timeOffset="-167046.62">13500 10787 3107 0,'-6'2'47'16,"6"-2"67"-16,-10 4 42 0,10-4 33 15,0 0 24-15,0 0 19 0,0 0 12 0,0 0 4 16,0 0-12-16,0 0-18 0,0 0-28 16,0 0-11-16,23-15-29 0,-12 10-18 0,1 0-58 15,1-2-59-15,5 2-74 16,-5-2-85-16,0 0-100 0,2 2-95 0,-4-2-105 15,5-1-129-15,-3 1-59 0,-3 2 48 16,3-2-343-16,1 0-407 0</inkml:trace>
  <inkml:trace contextRef="#ctx0" brushRef="#br0" timeOffset="-166564.78">13778 10309 2351 0,'2'-12'-54'16,"-1"2"30"-16,3 3 21 0,2-3 13 0,2 0 11 15,1 1 2-15,0 1 3 16,5 0 3-16,-3 0 4 0,0 2 8 0,3 3 7 16,-4-1 3-16,2 4 1 0,-3 0 8 15,-9 0 2-15,18 5 5 0,-7-2 6 16,-4 4 6-16,-2 3 15 0,1 0 12 0,-1-1 15 15,-4 5 5-15,1 3 9 0,-2 1-2 16,-2 1 6-16,-4 1-3 0,2 3 5 0,1-3 8 16,-3-3 6-16,4 0 1 0,0-1-1 15,1-6-9-15,-1 0 1 0,-2-1 0 0,4-1-2 16,0-8 10-16,4 13 2 0,-1-9-6 16,1 1-9-16,-4-5-6 0,15 9 7 0,-7-4 3 15,1 1 3-15,2-2-14 0,3 1-11 16,-3 1-11-16,1 0 15 0,-1 2-10 15,1 0-6-15,-4-1 9 0,-1 1-5 16,1 2 3-16,-5 0 8 0,1 1 11 0,0-1 2 16,-1 2-1-16,-6-3-33 0,1 2-106 15,-2 1 0-15,-1 0 0 0,-3 0 0 16,-4 3 0-16,-1-5 0 0,0 3 0 0,-4-3 0 16,-1-2 0-16,4-1 0 0,-4 0 0 15,1-4 0-15,3-1-226 0,3-2-398 0,0 0-198 16,11 0-77-16,-17 0 93 0,17 0-831 15,-11-3-1076-15</inkml:trace>
  <inkml:trace contextRef="#ctx0" brushRef="#br0" timeOffset="-165316.08">26689 9511 1220 0,'-13'-2'482'0,"-1"1"-178"0,3-1-82 0,0 0-22 0,0 1 1 0,11 1 23 0,-16-2 4 15,7 0-12-15,9 2-4 0,-11-1-13 16,11 1-22-16,0 0-22 0,0 0-10 16,0 0-12-16,0 0-11 0,36 0-6 0,27 0-13 15,18 1-12-15,14 1-42 0,39 0-38 16,22-2 5-16,23 3-1 0,67 0-6 0,11 1 0 15,2 2-7-15,0 3-14 0,-12-2-9 16,-16 2-3-16,-59-4-3 0,-8 2-2 0,-19-2 3 16,-18 0-13-16,-41-3-16 0,-14 1-17 15,-18-1 6-15,-13 0 9 0,-8-2 14 0,-10-2 7 16,-6 2 1-16,-5-4 6 16,-7 3 2-16,-5 1 0 0,2-6-18 0,-2 6-38 15,0 0-71-15,-19-13-97 0,6 8-139 16,-2-2-180-16,-5 0 48 0,-10-5-234 0,-1 9-245 15</inkml:trace>
  <inkml:trace contextRef="#ctx0" brushRef="#br0" timeOffset="-164648.52">26792 9636 2326 0,'-2'-5'155'0,"-1"-4"-2"0,1 2 11 0,2 7 7 16,-1-8 9-16,1 3 7 0,0 5-8 0,0 0-16 0,-4-7-7 0,4 7 18 15,0 0 18-15,-13 22 1 0,1 5 1 16,-3 5 0-16,0 3 9 0,-4 9-4 0,2 0-12 16,0 6-10-16,3-1-22 0,5-8-2 15,0 0-9-15,2-5-25 0,2-1 13 16,3-7-9-16,0-4-8 0,2-6 2 16,0 1-10-16,0-2 1 0,4-1-12 0,-3-4-3 15,5 0 0-15,2 1-3 0,3-5-7 16,9-2-8-16,5 1-1 0,11 1-20 0,7-6-5 15,20 2-15-15,10-6-38 0,6 0-55 16,11-3-64-16,34 4-4 0,13-1 14 0,14 2 9 16,13 0 12-16,4 2 7 0,4-2 8 15,6 1 6-15,-3 2 5 0,-1-3-7 0,-12 6-2 16,-14 0-8-16,-16 1-1 16,-16 3-1-16,-37-8-4 0,-17 2-13 0,-15 0 3 15,-8-1 18-15,-10-2 22 0,-7 3 25 16,-6-4 21-16,-5 0 15 0,-4 1 5 0,-7-1 1 0,0 0-1 15,16-1-3-15,-16 1-19 16,0 0-47-16,6-6-72 0,-6 6-91 0,0 0-107 16,-8-12-119-16,8 12-210 0,-12-12 37 15,3 7 53-15,-2-5-353 0,-9 2-404 0</inkml:trace>
  <inkml:trace contextRef="#ctx0" brushRef="#br0" timeOffset="-163998.18">26952 9808 2605 0,'-12'2'114'16,"12"-2"26"-16,0 0 17 0,0 0 17 0,0 0 8 0,0 0 14 0,-4-9-7 0,4 9-8 0,14-9-15 0,-5 3-11 0,2 2-13 15,5 1-14-15,-3-1-13 0,1 3-8 0,1 1-13 16,-2 0-5-16,-2 1-7 0,5 4-1 16,-3 1 5-16,-4 4 12 0,3 0 11 0,-6-1 19 15,-2 4 22-15,-3-1 15 16,-2 2 15-16,-1 1 9 0,-6-1 2 0,3 3 7 15,-3 0 5-15,-4 2 2 0,5-5-12 16,0 0-3-16,-2 0-3 0,4-3-10 0,-1-1-16 16,3-2-12-16,1-1-15 0,0-1-133 15,2-6-1-15,5 14 0 0,3-8 0 0,1 0 0 16,9-3 0-16,-4 3 0 0,8-5 0 16,-1 3 0-16,-3-3 0 0,4 3 0 0,-3 0 0 15,-4-1 0-15,-1-1 0 16,-3-1 0-16,0 1 0 0,-3 0 0 0,1 0 0 15,-9-2 0-15,13 1 0 0,-13-1 0 16,10 2 0-16,-10-2 0 0,10 2 0 0,-10-2 0 16,0 0-176-16,0 0-286 0,11 0-112 15,-11 0-135-15,0 0-164 0,0 0 92 0,0 0-789 16,0 0-1012-16</inkml:trace>
  <inkml:trace contextRef="#ctx0" brushRef="#br0" timeOffset="-163631.86">27587 9569 4688 0,'-4'-13'96'0,"2"1"31"0,0 5 45 0,-1 0 53 16,1 0 37-16,2 7 7 0,-1-8-15 0,1 8-26 0,-2-7-29 15,2 7-21-15,0 0 0 0,0 0 13 16,0 24 3-16,0-4-5 0,0 18 2 0,0 3 8 16,-2 2-23-16,2 5-7 0,-4 7-163 15,2-9-6-15,2 0 0 0,0 2 0 0,0-5 0 16,-3 0 0-16,1-6 0 0,0-8 0 16,2-6 0-16,0-4 0 0,0-3 0 0,-2-3 0 15,4-1 0-15,-4-2 0 0,2 1 0 16,0-3 0-16,0-1 0 0,2-2 0 15,-2-5 0-15,0 0 0 0,0 0 0 16,-2 9 0-16,2-9 0 0,0 0 0 0,0 0 0 16,0 0 0-16,0 0-404 0,0 0-205 15,0 0-106-15,0 0-166 0,0 0 82 0,0 0 92 16,-4-21-679-16,4 21-840 0</inkml:trace>
  <inkml:trace contextRef="#ctx0" brushRef="#br0" timeOffset="-163297.99">27817 9806 3630 0,'1'-12'114'16,"1"2"61"-16,1 3 37 0,-3 2 31 15,0 5 34-15,0-9 26 0,0 9 12 0,0 0-18 16,0 0-24-16,0 0 16 0,0 0 12 15,0 0-3-15,0 0-14 0,-5 33-3 0,4-14-24 16,1 1-10-16,-2 2-11 0,0 4-77 16,0-2-159-16,-2 0 0 0,4-5 0 0,-2-1 0 15,2-1 0-15,0-3 0 16,-1-2 0-16,1 1 0 0,0-3 0 0,0-4 0 16,0 3 0-16,-2-3 0 0,2-6 0 15,-2 10 0-15,2-10 0 0,0 4 0 0,0-4 0 16,0 0 0-16,0 0 0 0,0 0 0 15,0 0-622-15,0 0-191 0,0 0-102 0,0 0 82 16,0 0-870-16,0 0-1138 0</inkml:trace>
  <inkml:trace contextRef="#ctx0" brushRef="#br0" timeOffset="-158666.58">28232 9602 4475 0,'2'-9'-89'0,"-2"9"55"0,2-7 50 0,-2 7 29 0,0-7 35 0,0 7 24 16,0-6 23-16,0 6 19 0,0 0 10 0,-2-9 4 0,2 9-6 0,0 0-9 16,0-7-9-16,0 7-6 0,0 0-1 0,0 0-10 15,0 0-6-15,0 0-16 16,2-8-8-16,-2 8 11 0,0 0 34 0,0 0 19 16,0 0 4-16,5 32-3 0,-3-16 4 15,3 8 0-15,-5 1-5 0,4 14-6 0,-2 0-8 16,-2 2-4-16,0-2-10 0,0 1-9 15,-2 2-52-15,2-1-64 0,-2-4 0 0,2-8 0 16,0-6 0-16,0-3 0 0,0-1 0 16,0-5 0-16,0 1 0 0,0-1 0 0,0-4 0 15,2-1 0-15,-2 1 0 0,-2-4 0 16,2-6 0-16,0 14 0 0,0-9 0 0,0-5 0 16,0 9 0-16,0-9 0 0,0 0 0 15,0 8 0-15,0-8 0 0,0 0 0 0,0 0 0 16,-2 6 0-16,2-6 0 15,0 0 0-15,0 0-432 0,0 0-257 0,0 0-178 16,0 0 8-16,0 0 82 0,0 0-776 16,0 0-997-16</inkml:trace>
  <inkml:trace contextRef="#ctx0" brushRef="#br0" timeOffset="-155632.55">28908 9670 3977 0,'0'0'-135'0,"9"-2"60"0,-9 2 41 0,0 0 39 0,0 0 54 0,5-6 32 0,-5 6 25 16,0 0 18-16,0 0 10 0,0 0 9 15,0 0 4-15,0 0 0 0,0 0-2 0,0 0-2 16,0 0-5-16,0 0-3 0,0 0-6 15,0 0-6-15,0 0-6 0,0-9-6 16,0 9-6-16,0 0-6 0,0 0-6 16,0 0-2-16,0 0 2 0,0 0-5 0,0 0 22 15,0 0-5-15,0 0 4 0,0 0-2 16,0 0-3-16,0 0-1 0,0 0-7 0,0 0-2 16,0 0 0-16,0 0 8 0,0 0 3 15,0 0 1-15,0 0-6 0,-26 0-2 0,26 0-9 16,0 0-79-16,0 0-20 0,-24 7 0 15,17-5 0-15,7-2 0 0,-17 6 0 0,5-2 0 16,3 1 0-16,-1 0 0 0,-1 0 0 16,0 1 0-16,-1 0 0 0,-1 2 0 0,-3-1 0 15,3 1 0-15,-2 4 0 16,-2-2 0-16,-1 3 0 0,-3 5 0 0,3 1 0 16,2-2 0-16,3-3 0 0,-1 1 0 15,3 2 0-15,4 1 0 0,-2-1 0 0,2-2 0 16,3 0 0-16,2 2 0 0,2 0 0 15,0-5 0-15,2 5 0 0,4-3 0 0,2 2 0 16,0-3 0-16,3-1 0 16,1-1 0-16,1-2 0 0,0 0 0 0,2-4 0 0,1-2 0 15,1 2 0-15,-4-5 0 0,0 2 0 16,-2 0 0-16,1-2 0 0,-2-4 0 0,1 3 0 16,-3-5 0-16,-1 3 0 0,1-2 0 15,-4-2 0-15,-3-2 0 0,-1 1 0 16,0-3 0-16,-1 1 0 0,-1-1 0 15,-4 1 0-15,-1 0 0 0,-2 1 0 0,-5 1 0 16,-1 2 0-16,1 6 0 0,-3 0 0 16,0 0 0-16,-3 0 0 0,-2 4 0 0,3 0-146 15,-1 1-660-15,6-1-159 0,-2 2 96 16,7 0-969-16,-2 2-1265 0</inkml:trace>
  <inkml:trace contextRef="#ctx0" brushRef="#br0" timeOffset="-150350.74">4192 6962 1596 0,'0'0'366'0,"-20"3"-56"0,20-3-41 0,0 0-15 0,0 0-20 0,-18 2-16 0,18-2-10 0,-12 1-17 0,12-1 11 16,0 0-1-16,0 0 5 0,-13 2-4 16,13-2-3-16,0 0 1 0,0 0-2 0,-11 1 0 15,11-1-11-15,0 0 6 0,0 0-29 16,0 0-18-16,0 0-14 0,0 0-11 0,0 0-8 16,0 0-12-16,32-15-6 0,-19 8-12 15,3 0-17-15,2-1 7 0,4-1-12 16,-3 1-11-16,1-2-7 0,-2 5-1 0,-1-2-3 15,-4 2-6-15,-1 1-4 16,0 2-5-16,-12 2 16 0,12 0-24 0,-12 0-1 16,16 6 2-16,-10-1-6 0,-1 3 5 15,1 6-5-15,-1 0 1 0,-3 4 24 0,0 6-1 16,-6 11 1-16,4-3 5 0,0-4 1 16,0 12 9-16,0 1 11 0,2 0-8 0,-2-4-1 15,-2-1-6-15,2-7-1 0,0-3-3 16,0-2-3-16,2-2-4 0,0-1-4 0,1-3 0 15,-3-1-6-15,4-5-1 0,-3 1-5 16,-1-3 4-16,2-4-6 0,0 4 0 16,-2-3 4-16,0-7-4 0,4 10-15 15,-4-10-16-15,0 7-43 0,0-7-56 0,0 7-75 16,0-7-76-16,0 0-111 0,0 0-108 16,0 0-120-16,0 0-168 0,0 0 4 15,-8-18 75-15,5 9-577 0,-2-2-729 0</inkml:trace>
  <inkml:trace contextRef="#ctx0" brushRef="#br0" timeOffset="-149968.37">4224 7240 3340 0,'-13'2'-75'0,"3"-2"33"0,10 0 29 0,-18 4 27 0,7-2 33 0,11-2 25 0,-11 2 25 16,11-2 9-16,-11 3-1 0,11-3 11 0,-8 1 6 16,8-1 9-16,0 0 9 0,0 0 11 15,0 0 11-15,0 0-3 0,0 0-6 0,0 0-14 16,50-14-12-16,-14 6-12 0,5-3-7 16,9-3-16-16,0 3-7 0,2-7-6 15,-9 9-9-15,-5 1-4 0,1-1-7 0,-10 3-6 16,-9 1-2-16,1 0 10 0,-4 1 7 15,1 1 23-15,-7 2 21 0,-1-3 15 16,-10 4 9-16,16-4 7 0,-7 4-1 16,-9 0-7-16,0 0-10 0,14-5-17 0,-14 5-10 15,10-3-9-15,-10 3-14 0,0 0-11 16,0 0-51-16,14-4-70 0,-14 4-84 0,0 0-88 16,0 0-129-16,0 0-147 0,0 0-194 15,0 0-89-15,0 0 84 0,-11 20-634 0,11-20-795 16</inkml:trace>
  <inkml:trace contextRef="#ctx0" brushRef="#br0" timeOffset="-146000.58">26853 11251 2846 0,'-18'0'190'0,"4"2"-81"0,2-2-24 0,1 2-6 0,11-2 18 16,-14 0 28-16,14 0 4 0,0 0 6 0,-8 2 22 15,8-2 16-15,40 0-5 0,23-6-10 16,23 3-14-16,39-2-18 0,15 1-12 0,12-1-13 16,6-1-28-16,3 1-7 0,3 1-12 15,-5 2-7-15,6 0-2 0,-11-2-9 0,-7 3-7 16,-10 0-15-16,-19 1-26 15,-34-2-14-15,-16-2-3 0,-19 4 1 0,-10-2 0 16,-8 2 4-16,-10 0 0 0,-4-1-1 0,-6-1-7 16,-1 2-20-16,-10 0-43 0,0 0-66 15,0 0-61-15,0 0-85 0,0 0-123 16,0 0-179-16,-46 2 33 0,23-4-315 0,-3 4-374 16</inkml:trace>
  <inkml:trace contextRef="#ctx0" brushRef="#br0" timeOffset="-145302.52">26737 11381 2676 0,'9'-5'98'0,"-2"0"10"0,0 2 10 0,-7 3 25 0,9-4 18 0,-9 4 2 16,0 0-8-16,0 0-12 0,0 0 25 0,5 9 28 15,-5 3 2-15,-5 6-10 0,-1 4-6 16,-6 10 6-16,1 4-4 0,0 0-4 0,-3 0-5 15,3 0-7-15,1-2-5 16,1 1-7-16,1 0-11 0,1-5-9 0,1 4-10 0,2-9-6 16,2-2-6-16,0-4-12 15,0-4-9-15,2 5-1 0,0-4-3 0,4 2-8 16,0-2 9-16,4-2-7 0,5-2-7 16,10 5-5-16,9-5-10 0,6-3-2 0,10-5-12 15,21 0-2-15,6-1-9 0,13 0 3 16,30-1-26-16,4 2-2 0,11 1 1 0,1-4 1 15,-1 0-7-15,0 1 4 16,-6 0-5-16,-7-2 1 0,-28 2-1 0,-5-1 1 16,-11-2-9-16,-8 2-21 0,-21-1 2 0,-8 0 2 15,-10-1 1-15,-6 1-4 0,-5 0-1 16,-4 0 12-16,-14 0-3 0,22 0 1 16,-22 0-13-16,14 0-7 0,-14 0-40 0,11 0-51 15,-11 0-70-15,0 0-85 0,0 0-94 16,0 0-91-16,0 0-121 0,0 0-169 15,0 0 42-15,0 0 85 0,-25 8-485 0,5-6-581 16</inkml:trace>
  <inkml:trace contextRef="#ctx0" brushRef="#br0" timeOffset="-144786.3">27255 11586 3105 0,'4'-11'49'0,"-3"1"19"0,1 2 27 0,0-1 41 0,0 0 41 0,0 3 36 0,-2-4 17 15,2 6-9-15,-2 4-18 0,1-9-20 16,-1 9-18-16,2-5-18 0,-2 5 19 0,0 0 23 15,0 0 8-15,0 26 7 0,-2-9 3 16,-1 2 2-16,1 6-2 0,-4-2 0 0,5 2-10 16,-3 2-13-16,0 7-10 0,0-9-14 15,3-4-15-15,-2 3-15 0,1-5-11 16,0-2-14-16,0-1-10 0,2-3-9 16,0 1-12-16,0-6-6 0,0 1-8 0,0 0-44 15,0-9-16-15,0 11 0 0,0-11 0 16,0 7 0-16,0-7-21 0,0 0-176 0,4 4-75 15,-4-4-101-15,0 0-132 0,0 0-136 16,0 0-199-16,0 0 58 0,0 0 90 0,0 0-624 16,0 0-772-16</inkml:trace>
  <inkml:trace contextRef="#ctx0" brushRef="#br0" timeOffset="-144435.95">27720 11387 3698 0,'0'-11'63'0,"1"3"31"0,-1 4 24 15,0 4 26-15,0-10 24 0,0 10 13 16,0 0 1-16,0-7-20 0,0 7-4 0,0 0 21 16,0 0 27-16,-3 28-12 0,1-10 11 15,0 8 5-15,-2 12 0 0,2-1-2 0,2 5-5 16,0-3-18-16,0-1-7 0,0 1-10 15,0-6-11-15,2 4-13 0,-2-11-14 16,4-1-11-16,-4-1-12 0,2-6-11 0,-2 3-10 16,0-7-7-16,2-1-8 0,-2 0-8 15,0-3-38-15,0-2-25 0,0 2 0 16,0-4 0-16,0-6 0 0,0 11 0 0,0-11 0 16,0 0 0-16,-2 4-44 0,2-4-182 15,0 0-63-15,0 0-87 0,0 0-88 0,0 0-92 16,0 0-110-16,0 0-114 0,0 0 53 15,-15-15-655-15,15 15-835 0</inkml:trace>
  <inkml:trace contextRef="#ctx0" brushRef="#br0" timeOffset="-144035.72">28351 11443 3650 0,'1'-9'8'0,"3"0"19"0,-2 3 17 0,0 1 29 16,-2 5 28-16,2-9 26 15,-2 9 12-15,0 0 3 0,0 0 17 0,0 0 17 0,0 0 14 16,0 0 9-16,-29 23 14 16,9-3 22-16,-2 6 2 0,-6 7 10 0,-5 6-4 15,3-3-10-15,-1 0-6 0,5 2-13 16,-1-5-9-16,7-4-17 0,4 0-16 0,3-3-14 15,5-5-14-15,4-3-9 0,0-2-11 16,4-3-10-16,4 1-47 0,0 0-67 0,4-4 0 16,3-2 0-16,0-1 0 0,5-5 0 15,-1 0 0-15,-2-2 0 0,4-2 0 0,1-1 0 16,-4-3 0-16,2-1 0 0,-3-1 0 16,-3-1 0-16,-2-3 0 0,-3 2 0 0,-1 0 0 15,-4-2 0-15,-2 2 0 16,-2-2 0-16,-1 3 0 0,-4-1 0 0,-4 1 0 15,-5 1 0-15,0 2 0 0,-1 2-276 16,1 1-161-16,-6 2-115 0,5 1-160 0,-3 0-134 16,1 1 60-16,1 2-772 0,7-3-1002 15</inkml:trace>
  <inkml:trace contextRef="#ctx0" brushRef="#br0" timeOffset="-135550.7">4866 6936 1730 0,'4'4'818'0,"-4"-4"-274"0,5 2-141 0,-5-2-46 0,0 0-31 0,0 0-31 0,0 0-29 16,0 0 5-16,0 0 11 0,22-9-15 0,-14 3-16 15,0-2-10-15,-3 0-17 0,2 1-20 16,-1 1-22-16,0 0-15 0,-2 2-16 0,2-2-13 15,-3 2-19-15,-3 4-10 0,8-6-10 16,-8 6-12-16,8-2-5 0,-8 2-9 0,0 0 19 16,0 0 4-16,13 18 13 0,-9-3 23 15,1 3-56-15,-1 17-76 0,4 1 0 16,-2 4 0-16,1-1 0 0,1 2 0 16,-2 0 0-16,3 1 0 0,2 3 0 0,0-7 0 15,-4-3 0-15,0-1 0 0,1-7 0 16,-5-8 0-16,2-2 0 0,-1-1 0 0,-1-4 0 15,-1-1 0-15,2 1 0 0,-2-2 0 16,2-3 0-16,-4-1 0 0,0-6 0 0,0 11 0 16,0-11 0-16,-10 7 0 0,5-2 0 15,-4-2 0-15,-4 2 0 0,-1 0 0 16,-6 4 0-16,1-2 0 0,0 3 0 0,0-3 0 16,1 3 0-16,6-3 0 0,-1 0 0 15,2-2 0-15,2 0 0 0,6-2 0 16,3-3 0-16,-6 7 0 0,6-7 0 15,0 0 0-15,24 5 0 0,-5-8 0 0,8 0 0 16,11-6 0-16,5 1 0 0,-4-3 0 16,1 1 0-16,-2-2 0 0,-3 2 0 0,-8 1 0 15,-7 2 0-15,-2 4 0 0,-4-4 0 16,-2 5 0-16,-4-2 0 0,-1 2 0 0,2 0 0 16,-9 2 0-16,13-5 0 15,-13 5 0-15,7-5 0 0,-7 5 0 0,7-4 0 16,-7 4 0-16,0 0 0 0,0 0 0 15,0 0 0-15,0 0 0 0,0 0-624 0,0 0-376 16,0 0 121-16,0 0-1055 0,0 0-1356 16</inkml:trace>
  <inkml:trace contextRef="#ctx0" brushRef="#br0" timeOffset="-133670.27">17446 10171 2092 0,'0'0'539'0,"4"-5"-114"0,-4 5-78 0,0 0-38 0,6-4-18 0,-6 4-16 0,0 0-22 0,0 0-18 16,0 0-2-16,7-6-9 15,-7 6-11-15,0 0-23 0,0 0-13 0,2-9-22 16,-2 9-11-16,0 0-20 0,0 0-8 16,2-8-16-16,-2 8-2 0,0 0-14 0,1-9-10 15,-1 9-9-15,0-9 6 0,0 9-12 16,-3-8-13-16,3 8 0 0,-6-5-8 0,6 5 3 15,-11-7-3-15,8 5-14 0,3 2-1 16,-18 0-7-16,18 0 6 0,-21 9 1 0,8-2-8 16,0-1 1-16,1 5-3 0,-1-3-4 15,3 3-1-15,0-1 7 0,1 0-6 16,6 0-1-16,-1-1 1 0,1-1-2 16,3 0-3-16,5 2 4 0,-2-2-1 0,5 3-2 15,-1-3 11-15,3 2-7 0,3-1-1 16,-2-1 0-16,1 2 0 0,3-4 0 0,-5 2 6 15,1-1 1-15,-1-1-3 0,-5-2 10 16,4 4 14-16,-6-3 6 0,3-1 3 0,-3 2 5 16,-1 0 11-16,0-2 3 0,-2-4 3 15,0 11-5-15,-4-3-3 0,3-2-4 0,-7 0-2 16,3 1-8-16,-4 0-6 0,0 0-2 16,2-2-24-16,-1-2-13 0,-2 1 0 15,3 1 0-15,-2-1 0 0,-4-1 0 16,6-2-9-16,-2 3-153 0,1-1-83 0,-2-1-84 15,1 0-109-15,9-2-96 0,-16 3-142 16,16-3-126-16,-14-2 57 0,14 2-701 0,-14-5-895 16</inkml:trace>
  <inkml:trace contextRef="#ctx0" brushRef="#br0" timeOffset="-131621.04">17273 8731 3640 0,'-10'3'-143'0,"10"-3"50"0,0 0 42 0,-10 4 40 16,10-4 35-16,0 0 42 0,-9 1 22 0,9-1 10 15,0 0 0-15,0 0 1 0,-9 0 2 16,9 0-2-16,0 0 3 0,0 0 7 0,0 0 3 16,0 0 1-16,0 0 5 0,0 0 8 15,-10 4 0-15,10-4 13 0,0 0 11 0,0 0 10 16,0 0 11-16,0 0 9 0,0 0 14 15,0 0-10-15,0 0-12 0,0 0-15 16,0 0-8-16,-11-12-7 0,11 12-16 16,-4-7-11-16,4 7-8 0,-6-7-12 0,4 4-9 15,2 3-1-15,-1-7 3 0,1 7 0 16,-7-9-9-16,7 9-7 0,0-10-11 16,0 10-5-16,0-9-3 0,2 4-6 0,1-2-6 15,-1 1-8-15,-2 6 1 0,5-9-5 16,-1 6-5-16,1-2-1 0,-5 5-2 0,11-6-5 15,-11 6-3-15,14-6 4 0,-14 6-7 16,20 0 0-16,-9 0 2 0,-11 0-6 0,23 3 2 16,-10-2 0-16,-4 3 1 0,3 1-15 15,-1 0 3-15,-1 2 5 0,0 3 0 0,-5 2 4 16,2 1 9-16,-7 3 7 16,2 2 7-16,-2 0 4 0,-2 1-33 0,1 3 0 15,-5 1 0-15,2-3 0 0,1-1 0 16,-3 0 0-16,4-3 0 0,-2-2 0 0,4-1 0 15,-2-4 0-15,0-2 0 0,2 0 0 16,0-7 0-16,4 12 0 0,0-9 0 0,2 0 0 16,-6-3 0-16,18 2 0 0,-4-2 0 15,3-2 0-15,0 1 0 0,-2-1 0 0,5-1 0 16,-8 1 0-16,4-2 0 0,-3 4 0 16,-1-2 0-16,-1 1 0 0,-2-2 0 15,4 3 0-15,-13 0 0 0,14-4 0 0,-5 3 0 16,-9 1 0-16,13-2 0 0,-13 2 0 15,9-2 0-15,-9 2 0 0,0 0 0 16,14-2 0-16,-14 2 0 0,0 0 0 0,7-2 0 16,-7 2 0-16,0 0 0 0,0 0 0 15,0 0 0-15,0 0 0 0,0 0 0 0,0 0-597 16,0 0-222-16,0 0-88 0,0 0 80 16,0 0-887-16,0 0-1149 0</inkml:trace>
  <inkml:trace contextRef="#ctx0" brushRef="#br0" timeOffset="-130783.71">17608 10227 4500 0,'0'0'-15'0,"0"0"51"0,-11-3 31 0,11 3 34 0,0 0 45 0,-7-3 39 0,7 3 16 15,0 0-15-15,0-11-19 0,0 11-22 16,12-12-16-16,-4 7-3 0,3-3-23 16,1-1-4-16,3 2-8 0,-3 0-17 0,1 2-12 15,-1 0-24-15,-1 2-48 0,0 0-53 16,-1-1-54-16,-3 2-58 0,3-1-65 0,-10 3-58 15,14-4-58-15,-9 3-64 0,-5 1-93 16,0 0-121-16,15 0 34 0,-15 0-426 0,0 0-499 16</inkml:trace>
  <inkml:trace contextRef="#ctx0" brushRef="#br0" timeOffset="-130604.64">17644 10285 2751 0,'-5'4'67'0,"1"1"65"0,0-2 40 0,4-3 31 16,0 0 38-16,-5 4 26 15,5-4 8-15,0 0-13 0,0 0-17 0,0 0-29 16,0 0-24-16,0 0-16 0,20-10-18 16,-8 5-16-16,3-1-16 0,0-2-15 0,0 1-49 15,6-2-83-15,-1 2-107 0,-2-3-129 16,5 0-132-16,-6-1-139 0,2 3-122 0,3-4 28 16,-6 2-468-16,0 0-559 0</inkml:trace>
  <inkml:trace contextRef="#ctx0" brushRef="#br0" timeOffset="-130238.22">17981 9981 3075 0,'-2'-5'69'0,"2"5"39"0,-5-8 21 16,5 8 29-16,-4-6 8 0,4 6 5 0,-2-6-13 16,2 6-14-16,0 0-15 0,2-11-14 15,-2 11-12-15,6-4-11 0,-6 4-6 0,0 0-9 16,14-2-9-16,-14 2-5 0,0 0-2 15,0 0 6-15,14 9 16 0,-8-4 6 0,-2 2 6 16,-3-2 10-16,-1 2-2 16,3 6 6-16,-3-1-1 0,0-4 10 0,-3 5 5 0,2 3-10 15,-1-2 15-15,0-1-4 16,0 0-21-16,2-1-11 0,0 0-16 0,2-4 6 16,0 3-7-16,1-1-3 0,0 0-6 15,3-1-3-15,-3-1-12 0,1 0 0 0,0 1-6 16,1-2-8-16,-5 1 2 0,4-1 5 15,-4-2 12-15,0-5 5 0,5 9-1 0,-5-2 3 16,0-7-3-16,-5 10-7 0,1-3-5 16,-1 1-2-16,-3-4-14 0,-1 4-18 15,-5-3-76-15,1 1-104 0,1-3-127 0,-4-3-164 16,-2 0-203-16,-3-5-163 0,-7-6 58 16,-2-5 96-16,5 2-634 0,-6-8-761 0</inkml:trace>
  <inkml:trace contextRef="#ctx0" brushRef="#br0" timeOffset="-129704.8">16846 8932 3400 0,'-18'0'-83'0,"4"4"38"0,-2-4 37 0,-1 2 35 0,1-2 42 0,2 2 43 16,0 0 28-16,-1 0 22 0,1-2 10 16,5 0-3-16,9 0-9 0,-15 3-6 15,15-3 10-15,0 0-5 0,0 0-14 0,0 0-15 16,0 0-7-16,44-19-16 0,9 2-10 15,16-2-9-15,22-8-9 0,10-1-4 0,2-1-11 16,3-2-8-16,-6 4-2 0,-10 4-9 16,-27 4-3-16,-13 4-3 0,-14 5-5 0,-9 3-3 15,-5 0 0-15,-10 3-6 0,-3 0-5 16,-6 4-6-16,-3 0 0 0,0 0-4 16,0 0-31-16,0 0-52 0,-39 15-61 15,8-3-83-15,4 3-87 0,-5 3-94 0,4-1-145 0,1-2-119 16,-4 2 46-16,4 2-441 15,-3-2-529-15</inkml:trace>
  <inkml:trace contextRef="#ctx0" brushRef="#br0" timeOffset="-129388.34">16801 9207 3104 0,'-20'6'86'0,"1"-4"11"0,0 2 18 16,5 0 16-16,2-2 55 0,-1 0 48 0,2-2 14 15,2 1 0-15,9-1-12 0,-16 2-5 16,16-2-12-16,0 0-4 0,0 0-12 0,0 0-21 16,0 0-11-16,0 0-21 15,56-27-14-15,-1 10-14 0,14-6-5 0,20-9-22 16,6 0-2-16,2-3-10 0,-1 4-11 16,-7 0 16-16,-19 8-14 0,-11 5-4 0,-12 1-9 15,-15 5-6-15,-9 7-2 0,-3-3 0 16,-9 4-2-16,-6 2-8 0,-1 0-10 0,-4 2-1 15,0 0-2-15,0 0-11 0,0 0-22 16,-32 8-75-16,19-2-92 0,-5 1-115 0,3-1-131 16,1 0-157-16,2 4-229 15,2-3 59-15,0 1 87 0,3 1-606 0,-1-1-722 16</inkml:trace>
  <inkml:trace contextRef="#ctx0" brushRef="#br0" timeOffset="-127239.65">28510 12030 929 0,'-7'-4'500'0,"-2"0"-184"0,0 1-86 0,9 3-34 0,-7-5-14 0,7 5 6 16,-9-3 7-16,9 3-14 0,-6-3 7 16,6 3-11-16,0 0-8 0,-8-5-10 0,8 5-5 15,0 0-7-15,0 0-3 0,0 0-3 16,0 0-10-16,0 0-13 0,0 0-12 0,19-7-12 15,3 4-6-15,4 3-11 0,16 0-5 16,6 0-11-16,15 0-5 0,9-2-10 0,5 2-1 16,0-4-6-16,5 0-11 0,2 2-8 15,1 2-5-15,1-2-4 0,4 2 1 16,-6-3-1-16,-10 0-2 0,-7 0-3 16,-20 1 6-16,0 0-2 0,-13 0-3 0,-5 2 1 15,-9 0-1-15,1 0 1 0,-3-2 6 16,-4 2 0-16,-2 0 9 0,1 0 4 0,-13 0 4 15,20-2 2-15,-11 2 0 0,-9 0-2 16,17 2-3-16,-17-2-2 0,13 0-2 0,-3 2-4 16,-10-2-4-16,12 0-2 0,-12 0-41 15,11 0-71-15,-11 0-109 0,5 2-117 16,-5-2-131-16,0 0-212 0,10 2 38 16,-10-2 67-16,0 0-342 0,0 0-386 15</inkml:trace>
  <inkml:trace contextRef="#ctx0" brushRef="#br0" timeOffset="-125139.3">27344 12829 2690 0,'-17'-2'75'0,"4"-1"19"16,1 1 25-16,3 1 34 0,9 1 23 0,-11-3 24 0,11 3-6 0,0 0-6 16,20-8 4-16,28 2 1 0,28 2-18 15,47 0-20-15,13 2-17 0,15 0-15 0,11 4-15 16,9 2-8-16,12 2-11 0,52-4-9 16,-58 4-10-16,-2 0-8 0,-7-2-5 0,-14 1-4 15,-12 1-7-15,-27-4-5 16,-34 0-4-16,-19 0-21 0,-13 0-13 0,-17 0-4 15,-9-2 0-15,-6 0-19 0,-6 0-34 16,-3 2-37-16,-8-2-48 0,0 0-60 0,0 0-62 16,0 0-91-16,0 0-124 0,-43-2-163 15,21 0 56-15,-6 0-373 0,-13 2-435 0</inkml:trace>
  <inkml:trace contextRef="#ctx0" brushRef="#br0" timeOffset="-124572.62">27246 12834 2880 0,'1'-9'75'0,"-1"5"4"0,4-3 18 0,0-1 31 15,-2 3 32-15,0 0 18 0,-2 5 2 0,5-7-10 0,-5 7-16 16,0 0 8-16,0 0 36 0,0 0 3 15,9 21 5-15,-11-2 0 0,2 5 2 0,-5 12-9 16,-1 3 1-16,5 2-2 0,-5 1-1 16,0 1 5-16,2-3-11 0,2 1-2 0,4 0-7 15,1 0-10-15,2-4-6 0,4-1-6 16,2 3-12-16,9-8-9 0,10 6-13 0,8-6-11 16,10-4-10-16,11-6-14 15,8-1-8-15,28-1-37 0,9-2-46 0,2-5 0 16,1 0 0-16,1-2 0 0,-24-3-40 15,2-4-51-15,-5 1 9 0,0-1 14 0,-9-1 0 16,-7-4 18-16,-16 4 1 0,-6-5 10 16,-9 1 4-16,-7 0 2 0,-7 0 1 0,0 1 7 15,-4-1 3-15,-2-2 1 0,-1 3 1 16,-1-1-2-16,-5-1 12 0,3 1-12 0,-10 2-29 16,13-3-64-16,-13 3-87 0,10-4-125 15,-10 4-136-15,3-5-133 0,-3 5-201 16,0 0 57-16,-5-10 79 0,5 10-533 0,-16-9-658 15</inkml:trace>
  <inkml:trace contextRef="#ctx0" brushRef="#br0" timeOffset="-124006.59">27868 12971 3281 0,'0'0'-23'0,"8"-5"13"0,-8 5 16 0,5-3 32 0,-5 3 37 0,0 0 30 0,0 0 17 0,0 0 16 0,0 0 12 0,0 0 16 0,0 0 1 0,-20 17 0 16,4-5 7-16,-11 3 10 0,3 3-6 15,-1 3-9-15,0-4-11 0,4 4-4 0,-1 1-7 16,1 0-12-16,1 0 9 0,7-6-18 15,1 2-1-15,5-1-7 0,0-1-2 16,5-4-4-16,0 1-9 0,4 1-13 0,2-2-3 16,-1 2-9-16,6-4 4 0,2 0-24 15,0 0-3-15,3-3-11 0,-5-1 2 16,4-2-15-16,-1-2 1 0,-3 0-3 0,-9-2-7 16,19 0 4-16,-19 0-6 0,13-4-5 15,-13 4-8-15,8-10 2 0,-8 3 1 16,0-3-8-16,-4 0-10 0,0 0-7 0,1-1-19 15,-3 1-12-15,1 0-24 0,-2-1-14 16,0 3-30-16,1 3-35 0,2 0-62 0,-3 0-68 16,7 5-75-16,-10-2-76 0,10 2-128 15,0 0-168-15,0 0 67 0,-13 8-542 16,13-8-665-16</inkml:trace>
  <inkml:trace contextRef="#ctx0" brushRef="#br0" timeOffset="-123389.81">28663 13544 3100 0,'-9'-5'-76'0,"-1"0"27"0,0 3 28 0,1-1 36 0,2-1 35 0,7 4 32 0,-22-7 31 0,15 4 7 0,-5 1 10 15,12 2 1-15,-15-5 4 0,15 5-4 16,-11-5-4-16,4 3-2 0,7 2-10 16,0 0-3-16,-11-1-5 0,11 1-1 0,0 0 0 15,-9-6-3-15,9 6 6 0,0 0 0 16,0 0 3-16,0 0 6 0,0 0 0 0,0 0 4 15,0 0-1-15,40 11-11 16,-2-7-8-16,21 2-16 0,14-1-9 0,6 0-6 0,32 0-16 16,2-1-35-16,-22-4-43 15,23 0-37-15,-23 3-22 0,-1-1 10 0,0-1 6 16,-6-2 11-16,-6 1 4 0,-7 0 5 16,-22 0 7-16,-5 0 36 0,-14 0 33 0,-5-2 14 15,-6 2 7-15,-5-3 1 0,-1 3-1 16,-1 0-2-16,-3 0-3 0,-9 0-1 0,16 0-9 15,-16 0-4-15,9 0-9 0,-9 0-45 16,0 0-72-16,3 5-100 0,-3-5-110 0,0 0-133 16,0 0-203-16,-11 10-42 15,3-8 66-15,-3 1-427 0,0-1-515 0</inkml:trace>
  <inkml:trace contextRef="#ctx0" brushRef="#br0" timeOffset="-122640.18">28223 12903 2983 0,'0'-7'39'0,"0"0"15"0,0-2 18 0,0 9 33 0,2-14 36 0,0 6 24 0,0 1 17 0,-1 1 15 16,-1 6-2-16,4-12-4 16,-2 6-5-16,-2 6-8 0,2-9-13 0,-2 9-8 15,2-6-10-15,-2 6 20 0,0 0 27 16,0 0 28-16,10 27 7 0,-6-4 9 0,-3 12 12 15,-1 8 18-15,2 5 2 0,0 10 2 16,0 0-6-16,2 2-14 0,-3-4-12 16,-1 0-74-16,4-9-166 0,-2-5 0 0,3-1 0 15,-4-2 0-15,1-10 0 0,0-5 0 16,0-4 0-16,0-1 0 0,0-2 0 16,-2-5 0-16,0 0 0 0,0-2 0 0,0-1 0 15,2-1 0-15,-2-1 0 0,0-7 0 16,0 11 0-16,0-11 0 0,0 10 0 15,0-10 0-15,0 5 0 0,0-5 0 0,0 0 0 16,0 0 0-16,0 0 0 0,0 0 0 16,0 0-70-16,0 0-753 0,0 0-133 0,0 0 77 15,16-21-979-15,-13 18-1283 0</inkml:trace>
  <inkml:trace contextRef="#ctx0" brushRef="#br0" timeOffset="-121756.8">28716 13100 4684 0,'4'-11'-183'0,"-2"5"48"0,-2-2 39 16,0 8 44-16,4-13 56 0,-4 6 53 0,0-2 41 0,0 4 24 0,1-3 21 15,-1 8 11-15,0-12 11 0,4 7 2 16,-4 5 6-16,0-11-3 0,0 11 0 0,5-7-7 15,-5 7-10-15,0 0 0 0,0 0-18 16,0 0 21-16,0 0 22 0,0 0 8 0,3 27 1 16,-3-9-1-16,-3 16 6 0,-2 3 7 15,1 0 3-15,-1 3-7 0,-2-2-9 0,1-1-107 16,0-1-79-16,-2-2 0 16,1-3 0-16,1-7 0 0,3-5 0 0,-1-1 0 15,-1-5 0-15,1-1 0 0,4-1 0 16,-1-3 0-16,-1 0 0 0,0 0 0 0,0-3 0 15,2-5 0-15,0 0 0 0,0 0 0 16,0 0 0-16,0 0 0 0,0 0-253 0,0 0-361 16,4-34-99-16,-1 20-151 15,-3-5 55-15,4-1 75 0,-1-2-696 0,-1 2-880 16</inkml:trace>
  <inkml:trace contextRef="#ctx0" brushRef="#br0" timeOffset="-121423.58">28777 12905 3842 0,'0'0'-64'0,"0"-8"31"0,0 8 32 0,0 0 37 15,0 0 47-15,0 0 32 16,0 0 25-16,-30 8 15 0,17 2 12 0,-5 1 13 0,-7 7 12 16,4 1 15-16,-1 0 31 15,-3-1 9-15,2 3 1 0,0-1-2 0,8-3 2 16,1-4-10-16,5-1 1 0,2-1 0 0,1-1-2 15,2 2-2-15,4-4-5 0,4 1-18 16,3 1-16-16,15-2-77 0,6 5-119 16,8-7 0-16,6 0 0 0,17 2 0 0,-2-1 0 15,2-4 0-15,-7-1 0 0,-5-1 0 16,-2 1 0-16,-13-2 0 0,-5 2 0 0,-7-2 0 16,-4 0 0-16,-1 0 0 0,-2 0 0 15,-3 0 0-15,-10 0 0 0,14 0 0 16,-14 0 0-16,7 2 0 0,-7-2 0 15,0 0-108-15,2 5-406 0,-2-5-159 0,0 0-226 16,0 0 60-16,-12 12 83 0,6-7-741 16,-1 2-944-16</inkml:trace>
  <inkml:trace contextRef="#ctx0" brushRef="#br0" timeOffset="-117974.64">19725 11465 1063 0,'0'0'255'0,"0"0"-65"0,0 0-34 0,0 0-13 0,-10 13 1 0,10-13 6 16,0 0-17-16,0 0-16 0,0 0-15 15,-7 2-6-15,7-2 0 0,0 0-2 16,-9 3 9-16,9-3 9 0,0 0 15 0,0 0 3 16,0 0 5-16,0 0 7 0,0 0 9 15,-11 2 7-15,11-2 11 0,0 0 2 0,0 0 6 16,0 0-12-16,0 0-14 0,0 0-13 16,-7-13-17-16,7 13-10 0,0-8-14 0,0 8-5 15,-2-13-9-15,2 9-7 16,0 4 0-16,0-12-6 0,2 7-2 0,2 0-6 0,0-2-7 15,-2-1-8-15,8 2-5 16,1-1-3-16,1 0-5 0,1 0-3 0,0 3-1 0,0-2-4 16,0 2-4-16,1 2 2 15,-3-1-6-15,1 3-1 0,-3 0 2 0,-9 0-6 16,18-3-2-16,-11 3 1 0,-7 0-3 16,0 0 2-16,19 3-3 0,-13-3 1 0,-6 0-2 15,11 7 1-15,-7-3-1 0,4 1-2 16,-4 0 2-16,2 0-4 0,-3 2 4 15,-1 0 0-15,4 1-1 0,-3 2-2 0,-3-2 5 16,2 1 8-16,-2 3-2 0,0 0 1 16,-2 1 4-16,1 1 1 0,-1 0-3 15,-2 1-2-15,0 1 0 0,1-3-2 0,1 3 0 16,-5-3 2-16,4 2-1 0,-3-2-4 16,2-1 2-16,3 0-4 0,-5 1 4 0,2-1-4 15,1 2 4-15,-4-1-4 0,2 2 0 16,-1-1 1-16,4-2 22 0,-3 1 6 0,-2 0-2 15,4 0-3-15,-3 2-2 0,2-3 0 16,1 0-3-16,-5 2 8 0,6 0 25 16,-1 1-5-16,-4-1-9 0,5-2-9 15,-1 3-2-15,-1-1 3 0,0-2-5 0,1 0-15 16,1 3 11-16,-5-1-3 0,4 1-3 16,1-2 5-16,-4 1-7 0,4-2-6 15,1 1 4-15,-3-3-1 0,2 1-3 0,0-3 0 16,0 2 0-16,0-3 2 0,2 0 31 15,0-2 8-15,-4 2 14 0,4-7 16 0,0 9 8 16,0-9 9-16,0 6 3 0,0-6-5 16,0 0-7-16,8 4-12 0,-8-4-55 0,22-4-28 15,-4 3 0-15,3-4 0 0,4-1 0 16,9 0 0-16,0-1 0 0,1-2 0 16,-7 4 0-16,-3 1 0 0,-3 0 0 15,-2 0 0-15,-3 3 0 0,-2-1 0 0,-3 0 0 16,-1 0 0-16,0-1 0 0,-1 3 0 0,-10 0 0 15,15-3 0-15,-7 1 0 0,-8 2 0 16,10 0 0-16,-10 0 0 0,9-4 0 16,-9 4 0-16,0 0 0 0,9-2 0 0,-9 2 0 15,0 0 0-15,0 0 0 0,12-4 0 16,-12 4 0-16,0 0-61 0,0 0-495 0,0 0-199 16,0 0-163-16,0 0 86 0,0 0 97 15,0 0-739-15,0 0-922 0</inkml:trace>
  <inkml:trace contextRef="#ctx0" brushRef="#br0" timeOffset="-112092.15">15297 13646 2612 0,'9'-13'76'0,"-2"5"12"0,0-1-26 0,-4 4 9 0,-1 1-3 0,-2 4 11 0,0 0 12 16,0 0 17-16,0 0 0 0,-19 28 5 0,4-5 10 0,-1 8 3 15,2 2 4-15,-6 12 3 16,4 1-5-16,-4 2-11 0,4 0-11 0,3-2-11 15,4-10-7-15,-1-1-10 0,6-2-2 16,1-6-10-16,-1-5-7 0,2-3-8 16,0 0-6-16,0-4-4 0,2-1-4 0,0-2-3 15,-1-4-7-15,1 3-14 0,-2-3-23 16,2-1-33-16,0-7-66 0,-4 8-60 0,4-8-60 16,0 0-60-16,0 0-56 0,0 0-90 15,0 0-132-15,-5-29 15 0,5 21-231 0,2-4-271 16</inkml:trace>
  <inkml:trace contextRef="#ctx0" brushRef="#br0" timeOffset="-111891.64">15297 14008 2242 0,'3'-4'45'0,"-3"4"11"15,8-3 22-15,-8 3 41 0,0 0 37 16,0 0 22-16,-21 35 11 0,6-12 2 16,-2 4-7-16,1 0-9 0,2 4-24 0,-2 0-5 15,-2-2-13-15,7 2-18 0,0-2-9 16,-1 0-12-16,7-6-11 0,-3 1-3 0,6-7-15 15,-1 0-18-15,1-3-38 0,0-1-43 16,0-2-53-16,-1-3-58 0,3 2-59 0,0-4-76 16,0-6-104-16,3 8-184 0,-3-8 15 15,4 5 49-15,-4-5-137 0,0 0-137 16</inkml:trace>
  <inkml:trace contextRef="#ctx0" brushRef="#br0" timeOffset="-111592.27">16041 14084 2042 0,'3'-4'147'0,"-3"4"-6"0,0 0-9 0,0 0-10 16,-14 16 5-16,7-4 14 0,-1 2 3 15,-6 1 0-15,3 4-8 0,-3 5-18 0,3-2-15 16,4-1-7-16,-1-3-12 0,0 1-9 16,3 0 0-16,-1-3-15 0,3 2-2 15,-4-5-35-15,3-1-56 0,1-3-54 0,-1 1-58 16,0-3-87-16,2-2-107 0,2-5-179 16,-7 5-2-16,7-5 50 0,0 0-83 0,0 0-54 15</inkml:trace>
  <inkml:trace contextRef="#ctx0" brushRef="#br0" timeOffset="-111374.75">15605 13605 1553 0,'-11'0'95'0,"11"0"-9"15,0 0-8-15,-21 11-6 0,12-6-9 0,-5 3-5 16,4-1-4-16,-1 0-8 0,3 0-4 16,-1 1-7-16,1-2-6 0,0 2-43 0,1 1-73 15,-1-3-97-15,3 4-203 16,-3-3-137-16,0-1-27 0</inkml:trace>
  <inkml:trace contextRef="#ctx0" brushRef="#br0" timeOffset="-109959.28">6019 6615 1668 0,'6'-4'129'0,"-6"4"13"0,6-4 17 0,-6 4 30 0,0 0 12 16,0 0 14-16,0 0 7 0,0 0 4 0,0 0 5 0,-30 13 4 15,5 3 0-15,0 6-3 16,-4-1 0-16,-5 8-12 0,0 1-3 0,3 4-9 15,1 1-11-15,3 1-11 0,2 3 8 16,12-2-16-16,-1-3-19 0,7 4-19 0,3-1-7 16,6-1-14-16,7 0-10 0,3-2-7 15,3-3-6-15,12 6-18 0,0-14-4 16,1 0-7-16,3-4-4 0,3-3-7 0,0-3-5 16,0-3-11-16,-7-3-9 0,-2-4 7 15,-5-1-12-15,-6-4 2 0,2 2 5 0,3-3 1 16,-9-2-10-16,-1 0-3 0,-2-2 2 15,-5-4 2-15,0 3-2 0,-4-4-1 16,-3-3-2-16,-5-1 0 0,-7-8 2 16,4 4-9-16,-1 5-2 0,-1 3-1 0,3 2-7 15,-1 2-6-15,-4 2 4 0,4 5 0 16,-5 2-7-16,0 1-52 0,-2 2-58 0,-1 4-64 16,-7 4-80-16,5-2-109 0,-5 3-126 15,5-5-181-15,3 0-94 0,7-2 71 0,-2 1-593 16,2-3-752-16</inkml:trace>
  <inkml:trace contextRef="#ctx0" brushRef="#br0" timeOffset="-108909.54">26810 14195 3313 0,'-34'-5'59'0,"7"3"32"0,3-1 24 0,1 1 10 0,6 1 6 0,4-1 19 16,-1 0 11-16,14 2-19 15,-17-1-13-15,17 1 5 0,0 0 6 0,60 5-12 16,15 0-8-16,45 5-15 0,25 2-10 0,19 4-8 16,65 2-7-16,-3 3-11 0,2-6-11 15,-56-3-3-15,-2-2-5 0,-1-2-6 16,-10-3-11-16,-8-3 2 0,-20 0-8 0,-16-2-10 16,-38 0-8-16,-9 0-2 0,-25 0 0 15,-9 0-3-15,-5 0-5 0,-10-2-16 16,0 2-20-16,-3 0-33 0,-5-2-38 0,-3-1-54 15,-8 3-54-15,6-4-60 0,-6 4-90 16,0 0-118-16,0 0-175 0,-24-8 57 16,9 6-324-16,2 0-406 0</inkml:trace>
  <inkml:trace contextRef="#ctx0" brushRef="#br0" timeOffset="-108308.31">26349 14380 2692 0,'12'-9'23'0,"-2"0"-3"0,-1 2-4 0,-4 2 1 0,3 2 9 16,-8 3 26-16,12 0 48 0,-12 0 53 0,9 15 30 15,-5 2 19-15,-2 11 4 0,-6 13 0 16,0 3 2-16,-3 11-5 0,1 2 5 16,-2-3-1-16,1 1-2 0,-1 2-9 15,5-2 1-15,-1-10-12 0,2-4-13 0,0 0-9 16,2-5-8-16,2-1-16 0,2-4-8 16,1 1 1-16,3-9-19 0,7 5-5 0,7-4-2 15,5-3-16-15,21-3-12 0,11-2 5 16,12-6-21-16,11-3-11 0,9-6-37 0,33 1-45 15,5-4-51-15,-1 2-28 0,10 6 10 16,-3-3 13-16,4 2 4 0,-10 1 9 0,-3-1 11 16,-11-2 5-16,-30 0 7 0,-6-1 6 15,-12 0 1-15,-20 1 7 0,-3-1 0 16,-15-2 8-16,-7 2 4 0,-5-2 4 0,-2 0-4 16,-3 1 1-16,-3-1-1 0,-9 0-19 15,16 2-37-15,-16-2-60 0,0 0-82 16,7 0-82-16,-7 0-109 0,0 0-158 15,0 0-117-15,0 0 67 0,0 0-385 0,0 0-482 16</inkml:trace>
  <inkml:trace contextRef="#ctx0" brushRef="#br0" timeOffset="-107875.6">27344 14693 3012 0,'2'-7'131'0,"-2"7"3"0,6-9-9 0,-6 9-6 16,0 0 14-16,0 0 65 0,0 0 47 0,0 0 28 16,9 28 3-16,-9-10-9 15,0 10 5-15,-4 9 0 0,3 4 4 0,-3 0-8 16,0-2-15-16,0-1-20 0,1-2-18 16,-1 0-17-16,-1-9-22 0,4-3-15 0,-3-2-18 15,2 1-10-15,-2-6-12 0,3-2-19 16,-1-1-12-16,-2-5-37 0,0 4-56 0,2-4-63 15,1-2-52-15,1-2-59 0,0-5-69 16,0 0-57-16,0 0-61 0,0 0-46 16,3-21-31-16,5 2-36 0,-3-13-29 15,6-5-42-15,-1-1-51 0,3-14-13 0,1 1-412 16,1-4-497-16</inkml:trace>
  <inkml:trace contextRef="#ctx0" brushRef="#br0" timeOffset="-107625.53">27441 14671 2616 0,'6'-28'-53'15,"0"5"63"-15,-5 3 44 0,-1 7 45 0,2 1 27 16,-4-1 18-16,-3 5 9 0,-3 4 23 15,-1 1 17-15,-7 5 5 0,0 1 21 0,-5 6 14 16,-12 8 18-16,1 0 19 0,-6 8 14 16,3 6 10-16,3 1 0 0,8-7-7 0,2-1-13 15,5 2-22-15,6-1-15 0,3-2-12 16,7-4-3-16,2-1-13 0,9 3-8 16,9 2-22-16,7-5-18 0,16 1-13 0,12-3-16 15,2-4-29-15,8-6-103 0,1-2 0 16,1-4 0-16,3 0 0 0,-7 0 0 15,-14-3 0-15,-2 2 0 0,-14 1 0 0,-7 0-130 16,-6 0-73-16,-6 1-31 0,1-1-16 16,-6 4-37-16,-8-4-54 0,3 8-63 0,-3-8-65 15,-3 11-86-15,3-11-149 0,-10 9-21 16,9-6 80-16,-4 3-458 0,-1-1-574 16</inkml:trace>
  <inkml:trace contextRef="#ctx0" brushRef="#br0" timeOffset="-103726.79">18777 11819 3084 0,'-18'2'-4'0,"5"-1"21"0,1 0 16 0,1-1 26 0,11 0 36 0,-14 5 25 0,14-5 4 15,0 0-15-15,0 0-8 0,0 0-6 16,58-14-12-16,6 5-8 0,40-3-5 0,12-1-8 16,13 2-4-16,8-3-11 0,6 1 4 15,2 1-7-15,-1-4-9 0,-11 3-19 16,-13-1-11-16,-20 0-5 0,-27 3-1 0,-12 0 1 15,-15 2 4-15,-10 2 4 0,-10-1 4 16,-8 3 12-16,-5 0 1 0,-6-1 1 16,0 4 2-16,-7 2-6 0,2-5 1 0,-2 5-10 15,0 0-5-15,0 0-43 0,0 0-59 0,0 0-78 16,-33 7-96-16,27 0-120 16,0 0-224-16,4 1 53 0,-1 1 64 0,-3 3-168 15,3 4-158-15</inkml:trace>
  <inkml:trace contextRef="#ctx0" brushRef="#br0" timeOffset="-103076.62">21242 12976 1900 0,'8'-3'112'0,"-8"3"34"0,5-4 25 0,-5 4 29 0,0 0 29 0,2-5 23 16,-2 5 9-16,0 0-2 0,0 0-13 15,0 0-13-15,0 0-12 0,0 0-10 0,-32 2-8 16,19 3-2-16,-3 0-10 0,0 6-11 16,-4-1-11-16,5 2-16 0,-2 4-11 15,1-3-19-15,3 3-10 0,2 1-11 0,6-4-7 16,-2 1-12-16,5 0-5 0,2 0-6 16,2-1-6-16,5 3-10 0,2 1-5 15,-2 0-4-15,4-1-2 0,1 1-8 0,-1 0-3 16,1-2-2-16,1 0-2 0,-2-1-3 0,1 1-5 15,-4-1 2-15,-3-1 11 0,3 0 28 16,-5-1 17-16,-2 0 12 0,1 1 9 16,-4-1-4-16,1 0-4 0,-4-1-4 15,-1 1-7-15,-3-1-11 0,2 3-8 0,-5-6-7 16,-5 2-6-16,3-1-13 0,1-4-41 16,-1-2-54-16,0-1-75 0,0-4-92 0,1-1-117 15,0-2-127-15,-3-4-136 16,7-1-190-16,-1 2 20 0,2-6 87 0,7 3-581 15,1-1-730-15</inkml:trace>
  <inkml:trace contextRef="#ctx0" brushRef="#br0" timeOffset="-102893.48">21345 13244 3898 0,'6'-7'180'0,"-6"7"3"15,0 0 7-15,3-7 14 0,4 2 6 16,2 0-4-16,-2-2-21 0,7 2-18 0,1-2-20 15,3 2-14-15,-4 0-49 0,8 2-78 16,-1-5-94-16,-5 4-118 0,4 0-123 16,-5 2-146-16,-2-2-225 0,0 4 47 0,-13 0 74 15,20 4-361-15,-13 2-419 16</inkml:trace>
  <inkml:trace contextRef="#ctx0" brushRef="#br0" timeOffset="-102743.81">21479 13379 2767 0,'-14'8'142'0,"5"-4"45"15,1 2 16-15,0-3 22 0,8-3 21 0,-9 4 7 16,9-4-8-16,0 0-24 0,0 0-21 16,0 0-19-16,0 0-23 0,0 0-52 0,41-20-90 15,-12 8-106-15,0-2-133 0,-1-4-160 16,13-5-215-16,-1 2-41 0,-2-4 73 16,1 0-336-16,8-3-383 0</inkml:trace>
  <inkml:trace contextRef="#ctx0" brushRef="#br0" timeOffset="-102410.33">22062 13005 2748 0,'-20'2'121'15,"6"2"26"-15,-2-1 21 0,3 0 13 0,3 1-6 16,3 0-8-16,-1-3-11 0,4 4-11 16,4-5-10-16,-1 9-11 0,1-9-7 15,11 12-14-15,-4-6-11 0,7-1-8 16,-1 3-7-16,3 0-9 0,-2 0-6 0,4-1-8 0,-3 3-3 15,0 0 7-15,-2 0 16 16,1 1 10-16,-3 1 13 0,0 0 7 0,0-1 6 16,-2 1 9-16,-4 2 8 0,1-1-1 15,-2 1 3-15,0 2 4 0,-4-2 4 0,2-1 1 16,-4 4 0-16,-2 0 14 0,-2 0-3 16,-3 2-8-16,-11 5-10 0,4 0-5 15,-7-2-15-15,-4 0-9 0,-6-3-13 0,-4 4-11 16,2-5-6-16,-11 2-38 0,3-3-56 15,2-5-78-15,3 0-98 0,-1 0-118 0,-11 2-148 16,8-4-173-16,6-1-205 16,4 1 75-16,-1 0 86 0,10 1-580 0,8-5-721 15</inkml:trace>
  <inkml:trace contextRef="#ctx0" brushRef="#br0" timeOffset="-101626.95">27054 15734 3657 0,'-20'1'-24'0,"1"-1"13"0,6 2 23 0,1-2 27 0,12 0 27 15,-15 0 28-15,15 0 33 0,0 0 41 16,0 0 17-16,38 4 12 0,26 0-6 0,22-2-3 16,40 4-25-16,14-3-20 0,14-1-16 15,2-1-20-15,-4 1-58 0,-1-2-15 16,-6-3-25-16,-12-1-13 0,-11-1-1 15,-13-3-27-15,-30 2-41 0,-10 1-28 0,-19 0-11 16,-11 0 10-16,-10 1-14 0,-10 0-27 16,-6 0-42-16,-4 0-51 0,-9 4-78 0,0 0-92 15,0 0-168-15,-43-9 0 0,15 9 60 16,-14 3-177-16,-10-1-184 0</inkml:trace>
  <inkml:trace contextRef="#ctx0" brushRef="#br0" timeOffset="-101194.25">26885 15811 2026 0,'0'-10'214'15,"0"1"24"-15,0 9-7 0,-2-12-19 16,2 12-23-16,0-7 4 0,0 7 41 15,0 0 39-15,0 0 29 0,-8 32 9 16,1-1 4-16,-6 3 8 0,-7 15 1 16,3-2-11-16,-2 5-11 0,0-2-3 0,2 0-6 15,3-2-13-15,2-3-20 0,4-4-22 16,4-6-12-16,2 2-13 0,5-3-4 0,9-2-36 16,7-1-173-16,18 1 0 0,10-4 0 15,16-7 0-15,12-4 0 0,36-1 0 0,9-10 0 16,14-2 0-16,1-4 0 0,1-2 0 15,-7 2 0-15,-3 2 0 0,-6-2-18 0,-25 1-124 16,-5-1 11-16,-10-1 15 0,-9 1 12 16,-22 0 19-16,-7 0 28 0,-11-2 48 0,-8 0 24 15,-4 2 11-15,-6-1-3 0,0 1-2 16,-3 0-7-16,-10 0-8 0,0 0-2 16,18 0-50-16,-18 0-80 0,2 3-90 0,-2-3-118 15,0 0-135-15,0 0-141 16,-16 9-235-16,16-9 77 0,-16 2 86 0,1-4-523 15,15 2-668-15</inkml:trace>
  <inkml:trace contextRef="#ctx0" brushRef="#br0" timeOffset="-100011.11">21989 13164 3132 0,'0'0'-76'0,"0"0"32"0,0 0 17 0,0 0 10 0,0 0 20 0,16-11 26 0,-13 8 25 16,5-6 14-16,-3 1 16 0,4 3-8 15,-2-2-5-15,0-2 1 0,4 1 4 16,-4 0 5-16,0 1 10 0,1-3-3 15,2 2 7-15,-5-1 3 0,1 1-2 0,-1 0-2 16,-1 0 1-16,2-1-6 0,-2 1-3 16,-2-1-5-16,2-3-5 0,-2 2-12 0,-2-2-4 15,0 0-6-15,-2-1 1 0,-2-6-2 16,1 3 0-16,-6-3-4 0,0 0-3 0,-9-4-3 16,-2 1-2-16,-5 5-4 0,-4 0-3 15,-3 7-5-15,-2 3-5 0,3 6-2 0,3 1-3 16,-15 6 0-16,5 1-2 0,2 1-3 15,2 4-2-15,9-4 2 0,6-2-7 16,0 3 0-16,2 2-3 0,4-3-44 16,1 0-56-16,3 2-77 0,1-4-95 0,3 3-137 15,-2-1-223-15,5-2-7 0,-1 0 77 16,-3-2-308-16,6-4-349 0</inkml:trace>
  <inkml:trace contextRef="#ctx0" brushRef="#br0" timeOffset="-97377.79">6466 6565 2420 0,'1'-12'25'0,"-1"2"27"0,2 1 37 0,-2 4 26 0,0-2 30 0,0 7 20 16,0-7 4-16,0 7-19 0,0 0-21 16,0 0 38-16,0 0 25 0,4 24 13 0,-4 0 18 15,4 12-3-15,-3 5 5 0,4 3-21 16,2 7 21-16,-1-7 19 0,1 6-10 0,5-1-17 16,-1-12-13-16,1-2-27 0,-4 0-8 15,1-6-30-15,0 0-8 0,2-6-13 0,-6-4-14 16,-1-4-12-16,-1-1-8 15,-1-2-8-15,2-2-14 0,-2 0-30 0,2-3-34 16,-4 1-46-16,0-2-52 0,0-6-49 16,-6 7-48-16,6-7-41 0,0 0-45 0,0 0-34 15,-23-25-22-15,19 5-20 0,0-3-13 16,3-17-1-16,-1-3 6 0,5-15-2 0,1-4 25 16,6-2 38-16,0 2 42 15,-3 1 53-15,0 7 36 0,0 11 63 0,-3 4 47 0,-4 10 53 16,0 6 42-16,-4 0 39 15,0 8 31-15,-2-1 19 0,-2 8 26 0,-1 1 17 16,-3 5 20-16,-5 4 18 0,-4 6 23 16,-6 13 15-16,-9 6 9 0,2 9 10 15,0 3 5-15,2 0 2 0,1-1-7 0,8 1-3 16,5-10-19-16,4 3-14 0,5-4-7 16,2-3-6-16,7-6-6 0,7-1-1 0,0 0-14 15,11 3-15-15,9-6-16 0,5-2-14 16,7-4-16-16,5-6-12 0,2-3-12 0,1-2-29 15,1-3-63-15,-1-3-66 0,-2 4-65 16,-8-4-50-16,-8 3-59 0,-8 3-71 0,-6 0-83 16,-6 2-94-16,-9 0-81 0,5 7-137 15,-5-7-22-15,-16 24 80 0,-3-2-458 16,-1 2-565-16</inkml:trace>
  <inkml:trace contextRef="#ctx0" brushRef="#br0" timeOffset="-96961.47">7521 7146 2843 0,'0'0'-2'0,"0"0"23"0,0 0 26 0,-12 13 10 0,-6-3 18 0,-12 5 62 0,-19 8 33 0,-12 2 22 15,-26 10 12-15,-12 4 2 0,-14 5-10 0,-14 6-11 16,-49 15 5-16,-14 6 5 0,-18 4 12 16,-17 7 8-16,-15 7-3 0,-21 11-8 0,-10 4 6 15,0 6-15-15,9-2-6 0,11 1-13 16,18-8-16-16,25-7-12 0,23-8-11 0,26-11-2 16,49-25-1-16,21-9 0 0,28-12-3 15,7-4-14-15,11-6-10 0,12-3-10 0,8-4-12 16,7-4-8-16,0-1-9 0,3 1-9 15,1-3-3-15,5-2-6 0,-1 1-4 16,3-1-7-16,-4 1 0 0,9-4-7 0,-9 3-16 16,9-3-16-16,-7 5 0 0,7-5 0 15,-8 4-5-15,8-4-87 0,-10 0-61 16,10 0-56-16,0 0-68 0,-7 6-100 0,7-6-97 16,0 0-89-16,0 0-130 0,0 0-109 15,0 0 88-15,0 0-589 0,34-15-762 16</inkml:trace>
  <inkml:trace contextRef="#ctx0" brushRef="#br0" timeOffset="-95311.61">19984 13145 2199 0,'-2'-17'118'0,"0"5"-53"0,-1 0-35 0,-3 8-13 0,-3 2 15 0,-7 4 25 16,-5 6 22-16,-13 8 9 0,-13 11 10 15,-1 6 11-15,-2 3-1 0,-13 13 14 0,4 5 11 16,12-13 2-16,2 1-7 0,4-1-6 16,5-2-10-16,3-3-13 0,5 0-10 15,8-11-7-15,4 1-11 0,0 0-5 16,5-6-6-16,4-3-7 0,-2-2-3 0,4-1-8 16,-1 1-41-16,4-5-51 0,-1 0-45 15,1-3-37-15,-2 0-29 0,4-7-37 0,2 9-55 16,-2-9-59-16,0 0-59 0,0 0-120 15,18-18-19-15,-6 7-100 0,1-5-108 0</inkml:trace>
  <inkml:trace contextRef="#ctx0" brushRef="#br0" timeOffset="-95145.39">19508 13609 1637 0,'0'0'9'0,"8"8"43"0,-8 0 28 16,-6 2 23-16,1 1 13 0,-4 7 12 16,-4-3 10-16,-2 10 2 0,-2-3-1 15,1 3-10-15,0 0-22 0,0-1-4 16,5-2-12-16,2-4-8 0,0 3-14 0,0-2-1 15,4 1-25-15,-4-3-37 0,7 1-52 16,-1-5-53-16,3 3-64 0,-2-5-82 0,4 1-97 16,1-2-164-16,-1-3-120 0,7 1-124 15</inkml:trace>
  <inkml:trace contextRef="#ctx0" brushRef="#br0" timeOffset="-94994.95">19620 14239 1836 0,'0'0'60'0,"2"7"-1"0,-2-7-3 16,0 6-5-16,0-6-2 0,0 0-6 16,0 0-8-16,5 6 0 0,-5-6-6 0,0 0-5 15,5 8-28-15,-5-8-31 0,17 4-41 16,-7-2-44-16,5-2-58 0,0 0-59 16,9-2-317-16,1-2-55 0</inkml:trace>
  <inkml:trace contextRef="#ctx0" brushRef="#br0" timeOffset="-94828.18">20034 14200 1451 0,'9'-3'21'0,"0"3"25"16,-9 0-1-16,0 0 22 0,0 0 18 0,13 3 5 16,-13-3-7-16,3 6-6 0,-3-6-7 0,0 0-3 15,6 6-8-15,-6-6-3 0,5 2-4 16,-5-2-3-16,12 0-5 0,-12 0-6 16,22-2-27-16,-8-4-31 0,4 0-43 15,0-2-49-15,4-1-42 0,-3 1-31 0,-1-2-6 16,-4 1-383-16,-3 2-74 0</inkml:trace>
  <inkml:trace contextRef="#ctx0" brushRef="#br0" timeOffset="-94742.83">20282 14123 1443 0,'5'-6'-78'0,"-1"0"18"0,-4 6 39 16,-2-10 18-16,2 10 22 16,0 0 8-16,-4-10 7 0,4 10-5 0,0 0-3 15,-2-11-8-15,2 11-19 0,0 0-58 0,0-11-72 16,2 6-149-16,4 0-48 0,-3-3 157 16</inkml:trace>
  <inkml:trace contextRef="#ctx0" brushRef="#br0" timeOffset="-87463.49">3075 10574 1793 0,'2'-6'348'0,"-2"6"-48"0,0-13-25 0,0 13-14 0,2-13 9 0,-2 7-8 0,0 6-9 16,-2-10-13-16,2 10 13 0,0-8 9 0,0 8 0 16,-2-8-2-16,2 8-6 0,-4-10-14 15,4 10-19-15,-3-7-21 0,3 7-17 0,-8-6-22 16,8 6-16-16,0 0-13 0,-21 2-15 16,21-2-14-16,-27 15-3 0,4 3-17 15,-1 3-6-15,-8 10 7 0,-3 4 9 16,0 2 11-16,1 4-6 0,0-1-3 15,5 0-4-15,1 0-7 0,6 0-7 0,8-7-7 16,6 1-8-16,3-2 0 0,5-6-5 16,5-4-3-16,6 6-4 0,5-3-4 0,6-4-37 15,3-2-9-15,8-4 0 0,3-7 0 16,2-2 0-16,4-4 0 0,2-8 0 0,0-2 0 16,9-7 0-16,-6-5 0 0,-6 1 0 15,-1-2 0-15,-12-2 0 0,-4-1 0 0,-6-1 0 16,1-4 0-16,-7-2 0 0,-7-1 0 15,-2 2 0-15,-8-8 0 0,-4 1 0 16,-6-8 0-16,-4 4 0 0,-8 1 0 0,9 13 0 16,-4 2 0-16,-1 5 0 15,-2 7 0-15,0 3-82 0,5 7-79 0,-1 3-55 16,-4 7-58-16,-8 1-71 0,3 9-90 16,1 0-103-16,3-1-140 0,-1 4-108 0,6-2 60 15,6-4-617-15,4-2-800 0</inkml:trace>
  <inkml:trace contextRef="#ctx0" brushRef="#br0" timeOffset="-86980.73">2766 10289 3543 0,'-25'-3'-102'0,"-1"-1"26"0,2 4 15 0,-5 3 24 0,-12 6 30 0,2 4 23 0,-5 6 21 16,0 10 19-16,2 5 21 0,0 7 5 0,6 7 16 16,-9 13 16-16,12-6 14 0,6 4 14 15,2 1 9-15,6 3 3 0,8 8 8 16,5-4-12-16,6 3-3 0,13-4 1 15,10 0-3-15,13 6-17 0,13-9-13 16,8-4-5-16,13-13-13 0,10-9 0 0,5-8-19 16,-10-15-19-16,3-8-31 0,4-6-33 15,-2-7-37-15,-4-6-21 0,-1-4-17 0,8-12 5 16,-19 3 7-16,-6-6 10 0,11-14 26 16,-8-4 11-16,-19 8 22 0,-1-3 19 0,-4-3 23 15,-4-6 27-15,-5-4 19 0,-7-3 18 16,-6-8 15-16,-7-7 7 0,-10-1-20 15,-7-18-6-15,-12 2-12 0,-12 2-10 16,-15 6-30-16,-11 13-6 0,1 8-5 0,-12 12-9 16,-2 16-8-16,6 14-13 0,-5 15-26 15,-5 9-38-15,-1 11-46 0,-20 15-62 16,6 6-74-16,5 9-85 0,8 5-92 0,4 3-121 16,5-2-175-16,21-8 47 0,7-4-458 15,6 1-589-15</inkml:trace>
  <inkml:trace contextRef="#ctx0" brushRef="#br0" timeOffset="-83413.9">3830 10922 3057 0,'-8'-1'-44'0,"8"1"32"0,-17-6 23 0,9 5 23 0,-1-2 37 0,9 3 47 15,-12-4 29-15,12 4 9 0,-11-2 5 16,11 2-6-16,-7-4-1 0,7 4-5 0,-8-2 2 16,8 2-4-16,0 0-10 0,0 0-12 15,0 0-7-15,0 0 7 0,0 0 1 0,0 0 7 16,0 0 2-16,40 20 2 0,-8-7 2 16,4 5-12-16,11 4-2 0,3 5-3 15,4 1-7-15,9-1-6 0,17 8 8 16,1 1-8-16,5-2-15 0,2-3 0 0,2 0-16 15,1-1-2-15,1-2-4 0,-1-1-9 16,2-1-10-16,-3 0 3 0,3-3-13 16,-1 6-7-16,-1-5 10 0,-1-1-8 0,-4 3-7 15,-14-5-3-15,-1 1 10 0,13 5 10 16,-14-3 4-16,14 7-1 0,-4 0-5 0,-14-3-3 16,15 2-6-16,-17-5 6 0,1 0-7 15,19 6 3-15,0-4 13 0,8 2-1 16,-1-5-1-16,2 4-1 0,1-6 0 15,1 0-10-15,-2-1-1 0,1 1-5 0,-21-4-1 16,-5-4-6-16,-3-1 11 0,-8-1 3 0,-14-3-40 16,-8-2 0-16,-6-2 0 0,-9-1 0 15,-2 0 0-15,-3-2 0 0,-1 1 0 16,-3-1 0-16,-6 0 0 0,-5-2 0 0,16 3 0 16,-16-3 0-16,11 4 0 0,-11-4 0 15,10 1 0-15,-10-1 0 0,0 0 0 0,13 2 0 16,-13-2 0-16,0 0 0 0,0 0 0 15,0 0-112-15,0 0-382 0,0 0-129 0,0 0-198 16,-2-12-25-16,2 12 71 16,-11-7-762-16,5 3-982 0</inkml:trace>
  <inkml:trace contextRef="#ctx0" brushRef="#br0" timeOffset="-82914.61">7638 11918 4028 0,'0'0'38'0,"-5"-10"9"16,5 10-8-16,5-8-1 0,0-1 3 0,5 4 7 0,4-2 10 0,-2 0 7 0,3 0-7 15,5 4-7-15,-1-1-5 0,1 4-3 16,3 2-4-16,-3 0-3 0,0 1-6 15,0 1-3-15,-3 3 0 0,2 3 3 0,-7-3 6 16,-3 4 18-16,-4-2 23 0,-1 1 18 16,-6 4 23-16,0 1 16 0,-3 3 14 15,-4 1 12-15,-5 6 5 0,1-4 10 0,-3 1-7 16,3-3-1-16,-1-3-8 0,9-4-15 16,-3 1-18-16,7-2 7 0,-5 1 1 0,4-2-3 15,0 0-11-15,4 1-4 0,-2-1-15 16,4 0-3-16,0 0-9 0,-1 1-14 15,1-1-8-15,1 1-9 0,2-1-2 16,-1-1-9-16,-3 3-2 0,1-4-5 0,0 2-1 0,-3-1 5 16,1-1 8-16,-2 1-21 15,-2-2-31-15,1 0 0 0,-5 3 0 0,1-3 0 16,-4 0 0-16,-2-2 0 0,-2 1 0 16,-3 0 0-16,-5-3 0 0,5-1 0 0,-6-2 0 15,4-2 0-15,-2 0 0 0,1 1 0 16,2-1 0-16,0-2 0 0,4 1 0 0,-1 0-297 15,1 0-160-15,-1 1-98 0,3 0-122 16,0-2-170-16,1 1 64 0,3 0 94 16,7 3-633-16,-12-6-778 0</inkml:trace>
  <inkml:trace contextRef="#ctx0" brushRef="#br0" timeOffset="-82464.71">7638 11656 3811 0,'-23'2'-58'0,"0"4"16"0,-6 6 52 0,-1 5 73 0,-10 8 61 0,2 8 52 0,-1 6 22 16,1 5 18-16,2 4 14 0,9 5 4 15,-3 5-6-15,7 0-11 0,8 2-13 0,7-2-11 16,4 2-10-16,8-2-26 0,8 1-14 16,4-8-17-16,7 0-15 0,6-7-9 0,3-1-10 15,6-10-16-15,9-4-6 0,2-4-9 16,0-8-6-16,-6-9-9 0,4-4-15 0,1-8-18 16,11-3-4-16,0-8-3 0,-1-5-5 15,-2-5-2-15,-1-5 5 0,-3-2-8 0,-2-7 4 16,-5-4 1-16,-7-1 1 15,-2-6 8-15,-3-3 10 0,-9-1 4 0,-6-5-2 16,-5-5-5-16,-5 0-9 0,-10-3 2 16,-10 1-9-16,-6 2 3 0,-9 6-11 0,-5 7-3 15,-9 8-5-15,-6 11-9 0,-8 9-39 16,-10 12-56-16,-2 8-73 0,-6 8-102 0,1 11-137 16,-14 12-161-16,2-2-217 0,18 1-22 15,5 0 77-15,5-1-689 0,13-2-873 0</inkml:trace>
  <inkml:trace contextRef="#ctx0" brushRef="#br0" timeOffset="-79664.62">3758 10498 4078 0,'-12'0'-53'0,"12"0"28"0,-19 4 32 0,19-4 55 0,-12 0 36 0,12 0 23 16,0 0 14-16,0 0-6 0,-9-9-13 15,9 9-11-15,30-22-13 0,12 0-6 16,13-2-14-16,28-9-4 0,6-2-9 0,8 2-4 15,2-2-32-15,5-1-4 0,0 2-4 16,5 0 2-16,-1 6-5 0,-1-2 2 0,-8-3-8 16,-6 4 7-16,-23 10 0 15,-9-1 2-15,-10 5-3 0,-15 7 0 0,-6-1 4 16,-7 2 3-16,-5 2 1 0,-4 3 0 16,-1-2 0-16,-8 0-3 0,-5 4 0 15,15-4-1-15,-15 4 0 0,12 0-5 0,-12 0-2 0,0 0-36 16,0 0-43-16,0 0-67 15,0 0-91-15,0 0-96 0,16 6-123 0,-16-6-204 16,0 0 30-16,0 0 75 0,11-9-307 16,-11 9-336-16</inkml:trace>
  <inkml:trace contextRef="#ctx0" brushRef="#br0" timeOffset="-79231.39">5960 9519 2553 0,'-9'-4'68'0,"-2"-2"9"0,-1 3-2 16,3 3 15-16,-2 0 22 0,-5 2 31 16,-4 3 20-16,0 0 14 0,-9 5 6 0,-3 4 1 15,0 1 4-15,-1 1-10 0,5 1-15 16,1 0-15-16,8-3-13 0,4 0-11 0,5-5-4 15,2 5 8-15,6-2 10 0,4 0 0 16,7 3-2-16,13 2-10 0,6 3-9 0,7-3-8 16,9 4-10-16,-1-1-17 0,2-1-7 15,-11-3-3-15,-2-1-13 0,-3 0-8 16,-5 3 1-16,-7-5-3 0,-4 1-6 16,-2-2 19-16,-8 1 41 0,-3-1 8 0,-2 2 8 15,-3 1 0-15,-7-1 5 0,-3 1-8 16,-8 2-4-16,-2 0-8 0,0-2-10 15,-4-4-8-15,4 4-10 0,-2-6-5 0,5-4-9 16,-2-2-6-16,-3 2-9 0,6-5-8 16,-4 0-45-16,2-4-53 0,0 3-76 0,1-2-99 15,-1-2-118-15,7-1-142 0,-2-2-145 16,2-3-186-16,1 1 59 0,3 0 89 0,3 0-571 16,5-2-709-16</inkml:trace>
  <inkml:trace contextRef="#ctx0" brushRef="#br0" timeOffset="-78830.22">5587 9461 3573 0,'-31'-1'-54'0,"3"2"40"0,-8 7 22 0,-2 7 38 0,-8 10 35 0,0 6 35 16,-2 7 10-16,7 3 26 0,2 8 8 0,5 1 14 0,7 6 0 0,10 3 0 0,8 3-2 0,11-1-7 0,9-1 1 16,10-1-3-16,10-4-20 15,16 5-10-15,12-7-15 0,12-10-4 0,-8-14-4 16,5-6-15-16,4-6-11 0,3-9-16 16,1-2-7-16,1-8-1 0,-2-10-7 0,0 0-4 15,-4-7-7-15,9-14-5 16,-4-2 17-16,-19 0-2 0,-3-1-9 0,-6-3-1 15,-5-8-19-15,-7 1 20 0,-5-8 24 0,-5 0 2 16,-9-5-3-16,-5-4-4 0,-7-3-6 16,-8-6-1-16,-8 4-11 0,-14-12-9 15,-12 4-4-15,4 25-6 0,-21-8-6 16,2 22-5-16,-11 11-21 0,-7 11-49 0,-5 11-55 16,1 11-74-16,-4 3-96 0,4 9-119 15,-10 11-122-15,21-5-198 0,10 0-35 0,4 0 63 16,19-7-539-16,6 3-694 0</inkml:trace>
  <inkml:trace contextRef="#ctx0" brushRef="#br0" timeOffset="-76899.79">2967 11596 3234 0,'-6'-12'-98'0,"2"1"47"0,0 0 35 0,2 4 34 0,0 0 26 0,0-2 33 0,2 9 32 0,-1-13 27 15,-1 6 9-15,2 7 9 0,0-12 13 0,0 12 3 16,0-10 4-16,0 10-6 0,-2-9-14 16,2 9-18-16,-2-8-17 0,2 8-16 15,0 0-7-15,0 0 43 0,0 35 28 16,0 7-2-16,-4 14 29 0,1 12-8 15,-4 8 35-15,-2 25-10 0,-4 5-15 0,-1-4-4 16,-1 4 16-16,2-2-9 0,-2-9-17 16,1-4-2-16,5-20 23 0,-1-8-18 0,0-4-16 15,1-3-14-15,5-12-155 0,-3-5 0 16,3-4 0-16,0-9 0 0,0-5 0 0,2-4 0 16,2-1 0-16,-2-3 0 0,0-1 0 15,2-4 0-15,0 1 0 0,0-9 0 16,-3 12 0-16,3-7 0 0,0-5 0 0,-4 5 0 15,4-5 0-15,0 0 0 0,-7 3-349 16,7-3-226-16,0 0-141 0,0 0-178 0,-20-3 61 16,20 3 93-16,-13 3-649 0,13-3-842 15</inkml:trace>
  <inkml:trace contextRef="#ctx0" brushRef="#br0" timeOffset="-76563.67">2282 13268 3757 0,'-18'7'133'16,"2"-4"28"-16,5 1 22 0,1-1-9 0,4 0 12 15,6-3 21-15,-11 2 12 16,11-2-4-16,0 0-19 0,0 0-15 0,0 0-17 16,0 0-10-16,0 0-20 0,38-2-8 15,-13 2-19-15,4-1-8 0,-1 1-27 16,12 3-10-16,-9 1-17 0,1 4-6 0,-2 6-3 15,-8 4-4-15,-4 8 3 0,-4 7-6 16,-7 4 18-16,-5 3 27 0,-4 3 18 0,-1 0 30 16,-5 8 21-16,1 0 4 0,0-8-3 15,-2-5-13-15,2 2-10 0,-1-4-10 0,4 0-12 16,0-11-12-16,2-4-7 0,2-2-33 16,-2-6-47-16,2 1 0 0,0-5 0 15,0-1-118-15,0 0-106 0,0-8-100 0,6 2-107 16,-6-2-104-16,10-12-124 0,-2-3-182 15,-1-3 74-15,2-1-693 0,-1-2-908 16</inkml:trace>
  <inkml:trace contextRef="#ctx0" brushRef="#br0" timeOffset="-76365.59">2340 13771 4295 0,'-8'1'45'0,"8"-1"25"16,-9 2 34-16,9-2 18 0,0 0 18 0,0 0 6 15,0 0-6-15,0 0-8 0,0 0-16 16,0 0-10-16,45-15-12 0,-12 2-26 16,1 1-60-16,2-4-80 0,8-3-93 0,1-1-111 15,-4-1-118-15,-5-6-175 16,-7 7-102-16,-8 1 66 0,-6 3-359 0,-6 5-442 16</inkml:trace>
  <inkml:trace contextRef="#ctx0" brushRef="#br0" timeOffset="-75966.13">2178 12787 2988 0,'-31'-10'142'0,"1"8"5"0,-2 2-4 15,-13 6 21-15,-5 13 20 0,-6 5 21 0,4 11 19 16,-11 24 23-16,8 10 24 0,3 9-6 0,11 14 11 15,5 5-10-15,7 3-5 0,11-1 7 16,11 0-19-16,7-16-17 0,11 16-19 16,12-4-15-16,11-10-21 0,11-8-13 0,10-9-15 15,8-9-11-15,7-12-17 0,9-12-10 16,8-9-13-16,-11-15-14 0,7-7-24 16,3-10-33-16,18-13-29 0,-5-12-18 15,-6-10 0-15,-7-5 1 0,-9-7 6 16,-11-5 0-16,-3-4 10 0,-11-7 0 0,-9-3-1 15,-11-6 2-15,-7-3 4 0,-17 10 3 16,-8 1-3-16,-8-8 2 0,-15-16 0 0,-11 5-5 0,-11-1-3 16,-16 15-1-16,-10 5-14 15,-7 16-17-15,-6 19-7 0,7 16-41 0,-4 15-50 16,-21 14-50-16,0 13-59 0,3 14-74 16,-1 10-84-16,9 8-93 0,11 3-120 15,0 0-188-15,17 7 59 0,10-6-572 0,18-14-772 16</inkml:trace>
  <inkml:trace contextRef="#ctx0" brushRef="#br0" timeOffset="-71066.61">3098 13607 3604 0,'0'0'-60'0,"-13"0"21"0,13 0 14 0,0 0 18 0,0 0 27 15,0 0 34-15,-19-3 23 0,19 3 11 16,0 0 5-16,0 0 1 0,0 0-3 16,0 0-8-16,0 0 2 0,0 0 8 0,0 0-8 15,59-19 0-15,-4 3-8 16,10-2-9-16,26-10-4 0,14-2-9 0,2-1-7 16,6-1-11-16,-7 2-21 0,-4-1-3 15,-4 5-7-15,-8 2 5 0,-25 5-3 0,-8 2-2 16,-8 2 0-16,-15 5 2 0,-3-1-3 15,-8 4 11-15,-4 1 20 0,-6 4 11 0,-1-1 24 16,-3-1 13-16,1 1 9 0,-10 3 1 16,13-4-4-16,-13 4-11 0,11-5-5 15,-11 5-8-15,0 0-9 0,8-4-5 0,-8 4-7 16,0 0-5-16,10-4-11 0,-10 4-30 16,0 0-37-16,9-2-49 0,-9 2-75 15,0 0-89-15,9 0-86 0,-9 0-110 0,0 0-210 16,0 0 4-16,6-4 69 0,-6 4-302 15,0 0-369-15</inkml:trace>
  <inkml:trace contextRef="#ctx0" brushRef="#br0" timeOffset="-70732.89">4642 13017 2491 0,'-4'-10'154'16,"2"0"26"-16,0 3 0 0,2 0-15 0,0 7-15 0,0-7-9 0,0 7-8 0,0 0 40 0,0 0 38 0,0 0 7 0,0 0-20 0,13 38-17 0,-2-11-15 15,1 7-14-15,1-3 22 0,-2 6-12 0,0-4-16 16,-2 0-7-16,1 0-18 0,-3 0-12 15,-1-8-1-15,0-2-14 0,-5 0-6 16,3-7-18-16,-2-3-6 0,1-1-5 0,0 1-3 16,-3-5-17-16,2 2 0 0,-2-4-37 15,2 0-62-15,-2-6-75 0,0 0-99 0,0 0-102 16,0 0-105-16,0 0-153 0,-7-26-117 16,2 9 61-16,1-6-439 0,3-1-560 15</inkml:trace>
  <inkml:trace contextRef="#ctx0" brushRef="#br0" timeOffset="-70331.02">4613 12734 3007 0,'-19'0'-11'0,"0"2"33"0,2 3 27 16,-5 2 40-16,-10 5 42 0,-2 7 32 15,-8 6 35-15,8 6 19 0,-5 10 17 16,3 6 11-16,-1 5 11 0,-5 16 1 15,11-11 0-15,8 5-10 0,-2 1-15 16,14 0-17-16,1 1-21 0,10-2-13 0,9-6-18 16,3 1-11-16,6-4-15 0,11-4-41 15,3-6 6-15,10-3-15 0,1-6-5 0,7-6-15 16,3-9-26-16,-1-7-33 0,-3-8-22 16,-1-5-26-16,15-9-17 0,0-6-3 15,0-7-6-15,-6-6 11 0,0-4 6 0,6-18 7 16,-4-3 2-16,-12-6 5 0,-8 8 4 0,-1-16 6 15,-6-6 4-15,-9 11 9 0,-10-7 10 16,-4-2-1-16,0-3 3 0,-11 2-2 16,-6-3 0-16,-7 6 3 0,-5 6-6 0,-8 10-2 15,-8 9 0-15,-6 13 2 16,-8 10-3-16,-9 9-5 0,7 13-32 0,-16 9-51 16,2 7-74-16,-5 7-92 0,9 5-102 15,-1 1-113-15,6 0-194 0,5 3-37 0,7-1 70 16,9-2-412-16,11-2-523 0</inkml:trace>
  <inkml:trace contextRef="#ctx0" brushRef="#br0" timeOffset="-68496.47">2582 14241 2755 0,'-2'-12'4'0,"2"2"36"0,-2 3 32 0,2 7 17 0,0-10 26 16,0 10 18-16,-2-10 15 0,2 10 14 15,-2-10-4-15,2 10-18 0,0 0-20 16,-2-9-14-16,2 9 16 0,0 0 32 0,6 29-8 16,-1 4 16-16,3 7 0 0,2 14-11 15,3 6 17-15,-2 3 3 0,1-1-15 0,-1 0-11 16,1 2-18-16,-1-1-10 0,0-1 31 16,1-4-13-16,-2-5-10 0,-1-5 29 15,-3-10-9-15,0-4-8 0,-1-10-14 0,1-3-9 16,-2-4-6-16,-3-5-10 15,3 1-8-15,-1-5-6 0,-1 1-8 0,0-1-2 16,0-4-6-16,-2-4-9 0,3 12-59 16,-3-12-90-16,0 0-83 0,0 0-92 0,0 5-89 15,0-5-101-15,0 0-123 16,0 0-182-16,-7 12-7 0,0-8 81 0,-2 4-482 16,4 0-633-16</inkml:trace>
  <inkml:trace contextRef="#ctx0" brushRef="#br0" timeOffset="-68066.62">2793 15286 3279 0,'0'-10'30'0,"2"3"15"15,-2 7 17-15,2-10 17 0,-2 10 4 16,0 0 15-16,-2-9 2 0,2 9 20 0,0 0 18 15,0 0 20-15,-21 32 9 0,4-7 3 16,-6 14 14-16,-4 2 12 0,0 4 14 0,-1-1 18 16,-1 3-8-16,2 0-4 15,2 2 2-15,1-2-9 0,3-1-11 16,5-2-20-16,4-8-22 0,4 0-9 0,6-3-19 16,2-8-13-16,2-3-9 0,4-1-13 15,4-4-5-15,3 0-10 0,4-5-6 0,2-1-6 16,4-6-7-16,4-3-17 0,1-4-13 15,8-3 1-15,-9-2-4 0,-4-2-2 0,-1 2 3 16,-6-2-3-16,-3-1 1 0,-1 3 6 16,-3-5 3-16,-5 0 1 0,-2 1 0 15,-2 0-5-15,-2-1-4 0,-2 2-3 0,-1-2-7 16,-4 2 0-16,0 1-10 0,-2 1-3 16,-3 2-19-16,1 3-36 0,-1 0-40 0,0 3-62 15,-4 0-72-15,3 0-79 0,0 1-95 16,2 3-107-16,-3-1-156 15,1 1-187-15,4-3 82 0,-1 4-641 0,3-5-861 16</inkml:trace>
  <inkml:trace contextRef="#ctx0" brushRef="#br0" timeOffset="-67632.25">2506 15126 4060 0,'-23'-4'-69'0,"0"4"10"0,0 2 30 0,-4 3 25 0,-6 7 37 0,1 5 45 0,-8 8 33 0,1 11 25 0,0 10 13 16,-1 21 3-16,6 7 18 0,11-12 2 15,4 4 5-15,2-1-12 0,6 6-12 0,2-3-10 16,9 1-14-16,9-4-10 0,7-3-9 15,11-7-13-15,7-3-8 0,6-6-4 16,8-9-9-16,4-8-9 0,5-8-23 0,2-9-30 16,4-7-30-16,2-8-21 0,-1-9-18 15,1-12-16-15,-4-5-14 0,14-9 4 0,-9-9 8 16,-17 9 6-16,-4-6 11 0,-6-1 5 16,-8-7 6-16,-4-3 14 0,-6-4 15 15,-8-3 11-15,-8-4 2 0,-6-1 3 16,-9-3-4-16,-4 2 3 0,-16-17-5 15,-8 10 1-15,-2 6-6 0,3 21-11 0,-6 8-16 16,0 8-30-16,-7 9-43 0,1 10-54 16,4 13-53-16,-12 10-66 0,0 10-84 0,2 3-126 15,0 9-164-15,3 0 44 0,4 2-274 16,8 0-369-16</inkml:trace>
  <inkml:trace contextRef="#ctx0" brushRef="#br0" timeOffset="-66867.42">5200 13677 2633 0,'-8'-13'89'0,"3"4"18"0,-2 0 17 0,0 1 28 0,3 1 32 0,4 7 20 0,-7-10 20 0,3 3 10 16,2 2 7-16,2 5-2 0,-5-12-11 0,1 9-16 15,4 3-21-15,-3-9-17 0,3 9-23 16,0 0-15-16,-3-9-21 0,3 9-13 15,0 0-5-15,0 0 25 0,19 18-2 16,2 5-9-16,15 10-24 0,6 6-15 0,24 13 1 16,6 3-11-16,7 5-3 0,3 1-9 15,2 1-2-15,0-1-10 0,0 0 4 16,-4 3-6-16,-1-4 4 0,-7-2-11 0,-6-3-2 16,-3-7-4-16,-19-14-1 0,-6-5 47 15,-11-7 47-15,-4-3 36 0,-6-5 21 16,-3-2 10-16,-3-3-7 0,-4-2 1 15,0 0 1-15,2-3-109 0,-4 2-69 0,-5-6 0 0,11 5 0 16,-11-5 0-16,10 1 0 16,-10-1 0-16,0 0 0 0,17-5 0 0,-17 5 0 15,9-5 0-15,-2 3 0 0,-7 2-254 16,0 0-369-16,0 0-187 0,0 0-90 0,0 0 80 16,0 0-807-16,0 0-1066 0</inkml:trace>
  <inkml:trace contextRef="#ctx0" brushRef="#br0" timeOffset="-66184.19">6498 14720 4148 0,'0'-15'-95'16,"0"1"41"-16,0 0 42 0,-2 2 51 0,2 2 36 0,0 2 36 0,2-1 31 0,-2 0 28 0,0 2 9 0,0 7-9 16,0-11-10-16,0 11-24 0,0 0-2 15,0 0 53-15,0 0 30 0,11 56-37 0,-5-15-9 16,0 14-12-16,-1 3-2 0,-1 3 36 15,2-7 0-15,-3-8 5 0,-1-5-15 0,3 1-5 16,-1-7-26-16,-1 0-14 16,1-9-11-16,1-4-14 0,-3-6-10 0,0-3-9 0,0 0-10 15,3-4-23-15,-3 2-61 16,-1-2 0-16,-1-4 0 0,0-5 0 0,0 10 0 16,0-10 0-16,0 0-119 0,0 0-131 15,0 0-60-15,-14-19-69 0,7 3-75 0,3-5-75 16,-3-12-87-16,-1-3-136 0,0 1 14 15,1-4-637-15,3-2-830 0</inkml:trace>
  <inkml:trace contextRef="#ctx0" brushRef="#br0" timeOffset="-65934.7">6494 14427 3921 0,'0'0'-73'0,"0"0"64"0,-32 22 57 15,12 0 50-15,-3 4 40 16,3 3 43-16,-7 11 32 0,4 1 22 0,2-1 8 15,6-8 11-15,2 2-5 0,3-1-6 16,4-9-14-16,5-2-1 0,2-2-1 16,5 0-4-16,10 3-16 0,4 0-29 0,5-4-18 15,9-5-15-15,5-6-15 0,4-3-10 16,2-3-21-16,-2-2-49 0,2-5-53 0,2 0-76 16,-6 0-64-16,-2-1-52 0,-3 1-50 15,-9 0-49-15,-9 3-62 0,-2 0-48 0,-5 2-34 16,-4 0-44-16,-7 0-54 0,0 0-106 15,11 8-18-15,-11-8-449 0,0 0-578 16</inkml:trace>
  <inkml:trace contextRef="#ctx0" brushRef="#br0" timeOffset="-65518.04">6469 14338 2970 0,'-13'-12'18'0,"-2"2"10"0,-2 7 0 0,-1 3 4 15,-5 5 21-15,-11 13 41 0,-9 13 44 16,-4 12 38-16,-6 17 32 0,2 11 25 16,3 6 21-16,6 12 7 0,6-1 1 15,6 4 18-15,9-3-3 0,13-19 0 0,5 2-22 16,8-2-18-16,12-3-15 0,17 10-18 15,12-9-17-15,13-10-13 0,8-9-21 0,13-11-9 16,10-11-12-16,7-9-14 0,-11-12-12 16,25-8-19-16,2-16-35 0,-2-8-25 15,-7-12-23-15,-7-4-11 0,-11-4 0 0,-7-7-3 16,-13-3 5-16,-10-7-22 0,-13-7 5 16,-9-4-3-16,-12 8 22 0,-13-5-13 0,-9-9 0 15,-11-25-4-15,-14 1 1 16,-9 0-17-16,-16 6 0 0,-11 9-2 0,-7 11-6 0,-15 13-26 15,0 21-34-15,-6 20-43 16,10 21-41-16,-3 11-51 0,-21 19-90 0,4 11-115 16,4 12-174-16,4 5-159 0,5 5 60 15,9 2-551-15,7 0-727 0</inkml:trace>
  <inkml:trace contextRef="#ctx0" brushRef="#br0" timeOffset="-22624.22">8777 14861 5963 0,'-18'-16'18'0,"0"6"139"0,7 4 130 0,1-2 7 0,0 3-52 16,5 1-63-16,5 4-34 0,0 0 24 0,-7 17-9 15,10 3-11-15,6 14-11 16,1 4-12-16,9 8-14 0,2 2-60 0,-2 0-52 0,2 1 0 15,0-3 0-15,-2 1 0 16,-2-5 0-16,-4-7 0 0,-3-5-44 0,2 0-174 16,-5-7-51-16,-2-5-48 0,-1-6-54 15,-1-1-69-15,-1-5-70 0,-2-6-75 0,0 0-140 16,0 0-20-16,0 0 84 0,-16-35-464 16,7 4-592-16</inkml:trace>
  <inkml:trace contextRef="#ctx0" brushRef="#br0" timeOffset="-22226.57">8734 14809 2908 0,'-6'-15'-55'0,"1"0"28"0,5 6 12 16,-1-2 16-16,1 3 20 0,1 1 15 16,6-1 21-16,-2 1 2 0,5 0 9 15,5 2-2-15,-4 3 1 0,9 0 12 16,0 4 17-16,3 3 22 0,0 2 18 0,-2 2 21 16,4 7 14-16,-4 5 17 0,-2 3 5 15,-4 2 1-15,-1 5-9 0,-3 2-5 16,-2-2-19-16,-1-1-8 0,-4-6-8 0,0-3-4 15,1-3-15-15,1 0-8 0,0-3-9 16,-3 0-14-16,6 1-7 0,-2 1-8 16,4-1-7-16,1 0-5 0,3-2-6 15,2 6-3-15,2 2 11 0,2-3 10 0,-1 1 10 16,-4 1 27-16,4 1 9 0,-8 2 25 16,2-2 8-16,-4 7 6 0,-5-3 3 0,-1-2 10 15,-2 1 4-15,-4 4-4 0,-4 5-12 16,-3 0-166-16,-2-2 0 0,-5-1 0 15,3-4 0-15,-2-1 0 0,-7-7 0 0,8-3 0 16,-2-6 0-16,3-3 0 0,-5-4 0 16,4-3 0-16,-6-3 0 0,2-3 0 0,-4 1 0 15,5-5 0-15,2 4 0 16,-1-3-219-16,7 0-331 0,2 2-108 0,3-5-145 16,0 2-66-16,4-2 90 0,2-2-688 15,2-1-915-15</inkml:trace>
  <inkml:trace contextRef="#ctx0" brushRef="#br0" timeOffset="-21991.99">9236 14959 4053 0,'0'-21'1'0,"-2"4"41"0,0 1 60 0,2 6 61 0,-1-1 61 0,1 3 37 0,-2 2 22 16,2 6-8-16,-2-12-18 0,2 12 12 15,0 0 23-15,0 0-8 0,23 14-21 0,-5 11-24 16,0 0-30-16,5 12-16 0,-3 5-20 15,4-1-21-15,-5 0-14 0,1 0-18 0,-4-7-15 16,-1-2-46-16,-1-1-67 16,-3-4-77-16,-1-5-81 0,-3-2-74 0,1-5-74 15,-5 0-102-15,1-6-119 0,-2-2-154 16,0-3-152-16,-2-4 89 0,0 0-646 0,0 0-851 16</inkml:trace>
  <inkml:trace contextRef="#ctx0" brushRef="#br0" timeOffset="-21826.62">9236 14890 3685 0,'-13'-15'77'16,"-1"2"64"-16,5 5 42 0,4 1 38 0,-3 1 29 16,0-3 16-16,4-2-16 0,2 2-23 15,4-3-25-15,4-5-19 0,4-1-21 16,10-5-17-16,5 0-65 0,2 0-68 0,3 1-75 16,10-1-91-16,-7 8-115 0,3 1-122 15,-3 5-154-15,-5 3-179 0,-7 6 67 16,0 6-459-16,-2 3-585 0</inkml:trace>
  <inkml:trace contextRef="#ctx0" brushRef="#br0" timeOffset="-21659.72">9431 15073 3012 0,'-16'21'139'0,"3"-6"40"0,3-2 30 16,3-6 23-16,1 1 17 0,3-4 10 16,-3 2-28-16,6-6-17 0,0 0-20 0,0 0-22 15,0 0-21-15,22-29-32 16,1 6-56-16,13-13-75 0,1 0-95 0,-1-5-102 15,6-7-108-15,-2-2-114 0,11-13-121 16,-1-4-85-16,-3 2 51 0,-10 12-289 0,-2 0-358 16</inkml:trace>
  <inkml:trace contextRef="#ctx0" brushRef="#br0" timeOffset="-21392.65">9974 14276 2407 0,'-12'-4'31'0,"12"4"36"0,0 0 26 15,-27 6 27-15,16 3 22 0,-4 1 10 0,-6 9-4 0,4 7 10 16,-2 1-1-16,4 5-1 15,0 1 1-15,1 1-4 0,5 2-12 0,1-1-13 16,6-8-14-16,4-4-5 0,9 4-3 0,6-3-11 16,8-7-8-16,7-5-6 0,2-2-6 15,5-2-2-15,-3-1 1 0,-1-1-3 16,-7-1 25-16,-5-2 19 0,-2 4 34 0,-2-2 32 16,-3 4 43-16,-3 3 29 0,-6 1 7 15,-1 3-8-15,-4 1-29 0,-2 8-26 16,-8 8-20-16,2 0-13 0,-5 1-25 0,-2-3-16 15,-4 0-58-15,1-2-58 16,0-2-69-16,-6 0-71 0,1-4-80 0,-1 1-103 0,-1-3-132 16,-6 1-167-16,2-3-231 15,1 5 74-15,-7 5 82 0,3 7-543 0,-1 9-695 16</inkml:trace>
  <inkml:trace contextRef="#ctx0" brushRef="#br0" timeOffset="-21125.51">9602 16036 4080 0,'-11'-11'425'0,"5"2"-21"0,1 5 3 16,-2-2-1-16,7 6-13 0,0 0 10 0,0 0-9 15,-3 30-21-15,8 0-42 0,5 10-27 16,7 11-33-16,2 3-271 0,1 5 0 15,-2 0 0-15,2-3 0 0,-2-1 0 0,0-4 0 16,-1-1 0-16,0-5 0 0,-5-9 0 16,-5-2 0-16,-1-8-399 0,-3-4-103 0,-1-5-101 15,-4-2-117-15,1-3-140 0,-5-5 87 16,1 0-701-16,-6-2-922 0</inkml:trace>
  <inkml:trace contextRef="#ctx0" brushRef="#br0" timeOffset="-20959.68">9417 16683 4527 0,'-11'-1'237'0,"11"1"51"0,-16-2 36 0,16 2 12 0,0 0-22 16,-11-5-32-16,11 5-29 15,0 0-25-15,13-19-23 0,8 2-24 0,6-6-50 16,13-6-98-16,-1-2-135 0,2 0-144 16,-3 0-146-16,-2-1-182 0,1 0-249 0,-11 9 39 15,-3 6 89-15,-3 4-571 0,-6 4-727 16</inkml:trace>
  <inkml:trace contextRef="#ctx0" brushRef="#br0" timeOffset="-20526.57">10003 16554 4038 0,'0'0'325'0,"0"0"19"0,0 0 16 15,-3 10 1-15,3-10-9 0,0 0-18 0,0 0-25 16,21-24-26-16,-10 9-30 0,3-2-26 15,8-5-22-15,-6 1-17 0,-4 0-21 0,-3 5-15 16,-1-3-14-16,-3 4-11 0,-5-2-99 16,0-2-28-16,-5-3 0 0,-6-6 0 15,-5 1 0-15,-1 0 0 0,-4 2 0 16,-2 4 0-16,-2 1 0 0,1 5 0 0,3 3 0 16,1 4 0-16,2 3 0 0,2 4 0 15,3-1 0-15,13 2 0 0,-26 5 0 16,16-2 0-16,-2 1 0 0,5 0 0 0,7-4 0 15,-7 5 0-15,7-5 0 0,0 0 0 16,0 0 0-16,0 0 0 0,0 0 0 0,62-19 0 16,-31 8 0-16,1-2 0 0,1 2 0 15,-3 3 0-15,-1 3 0 0,-8 1 0 0,-1 4 0 16,1 2 0-16,-4 2 0 0,4 2 0 16,1 3 0-16,-4 1 0 0,1 2 0 0,-1 0 0 15,-1 0 0-15,-2 0 0 0,-4-2 0 16,0 0 0-16,0-2 0 0,-4-2 0 0,0-3 0 15,-1 1 0-15,2 1 0 16,-8-5-318-16,10 3-271 0,-10-3-161 0,0 0-165 16,1-15 91-16,-1 7-807 0,-1-4-1069 15</inkml:trace>
  <inkml:trace contextRef="#ctx0" brushRef="#br0" timeOffset="-20175.71">10523 15898 4955 0,'0'0'203'0,"0"0"30"0,0 0 37 0,0 0 31 0,0 0 10 0,0 0-19 0,0 0-16 15,0 0-15-15,0 0-14 0,0 0-26 0,18-14-22 16,-9 11-20-16,2-4-14 0,0 0-87 16,-1-1-78-16,-1 1 0 0,-3-2 0 15,-1 2 0-15,-1-1 0 0,-2-1 0 16,-2 1 0-16,0 8 0 0,-4-14 0 0,1 9 0 15,-3 1 0-15,6 4 0 0,0 0 0 16,-34 13 0-16,16-1 0 0,-6 11 0 0,1 2 0 16,0 4 0-16,6 1 0 0,2 4 0 15,4-5 0-15,2 3 0 0,8-6 0 0,2-4 0 16,3 2 0-16,4-2 0 0,5 2 0 16,3-7 0-16,-1-2 0 0,2-7 0 15,2-2 0-15,0-4 0 0,-1-2 0 16,6-7-311-16,3-6-156 0,-1-8-188 0,9-8-226 15,-3-2 27-15,-2 0 98 0,-8 2-695 16,6-5-901-16</inkml:trace>
  <inkml:trace contextRef="#ctx0" brushRef="#br0" timeOffset="-19810.22">10896 15738 4350 0,'-17'3'195'0,"17"-3"11"0,-10 3 22 16,10-3 29-16,0 0 29 0,0 0 10 16,0 0-14-16,0 0-21 0,0 0-27 0,25-24-20 15,-10 12-22-15,8-5-20 0,0-3-18 16,-1 3-16-16,-8 0-14 0,0 5-13 16,-1-2-10-16,-4 1-8 0,-3-1-13 0,-1 2-6 15,-5 1-12-15,-2 0-9 16,-3 2-25-16,0 1-28 0,-5 3 0 0,-1 3 0 0,11 2 0 15,-35 14 0-15,9 5 0 0,-7 10 0 16,4 6 0-16,4 4 0 0,0-1 0 16,5 3 0-16,7-7 0 0,3 2 0 0,6 0 0 15,3-7 0-15,2-3 0 0,10 3 0 16,-4-6 0-16,10 4 0 0,-4-10 0 0,4-5 0 16,2-6 0-16,1-2 0 0,0-2 0 15,0-8 0-15,1 0 0 0,-1-3-253 16,9-6-297-16,-2-5-198 0,-2 2-172 15,1-3 81-15,-1 0-821 0,0 1-1097 0</inkml:trace>
  <inkml:trace contextRef="#ctx0" brushRef="#br0" timeOffset="-19526.95">11809 15596 5202 0,'-32'29'344'0,"-6"8"32"0,-8 5 56 16,-17 17 54-16,-7 8-3 0,-5 5-25 0,-5 9-48 16,0 9-410-16,1 4 0 0,-23 30 0 15,26-28 0-15,-1 5 0 0,0-2 0 0,8 1 0 16,4-8 0-16,11-13 0 0,11-7 0 16,16-20 0-16,4-6 0 0,8-13 0 0,3-4 0 15,3-8 0-15,3-5 0 16,1-2 0-16,-1-3 0 0,4-3 0 0,-2-2 0 15,0 2 0-15,4-8 0 0,0 0-381 16,0 0-308-16,0 0-155 0,0 0-59 0,0 0 89 16,0 0-737-16,8-31-994 0</inkml:trace>
  <inkml:trace contextRef="#ctx0" brushRef="#br0" timeOffset="5201.88">4638 7006 1472 0,'0'0'364'0,"-4"-4"-76"0,4 4-24 0,0 0-27 0,0 0-8 0,0 0-14 0,0 0-10 16,-10-8-13-16,10 8 3 0,0 0 4 15,0 0-6-15,0 0-6 0,0 0-10 0,-7-3-2 16,7 3-1-16,0 0-6 0,0 0-3 15,0 0 1-15,0 0-12 0,-4-7-7 16,4 7-13-16,0 0 6 0,0 0-10 0,0-9-2 16,0 9-3-16,0 0 6 0,0-12-23 15,0 12-4-15,0-10 7 0,0 10-7 16,2-11-7-16,0 5-7 0,-2 6-7 0,4-11-1 16,-4 11-3-16,1-10-12 0,3 4-7 15,-4 6-10-15,8-9 3 0,-2 4-5 16,0 0-6-16,-6 5-8 0,7-10-2 0,-2 8 0 15,-5 2-4-15,12-8 5 0,-12 8 15 16,13-3-3-16,-7-1 3 0,-6 4-2 16,0 0-7-16,17-2 5 0,-17 2 15 0,0 0 1 15,18 2 1-15,-18-2-11 0,0 0-50 16,15 5 0-16,-10-1 0 0,-5-4 0 16,9 8 0-16,-6-4 0 0,-3-4 0 0,4 14 0 15,-2-8 0-15,0 3 0 0,0-1 0 16,-2 2 0-16,0-1 0 0,-2 4 0 0,2-3 0 15,-2 2 0-15,2 2 0 0,-4 0 0 16,2-1 0-16,2 2 0 0,-3-1 0 16,-2 2 0-16,3 0 0 0,-1-3 0 0,-1 3 0 15,-2-2 0-15,4-2 0 0,-3 5 0 16,1-5 0-16,1 5 0 0,0-3 0 0,1 1 0 16,-2 2 0-16,0-2 0 15,4-1 0-15,-3-2 0 0,1 1 0 0,0 1 0 16,0-2 0-16,0 0 0 0,1 0 0 15,-4 0 0-15,3-2 0 0,2 2 0 0,-2 0 0 16,0 0 0-16,-1 1 0 0,-1-2 0 16,2 1 0-16,-2 4 0 0,1-1 0 0,-1 1 0 15,-1-1 0-15,2 3 0 0,-3-3 0 16,3 1 0-16,-3 0 0 0,2 2 0 0,-1-3 0 16,0 0 0-16,1 2 0 0,-1-4 0 15,-1 0 0-15,5-1 0 0,-5 0 0 0,2 1 0 16,0-1 0-16,0-2 0 0,-2 2 0 15,3-3 0-15,-1 0 0 0,0 2 0 0,2-5 0 16,-4 3 0-16,2-3 0 16,4-6 0-16,-3 12 0 0,3-12 0 0,-4 6 0 15,4-6 0-15,-4 5 0 0,4-5 0 16,0 0 0-16,0 0 0 0,0 0 0 0,0 0 0 16,0 0 0-16,0 0 0 0,21-17 0 15,-13 11 0-15,-3 2 0 0,5-1 0 0,-2-1 0 16,-1 4 0-16,1-2 0 0,-1 2 0 15,1-1 0-15,2 0 0 0,-10 3 0 0,17-3 0 16,-8 2 0-16,1 1 0 0,-1-2 0 16,-9 2 0-16,21-4 0 0,-12 4 0 15,-9 0 0-15,18-2 0 0,-11 2 0 16,-7 0 0-16,14-2 0 0,-14 2 0 0,11-3 0 16,-11 3 0-16,11 0 0 0,-11 0 0 15,7-4 0-15,-7 4 0 0,0 0 0 16,0 0 0-16,0 0 0 0,0 0 0 0,0 0 0 15,0 0-251-15,0 0-790 0,0 0 107 16,-31 13-1095-16,19-8-1443 0</inkml:trace>
  <inkml:trace contextRef="#ctx0" brushRef="#br0" timeOffset="7501.22">6795 9679 5653 0,'-9'-11'-253'0,"-1"5"49"0,4-3 49 0,-1 2 57 0,0 0 60 0,-4 1 49 16,4-1 45-16,0 0 35 0,-4 0 24 16,6 1 21-16,-2-2 8 0,1 2-3 15,2 0 8-15,4 6-13 0,-10-7-6 16,10 7-3-16,-5-6-10 0,5 6-9 0,0 0 27 0,0 0 31 15,0 0 20-15,32 6 4 16,2 5-8-16,18 9 3 0,13-1-2 0,20 8-3 16,9 2-6-16,5 2-14 0,8 2-76 15,6-2-84-15,-2 0 0 0,0-2 0 0,-5 0 0 16,-6-3 0-16,-28-4 0 0,-9-3 0 16,-8 1 0-16,-17-8 0 0,-4 1 0 0,-9-5 0 15,-3 0 0-15,-8-4 0 0,2 2 0 16,-5-2 0-16,-1 0 0 0,0-3 0 15,-5 3 0-15,4 0 0 0,-2-2 0 0,-7-2 0 16,11 2 0-16,-11-2 0 0,7 4 0 16,-7-4 0-16,11 2 0 0,-11-2 0 15,0 0 0-15,7 6 0 0,-7-6-546 0,0 4-334 16,0-4-44-16,0 0 99 0,0 0-881 16,0 0-1140-16</inkml:trace>
  <inkml:trace contextRef="#ctx0" brushRef="#br0" timeOffset="7833.89">8400 9815 4462 0,'9'-9'-24'0,"-1"-1"31"0,0 0 9 16,3 4 39-16,2 1 26 0,3-1 19 15,-2 2 9-15,6 2 16 0,-3 2 4 0,0 4 13 16,2 3 2-16,0 5 5 0,2 6 9 15,-3 6 16-15,-5 7 3 0,-8 3 0 0,-7 4 23 16,1 1-3-16,-5 2 10 0,-1-1 8 16,-4-2 8-16,2-2 1 0,2-4-11 0,3-6-13 15,2-5-12-15,0-4-45 0,4-5-143 16,0 0 0-16,4-1 0 0,1-7 0 16,4 4 0-16,5-8 0 0,0 0 0 0,2 0 0 15,1-3 0-15,-2-2 0 0,4 1 0 16,1-1 0-16,-4-3 0 0,0 1-129 15,-2-2-431-15,-2 1-114 0,1-4-189 0,-5-2 32 16,3-1 84-16,-1 1-745 0,-3-3-939 16</inkml:trace>
  <inkml:trace contextRef="#ctx0" brushRef="#br0" timeOffset="8184.17">8714 9494 4065 0,'-29'-14'-26'16,"-1"3"50"-16,-4 3 46 0,-6 7 53 15,-2 2 50-15,-14 12 30 0,0 9 26 16,-19 15 39-16,7 13 28 0,-1 8 21 0,6 10 12 16,4 7 7-16,2 9-13 0,9 4 6 15,10 0 12-15,9 3-28 0,12 0-27 0,15-20-94 16,12-1-192-16,12-7 0 0,26 5 0 16,8-10 0-16,14-11 0 0,7-12 0 0,-5-16 0 15,6-8 0-15,5-10 0 0,3-3 0 16,22-21 0-16,-15-10 0 0,-5-6 0 0,-11-7 0 15,-6-5 0-15,-6-6 0 0,-8-8 0 16,-10-3 0-16,-7-7 0 0,-9-3 0 16,-14 7 0-16,-9-5 0 0,-14-2 0 0,-12-21 0 15,-11 5 0-15,-15 7 0 0,-16 12 0 16,-12 19 0-16,-8 17 0 0,8 25 0 16,-12 18 0-16,-25 23 0 0,-3 14 0 0,-1 13 0 15,4 6 0-15,7 8-183 0,9 0-580 16,7 0-196-16,19 5 95 0,6-7 87 0,13-4-803 15,19-14-1021-15</inkml:trace>
  <inkml:trace contextRef="#ctx0" brushRef="#br0" timeOffset="115996.75">19224 15920 1483 0,'0'0'536'0,"-2"-15"-137"0,2 15-97 0,-2-10-6 0,2 10-12 0,0-11-21 0,0 11-23 16,0-10-31-16,0 10-19 0,0 0-23 16,0-8-24-16,0 8-12 0,0 0 3 0,0 0-5 15,0 0-4-15,2 36 6 0,-6-13 5 16,-1 12 1-16,-3 3 3 0,0 2-5 0,-3 10 3 16,0-2-5-16,1-8 0 15,0-3-2-15,3 0-9 0,0-4-1 0,-2-1-2 0,4-8-10 16,-3-4-13-16,5-4-7 15,-1-1-11-15,-1-3-3 0,4-2-8 0,-3-1-4 16,2-2-34-16,-2-2-68 0,4-5-91 16,0 0-83-16,0 0-78 0,0 0-85 15,-5-26-88-15,7 7-115 0,1-13-176 0,7-4 50 16,-4-1-540-16,3-5-707 0</inkml:trace>
  <inkml:trace contextRef="#ctx0" brushRef="#br0" timeOffset="116449.32">19288 15586 3181 0,'0'-21'-56'0,"0"3"42"0,2 1 38 15,5 0 35-15,-2 3 38 16,1-2 34-16,1-1 3 0,3 4 2 0,0 1-9 16,3-3-9-16,1 9-14 0,2 1-14 15,4 2-6-15,4 6-8 0,11 6-5 16,-1 4 0-16,7 9-15 0,-2 6-7 0,-5-3-3 15,-9 1-9-15,-4-2 0 0,-6 0 0 16,-7-2 14-16,-5-1 21 0,-1-4 20 0,-5 6 6 16,-8 3 4-16,-5 3 0 0,-4-2-2 15,-11 4-14-15,4-6-8 0,0-4-8 16,1-2-3-16,3-4-8 0,2-1-6 16,5-4-3-16,4-2-1 0,-2-6 0 0,4 0 1 15,10-2-3-15,-15 0-4 0,15 0-4 16,0 0-3-16,-17-3-4 0,17 3-8 15,0 0-5-15,0 0-4 0,0 0 9 0,0 0-15 16,0 0 3-16,4 11-3 0,-4-11-2 16,15 19 4-16,-3-3-1 0,1-1-1 0,0 0-4 15,-2 3 1-15,2-1 0 0,-1-1-1 16,0 0 2-16,-5-3 3 0,1 1-3 0,0-4-2 16,-3-2 11-16,1 3-13 15,0-4 1-15,0-2-1 0,-3 0 3 0,-3-5-13 16,4 10-32-16,-4-10-54 0,7 3-79 0,-7-3-103 15,0 0-126-15,0 0-160 16,0 0-183-16,14-12 70 0,-14 12-478 0,8-11-618 16</inkml:trace>
  <inkml:trace contextRef="#ctx0" brushRef="#br0" timeOffset="116861.82">19771 15920 3236 0,'0'0'30'0,"0"0"10"0,0 0 30 16,0 0 49-16,0 0 49 0,0 0 17 0,12-3 10 15,-12 3-4-15,0 0-10 16,0 0-12-16,22 3-15 0,-22-3-11 0,17 3-15 0,-17-3-8 16,20 0-11-16,-20 0 1 15,18-3-2-15,-18 3-1 0,12 0 6 0,-12 0 2 16,13-3-4-16,-13 3-8 0,11-6-4 15,-11 6-4-15,7-9-7 0,-7 9-16 16,-2-8-7-16,2 8-10 0,0 0-10 0,-14-13-4 16,7 9-1-16,-7 4-11 0,14 0-3 15,-32 4 1-15,13 1-6 0,-2 3 1 0,-8 4-9 16,2 5 0-16,9-3 1 0,2-1-1 16,3 0-4-16,5-1-2 0,2 4 3 15,5-4 0-15,1 1 4 0,1 1-4 16,7 0 1-16,-2-2 3 0,5 4-3 0,5-6-6 15,-5-2-23-15,2 1-43 0,-3-4-66 16,7 0-76-16,0-2-93 0,5-3-115 0,-4 0-134 16,5-5-169-16,0 2-6 0,-2-4 75 15,0 0-424-15,-2-1-542 0</inkml:trace>
  <inkml:trace contextRef="#ctx0" brushRef="#br0" timeOffset="117229.4">20095 15895 2945 0,'0'0'24'0,"2"-9"25"15,-2 9 11-15,0 0 17 0,5-7 23 16,-5 7 23-16,0 0 14 0,0 0 9 16,0 0-2-16,31 16-2 0,-19-8 2 0,-3 2 0 15,0 2-5-15,2 0 8 0,-6 1-5 16,1 0-1-16,-5-1-5 0,1 0 2 16,-2 1-11-16,-2-1-8 0,1-2-13 0,-5 2-6 15,-1-2-13-15,-3 0-9 0,-2-1-5 16,-1 0-10-16,-4-5-9 0,-1 0-26 15,5-4-16-15,-2-2-22 0,0-3-20 16,-3-5-16-16,6-4-13 0,4 1-1 0,3-3 8 16,2-1 1-16,3 3 5 0,0 2 5 15,2 1-4-15,1-1 12 0,4 4 3 0,-2 3 0 16,3 4 1-16,-8 1 6 0,19 0 3 16,-19 0 1-16,29 12 5 0,-13-4 2 15,4 2 7-15,5 7 7 0,2-1 3 0,-3 1-1 16,-5-5-4-16,-3 0 0 0,-3-3 1 15,0-1-1-15,-1 1-5 0,-3-3-28 0,-2 0-38 16,3 0-53-16,-2 0-67 0,-3-3-90 16,3-1-124-16,-8-2-174 0,14 0-50 0,-14 0 68 15,12-7-257-15,-1 0-303 16</inkml:trace>
  <inkml:trace contextRef="#ctx0" brushRef="#br0" timeOffset="117463.19">20572 15867 2539 0,'-7'-10'124'0,"4"5"-8"0,3 5 21 0,-12-5 3 16,12 5 11-16,-12 0-1 0,12 0 7 15,-22 6-9-15,8 7-15 0,2 2-6 16,-1 0-11-16,-5 9-15 0,2 4-3 0,7-6-14 16,4-1 1-16,1 0-17 15,-2 1-9-15,8-5-5 0,2 2-11 0,0-1-29 0,-1 1-39 16,6 0-52-16,2-4-58 15,0-1-72-15,0-3-99 0,5-4-124 0,-7-3-179 16,3 0 54-16,-1-3-227 0,-2-1-272 16</inkml:trace>
  <inkml:trace contextRef="#ctx0" brushRef="#br0" timeOffset="123395.65">20865 15455 2368 0,'1'-18'90'0,"-1"3"39"0,0 2 44 0,2 2 30 0,1 0 21 0,-3 4 1 0,0-2 3 16,0 9-21-16,2-13-28 0,-2 13-22 15,0 0-16-15,0 0 1 0,0 0 0 16,-10 37-2-16,1 1-3 0,-3 12 9 16,-3 5 9-16,4 5-7 0,-1 2-6 0,-1 2-10 15,-1-1-12-15,1-2-13 0,4-3-10 16,-5-2-8-16,1-6 11 0,4-9 5 0,0-4-4 15,2-4-4-15,0-8-6 0,3-4-8 16,0-6-11-16,-1 1 4 0,4-5-6 16,-1-2 11-16,0-2 6 0,0-3-12 0,2-4-12 15,0 0-2-15,0 0-12 0,0 0-4 16,12-20-6-16,-6 5-14 0,3-2-19 16,0 0 1-16,3-2-1 0,-1 4 4 0,-2 0-9 15,2 6 5-15,-6-3-1 0,3 5-5 16,-5-2-5-16,3 6-9 0,-6 3 6 15,12-1 3-15,-12 1 6 0,0 0-5 0,25 10-3 16,-20-4 15-16,5 3-9 0,-1 1-6 16,-1 1-22-16,1-1-27 0,-3-2-38 0,-1 3-37 15,2-1-47-15,-2 0-66 0,-3-1-70 16,0-1-89-16,-2-1-99 0,0 2-106 0,0-1-122 16,0-3 57-16,0-5-476 0,-2 10-616 15</inkml:trace>
  <inkml:trace contextRef="#ctx0" brushRef="#br0" timeOffset="124262.28">21110 16047 3468 0,'7'-6'110'0,"-3"2"8"15,-4 4 14-15,3-8 22 0,-3 8 16 0,6-4 7 16,-6 4 6-16,0 0-8 0,0 0-15 16,15 12-13-16,-11-8-17 0,0 6-14 0,0-2-5 15,-3 5-12-15,-1-2-9 0,0 1-9 16,-3 0-10-16,-1 2-3 0,-2 1-5 0,-4-3-12 15,-1 5-5-15,-3-5-24 0,0 1-14 16,-2-1-14-16,3-6-4 0,-3-1-5 16,5-3-7-16,11-2-13 0,-15-2-1 15,15 2-2-15,-10-13 5 0,10 1 4 16,0 1 3-16,0 1-1 0,4 0 11 0,1 1-3 16,-4 1 2-16,3 1 8 0,-4 7 2 15,9-9 2-15,-1 8 2 0,-8 1 2 0,15-4-2 16,-15 4 3-16,23 4 0 0,-11-3-1 15,0 3-1-15,1-2-3 0,-1 1-13 0,0 0-11 16,1-3-14-16,0 0-13 16,-13 0-14-16,34-5-26 0,-18 0-19 0,4-5 1 15,-6-2-6-15,9-10-10 0,2-2-4 16,-4-4-12-16,4-9-1 0,-4-4 5 0,4-8 11 16,-5-2 13-16,1-9 10 0,3-5 12 15,-5 1 13-15,-1 2 31 0,-2 8 31 16,-5 4 33-16,-3 16 35 0,-5 8 19 0,2 5 8 15,-3 5 4-15,-4 7 0 0,-5 4 4 16,7 5 16-16,0 0 4 0,-30 18 8 0,12 10 6 16,-7 10 11-16,1 10 7 0,1 3 2 15,7 3-10-15,-2 2-13 0,5 2-8 16,6 0-10-16,0-1-10 0,6-1-8 0,1-10-7 16,1-2-8-16,6-5 3 0,-2-3-11 15,3-5 0-15,-3-7-12 0,1-5-3 0,2-5-1 16,0-4-2-16,-1-4-4 0,2-2-12 15,1-3-8-15,-10-1-15 0,23-6-4 16,-10-3-3-16,2-5 1 0,-1-1 3 16,4-10 2-16,-7 7 3 0,-2 1 0 0,-2 5 11 15,0 2 12-15,-4 1-4 0,5 0-3 16,-6 5-4-16,-2 4-1 0,0 0-1 0,0 0-3 16,0 0 0-16,0 0-1 0,0 0-1 15,-10 32 7-15,9-16-8 0,-1-4-1 16,0 0-2-16,2 3-15 0,0-3-23 0,2 2-28 15,0-2-24-15,1-4-12 0,3 1-32 16,-1-4-22-16,6 0-22 0,-4-3-16 16,-7-2-19-16,20-4-10 0,-6 1 1 0,1-5 14 15,1-3 23-15,5-8 23 0,-3-1 31 16,4-1 25-16,-8-1 31 0,0 7 43 16,-3 3 44-16,0 0 24 0,-6 5 35 0,1 0 5 15,-3 0 0-15,3 2-9 0,-6 5 3 16,0 0 28-16,0 0-6 0,0 0 3 15,0 0-15-15,0 0-8 0,12 21-8 0,-14-13-3 16,2 2-9-16,0 2-9 0,-3 2-20 16,3-2-41-16,0 0-39 0,0 0-47 0,3 0-64 15,-1-4-54-15,-2 1-81 0,2-2-117 16,0-2-172-16,-1 0 55 0,-1-5-221 16,10 5-249-16</inkml:trace>
  <inkml:trace contextRef="#ctx0" brushRef="#br0" timeOffset="124545.31">22189 15453 2414 0,'-1'-29'189'0,"-3"3"21"0,-2 3 48 0,4 5 36 0,0 1 23 0,0-3 15 0,0 5 9 16,2 4-43-16,0 0-27 0,-2 2-35 0,0 2-28 15,2 7-29-15,0 0-12 0,0 0-4 16,-11 19-10-16,4 14-15 0,-5 17-5 15,3 6-2-15,-1 6-11 0,2 5-13 16,1 2-7-16,-4 1-8 0,-2 2-8 16,2-1-8-16,2-4-13 0,-1-4-15 0,1 0-37 15,0-9-33-15,-2-4-31 0,2-12-42 16,5-5-47-16,-1-8-52 0,-1-4-61 0,5-5-47 16,1-5-52-16,1-5-55 0,1 0-57 15,-2-6-40-15,0 0-29 0,0 0-34 0,24-19-530 16,-10 3-569-16</inkml:trace>
  <inkml:trace contextRef="#ctx0" brushRef="#br0" timeOffset="124695.23">22136 16126 2793 0,'16'-20'-33'0,"-7"6"75"16,-2 0 59-16,-1 4 60 16,-2 1 22-16,2 3 28 0,-4 0-4 0,-2 6-8 15,5-6 29-15,-5 6 3 0,0 0-11 16,0 0-14-16,6 24-19 0,-6-11-22 16,-2 1-15-16,-2 3-13 0,2 2-19 0,2 0-35 15,-3-1-41-15,1-1-46 0,-2 1-58 16,2-1-77-16,0-1-85 0,2-1-74 0,-2-3-103 15,0-2-134-15,0-1-117 0,0-2 57 16,0-2-331-16,2-5-405 0</inkml:trace>
  <inkml:trace contextRef="#ctx0" brushRef="#br0" timeOffset="125028">22365 15766 2482 0,'2'-15'43'0,"-2"2"19"16,0 4 15-16,0 2 26 0,0 7 19 15,-2-13 19-15,2 13-6 0,0-9-16 0,0 9-3 16,-2-7-13-16,2 7-11 0,0 0-5 16,2-10-9-16,-2 10-2 0,4-10-10 0,-1 6-10 15,-3 4-12-15,8-13-4 0,-5 9 0 16,-1-4 2-16,-2 8-5 0,9-10-3 16,-8 5-9-16,-1 5-1 0,2-6 3 0,-2 6-6 15,0 0-3-15,0 0-4 0,0 0 0 16,0 0 10-16,0 0 5 0,-7 27 9 0,0-6 6 15,-2 12 11-15,2 4 1 16,-5 16-1-16,1-2-3 0,-4 7-5 0,5 1 0 0,0-1-4 16,-1 0-2-16,1 0-6 15,3-8-11-15,-2 1-16 0,0-14-40 0,2 1-34 16,1-6-41-16,1-6-55 0,1-6-44 16,2-3-50-16,0-6-60 0,0-3-67 15,2-3-67-15,0-5-71 0,0 0-308 0,0 0-315 16</inkml:trace>
  <inkml:trace contextRef="#ctx0" brushRef="#br0" timeOffset="125180.33">22304 16289 2124 0,'-2'-8'5'0,"0"1"43"16,2 7 22-16,-6-10 12 0,6 10 22 15,0 0 19-15,-8-4 5 0,8 4 1 16,0 0-8-16,0 0-3 0,0 0-15 16,0 0-10-16,0 0-21 0,0 0-40 0,0 0-77 15,0 0-103-15,18 17-158 0,-5-17-212 16,4-2 13-16,7 1-118 0,1-4-120 0</inkml:trace>
  <inkml:trace contextRef="#ctx0" brushRef="#br0" timeOffset="125377.58">22833 16030 1998 0,'0'0'190'0,"0"0"32"0,0 0 30 15,-38 19 33-15,26-5 11 0,-2 3-10 0,-8 5-25 16,4 4-25-16,-2-2-23 0,6 3-20 15,-6-2-22-15,7 0-24 0,3-4-35 0,-1-2-43 16,4-2-42-16,-2-2-73 0,2-1-63 16,2-2-63-16,1 0-48 0,-2-4-44 15,2-1-40-15,-2-2-71 0,1-1-66 0,-3-2-65 16,8-2-1-16,-16 0-178 0,16 0-180 16</inkml:trace>
  <inkml:trace contextRef="#ctx0" brushRef="#br0" timeOffset="125512.06">22489 16213 1920 0,'0'-22'83'16,"2"5"39"-16,-2 4 25 0,1 2 9 0,-1 2-7 15,0 4-10-15,0 5 13 16,0 0-4-16,0 0-1 0,0 0-14 0,0 0-13 16,0 0-19-16,0 0-7 0,-7 26-42 15,5-12-60-15,2-2-79 0,2 2-106 16,2 1-163-16,-1-5-212 0,1 4 57 0,3-1-149 16,2-1-156-16</inkml:trace>
  <inkml:trace contextRef="#ctx0" brushRef="#br0" timeOffset="125913.08">23224 16523 1909 0,'0'0'248'0,"0"0"4"16,0 0-21-16,-41-6-22 0,27 2 6 0,-1 2 16 15,-5-1 7-15,-3-1-3 0,-1 0-9 16,-16 2-16-16,-4 2-20 0,-6 0-17 16,-14 0-20-16,-12 0-12 0,-12 0-16 0,-26 2-14 15,-16-4-10-15,-9 0-15 0,-17 1-4 16,-22-3-6-16,-62 1-11 0,-9 1-9 16,-16 0 2-16,-15 6-12 0,-9 2 33 0,-2 2 33 15,3 1 31-15,4 4 35 0,17 4 7 16,16 0 11-16,22 1 2 0,69-5 7 15,13 1-2-15,22-2 0 0,19-3-10 0,32-1-17 16,15-3-16-16,16 1-11 0,12-3-15 16,8-2-124-16,9 1-10 0,0 0 0 0,6 1 0 15,8-3 0-15,0 0 0 0,0 0 0 16,0 0 0-16,20 11-10 0,-20-11-303 16,20 5-87-16,-2 0-88 0,-4 0-99 15,2-2-134-15,-1 1-114 0,2 1 76 0,0-3-628 16,4-1-840-16</inkml:trace>
  <inkml:trace contextRef="#ctx0" brushRef="#br0" timeOffset="-197823">2723 12109 2903 0,'0'0'89'0,"0"0"-10"0,0 0-2 0,0 0 5 0,0 0 28 0,0 0 10 0,0 0-22 16,-23 6-19-16,23-6 4 0,0 0 29 0,0 0 5 15,0 0 4-15,48-10-5 0,-26 3-11 16,17-6-13-16,-3 1-6 0,2-2-10 0,10-1-9 15,-12-1-4-15,2 2-3 0,-4 3-3 16,-2 1-6-16,-7 0-9 0,-5 3-2 16,-6 3 0-16,2-2-8 0,-5 4-1 0,0-2-3 15,-11 4 2-15,14-6-4 16,-5 4-2-16,-9 2-5 0,10-2-2 0,-10 2-4 16,12-3-11-16,-12 3-17 0,0 0-52 15,13-4-75-15,-8 0-87 0,-5 4-98 0,10-4-148 16,-4-1-168-16,-1 0 50 0,-5 5-324 15,8-10-398-15</inkml:trace>
  <inkml:trace contextRef="#ctx0" brushRef="#br0" timeOffset="-197223.04">4464 10890 2466 0,'4'-5'-21'16,"-4"5"30"-16,0 0 34 0,0 0 37 0,4 20 26 0,-2-6 23 0,-2 5 8 0,0 8 23 15,-2 11-1-15,0-1 5 0,0 1 2 16,0-2-11-16,-1 1-2 0,1-8-9 15,2-8-6-15,-2 0-15 0,2 0-12 0,0-6-12 16,0-1-8-16,0 0-14 0,2-4-5 16,-2 0-5-16,0-1-7 0,2-1-6 0,-2-1-32 15,0-7-41-15,-2 10-58 0,2-10-77 16,-4 6-73-16,4-6-84 0,-9 4-124 16,9-4-167-16,0 0 36 0,-20-6-309 15,11 2-359-15</inkml:trace>
  <inkml:trace contextRef="#ctx0" brushRef="#br0" timeOffset="-196805.98">4045 10121 2339 0,'-4'-4'-23'0,"4"4"27"16,-5-11 31-16,3 9 25 0,2 2 21 15,-6-6 15-15,6 6 3 0,0 0 4 0,0 0 8 16,0 0 32-16,0 0 19 15,0 0-5-15,4 30 7 0,3-11 6 0,-1 3 4 0,6 9-3 16,-1-2-12-16,-2 2-9 16,0-6-8-16,2 1-2 0,-2-3-2 0,-1-2-12 0,0-2-8 15,-1-4-12-15,-1-1-11 16,-3-6-8-16,4 2-8 0,-2 1-10 0,-1-3-6 16,-2-1-3-16,2 2-7 0,-3-4-23 15,1 1-35-15,-2-6-65 0,2 8-81 16,-2-8-110-16,-2 6-123 0,2-6-174 0,-5 8-104 15,5-8 41-15,-8 6-382 0,8-6-479 16</inkml:trace>
  <inkml:trace contextRef="#ctx0" brushRef="#br0" timeOffset="-188890.45">7445 9614 2844 0,'0'0'48'16,"0"0"9"-16,0 0 14 0,0 0 22 0,0 0 29 0,-8 21 22 0,8-5 14 0,-1 7 14 15,-5 12 6-15,2 0-6 0,-2 1 1 16,4-6-3-16,-2 2-1 0,2 4-10 0,1-8 1 16,-3-5-10-16,2-4-10 0,2-2-13 15,-2-1-14-15,2-3-7 0,0 0-11 0,0-5-8 16,2 1-7-16,-4-2-6 0,2-7-4 15,0 12-9-15,0-12-22 0,-2 6-50 0,2-6-62 16,0 0-80-16,-3 6-126 16,3-6-142-16,0 0-174 0,-14 1-83 0,6 0 55 15,8-1-465-15,-12 6-559 0</inkml:trace>
  <inkml:trace contextRef="#ctx0" brushRef="#br0" timeOffset="-182758.98">3367 13336 2882 0,'-4'-10'-72'0,"1"5"17"0,3 5 11 0,-4-7 19 0,4 7 27 0,-7-7 29 0,7 7 25 16,-2-7 10-16,2 7 2 0,0 0-8 16,0 0-7-16,0 0-2 0,0 0 13 0,0 0 15 15,18 16 6-15,-5-3 20 0,6 12-6 16,-2-2-6-16,4 1 13 0,-1 3-4 16,0-2 8-16,-1-2-5 0,-3-1 3 0,-1-3-7 15,-3-4-7-15,-1 0-7 0,-2-3-13 16,-1 0-3-16,-2-3-7 0,1-1-13 15,-1 0-4-15,1-2-4 0,-3-1-10 0,1 0-18 16,-5-5-30-16,7 9-42 0,-3-7-51 16,-4-2-74-16,0 0-93 0,0 0-105 0,0 0-180 15,0 0-19-15,0 0 59 0,0 0-206 16,0 0-217-16</inkml:trace>
  <inkml:trace contextRef="#ctx0" brushRef="#br0" timeOffset="-179376.36">2648 14651 1910 0,'0'0'-15'0,"0"0"12"0,0 0 3 0,0 0 6 15,0 0 17-15,0 0 26 0,-15-6 17 0,15 6 20 16,0 0 10-16,0 0 5 0,-10-3-6 15,10 3-4-15,0 0-3 0,0 0-4 0,0 0-1 16,0 0-4-16,0 0-8 0,-11-2-10 16,11 2 2-16,0 0-5 0,0 0-8 15,0 0-2-15,0 0-4 0,0 0-9 0,0 0-3 16,0 0-1-16,0 0-2 0,0 0-3 16,0 0-1-16,0 0-1 0,-9-6-4 0,9 6-6 15,0 0 0-15,0 0 0 0,0 0-6 16,0 0 5-16,0 0-9 0,0 0 7 15,0 0-7-15,0 0 2 0,0 0 4 16,0 0-7-16,0 0-1 0,0 0 1 16,0 0-4-16,0 0 3 0,0 0 3 0,25-14-1 15,-14 10 4-15,2-3-2 0,4-2 2 16,5 0-7-16,-4 1 1 0,3 1 7 0,-1-1-7 16,-2-2 1-16,-2 6 0 0,-1-3 0 15,0 1-2-15,-2 4 1 0,-3-4 3 16,0 5 0-16,-1-2 1 0,-9 3 1 0,16-6-4 15,-11 2 0-15,-5 4-2 16,11-3 1-16,-11 3 0 0,0 0 6 0,12-4-17 16,-12 4-34-16,0 0-46 0,8-3-60 0,-8 3-102 15,0 0-179-15,0 0-109 16,0 0 47-16,0 0-73 0,0 0-66 0</inkml:trace>
  <inkml:trace contextRef="#ctx0" brushRef="#br0" timeOffset="-177460.23">5781 13776 1486 0,'0'0'5'0,"0"0"20"0,0 0 11 0,-4 25 15 0,4-13 13 0,0 7 17 0,0 5 18 0,2 12 22 16,0 1 13-16,1 2 14 0,0 0 5 15,-1-1-2-15,2-1 1 0,1-2-2 0,-1-8-11 16,2-5-10-16,-3-3-3 15,0-2-12-15,1-2-17 0,-2-3-5 0,1 0-7 16,-1-5-16-16,0 3-2 0,-2-4-9 0,2 0-7 16,0-1-24-16,-2-5-37 15,0 0-31-15,0 0-31 0,0 0-30 0,-4 8-36 16,4-8-40-16,0 0-70 0,0 0-70 16,0 0-114-16,0 0-51 0,-16-2-159 0,16 2-140 15</inkml:trace>
  <inkml:trace contextRef="#ctx0" brushRef="#br0" timeOffset="-172161.07">2058 12042 1698 0,'-10'-5'54'0,"4"2"30"0,6 3 14 0,-11-2 18 0,11 2 27 0,0 0 27 0,-14-2 14 15,14 2 34-15,-9-2 15 0,9 2 1 16,0 0 2-16,-9-3-4 0,9 3 1 0,0 0-2 15,0 0-3-15,0 0-2 0,0 0-9 16,-14-3-9-16,14 3-15 0,0 0-16 0,0 0-16 16,0 0-14-16,0 0-14 15,0 0-10-15,-8-6-18 0,8 6-8 0,0 0-17 16,0 0-13-16,0 0 10 0,0 0-1 16,0 0 24-16,0 0 10 0,0 0-19 15,0 0-3-15,0 0-7 0,40 6 7 0,-28-3 8 16,3-3-4-16,4 3-1 0,-1-1-14 15,2 0-6-15,3-2-1 0,2 0-8 0,2 2-3 16,0-2 1-16,2 1 10 0,-4-1 5 16,2 0-5-16,2-3 4 0,-2 1-6 15,-1-2 0-15,-1 0-17 0,2 0-51 16,-3 0 0-16,-1 0 0 0,-3 2 0 0,1-1 0 16,-3 1 0-16,2 0 0 0,-4 0 0 15,0 2 0-15,-1-2 0 0,-1 2 0 16,-14 0 0-16,28 0 0 0,-17 2 0 0,-11-2 0 15,24 0 0-15,-12 0 0 0,-12 0 0 16,27-3 0-16,-15 0 0 0,1 3 0 0,-2-2 0 16,1 0 0-16,1-2 0 0,-1 0 0 15,-1 3 0-15,0 0 0 0,-11 1 0 0,20-3 0 16,-20 3 0-16,17-3 0 16,-7 2 0-16,-10 1 0 0,16-4 0 0,-6 2 0 15,0 0 0-15,-1 0 0 0,1-4 0 16,1 2 0-16,0 2 0 0,1-5 0 15,-1 1 0-15,1 2 0 0,1-2 0 0,-2 1 0 16,1-1 0-16,-1 1 0 0,-3 2 0 16,2 0 0-16,-10 3 0 0,17-5 0 0,-10 3 0 15,-7 2 0-15,16-5 0 0,-16 5 0 16,14-4 0-16,-5 1 0 0,-9 3 0 0,16-6 0 16,-3 2 0-16,-6 0 0 15,2 1 0-15,3-3 0 0,-3 3 0 0,2-2 0 0,1 1 0 16,0-1 0-16,-1 2 0 0,-1 0 0 15,-1-1 0-15,2 1 0 0,1-1 0 16,-3 1 0-16,3-2 0 0,-1 1 0 16,-1 1 0-16,2-2 0 0,-3 1 0 15,2-1 0-15,1-1 0 0,-1 0 0 0,-2 1 0 16,3-3 0-16,-1 2 0 0,-1 0 0 16,0-2 0-16,-1 1 0 0,0 2 0 0,0-1 0 15,0 1 0-15,-2-1 0 0,2 2 0 16,-9 4 0-16,14-10 0 0,-8 8 0 0,-1-3 0 15,-5 5 0-15,14-8 0 16,-8 4 0-16,1 1 0 0,1-2 0 0,0 0 0 0,-1-2 0 16,-1 1 0-16,1-1 0 0,3-1 0 15,-4 2 0-15,1-3 0 0,-1 1 0 16,2 1 0-16,1-2 0 0,-3 2 0 16,1-1 0-16,2 2 0 0,-4-2 0 0,3 1 0 15,-1 2 0-15,0-2 0 0,0 2 0 16,-2-4 0-16,3 2 0 0,-1 1 0 15,0-3 0-15,0 2 0 0,0-1 0 0,-1 1 0 16,2-2 0-16,-2 1 0 0,-1-2 0 16,1 2 0-16,1 1 0 0,0 1 0 0,-2-2 0 15,-1 0 0-15,3 1 0 16,-1 1 0-16,2-2 0 0,-2 0 0 0,1 1 0 16,2-1 0-16,0-2 0 0,-2 1 0 15,1 0 0-15,1-1 0 0,-1-1 0 0,1 0 0 16,-1-1 0-16,-1 0 0 0,1 0 0 15,-2-2 0-15,1 2 0 0,1 0 0 0,-2-2 0 16,2 2 0-16,-3 2 0 0,3-2 0 16,-3-2 0-16,3 1 0 0,-4-1 0 15,2-1 0-15,-1 1 0 0,1 0 0 0,0-1 0 16,0 1 0-16,-1 3 0 0,1-4 0 16,-1 1 0-16,2 0 0 0,-2 1 0 0,-1-1 0 15,0 2 0-15,1 2 0 16,-3 1 0-16,2-4 0 0,1 2 0 0,-2 0 0 0,-1 0 0 15,0 1 0-15,0-2 0 16,1 2 0-16,-3-3 0 0,2 4 0 0,0-3 0 16,0 0 0-16,0-3 0 0,0 4 0 15,0-2 0-15,-2 2 0 0,1-2 0 0,-1 1 0 16,0 0 0-16,0 0 0 0,-1 1 0 16,1-1 0-16,-4-2 0 0,2 3 0 0,0-6 0 15,0 0 0-15,0-2 0 0,-1 1 0 16,1 0 0-16,0 0 0 0,0-2 0 0,2 2 0 15,-3-2 0-15,3 3 0 0,-3 0 0 16,3 0 0-16,-2 1 0 0,0 0 0 16,0-1 0-16,0 1 0 0,1 1 0 0,-3 0 0 15,0-1 0-15,0 1 0 16,1-1 0-16,1 1 0 0,-3-1 0 0,3 1 0 16,-3-1 0-16,1 1 0 0,2-3 0 15,0 1 0-15,-1 1 0 0,1-3 0 0,-2 1 0 16,1 1 0-16,0-2 0 0,-1-1 0 15,0-1 0-15,-3 1 0 0,1 0 0 0,0-1 0 16,-3 1 0-16,1 0 0 0,1 1 0 16,-1 3 0-16,-2-1 0 0,3-1 0 0,-2-1 0 15,-1 2 0-15,0 0 0 0,1 1 0 16,-1-4 0-16,1 1 0 0,-2 0 0 0,-3-6 0 16,3 2 0-16,3 5 0 15,-2-3 0-15,-3-4 0 0,3 1 0 0,1 5 0 16,1 2 0-16,3-1 0 0,-1 2 0 15,-2 3 0-15,2-1 0 0,1 0 0 0,-1 2 0 16,1 2 0-16,-2-2 0 0,4 3 0 16,-3-1 0-16,2 2 0 0,1-1 0 0,-3 1 0 15,3 0 0-15,0 2 0 0,-1-2 0 16,2 1 0-16,-1 3 0 0,3 4 0 16,-6-10 0-16,4 4 0 0,2 6 0 0,-4-6 0 15,4 6 0-15,-3-3 0 0,3 3 0 16,0 0 0-16,0 0 0 0,0 0 0 0,0 0 0 15,0 0 0-15,0 0 0 16,0 0 0-16,0 0 0 0,-9 17 0 0,9-9 0 16,0 1 0-16,4 3 0 0,-1 5 0 15,2 3 0-15,3 1 0 0,1 11 0 0,3-1 0 16,1 3 0-16,1-1 0 0,-1 0 0 16,2 0 0-16,-2-1 0 0,0-1 0 0,3-1 0 15,-3 3 0-15,3 1 0 0,-3-3 0 16,2-2 0-16,-4 0 0 0,3 0 0 0,-3-1 0 15,0-5 0-15,1 4 0 0,-6-6 0 16,3-3 0-16,0 1 0 0,-2-2 0 0,0-2 0 16,1 3 0-16,-1-1 0 0,1-2 0 15,-2 2 0-15,1-2 0 0,-1 2 0 16,-1-3 0-16,2 1 0 0,0 3 0 16,1-4 0-16,-5 1 0 0,4-1 0 0,-2 1 0 15,-1-1 0-15,2 0 0 0,-3 0 0 16,1 0 0-16,2-3 0 0,-2 3 0 0,2 0 0 15,-3-1 0-15,1 1 0 0,2 1 0 16,-3-3 0-16,1 2 0 0,1 1 0 16,-2-1 0-16,3 1 0 0,-4-3 0 0,1 0 0 15,-1-1 0-15,2 1 0 0,0-1 0 16,-1 1 0-16,0-2 0 0,-1 2 0 0,0 0 0 16,2-2 0-16,-3 2 0 15,1 0 0-15,0 0 0 0,0 2 0 0,0-2 0 16,0 2 0-16,-1-3 0 0,-1 3 0 15,0-2 0-15,0 0 0 0,0-1 0 0,0 1 0 16,0-3 0-16,-1 3 0 0,-1 0 0 16,0-1 0-16,0 1 0 0,-2-1 0 0,4-1 0 15,-3 2 0-15,1-2 0 0,-2 0 0 16,1 3 0-16,-2-2 0 0,1 0 0 0,0-1 0 16,-1 4 0-16,1-2 0 0,-3 1 0 15,2 2 0-15,0-2 0 0,-3 0 0 0,3-1 0 16,-1 2 0-16,0 0 0 0,0 0 0 15,1 0 0-15,-3-1 0 0,3-1 0 16,-2 0 0-16,2 1 0 0,-3 2 0 16,3-2 0-16,-4-1 0 0,4 2 0 0,-1 0 0 15,-1 0 0-15,1-1 0 0,-2 2 0 16,4-4 0-16,-3-1 0 0,3 2 0 0,-1-2 0 16,-1-3 0-16,0 3 0 0,2-1 0 15,-1 0 0-15,-1-1 0 0,0 3 0 16,-2-3 0-16,1 5 0 0,-1-4 0 0,-1 4 0 15,1-2 0-15,0 2 0 0,-1-1 0 16,-1 0 0-16,3 1 0 0,-3 0 0 16,1-2 0-16,-1 3 0 0,1-2 0 0,1-2 0 15,-4 2 0-15,5 0 0 0,-2 0 0 0,1-1 0 16,-2 0 0-16,1 0 0 16,2 2 0-16,-4-4 0 0,2 1 0 0,2 0 0 15,-2 2 0-15,0-1 0 0,0-1 0 16,0 1 0-16,0 0 0 0,-2-2 0 0,2 2 0 15,-1-1 0-15,1 0 0 0,-1 0 0 16,-2-1 0-16,1-1 0 0,2 3 0 0,-3-3 0 16,-1 2 0-16,-1 1 0 0,3-3 0 15,-5 4 0-15,5-3 0 0,-5 0 0 0,-2 2 0 16,1-2 0-16,0 1 0 0,-1 2 0 16,0-4 0-16,0-1 0 0,4-1 0 15,-4 2 0-15,3 0 0 0,0-1 0 16,0-3 0-16,-1 2 0 0,3-2 0 0,-1 2 0 15,1 0 0-15,-2 0 0 0,2-1 0 16,-3 1 0-16,3-2 0 0,1 2 0 0,-3-3 0 16,1 2 0-16,2 1 0 0,-3-4 0 15,1 1 0-15,-1 1 0 0,-1 0 0 0,2 1 0 16,0-3 0-16,-1 1 0 0,1 1 0 16,1-1 0-16,-1-1 0 0,1 0 0 0,2 3 0 15,-2-2 0-15,1-3 0 0,-3 4 0 16,2-3 0-16,1 3 0 0,-1-3 0 0,0 3 0 15,-1-2 0-15,1 1 0 16,-1-1 0-16,1 1 0 0,1-1 0 0,-1 1 0 16,-1-1 0-16,0 0 0 0,1 0 0 15,-1 1 0-15,1 0 0 0,-1-1 0 0,1 0 0 16,-1-1 0-16,1 1 0 0,-2-2 0 16,4 0 0-16,-2 2 0 0,-1-2 0 0,3 0 0 15,-3 0 0-15,14 0 0 0,-22-2 0 16,6 2 0-16,3 0 0 0,-3 0 0 15,2-2 0-15,-4 2 0 0,1 0 0 0,2 0 0 16,0 0 0-16,-3 0 0 0,3 0 0 0,-2-1 0 16,1 1 0-16,0 0 0 0,0-2 0 15,1 2 0-15,0 0 0 0,0-2 0 16,1 2 0-16,1-1 0 0,2 1 0 0,11 0 0 16,-21-2 0-16,11 2 0 0,0-3 0 15,10 3 0-15,-18 0 0 0,18 0 0 16,-20 0 0-16,11 0 0 0,9 0 0 0,-19 0 0 15,9 0 0-15,10 0 0 0,-15 3 0 16,15-3 0-16,-13 0 0 0,13 0 0 0,-14 2 0 16,14-2 0-16,0 0 0 0,-13 1 0 15,13-1 0-15,0 0 0 0,-11 0 0 16,11 0 0-16,0 0 0 0,0 0 0 16,-12 0 0-16,12 0 0 0,0 0 0 0,0 0 0 15,0 0 0-15,0 0 0 0,0 0 0 16,-9 2 0-16,9-2 0 0,0 0 0 0,0 0 0 15,0 0 0-15,0 0 0 0,0 0 0 16,0 0-357-16,0 0-676 0,0 0-1280 16,13-17-1711-16</inkml:trace>
  <inkml:trace contextRef="#ctx0" brushRef="#br0" timeOffset="-164545.33">1947 14587 5767 0,'-6'6'-315'0,"1"-2"57"0,5-4 38 0,-7 4 52 0,7-4 49 15,-9 6 47-15,9-6 51 0,0 0 44 16,-9 4 30-16,9-4 3 0,0 0 5 15,0 0-1-15,0 0-2 0,-9 3-3 16,9-3-8-16,0 0-4 0,0 0-3 0,0 0 10 16,0 0 30-16,16 12 12 0,-4-8 3 15,1 4 0-15,3-1 7 0,4-1 9 16,3 0 1-16,2-4 2 0,0 4 0 0,-1-4 6 16,-1-2-3-16,2-2-1 0,2 1 5 15,0-4-13-15,-2 3 0 0,1-4-5 0,6-2-15 16,-5 1-14-16,-4 1-6 0,9-4-1 15,-5 4-8-15,-4-1-4 0,8-3-10 16,-3-3 1-16,3 1-3 0,-3 1-3 16,-7-1-11-16,4-4 5 0,1 0-3 15,-1-1 4-15,-5 4-4 0,-4-1-2 0,0 0 4 16,-1 1 2-16,1-1-6 0,-2-1-3 16,0 3-5-16,-1-4-4 0,0 4-1 0,-1 2-2 15,-1 0-1-15,1 0-1 0,-2-1-3 16,-1-1 3-16,1 2-1 0,3-4 1 15,-2-2 21-15,6-4 6 0,3-5 0 0,-2-2 1 16,2 3 2-16,-4-5-8 0,4 2-1 16,1 0-4-16,-2 1-9 0,-2 2-20 15,0 2 0-15,-2 3 0 0,-4 5 0 0,-2 1 0 16,0 1 0-16,-2 5 0 0,-1-3 0 0,-1 4 0 16,4-3 0-16,-4 3 0 15,-1-2 0-15,2-2 0 0,-3 2 0 0,2-3 0 16,-1 1 0-16,1-4 0 0,-1 1 0 15,0-1 0-15,1-1 0 0,-1-1 0 16,2-1 0-16,-2 4 0 0,2-3 0 0,-3 3 0 16,-1 4 0-16,2-2 0 0,-1 2 0 15,1 0 0-15,-1-2 0 0,-1 2 0 0,1-3 0 16,-3 2 0-16,2 2 0 0,0-3 0 16,-2 3 0-16,0-4 0 0,0 1 0 0,-2 3 0 15,0-4 0-15,2 3 0 0,0-4 0 16,0 2 0-16,-3 1 0 0,1-2 0 15,-1 0 0-15,1 0 0 0,0 0 0 16,1-1 0-16,-3 1 0 0,0-5 0 16,2 5 0-16,-3-5 0 0,-1 3 0 0,3-3 0 15,-2 1 0-15,3 0 0 0,-2 4 0 16,4-2 0-16,-3 2 0 0,-1 0 0 0,4 1 0 16,-4 0 0-16,4-1 0 0,-3 2 0 15,3 2 0-15,-2-1 0 0,0-3 0 0,2 4 0 16,-3-1 0-16,1-1 0 0,2 1 0 15,-2-3 0-15,2 4 0 0,-1-4 0 16,-1-2 0-16,0 1 0 0,4 0 0 16,-4 1 0-16,2-1 0 0,0 1 0 0,2 0 0 15,-2 2 0-15,0 0 0 0,2 1 0 16,-2-3 0-16,1 3 0 0,-1 1 0 16,0-7 0-16,0 1 0 0,4-3 0 0,1 0 0 15,-1-3 0-15,1-1 0 0,-1 1 0 16,1 3 0-16,1 0 0 0,0 1 0 0,0 2 0 15,-1 3 0-15,-3-1 0 0,2 4 0 16,0-1 0-16,-3 1 0 0,1 2 0 16,3-2 0-16,-5 8 0 0,4-13 0 15,-3 5 0-15,1 2 0 0,2-1 0 16,-2 0 0-16,0-2 0 0,1-1 0 0,3-2 0 16,-1-3 0-16,4-2 0 0,2 0 0 15,-2 1 0-15,-1-1 0 0,2 1 0 0,-3 3 0 16,1 1 0-16,-2 2 0 0,-1-1 0 15,1 1 0-15,-2 2 0 0,-1 0 0 0,1 1 0 16,1-1 0-16,-2-1 0 0,-1 2 0 16,2 2 0-16,-4 5 0 0,5-17 0 15,-3 8 0-15,0 0 0 0,4-3 0 0,2-2 0 16,-1 0 0-16,1 0 0 0,-1 2 0 16,3 0 0-16,-4 2 0 0,-1 1 0 0,1 3 0 15,0-1 0-15,-2 2 0 0,-4 5 0 16,8-11 0-16,-8 11 0 0,3-6 0 15,-3 6 0-15,4-7 0 0,-4 7 0 0,5-7 0 16,-5 7 0-16,0 0 0 0,4-7 0 16,-4 7 0-16,0 0 0 0,2-8 0 15,-2 8 0-15,0 0 0 0,0 0 0 16,0 0 0-16,8-5 0 0,-8 5 0 0,0 0 0 16,0 0 0-16,0 0 0 0,0 0 0 15,0 0 0-15,4-7 0 0,-4 7 0 0,0 0 0 16,0 0 0-16,0 0 0 0,0 0 0 15,6-7 0-15,-6 7 0 0,5-7 0 0,-1 2 0 16,-4 5 0-16,10-9 0 0,-6 3 0 16,-4 6 0-16,7-8 0 0,-7 8 0 15,7-4 0-15,-7 4 0 0,6-8 0 0,-6 8 0 16,7-4 0-16,-7 4 0 16,0 0 0-16,0 0 0 0,7-7 0 0,-7 7 0 15,5-4 0-15,-5 4 0 0,0 0 0 16,10-8 0-16,-6 2 0 0,4 1 0 0,1-2 0 15,-2 0 0-15,3 0 0 0,0 2 0 16,1-2 0-16,-1 2 0 0,-3 0 0 0,3 1 0 16,-2-2 0-16,-1 2 0 15,-7 4 0-15,15-8 0 0,-8 4 0 0,5 1 0 0,-2-1 0 16,0-4 0-16,3 3 0 0,0-5 0 16,4 1 0-16,3 0 0 0,-4-2 0 15,2 0 0-15,2 3 0 0,-2-1 0 16,1-2 0-16,-4 7 0 0,1-3 0 15,-2 2 0-15,0 0 0 0,1-3 0 0,-4 4 0 16,3-2 0-16,-1 1 0 0,1-1 0 16,1 0 0-16,4-2 0 0,-1-2 0 0,9-3 0 15,4-3 0-15,-1 3 0 0,3-1 0 16,-3-1 0-16,5 1 0 0,-3 2 0 0,1 3 0 16,-8-1 0-16,-5 5 0 0,-1 2 0 15,-4-1 0-15,1 1 0 0,-3 1 0 0,1 0 0 16,-1 0 0-16,-1 1 0 15,-12 1 0-15,20-3 0 0,-8 1 0 0,1 0 0 16,3 0 0-16,0-1 0 0,9-2 0 16,2 1 0-16,9-4 0 0,0 1 0 15,2 0 0-15,3 1 0 0,-5 2 0 0,-6 2 0 16,-1 0 0-16,-4 1 0 0,-2 1 0 16,-3 1 0-16,0 1 0 0,-4 0 0 0,2 1 0 15,-4-2 0-15,0 3 0 0,-3 0 0 16,1-2 0-16,0 1 0 0,-3 0 0 0,3 1 0 15,-12-4 0-15,16 7 0 0,-4-6 0 16,1 5 0-16,1 0 0 0,3 0 0 0,2 2 0 16,0-1 0-16,2 0 0 15,2 2 0-15,-3-3 0 0,11 4 0 0,-8 1 0 16,7-3 0-16,-5 1 0 0,-1-2 0 16,8 4 0-16,0-3 0 0,1 2 0 0,-7-3 0 15,8 1 0-15,-1 2 0 0,-1 3 0 16,2-3 0-16,0 2 0 0,2-1 0 0,-4 6 0 15,0-5 0-15,1 5 0 0,-3 0 0 16,-1 0 0-16,-1 0 0 0,-4 2 0 16,3-2 0-16,-4 3 0 0,0-6 0 15,-4 2 0-15,-2-5 0 0,-1 3 0 16,1-1 0-16,0-2 0 0,-2 1 0 0,1-2 0 0,2 3 0 16,2-3 0-16,-1 1 0 15,1-1 0-15,4-2 0 0,-3-1 0 0,11 4 0 16,2-3 0-16,0 1 0 0,-1-3 0 15,1 1 0-15,2-1 0 0,3 0 0 0,-1 1 0 16,0 0 0-16,-2 2 0 0,2-3 0 16,-3 3 0-16,2-1 0 0,1 1 0 0,-2-2 0 15,3 0 0-15,-1-4 0 0,2 0 0 16,0-3 0-16,4 0 0 0,-1-1 0 0,3 1 0 16,-4-2 0-16,2-1 0 0,-4 3 0 15,-6 0 0-15,-5 1 0 0,7 4 0 0,-6-1 0 16,-5 0 0-16,2 1 0 0,-2-2 0 15,0 4 0-15,0-2 0 0,-3 0 0 16,3-1 0-16,0 0 0 0,-6-2 0 16,5 0 0-16,3 0 0 0,0 0 0 0,-4-2 0 15,2 0 0-15,2-2 0 0,11-2 0 16,-6 3 0-16,4-3 0 0,-4 4 0 16,-3-1 0-16,9-5 0 0,-6 4 0 0,-5-1 0 15,12-1 0-15,-3-2 0 0,0-1 0 16,-2 0 0-16,2 0 0 0,-4-1 0 0,1-1 0 15,-1-1 0-15,1-2 0 0,-5 2 0 16,5-1 0-16,-5-1 0 0,4 1 0 0,-8 0 0 16,-3 2 0-16,7-4 0 0,1 1 0 15,0 0 0-15,-1-1 0 0,-7 4 0 0,5-5 0 16,-2 4 0-16,2-4 0 16,5-1 0-16,-4 1 0 0,-1 0 0 0,-1-5 0 15,-1 2 0-15,1-2 0 0,-2 0 0 16,-1 0 0-16,-2 1 0 0,1-3-3 0,2 1 2 15,-4-3-7-15,-2 2 8 0,1 3-3 16,-7 2 7-16,0 1 0 0,-1-1 2 0,-2 3-5 16,-3-6-1-16,3 5 0 0,-7-1 0 15,-1-2 0-15,0-2 0 0,-5-5 0 0,-2-7 0 16,-7-3 0-16,-3 3 0 16,-6-13 0-16,-2 2 0 0,1 0 0 0,1 5 0 15,-2 0 0-15,6 6 0 0,-2 3 0 16,2 0 0-16,-1 2 0 0,-2 1 0 0,1-1 0 15,-4 1 0-15,0 2 0 0,0 0 0 16,1 0 0-16,-4 3 0 0,-3-1 0 0,-12-4 0 16,4 4 0-16,1 5 0 0,-6-5 0 15,-4 4 0-15,11 3 0 0,-10-3 0 0,11 5 0 16,0-3 0-16,4 1 0 0,2 1 0 16,-4 2 0-16,2 3 0 0,1-2 0 0,7 1 0 15,-6-3 0-15,-5 4 0 0,4-3 0 16,5 3 0-16,-9-1 0 0,5-1 0 0,-1-5 0 15,6 3 0-15,-4-1 0 16,2 1 0-16,6 1 0 0,1-1 0 0,2 0 0 16,0 1 0-16,4-1 0 0,-2 0 0 15,1 1 0-15,1-1 0 0,1-2 0 0,-2-1 0 16,2 2 0-16,-1-3 0 0,1 1 0 16,-5-9 0-16,2 0 0 0,0-2 0 0,-1-1 0 15,0 0 0-15,0-2 0 0,0 0 0 16,-3 0 0-16,2-1 0 0,-7-6 0 15,4 7 0-15,-3-8 0 0,-5 2 0 0,0-1 0 16,4-2 0-16,0 2 0 0,0-2 0 16,0 2 0-16,7 7 0 0,-1-3 0 15,-4-6 0-15,4 9 0 0,3-3 0 0,2 3 0 16,-4 0 0-16,3-2 0 0,0 2 0 16,2-2 0-16,-3 1 0 0,1-3 0 15,1 1 0-15,-1-4 0 0,0-10 0 0,-2 2 0 16,1-2 0-16,4-5 0 0,-4 1 0 15,7-1 0-15,-3 2 0 0,2-2 0 0,3-2 0 16,3 12 0-16,2-1 0 0,2 2 0 16,4-1 0-16,0 0 0 0,3 4 0 0,3-3 0 15,7-4 0-15,2-5 0 0,4 3 0 16,0 1 0-16,3-2 0 0,1 2 0 0,2-1 0 16,1 5 0-16,-1 5 0 15,-2 1 0-15,-9 8 0 0,3 6 0 0,-7 3 0 16,-3 6 0-16,-3 2 0 0,0 1 0 15,-2 2 0-15,-1 0 0 0,-1 2 0 0,1 0 0 16,-1 0 0-16,-2 0 0 0,-2 5 0 16,8-7 0-16,-6 2 0 0,-2 5 0 0,8-6 0 15,-8 6 0-15,0 0 0 0,3-4 0 16,-3 4 0-16,2-6 0 0,-2 6 0 0,0 0 0 16,0 0 0-16,0 0 0 0,0 0 0 15,0 0 0-15,0 0 0 0,4-5 0 0,-4 5 0 16,0 0 0-16,0 0 0 0,-8 31-804 15,-5-4-172-15,0 4 106 0,-12 13-1014 16,-6-1-1309-16</inkml:trace>
  <inkml:trace contextRef="#ctx0" brushRef="#br0" timeOffset="-158146.46">2748 16260 914 0,'-8'6'317'0,"8"-6"-148"0,-13 6-77 0,7-3-25 0,1 1-11 0,5-4-4 15,-9 7 4-15,6-4 2 0,3-3 5 16,0 0-1-16,-8 6-2 0,8-6 10 0,0 0 23 15,-2 12 15-15,2-12 2 0,0 0 17 16,0 0 17-16,6 8 19 0,-6-8 6 0,7 5 14 16,-7-5-3-16,9 5-4 0,0-3 0 15,2 3-10-15,3-1-4 0,2-3-9 16,4 3 4-16,5-2-2 0,3-1-11 16,0-1-9-16,16-7 1 0,-2-1-4 15,13-9 1-15,1 0-3 0,-1-6-8 0,-1-3-14 16,-3-5-8-16,0-3-13 0,-1 0-7 15,-4-4-5-15,-3 2-10 0,1 1-7 0,-4 0-3 16,3 1-6-16,-7 2-5 0,3 0-5 16,-3 1-3-16,1 2-6 0,-6 0 1 15,1-3-2-15,-8 7-4 0,-1 0-1 0,-3-1-3 16,-2 1 2-16,0-2-6 16,-4 2-1-16,2-1 2 0,-5 4-5 0,1 4 5 15,-4-2-3-15,1 3-8 0,-1-2 1 16,1 2-1-16,-3 0-3 0,1 0 1 0,2-3 3 15,0 0 5-15,4-7 1 0,-3-1-2 16,3-1 10-16,-2 2-4 0,1 2-15 16,-5 2 10-16,1 4 2 0,-3-2 9 0,0 2-13 15,1 2 1-15,-3 2 4 0,1-2 4 16,1-5-11-16,-1 8 14 0,1-4-5 0,-3 4 5 16,1-4 7-16,-3 1 14 0,2-2 20 15,2-5 0-15,-4-2-8 0,2-1-7 16,0-12-6-16,-1 1 1 0,1-4-7 0,2 1-3 15,4-3-6-15,-4 1 1 16,5-9 2-16,-1 10-8 0,-1 1 1 0,1 3-6 0,3-2 5 16,-3 5-5-16,2-2 3 15,-1 3 1-15,2-1-6 0,1 2-1 0,1 2-5 16,-1-2 1-16,-1 0-20 0,0-1-8 16,3 3 2-16,-1-2 12 0,1 1 14 0,6-8-21 15,-4 11 7-15,4-10 1 0,-2 6-3 16,0 6 11-16,-2-2-13 0,2 3 9 0,0 0-5 15,0 4 1-15,-1-2-4 0,-2 7 4 16,-4 2 3-16,3-2 1 0,-3 3-7 16,-1 3 1-16,1 1 4 0,-5 2-4 0,1 1 3 15,2-1 2-15,-4 0-1 16,3 2 1-16,-1 1-3 0,-2-1 0 0,2 0 7 16,0 2-7-16,1-4 4 0,1 3-5 15,3-3 3-15,1 0-3 0,4-1-2 0,2-3 7 16,8-2 1-16,1-1-1 0,1-1 1 15,1 3-4-15,-1 1 5 0,3-2 4 0,-3 2-8 16,-2 0 3-16,-2 4-5 16,-6-1 3-16,3 2-3 0,-6 1-1 0,-1 2 2 0,-1 1 5 15,-1-1-8-15,-1 2 6 0,-1 0-1 16,-11 2-2-16,19-4 6 0,-10 4-4 16,-9 0-4-16,19 0 5 0,-19 0 12 15,19-2-15-15,-8 2 6 0,-11 0-5 0,27-4 2 16,-9 0-1-16,1 0-3 0,0 1 0 15,2-5 2-15,9-2-2 0,1 2 0 16,-1-3 9-16,-5 2-8 0,-4 4 3 0,-4 1-3 16,1-2 2-16,-5 2-5 0,-2 1 5 15,1-1 1-15,-1 1 0 0,-11 3-3 0,16-3 1 16,-16 3 4-16,12-6-7 0,-12 6 15 16,12 0-14-16,-12 0 3 0,10-5 12 0,-10 5-19 15,11-3 1-15,-11 3-1 0,11-4 14 16,-1 1-8-16,-1 1-3 0,2-2 3 15,1 0-3-15,3 0 8 0,1-1-4 16,0 0-1-16,6 0 0 0,-1-1 5 0,-1-3-11 16,9-2 3-16,1-1 7 0,-1-1-4 15,2-1 0-15,-3 0 12 0,1-4-6 16,-2 6-8-16,-6 1 0 0,-3 5 3 0,2-4-2 16,-6 3-5-16,-1 3 10 0,-4 0-4 15,1-2 2-15,-3 2 3 0,-7 4-7 0,11-6 6 16,-5 4-2-16,-6 2-2 0,10-5-1 15,-10 5-1-15,13-6 1 0,-6 2 0 0,-7 4 4 16,14-8-7-16,-3 2 5 0,0 2 3 16,2-3-3-16,-1-2-2 0,6 0 2 15,-2-3 12-15,-2 7-14 0,-1-3-4 16,1 1 6-16,-5 2-8 0,4 0 11 0,-8 0-9 16,-5 5 1-16,15-5 12 0,-10 1-15 15,-5 4 8-15,12-3-3 0,-12 3 0 0,8-4 4 16,-8 4 16-16,0 0-20 0,9-5 6 15,-9 5 0-15,0 0 0 0,0 0 2 16,10-3-2-16,-10 3-2 0,0 0 5 0,0 0-6 16,0 0 0-16,9-4-5 0,-9 4-3 15,0 0-2-15,0 0-4 0,0 0-8 0,0 0-28 16,0 0-26-16,0 0-13 16,0 0-14-16,0 0-13 0,0 0-9 0,4 12-4 15,-4-12 5-15,0 0 9 0,0 5 13 16,0-5 9-16,0 0 9 0,2 8 8 0,-2-8 9 15,0 0-8-15,2 6-18 0,-2-6-32 16,0 0-56-16,-2 9-86 0,2-9-101 0,-7 6-157 16,7-6-155-16,-16 4 58 0,5-2-486 15,2 4-576-15</inkml:trace>
  <inkml:trace contextRef="#ctx0" brushRef="#br0" timeOffset="-156198.29">6148 13069 3277 0,'0'6'51'0,"0"-6"-4"0,0 0 6 0,0 8 15 0,0-8 25 0,0 0 31 16,0 0 27-16,14 0 19 0,-14 0-2 0,25-2-3 16,-10 2-10-16,12-2-11 0,3 0-5 15,15-3-8-15,2 0-12 0,10-2-9 16,2-1-10-16,0-3-9 0,1 3-6 16,-1-4-10-16,4 3 9 0,-1 1 1 0,5-4 18 15,4 2-9-15,-3-1 4 0,-1 1-12 16,-1 0-11-16,3 1-5 0,-4 1-6 15,-2 0-8-15,0 2 15 0,-4-3-6 0,-2 3-10 16,-8 2-4-16,-2-1-7 0,8-3-3 16,-12 0-3-16,-5 2-3 0,3 0-5 0,-3-3-6 15,0 3 0-15,-2-4 1 0,-2 1-3 16,1 0-3-16,-3-2-1 0,4-2-2 0,0 1-1 16,0-6 2-16,7-3-4 15,-1 0 4-15,-3-1-4 0,4-2-2 0,-2 2-5 16,1-2 3-16,0 0-3 0,-2-2 5 15,2 1-12-15,0-2 11 0,2 0-5 0,0 0 1 16,-1-1 3-16,-3 1-9 0,4-1 2 16,-4 3 3-16,3-1 2 0,-4 1-3 0,-1 2 2 15,-5 4-5-15,-3 1 4 0,2-3-2 16,-1 1 2-16,-1 0-6 0,1 0 6 0,-1-1-5 16,-1-1 1-16,0-1 2 0,-3 2-1 15,3 0-3-15,-2-1 5 0,2-1-1 16,-5 0-2-16,3 1-2 0,-1-1-3 0,-1-2 5 15,-2 1-2-15,0-1 2 0,0-1 1 16,0 2-3-16,-2-2 0 0,0 2 10 0,-1-1-3 16,3-2-4-16,-3-2 6 15,0 3-3-15,0-1 3 0,1 0 1 0,-5 0-8 16,2 0-3-16,-1-1 10 0,-3-1-4 16,-2 1-2-16,4-1 4 0,-5 0-7 0,1 0 6 15,-3-2-4-15,-5 0-3 0,5-3-1 16,-5 0-1-16,3 3-2 0,-4 3 2 0,-1 4-1 15,4 1-1-15,-5-4 9 0,3 3 12 16,0 1 18-16,2-2 0 0,-6 0 7 0,4 1 11 16,-2-2-8-16,0 0 2 0,0-3 0 15,-4-8-6-15,-2-1-1 0,0-3 0 16,-2-2 2-16,-5-10-7 0,-5-1 1 16,-2 0-5-16,-5-5-4 0,-4-3 0 0,-9-14-1 15,0-3-4-15,3-1-1 0,-1 5 3 16,11 13 0-16,0 6 4 0,5-2-2 0,0 2 1 15,4 5 5-15,-1 0 0 0,4 3 0 16,3 8 9-16,0 5 5 0,3 0 2 0,-1 4-13 16,1 6-33-16,-2 5 0 0,4 5 0 15,-1 3 0-15,0 0 0 0,2 0 0 0,-3 4 0 16,1 1 0-16,0 2 0 0,-4 0 0 16,8 5-182-16,-13 1-99 0,13-1-105 15,-23 17-104-15,4 7-115 0,2 5-223 16,-4 14 57-16,2 7 78 0,-2 8-652 0,-2 28-801 15</inkml:trace>
  <inkml:trace contextRef="#ctx0" brushRef="#br0" timeOffset="-155198.15">6717 16258 3792 0,'-13'17'9'0,"-1"-1"6"0,5-4-6 0,-2 3-3 0,-3 1 3 0,1-3 8 0,-1 3 36 0,3-2 29 16,-2-1 25-16,3-2 3 0,2-1-4 16,1-2-11-16,2-1-11 0,0-2-3 0,5-5 1 15,0 0 7-15,0 0 18 0,0 0 15 16,35-22 6-16,-3-14 1 0,6-10-7 16,18-23-11-16,6-8-14 0,7-7-8 0,9-10-4 15,29-33-10-15,2-4-8 0,1 3-4 16,-3 5-10-16,-1-2 18 0,-24 33-9 0,0 2-4 15,-6 3-6-15,-1 6-9 16,-8 7-4-16,-7 7-1 0,-6 9-9 0,-18 18-1 16,-5 8 0-16,-10 7-4 0,-5 9-2 15,-8 5-2-15,-2 2 2 0,-4 6-2 0,-2 3-5 16,0 0 3-16,0 0-2 0,-52 33 5 16,15 2-5-16,-10 13-2 0,-17 16 4 15,-10 12-21-15,-7 13 15 0,-28 35-15 0,-4 5-3 16,-5 4 12-16,-3-1 7 0,1 1 6 15,4 3 15-15,1-2 7 0,11-4 3 0,24-33-1 16,6-2 6-16,4-8 9 16,8-10-6-16,7-9 3 0,20-23-4 0,4-11 1 15,13-9 8-15,6-9 0 0,6-6-6 16,10-8-2-16,-4-2-1 0,29-33-4 0,11-14-7 16,13-23-3-16,10-9-7 0,10-12-10 15,6-2-4-15,34-35 0 0,2 3-4 0,-3 0 0 16,-2 4 5-16,-22 29 1 0,-2 5 3 15,2 3 4-15,-13 12 3 0,-3 8-5 0,-29 25 9 16,-9 12 7-16,-11 15 4 0,-14 12 11 16,-9 0 5-16,-11 36 2 0,-21 11-2 0,-20 29-39 15,-14 13-20-15,-37 41 0 0,-15 10 0 16,-6 8 0-16,0 0 0 0,6-7 0 16,9-19 0-16,29-40-62 0,13-9-288 0,17-12-228 15,-72 46-387-15,95-95 108 16,15-6 105-16,4-8-822 0,8 2-1015 15</inkml:trace>
  <inkml:trace contextRef="#ctx0" brushRef="#br0" timeOffset="-151632.67">1377 10594 770 0,'0'0'247'0,"-9"-12"-75"0,3 8 6 0,2-2-33 15,4 6-5-15,-10-8 1 0,7 2 1 16,-3 1-7-16,6 5 4 0,-7-8 5 0,7 8-16 16,-6-6-12-16,6 6-6 0,0 0-11 15,0 0 46-15,0 0 22 0,0 0 24 16,11 33 2-16,-3-14-5 0,5 11-13 15,0-1 14-15,-1 3-13 0,1-3-13 0,2 0-12 16,1 0-9-16,-3-2 5 0,1-7-14 16,-3-5 4-16,1-1-2 0,-1-4-5 0,2-1 0 15,-1-1 4-15,1-2-6 0,2-6-3 16,0-4-12-16,3-2-12 16,3-1-8-16,-3-5-12 0,-2-1-8 0,-1 1-8 0,-1 0-2 15,-3 2-7-15,-2 1-5 16,-1-1-8-16,-2 3-1 0,1 0-10 0,-7 7 0 15,8-8-24-15,-5 5-36 0,-3 3-65 16,4-7-87-16,-4 7-101 0,3-5-115 16,-3 5-116-16,0 0-223 0,0 0 8 0,0 0 73 15,-8-9-411-15,8 9-538 0</inkml:trace>
  <inkml:trace contextRef="#ctx0" brushRef="#br0" timeOffset="-151216.15">1599 10389 2882 0,'2'5'-53'0,"-2"-5"6"15,3 9 7-15,-3-9 10 0,6 3 14 0,-6-3 23 0,0 0 20 0,5 4 14 0,-5-4 9 16,0 0 5-16,0 0 1 0,0 0-5 15,0 0 2-15,23-9-5 0,-23 9 2 16,11-12-8-16,-2 5 0 0,-4-1-5 0,3-1-3 16,-5-1 6-16,3 1 3 0,-4 1 5 15,0-2 10-15,0 4-9 0,-2 6-6 16,-2-12 1-16,2 12-2 0,-2-11-5 16,2 11 5-16,0 0-11 0,-2-8-2 15,2 8-3-15,0 0-1 0,0 0 1 0,-15 24 8 16,13-13-1-16,-1 1-2 0,3-2 2 15,0-1 16-15,0 3-4 0,3-2 14 0,3 0-1 16,-1-3 2-16,3 1 2 0,2-1 2 16,-3-1-9-16,3-2-5 0,-2-2-3 15,-8-2-5-15,20 4-5 0,-10-4-5 16,-10 0-1-16,19-2-54 0,-19 2-64 16,16-5-71-16,-11 2-88 0,1-3-117 0,-1 1-170 15,-3-3-67-15,2 0 48 0,-4 0-173 16,0 0-218-16</inkml:trace>
  <inkml:trace contextRef="#ctx0" brushRef="#br0" timeOffset="-150932.6">1749 10151 2031 0,'0'0'28'0,"-10"-5"10"0,10 5-2 16,0 0 5-16,0 0 4 0,0 0 4 16,0 0 24-16,0 0 25 0,0 0 4 0,0 0 2 15,0 0-1-15,29 16 8 0,-17-12-1 16,3-2 5-16,-2-1-3 0,6 1 4 0,-2-2 3 15,-2 0 2-15,-1 0-3 16,-1-2 11-16,1 2 7 0,-14 0 10 0,20-3 13 16,-10 1 11-16,-10 2-13 0,11-5-16 15,-5 2-11-15,-6 3-13 0,5-9-11 16,-5 9-14-16,0-10-12 0,0 10-9 0,-5-14-3 16,3 8-13-16,-3-5-14 0,-3-1-46 15,-2 2-47-15,-3-5-63 0,4 3-57 0,-3 3-77 16,3-1-69-16,-2-2-105 0,0 2-191 15,4 3-15-15,0-1 61 0,-2-2-222 16,4 4-279-16</inkml:trace>
  <inkml:trace contextRef="#ctx0" brushRef="#br0" timeOffset="-150398.9">1963 9917 1985 0,'0'0'-62'16,"5"9"9"-16,-5-9 9 0,6 5 20 15,-6-5 21-15,3 4 23 0,-3-4 13 0,0 0 11 16,0 0 11-16,14 4 7 0,-14-4 17 16,11 2 23-16,-11-2 9 0,0 0-8 15,22-6-7-15,-15 2-5 0,2 0-6 0,5-2-12 16,-6 0-5-16,1-2-7 0,-2-1-3 16,0-1-5-16,-2 0-7 0,-1-2-1 15,-2 0 0-15,-2 0-2 0,-2-2-1 16,0 1 0-16,-2 1-8 0,-3-5 0 0,-1 6 2 15,0-1-2-15,1 4 6 0,1-2-9 16,0 5-3-16,0 3-8 0,6 2 3 16,0 0-5-16,0 0 5 0,0 0-9 0,0 0-3 15,-23 11 4-15,23-11-4 0,0 11-5 16,0-11 7-16,9 14 1 0,-6-9-10 0,3 0 11 16,3 1-2-16,1-4 3 0,1 2-4 15,2-4 4-15,-13 0-4 0,35-4 1 16,-18-2-2-16,2-1 1 0,-2-5 0 0,4-6 6 15,0-5-8-15,-10 6 3 16,5-10 1-16,-8 3-6 0,-1-7-4 0,-5 6 19 16,-4 1 5-16,-4-10-2 0,-5 5-2 15,-1 0-4-15,-1 3-2 0,3 6 8 16,1 8 18-16,2 0-17 0,1 2 2 0,2 5-1 16,4 5-3-16,-6-2 7 0,6 2-11 15,0 0 7-15,0 0-8 0,2 25 0 0,4-11-8 16,2 3 5-16,1 2-10 0,3-3 4 15,6 9 3-15,4-1-1 0,-1-4-84 16,1 2-79-16,1 1-92 0,0-3-141 16,-4 2-223-16,0 0 51 0,-1-1 65 15,-4 4-150-15,0 5-136 0</inkml:trace>
  <inkml:trace contextRef="#ctx0" brushRef="#br0" timeOffset="-146748.53">535 13470 1785 0,'-12'-13'37'0,"5"1"37"0,0 2 13 0,-2 1 16 0,6 1 35 15,-3 0 31-15,2 2 19 0,4 6-18 0,-5-9-11 16,5 9-25-16,0 0-6 0,0 0-11 16,0 0 42-16,18 21 19 15,0 10-9-15,5 10 11 0,-3 3 11 0,5 2 9 16,0-5-5-16,-2-2-18 0,-2-8-6 16,0-2-7-16,0-4 2 0,0-3-12 0,1-1-13 15,-6-7-9-15,-1-5-3 0,1 0-2 16,-2-4-5-16,2-3-7 0,-3-4-8 15,5-1-11-15,-2-4-8 0,4-5-13 0,3-5-5 16,-2-3-7-16,-1 1-58 0,-4 0-60 16,-7 3-79-16,-3-5-101 0,-1 7-91 15,2-7-93-15,-5 3-107 0,-2 1-171 0,0 2-4 16,-2-1 80-16,-5 3-382 0,4-1-479 16</inkml:trace>
  <inkml:trace contextRef="#ctx0" brushRef="#br0" timeOffset="-146066.56">842 13288 2597 0,'0'0'10'0,"0"0"16"0,4 19-6 16,-4-19 3-16,0 0 13 0,0 0 7 16,0 0 2-16,0 0-5 0,0 0 2 0,0 0 30 15,0 0-8-15,27-17-5 0,-22 10-5 16,1-1-6-16,1 1 3 0,-2-2-10 0,0 1 2 15,1-3 0-15,-3 1-12 0,-3 2 2 16,0-3 14-16,0 3 12 0,0 8-4 16,-5-15-7-16,1 6 11 0,-1 2 1 15,-2 1-1-15,7 6-4 0,-9-7 1 16,9 7-7-16,-9 0-9 0,9 0 1 0,0 0 1 16,-16 15-8-16,10-7-2 0,5 3-6 15,-1 1 1-15,0-2-9 0,2 0-2 16,2-1 6-16,0-1-10 0,1 1 13 0,1-2-1 15,1-2 5-15,4-2-5 0,-9-3 6 16,18 2-3-16,-18-2 1 0,23-7 3 0,-12 0-1 16,3-3-4-16,-3 0-2 0,-5-4 4 15,4-3-3-15,-2-2-2 16,-5 1-6-16,-1-3 0 0,0 2 3 0,-4-1-6 16,0 3 1-16,0-5-3 0,2 7-3 15,-3 1 20-15,1 2 0 0,2 3-2 0,-2 3-3 16,2-3-4-16,0 9-4 0,-2-10-4 15,2 10 4-15,4-7-4 0,-4 7 0 16,0 0-2-16,11-5 0 0,-11 5 3 0,16-4 1 16,-5 1 8-16,-2-1 9 0,1 1 10 15,-1-2 19-15,2-2 16 0,-2-1 10 0,0-4-7 16,2-4-6-16,-3 1-1 0,0-4-15 16,-1-1 2-16,-1-3-7 0,-3 4-1 15,2 1-9-15,-3 3-7 0,0 1 0 0,0 2 0 16,-1 4-7-16,-1 1-5 0,0 7-5 15,2-10 1-15,-2 10-5 0,4-7 5 16,-4 7-7-16,9-3-2 0,-9 3 1 16,0 0-1-16,18 0 0 0,-18 0 2 15,13-2-1-15,-13 2-2 0,14-4 3 0,-14 4 0 16,12-3 0-16,-6-2-1 0,2 0-3 16,-2-4-3-16,-1-1-40 0,-1-2-72 0,0-3-96 15,-4-1-59-15,0 3-80 0,-2-4-95 16,-2-1-141-16,-3 5-102 0,1 1 54 15,0 2-361-15,0-1-464 0</inkml:trace>
  <inkml:trace contextRef="#ctx0" brushRef="#br0" timeOffset="-145666.02">1371 12601 2982 0,'0'0'109'0,"14"-2"15"0,-14 2 22 0,0 0 12 0,0 0 1 0,6-6-5 16,-6 6-15-16,5-6-9 0,-5 6-19 0,4-15-12 16,2 7-11-16,-3-3-2 0,6-3-15 15,-4 0-11-15,1 1-56 16,-1-3-58-16,-1 3-82 0,2-3-82 0,-2 2-77 15,-2 2-111-15,0 2-190 0,-2 3 36 16,0 4-241-16,0 3-289 0</inkml:trace>
  <inkml:trace contextRef="#ctx0" brushRef="#br0" timeOffset="-145499.57">1497 12608 2299 0,'2'9'61'0,"0"-4"10"15,-2-5 15-15,4 8 18 0,-4-8 24 16,4 4 20-16,-4-4 15 0,0 0-1 0,0 0-18 15,0 0-12-15,0 0-16 16,0 0-4-16,20-16-15 0,-13 6-13 0,0-5-53 16,1-2-89-16,-1-3-81 0,3-9-85 15,-4 3-104-15,-4 1-138 0,-4-3-61 0,0-6 37 16,-5 0-91-16,-7 1-80 0</inkml:trace>
  <inkml:trace contextRef="#ctx0" brushRef="#br0" timeOffset="-145333.28">1393 12076 1617 0,'-14'-19'64'0,"3"6"31"16,3 3 25-16,1 2 7 0,0 4-8 15,7 4 2-15,-7-4-21 0,7 4 26 16,0 0 29-16,0 0 7 0,11 29 1 0,5-3 15 16,1-1-14-16,4 3-15 0,6 6-11 15,1 2-15-15,3-2-8 0,-1 2-16 16,2-1-10-16,1 1-13 0,-6-10-82 16,-2-1-87-16,0 1-93 0,-7-2-131 0,0-2-243 15,-6-3 9-15,-3-2 62 0,-4-3-157 16,-1-1-142-16</inkml:trace>
  <inkml:trace contextRef="#ctx0" brushRef="#br0" timeOffset="-141351.04">893 15691 2000 0,'0'-8'133'0,"0"8"20"0,-2-12 21 0,2 12 16 0,0 0 2 0,0 0-7 0,0 0-14 0,0 0-16 0,0 0 51 16,19 22 44-16,1 5 1 0,8 12-14 0,5 3-25 15,-1 4-18-15,0-2 1 0,3-4-10 16,-3-1-22-16,2-5-4 0,0-2-11 15,2-3-12-15,-7-11-17 0,0 0-8 0,-1-3-14 16,-5-5-9-16,-3-3-12 16,-4 0-4-16,2-6-12 0,-3-1-18 0,-1-3-71 15,0-4-97-15,-2-6-119 0,1-3-88 16,0-10-99-16,-1-1-143 0,-1-4-148 16,-3 0 62-16,-4 4-438 0,0 4-568 0</inkml:trace>
  <inkml:trace contextRef="#ctx0" brushRef="#br0" timeOffset="-140767.36">1528 15712 2966 0,'0'0'54'0,"0"0"22"16,0 0 10-16,0 0 21 0,0 0 36 0,0 0 16 15,0 0 12-15,0 0-12 0,0 0-13 16,0 0-9-16,15 0-13 0,-15 0-12 16,6-4-8-16,-1-4-10 0,3 3-7 0,-2-3-9 15,0 0-8-15,1-2-7 16,-1 1-7-16,-3 1-3 0,4 0-4 0,-3 4-9 15,-4 4-8-15,3-9-6 0,-3 9-5 16,0 0-6-16,0 0 0 0,0 0-8 16,0 0 2-16,0 0-3 0,0 0 1 0,-19 25 1 15,13-15 0-15,1-1 4 0,1 2 4 16,2-4 2-16,0 0-3 0,2-7-2 0,2 15 2 16,2-8 0-16,1-2 0 0,1 0-1 15,1-2 0-15,5-1 1 0,-12-2 2 16,25 0-1-16,-10-3-2 0,1-4 1 15,-3 0 0-15,2-1 1 0,-2-2-2 16,-2 1-1-16,0-1-1 0,-2-2 2 0,-2 1-5 16,2 1 2-16,-6-3-3 0,1 3 1 15,-2 0 1-15,0 0 0 0,-2-1-2 16,0 3 10-16,0 2 11 0,0 6-1 0,-2-13-6 16,2 13-2-16,2-8-7 0,-2 8-2 15,0 0-3-15,3-9-1 0,-3 9 0 16,0 0 0-16,13-2 0 0,-13 2-2 0,16-2 1 15,-16 2 2-15,15-3 2 0,-7-2-2 16,1 1 4-16,-1-2 5 0,2-3-5 0,-3-1 4 16,1-4-1-16,-3-5 0 0,1 0 0 15,-2 1-3-15,-4-1 1 0,2-1 2 16,-2 4 17-16,-2-1 0 0,1-1-8 16,-2 4-5-16,1 2-2 0,0 2-2 15,2 2-9-15,0 1 3 0,0 7-11 0,-2-12-1 16,2 12 4-16,0 0-10 0,0-9-19 15,0 9-53-15,0 0-81 0,0 0-78 16,6-5-64-16,-6 5-79 0,0 0-138 0,12-9-180 16,-9 3 56-16,1 1-407 0,-2-2-525 15</inkml:trace>
  <inkml:trace contextRef="#ctx0" brushRef="#br0" timeOffset="-137485.11">4760 16711 2836 0,'-2'-5'129'0,"2"5"17"0,0 0-15 0,0 0-7 0,0 0 23 16,0 0 37-16,17 30 43 0,4-5 18 16,8 8 8-16,1 4 2 0,4-2 15 0,-1-3-6 15,-1-3-7-15,-3-7-17 0,-1-1-7 16,3-4-9-16,-3-5-9 0,-3-4-12 0,-3-4-15 15,-2-2-19-15,1-4-8 16,4-5-23-16,-5-2-17 0,7-8-13 0,-4-2-15 16,-5-3-63-16,-3-5-103 0,-3-2-108 15,-3 2-118-15,-3-2-100 0,-3 6-129 16,-1-2-189-16,0 0-75 0,2 3 64 0,-3 3-590 16,-2 0-774-16</inkml:trace>
  <inkml:trace contextRef="#ctx0" brushRef="#br0" timeOffset="-136618.01">5325 16388 3923 0,'-7'26'136'0,"7"-26"1"0,-2 9 9 0,2-9 25 16,-2 7 35-16,2-7 11 0,0 0-7 16,0 0-41-16,0 0-16 0,0 0-18 0,0 0-12 15,0 0-15-15,0 0-4 0,18-19-8 16,-12 10-17-16,-3 1-5 0,3-1-10 15,-3-1-7-15,1 1-8 0,1 2-2 0,-5 7-10 16,3-12-4-16,-3 8-2 0,0 4-5 16,0 0-2-16,0 0-5 0,0 0-10 0,0 0-1 15,0 0-2-15,0 0 0 0,-6 23-2 16,4-7 0-16,2 3 3 0,0 1 1 16,2-1-1-16,3 2 3 0,-2-3-6 0,3-3 9 15,-1-1 8-15,3-2 0 16,0-1 7-16,-1-5-5 0,5 0 9 0,-5-3 2 15,-7-3 2-15,19-1 0 0,-9-4-5 16,0-4-3-16,-1-2 1 0,0-1-1 0,1-6-12 16,-4-1-5-16,-1 0 2 0,-1-2 2 15,0-1-7-15,-2 5 0 0,0-2 0 0,-2 0 1 16,0 4 1-16,0 1-5 0,0 1-2 16,-2 4 0-16,2 1-6 0,0-1-4 15,0 9 0-15,2-11 4 0,-2 11 0 16,0 0 3-16,8-1-2 0,-8 1 6 15,0 0 4-15,0 0-9 0,0 0 5 0,30 5-2 16,-30-5 0-16,17 0 5 0,-17 0 3 0,18-4 2 16,-9 1-2-16,0-3-6 0,1 0 3 15,-1 0-3-15,1-6 1 0,-4 3 0 16,2-4-2-16,-5 1 2 0,1-2 2 0,-2-1-5 16,-2 2 3-16,-2-3 0 0,0 2 3 15,0-4 2-15,0 2-7 0,1 6 7 16,1-2-6-16,-4 2 0 0,4 1-1 15,0 9-6-15,0-8-1 0,0 8 5 16,0 0-2-16,0 0 1 0,0 0 0 0,0 0 0 16,0 0-2-16,32 13 0 0,-23-7-2 0,-1-5 3 15,0 2 0-15,-8-3-4 0,19 4 8 16,-19-4-6-16,13 0-10 0,-13 0-6 16,13-5-15-16,-13 5-11 0,8-12 4 0,-5 5 2 15,-3-5-3-15,0-2-4 0,0 0-11 16,-1-4 2-16,-5-3 8 0,2 0 2 15,-3 2 5-15,1-1 4 0,0 1 5 0,0 4 4 16,3 1 8-16,-1 6 17 0,0-3 8 16,4 2 2-16,-2 4-2 0,2 5-1 0,0 0 2 15,0 0 8-15,0 0 2 0,0 0-3 16,0 0 3-16,33 14-5 0,-24-7 0 16,3 2 3-16,-3-3-2 0,1 1-7 15,0-2 2-15,-1 2-2 0,-2-2 2 0,-1-1-3 16,-1 1-2-16,-5-5 1 0,12 3-3 15,-12-3-2-15,0 0-8 0,0 0-22 0,13-6-33 16,-13 6-34-16,0 0-41 0,4-7-48 16,-4 7-48-16,0 0-57 0,5-5-49 15,-5 5-55-15,0 0-57 0,0 0-78 0,0 0-83 16,0 0 27-16,0 0-363 0,0 0-429 16</inkml:trace>
  <inkml:trace contextRef="#ctx0" brushRef="#br0" timeOffset="-135984.59">5816 15841 2596 0,'0'0'8'0,"0"0"21"0,-12-8 17 0,8 5 21 0,4 3 30 16,-9-12 55-16,5 3 17 0,-2 1 36 15,0 2 17-15,5-1 15 0,1 7-9 0,-10-8-17 16,10 8-15-16,-3-7-24 16,3 7-21-16,0 0-12 0,0 0-5 0,0 0-18 0,0 0-13 15,0 0-9-15,0 0-7 16,20 24-10-16,-14-20-8 0,2-1-7 0,-8-3-3 15,16 3-5-15,-16-3-1 0,20-5 4 16,-11 2-5-16,-1-6 7 0,0 1 1 0,-1-4 2 16,-3 0 3-16,1-2 3 0,-2 0-4 15,-1 2 17-15,-2-2 6 0,0 3-6 16,2 1 0-16,0 2-22 0,-2-1-4 0,0 9 1 16,7-8-11-16,-7 8-3 0,0 0-2 15,25 8 4-15,-12-1-8 0,5 3-8 0,2 7-1 16,-1-2-6-16,-3-1 3 0,-1-2-7 15,0 3-6-15,0-1-12 0,-1-1-45 16,-3-2-42-16,-2-1-43 0,3-2-32 16,-6-1-48-16,1-2-42 0,-3 1-38 15,2 0-41-15,-6-6-44 0,3 2-46 16,-3-2-41-16,0 0-52 0,0 0-53 0,0 0-3 16,0 0-356-16,5-20-406 0</inkml:trace>
  <inkml:trace contextRef="#ctx0" brushRef="#br0" timeOffset="-135836.01">6132 15778 2569 0,'0'0'62'16,"0"0"56"-16,7-8 56 0,-7 8 71 15,0 0 63-15,11 20 56 0,-6 1 40 16,2 15 7-16,-1 17-7 0,-2 10-18 0,-2 8-28 16,-1 7-28-16,-2 27-35 0,-1-2-29 15,0 1-26-15,-2 5-29 0,-3-5-24 16,5-23-57-16,-2-5-77 0,1-8-109 0,1-6-118 16,2-18-107-16,2-6-138 0,-1-4-128 15,5-9-192-15,-4-11-44 0,1-2 68 0,-3-3-578 16,-1-1-751-16</inkml:trace>
  <inkml:trace contextRef="#ctx0" brushRef="#br0" timeOffset="-120487.97">6761 15963 4564 0,'-4'-3'145'0,"4"3"-78"0,0 0 18 0,-23 17 43 0,9 12 27 0,0 18 17 0,-8 16-1 0,-3 34 5 16,-3 8 12-16,0 10 10 0,1 6 8 15,-3 3-7-15,1 10-22 0,-8 48-16 0,11-36-21 16,-12 35 1-16,9-47 5 0,5-14-9 15,3-14-13-15,3-17-16 0,9-28-9 16,2-8-11-16,-1-18-14 0,3-6-23 16,2-11-52-16,-1-5-79 0,2-1-85 0,2-2-74 15,-2-5-81-15,2 1-78 0,0-6-100 16,0 0-134-16,0 0-189 0,-9 6 73 16,9-6-612-16,0 0-814 0</inkml:trace>
  <inkml:trace contextRef="#ctx0" brushRef="#br0" timeOffset="81539.91">2180 8170 1649 0,'-8'0'500'0,"-2"3"-124"0,1-1-71 0,9-2-20 0,-16 4-4 16,9-2 1-16,1 2 2 0,6-4-11 16,-13 4 8-16,13-4-11 0,-8 3-13 0,8-3-3 15,0 0-19-15,-7 4-12 0,7-4-28 16,0 0-13-16,0 0-14 0,0 0-19 0,0 0-16 16,50-4-9-16,-32 1-17 0,5 0-12 15,2-1-9-15,-2 1-6 0,-1 1-9 0,0-2-13 16,-3 1 1-16,-2 1-8 0,-2-1 3 15,-4 1-16-15,0-1-1 0,-11 3 3 16,18-2-6-16,-18 2-9 0,9-2 1 16,-9 2-6-16,0 0-2 0,0 0 3 15,0 0-5-15,0 0 4 0,-34 11 11 0,19-6 17 16,-10 0 15-16,0 3-1 0,2-4 8 16,-11 4 9-16,9-1 18 0,5-1-18 15,2-2-79-15,0-2 0 0,6 2 0 0,-1-2 0 16,3 1 0-16,10-3 0 0,-17 3 0 0,17-3 0 15,-9 4 0-15,9-4 0 0,0 0 0 16,0 0 0-16,0 0 0 0,34-14 0 16,-2 2 0-16,3-4 0 0,1 1 0 0,10-6 0 15,-1 5 0-15,-9 0 0 0,-2 1 0 16,-5 3 0-16,-6 2 0 0,-5 3 0 16,-7 0 0-16,-2 3 0 0,-1 1 0 15,-2 0 0-15,-6 3 0 0,0 0 0 0,0 0 0 16,0 0 0-16,-27 12 0 0,8-2 0 15,-10 7 0-15,-2-2 0 0,1 1 0 0,1-1 0 16,-3 0 0-16,5 1 0 0,7-6 0 16,0-1 0-16,6-1 0 0,2-2 0 0,-1 0 0 15,5 0 0-15,-4-3 0 0,7 3 0 16,-1-4 0-16,6-2 0 0,0 0 0 16,-3 4 0-16,3-4 0 0,0 0 0 15,26-9 0-15,5-1 0 0,3-2 0 0,4-2 0 16,10-1 0-16,-10 1 0 0,-4 2 0 15,-2 2 0-15,-10 0 0 0,-4 4 0 16,-6 0 0-16,-1 1 0 0,-2 3 0 0,-2-2 0 16,-7 4 0-16,9-4 0 0,-9 4 0 15,0 0 0-15,0 0 0 0,0 0 0 0,0 0 0 16,0 0 0-16,0 0 0 0,0 0-47 16,0 0-611-16,0 0-213 0,0 0-44 0,0 0 100 15,0 0-846-15,0 0-1099 0</inkml:trace>
  <inkml:trace contextRef="#ctx0" brushRef="#br0" timeOffset="84753.98">2928 1260 4216 0,'-9'-4'-208'0,"9"4"42"0,0 0 41 16,-13-4 35-16,7 2 26 0,6 2 37 0,-10-5 14 0,10 5 25 15,-11-6 11-15,11 6 16 0,-7-4 12 0,0-2 13 16,7 6 17-16,-9-6 13 0,9 6 4 0,0 0 7 15,-13-4 4-15,13 4 1 0,0 0-1 16,-16-1-7-16,16 1-4 0,0 0-8 16,-23 3-4-16,23-3-3 0,-14 5-8 15,1-2-2-15,2 6 1 0,0-2-5 16,-3 0-8-16,3 5-1 0,-4 1-6 0,2 1-4 16,-7 7 2-16,7-3-5 0,-2 6-3 15,5-2-3-15,1-3-3 0,4 0-1 16,0 1-1-16,3 0-1 0,2-3-7 0,2 1-3 15,5 3 2-15,2-2-3 0,8 5 2 16,2-3 0-16,4-6-1 0,6 1-7 16,-1-4-3-16,6-5-2 0,-5-3-2 0,-2-4 1 15,1-1-5-15,-1-2 2 0,7-6 0 16,-3-1-1-16,-1-4 3 0,-5 0 0 16,-3-5 13-16,-2-1 16 0,-4-4 12 15,0-1 6-15,-5-5 14 0,-4 2 15 16,-3 4 12-16,-4-3-9 0,-4-9-9 0,-3 4 2 15,-2 3-7-15,-2 8-16 0,-3 4-6 16,-6-1-7-16,0 9-34 0,-5 5-39 0,1 4-50 16,-13 7-60-16,1 3-88 0,0 4-87 15,2 1-96-15,-6 6-136 0,7-3-245 16,6-4 50-16,1 3 85 0,2 0-389 16,4-5-514-16</inkml:trace>
  <inkml:trace contextRef="#ctx0" brushRef="#br0" timeOffset="88754.45">3157 1572 2826 0,'0'0'-36'0,"-13"0"9"0,13 0 15 0,0 0 32 0,0 0 27 0,0 0 33 16,0 0 30-16,0 0 9 0,-21-3-8 0,21 3-8 16,0 0-14-16,0 0-8 0,0 0 2 15,0 0-11-15,0 0 0 0,0 0 5 0,0 0 21 16,0 0 9-16,0 0-3 0,29 15-5 16,-15-11-7-16,4 1 0 15,5 1 6-15,4 1-2 0,7 2-7 0,2 1-8 0,2 2-7 16,12 2-3-16,-9-4-9 15,9 5-4-15,-6-6-7 0,9 5-1 0,-1 1-7 16,-3-3-6-16,-6 0-1 0,-4 1-3 16,3-4-1-16,-2 4-6 0,0-1 3 15,0-3 12-15,2 3-5 0,7 3 0 0,-8-3 15 16,8 2 3-16,3-1 5 0,3-1 1 16,2 2-1-16,1-2 1 0,3 0 0 15,0 2-6-15,3-1 13 0,1-1 0 0,3 3-7 16,-1 1 2-16,-2-2-10 0,-3-3-1 15,-3 1 2-15,-5 2-7 0,-13-7-3 16,-7 1-13-16,-5 0-2 0,-9-2 2 16,-3-3-4-16,-4 1 18 0,1 0-1 0,-1 0 7 15,-4-2 8-15,2-2-3 0,-2 4-8 16,-9-4 5-16,16 4 0 0,-16-4 6 16,12 4-9-16,-6-4-3 0,-6 0-4 0,0 0 1 15,16 5-8-15,-16-5-3 0,0 0-2 16,9 3-7-16,-9-3 4 0,0 0-2 0,0 0 1 15,11 1-4-15,-11-1-3 0,0 0 1 16,0 0-5-16,0 0 0 0,0 0-11 16,0 0-39-16,0 0-85 0,0 0-99 0,0 0-125 15,12-3-146-15,-12 3-202 0,0 0-144 16,-4-10 82-16,4 10-606 0,0 0-816 16</inkml:trace>
  <inkml:trace contextRef="#ctx0" brushRef="#br0" timeOffset="89333.47">5183 1927 3588 0,'-8'-1'-86'0,"8"1"36"0,0 0 35 0,0 0 34 0,-15-4 47 0,15 4 33 0,0 0 34 16,-11-4 9-16,11 4 8 0,0 0-1 0,0 0-3 15,-12-1 1-15,12 1-9 0,0 0-6 0,0 0-10 16,0 0-14-16,0 0-9 0,0 0-14 16,0 0-4-16,0 0 0 0,6 15-2 15,0-6-4-15,3 1-7 0,4 5-6 16,1 1-2-16,4 7 1 0,2 1-6 0,-1-7-4 16,0 4-7-16,-3-3-5 0,-4-3 1 15,-1-1-6-15,-6 0 17 0,4-4 15 0,-5 2 22 16,0-3 15-16,-4 1 47 15,-2 0 21-15,-4 4 10 0,-5 1 2 0,-8 7 3 16,-1-3-3-16,-3 2-2 0,-4-3-3 0,2-1-3 16,7-1-5-16,3-6-47 15,2-1-123-15,1-3 0 0,3 2 0 0,-1-2 0 0,6-2 0 16,-3 0 0-16,7-4 0 0,-9 7 0 16,9-7 0-16,-9 5 0 0,9-5 0 15,-5 3 0-15,5-3 0 0,-6 4 0 16,6-4 0-16,0 0 0 0,0 0-266 0,-5 2-302 15,5-2-131-15,0 0-214 0,0 0 56 16,0 0 94-16,0 0-640 0,0 0-855 16</inkml:trace>
  <inkml:trace contextRef="#ctx0" brushRef="#br0" timeOffset="89853.86">5678 1994 3819 0,'0'0'-26'0,"0"-9"4"0,0 9 7 0,4-9 12 0,0 3 25 15,-1-1 30-15,4 3 8 0,0-2-6 0,-7 6 1 16,15-9-8-16,-5 6-2 0,1 1-7 15,-11 2-4-15,20-2 2 0,-20 2-10 0,25 4 1 16,-14-3 7-16,-2 1 3 16,-2 1 9-16,4 1 15 0,-4 4 19 0,0-3 30 15,-3 4 15-15,-2 0 13 0,-2 1 7 16,0 0 11-16,-2 2-1 0,-2 3-8 16,-1 0 0-16,1-1 6 0,-1-1-5 0,-1 1-14 15,1-4-8-15,4 1-21 0,-3-3 2 16,2-1-2-16,2 2-6 0,0-9 0 0,0 13-9 15,2-6-8-15,3 0-9 0,0 0-5 16,2 1-3-16,1-1-12 16,-1 2-3-16,2-2-5 0,-4 3-1 0,2-2-6 0,-3 1 0 15,0-1 11-15,0 4 28 0,-4-1 20 16,0 1 21-16,-4-1 14 0,0 1 8 0,-3 2 10 16,-1-2-74-16,-4 3-76 15,-1-4 0-15,0 0 0 0,-4-2 0 0,-1 2 0 16,2-2 0-16,-4-2 0 0,-3 1 0 15,3-2 0-15,-1-1 0 0,-1-5 0 16,2 3 0-16,1-2 0 0,-1 1-355 0,2-2-518 16,0 4-97-16,5-4 112 0,-1 2-888 15,0 1-1179-15</inkml:trace>
  <inkml:trace contextRef="#ctx0" brushRef="#br0" timeOffset="92587.02">3211 1354 4324 0,'-20'-1'-229'0,"20"1"49"0,-7-2 22 0,7 2 31 0,0 0 25 0,-9-5 34 0,9 5 28 0,0 0 15 0,0 0 2 16,-10-5 5-16,10 5 10 0,0 0 0 16,0 0 0-16,0 0 1 0,0 0 1 0,19-16 3 15,-6 11-3-15,3-2 3 0,5-3 2 16,11-2 2-16,2-2-1 0,10-5-6 16,8 4 7-16,3-5-1 0,-1 3 3 0,10-5-2 15,5 1-6-15,18-6 6 0,1-2-5 16,-16 9 5-16,-2-1-1 0,-2 2-1 0,-5 0 2 15,-7 3 3-15,-6-2 3 16,-16 8 2-16,-2 2 15 0,-7 1 13 0,-7 2 21 16,-3 1 9-16,-3-1 3 0,-3 2 9 15,-2 1 10-15,-7 2-11 0,16-5-10 16,-16 5-5-16,11-4-11 0,-11 4 5 0,9-1-8 16,-9 1-11-16,0 0 2 0,14-5-11 15,-14 5 2-15,0 0 3 0,11-2-3 16,-11 2-11-16,0 0-3 0,0 0-42 0,6-4-51 15,-6 4-69-15,0 0-84 16,0 0-127-16,0 0-271 0,0 0 56 0,0 0 66 0,0 0-112 16,0 0-116-16</inkml:trace>
  <inkml:trace contextRef="#ctx0" brushRef="#br0" timeOffset="93019.73">4285 811 1839 0,'-11'-4'81'0,"1"3"0"0,10 1 5 16,-9-4 9-16,9 4 10 0,0 0 19 0,-8-5 10 0,8 5-6 0,0 0 0 0,0 0-12 0,-3-7-6 15,3 7-6-15,0 0-9 0,0 0 2 0,0 0-1 16,0 0-4-16,0 0-2 0,23-3 2 16,-23 3 3-16,18 10-7 0,-6-1 16 15,1-1-11-15,0 4-6 0,1 2-8 16,1-1-4-16,2 11-11 0,3-5-1 0,-7 0-6 16,-6-5 2-16,0 0-2 0,2-1 5 15,-6 1 15-15,1 1 11 0,-4-2 5 16,-2-1-3-16,-1 1-15 0,-5 3-11 15,-2-1-1-15,-1 1-7 0,-3-3-2 0,1 1-10 16,4-2-4-16,-1-2-6 0,0 1-5 16,5-5-15-16,-2 2-30 0,0-4-28 0,3 1-29 15,4-5-36-15,-7 10-43 0,7-10-52 16,-6 6-68-16,6-6-100 0,0 0-186 16,0 0-91-16,0 0 66 0,0 0-256 0,0 0-323 15</inkml:trace>
  <inkml:trace contextRef="#ctx0" brushRef="#br0" timeOffset="93653.15">4977 611 2097 0,'9'-2'-80'0,"-3"-4"29"0,-6 6 17 0,8-5 24 0,-8 5 26 0,0 0 22 16,10-4 32-16,-10 4 21 0,0 0 25 16,0 0 22-16,0 0 20 0,0 0 14 15,0 0 3-15,0 0-14 0,-20-8-11 16,20 8-5-16,-26 0-14 0,9 2-8 0,-3-2-6 15,0 2-12-15,1 0-2 0,-5 0-17 16,6 2-7-16,-1 0-6 0,-1 0-8 16,5 0-10-16,3-3 1 0,-1 3-11 0,2-2 0 15,1 0-3-15,10-2-7 16,-15 4 0-16,15-4-6 0,-15 3-1 0,15-3-6 16,-10 1-4-16,10-1-5 0,-9 8 2 15,6-2-4-15,-2 1 1 0,1 1 4 0,2 3-4 16,2 0 2-16,0 2 2 0,2 2-2 0,5-1-3 15,2 5-1-15,9 1 0 16,6 2 4-16,2-1 0 0,3-1-3 16,1 0-4-16,-1-2 7 0,-2 2-4 0,-2-4 0 15,-7-2-3-15,-2-1 0 0,-5-1 1 16,-1-2 8-16,-2 1 23 0,-5-2 31 0,-1 2 26 16,-2-3 17-16,-2 1 15 0,-5-1 8 15,-3 1-1-15,1-1 1 0,-3-1-3 16,-3 2-4-16,2-4-12 0,-3 0-9 0,3 0-19 15,-1-2 5-15,1 1-17 0,1-1-5 16,1 1 1-16,2-3-12 0,9-1-2 16,-16 2-12-16,16-2-8 0,-16 4-34 0,16-4-47 15,-12 0-53-15,12 0-77 16,-13 1-103-16,13-1-104 0,-9 2-140 0,9-2-248 16,-11 3 25-16,11-3 83 0,-9 6-437 15,9-6-566-15</inkml:trace>
  <inkml:trace contextRef="#ctx0" brushRef="#br0" timeOffset="94669.1">2827 1726 2944 0,'0'0'-19'0,"0"0"15"0,0-7 21 0,0 7 27 0,0 0 41 0,0-10 34 16,0 10 21-16,0 0 21 0,0 0-4 15,-3-10 3-15,3 10-8 0,0 0-2 16,-2-7-2-16,2 7-3 0,0 0-4 0,0 0-10 16,0 0-7-16,0 0-9 0,0 0-6 15,-2-8-9-15,2 8-1 0,0 0-9 16,0 0-6-16,0 0-8 0,0 0-5 15,0 0-9-15,0 0-6 0,0 0-9 0,0 0-3 16,0 0 46-16,0 0 10 0,0 39-9 16,0-14 19-16,2 10 6 0,0 6-1 15,-2 2 10-15,3 16-14 0,-3 0-7 0,2 2-9 16,0-1-7-16,0-4-4 0,2-10-10 16,-2 1-10-16,2-4 18 0,-2-3 1 0,0-2 5 15,0-8-6-15,-2-5-7 0,1-1 0 16,1-7-10-16,0 0-4 0,-2-3-7 15,2-2-4-15,-2 0-6 0,2-1-2 0,0-5-3 16,-2 3-5-16,2-3-3 0,-2-6-3 16,1 12 0-16,-1-12-1 0,0 9-5 0,0-9-4 15,2 8 0-15,-2-8-2 16,0 0-18-16,0 10-26 0,0-10-47 0,0 4-71 16,0-4-80-16,0 0-99 0,0 0-106 15,-2 7-130-15,2-7-192 0,-9 4-87 16,4 2 98-16,-5 0-635 0,-2 0-830 0</inkml:trace>
  <inkml:trace contextRef="#ctx0" brushRef="#br0" timeOffset="95019.94">2540 2571 3832 0,'-2'-6'7'15,"2"6"12"-15,-2-9-3 0,2 9 13 0,0 0 11 0,0-10-1 0,0 10 17 0,0 0 31 0,17-4 13 0,-1 6 2 0,0 1-8 16,9 5-11-16,4 2-11 0,3 1-3 0,2 1-6 16,-3 2-6-16,-1-2-5 0,-5-3 0 15,-5-1-12-15,-2 1-3 0,-2-3-3 16,-3 0-2-16,-4 0-1 0,1-4-3 15,0 2 4-15,-10-4-5 0,13 6-3 16,-7-4-3-16,-6-2 2 0,7 3-16 0,-7-3-39 16,0 0-33-16,0 0-68 0,0 0-52 15,0 0-52-15,0 0-57 0,10-15-84 16,-9 11-128-16,-1-4-93 0,0 8 55 16,2-11-215-16,3 3-250 0</inkml:trace>
  <inkml:trace contextRef="#ctx0" brushRef="#br0" timeOffset="95286.09">3068 2433 2156 0,'0'0'63'0,"0"0"33"15,0-9 21-15,0 9 8 0,0 0 35 0,0 0 27 16,0 0 31-16,0 0 19 0,0 0 5 16,-24 24 1-16,17-12-1 0,-2 5 1 15,-5 1 1-15,3-1-7 0,2 1-1 0,-3-1-21 16,2 1-13-16,1-3-8 0,-1-3-23 15,3 1-1-15,-1-1-22 0,3-4-10 16,-2 1-21-16,5-3-9 0,-3 0-2 0,1 2-13 16,4-8-16-16,-5 10-39 15,5-10-44-15,-6 6-56 0,6-6-61 0,-4 7-80 16,4-7-87-16,-8 4-125 0,4 2-139 16,-3-1-203-16,0 2 41 0,-2 0 86 0,0-1-413 15,2 3-517-15</inkml:trace>
  <inkml:trace contextRef="#ctx0" brushRef="#br0" timeOffset="95719.17">2608 3002 3138 0,'-17'4'187'15,"4"-3"20"-15,2 4 20 0,1-3 38 16,10-2 42-16,-11 5 38 0,11-5 1 16,-10 2-12-16,10-2-19 0,0 0-24 0,-12 3-22 15,12-3-21-15,0 0-16 0,0 0-15 16,0 0-20-16,0 0-18 0,0 0-21 0,0 0-13 16,48-3-17-16,-35 1-9 0,1 1-17 15,-14 1-10-15,24 0-9 16,-10 0-23-16,-3 1-60 0,3 3 0 0,-5-1 0 0,2 1 0 15,1 4 0-15,-1 2 0 0,-3 1 0 16,-2 2 0-16,0 3 0 0,-1-1 0 0,-1 0 0 16,0 3 0-16,-1-1 0 0,-3 1 0 15,2-1 0-15,0 0 0 16,-2-5 0-16,0 5 0 0,0-3 0 0,0-3 0 16,0 2 0-16,0-3 0 0,0-3 0 15,0 3 0-15,3-2 0 0,-3-8 0 0,0 12 0 16,0-12 0-16,2 11 0 0,-2-11-88 15,2 7-320-15,-2-7-82 0,3 5-80 16,-3-5-139-16,0 0-143 0,0 0 70 16,0 0-678-16,0 0-908 0</inkml:trace>
  <inkml:trace contextRef="#ctx0" brushRef="#br0" timeOffset="96053.03">2587 3250 4014 0,'0'0'-6'0,"-13"4"39"0,13-4 37 0,0 0 49 0,-10 4 54 0,10-4 38 0,0 0 16 0,0 0 13 0,0 0-7 0,0 0-17 0,0 0-25 15,0 0-15-15,0 0-12 16,0 0-20-16,37 0-7 0,-13-4-12 0,15-2-29 15,-3 0-12-15,-2 1-7 0,-5-1-8 16,-6 4-6-16,-5-4 1 0,0 2-14 16,-5 2-6-16,1-1-4 0,-3 2 4 0,-1-2-4 15,-10 3-5-15,15-4-6 0,-15 4-2 16,15-4-26-16,-15 4-36 0,10-4-49 0,-10 4-63 16,7-4-97-16,-7 4-106 0,4-6-136 15,-4 6-188-15,5-6-108 0,-5 6 63 16,2-5-543-16,-2 5-721 0</inkml:trace>
  <inkml:trace contextRef="#ctx0" brushRef="#br0" timeOffset="109051.54">5402 955 1583 0,'-17'-3'400'0,"17"3"-167"0,0 0-69 0,-11-2-23 16,11 2 9-16,0 0 17 0,0 0 14 0,-18-2-13 0,18 2 14 0,0 0-1 0,0 0-9 15,-11-1-13-15,11 1-22 0,0 0-11 16,0 0-17-16,0 0-12 0,0 0-13 0,0 0-2 15,0 0-4-15,0 0 0 0,30 11 0 16,-7-5-5-16,13 2-8 0,8 1-5 16,15 1-4-16,9-2-9 0,4 3-3 0,6-1-5 15,5 0-3-15,1-1-4 0,0 1-4 16,-3-1 1-16,-6-1-3 0,-1 2-3 16,-8-4-16-16,-10 0-5 0,-11-2 2 15,-7 1 0-15,-10-1 3 0,-5 0-5 16,-6-4 24-16,0 2 6 0,-4-2 9 0,-1 2 2 15,-12-2 0-15,17 4 1 0,-9-4 6 16,-8 0-10-16,0 0-4 0,19 2 0 0,-19-2-7 16,12 2 0-16,-12-2-7 0,9 0-1 15,-9 0 0-15,0 0-5 0,0 0-4 16,15 2-4-16,-15-2-36 0,0 0-46 0,0 0-62 16,0 0-76-16,0 0-64 0,16 0-72 15,-16 0-109-15,0 0-209 0,0 0 10 16,0 0 73-16,0 0-249 0,0 0-319 15</inkml:trace>
  <inkml:trace contextRef="#ctx0" brushRef="#br0" timeOffset="109433.3">6557 945 2414 0,'-6'-5'99'0,"6"5"4"0,-7-5 9 0,7 5 12 0,0 0 24 0,0 0 2 0,-5-8 9 0,5 8-13 15,0 0-20-15,0 0-14 0,0 0-9 16,0 0-6-16,0 0-15 0,0 0 0 16,23 14-13-16,-9-3-4 0,-3 1-11 15,2 0 1-15,3 3-8 0,-5 2 0 0,7 3-8 16,-7 1-3-16,-1-4-2 0,-3 2-4 15,-5-2 16-15,2 0 14 0,-4-1 17 16,-2 0 3-16,0 0 1 0,-1 0-3 0,-8 1-4 16,4-3-2-16,-6 1-8 0,-1-1-5 15,-1-2-5-15,3-3-3 0,-1 1-8 16,2-1 1-16,1-5-7 0,1 2-11 0,0-1-36 16,0-2-57-16,9-3-71 0,-13 2-93 15,13-2-80-15,-12-2-102 0,12 2-193 0,-9-7-55 16,9 7 80-16,0 0-256 15,0-10-323-15</inkml:trace>
  <inkml:trace contextRef="#ctx0" brushRef="#br0" timeOffset="109935.39">7218 1035 2542 0,'-3'-7'115'0,"-1"1"3"0,4 6 13 0,-5-10 19 0,5 3 4 0,0 7 5 0,0-11-20 15,0 11-9-15,7-10-13 0,-2 5-17 16,-5 5-7-16,15-3-13 0,-15 3-4 0,21 3-9 15,-8-1-11-15,-1 6-4 0,-1 2-4 16,2 3-6-16,-4-2 1 0,0 5 2 16,-2-1 22-16,-5 1 22 0,-2 1 23 0,0-2 12 15,-2 2 16-15,1-1 18 0,-7-3 10 16,4 4 11-16,-1-2 10 0,1-1-9 16,1-4-10-16,-2 0-3 0,3-3-6 0,0 1 2 15,2-2-13-15,0-6-16 16,0 13-10-16,4-6-5 0,2 0 7 0,7 0-8 15,3 0-12-15,4-2-10 0,5-2-8 16,2 2-16-16,4-3-6 0,-5 1-7 0,1-1-6 16,-7 0-2-16,0-1-4 0,-3 3-4 15,-4-4-7-15,0 2-6 0,-13-2 1 16,18 1-3-16,-18-1-13 0,16 2-32 0,-16-2-46 16,11 0-89-16,-11 0-108 15,0 0-124-15,9 2-162 0,-9-2-278 0,0 0-51 0,0 0 104 16,0 0-666-16,0 0-886 15</inkml:trace>
  <inkml:trace contextRef="#ctx0" brushRef="#br0" timeOffset="119065.09">3555 3018 3691 0,'0'0'-152'0,"-13"1"31"0,13-1 33 0,0 0 35 0,0 0 38 0,0 0 30 0,-17 0 37 0,17 0 12 16,0 0 14-16,0 0-2 0,0 0 10 15,0 0 7-15,0 0 5 0,0 0 7 0,-15 0 13 16,15 0 6-16,0 0 1 0,0 0 3 16,0 0 4-16,0 0-3 0,0 0-6 0,0 0-6 15,0 0-7-15,0 0-9 0,0 0-9 16,0 0-11-16,0 0-6 0,0 0-7 16,-8 4-6-16,8-4-8 0,0 0-2 15,0 0-11-15,0 0 0 0,0 0-7 16,0 0 2-16,0 0-1 0,35 10-3 0,-18-8-4 15,6 0-5-15,5-2 4 0,12 1-5 16,4-1-3-16,-4-1 0 0,3 1-3 16,-10 0-4-16,-3-2 5 0,-1-2-6 0,-2 4-3 15,-6-1 1-15,0 1-2 0,-4 0-2 16,-1-2 0-16,-3 2 1 0,-13 0-3 0,23-2 3 16,-14 2-1-16,-9 0 0 0,17-2-1 15,-17 2-4-15,13 0-1 0,-13 0 2 16,0 0-1-16,22 2 0 0,-22-2 4 15,11 0-3-15,-11 0 3 0,0 0 0 16,14 2 4-16,-14-2 2 0,0 0-2 0,0 0 2 16,12 2-3-16,-12-2 2 0,0 0 0 15,0 0 0-15,0 0 0 0,0 0-2 0,0 0 4 16,14 0-2-16,-14 0 0 0,0 0-1 16,0 0-1-16,0 0-1 0,0 0-25 15,0 0-45-15,0 0-67 0,11-6-89 0,-11 6-112 16,0 0-171-16,2-6-263 0,-2 6 67 15,0 0 77-15,6-11-361 0,-3 6-459 0</inkml:trace>
  <inkml:trace contextRef="#ctx0" brushRef="#br0" timeOffset="120181.09">3930 2906 2737 0,'0'0'47'0,"0"0"27"0,-18-1 18 0,18 1 30 0,0 0 31 0,0 0 31 0,0 0 23 0,-16 0 5 16,16 0-12-16,0 0-19 0,0 0-21 16,0 0-16-16,0 0-13 0,0 0-12 15,0 0-9-15,7 12-8 0,-7-12-13 0,16 12-5 16,-2-4-12-16,-3-1-8 0,0 3-4 16,7 0-5-16,-3 3-6 0,0-1-3 15,-2 1-10-15,-1 3 2 0,-2-4 0 0,-3 0 7 16,0 1 16-16,-2 4 21 0,-3 0-8 15,-2 1 12-15,-2-3 9 0,-3 2 8 0,0 0 8 16,-1-2-1-16,-3 2 1 0,2-5-19 16,-2 1-2-16,4-3-3 0,-1-2-19 15,1 0-1-15,3-3-8 0,-2 1-12 16,4-6-3-16,-6 9-4 0,6-9-38 16,-4 9-40-16,4-9-36 0,-4 5-50 0,4-5-58 15,-5 7-65-15,5-7-88 0,-2 3-88 16,2-3-155-16,0 0-199 0,0 0 73 0,0 0-520 15,0 0-686-15</inkml:trace>
  <inkml:trace contextRef="#ctx0" brushRef="#br0" timeOffset="120783.41">4415 2941 3626 0,'0'0'43'0,"-15"0"12"0,15 0 19 0,0 0 35 0,0 0 24 0,0 0 17 0,0 0 10 0,0 0-4 0,-18-2-18 15,18 2-16-15,0 0-11 0,0 0-11 16,0 0-10-16,0 0-15 0,0 0-6 15,0 0-10-15,0 0-6 0,0 0-8 16,0 0-6-16,5 15 7 0,-3-6-12 16,1 1 1-16,1 4-3 0,2 3 8 0,-1 2 21 15,1 3 4-15,-3 0 5 0,4 2 3 16,-2 1-8-16,-1-2-4 0,3 0-8 16,-1-5-7-16,1 0 2 0,-4-3-9 0,3 1-2 15,-3-6-4-15,1-1 4 0,0 2-4 16,0 0 10-16,-2-4 16 0,0-1 20 15,-2-6 15-15,2 11 6 0,-2-11 10 16,0 8-1-16,0-8 0 0,0 10-1 0,0-10-2 16,0 0-5-16,-4 11 3 0,0-6 0 15,-6 2 7-15,3 0 5 0,-2-2 3 0,0 0-1 16,2 0-3-16,2 0-44 0,5-5-71 16,-12 9 0-16,8-6 0 0,4-3 0 15,0 0 0-15,-6 7 0 0,6-7 0 0,0 0 0 16,0 0 0-16,11 8 0 0,-11-8 0 15,23 2 0-15,-7-2 0 0,5-2 0 0,-8 1 0 16,2 0 0-16,-1 1 0 16,-1-3 0-16,-13 3 0 0,21 0 0 0,-21 0 0 0,15 0 0 15,-15 0 0-15,14-3 0 0,-9 2 0 16,-5 1 0-16,0 0-294 0,10-2-268 16,-10 2-166-16,0 0-187 0,0 0 83 15,0 0 85-15,0 0-652 0,0 0-851 16</inkml:trace>
  <inkml:trace contextRef="#ctx0" brushRef="#br0" timeOffset="124563.79">2723 3660 4117 0,'0'0'28'0,"0"0"1"0,2-10-3 0,-2 10 4 0,0 0 8 0,0 0-1 15,0 0-3-15,0 0-5 0,0 0 14 16,0 0 22-16,0 38 7 0,2-10 12 15,1 10 10-15,3 4 13 0,3 10 7 16,1 0 1-16,1 1 6 0,-3-13 4 0,2-1-11 16,1-3-10-16,0-1-7 0,-3-6-3 15,0-5-3-15,-3-3-9 0,-1-6 0 0,0-1-17 16,0-4-2-16,-2 0 0 0,0-1-8 16,2-2-3-16,-4 0-4 0,0-7-17 15,2 8-36-15,-2-8-57 0,0 0-101 0,-6 7-123 16,6-7-126-16,0 0-136 0,-25-7-203 15,11 5 67-15,1-3-485 0,-4 2-636 0</inkml:trace>
  <inkml:trace contextRef="#ctx0" brushRef="#br0" timeOffset="124799.14">2528 4112 3420 0,'0'0'153'0,"0"0"-12"16,-11-6-9-16,11 6-14 0,0 0-10 15,0 0 24-15,0 0 60 0,0 0 21 0,0 0-5 16,34 24-21-16,-9-8-10 0,4 0-18 16,1-1-16-16,1 0-13 0,-3 0-12 0,3 2-11 15,-2-5-9-15,-3 2-11 0,-7-5-33 16,-2-1-44-16,-4 1-54 0,-1-1-57 16,-3-4-54-16,1 1-69 0,-3 2-66 0,1-4-60 15,-4 1-83-15,-4-4-114 16,9 2-111-16,-9-2 57 0,0 0-312 0,12-9-394 15</inkml:trace>
  <inkml:trace contextRef="#ctx0" brushRef="#br0" timeOffset="125030.7">3096 4112 2573 0,'0'0'87'0,"4"-6"37"0,-4 6 17 0,0 0 26 16,0 0 25-16,0 0 39 0,0 0 30 15,0 0 1-15,-13 28-2 0,3-11-6 16,1 2-13-16,-6 6-10 0,3-6-14 15,4-2-27-15,-3 1-16 0,1-1-23 16,5-1-9-16,-1-2-18 0,1-1-14 0,1-1-6 16,-1-3-15-16,0 3-33 0,1-4-40 15,2 1-49-15,-2-3-57 0,3 0-72 0,-3 0-77 16,0 0-110-16,0-1-144 0,-4-2-236 16,1 2 37-16,1-1 72 0,6-4-397 15,-15 12-492-15</inkml:trace>
  <inkml:trace contextRef="#ctx0" brushRef="#br0" timeOffset="125480.81">3026 4516 2882 0,'4'-5'57'15,"-4"5"15"-15,7-5-7 0,-7 5-2 16,0 0 24-16,0 0 34 0,0 0 30 16,0 0 9-16,-9 36 9 0,-1-17 12 0,-5 8 7 15,-1 4 3-15,0 0-2 0,-8 7 2 16,1-1 5-16,3 1-3 0,1-5-1 16,1-1 0-16,1-5-1 0,2 2-12 0,6-7-17 15,1-5-14-15,3-2-11 0,1 1-11 16,-1-3-10-16,3-3-9 0,4 1-6 15,0-1-8-15,3-1-7 0,2-3-8 16,2-1-6-16,3-1-11 0,1-2-1 0,0-1-1 16,1-1-9-16,-14 0-5 0,29-1-7 15,-18-1-5-15,-2 0 5 0,-9 2 3 0,16-2 6 16,-16 2 10-16,11-1 6 0,-11 1-6 16,6-7-9-16,-6 7-7 0,0 0-6 0,0 0-3 15,-14-12-7-15,14 12-15 0,-16-5-23 16,6 3-33-16,-3 0-44 0,13 2-57 15,-29 2-51-15,17-4-69 0,-3 4-77 16,4 0-78-16,-1-2-93 0,3 2-142 16,9-2-128-16,-18 0 77 0,18 0-579 0,0 0-746 15</inkml:trace>
  <inkml:trace contextRef="#ctx0" brushRef="#br0" timeOffset="127579.25">4585 3628 3652 0,'3'-7'82'0,"-3"7"22"0,0 0 12 0,0 0 33 0,0 0 37 0,0 0 27 16,2-8 33-16,-2 8 18 0,0 0 18 0,0 0-5 16,0 0-10-16,0 0-19 0,0 0-28 15,0 0-28-15,0 0-20 0,0 0-19 16,0 0-17-16,0 0 14 0,25 28-7 15,-6-2-13-15,10 10-10 0,3 3-13 16,4 4-5-16,0 1-9 0,2 0-10 0,-2-1-7 16,1 0-7-16,-2-1-2 0,-7-1-6 15,1-2-30-15,-9-10-31 0,1-4 0 0,-7 0 0 16,-3-7 0-16,0-4 0 0,-2-2 0 16,-4-5 0-16,1 2 0 0,-1-1 0 15,-1-3 0-15,0 3 0 0,-4-8 0 0,0 0 0 16,8 4 0-16,-8-4 0 0,0 0-239 15,0 0-200-15,0 0-123 0,0 0-137 0,0 0-177 16,0 0 82-16,0 0-764 16,0 0-1002-16</inkml:trace>
  <inkml:trace contextRef="#ctx0" brushRef="#br0" timeOffset="127879.98">4796 4143 4462 0,'-13'-2'95'16,"3"-2"27"-16,4 1 24 0,6 3 27 16,-9-5 30-16,9 5 19 0,0 0 1 0,-8-5-26 15,8 5-18-15,0 0-19 0,0 0 2 16,0 0-13-16,29 25-3 0,-3-8-16 0,3 2-11 16,1 0-11-16,3 1-9 0,-1-2-12 15,0-3-4-15,-5 2-11 0,-5-3-9 16,-5-3-11-16,-2-1-2 0,-4-2-7 15,-1 0-7-15,-1-3-1 0,-1 1-11 0,-2-3-9 16,2 3-27-16,-8-6-30 0,7 5-54 16,-7-5-55-16,0 0-76 0,9 2-87 15,-9-2-99-15,0 0-107 0,0 0-143 0,4-13-117 16,-4 13 80-16,3-7-571 16,-3 7-731-16</inkml:trace>
  <inkml:trace contextRef="#ctx0" brushRef="#br0" timeOffset="128146.6">5212 4094 3643 0,'-4'-5'110'0,"4"5"16"0,-5-6 15 16,5 6 3-16,0 0 9 0,0 0 35 0,0 0 40 16,0 0 35-16,-16 17 12 0,12-5-13 15,1 1-19-15,-4 3-24 0,3-1-17 0,-1 0-22 16,1 1-12-16,0-1-20 0,-1 1-13 15,1-1-17-15,0-1-11 0,0-2-9 16,0-1-11-16,0-1-9 0,1 0-24 0,-1 0-40 16,0-1-41-16,-2-1-51 15,0 0-64-15,1 3-81 0,-4-1-94 0,-2 1-123 16,0-1-135-16,0 0-215 0,1 1 58 16,1-1 77-16,3-2-503 0,1 0-625 0</inkml:trace>
  <inkml:trace contextRef="#ctx0" brushRef="#br0" timeOffset="128531.15">5488 4593 3665 0,'-2'-11'261'0,"2"0"-2"16,0 5 10-16,0 6 24 0,0-10 31 0,0 10 9 15,0 0 2-15,0-10-24 0,0 10-28 16,0 0-9-16,0 0 9 0,0 0 7 0,11 37-16 16,-7-18-20-16,0 5-21 15,2 11-12-15,-2 1-192 0,-2 0-29 0,1-5 0 16,-6-5 0-16,3-1 0 0,-4 10 0 15,-1-10 0-15,0-3 0 0,1-5 0 0,0 1 0 16,-1-3 0-16,1-2 0 0,2-3 0 16,-4 0 0-16,4-3 0 0,-2 0 0 15,4-7 0-15,-5 3 0 0,5-3 0 0,0 0-11 16,0 0-439-16,-8-25-44 0,8 6-32 16,2-5-5-16,6-18-16 0,-1-8-6 0,1-3 3 15,-2 11 34-15,3 1 79 16</inkml:trace>
  <inkml:trace contextRef="#ctx0" brushRef="#br0" timeOffset="128795.42">5513 4609 3020 0,'4'-27'-138'0,"-2"8"79"0,-2 1 66 15,1 7 66-15,-4-2 48 16,1 4 38-16,0 3 30 0,-3 0 23 0,5 6 21 16,-16-1 19-16,16 1 23 0,-33 15 29 0,5 3 24 15,-3 5 12-15,-3 6 6 16,0 3 8-16,2-2-1 0,9-5-9 0,-1 0-12 16,3-1-10-16,6-2-18 0,3-4-6 15,5-5-76-15,3 1-222 0,6-4 0 0,4 0 0 16,8-1 0-16,4-1 0 0,9-7 0 15,19-1 0-15,3-4 0 0,10-3 0 0,0-2 0 16,-3 0 0-16,-14 2 0 0,-2-4 0 16,-4 4 0-16,-6 2 0 0,-8 0 0 0,-6 2 0 15,-2 1 0-15,-1-1 0 0,-3 3 0 16,-1-2 0-16,-9 2 0 0,12-2 0 0,-12 2 0 16,0 0 0-16,7 5-179 0,-7-5-321 15,0 0-104-15,-4 12-166 0,4-12-96 16,-9 5 92-16,3 1-756 0,1-1-974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3T03:21:29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22311 9880 1672 0,'3'-4'124'0,"-3"4"-28"16,0-8-17-16,0 8-21 0,0 0 3 0,-4-12 10 16,4 12 6-16,-2-7-2 0,-2 2 6 15,4 5-5-15,-6-9-5 0,1 6-8 16,-1-3-4-16,0 3-2 0,-1-2 2 15,-5-1-4-15,0 2 1 0,0-1-3 0,-3-1 3 16,-3-1-4-16,1 2 1 0,-6 0 2 16,0-1-4-16,0 2-1 0,-13-5-2 0,-2 4-10 15,2 0 2-15,-2-2-6 0,0 3-4 16,-4 3 2-16,1-2-9 0,0 3-1 0,-4-2 1 16,-2 2-3-16,2 3-4 0,-1 0 1 15,1 1-4-15,-3 1 0 0,2 2-1 16,-7 5-3-16,-1 0-1 0,5 2 3 0,9-2-5 15,-6 5-2-15,12-1 2 0,0 1-3 16,4 0 1-16,1 2-1 0,0 0-1 16,2-1 0-16,2 6-3 0,2-1 2 15,1 1 4-15,-1 0-4 0,0 1 1 0,0 1 1 16,3 0 5-16,-3-1-3 0,1 1 1 16,2 2 1-16,1-2-4 0,-3 1-5 0,6-2 6 15,-6 3 0-15,8-2 0 0,-4 1-1 16,3-1-1-16,1-1 3 0,2 0 0 15,-2 0-1-15,3 3 3 0,0 1 3 0,-2-2 1 16,2 1 1-16,-1-1 4 0,-1 2 3 16,4 0-5-16,1-1 10 0,0-2-9 0,1-4 6 15,3 0 1-15,1 3-4 0,-1-2 10 0,1 2-11 16,1 3 7-16,2-2-1 16,5 10-1-16,-3 0 14 0,2 0 3 0,-3 0 3 15,5-1-5-15,-1 0 2 0,3 1 2 16,0-1-7-16,1 1 4 0,1 0-6 0,4 0-2 15,-2 0 2-15,6 7-2 0,0-2-2 16,4-2-5-16,1-1 0 0,-3 2 2 0,5-6-5 16,-4-3 0-16,6 1-2 0,2 2-4 15,-7-6 0-15,3-3 1 0,-2 2-1 0,0-4-1 16,6-2 6-16,-1 1 6 16,3-3 1-16,-1-2 2 0,16 4-6 0,2-4 4 15,2 0-3-15,6-1 2 0,-1-1-2 16,3-1 7-16,-6 1-4 0,6-3 2 0,-7 2 9 15,3-4 1-15,-13 0-1 0,6-3 8 16,-6 2 11-16,1-6 6 0,-4 1-6 0,2-3-5 16,4-2 5-16,-2-5-3 0,2-1 5 15,-3-1 0-15,11-6-6 0,0 1-6 16,-2-3-7-16,6 1-3 0,1-2 1 0,0 0-5 16,-1 1-4-16,-4-1-1 0,-2 0-4 15,0 0-3-15,-3 1-2 0,-9 2-3 0,-1-1 1 16,-1 1-1-16,-3-1-1 0,-1-4-3 15,-2 2 1-15,-1 1-3 0,2-2 2 16,-5-3-3-16,10-5 5 0,-11 2-3 16,4 1 2-16,-3-10 4 0,1-1-2 0,-1-4-1 15,-3-3-1-15,2-6-4 0,-4-2 0 16,-4-5 0-16,3-2 0 0,-2-1-1 0,-4-5-1 16,-3 1-2-16,-4-3-1 0,-3-3 1 15,-4-5-4-15,-4 0 2 0,-7 0-4 0,-8-13 3 16,-10 1-4-16,-5 3-1 0,-7-1-2 15</inkml:trace>
  <inkml:trace contextRef="#ctx0" brushRef="#br0" timeOffset="3639.87">22428 12572 3875 0,'2'3'23'0,"-2"-3"-26"0,0 0-7 15,0 0 9-15,0 0-12 0,0 5 0 16,0-5 7-16,0 0 1 0,0 0 3 16,0 0-4-16,0 0 1 0,0 0 5 15,-2 10-17-15,2-10-40 0,3 10-61 0,-3-6-84 16,4 3-139-16,-1-2-201 0,-3-5 47 15,2 5 56-15,-2-5-113 0,0 0-55 16</inkml:trace>
  <inkml:trace contextRef="#ctx0" brushRef="#br0" timeOffset="4978.11">12160 11287 1467 0,'5'-12'31'0,"-1"1"34"0,0 2 4 16,-3-2 1-16,1 4 3 0,-2 1 6 16,2-1 17-16,-4-2 13 0,2 1 7 0,-2-1 13 15,-3-3 1-15,-2 0-6 0,-5-4-1 16,0 1-2-16,-11-5-6 0,1-1-4 15,-5 2-5-15,1 0-10 0,-7-1 3 16,-1 2-4-16,-8-2-9 0,-4 3-3 0,-4 2-6 16,1 1-10-16,-6 2 3 0,0 0-9 15,-6 4 0-15,1 1-11 0,1 3 1 0,10 2-10 16,-1 2-3-16,-3 2-5 0,6 4-4 16,-10 0-4-16,-3 2-2 0,3 4-2 0,4 3 2 15,-2 1 1-15,1 3-7 0,1 2 1 16,-1 3 2-16,5 0-8 0,-2 4-2 0,2-1 2 15,-1 2-3-15,2 2 1 0,2 1-1 16,0 2 0-16,8 3 0 0,1 2-4 0,2 1 9 16,5 0-2-16,3 3 2 15,4 2 2-15,5-2 0 0,0 1-5 0,3 1 10 16,7-3-4-16,0 7-2 0,1 4 3 16,2 0 2-16,1-6-1 0,4 0 2 15,2 10-5-15,1-11 5 0,1 8 2 0,2-1 0 16,1-1-4-16,3-1 5 0,-1-1-2 15,2-1 1-15,3 0 0 0,1-5 3 0,5-1 0 16,-2 0 6-16,3-4 2 0,2 2 2 16,4-3 2-16,2-2 2 0,1 0-1 0,4-1 1 15,4-3 6-15,2-2-1 0,3 1-4 16,4-1 3-16,-1-5 1 0,6-2-2 0,4-3 1 16,1-1 0-16,6-5 3 0,2-3 1 15,3-1-2-15,3-4 1 0,5-2-5 16,1-6 1-16,-4 0-3 0,4-1-1 15,-5-6-2-15,0-3-2 0,3 0 2 0,-5-3 1 16,1-5 5-16,-3 0-6 0,-2-6 4 16,-6 1-1-16,-3-4-1 0,-4-4 3 0,-1-3-2 15,-7-5 0-15,-2-4-1 16,2-16-7-16,-11 8-3 0,4-19 1 0,-4-2-8 16,-9-8 0-16,-2-4-4 0,-7-3-3 0,-5 15 5 15,-2 0-7-15,-9 0-3 0,-1 0-4 16,-9 3 0-16,-3 2 0 0,-8 6-2 0,-7 2-2 15,-14-7 2-15,3 20-6 16,-6 3-2-16,-18-1 2 0,10 14-2 0,-8 5-5 16,0 6-15-16,-6 1-24 0,-1 9-14 15,-2 4-29-15,-2 5-29 0,2 2-40 0,0 0-56 16,4 5-62-16,3 4-66 0,9 0-76 16,10 1-105-16,-7 2-160 0,12 0 65 0,9 0-395 15,7-4-489-15</inkml:trace>
  <inkml:trace contextRef="#ctx0" brushRef="#br0" timeOffset="10608.05">12576 8410 2549 0,'-13'0'-107'0,"13"0"28"0,0 0 19 0,0 0 0 16,-9-6 5-16,9 6 4 0,0 0 16 0,0 0 12 15,0 0 8-15,-8-1 5 16,8 1 3-16,0 0 3 0,0 0 12 0,0 0 11 15,19 12 4-15,-6-5 0 0,3 0 1 16,3 2 2-16,2-1-2 0,7 5 7 0,5 0 3 16,1-1 0-16,3 0-3 0,2-2-2 15,10 3-1-15,5-4-3 0,3 0-3 16,0 0 0-16,4-1-2 0,-1 1-3 0,-3-1 0 16,-1-1-3-16,-10 0 1 0,0 2-3 15,-2-3-2-15,-1 1 1 0,-5 2-3 0,-1-3-1 16,-3 1 0-16,-7-1 2 15,-3-1-3-15,-3 0-1 0,3 0 0 0,-8-1 0 16,4-1 1-16,-1 1-3 0,-1-1-1 16,0 0 3-16,0 1 1 0,4-1 2 0,-5-1-6 15,0 1 4-15,2 1-3 0,1 0-1 16,-2-1 1-16,2 0-2 0,-2 0 0 0,3 2-2 16,2-2 3-16,2 3-1 0,10 1 0 15,-1 0 1-15,4-2-2 0,-1 2 2 0,6 0-1 16,0 0 0-16,1 0 0 0,2-1-2 15,-1 0 3-15,13 0 1 0,-9 1 0 16,11-1-2-16,-1 0-1 0,2-3 1 16,0 3 0-16,0-1-3 0,-2 0 4 0,2 1 0 15,-14-1-3-15,3-2 2 0,-5 2-2 0,3-2 2 16,-3 4 2-16,0-2 4 16,-6 2-7-16,1-3 2 0,1 1 0 0,-2 0-1 15,-1 2-1-15,2-2 1 0,4-2 2 16,0 3-3-16,2-3 0 0,5 0-1 0,12 2 2 15,-1-1-3-15,4-1 2 0,1 1-3 16,-5 1-2-16,3-2 2 0,0 4 0 0,-2-1 0 16,-1 0-2-16,1-1 5 0,-2 2 0 15,-4 4 1-15,1-3-1 0,-5 0 0 16,2 3-2-16,-13-2 0 0,14-1 2 0,-13-1 5 16,14 3-10-16,-3-1-1 0,2-2-2 15,2-1-1-15,-10 1 0 0,-5 0 8 0,3 0-6 16,0 0-1-16,-4 0 4 0,0 0-4 15,-1-1 5-15,-3 0 3 0,3-1-5 16,-3 2 0-16,-4-2 6 0,2 2-6 16,-2 0 0-16,3 0 4 0,1-1-2 0,-2 3-2 15,0-2 3-15,4 3-1 0,0-2 3 16,4 1-2-16,-2 1-1 0,11 2 1 0,0 0 1 16,5-1 0-16,-3-1-1 0,2 0 2 15,-6 1 1-15,-5-4-2 0,0 1-2 16,-2-1 2-16,9 3 1 0,-9-3 4 0,-1 1-5 15,5-1 1-15,5 2 1 0,2 0 7 16,3-2-8-16,-5 1 2 0,-6-1 0 16,7 3-2-16,-10-4 4 0,2 1 0 0,-1 1 0 15,1-1 6-15,-1 0-2 0,11 1 12 16,-12-3-10-16,1 2 5 0,2-2 0 0,0 2 0 16,-3-1-4-16,1-2 7 0,3 3-8 15,-4 2 0-15,-1-2-1 0,3 0 2 16,0 1 1-16,0-1-1 0,7 3 3 0,-13-1 0 15,2-1 7-15,-3 0 1 0,-3 0 1 16,-2-1 3-16,-2-1 3 0,-3 1-6 0,-4-1 4 16,2-1-3-16,7 2-1 0,-6-3-7 15,-2 2 2-15,9-1 0 0,-4 0 4 16,-7 0 1-16,1 1 2 0,0-3 2 16,-2 2 2-16,-5-2 7 0,2 0 7 0,-4-1 1 15,2 2 3-15,-5-1 3 0,-1 1 9 16,1-2 3-16,2-1-8 0,-2 3-2 0,1-2-3 15,3-2-4-15,0 3-6 0,0-3-4 16,2 4-6-16,1-3-4 0,-2 2 11 0,2 1-13 16,-6-3-8-16,2 3-3 0,-1-2 2 15,-3-1 0-15,-1 1-5 0,-2 0 1 0,1 1-1 16,-2-1-1-16,-8-2-1 0,15 2 3 16,-7 0 5-16,-8-2-9 0,15 1 4 15,-15-1 4-15,11 0 0 0,-11 0 6 0,12 2 4 16,-12-2 2-16,7 0 0 15,-7 0-5-15,0 0-1 0,0 0-1 0,16 0-8 16,-16 0 4-16,0 0-3 0,7 2-1 16,-7-2-10-16,0 0 7 0,0 0 0 0,0 0 0 15,0 0 0-15,0 0-5 0,0 0 4 16,0 0-1-16,0 0 0 0,-23-18-1 0,16 11 1 16,-7 0 0-16,3 1-2 0,-2-4 2 15,1 1-1-15,-5-3 4 0,5 4-6 0,1-3 14 16,0 1 8-16,1 1 5 15,1 0 2-15,-1 1 11 0,0 1 12 0,5 1-3 16,-3 0-4-16,5 3-6 0,3 3-7 16,-11-5-6-16,11 5-1 0,0 0-4 0,0 0 4 15,-3 12 2-15,6-2 1 0,10 4-4 16,1 6-1-16,6 3-2 0,-1-3-5 0,0 2-2 16,0-1-2-16,-1-1-2 0,-4-2 3 15,-3-3-8-15,0 1-2 0,-4-5 4 0,-2 3-3 16,-3-1-5-16,0-4 4 0,-2 2 0 15,-2 0 6-15,-1 0 4 0,-7-1 9 16,0-1 0-16,-3 0 6 0,-2 1-3 0,-6-3-2 16,4 0-5-16,-3-2 2 0,6 0-5 15,-6 0-3-15,5-2-12 0,1-1-34 16,2 0-52-16,-1 0-85 0,1-2-129 16,12 0-161-16,-24-4-217 0,12 4 69 0,1-3 65 15,-2-2-322-15,2 1-346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26T03:19:59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15937 15595 2048 0,'0'0'483'0,"0"0"-98"0,0 0-49 0,0 0-30 0,0 0-28 0,0 0-21 0,0 0-13 0,0 0-13 15,0 0 3-15,0 0-5 0,0 0-15 0,0 0-20 16,0 0-9-16,0 0-20 0,5-7-21 16,-5 7-13-16,0 0-13 0,0 0-6 0,8-6-14 15,-8 6-3-15,3-8-7 0,-3 8-11 16,0 0 0-16,1-9 0 0,-1 9 11 15,0 0 7-15,0 0 2 0,0 0-9 16,0 0 0-16,0 0 4 0,0 0 4 0,0 0 7 16,0 0 4-16,-25 21 0 0,24-12-9 15,-3-1-6-15,1 0-7 0,3 0-9 0,0-8-8 16,3 15-63-16,1-8-5 0,-4-7 0 0,5 11 0 16,1-9 0-16,-6-2 0 15,11 4 0-15,-11-4 0 0,0 0 0 0,21-6 0 16,-14 0 0-16,2 0 0 0,-6-2 0 15,5 1 0-15,-6 1 0 0,-1-2 0 0,1 0 0 16,-2 8 0-16,-3-15 0 16,-3 9 0-16,2-2 0 0,1 3 0 0,3 5 0 0,-12-10 0 15,4 8 0-15,8 2 0 0,0 0 0 0,0 0 0 16,0 0 0-16,-27 10 0 16,24-7 0-16,-1 4 0 0,4-7 0 0,-4 13 0 15,4-7 0-15,0-6 0 16,0 12 0-16,0-3 0 0,2-1-214 0,2-2-438 15,0 4-206-15,-1-3-48 0,5 1 96 16,0 2-806-16,1-3-1055 0</inkml:trace>
  <inkml:trace contextRef="#ctx0" brushRef="#br0" timeOffset="529.8">16769 15570 4152 0,'0'0'-75'0,"0"0"84"16,0 0 55-16,0 0 64 0,0 0 47 0,0 0 46 0,0 0 18 0,0 0 12 0,0 0 7 0,0 0-6 0,0 0-20 0,0 0-15 16,0 0-26-16,14-5-20 0,-14 5-7 0,0 0-19 0,0 0-13 15,0 0-12 1,11 0-13-16,-11 0 0 0,0 0-6 16,0 0 8-16,0 0 1 0,0 0-3 0,0 0-2 15,0 0-3-15,0 0-3 0,0 0-1 0,0 0 0 0,-29 11-96 16,22-4-2-1,0 4 0-15,-4 0 0 0,4 1 0 0,2 0 0 16,1-1 0-16,0-1 0 16,2 0 0-16,2 0 0 0,2-3 0 0,0 2 0 15,4-2 0-15,-3 0 0 0,5-3 0 16,-8-4 0-16,14 8 0 0,-14-8 0 0,12-3 0 16,-12 3 0-16,16-5 0 0,-7 1 0 0,-1-1 0 15,-8 5 0-15,10-12 0 16,-6 8 0-16,-4 4 0 0,5-9 0 0,-5 9 0 15,0-8 0-15,0 8 0 16,-2-8 0-16,2 8 0 0,0 0 0 0,0 0 0 0,0 0 0 16,0 0-98-16,0 0-684 0,-28 15-180 15,22-11 81-15,4 6 94 0,-1 0-805 0,1 1-1033 16</inkml:trace>
  <inkml:trace contextRef="#ctx0" brushRef="#br0" timeOffset="3329.85">10597 8342 4494 0,'0'0'-136'0,"-7"-2"26"0,7 2 15 0,0 0 20 0,0 0 29 0,0 0 40 0,-18 5 43 16,14 0 32-16,2 2 18 0,-1 3 12 0,1-3 8 15,0 2-4-15,2-2-5 0,4 1 6 16,-1 1 3-16,7-1 3 0,0-4 10 16,6-1 7-16,9-6-3 0,11-8-7 15,18-7-8-15,7-8-26 0,19-14-6 0,0-1-13 16,0-7-1-16,-4 3-5 0,-7 3-5 0,-18 13 0 16,-7 3-4-16,-13 6 19 0,-4 4 10 15,-9 4 6-15,-4 5-4 0,-3 1-3 16,-1 0-13-16,-2 2-1 0,-8 4-1 15,9-7-11-15,-9 7-6 0,0 0-2 16,7-2-6-16,-7 2-1 0,0 0-8 0,0 0 4 16,0 0-5-16,0 0-26 0,0 0-29 15,0 0-39-15,10 0-37 0,-10 0-51 0,0 0-40 16,0 0-53-16,0 0-82 0,0 0-65 16,0 0-77-16,0 0-117 0,0 0-82 15,0 0 64-15,0 0-434 0,-23 15-513 0</inkml:trace>
  <inkml:trace contextRef="#ctx0" brushRef="#br0" timeOffset="3690.05">10794 8644 2965 0,'-22'17'53'0,"9"0"28"0,2-5 26 15,-1-4 28-15,2-3 19 16,3 2 16-16,3-3 18 0,-1-1 13 0,5-3 8 0,0 0 8 16,0 0-8-16,0 0-21 0,25-32-11 0,0 6-20 15,12-8-11-15,9-5-11 16,0-4-14-16,3 1-15 0,1 4-6 0,1 0-16 16,-3 6-6-16,-2 0-13 15,-6 7-3-15,-14 9-6 0,1-1-6 0,-8 5-7 0,-6 3-2 16,-2 1-5-1,-2 4-3-15,-2 0 0 0,1-1-5 0,-3 0 0 0,-5 5 2 0,9-5-5 16,-9 5-6 0,0 0 3-16,7-4-7 0,-7 4-3 0,0 0-32 0,0 0-46 15,0 0-51-15,0 0-69 0,0 0-82 0,0 0-86 16,0 0-92-16,0 0-132 0,0 0-112 16,0 0 65-16,0 0-473 15,0 0-569-15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12:46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24179 2934 4258 0,'-8'-21'282'0,"2"4"3"0,3 1 28 0,-3 3-13 0,4-1-6 0,1 3-12 0,1-1-20 16,-2 0-41-16,4 2-37 0,-2 2-17 15,1 1-20-15,-1 7-9 0,10-4 1 16,-10 4-6-16,21 9-11 0,-10 1-11 15,8 12-10-15,4 3-9 0,-4 2-5 0,0 2-9 16,3 10-8-16,2-1-5 0,-7-5-5 16,0-4-60-16,0-3 0 0,-6-4 0 15,-2-4 0-15,-2-7 0 0,1 1 0 0,-1-2 0 16,-2 0 0-16,2-6 0 0,-2-2 0 16,-5-2 0-16,0 0 0 0,22-9 0 0,-13-3 0 15,2-5 0-15,3-7 0 0,-1-7 0 16,3-3 0-16,-4-10 0 0,1-2 0 0,-1-2 0 15,-2 13 0-15,-3 0 0 0,-2 10 0 16,-2 2 0-16,-3 8 0 0,2 3 0 0,-2 2 0 16,-2 2 0-16,2 4 0 15,0 4-174-15,0 0-206 0,0 0-96 0,0 0-118 16,-17 14-157-16,13-6-89 0,4 4 72 16,2 0-663-16,2 2-882 0</inkml:trace>
  <inkml:trace contextRef="#ctx0" brushRef="#br0" timeOffset="199.43">24709 2880 4232 0,'0'-11'95'16,"2"1"67"-16,-1 4 72 0,-1 6 35 0,0-11 16 15,0 11-15-15,0 0-24 0,0-6-26 16,0 6-24-16,0 0-16 0,0 0-14 16,-1 27-21-16,-1-10-15 0,-2 5-14 15,-1 1-13-15,-6 10-16 0,4-2-86 0,0 3-84 16,1-9-75-16,-1-1-72 0,2-5-86 15,-1 0-89-15,5-5-86 0,-3-4-81 16,0 0-118-16,2-3 5 0,2-3-508 0,0-4-657 16</inkml:trace>
  <inkml:trace contextRef="#ctx0" brushRef="#br0" timeOffset="349.27">24804 2731 3190 0,'4'-25'6'0,"-4"8"51"0,1 1 39 16,-1 3 19-16,0 5 5 15,0 2-17-15,0 6-16 0,-1-11-7 0,1 11-12 0,0 0-12 16,0 0-50-16,0 0-89 16,0 0-98-16,0 0-118 0,15 23-137 0,-9-17-127 15,1 3 42-15,2-1-126 0,5 0-143 16</inkml:trace>
  <inkml:trace contextRef="#ctx0" brushRef="#br0" timeOffset="666.75">25006 2723 1844 0,'0'0'78'0,"0"0"33"0,0 0 27 0,0 0 15 15,0 0 14-15,-17 14-1 16,7-10-5-16,1 5-14 0,-1 0 1 0,1 1-7 16,0 0 1-16,-2 2-6 0,6 2-17 15,-3-1-12-15,5 3-9 0,1-4-6 0,0 1-9 16,4 1-20-16,2 1-16 0,-1-1 6 16,6 3-4-16,2-1-1 0,-2 1 0 15,2-1 23-15,1-1 29 0,-5 3 25 0,4-3 31 16,-2-1 33-16,-4-1 24 0,1 1 25 15,-4 0-1-15,0-3 9 0,-4 3-5 0,0-1-7 16,-4 0-24-16,-4 1-16 0,-1-1-23 16,-5 1-17-16,2-2-19 0,-1 1-15 0,-5-1-14 15,3-4-14-15,2-3-12 0,-1-1-62 16,3-4-67-16,0-3-64 0,0-1-61 0,2-4-62 16,-1-2-84-16,2 0-84 0,7-1-79 15,-1-1-79-15,6 0-107 0,1-1-53 16,10-3 59-16,11-6-451 0,10-3-582 15</inkml:trace>
  <inkml:trace contextRef="#ctx0" brushRef="#br0" timeOffset="849.5">25177 2871 2985 0,'18'-15'28'0,"-5"1"74"0,-3 4 89 15,-1 3 58-15,-3 0 47 0,1 2 37 0,-2 2 22 16,-5 3-9-16,7-7-25 0,-7 7-24 16,0 0 1-16,0 0 6 0,0 0-28 0,7 22-25 15,-7-5-26-15,-2 0-22 0,-1 18-30 16,-5 2-16-16,-2 2-20 0,1 0-11 15,0-1-15-15,-1-3-51 0,0 0-96 16,-1-1-97-16,3-3-103 0,1-7-97 0,1-5-118 16,0-5-117-16,5-3-155 0,-1-3-69 15,2-3 75-15,0-5-587 0,0 0-763 16</inkml:trace>
  <inkml:trace contextRef="#ctx0" brushRef="#br0" timeOffset="985.51">25376 2735 3445 0,'3'-23'-33'0,"-1"8"48"0,2 1 30 0,-4 4 8 16,0 3-8-16,0 7-9 0,0-10-4 0,0 10-1 16,0 0-15-16,0 0-72 15,0 0-107-15,0 0-168 0,0 0-226 0,5 33 30 0,2-21 69 16,-3-3-84-16,3 4-45 16</inkml:trace>
  <inkml:trace contextRef="#ctx0" brushRef="#br0" timeOffset="1199.39">25788 2517 1934 0,'0'-36'374'0,"2"7"53"0,-4 7 48 16,4 1 20-16,-2 4-12 0,-2 5-41 0,2 0-48 15,-3 4-39-15,3 8-36 0,0-9-33 16,0 9-19-16,0 0-31 0,-6 30-23 0,1 3-21 16,-1 6-17-16,3 4-19 15,-3 12-14-15,0-4-16 0,-2 3-12 0,6-9-55 16,-7 6-68-16,6-12-97 0,-6 0-78 15,5 0-93-15,1-6-85 0,1-4-98 16,-2-6-99-16,2-5-142 0,2-3-48 0,0-1 68 16,0-6-535-16,0-3-680 0</inkml:trace>
  <inkml:trace contextRef="#ctx0" brushRef="#br0" timeOffset="1366.4">25654 3014 3408 0,'-15'0'39'0,"-3"-2"74"0,18 2 70 15,-19 0 65-15,19 0 49 0,-13 0 27 0,13 0 0 16,0 0-22-16,-16 0-25 15,16 0-22-15,0 0-26 0,0 0-26 0,0 0-22 16,0 0-19-16,0 0-19 0,37-6-117 16,-13 2-139-16,3-1-144 0,16 0-152 0,7-6-132 15,11 5-186-15,5-3 7 0,8 2 61 16,6 0-459-16,-4-1-588 0</inkml:trace>
  <inkml:trace contextRef="#ctx0" brushRef="#br0" timeOffset="1766.58">26790 2812 3475 0,'-5'-9'221'0,"5"4"26"0,0 5 39 16,7-9 14-16,-7 9-2 0,11-3 0 16,-11 3-16-16,0 0 3 0,34 14-28 15,-18-4-25-15,-1 4-20 0,4 6-9 0,-6-1-13 16,-6-2-6-16,2 3-8 0,-7-3-10 15,-4 3-11-15,-2 1-13 0,-6 6-15 0,-3 0-13 16,-5-1-10-16,0 0-11 0,-7-3-9 16,0 0-24-16,-4-3-60 0,3-4 0 0,3-7 0 15,2-5 0-15,4-4 0 0,0-3 0 16,-1-6 0-16,6-6 0 0,-4-8 0 0,8-4 0 16,7 4 0-16,2-3 0 0,7-6 0 15,3 3 0-15,5 3 0 0,-2 1 0 16,10 4 0-16,-1 3 0 0,0 7 0 15,-1 5 0-15,8-3 0 0,11 4 0 16,-1 3 0-16,1 2 0 0,6 4 0 0,-4-1 0 16,-1 6 0-16,0-1 0 0,-6 3 0 15,-4-1 0-15,-7 1 0 0,-5-3 0 0,-7-2 0 16,1 4-133-16,-3-2-287 0,1 1-166 16,-5-5-214-16,0 4-83 0,-1-2 85 0,-1 0-757 15,4-3-997-15</inkml:trace>
  <inkml:trace contextRef="#ctx0" brushRef="#br0" timeOffset="2467.8">27573 2820 4084 0,'-2'-13'51'0,"2"-1"58"0,0 3 51 0,0 1 60 0,2 0 55 0,-1 3 43 0,-1-1 17 0,0 8-2 16,5-10-23-16,-3 4-27 0,-2 6-27 15,0 0 10-15,0 0-2 0,0 0-15 16,20 24-29-16,-10-5-20 0,-2 2-17 0,1 9-108 16,-2 0-75-16,-2-3 0 0,-1-4 0 15,-4 1 0-15,2-5 0 0,-1 3 0 0,-1-4 0 16,-1 0 0-16,1-5 0 0,0-1 0 16,-2 0 0-16,2-2 0 0,-2-3 0 0,2-7 0 15,-2 9 0-15,2-9 0 0,0 0 0 16,0 0 0-16,0 0 0 0,0 0 0 15,6-27 0-15,1 6 0 0,6-12 0 16,6-9 0-16,4 1 0 0,6 1 0 0,-2 5 0 16,-5 6 0-16,-1 5 0 0,2 2 0 15,-6 8 0-15,1 6 0 0,-6 1 0 0,2 5 0 16,-1 4 0-16,3 3 0 0,-1 2 0 16,-1 5 0-16,0 4 0 0,4 6 0 0,-3-3 0 15,0 4 0-15,-3-2 0 0,-3-1 0 16,-3-3 0-16,2 0 0 0,-5-3 0 0,3 1 0 15,-2-3 0-15,2 0 0 0,-2-2 0 16,-1-3 0-16,3-1 0 0,-4 0-271 16,3-4-342-16,-5-2-138 0,12 3-143 0,-12-3 70 15,0 0-821-15,26-11-1084 0</inkml:trace>
  <inkml:trace contextRef="#ctx0" brushRef="#br0" timeOffset="2766.21">28363 2737 4529 0,'0'0'16'0,"0"0"48"0,-16-4 43 0,16 4 47 0,0 0 43 0,-21 5 22 0,21-5 14 0,-15 9 4 0,6-3-20 15,4 3-7-15,-2-2-16 0,3 1-13 16,0 3-11-16,2-3-17 0,2 3-11 16,0-3-9-16,6 1-17 0,-1-1-5 0,5 2-12 15,2-5-7-15,2 1-11 0,2 0-10 16,1-6-6-16,2 3-5 0,-2-3-6 0,2-3-2 15,-3 3-6-15,-3-4 0 0,0 2 12 16,-1-4 7-16,-7 1-46 0,3-7-19 0,-5 2 0 16,-3-2 0-16,0 0 0 0,-5-3 0 15,-3 3 0-15,1 2 0 0,-7-1 0 0,-1 3 0 16,-2 5-246-16,-2 1-90 0,-9 2-108 16,1 5-123-16,-2-2-184 0,3 1-91 15,2 1 73-15,8-4-672 0,7-1-890 0</inkml:trace>
  <inkml:trace contextRef="#ctx0" brushRef="#br0" timeOffset="3200.92">29113 2116 4343 0,'2'-18'183'0,"-2"9"64"0,0 0 61 15,0 4 7-15,0 5-7 0,0-10-27 16,0 10-26-16,0 0 55 0,0 0 49 0,-17 51-9 15,7-14-32-15,-1 18-7 0,-3 4-21 16,1 5-277-16,-3 2-13 0,0 3 0 0,0-3 0 16,1 2 0-16,-3-8 0 0,6-2 0 15,-4-7 0-15,1-7 0 0,6-10 0 16,-1-5 0-16,0-5 0 0,5-7 0 0,-1-3 0 16,5-2 0-16,-2-7 0 0,-1 3 0 15,4-8 0-15,0 0 0 0,0 0 0 16,0 0 0-16,0 0 0 0,-11-21 0 0,5 5 0 15,1-3 0-15,-5-1 0 0,0 2 0 16,-1 0 0-16,-4 4 0 0,0 2 0 0,-6 4 0 16,-2 3 0-16,-1 3 0 0,0 6 0 15,-13 4 0-15,7 4 0 0,-1 3 0 0,8 2 0 16,-1 2 0-16,9-1 0 0,5-1 0 16,7-1 0-16,1-4 0 0,4 5 0 15,5 0 0-15,4-3 0 0,5-1 0 16,-1 1 0-16,6-6 0 0,2-1 0 0,2-1 0 15,2-5 0-15,1-1-20 0,14-3-793 16,-4-4-160-16,3-2 73 0,-2-1 102 16,-1-4-796-16,8-6-1035 0</inkml:trace>
  <inkml:trace contextRef="#ctx0" brushRef="#br0" timeOffset="3584.79">29382 2781 4698 0,'0'0'70'0,"0"0"42"0,0 0 36 0,-14 3 29 0,14-3 26 0,0 0 18 16,0 0 11-16,0 0-1 0,0 0-13 15,0 0-15-15,33 9-22 0,-20-9-19 0,2-2-8 16,6 2-25-16,-4-2-14 0,6-1-6 16,-4-2-12-16,0-2-7 0,-2 2 43 0,-3-4 20 15,-3 1 1-15,-2-3-2 0,0 5-103 16,-6-3-49-16,-1 2 0 0,-2 7 0 0,-16-15 0 15,2 12 0-15,-8-1 0 0,-16 9 0 16,-1 2 0-16,-13 8 0 0,-3 6 0 16,5 5 0-16,1 1 0 0,4 2 0 15,9 3 0-15,8-1 0 0,9-4 0 16,5 2 0-16,11-3 0 0,3-4 0 0,5-4 0 16,13 8 0-16,7-5 0 0,3-4 0 15,5-2 0-15,1-5 0 0,2-4 0 0,-6-4 0 16,-5 2 0-16,-2-4 0 0,0 0 0 15,-8 0 0-15,0 0 0 0,-3 0 0 0,-3 0 0 16,-9 0 0-16,13 0 0 0,-13 0-881 16,0 0-108-16,0 0 103 0,-16 14-962 0,-7-5-1275 15</inkml:trace>
  <inkml:trace contextRef="#ctx0" brushRef="#br0" timeOffset="4499.18">23891 3584 5439 0,'-4'-13'53'0,"4"5"40"0,-3 3 23 0,1 0 24 0,2 5 21 16,0 0 28-16,0 0 23 0,0 0-13 0,-14 29-13 15,7-7-17-15,-1 12-10 0,3 4-19 16,0 2-28-16,1-2-9 0,1 0-9 0,3 0-12 15,-2 0-2-15,0-7-20 0,2-5-21 16,0-6-63-16,-4 1-65 0,2-3-55 16,2-1-51-16,0-1-50 0,-1-3-47 15,1-4-57-15,0-2-58 0,0-7-49 0,-2 6-43 16,2-6-30-16,0 0-22 0,0 0-19 16,0 0-612-16,2-29-648 0</inkml:trace>
  <inkml:trace contextRef="#ctx0" brushRef="#br0" timeOffset="4732.27">23839 3817 3020 0,'0'-34'-92'0,"4"-3"61"0,1 10 59 15,-5 1 54-15,2 4 57 0,-2 3 44 0,1 2 31 16,-1 3 10-16,0 5-17 0,2-4-17 16,2 6-20-16,0 0-7 0,-1 2 9 15,-3 5-3-15,16-5-11 0,-16 5-14 0,20 2-10 16,-6 3-12-16,1 1-14 0,-1 1 0 16,-3 2 6-16,-2 3 3 0,0-2 2 15,-6 2 4-15,1 0-1 0,-8 0-16 16,2 4-11-16,-3-3-33 0,-4 3-7 0,0-1-1 15,4-5-34-15,-6 3-33 0,4-4-57 16,0-4-62-16,-1-2-65 0,3-2-82 0,5-1-75 16,0 0-74-16,-18-8-103 0,15 1-169 15,4-2 35-15,-1 2-434 0,8-1-568 0</inkml:trace>
  <inkml:trace contextRef="#ctx0" brushRef="#br0" timeOffset="5182.22">24128 3800 2924 0,'1'10'24'0,"-2"-2"79"0,-1-1 69 0,2-7 41 0,0 10 35 16,0-10 22-16,-2 8 4 16,2-8-24-16,0 0-8 0,2 12-7 0,-2-12 8 15,2 5-42-15,-2-5-15 0,5 6-18 16,-5-6-15-16,11 2-12 0,-11-2-17 0,18-4-9 16,-9 0-20-16,-1 0 3 0,3-1-12 15,-1-3-16-15,0-1-3 0,-5-2-10 16,3 0 13-16,-5-3-22 0,1-3-5 0,-4-1-4 15,-2 0-9-15,0-2 3 0,-1 4-2 16,-3 0-10-16,3 1-2 0,-6 1-2 0,6 5 6 16,-7 1 4-16,3 3-17 15,-1 4-3-15,8 1-6 0,-21 4 7 0,9 3 14 16,5 0-5-16,-1 0-25 0,5 1 22 16,1-1-22-16,2-7 4 0,5 14 10 0,7-9-9 15,1-2 4-15,8-1-7 0,0 0 5 16,0-2 6-16,6 0 2 0,0-2-3 0,-3 0-2 15,1-1 3-15,-6 3 14 0,-2-1 18 16,-1 1 15-16,-4 0 21 0,0 2 17 0,0 2 10 16,-1 0 5-16,-3 3 1 0,-1-1-9 15,-1 4-6-15,-1 0-9 0,-1 3-8 16,1-1-48-16,-5 0-26 0,2-2 0 0,-1 3 0 16,-1-2 0-16,0-1 0 0,0 1-163 15,2-2-104-15,0 3-84 0,0-3-93 16,0 2-81-16,0-2-120 0,0-1-175 15,-1 0 56-15,5-2-669 0,-1-3-882 0</inkml:trace>
  <inkml:trace contextRef="#ctx0" brushRef="#br0" timeOffset="5482.25">24626 3774 3718 0,'2'-9'-13'0,"-2"3"73"0,2-1 53 0,-2 7 36 0,0 0 28 0,2-10 17 0,-2 10 1 0,0 0-6 15,0 0-16-15,3-6-6 0,-3 6 6 16,0 0-7-16,0 0-10 0,0 0-17 15,5 23-16-15,-1-14-9 0,0 2-7 0,1-1-14 16,3 1-8-16,0 1-13 0,-1-4-9 16,4 2-4-16,2-3-7 0,-1-1-5 15,-1 0-7-15,2-2 0 0,-1-2-2 0,-12-2-1 16,24 0 0-16,-24 0 1 0,21-4-10 16,-14 1-2-16,1-3-1 0,-5 1 3 0,1-3-8 15,-1 1-3-15,-3-5 3 0,-3-2-4 16,-1 1-4-16,1-3-4 0,-7 3 1 15,5 1-13-15,-5 0-2 0,-1 4-42 0,-2 2-46 16,1 3-57-16,12 3-60 0,-24 3-84 16,13 0-103-16,-1 2-130 0,-1 1-191 0,8 0-2 15,-1 0 84-15,6-6-451 16,6 12-558-16</inkml:trace>
  <inkml:trace contextRef="#ctx0" brushRef="#br0" timeOffset="5717.6">25458 3670 3219 0,'-10'-10'158'0,"1"2"36"16,-3 3 46-16,0-1 41 0,1 2 24 15,-3 4-3-15,14 0-25 0,-30 5-11 0,12 2-5 16,-11 8-6-16,4 5-24 0,2 1-21 16,1 4-16-16,2 1-20 0,6 2-16 15,7-4-22-15,3-2-14 0,4-4-18 16,0 0-11-16,4 3-11 0,3-4-55 0,2-3-54 15,0 3-82-15,4-3-82 0,1-6-113 16,2 2-127-16,-4-3-144 0,7-1-183 16,-3-5 10-16,-2-1 92 0,2 0-531 0,4-1-652 15</inkml:trace>
  <inkml:trace contextRef="#ctx0" brushRef="#br0" timeOffset="6098.71">25673 3727 3285 0,'0'0'45'0,"-10"-6"36"0,10 6 27 16,0 0 25-16,0 0 20 0,0 0 12 15,0 0 21-15,0 0 7 0,0 0-13 0,0 0-13 16,0 0-17-16,21-4-16 0,-21 4-14 16,18-1-11-16,-11-2-11 0,-7 3-9 0,20-3-9 15,-20 3-9-15,14-3-8 0,-14 3-4 16,11-2-9-16,-11 2-4 0,13-4-4 0,-13 4-3 15,0 0-4-15,0 0-6 0,0 0-2 16,0 0-3-16,0 0-3 0,0 0 4 16,-43-2 3-16,26 6 5 0,-6 6 6 15,-5 1 7-15,-1 7-3 0,2-1 1 16,5 3 7-16,3 3-4 0,1 2-7 0,7-4-4 16,4-5-1-16,1 2-2 0,4-3-1 15,2 0-3-15,6-1-4 0,-1-2-1 0,6 0 3 16,5 0-9-16,1-2 3 0,4-4-9 15,2-3-1-15,4 0-41 0,0-3-62 0,0-3-90 16,12 0-106-16,-1-3-108 0,-6-2-127 16,3-1-143-16,-5-3-38 0,-1-1 66 15,-3-1-438-15,-2 0-546 0</inkml:trace>
  <inkml:trace contextRef="#ctx0" brushRef="#br0" timeOffset="6448.54">26079 3649 2753 0,'0'0'-19'16,"-2"-7"61"-16,2 7 35 0,0 0 27 0,-6-5 25 16,6 5 28-16,0 0 28 0,0 0 21 15,-23 12 13-15,14-4 9 0,-3 6 11 16,-3-1 7-16,-6 10-10 0,3-3-17 0,0 3-24 16,5-6-22-16,3-1-18 0,2-3-18 15,7-3-12-15,-1 1-6 0,4-3-16 16,1 1-7-16,5-1-5 0,4 1 5 15,-1-2 21-15,0 1 0 0,3 1 32 0,1 0 7 0,-3-1 1 16,0 2 9-16,-1 1 20 16,-4-3 24-16,-3 2 1 0,-1 2-2 0,-3 0-7 15,0-3-202-15,-3 3 0 0,-5 2 0 16,-6-1 0-16,3 1 0 0,-4-1 0 0,-4-1 0 16,2-2 0-16,-5-2 0 0,0-1 0 15,3 0 0-15,-1-6 0 0,6-1 0 16,1-4 0-16,1-2 0 0,3-5-387 0,3-5-179 15,4-3-95-15,8-1-120 16,7-8-44-16,12 2 70 0,12-3-679 0,11 5-884 0</inkml:trace>
  <inkml:trace contextRef="#ctx0" brushRef="#br0" timeOffset="6748.8">26443 3689 3714 0,'2'-9'-33'0,"-1"-1"76"0,-1 0 57 15,-1 5 46-15,1 5 35 0,0-12 25 16,0 12 4-16,-6-6-7 0,6 6-7 15,0 0-1-15,0 0-1 0,0 0 9 0,-40 15-23 16,28-5-3-16,-1 2-5 0,1 3-8 16,1-1-8-16,0 2-12 0,8-3-7 0,-2 1-3 15,3-1-16-15,2 2-7 0,5-4-8 16,-2 4-6-16,5-1-9 0,1 2 15 0,1 2 24 16,1-3 14-16,-2-1 7 15,-1-2 14-15,-2 1 9 0,-2-2-171 0,-2 2 0 0,-4-1 0 16,-3 3 0-16,-6 2 0 15,-2-3 0-15,-8 5 0 0,-2 1 0 0,-3-4 0 16,1 0 0-16,4-6 0 0,2-1 0 16,4-4 0-16,-1-1 0 0,5-3 0 0,0-1 0 15,11 0 0-15,-21-7-554 0,15 4-252 16,2-3-115-16,4 6 72 0,0 0-872 0,0 0-1155 16</inkml:trace>
  <inkml:trace contextRef="#ctx0" brushRef="#br0" timeOffset="7164.89">26464 4729 5013 0,'-5'-38'-44'0,"0"4"44"0,-1 8 66 0,6 2 79 0,-2 7 53 0,2-1 28 0,0 5-9 16,0 3-16-16,0-1-4 0,0 11 14 0,0 0 52 16,0 0 36-16,13 23 16 0,-6 12 14 15,0 15 8-15,2 12-119 0,2 10-218 0,-2 5 0 16,2 25 0-16,-3 2 0 0,2 6 0 15,-5 0 0-15,-1-2 0 0,-4-24 0 0,-4-2 0 16,0-7 0-16,-3-3 0 0,0-5 0 16,-2-10 0-16,4-7 0 0,-3-12 0 0,5-11 0 15,1-7 0-15,-2-5 0 0,1-5 0 16,1-3 0-16,1-7 0 0,1 0 0 0,0 0 0 16,0 0 0-16,0 0 0 15,0-29 0-15,0 16-293 0,-2-3-608 0,0-1-28 16,-2 2 84-16,1-2-931 0,-5 1-1207 15</inkml:trace>
  <inkml:trace contextRef="#ctx0" brushRef="#br0" timeOffset="7382.23">26106 5653 5384 0,'-24'-4'202'0,"8"-2"35"0,-2 4 63 15,5 0 57-15,5 0 21 0,8 2-9 16,0 0-30-16,0 0-5 0,-15 9-43 15,15-9-291-15,23 22 0 0,8-1 0 0,9 5 0 16,5 0 0-16,1 0 0 0,6-1 0 16,-9 1 0-16,0-4 0 0,-11-5 0 15,0 0 0-15,-3-2 0 0,-3 1 0 0,-7-4 0 16,-3-5-579-16,-1 0-236 0,-4-2-87 16,1-4 70-16,-1-1-890 0,3-1-1155 0</inkml:trace>
  <inkml:trace contextRef="#ctx0" brushRef="#br0" timeOffset="7630.88">26907 5566 4899 0,'-16'3'327'0,"-4"6"33"16,6 2 44-16,-9 8 35 0,-2 4 11 16,-8 6-29-16,3 6-18 0,-3-4-34 0,5 6-250 15,1-4-119-15,7-4 0 0,-2-2 0 16,5-1 0-16,-2-2 0 0,7-6 0 0,3-4 0 15,2-2 0-15,0-2 0 0,0 0 0 16,1-4 0-16,3 0 0 0,-1-2 0 0,-2 0 0 16,6-4 0-16,-6 6 0 0,2-3 0 15,4-3 0-15,0 0 0 0,-3 8 0 0,3-8-571 16,0 0-402-16,0 0 65 0,-6 4 115 16,6-4-889-16,0 0-1118 0</inkml:trace>
  <inkml:trace contextRef="#ctx0" brushRef="#br0" timeOffset="8232.24">25273 6968 4799 0,'-4'-10'86'0,"2"1"22"0,0 4 25 0,2 5 29 0,-8-4 60 16,8 4 44-16,0 0 31 0,-5 27 5 0,5-9-15 0,-2 10-6 0,2 9-25 15,4 6-25-15,-1 3-27 0,1 7-18 16,-2-7-21-16,2-2-18 0,-2-1-88 0,-1-2-59 15,2 0 0-15,-3-10 0 0,0-8 0 16,0-2-142-16,2-1-101 0,-2-5-66 0,0-3-78 16,-2-3-56-16,2-2-52 0,0-7-44 15,0 0-51-15,0 0-62 0,0 0-18 0,0 0-596 16,0-34-725-16</inkml:trace>
  <inkml:trace contextRef="#ctx0" brushRef="#br0" timeOffset="8465.35">25252 7138 3380 0,'-4'-26'-11'0,"2"4"60"0,-1 4 56 0,0 5 44 15,1-1 25-15,2 4 11 0,-2 0 4 0,4-1-8 16,5 1-6-16,0 3-14 0,4-1 2 16,3 1-16-16,-3 2-12 0,5 3-12 15,-3 2 1-15,0-2 2 0,0 4 9 0,-2 1 19 16,0 1 14-16,-8 1 15 0,5 2 7 16,-6 2-8-16,-2-3-11 0,-4 6-12 0,-3 0-16 15,-4 5-11-15,-2-3-16 0,1 0-15 16,-1 1-16-16,1-2-53 0,-1-5-68 15,2-2-76-15,-1 0-85 0,3-3-103 0,2 0-119 16,-2-3-125-16,9 0-171 0,-16 0-44 16,16 0 86-16,0 0-603 0,0 0-735 15</inkml:trace>
  <inkml:trace contextRef="#ctx0" brushRef="#br0" timeOffset="8931.04">25598 7449 3768 0,'-3'6'375'16,"3"-6"18"-16,-4 6 13 0,4-6-19 16,0 0-32-16,0 0-24 0,0 0-40 0,-4 4-30 15,4-4-27-15,0 0-24 0,0 0-25 16,22-1-18-16,-22 1-21 0,14-6-44 0,-4 1-17 16,0 1-26-16,-3-3-11 15,0 0-9-15,4-4-5 0,-8 1-1 0,3-4-3 16,-2-3-3-16,-4 0-1 0,0-2-4 15,-2-5-3-15,-4 0-2 0,3 0-7 0,-4 3 5 16,1 1 0-16,-1 1-2 0,0 2-3 16,-2 1-1-16,-2 7-5 0,4-1 1 0,-2 6 0 15,0 2 1-15,9 2-8 0,-14 0 6 16,14 0-4-16,-16 8 4 0,10 0-4 0,4-3-2 16,2 3-5-16,0-8-1 0,4 12 7 15,5-6-13-15,3 1-1 0,1-3-10 0,9 0-9 16,-3-2 17-16,1 1 1 0,2-2 5 15,-1 3-1-15,-3-2 3 0,2 1-1 16,-4 1 8-16,0-2 10 0,0 6 24 16,-5 0 26-16,0 3 9 0,-1 0-6 0,-1 2-61 15,-3 2 0-15,-1 0 0 0,1 3 0 16,-1-1 0-16,-5 1 0 0,1-2 0 0,-1-3 0 16,2 4 0-16,-2-2 0 0,2-4 0 15,-2 0 0-15,2-3-103 0,0 1-197 0,-2-2-96 16,2 0-106-16,0-5-114 0,-2-2-130 15,7 6-28-15,-7-6 73 0,0 0-678 0,0 0-831 16</inkml:trace>
  <inkml:trace contextRef="#ctx0" brushRef="#br0" timeOffset="9248.87">26147 7224 3705 0,'-2'-11'95'0,"-1"5"55"0,3 6 41 0,-8-5 45 0,8 5 28 0,0 0 19 0,0 0 14 0,0 0-5 16,-19 11-16-16,13-5-20 0,4 4-18 15,-1 1-21-15,1 5-21 0,0 0-21 0,0-3-19 16,4 4-12-16,-2-5-17 0,4 5-15 16,-1-6-11-16,1-1-15 0,3 0-9 15,2-1-8-15,2-3-7 0,0-2-8 0,3-2-9 16,-1-2-17-16,-13 0-14 0,27-4 2 16,-15-1-1-16,1 1-5 0,-1-4 4 15,0 2-1-15,-2-5 4 0,-3 1-8 0,-2 0 2 16,0-2-1-16,-5 1-11 0,-2-6 6 15,-4 2 3-15,0-1-9 0,1 6-11 0,-4 0-36 16,-3 1-31-16,-1 5-34 0,0 4-42 16,-5 4-48-16,-1 3-54 0,0 3-78 0,-6 6-79 15,2 3-85-15,4 1-137 0,-1 3-113 16,4 0 51-16,3-4-620 0,6 0-774 16</inkml:trace>
  <inkml:trace contextRef="#ctx0" brushRef="#br0" timeOffset="9498.45">26774 7100 3755 0,'-14'-10'123'16,"0"1"37"-16,3 2 26 0,-3 4 20 16,3 3 0-16,11 0-9 0,-25 8-16 0,10 3-10 15,-1 2-20-15,0 16-6 0,-4 0-13 16,5 13-9-16,-2 3-17 0,7-10-8 0,1 3-11 15,3 1-4-15,0-2-8 0,5-6-16 16,1-7-5-16,1-1-1 0,5 2-11 0,0-5-15 16,1-2-52-16,7-3-69 15,-1-3-90-15,-1-5-118 0,1-4-131 0,2-3-140 16,6-3-123-16,11-6 47 0,0-4-529 16,4-4-644-16</inkml:trace>
  <inkml:trace contextRef="#ctx0" brushRef="#br0" timeOffset="9898.43">27083 7219 3215 0,'-6'6'31'15,"6"-6"65"-15,-1 6 50 0,1-6 40 16,0 0 24-16,0 0 18 0,9 7-5 0,-9-7-10 15,14 0-18-15,-14 0-18 0,16-7-18 16,-4 3-14-16,1-3-17 0,-2 4-14 0,3-1-9 16,-3-2-12-16,1-1-13 0,-2-1-3 15,-3 2-8-15,-2-2-5 0,4-3-5 0,-5-1-4 16,-3 3-3-16,-1-1-6 0,0 2-7 16,-1 0-1-16,-5 2-6 0,-2 2-5 0,-2 2 4 15,10 2-6-15,-32 12 2 0,13-3 3 16,-10 11 8-16,2-4 0 0,3 7 7 15,3-1 9-15,2 4 2 0,2 0 8 16,1 3 5-16,5-4 10 0,4-4 4 0,0-2 0 16,7-1-9-16,0-6-7 0,5 1-7 15,0-2-5-15,5-1-5 0,2-2-8 0,1-1-10 16,0-6-56-16,2 1-66 0,7-4-81 16,0-2-100-16,12-2-129 0,-1-3-138 0,1-2-146 15,2-5-63-15,6-4 61 0,2-1-604 16,2-5-749-16</inkml:trace>
  <inkml:trace contextRef="#ctx0" brushRef="#br0" timeOffset="10264.61">27611 6890 3392 0,'-4'-6'-67'0,"4"6"51"0,-8-6 36 15,8 6 35-15,0 0 35 0,-16 4 33 0,6 2 21 16,-1 2 23-16,-2 3 18 0,-9 9 7 15,1 1-4-15,0 1-14 0,2 2-18 0,6 0-12 16,1-5-17-16,5-2-17 0,3-3-9 16,4-4-9-16,4 0-8 0,2 2-11 0,3-2-10 15,1 0-2-15,3-4-6 0,0 2-7 16,3 3 2-16,0-1 25 0,2 0 41 0,-3 0 59 16,-2 3 45-16,-2 1 37 15,3 1 24-15,-6 0 29 0,-5-1 10 0,-1 2-14 16,-4 0 2-16,1 2-296 0,-7 0-12 15,-1 0 0-15,-1-1 0 0,-3 0 0 0,-1-2 0 16,-1-1 0-16,-1-2 0 0,0-4 0 16,-4 3 0-16,6-5 0 0,-2-2 0 0,3 0 0 15,-3-2 0-15,3-6 0 0,3-2-7 16,3 0-621-16,-1-5-119 0,3-1-143 0,5 0 61 16,2-5 98-16,1 3-752 0,9-6-929 15</inkml:trace>
  <inkml:trace contextRef="#ctx0" brushRef="#br0" timeOffset="10614.51">27967 6948 3883 0,'-2'-12'-28'0,"0"3"87"16,1 1 48-16,-3 2 37 0,-2 0 24 16,6 6 16-16,-12-4 9 0,12 4 17 0,-20 4 0 15,2 2 2-15,2 5 17 0,-9 3-3 16,5 1-9-16,-4 2-20 0,7-2-16 0,-1-1-19 15,11-2-14-15,1 2-35 0,3-2-4 16,3 0-15-16,2-2-10 0,1 3-8 0,6 0-9 16,4 2-4-16,-4-5 1 15,6 4-15-15,-2 1 4 0,4-1-9 0,-3 0-5 0,-1 1 36 16,-1-1 34-16,-3 0 37 16,-2 0 30-16,-3 0-48 0,0 1-128 0,-1-3 0 15,-3 0 0-15,-3-2 0 0,-1 2 0 16,0-3 0-16,-3 4 0 0,0-2 0 0,-4-1 0 15,0-2 0-15,0 2 0 0,-1-4 0 16,-1-1 0-16,1-2 0 0,3-3 0 16,0 0 0-16,9 0 0 0,-20-4-38 15,11-2-768-15,6 3-135 0,-1-2 63 0,4 5 115 16,0 0-858-16,0 0-1059 0</inkml:trace>
  <inkml:trace contextRef="#ctx0" brushRef="#br0" timeOffset="11464.41">28705 7136 4936 0,'2'-12'235'0,"0"2"24"0,0 2 40 0,-2 2 18 16,4 1-3-16,-4 5-20 0,0 0-16 16,0 0-38-16,0 0-17 0,0 0-25 15,19 8-17-15,-15-1-15 0,-3 0-8 0,1 2-65 16,-2 1-93-16,-2 3 0 0,-1-3 0 15,-2 4 0-15,-2-3 0 0,-2 1 0 0,-3-1 0 16,-3 2 0-16,0-1 0 0,-1-2 0 16,1-3 0-16,2-2 0 0,2-3 0 15,-2-2-129-15,13 0 2 0,-18-7 3 0,10-4 16 16,2 0 5-16,4-6 13 0,2 2 4 16,4-2 9-16,0 2 11 0,0 4 6 15,4 0 4-15,-5 2 8 0,5 1 5 0,-3 4 13 16,6 1 19-16,-2 3 14 0,-9 0 15 15,23 3-4-15,-8 3 3 0,2 0 2 0,4 0 5 16,0 2-5-16,0-1-8 0,2 1 2 16,-3-2 1-16,4-2-3 0,-5-2-2 15,-1-1 0-15,2-1-2 0,1-3-11 16,-1-1 10-16,3-4-1 0,-3-2-39 0,9-7-39 16,-7 0-45-16,1-3-45 0,-2-5-59 15,-2-7-62-15,-4-2-51 0,5-10-16 0,-6-12-16 16,0-5 19-16,-3-5 30 0,0-5 47 15,1-3 71-15,-4-3 62 0,-3-4 51 0,-1 9 58 16,-4 6 31-16,-4 21 24 0,1 3 19 16,-5 10 10-16,1 10 21 0,-1 8 22 0,-2 7 20 15,3 9 17-15,7-2 6 16,-18 10 9-16,11 6-1 0,1 4-2 0,-2 17 3 16,3 5-16-16,3 17-12 0,4 6-11 15,-1 5-6-15,8 3-14 0,-4 1-9 0,3 0-3 16,1 1-9-16,1-5-2 0,-3-7-12 15,3-5-2-15,0-2-4 0,-1-17-4 0,-1-4-3 16,1-11-5-16,5 3 7 0,-3-9 9 16,1-9-3-16,-1-4-3 0,2-5-10 0,1-3-5 15,5-5-38-15,5-9-32 0,1-4-38 16,5-11-43-16,1-5-48 0,-6-8-36 0,4-8-25 16,7-17-23-16,-12 10-5 0,11-18 17 15,-9-1 21-15,-9 19 10 0,-1 3 24 16,-11 14 17-16,1 7 17 0,-6 12 34 15,-4 9 35-15,0 7 45 0,-3 4 48 0,7 4 53 16,-21 11 40-16,4 11 30 0,-2 5 20 16,-2 14 7-16,2 1 0 0,2 4-9 15,5 4-13-15,-1-1-8 0,2-1-15 0,3 5 1 16,4-12-4-16,2 1 5 0,2-3-5 16,2-10-12-16,2 7-9 0,2-8-10 0,-3-7-9 15,5-3 11-15,-1-6 4 0,1 0-6 16,4-4-20-16,-3-2-35 0,6-3-41 0,-2 0-66 15,-13-3-83-15,29-10-107 0,-13 3-112 16,-3-1-137-16,2-2-194 0,-4-1 47 0,-1 4 73 16,-2 0-436-16,-1 1-502 15</inkml:trace>
  <inkml:trace contextRef="#ctx0" brushRef="#br0" timeOffset="11798.11">30207 6882 3075 0,'0'-8'197'0,"1"2"42"0,-1 6 30 0,0 0 36 0,0 0 49 0,0 0 36 0,0 0 20 0,0 0-5 16,0 0-18-16,6 27-31 0,-6-13-30 15,-2 4-32-15,0 4-29 0,0 2-26 0,-1 0-25 16,-1-3-22-16,-2-4-31 0,5 2-66 16,-3-3-77-16,1 0-78 0,-1-3-96 0,3-2-104 15,-3-1-112-15,4-2-119 0,0-4-118 16,0-4-122-16,-2 7-51 0,2-7 75 15,0 0-661-15,0 0-823 0</inkml:trace>
  <inkml:trace contextRef="#ctx0" brushRef="#br0" timeOffset="11947.69">30291 6660 3787 0,'-8'-6'33'0,"4"2"20"0,4 4 0 16,-8-4-4-16,8 4-15 0,0 0-20 15,0 0-84-15,0 0-113 0,0 0-163 16,0 0-217-16,0 0 27 0,0 0 60 0,0 0-153 16,0 0-127-16</inkml:trace>
  <inkml:trace contextRef="#ctx0" brushRef="#br0" timeOffset="12547.52">30615 6251 2101 0,'-3'-15'269'0,"-1"4"23"0,4 3 19 15,0 8 13-15,-3-5 13 0,3 5 5 16,0 0 8-16,-10 24-18 0,3 6-21 0,-3 11-31 16,1 12-31-16,-2 7-12 15,-1-1-29-15,2 3-22 0,3 0-16 0,-1 0-9 16,-2-4-27-16,7-2-14 0,-1-13-8 0,4 0-18 16,-2-1 5-16,4-15-4 0,-2-3-12 15,0-5-12-15,0-2-6 0,0-5-10 16,0-2-21-16,0-3-24 0,0-7-17 0,2 8-15 15,-2-8-16-15,0 0-14 0,0 0-15 16,0 0-9-16,0 0-8 0,-4-37 5 0,0 21 6 16,-1-2 9-16,-2 0 4 0,2-3 4 15,-1 4 6-15,3 3 12 0,-1-2 6 0,0 5 4 16,1 1 10-16,2 2 6 0,-1 0 8 16,2 8 11-16,3-9-3 0,2 3 10 0,1 1-4 15,3-2 3-15,5 2-4 16,2-5 1-16,13-2-2 0,0-2 1 0,-3-3-2 15,7 2-4-15,-6-1 1 0,-1 1 3 0,-3 3 13 16,-6 3 21-16,-4 1 19 0,-3 2 25 16,-1 0 5-16,-3 4-3 0,-6 2-3 15,0 0 0-15,0 0-4 0,0 0-3 0,0 0 8 16,-11 24-2-16,2-12-10 0,-2 3-7 16,2 3-6-16,0-3-7 0,3 0-6 0,2 0-4 15,0-2-6-15,2 0 0 0,2 1 6 16,2-2 5-16,-2 2 7 0,2 0 17 15,2 1-68-15,0 1-4 0,2-2 0 0,-2 1 0 16,-1 1 0-16,1-1 0 0,-4-1 0 16,0-1 0-16,-4 3 0 0,-1 2 0 15,-3 1 0-15,-2-2 0 0,-1 0 0 0,-5-1 0 16,2-3 0-16,-2-1 0 0,-3-1 0 16,6-5 0-16,-4 0 0 0,-1 0 0 0,4-4 0 15,-2 2 0-15,3-4 0 0,-1 1 0 16,1-2-681-16,1-3-313 0,3-6 107 0,0-2-1027 15,1-1-1337-15</inkml:trace>
  <inkml:trace contextRef="#ctx0" brushRef="#br0" timeOffset="13264.52">26733 8486 5739 0,'-7'-9'107'0,"4"2"-16"0,-1 2 10 0,4 5 20 0,0 0 58 0,0 0 34 0,0 0 12 0,7 29-9 16,0-13-12-16,-2 5-26 0,3 1-18 0,-1 9-16 15,2-4-16-15,-8-6-10 0,5 4-14 16,-2-3-10-16,-3-3-25 0,-1-2-69 0,2 0 0 16,-2-3 0-16,2-2 0 0,0-3 0 15,-2-3 0-15,0 0 0 0,0-6 0 0,0 0 0 16,0 0 0-16,0 0 0 16,10-19 0-16,-2 2 0 0,3-12 0 0,4 1 0 0,0-1 0 15,5 2 0-15,-2 3 0 16,1 0 0-16,-3 6 0 0,-1 9 0 0,1 1 0 15,-2 4 0-15,-1 4 0 0,1 2 0 16,1 2 0-16,-1 4 0 0,-1 5 0 0,1 1 0 16,-2 1 0-16,1-1 0 0,-2 1 0 15,-2-1 0-15,-2-2 0 0,3-1-117 0,-2-2-140 16,-1 0-74-16,2-4-91 0,0 0-86 16,0-3-87-16,-2-2-96 0,-7 0-61 15,23-5 64-15,-12 0-615 0,0-1-760 0</inkml:trace>
  <inkml:trace contextRef="#ctx0" brushRef="#br0" timeOffset="14048.06">27230 8516 3296 0,'0'0'-128'0,"-2"-6"64"0,2 6 53 0,-4-8 56 0,4 8 46 0,0-9 54 0,0 9 31 0,0-8 28 0,0 8 19 16,0-12 16-16,0 12 15 0,0-8 13 15,0 8 10-15,0 0 15 0,0-8-6 16,0 8-7-16,0 0-11 0,0-9-14 0,0 9-11 16,0 0-11-16,0 0-7 0,0 0-4 15,0 0-5-15,0 0-6 0,0 0-35 0,0 0-11 16,0 0-52-16,0 0-112 0,-7 20 0 15,7-20 0-15,-7 9 0 0,7-9 0 16,0 0 0-16,-1 9 0 0,1-9 0 0,0 0 0 16,0 0 0-16,8 13 0 0,-2-11 0 15,3 3 0-15,-2-1 0 0,5-3 0 0,-1 3 0 16,5-3 0-16,-3 1 0 0,3-2 0 16,-2 0 0-16,8 0 0 0,-6-3 0 0,5-1 0 15,-3 1 0-15,-1-3 0 0,6 0 0 16,-7 1 0-16,2-1 0 0,0-4 0 0,-6 3 0 15,-1-1 0-15,-2 1 0 0,-2-2 0 16,-1 1 0-16,-3-4 0 0,-3 3 0 16,0 1 0-16,-1-3 0 0,-3 3 0 15,-2 1 0-15,-6 2 0 0,3 0 0 0,-2-1 0 16,-3 5 0-16,3 1 0 0,-3-3 0 16,-1 6 0-16,-2 0 0 0,-3 4 0 0,4 0 0 15,-3 2 0-15,6 3 0 0,-9 7 0 16,6 4 0-16,0 1 0 0,5 5 0 0,2-6 0 15,5 0 0-15,-3-4 0 0,6 3 0 16,1-3 0-16,1-1 0 0,1-1 0 0,5 2 0 16,-2-5 0-16,6 1 0 15,0-5 0-15,0 1 0 0,3-4 0 0,0-2 0 0,1 0 0 16,1-3 0-16,-1-1 0 16,-2-1-175-16,2 0-66 0,1 0-35 0,-3 0-49 15,-1-1-60-15,-12 1-70 0,18 0-76 16,-7 0-96-16,-11 0-112 0,11 1 61 0,-11-1-601 15,7 4-737-15</inkml:trace>
  <inkml:trace contextRef="#ctx0" brushRef="#br0" timeOffset="14613.94">27672 8475 3320 0,'-12'-2'41'0,"12"2"85"0,0 0 50 0,0 0 44 0,0 0 26 0,0 0 21 0,0 0 17 16,0 0 2-16,0 0 4 0,0 0-12 15,0 0-25-15,0 0-23 0,0 21-16 0,0-7-22 16,0 0-19-16,0 4-17 0,0 2-20 15,-1 4-5-15,-1-2-20 0,-2 0-28 0,0 2-38 16,2-3-47-16,-3 1-50 0,0-5-55 16,2 0-61-16,-1-2-60 0,-2 1-92 0,5-6-84 15,-5 1-96-15,2-5-95 0,2 0-107 16,2-6 47-16,0 0-544 0,0 0-663 16</inkml:trace>
  <inkml:trace contextRef="#ctx0" brushRef="#br0" timeOffset="14765.66">27716 8383 3495 0,'2'-27'186'0,"-2"6"66"16,0 6 39-16,0 1 27 0,0 3-6 0,0 2-10 16,-2 3-18-16,2 6-35 0,0-8-18 15,0 8-35-15,0 0-65 0,0 0-87 0,0 0-119 16,0 0-141-16,0 0-155 0,0 0-163 16,0 0-189-16,17 18 45 0,-11-13 87 0,-1 3-465 15,1 0-527-15</inkml:trace>
  <inkml:trace contextRef="#ctx0" brushRef="#br0" timeOffset="15196.64">27870 8431 2859 0,'-4'5'83'15,"1"0"58"-15,-1 0 27 0,0 2 21 0,3 0 18 16,-1 0 13-16,-1-2-6 0,3 2-20 16,0-7-16-16,3 14-10 0,-1-10-16 0,1 0-15 15,3-1-12-15,-6-3-10 16,16 4-16-16,-5-4-6 0,-11 0-12 0,24-6-9 0,-11 3-8 15,0-3-3-15,1-1-7 0,-1-2-1 16,-1 0 10-16,-1-1 15 0,-2 0 12 16,2 1-1-16,-4 2 4 0,-1 0-8 15,-1 3 1-15,-1 0-5 0,-4 4-9 0,0 0 9 16,0 0 10-16,0 0 11 0,0 24-3 16,-4-7 3-16,0 6 26 0,-1 12 34 15,-3 2 12-15,3 2-7 0,-3 13-11 0,-2 0-10 16,5 3-11-16,-3-4-29 0,7-8-28 15,-6-2-78-15,2-2 0 0,-1-3 0 0,2 0 0 16,-3-6 0-16,0-4 0 0,4-7 0 16,-3-4 0-16,1-3 0 0,-5 3 0 0,0-3 0 15,1-2 0-15,-5-1 0 0,-1-1 0 16,1-1 0-16,-2-2 0 0,-3-1 0 0,2-1 0 16,-3-1 0-16,8 0 0 15,-2 0 0-15,-1 0 0 0,5-2 0 0,10 0 0 16,-19-2-236-16,19 2-146 0,-7-6-50 15,5-3-25-15,4-3-32 0,3-7-39 0,8-12-41 16,14-8-56-16,5-8-37 0,18-12-634 16,11-1-755-16</inkml:trace>
  <inkml:trace contextRef="#ctx0" brushRef="#br0" timeOffset="15813.35">28461 8427 3199 0,'53'-56'-245'16,"-9"-8"39"-16,-11 11 107 0,-8-5 73 0,-5 0 67 16,-6-1 37-16,-3 2 31 0,-7 15 25 15,-3 1 27-15,-4 4 18 0,-3 3 8 0,-1 10 3 16,-5 7-6-16,-1 2-20 15,-7 5-11-15,6 4-14 0,-6 5-13 0,2 4-12 16,-11 9-8-16,2 9-8 0,2 2-10 16,-3 15-6-16,3 5-8 0,2 8-2 0,1 3 0 15,0-1-1-15,8 4 0 0,-2-1 1 16,3-1-3-16,3-1-2 0,2-11-6 0,7-3-6 16,1-7-3-16,1-7-8 0,5-2-2 15,-1-6-6-15,6-1-3 0,-2-5-3 0,2-5 0 16,1-2-3-16,-1-2-3 0,5-6-1 15,-1 0 1-15,2-3 0 0,2-3-2 0,2 1-1 16,-4-4-5-16,-4 6 24 0,3-1 14 16,-9 3 2-16,3 0 0 0,-10 4 8 15,14 0 9-15,-14 0-5 0,0 0 2 16,7 13-3-16,-7-5-2 0,2 4-8 0,-2-4-13 16,2 1-2-16,-1-1-2 0,1 2-16 15,2-2 1-15,1-3-19 0,2-1-13 16,0 0-22-16,3-2-20 0,-10-2-16 0,23-2-12 15,-10 0-7-15,2-4-2 0,2 1 1 16,1-1 9-16,-4 0 11 0,2 0 9 0,-3-2 10 16,-1 3 29-16,-5 3 25 0,3-2 26 15,-5 0 24-15,-5 4 14 0,0 0 8 16,14-5 17-16,-14 5 11 0,0 0 0 16,0 0-8-16,0 0-7 0,0 0-6 0,7 15-7 15,-7-15-17-15,4 7-8 0,-2-1-15 16,-2-6-17-16,6 8-32 0,0-4-26 0,-6-4-20 15,13 4-17-15,-4-4-7 0,-9 0 0 16,23-4 10-16,-7 0 2 0,1 0 10 0,-2-4 6 16,4 1 5-16,0-1 10 0,-3 2 22 15,-3-4 15-15,-2 3 11 0,-1 1 27 0,-4-3 21 16,-3 0 10-16,-1 1-5 0,-2 0-4 16,0-1-5-16,-4-1-12 0,-1-1-16 0,-1 1-45 15,-2 3-49-15,2 2-57 16,1 2-71-16,-4-1-89 0,9 4-97 0,-18 0-89 15,18 0-102-15,-15 4-123 0,9-1 32 16,6-3-566-16,-6 7-691 0</inkml:trace>
  <inkml:trace contextRef="#ctx0" brushRef="#br0" timeOffset="16013.78">29041 8425 3167 0,'11'2'-2'0,"-11"-2"95"0,13 0 74 0,-13 0 52 0,0 0 39 0,15 2 22 0,-15-2 18 0,18 2 17 16,-18-2-21-16,15 1-19 0,-15-1-23 15,15 1-29-15,-4-1-21 0,-11 0-20 0,20 3-25 16,-20-3-14-16,17 2-18 0,-17-2-41 16,12 0-54-16,-12 0-46 0,0 0-49 15,12 1-55-15,-12-1-57 0,0 0-63 16,10 2-80-16,-10-2-79 0,0 0-95 0,3 3-121 16,-3-3-42-16,0 0 57 0,0 0-441 15,5 6-513-15</inkml:trace>
  <inkml:trace contextRef="#ctx0" brushRef="#br0" timeOffset="16713.32">26203 10009 3266 0,'-6'-29'236'0,"2"5"38"16,1 7 41-16,-1 0 35 0,-1 7 19 0,3 0 0 0,-1 1-24 0,1 2-28 16,2 7 21-16,0 0 13 0,-2 24-12 15,2 5-28-15,2 14-22 0,3 19-25 0,4 7-29 16,2 3-24-16,-2 1-199 0,5-1-12 16,-1-4 0-16,-1-7 0 0,-1-2 0 15,-2-9 0-15,0-13 0 0,-2-3 0 16,0-5 0-16,-1-5 0 0,-1-8 0 0,-2-2 0 15,1-4 0-15,-2-3-241 0,-2-2-124 16,0-5-78-16,0 0-80 0,0 0-91 0,0 0-116 16,0 0-28-16,-27-12 74 0,18 2-620 15,-7-2-761-15</inkml:trace>
  <inkml:trace contextRef="#ctx0" brushRef="#br0" timeOffset="16896.98">25890 10586 4065 0,'0'0'277'0,"-15"-1"36"0,15 1 34 15,-10 0 42-15,10 0 39 0,0 0 13 16,6 9-23-16,2-2-30 0,5 1-38 0,7 2-33 16,8 3-26-16,3 1-124 0,1 0-167 15,0-2 0-15,4 3 0 0,-7-1 0 0,2 0 0 16,-1-2-143-16,1-2-273 0,-5-3-145 16,-4 0-155-16,0-6-142 0,-1 3 68 0,-3-2-811 15,4-2-1041-15</inkml:trace>
  <inkml:trace contextRef="#ctx0" brushRef="#br0" timeOffset="17113.63">26574 10464 4862 0,'-13'-7'229'0,"2"6"64"0,-3 2 47 0,14-1 22 16,-30 14 24-16,5 2 10 0,1 2-1 16,-1 4-30-16,3 2-25 0,-1 1-117 0,5-2-223 15,0 4 0-15,4 0 0 0,2-6 0 16,0-3 0-16,5-4 0 0,-1 1 0 15,0-4 0-15,5-1 0 0,-1-1 0 0,0 0 0 16,1-2 0-16,1-1 0 0,-3-1 0 16,1 0 0-16,3 2 0 0,-5-1-16 0,6-6-538 15,-9 8-138-15,2-5-175 0,2 0 28 16,-3 1 84-16,8-4-765 0,-13 5-964 0</inkml:trace>
  <inkml:trace contextRef="#ctx0" brushRef="#br0" timeOffset="17596.82">25282 11757 4620 0,'0'-9'178'0,"2"3"-1"0,-2 1-10 0,0 5 11 0,0 0 60 0,0 0 45 15,4 27 15-15,-2-3 4 0,0 14-13 16,-2 7-14-16,3 9-11 0,6 4-19 16,-6-1-28-16,7-4-21 0,-1-3-17 0,-4-9-94 15,6-2-85-15,-2-2 0 0,-6-1 0 16,1-10 0-16,1-4 0 0,-3-5 0 0,1-2-79 15,1-1-183-15,0-2-54 0,-4-3-74 16,0-4-69-16,0-5-57 0,0 0-50 0,0 0-55 16,0 0-70-16,0 0 26 0,-8-23-568 15,5 6-696-15</inkml:trace>
  <inkml:trace contextRef="#ctx0" brushRef="#br0" timeOffset="17812.84">25345 12064 3249 0,'-2'-42'-12'0,"2"0"60"0,-1 3 63 15,1 2 39-15,0 9 30 0,1 3 21 16,-1 7 10-16,6-3 1 0,-2 6-10 0,3 3-6 15,5 3-12-15,1 2-9 0,3 3-11 16,0 3-16-16,7 5-11 0,2-1-16 16,8 6-12-16,-8-1-9 0,-5 1-8 0,-3 1 6 15,-4-2 6-15,-2 3 8 0,-4 3 9 16,-1-4 2-16,-6 3-16 0,-2-1-5 0,-6 2-10 16,-1 3-14-16,-3-2-22 0,-3-1-26 15,0-5-60-15,-2 1-67 0,1-2-77 16,1-4-116-16,2-2-116 0,0-2-143 15,13 0-224-15,-20-4 59 0,17 0 89 0,3 4-512 16,0 0-605-16</inkml:trace>
  <inkml:trace contextRef="#ctx0" brushRef="#br0" timeOffset="18279.43">25966 12189 3606 0,'0'0'302'0,"0"0"18"0,0 5 25 15,0-5 18-15,0 0 22 0,0 0 0 16,0 0-28-16,0 0-34 0,0 0-31 0,0 0-36 16,0 0-29-16,0 0-39 0,0 0-47 15,0 0-49-15,0 0-52 0,27-8-32 16,-19 3-35-16,0-1-25 0,-1-2-19 0,0-1 7 16,-1-2 3-16,-1-3 6 0,-4-4 7 15,-1 0 9-15,-1-1 2 0,-4-5 4 0,-1 2 4 16,-5-9 12-16,4 9 10 0,-1 3 14 15,-4 0 8-15,3 3 10 0,1 4-5 16,-3 3 0-16,2 1-1 0,-2 3 0 16,2 3-8-16,9 2 7 0,-15 4-10 0,15-4 0 15,-15 8-3-15,11-3 2 0,4-5 5 16,-2 12-5-16,2-12 1 0,9 9-1 0,3-7 8 16,1-1-7-16,7-2 9 0,0-1-8 15,5-2 3-15,0 2-8 0,0-1 4 0,-4 1 2 16,-1 2 6-16,0 0 17 0,-2 6 7 15,2 1 14-15,-5 5 8 0,8 7 3 0,-8 2-5 16,-4 1-4-16,1 5-8 0,-2-3 0 16,-7-3-7-16,3 1-3 0,-1-2-6 15,-3-3-9-15,7 4-33 0,-8-5-32 0,3-3-45 16,0 1-40-16,0-4-43 0,-1 0-45 16,4-3-60-16,-2-2-76 0,4 0-71 0,-3-3-71 15,-6-2-81-15,19-4-109 0,-9-4-11 16,4 1 74-16,-2-5-483 0,8-7-572 15</inkml:trace>
  <inkml:trace contextRef="#ctx0" brushRef="#br0" timeOffset="18598.73">26519 11925 2866 0,'0'-7'53'16,"0"4"72"-16,0 3 41 0,0 0 38 0,0 0 28 0,0 0 26 0,0 0 16 0,-28 18-9 0,21-8-3 0,2 1-8 15,-1 3-27-15,4-1-29 0,-1 3-5 0,-1-1-16 16,4-1-21-16,0 0-12 0,4 0-19 15,-1-2-22-15,7 0-27 0,2-2-33 16,1-4-33-16,0 0-20 0,4-4-17 0,1 0-15 16,2-6-7-16,1 1-6 0,2-6 6 15,8-1 7-15,-8-2 8 0,-6 0 8 0,-2 2 22 16,0-4 17-16,-3 0 23 0,-5 1 16 16,-3-1 10-16,0 1 1 0,-6 1-4 0,-4-2-10 15,3 3-8-15,-7 1-1 16,-3 4-8-16,0 1-8 0,-5 3-19 0,1 1-25 0,0 2-33 15,-2 5-34-15,-3-1-45 0,4 3-60 16,-2 1-79-16,2 1-81 0,-1 0-99 0,6-1-146 16,2-2-72-16,2 4 58 15,4 1-448-15,1-4-532 0</inkml:trace>
  <inkml:trace contextRef="#ctx0" brushRef="#br0" timeOffset="18813.59">27253 11831 3329 0,'-10'-5'233'0,"2"1"17"16,1 3 27-16,7 1 33 0,0 0 21 0,-27 7 4 15,16 3-21-15,-3 5-32 0,-2 9-21 16,-4 7-25-16,1 11-22 0,-1-3-26 0,6-6-17 16,3 2-18-16,1-2-19 0,4-8-35 15,4-2-39-15,0-4-59 0,4-1-58 0,0-2-57 16,3-1-65-16,0-3-82 15,2-1-95-15,1-5-106 0,2-2-133 0,1-2-148 16,2-4 62-16,5-2-588 0,3-1-728 16</inkml:trace>
  <inkml:trace contextRef="#ctx0" brushRef="#br0" timeOffset="19179.56">27517 11939 3277 0,'0'0'-4'0,"0"0"55"0,0 0 49 16,-15 23 21-16,15-23 28 0,2 8 15 0,-2-8 4 16,8 6-4-16,-5-3-8 15,-3-3-13-15,16 2-14 0,-16-2-12 0,19-1-11 16,-7-3-11-16,0 1-7 0,1-2-10 16,-2 1-6-16,1 0-9 0,-1-5-3 0,0 2-9 15,-3 0 0-15,-1-1 5 0,-1 0 3 16,-2-2-1-16,-1 4-4 0,-3-1-1 0,0 7-9 15,-5-9-5-15,5 9-5 0,-20 2-3 16,8 5-3-16,-8 3-5 0,-2 11 0 0,-3 1-1 16,0 6 2-16,2-2 10 0,-6 9 12 15,13-7-1-15,-4 1 3 0,7-3 4 0,5-2-2 16,2-6-2-16,3-1-5 0,3-1-2 16,2-4-5-16,1-1-5 0,5-2-21 15,0-2-41-15,1-1-61 0,7-2-87 16,-3-4-131-16,6 0-152 0,2-4-177 0,11-6-58 15,0 2 54-15,5-1-506 0,1 1-616 16</inkml:trace>
  <inkml:trace contextRef="#ctx0" brushRef="#br0" timeOffset="19980.16">27951 12359 3098 0,'-13'-4'62'0,"8"3"44"0,5 1-3 16,-9-8 2-16,7 4 0 16,2 4-7-16,2-12-6 0,1 4-12 0,7-3-5 15,2-3-13-15,6-7-19 0,3-4-34 16,1-1-33-16,4-10-28 0,3-5-21 0,-1-2-17 16,0-3-12-16,3-2-8 0,-1-3 10 15,-1-1 9-15,-2 4 8 0,0 3 12 0,-4 10 4 16,-9 6 7-16,0 12 18 0,-4 1 12 15,-3 6 14-15,-2 3 13 0,-4 2 19 0,-1 5 16 16,0 0 20-16,0 0 22 16,0 0 17-16,0 0 16 0,-19 23 8 0,12-8 13 0,-4 2-6 15,2 3 0-15,2 1-15 16,1 1-2-16,3 0-6 0,3-3 1 0,0 1 6 16,3-6 38-16,7 5 20 0,1-2 21 15,3 1-3-15,-2-3 8 0,2 0 0 16,8 5 10-16,-8-5 6 0,1-4-1 0,-1 4-9 15,-3-2-8-15,-2-1-8 0,1 0-5 16,-2 2-11-16,-3-2-14 0,1 0-13 16,-4 0-12-16,1-4-13 0,-6 3-9 0,1 0-12 15,-4 0-10-15,3-1-6 0,-3-1-24 16,2-3-30-16,-1 1-36 0,0-1-31 16,2-1-18-16,-1-2-16 0,4-3-6 0,0 0-2 15,0 0 9-15,0 0 2 0,0 0 1 16,0 0 0-16,10-26-9 0,1 11 3 0,10-12 0 15,3-9 3-15,5-2 4 0,1-3 7 16,8-4 9-16,-4-2 4 0,0-6 7 0,2 1 5 16,-4 4 7-16,2 0 3 0,-5 6 2 15,-2 6 7-15,-8 11 5 0,-4 5 10 0,-8 7 2 16,2 1-2-16,-6 5 2 0,-3 2-2 16,0 5 3-16,0 0 1 0,0 0-4 0,0 0 4 15,-25 21-2-15,13-8 5 16,0 4-2-16,-8 7-1 0,3 2 1 0,5 2-3 0,-2-3 3 15,6-3 0-15,6-2 4 16,1-3 4-16,2 0 11 0,-1 0 19 0,8 4 67 16,-3-3 63-16,9 13 45 0,1-2 44 15,-1 0 19-15,1 0 11 0,-1 0 17 0,-3 0-50 16,-2 0-250-16,-4-6 0 0,2-2 0 16,-7 0 0-16,-5-1 0 0,0 3 0 0,-6 4 0 15,-3 0 0-15,-3-2 0 0,0-3 0 16,-4-1 0-16,-2-4 0 0,4-5 0 0,-2-2 0 15,-2-3 0-15,8-2 0 0,-6-2 0 16,4 1 0-16,-3-7 0 0,6 1 0 0,-2-4-512 16,-1-6-484-16,5-1 73 15,3-5 123-15,3 3-887 0,6-3-1122 0</inkml:trace>
  <inkml:trace contextRef="#ctx0" brushRef="#br0" timeOffset="20479.59">29769 11821 4908 0,'-23'22'0'0,"-1"0"41"0,3 2 39 0,1-2 50 0,4-4 43 16,7-3 27-16,0-1 1 0,7-4-6 15,2-2-6-15,5 1-7 0,5-1-17 16,5-2-14-16,7-6-17 0,7-2-14 0,14-2-12 16,0-2-11-16,1-2-10 0,-2 1-7 15,-4-3-9-15,-2-2-6 0,-11 3-12 0,-6 1 1 16,-6-2-12-16,-3 0-4 0,-2 1 7 16,-6-2-14-16,-4-2-3 0,-2 0-2 15,-6-1-8-15,-3-1 5 0,-1-2-8 0,-6-2 1 16,0 3-4-16,6 5-5 0,-2 0-35 15,1 4-37-15,-3 1-37 0,7 3-37 0,-1 2-48 16,-1 1-54-16,13 0-72 0,-19 4-70 16,12-4-59-16,7 0-69 0,-8 4-53 15,8-4-58-15,0 0-23 0,23-12-560 16,8 1-669-16</inkml:trace>
  <inkml:trace contextRef="#ctx0" brushRef="#br0" timeOffset="20745.72">30165 11658 3173 0,'22'-2'-30'0,"-4"4"85"0,-7 0 76 0,-1 2 61 16,-3 2 58-16,-1 4 51 0,-1 0 43 15,-1 5 1-15,1 2 16 0,-2 4 3 0,1 1-14 16,-2 3-14-16,0-1-20 0,-2 2-18 16,-2-1-23-16,2-1-24 0,0-3-26 0,-2 2-22 15,0-6-19-15,0 1-20 16,2-5-61-16,-1-1-103 0,1-2 0 0,0-2 0 16,0-1 0-16,0-7 0 0,0 0 0 15,0 0 0-15,0 0 0 0,16-17 0 0,-6-3 0 16,7-10 0-16,2-13 0 0,4-7 0 15,1-4 0-15,0-10 0 0,6-12 0 16,-9 12 0-16,4 4-198 0,-3 10-81 0,2 3-28 16,-3 7-54-16,-5 8-39 0,4 8-39 15,-3 2-46-15,-6 7-68 0,2 3-101 0,-2 3-29 16,-2 4 50-16,-2 2-455 16,1 3-559-16</inkml:trace>
  <inkml:trace contextRef="#ctx0" brushRef="#br0" timeOffset="20896.52">30205 11725 3436 0,'-22'9'265'0,"10"-4"15"0,-1-2 14 0,4 0 7 16,9-3-18-16,0 0 3 0,0 0-20 15,0 0-24-15,0 0-16 0,56-19-40 16,-20 7-84-16,10-5-107 0,-5 5-119 0,-5 2-138 16,3-1-158-16,-6 3-207 0,-9 6-76 15,-5 0 58-15,-3 4-505 0,-7 2-617 0</inkml:trace>
  <inkml:trace contextRef="#ctx0" brushRef="#br0" timeOffset="21464.59">26956 13596 3598 0,'3'-18'202'16,"1"5"-20"-16,-2-1-16 0,1 3 9 16,9 0 7-16,-2 0 7 0,2 1-5 0,4 0-3 15,6 0-7-15,8-2-10 0,2 4-10 16,-1 4-9-16,-4-1-4 0,-2 5-1 0,-3 0 11 16,-1 0-8-16,-2 3-4 0,0 0-2 15,-2 0 2-15,-4 1 5 0,-1 0 9 0,0-1 5 16,-3 0-3-16,-1 3-6 15,-1-3-8-15,-7-3-13 0,10 9-8 0,-7-6-16 0,-3-3-10 16,0 0-7-16,12 6-15 16,-12-6-72-16,0 0 0 0,11 0 0 0,-11 0 0 15,18-8 0-15,-5 0 0 0,0-1 0 16,4 1 0-16,3-3 0 0,-4 3 0 0,0 1 0 16,-3 2 0-16,1 1 0 0,-3 4 0 15,-11 0 0-15,21 6 0 0,-10 0 0 16,0 3 0-16,3 3 0 0,-3 2 0 0,0-2 0 15,-2-1 0-15,2 3-36 0,3 0-206 16,-5-4-65-16,0-1-74 0,1-1-93 0,0-3-104 16,-1-1-98-16,-2-4-95 15,-7 0 51-15,20-6-643 0,-6-2-816 0</inkml:trace>
  <inkml:trace contextRef="#ctx0" brushRef="#br0" timeOffset="21995.67">27967 13326 4132 0,'-4'7'146'0,"4"-7"4"0,0 0 17 16,0 0 33-16,0 10 16 0,0-10 10 15,0 0-13-15,14 3-17 0,-14-3-11 16,21 0-25-16,-21 0-15 0,25-6-11 0,-10 0-17 16,0 1-23-16,1 1-25 15,-1-2-38-15,-2 1-25 0,-3-2-23 0,-1 2-14 16,-4 0-9-16,2-2-3 0,-3 2-3 15,-4 5-1-15,-2-12-7 0,-7 3 1 0,2 3 4 16,-2 1 3-16,-3 1 2 0,-3 4 7 16,-3 4 4-16,-2 2 3 0,1 4 8 0,-6 6 12 15,3 3 3-15,4 3 6 0,2 2 12 16,3 1-4-16,8 0 1 0,-1-4 1 0,6-1 0 16,2 3-3-16,4-1-1 0,5 3 2 15,3-4-5-15,4 1-6 0,0-8-20 0,-2-4-25 16,6-3-36-16,1-4-34 0,-2-1-52 15,-1-4-52-15,7-1-40 0,5-6-38 16,3-2-24-16,-5-3-14 0,0-3-9 16,-5 1 20-16,0-2 21 0,0-3 53 15,-2-1 64-15,-2-2 60 0,-6-1 63 0,2-2 55 16,-1 0 55-16,-3-2 43 0,-1 1 47 16,-3 4 48-16,-2 7 25 0,-1 1 15 0,-1 5 13 15,0 0 15-15,-3 4 9 0,-2 7 18 16,5-6 14-16,-5 6-3 0,0 0-28 0,0 0-29 15,2 32-17-15,-4-8-25 0,1 11-25 16,-3 2-50-16,-2 5-54 0,5 4-66 0,-10 7-76 16,8-10-90-16,-5-1-103 15,3-1-95-15,1-6-105 0,-1-6-135 0,5-6-40 16,0-6 50-16,2-5-400 0,3-6-476 16</inkml:trace>
  <inkml:trace contextRef="#ctx0" brushRef="#br0" timeOffset="22162.26">28690 13122 3072 0,'-6'-12'172'0,"1"3"-8"0,-1 4-7 0,-2 2-9 0,8 3-10 0,0 0-13 0,0 0-17 16,0 0-51-16,-13 11-92 0,13-11-120 15,0 0-149-15,3 12-204 0,-3-12-42 0,11 12 55 16,-7-7-217-16,3 1-206 0</inkml:trace>
  <inkml:trace contextRef="#ctx0" brushRef="#br0" timeOffset="22578.68">28935 13304 2091 0,'-7'7'191'0,"0"-1"29"0,1 0 12 0,1-3 2 15,2 2 9-15,-1 0-2 0,4-5-24 16,-6 7-20-16,6-7-21 0,0 9-19 15,0-9-18-15,0 0-16 0,6 8-26 0,-6-8-31 16,5 4-19-16,-5-4-19 0,9 1-19 16,-9-1-20-16,0 0 8 0,0 0 2 15,0 0 0-15,16-7-13 0,-16 7 11 0,10-6 5 16,-6 0 13-16,-4 6 15 0,6-8 12 16,-4 4 7-16,-2 4 12 0,0 0 12 0,0 0 10 15,0 0 21-15,0 20 13 0,-6 1 8 16,-2 18 9-16,-3 11 2 0,0 8 18 0,-3 3-8 15,3 2 11-15,-3 1 18 16,5 2 14-16,1 0 3 0,5-4 17 0,-6-8-1 0,6-8-5 16,-1-7 13-16,2-6 15 15,-4-6-1-15,5-8-3 0,-1-2-219 0,0-4-8 16,-4 1 0-16,0-2 0 0,-1-3 0 16,-5 1 0-16,0-3 0 0,-1-3 0 0,-6-3 0 15,1-2 0-15,-9-3 0 0,-4-8 0 16,-1-3 0-16,3-3 0 0,4-2 0 0,2-2 0 15,9-1 0-15,1 3-198 0,6 3-299 16,5 2-72-16,2 1-91 0,2-4-123 0,5-1-2 16,0-1 80-16,6-8-653 0,6-1-814 15</inkml:trace>
  <inkml:trace contextRef="#ctx0" brushRef="#br0" timeOffset="22962.38">29347 12847 4093 0,'-7'-10'128'0,"-3"6"28"0,2 1 28 0,8 3 36 0,0 0 34 0,-21 20 19 0,14 2-7 0,-2 11-13 0,0 6-24 16,4 4-26-16,-3-1-18 0,5 1-17 0,-5 1-22 16,2-1-16-16,0-5-29 15,1-1-14-15,1 2-12 0,0-12-17 0,1-4-3 0,-1-3-10 16,2-3-7-16,-3-2-3 15,5-3-6-15,-1-2-8 0,-1-3-11 0,2-7 2 16,0 0-5-16,0 0-7 0,0 0-7 16,0 0-2-16,28-20 1 0,-16 11 8 0,-1-1-6 15,0 3 2-15,0 1 3 0,-2 2 0 16,-9 4 2-16,15 0 10 0,-15 0 3 0,15 12-1 16,-7 0 3-16,-3 3-9 0,0 2 4 15,-1 0-7-15,1 1-22 0,1 2-36 16,-3-3-41-16,3-2-41 0,-2-1-48 0,0-2-50 15,2-2-48-15,-2-3-75 0,3-1-61 16,-3-2-83-16,4-2-94 0,-8-2-86 0,0 0 40 16,18-12-484-16,-6 0-592 15</inkml:trace>
  <inkml:trace contextRef="#ctx0" brushRef="#br0" timeOffset="23379.69">29722 12680 3314 0,'2'-21'150'0,"-2"6"31"0,-2 5 26 15,2 2 31-15,0 8 38 0,0 0 36 16,0 0 27-16,0 0 13 0,-14 37-12 0,7 0-13 16,3 4-32-16,-3 18-29 0,0 3-18 15,1-2-24-15,-4-2-21 0,1 0-24 16,0 0-16-16,-4-4-15 0,2-3-19 0,6-12-10 16,-1-1-14-16,0-5-29 0,0-6-76 15,3-5 0-15,-1-7 0 0,-2-1 0 16,5-2 0-16,-1-1 0 0,0-5 0 15,-1 2 0-15,3-8 0 0,0 0 0 0,0 0 0 16,0 0 0-16,0 0 0 0,0 0 0 16,25-16 0-16,-17 10 0 0,3-1 0 0,2 1 0 15,-4 2 0-15,2 0 0 0,-11 4 0 16,17-2 0-16,-17 2 0 0,19 2 0 0,-7 2 0 16,-5 0 0-16,2 2 0 0,-1 1 0 15,-2 1 0-15,2 1 0 0,-5 0 0 0,1 2 0 16,-2-1 0-16,-2 1 0 15,-2-1 0-15,-2 0 0 0,-1 2 0 0,-5-1 0 0,0-1 0 16,-2 0 0-16,-6-1 0 16,5-1 0-16,-3-3 0 0,3-1 0 0,-1-3 0 15,3-1 0-15,11 0-302 0,-15-6-251 16,5-1-120-16,9-5-162 0,1-2 22 0,3-1 77 16,15-13-719-16,0 3-905 0</inkml:trace>
  <inkml:trace contextRef="#ctx0" brushRef="#br0" timeOffset="23697.69">30111 13240 4283 0,'0'0'49'0,"0"0"31"0,0 0 37 0,0 0 33 0,0 0 27 0,-51 11 20 0,36 1-10 0,-8 7-16 16,1 3-4-16,4 3-21 0,-3-2-7 0,1 0-14 15,6 2-9-15,2-7-17 0,4-3-4 16,3-3-12-16,3-2-15 0,2-3-5 0,0-7-12 15,5 10-7-15,3-8-16 0,-8-2-10 16,0 0-18-16,40-12-10 0,-19 3-10 16,5-5-2-16,-1 1 4 0,-1-1 2 0,-10 3 4 15,2-1 14-15,-3 0 24 0,-1 0 19 16,-5 1 24-16,-1-3 18 0,-2-1 10 16,-3 2-16-16,-2-1-1 0,1 1-5 0,-4-3-7 15,2 5-17-15,-2-1-10 0,1 3-34 16,-1 4-44-16,-6 2-46 0,10 3-54 15,-15 1-61-15,1 3-86 0,3 4-110 0,0 1-142 16,1-2-237-16,1-1 48 0,1 3 79 16,3 3-535-16,0-3-645 0</inkml:trace>
  <inkml:trace contextRef="#ctx0" brushRef="#br0" timeOffset="23978.77">30332 13211 3485 0,'0'0'161'16,"0"0"34"-16,-7-8 35 0,7 8 43 16,0 0 42-16,0 0 30 0,0 0 10 0,0 0-8 15,-11 24-12-15,9-17-16 0,2 1-25 16,0 1-24-16,2 1-23 0,-2-2-23 16,3 3-23-16,1-3-18 0,2 0-19 0,-1 0-18 15,1-1-44-15,0-4-102 0,2 2 0 16,-8-5 0-16,12 6 0 0,-3-5 0 0,-9-1 0 15,0 0 0-15,16 0 0 0,-16 0-52 16,11-7-156-16,-11 7-45 0,14-14-52 0,-8 3-69 16,3-7-82-16,0-2-83 15,3-7-125-15,-1-6-89 0,0 11 45 0,-4 7-611 16,0 1-777-16</inkml:trace>
  <inkml:trace contextRef="#ctx0" brushRef="#br0" timeOffset="24428.32">30414 13263 3629 0,'0'0'26'0,"0"0"30"15,0 0 13-15,0 0 19 0,0 0 18 16,8 12 8-16,-8-12-2 0,14 7 1 0,-5-4-13 16,0-1-8-16,3-1-11 15,-3 1-7-15,-9-2-9 0,25 2-7 0,-14-4 0 16,-11 2-7-16,24-3-2 0,-15-1 2 15,3-1 8-15,-5 2 13 0,1-4 12 0,-1 0 11 16,-1-1 5-16,2-3 1 0,-5 1 4 16,3-4 4-16,-2-3-2 0,1-4-16 0,4-12 7 15,-4 2-4-15,2-2-2 0,3 2-3 16,-4 5-8-16,2 7-9 0,-7 5-5 0,5 1-4 16,-2 2-7-16,-2 0 5 0,3 2 9 15,0-1-3-15,2 1 12 0,0 2 11 0,3 1 4 16,2 0-9-16,-3 0-5 15,5 6-6-15,-3-2-2 0,2 4 8 0,3 2 11 16,-5 4 11-16,3 1 12 0,-3 7 14 16,-2 5 9-16,-6 1 3 0,4 0-140 0,-3 2 0 15,-4 3 0-15,-2-2 0 0,2 0 0 16,-4 0 0-16,-1 1 0 0,4-1 0 0,-3-1 0 16,4-7 0-16,-4-2 0 0,2-1 0 15,2 0-94-15,0-4-328 0,6 0-113 0,-2 0-105 16,6-1-133-16,6 1-38 0,6-2 75 15,3-4-686-15,14 0-872 0</inkml:trace>
  <inkml:trace contextRef="#ctx0" brushRef="#br0" timeOffset="24745.08">31453 12969 3989 0,'-11'-5'60'0,"-1"2"43"0,2 5 45 0,10-2 49 0,-16 8 44 0,4 1 44 0,1 6 29 15,-1 4 13-15,2 0 4 0,-2 8-11 16,3-4-24-16,6-5-31 0,-1-1-25 0,4-2-25 16,0-3-20-16,5 2-19 0,2-5-18 15,0 2-18-15,4-2-16 0,0-3-57 0,3-3-67 16,1-1 0-16,1-2 0 0,-1 0 0 16,-2-3 0-16,2 1 0 0,-3-1 0 15,-1-2 0-15,-2 1 0 0,2-2 0 0,-4 0 0 16,-1 0 0-16,-1-3 0 0,0-1 0 15,-3-2 0-15,-2 1 0 0,0 3 0 16,0-2 0-16,-2-1 0 0,-1 5 0 16,1-2 0-16,2 8 0 0,-7-8-95 0,1 6-171 15,6 2-66-15,0 0-104 0,-21 2-138 16,21-2-180-16,-11 4-60 0,11-4 65 0,0 0-670 16,0 0-869-16</inkml:trace>
  <inkml:trace contextRef="#ctx0" brushRef="#br0" timeOffset="25045.3">31817 12905 3824 0,'7'-6'146'0,"2"0"85"16,-6 1 41-16,-3 5 18 0,4-8 38 0,-4 8 28 15,0 0 22-15,0 0 12 0,0 0-8 16,15 16 2-16,-14-4-22 0,-1 6-37 0,0 9-28 16,0-2-71-16,-1 13-226 0,-3-2 0 15,-2 1 0-15,1-4 0 0,-1 0 0 0,-2-8 0 16,2-6 0-16,-1 0 0 0,3-3 0 15,-1-3 0-15,1-2 0 0,1-3 0 0,2-3 0 16,-3 0 0-16,4-5 0 0,0 0 0 16,0 0 0-16,-11-15 0 0,7 3 0 15,0-5 0-15,3-7 0 0,-1-2 0 16,2-11 0-16,3-4 0 0,5-9 0 0,1-7-218 16,9-1-119-16,-2-5-35 0,16-17-29 15,-5 20-29-15,4 2-36 0,-3 8-43 0,3 9-77 16,-4 8-82-16,-6 14 7 0,-6 9-544 15,-5 10-669-15</inkml:trace>
  <inkml:trace contextRef="#ctx0" brushRef="#br0" timeOffset="25194.83">32046 12789 3606 0,'11'2'118'0,"0"-1"33"16,5-1 38-16,0 0 42 0,2-3 18 15,1 3-11-15,4-6-22 0,-4 0-32 16,0 1-57-16,0 2-91 0,-3-1-105 0,-4 1-125 15,0 4-182-15,-2-2-263 0,-10 1-19 16,0 0 79-16,19 3-384 0,-19-3-440 16</inkml:trace>
  <inkml:trace contextRef="#ctx0" brushRef="#br0" timeOffset="25945.25">27339 14519 6468 0,'2'-5'-45'0,"0"0"28"0,-2 5-6 0,0 0 58 0,0 0 88 0,5 20 70 0,-3-4 12 0,0 3-26 16,-2 4-30-16,2 3-17 0,-2 1-12 15,3 9-13-15,-3-5-10 0,4-6-9 0,0 0-9 16,-4-3-8-16,4-1-7 0,-4-3-8 16,4-3-4-16,-2-1 2 0,0-3-50 0,0-5-4 15,-1 0 0-15,-1-6 0 0,0 0 0 16,0 0 0-16,0 0 0 0,13-31 0 15,-1 0 0-15,5 2 0 0,1 0 0 16,1 2 0-16,-2 4 0 0,4 5 0 0,-5 3 0 16,-2 7 0-16,3 4 0 0,-3 4 0 15,1 3 0-15,4 4 0 0,0 5 0 0,4 5 0 16,0 2 0-16,0 4 0 0,-5-5 0 16,4 3 0-16,-9-4 0 0,0-1 0 0,-2-4-115 15,1 1-69-15,-1-3-59 16,-3-2-62-16,0-4-79 0,0-1-113 0,-8-3-119 15,13 0-193-15,-13 0 42 0,13-7 86 16,-7 1-540-16,-1-2-684 0</inkml:trace>
  <inkml:trace contextRef="#ctx0" brushRef="#br0" timeOffset="26260.73">28008 14633 3789 0,'0'0'212'0,"0"0"7"16,0 0 15-16,0 0 39 0,0 0 37 15,13 1-14-15,-13-1-22 0,19-6-29 16,-4 2-25-16,2-2-22 0,0 1-23 0,2-1-23 16,-4-1-37-16,1 2-44 0,-1-3-30 15,-3 3-40-15,1-5-25 0,-3 2-11 0,-5-2-4 16,-1 1 1-16,0-3 2 0,-6 2 2 16,0 1 1-16,-5 3 1 0,-2 0-2 15,-4 4 8-15,-4 6 0 0,-14 8 2 16,-1 4 1-16,2 4 3 0,-5 8 3 0,9-4 1 15,5 0 1-15,4-1 6 0,4 3 9 16,4-7 6-16,6 0 5 0,3-5 0 0,2-1-3 16,1-1 3-16,6 0-1 0,2-1-2 15,0-5-3-15,1-2-34 0,4-1-57 0,4-1-82 16,-1-4-130-16,5-2-152 0,11-3-186 16,-11-2-86-16,12-2 63 0,0 0-486 15,-6 0-612-15</inkml:trace>
  <inkml:trace contextRef="#ctx0" brushRef="#br0" timeOffset="26611.09">28469 14601 3523 0,'-9'-4'186'0,"9"4"14"16,-9-6 15-16,9 6 14 0,0 0 5 0,0 0-18 15,0 0-19-15,-2-7-16 0,2 7-11 16,0 0-11-16,23-4-12 0,-11 0-9 0,-12 4-3 15,23-1 3-15,-12-4 13 0,-1 5 10 16,-10 0 7-16,16-2 8 0,-16 2 0 0,14-4-4 16,-14 4-5-16,10-2-8 15,-10 2-9-15,0 0-10 0,11-1-13 0,-11 1-11 16,0 0-11-16,0 0-10 0,15-3-35 0,-15 3-60 16,0 0 0-16,0 0 0 0,0 0 0 15,0 0 0-15,0 0 0 0,11 6 0 16,-9 0 0-16,3 4 0 0,-5 1 0 15,2 3 0-15,-2 5 0 0,0 0 0 0,-2 3 0 16,-1 4 0-16,-1-2 0 0,-1 9 0 16,-4-2 0-16,1-6 0 0,0 6-361 15,1-8-113-15,1-5-118 0,2-4-134 16,-1-4-132-16,3-3 89 0,4-5-731 0,-2-2-947 16</inkml:trace>
  <inkml:trace contextRef="#ctx0" brushRef="#br0" timeOffset="26778.7">28703 14359 4409 0,'0'-29'121'0,"2"6"16"16,-2 5 27-16,0 5 16 0,0 3-5 15,2 2-21-15,-4 0-20 0,2 8-23 0,2-11-51 16,-2 11-60-16,0 0-94 0,0 0-129 16,0 0-145-16,0 0-189 0,9 23-136 0,-5-10 63 15,-2 5-418-15,2 2-520 0</inkml:trace>
  <inkml:trace contextRef="#ctx0" brushRef="#br0" timeOffset="27278.15">28890 14611 2847 0,'0'0'119'0,"0"0"38"0,0 0 8 16,11-2 5-16,-11 2 18 0,0 0 14 16,0 0-8-16,18-5-12 0,-11 1-20 15,0 1-14-15,6-3-16 0,-2 2-16 16,-2-1-5-16,3-7-13 0,-1 3-7 0,0-2-10 15,1-2-6-15,-1 1-5 0,-4 1 12 16,2 3 11-16,-4-1 2 0,1 4-7 16,-2 0-12-16,-4 5-3 0,0 0-3 0,0 0 4 15,3 25 2-15,-6-4 4 0,-3 14 21 16,-1 6 33-16,-2 9 28 0,2 10 36 0,0 4 39 16,1-2 27-16,0 2 4 0,4-4 5 15,-2 0 12-15,2-3-131 0,0-14-154 16,0-4 0-16,1-8 0 0,-1-9 0 0,2-3 0 15,-2-2 0-15,0-4 0 0,-2 0 0 16,3-2 0-16,-5-4 0 0,-2 0 0 16,-3-3 0-16,-3-1 0 0,1-1 0 0,-2-2 0 15,15 0 0-15,-33-4 0 0,18 2 0 16,-3-2 0-16,5-3 0 0,1-2 0 16,1 1 0-16,8-6 0 0,1 0-357 0,4-8-43 15,7-10-25-15,7-3-21 0,5-13-7 16,3 0 0-16,6 1 25 0,6 0 53 0,1 1 49 15,-1 3 45-15,-1 7 55 0,-3 0 70 16,-9 9 84-16,-4 4 74 0,-4 8 79 0,-4 1 40 16,-2 3 28-16,-4 5 5 0,-3 0 7 15,-2 6-9-15,0 0-12 0,0 0-15 0,0 0-12 16,0 0-15-16,-25 4-46 0,25-4-67 16,-15 6-96-16,7 0-134 0,1-5-153 15,1 5-219-15,-3-3-3 0,0 0 57 0,-2 1-312 16,2 1-358-16</inkml:trace>
  <inkml:trace contextRef="#ctx0" brushRef="#br0" timeOffset="27594.52">26803 15577 2861 0,'7'-15'276'0,"1"12"-28"0,-8 3-7 0,19 23 46 0,-1 6 77 0,0 14 40 15,2 11 10-15,-1 8-18 0,0 4-38 0,6 23-35 16,1-6-35-16,-1 1-29 0,-3-17-36 15,1-3-71-15,-5-4-86 0,-1-7-107 0,-3-7-108 16,-3-10-96-16,-4-12-108 16,-2-5-117-16,-3-6-121 0,-2-5-166 0,-2-2 42 15,-5 0-591-15,0-5-763 0</inkml:trace>
  <inkml:trace contextRef="#ctx0" brushRef="#br0" timeOffset="27761.04">26635 16241 3412 0,'-6'-6'59'0,"6"0"51"0,0 6 26 16,0 0 46-16,0 0 50 0,27-4 50 0,-9 6-2 16,2 0-21-16,9 0-20 0,13 0-29 15,3-2-22-15,5-2-76 0,9-4-85 16,2 1-111-16,0 0-125 0,-3-4-141 16,1-3-171-16,-7-1-177 0,4-2 51 0,-18 1-448 15,-1 0-565-15</inkml:trace>
  <inkml:trace contextRef="#ctx0" brushRef="#br0" timeOffset="27894.38">27441 16101 3352 0,'-21'11'177'0,"-6"5"41"16,2 3 31-16,-6-1 28 0,2 1 12 0,-1 1-28 15,5-4-21-15,6-1-33 0,4-6-27 16,1 1-81-16,5 0-102 0,1-2-130 16,2 1-143-16,0-1-197 0,4-2-239 0,1 2 61 15,-3 1 71-15,-2 1-346 0,3 0-405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51:47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11233 5124 818 0,'0'0'258'0,"0"0"-49"0,0 0-26 0,-3-6-28 0,3 6-21 0,0 0-17 15,0 0-16-15,-4-6-13 0,4 6-2 16,0 0 2-16,0 0 0 0,0 0-6 16,0 0 5-16,0 0 6 0,0 0 1 0,0 0 8 15,0 0-7-15,0 0 8 0,0 0 5 16,0 0-6-16,0 0 7 0,0 0 2 15,0 0-7-15,0 0 0 0,0 0 4 16,-2 26 3-16,2-14-2 0,-2 8 0 16,2 0-3-16,0 3-2 0,0 4-1 0,-1 11 1 15,-3-1 10-15,4 2 2 0,-3 2-3 16,1-6-5-16,0 2-4 0,2-10-3 0,-1-4-12 16,1-2-3-16,0-5-1 0,-2 1-3 15,2-4-10-15,0-1-2 0,0-1-8 0,2-1-1 16,-2-3-8-16,0 1 1 0,0-8-7 15,0 11-6-15,0-11-7 0,0 8-14 0,0-8-24 16,1 5-21-16,-1-5-31 0,0 0-36 16,0 0-39-16,-1 10-59 0,1-10-66 15,0 0-70-15,-6 4-85 0,6-4-117 0,-2 5-106 16,2-5 66-16,0 0-372 0,0 0-420 16</inkml:trace>
  <inkml:trace contextRef="#ctx0" brushRef="#br0" timeOffset="366.49">11319 5305 2342 0,'0'-7'-94'0,"0"7"35"0,0-10 31 0,0 10 25 0,4-9 22 0,-4 4 14 0,0 5 14 15,4-8 18-15,-2 2 12 0,-2 6 8 16,1-6 12-16,-1 6 22 0,0 0 26 16,0 0 17-16,0 0 5 0,13 19 0 15,-13-6 1-15,1 6-14 0,-1 7 7 0,-1 13 7 16,-1 4 4-16,-5-1 1 0,5 2-4 16,-1-3-7-16,-1 0-9 0,0-2-9 0,2-1-12 15,-1-11-9-15,1-1-7 0,0-7-13 16,0 1-4-16,2-7-18 0,-3 1-8 0,3-3-6 15,0 0-3-15,0-2-9 0,0-1-11 16,0-8-20-16,0 9-32 0,0-9-36 0,0 0-45 16,0 0-56-16,0 0-78 0,0 0-80 15,0 0-75-15,0 0-99 0,0 0-125 16,7-21-6-16,-3 13-436 0,-3 2-517 16</inkml:trace>
  <inkml:trace contextRef="#ctx0" brushRef="#br0" timeOffset="666.95">11506 5317 2697 0,'0'-9'-45'0,"0"1"52"16,0 1 32-16,2 0 30 0,-2 7 25 16,0 0 10-16,0-10 10 0,0 10-1 15,0 0 14-15,0 0 3 0,0 0 1 16,0 0-6-16,9 24-8 0,-7-6-7 0,-2 5 0 15,3 2-5-15,-6 12 3 0,3 2-4 16,0 1-4-16,-2-1 13 0,2-1 2 0,-2-8 4 16,0 5 2-16,2-8-6 0,-1-4-7 15,-1-5-4-15,-2-1-10 0,4-2-10 0,-2-3-11 16,2-2-15-16,0 1-28 0,-2-1-41 16,2-10-52-16,0 8-65 0,0-8-75 0,0 0-88 15,0 0-101-15,0 0-115 0,0 0-124 16,0 0 54-16,11-27-372 0,-2 15-428 15</inkml:trace>
  <inkml:trace contextRef="#ctx0" brushRef="#br0" timeOffset="933.72">11637 5383 2506 0,'2'-8'37'0,"-4"1"54"0,2 7 44 15,0-12 31-15,0 12 19 0,0-5 16 0,0 5 17 16,0 0 0-16,0 0-1 0,0 0-18 15,10 23-11-15,-8-8-13 0,-2 5-8 16,0 5-3-16,-2 2 0 0,2 0 3 0,0 10 8 16,-1-8 0-16,-1-4 4 15,0-1 2-15,-3-5-9 0,3 0-10 0,2-6-17 0,-2-1-11 16,2 0-17-16,-1-1-12 16,1-1-34-16,-2-2-49 0,0-2-57 0,2-6-72 15,-2 8-67-15,2-8-95 0,-4 3-111 16,4-3-124-16,0 0-176 0,0 0-30 0,0 0 76 15,-17 0-503-15,17 0-605 0</inkml:trace>
  <inkml:trace contextRef="#ctx0" brushRef="#br0" timeOffset="3233.38">13913 5101 2976 0,'-2'-6'-62'0,"2"6"51"0,-4-6 32 0,4 6 30 0,0 0 18 0,0 0 14 15,0 0 10-15,0 0 0 0,0 0 2 0,0 0-12 16,0 0 7-16,0 0-2 0,-9 22-7 16,5-5 0-16,2 5 1 0,-1 12 5 0,-4 1 5 15,3 0 6-15,1 2 10 0,-5 1 8 16,5-1 14-16,-3-4 2 0,1 0-2 16,2-6 6-16,-1-4-2 0,2-5-4 0,0-1 1 15,1-1-9-15,-1-4-3 0,-2 2-12 16,2-4-12-16,2 0-4 0,-2-3-11 0,2 2-8 15,0-9-11-15,-1 12-18 0,1-5-27 16,0-7-33-16,-2 8-42 0,2-8-44 16,0 0-54-16,-5 7-72 0,5-7-88 15,0 0-90-15,0 0-112 0,0 0-147 0,0 0 55 16,0 0-429-16,0 0-514 0</inkml:trace>
  <inkml:trace contextRef="#ctx0" brushRef="#br0" timeOffset="3548.56">14061 5254 2676 0,'-1'-8'22'0,"1"8"75"15,-2-9 32-15,2 9 32 0,-4-8 19 16,4 8 11-16,0 0 3 0,0 0 4 16,0 0-5-16,0 0-6 0,0 0-2 0,-11 35-14 15,9-11-10-15,-3 12-7 16,-2 6 2-16,0 12 20 0,-3-1 6 0,-2 2 2 15,3-2 0-15,-2-5 1 0,1-9-6 16,3 0-3-16,-3-2-10 0,0-2-12 0,3-5-14 16,1-6-12-16,1-3-11 0,-1-3-19 15,1-2-9-15,4-4-6 0,-3-2-25 0,0 0-20 16,2-5-42-16,2-5-49 0,0 7-50 16,0-7-55-16,0 0-56 0,0 0-85 15,0 0-80-15,2-20-74 0,2 6-80 0,1 1-99 16,2-3-65-16,4 1 71 0,-2-1-476 15,3 1-573-15</inkml:trace>
  <inkml:trace contextRef="#ctx0" brushRef="#br0" timeOffset="3815.45">14144 5542 2860 0,'3'-13'-23'0,"-1"5"58"0,0 0 46 16,2 1 59-16,-2 1 29 0,-2 6 25 15,0 0 19-15,1-10 14 0,-1 10 28 0,0 0 14 16,0 0 16-16,0 0 27 15,9 35-16-15,-11-17-10 0,0 8-12 0,-4 8-13 0,0 2-14 16,0 0-14-16,1-2-17 16,-1-1-19-16,-2-2-16 0,2-8-18 0,1-1-21 0,1-7-13 15,2 1-13-15,1-5-12 16,-1 0-13-16,-2-1-24 0,1 0-24 0,3-3-33 16,0-7-51-16,-2 10-54 0,2-10-59 15,-1 4-62-15,1-4-67 0,0 0-91 16,0 0-98-16,0 0-105 0,0 0-143 0,0 0-35 15,0 0 82-15,-6-19-590 0,6 19-723 16</inkml:trace>
  <inkml:trace contextRef="#ctx0" brushRef="#br0" timeOffset="6232.06">11321 8326 3224 0,'4'-5'-69'0,"-2"2"53"0,-2 3 30 0,0 0 41 0,3-9 37 0,-3 9 41 0,0 0 22 0,0 0 19 16,0 0 10-16,0 0-5 0,0 0-7 16,0 0-8-16,-12 27 2 0,4-7-4 0,-2 10-2 15,1 3 1-15,0 4-10 0,-4-2-5 16,2 0-7-16,4 0-12 0,-1-2-9 0,0-4-8 16,3-5-10-16,-1-6-14 0,4 0-9 15,-1-3-6-15,1-3-1 0,-1-1-14 16,1-1-3-16,0-2-6 0,2-1-12 0,-3 0-17 15,3-7-14-15,-2 10-25 0,0-5-33 16,2-5-45-16,0 9-56 0,0-9-80 0,0 0-92 16,0 0-80-16,0 0-99 0,0 0-131 15,0 0 2-15,0 0 60 0,0 0-400 16,0 0-453-16</inkml:trace>
  <inkml:trace contextRef="#ctx0" brushRef="#br0" timeOffset="6498.77">11463 8358 2580 0,'1'-8'108'0,"1"2"82"0,0 0 35 0,-2 0 29 16,0 6 16-16,0 0 14 0,0 0 11 15,0 0 4-15,-12 29-5 0,7-9-11 16,-3 13-14-16,1 4-18 0,-2 3-20 16,0 9-7-16,0 0-22 0,2-8-18 0,-2-2-17 15,6-1-19-15,-3-2-10 0,4-6-15 16,0-6-17-16,-1 1-10 0,-1-7-6 15,4 2-18-15,-4-6-4 0,1-2-27 0,3 3-31 16,0-5-29-16,0-2-39 0,-1 1-39 16,1-2-56-16,1-2-67 0,-1-5-99 0,0 0-88 15,0 0-74-15,0 0-78 0,0 0-119 16,7-22-1-16,-1 7 65 0,-1 2-481 0,4-3-564 16</inkml:trace>
  <inkml:trace contextRef="#ctx0" brushRef="#br0" timeOffset="6732.11">11601 8609 2917 0,'6'-6'15'16,"-3"0"59"-16,-3 1 49 0,0 5 38 16,5-3 27-16,-5 3 23 0,0 0 22 0,0 0 33 15,0 0 10-15,0 0 6 0,6 22 2 16,-6-6-12-16,-2 2-12 0,-2 6-13 16,-1 0-13-16,-2 9-10 0,3-6-15 0,1-5-23 15,-3 0-16-15,2 1-16 0,1-6-22 16,-2-1-7-16,1-1-13 0,3-3-13 0,-1 0-18 15,-2-3-23-15,2-1-35 0,2-2-30 16,-2 0-52-16,2-6-53 0,-5 9-62 0,5-9-79 16,-6 2-97-16,6-2-105 0,0 0-118 15,0 0-171-15,-12-17 19 0,12 9 78 16,-2 2-549-16,2 6-661 0</inkml:trace>
  <inkml:trace contextRef="#ctx0" brushRef="#br0" timeOffset="7480.98">13896 8291 3011 0,'0'0'-107'0,"4"-5"53"0,-4 5 40 0,2-4 43 0,-2 4 42 16,0 0 30-16,1-8 35 0,-1 8 20 15,0 0 15-15,0 0 11 0,0 0 6 0,0 0 13 16,0 0 15-16,0 0 8 0,0 0-2 16,0 0 0-16,-7 33-10 0,1-12-11 15,-4 9-3-15,-1 5-8 0,-3-1-9 0,5 0-2 16,-4 2-20-16,1-2 1 0,1 1-18 16,0-4-6-16,1-1-8 0,2-8-14 15,-1-4-15-15,6-2-4 0,-4-6-12 0,3 2-10 16,2-3-11-16,-1-1-13 0,-1-1-19 15,2-2-40-15,0 0-34 0,2-5-48 0,-1 5-46 16,1-5-61-16,0 0-82 0,0 0-94 16,0 0-80-16,0 0-91 0,0 0-108 0,0 0-42 15,0 0 67-15,-11-13-503 0,11 13-599 16</inkml:trace>
  <inkml:trace contextRef="#ctx0" brushRef="#br0" timeOffset="7765.18">13989 8395 3117 0,'4'-5'33'16,"-2"0"45"-16,-2 5 50 0,4-7 26 15,-4 7 25-15,0 0 18 0,0 0 6 0,0 0 3 16,0 0-3-16,0 0-7 0,0 0-10 16,0 0-7-16,-2 32-17 0,-2-15-12 0,0 7-11 15,2 0-5-15,-8 11-3 0,5 0-4 16,-1-6-1-16,1 3-10 0,-3-6 14 0,5-4-11 15,-4 0-7-15,3-2-22 0,1-4-10 16,-3-1 0-16,4-3-12 0,1-1-18 0,-3 1-28 16,2-4-40-16,0-1-48 15,-1 1-62-15,3-8-66 0,-2 6-94 0,2-6-86 16,0 0-88-16,0 0-93 0,0 0-130 16,0 0 40-16,20-24-539 0,-13 13-648 15</inkml:trace>
  <inkml:trace contextRef="#ctx0" brushRef="#br0" timeOffset="8015.13">14140 8508 3224 0,'4'-6'29'0,"-4"1"71"0,0 5 54 0,1-4 40 0,-1 4 35 15,0 0 32-15,0 0 16 0,0 0 12 16,0 0-3-16,-3 27 2 0,-3-4-13 0,0-2-2 16,-5 10-4-16,1 2-5 0,-2 0-10 15,3 2-7-15,-2-2-10 0,1 0-27 16,3-8-13-16,-1-4-14 0,4-1-13 15,-1-5-16-15,-2-1-27 0,6-3-127 0,-3-1 0 16,2-2 0-16,-2 0 0 0,2-1 0 16,2-7 0-16,0 8 0 0,0-8 0 0,0 0 0 15,-3 6 0-15,3-6 0 0,0 0-349 16,0 0-140-16,-8 3-151 0,8-3-213 0,0 0 44 16,0 0 73-16,-12 3-732 0,12-3-915 15</inkml:trace>
  <inkml:trace contextRef="#ctx0" brushRef="#br0" timeOffset="10433.44">10656 8143 3725 0,'0'0'-107'0,"4"-5"56"0,-4 5 39 0,0 0 41 0,2-7 47 16,-2 7 36-16,0 0 34 0,1-7 33 0,-1 7 13 15,0 0 9-15,0 0 10 0,0 0 6 16,0 0-1-16,0 0 13 0,-1-10-2 16,1 10-7-16,0 0-4 0,0 0-7 15,0 0-11-15,0 0-7 0,0 0-15 0,0 0-5 16,0-12-11-16,0 12-8 0,0 0-11 16,0 0 0-16,0 0 12 0,0 0-3 0,0 0-7 15,15 30-3-15,-11-16-100 0,3 5-40 16,-1 1 0-16,2-1 0 0,0 2 0 0,-3-1 0 15,3 1 0-15,-3-1 0 0,2-5 0 16,-4-1 0-16,3-1 0 0,-1-1 0 16,-3-2 0-16,0-3 0 0,2 0 0 15,-2 0 0-15,-1 0 0 0,-1-7 0 0,5 10 0 16,-5-10 0-16,2 8 0 0,-2-8 0 16,4 6 0-16,-4-6 0 0,0 0 0 0,0 0 0 15,0 0 0-15,0 0 0 0,-8 6 0 16,8-6 0-16,0 0 0 0,0 0-173 0,-10 2-555 15,10-2-227-15,0 0 95 0,0 0 82 16,0 0-819-16,0 0-1039 0</inkml:trace>
  <inkml:trace contextRef="#ctx0" brushRef="#br0" timeOffset="11097.43">12920 8028 4651 0,'0'0'20'0,"0"0"47"0,0-8 46 0,0 8 44 0,0 0 50 0,0 0 53 0,0 0 37 0,0 0 5 0,0 0-11 16,0 0-33-16,21 22-17 0,-16-9-15 0,4 3-17 15,-4 3-15-15,3 5-14 0,-3-5-12 16,3 2-3-16,-4 2 2 0,3-3-149 0,-1 1-18 16,-2-4 0-16,-1-1 0 0,-3-1 0 15,3-1 0-15,-1-3 0 0,0-1 0 0,-2 0 0 16,2-3 0-16,0-1 0 0,-4 0 0 15,2-6 0-15,-4 10 0 0,4-10 0 16,-6 5-44-16,6-5-543 0,0 0-148 16,0 0-172-16,0 0 81 0,-23-13 96 0,20 4-754 15,-6-5-930-15</inkml:trace>
  <inkml:trace contextRef="#ctx0" brushRef="#br0" timeOffset="11847.26">13369 5742 3950 0,'-1'-8'-30'0,"-1"0"63"0,-2 2 52 0,4 6 29 0,-2-11 39 0,2 11 25 15,-2-6 18-15,2 6 15 0,0 0 2 16,0 0 0-16,-2-11 0 0,2 11 7 0,0 0 9 16,0 0-5-16,0 0-15 0,0 0-16 15,12 32-22-15,-11-15-14 0,4-5-15 16,1 5-15-16,-3-2-13 0,1 2-14 16,1-3-8-16,-1-1-10 0,0 0-8 0,1-3-5 15,-4 2-8-15,3-2-5 0,-2-3-7 16,2 1-1-16,-3-1-6 0,1 0 1 0,0 0-10 15,-2-7-23-15,2 10-48 0,-2-10-36 16,0 7-82-16,0-7-91 0,0 0-111 0,0 0-145 16,-4 5-152-16,4-5-179 0,0 0 69 15,0 0 87-15,0 0-603 0,0 0-740 0</inkml:trace>
  <inkml:trace contextRef="#ctx0" brushRef="#br0" timeOffset="14680.14">10448 11410 3602 0,'0'0'103'0,"-11"0"22"0,11 0 27 16,0 0 29-16,-12-5 15 0,12 5 21 0,-4-8 12 0,4 8 3 15,0-16-14-15,4 8-13 0,4-4-7 16,2 1-17-16,-1 0-1 0,5 2-36 0,1 1 4 15,-2 3-14-15,2 1-14 0,1 4-7 16,0 4-11-16,4 2-12 0,3 11-6 0,-5 7 2 16,2 5 10-16,-5 4 7 0,-5 2 13 15,-5 4 13-15,-1-1 11 0,0 1 9 0,-4-3 13 16,-2-3 10-16,2-9-88 0,0-5-84 16,0-3 0-16,0-2 0 0,0-1 0 15,0-5 0-15,4 0 0 0,-3-2 0 0,-1-6 0 16,14 5 0-16,-14-5 0 0,27-8 0 15,-7-3 0-15,5-4 0 0,4 0 0 16,0-5 0-16,1 3 0 0,-3 2 0 0,-9 4 0 16,-2 3 0-16,-3 2 0 0,-3 0 0 15,-1 2 0-15,-3-1 0 0,-6 5 0 0,14-5 0 16,-14 5 0-16,9-5 0 0,-9 5 0 16,7-3 0-16,-7 3 0 0,9-1 0 0,-9 1 0 15,0 0 0-15,0 0 0 16,0 0 0-16,0 0-207 0,0 0-532 0,0 0-209 15,0 0 90-15,-12 23 82 0,6-15-810 0,1 7-1027 16</inkml:trace>
  <inkml:trace contextRef="#ctx0" brushRef="#br0" timeOffset="17313.23">15786 4742 3937 0,'-19'-8'166'0,"19"8"29"0,-8-9 33 0,8 9 26 0,-1-12 5 0,1 7-25 0,0 5-20 0,3-15-33 15,3 6-18-15,-2 2-13 0,6-2-11 0,-1 3-8 16,0-1-14-16,5 2-16 0,1 1-3 16,-1 3-14-16,0 1-11 0,-14 0-3 0,29 7-10 15,-13 0 1-15,-3 5-6 0,-6 5 2 16,1 1 17-16,-8 3 25 0,-3 3 13 0,-9 8-2 16,-3 1 15-16,-3 0 13 0,4 0 7 15,-4-6 10-15,5-3-3 0,5-3-98 16,0-6-54-16,1-3 0 0,3-4 0 0,2 1 0 15,4-2 0-15,-2-7 0 0,11 12 0 16,-1-9 0-16,3-1 0 0,4-2 0 16,2-2 0-16,3 0 0 0,-2-3 0 0,1 2 0 15,1 1 0-15,-6-3 0 0,2 2 0 16,-7 1 0-16,1 0 0 0,-12 2 0 16,18-5 0-16,-9 5 0 0,-9 0 0 0,14-2 0 15,-14 2 0-15,10-1 0 0,-10 1 0 16,0 0 0-16,0 0 0 0,0 0 0 0,0 0-484 15,0 0-317-15,6 8-132 0,-6-8 89 16,-10 12-900-16,4 0-1177 0</inkml:trace>
  <inkml:trace contextRef="#ctx0" brushRef="#br0" timeOffset="18196.02">16469 5167 4308 0,'0'0'-200'0,"-3"-10"71"0,3 10 57 0,-2-8 54 0,2 8 61 0,-3-8 45 0,3 8 20 16,-2-5 16-16,2 5 8 0,-2-6-5 0,2 6-3 15,0 0-10-15,-6-6-10 0,6 6-1 16,0 0 11-16,-5 17 8 0,1-3 1 15,-1 4 5-15,0 5 2 0,-1 9 10 16,-3 4 15-16,0-4 3 0,1 1 7 0,-2-1-7 16,3-1-6-16,0-5-18 0,0-3-14 15,3-9-8-15,1 4-10 0,-3-3-17 0,4-3-4 16,-1-1-15-16,1-1-4 0,-1-2-5 16,1 0-14-16,0-2-28 0,2-6-33 0,-2 7-38 15,2-7-46-15,0 0-47 0,0 0-57 16,0 0-76-16,0 0-87 0,0 0-73 0,0 0-92 15,0 0-119-15,0 0-50 0,0 0 71 16,0 0-467-16,14-17-570 0</inkml:trace>
  <inkml:trace contextRef="#ctx0" brushRef="#br0" timeOffset="18513.25">16690 5274 2925 0,'2'-8'-24'16,"-1"-1"40"-16,1 2 42 0,0 0 40 16,-2 7 38-16,0-10 18 0,0 10 18 15,2-8 2-15,-2 8 0 0,0 0 8 0,0 0 9 16,0 0 5-16,0 0 5 0,-9 25-1 16,3-8 4-16,2 5 8 0,-9 9 20 15,2 3 3-15,-3 3 14 0,1-4-6 16,1 2-2-16,-1-2-13 0,2-4-21 0,-1-1-17 15,2-8-19-15,7-3-15 0,-5-1-17 16,6-6-13-16,-4 0-15 0,2-1-12 0,4-3-6 16,-3 2-8-16,3-8-30 0,-6 11-35 15,6-11-38-15,-4 10-67 0,4-8-68 0,0-2-79 16,0 0-91-16,0 0-105 0,0 0-114 16,4 7-112-16,-4-7-151 0,0 0 75 15,0 0-691-15,0 0-873 0</inkml:trace>
  <inkml:trace contextRef="#ctx0" brushRef="#br0" timeOffset="18780">16814 5467 3717 0,'1'-10'-24'0,"-1"6"59"0,0 4 53 0,0 0 39 16,2-7 36-16,-2 7 30 0,0 0 17 15,0 0 7-15,-7 21 9 0,-2-4 0 0,2 3-1 16,-4 7 7-16,2 2 0 0,-5 2-10 15,-1 2-10-15,5-6-13 0,1-4-18 0,1-5-15 16,0-1-15-16,2-2-16 16,3-1-9-16,-1-2-14 0,0-3-9 0,1-1-12 15,-1 2-13-15,2-3-10 0,2-7-34 16,-4 10-54-16,4-10-57 0,-4 6-85 16,4-6-100-16,-6 4-136 0,6-4-155 0,0 0-198 15,0 0-42-15,-13 2 83 0,10 1-657 16,-7 4-821-16</inkml:trace>
  <inkml:trace contextRef="#ctx0" brushRef="#br0" timeOffset="19862.43">11449 11369 3511 0,'2'-5'-97'0,"-1"1"45"0,-1 4 43 0,0 0 37 0,0 0 23 0,0 0 22 0,0 0 13 0,0 0 5 16,-11 33-2-16,4-12 4 16,0 12 3-16,0 3 11 0,0 0 0 0,-1 2 6 0,3-2-2 15,-2 1 12-15,2-3 3 16,-3-1 3-16,5-5-5 0,-3-8-6 0,4-2-6 16,-1-1-13-16,2-5-12 0,-3-2-7 15,4 0-11-15,-2-1-5 0,0-2-7 16,2-1-2-16,0-6-7 0,-2 10-12 0,2-10-6 15,-1 4-23-15,1-4-19 0,0 0-30 16,0 0-33-16,0 0-34 0,0 0-47 0,0 0-62 16,0 0-61-16,0 0-67 15,0 0-63-15,0 0-91 0,0 0-96 0,-10-17 49 0,10 17-294 16,8-16-327-16</inkml:trace>
  <inkml:trace contextRef="#ctx0" brushRef="#br0" timeOffset="20096.28">11573 11546 2209 0,'10'-11'42'0,"-5"4"53"0,3 1 39 16,-5 1 53-16,-1 2 15 0,-2 3 40 16,0 0 6-16,0 0-1 0,0 0-4 0,9 15-3 15,-9-1-6-15,0 5-11 0,0 5-6 16,0 5-16-16,0 7-1 0,-1 2-12 16,-1-1-14-16,2 0-3 0,-4-8-25 15,2-4 11-15,0-1-23 0,2-3-13 0,-2-3-11 16,2-2-15-16,0-2-8 0,0-1-35 15,0-1-39-15,0-4-35 0,0 1-49 0,0-1-48 16,0-4-75-16,0-4-92 0,0 0-87 16,-5 6-95-16,5-6-110 0,0 0-102 0,0 0 54 15,0 0-461-15,0 0-557 0</inkml:trace>
  <inkml:trace contextRef="#ctx0" brushRef="#br0" timeOffset="20296.39">11668 11732 2759 0,'0'0'-121'16,"0"0"21"-16,-10 19 4 0,5-7 10 16,1 0 6-16,1 1 8 0,-4 1 3 0,3-4-13 15,1 0-36-15,-1-1-50 0,2 1-85 16,-2-1-262-16,3-2-20 0</inkml:trace>
  <inkml:trace contextRef="#ctx0" brushRef="#br0" timeOffset="22762.19">17766 7726 1934 0,'-7'-8'294'0,"5"5"-19"0,2 3-5 0,0-12 14 16,0 12 11-16,5-13-10 0,5 6-18 0,0-2-27 16,-1 1-18-16,5 2-23 0,-1-2-12 15,0 3-22-15,2 1-20 0,-4 0-15 0,3 2-12 16,-3 0-13-16,0 2-8 0,-11 0-10 16,22 5-9-16,-13 0 2 0,-1 2 14 15,0 2 11-15,-5 1 20 0,-1 0 15 0,-4 4 9 16,1 2 2-16,-7-1 5 0,3 4-2 15,-4 0-4-15,2 1-11 0,1-2-7 16,1-3-9-16,-1-1-11 0,3-4-10 0,2 2-8 16,-1-2-8-16,4-1-8 0,-1-2-5 15,4 1-7-15,4-1-6 0,-1 1-3 16,-1-2-8-16,3 1-10 0,0-1-39 16,-3 1 0-16,1 2 0 0,1-1 0 0,-3-2 0 15,1 3 0-15,-3-1 0 0,1 2 0 0,-3-2 0 16,-2 3 0-16,0 1 0 0,-5 1 0 15,-1 1 0-15,1-1 0 0,-3 2 0 0,-4-4 0 16,1 4 0-16,-2-3 0 16,0 0 0-16,-2-2 0 0,-3-1 0 0,3 1 0 15,0-5 0-15,0 0 0 0,-1 0 0 16,2 0 0-16,0-1-310 0,-3 1-395 0,-1 4-239 16,6-1 91-16,-8 4 87 0,4 2-803 15,-4 4-1011-15</inkml:trace>
  <inkml:trace contextRef="#ctx0" brushRef="#br0" timeOffset="23978.33">13185 13282 4616 0,'-6'-7'44'0,"2"1"12"0,4 6 30 0,-1-8 28 0,-1 1 28 0,2 7 2 0,0-12 0 15,2 4-10-15,1 1-13 0,5-2-11 16,2 0-11-16,-3 3-3 0,4-1-15 16,3-1-12-16,-1 2-7 0,1 0-2 15,-3 4-4-15,0-2-8 0,1 2-8 0,-1 2-1 16,-11 0-2-16,20 0 2 0,-13 4 10 16,2 0 14-16,0 4 11 0,-4 1 14 0,-1 1 2 15,-1 4 6-15,1 1-5 0,0 0-5 16,-2 2-10-16,1-1-10 0,2 1-5 0,-1-3-7 15,-1 0-10-15,5-5-3 0,-1 3-3 16,3 0-6-16,-2-5-3 0,1 3 4 16,-2-6-1-16,5 4 17 0,-2-4 19 0,-3 2 27 15,3 1 24-15,-1-3 22 0,-3 2-2 16,-1-2-139-16,2 2 0 0,-1 0 0 16,-5 1 0-16,3 3 0 0,-2-2 0 15,0 2 0-15,-2-1 0 0,-2 3 0 0,0 0 0 16,0-2 0-16,-1 0 0 0,-3-1 0 15,-1-2 0-15,0 3 0 0,0-3 0 0,-1 0 0 16,-4-4 0-16,5 1-307 0,7-4-375 16,-21-2-138-16,10-2-68 0,-2-1 100 0,-1-3-813 15,-1-4-1040-15</inkml:trace>
  <inkml:trace contextRef="#ctx0" brushRef="#br0" timeOffset="24611.52">13873 11502 4087 0,'4'-5'-176'0,"-4"0"55"0,0 5 47 0,1-7 36 15,-1 7 41-15,0 0 29 0,4-7 26 0,-4 7 15 16,0 0 17-16,0 0 1 0,2-7 1 16,-2 7 1-16,0 0 0 0,0 0 13 15,0 0 11-15,0 0 8 0,5 29 5 0,-8-10 5 16,1 2-2-16,0 6 6 0,-2-2-1 16,1 8 7-16,-3 2-1 0,1-2-11 0,-4-1-10 15,4-6-16-15,-1-2-8 0,3-5-5 16,-3-3-12-16,4 2-16 0,-1-3-23 15,-4-5-28-15,5 2-30 0,-2 0-35 0,1-3-52 16,-1 1-55-16,-1-1-71 0,3-4-79 16,-5 1-66-16,7-6-87 0,-5 2-131 15,5-2-51-15,0 0 57 0,0 0-390 0,2-24-453 16</inkml:trace>
  <inkml:trace contextRef="#ctx0" brushRef="#br0" timeOffset="24846.85">14002 11523 2644 0,'4'-8'12'16,"1"0"42"-16,-5 3 38 0,0 5 38 16,3-12 29-16,-1 8 16 0,-2 4 9 15,0 0 10-15,0 0 21 0,0 0 16 16,0 0 1-16,7 23-13 0,-5-4-14 0,0 6-18 16,0 11-18-16,-2 2-6 0,0 3-22 15,0 1-11-15,0-4-11 0,-2 0-14 0,2-7-12 16,0-4 12-16,-2 1-31 0,2-4-36 15,0-4-39-15,0-1-44 0,0-2-52 16,0-5-57-16,0 3-63 0,0-7-58 0,0-2-59 16,0-6-82-16,0 0-79 15,0 0-116-15,0 0 33 0,0 0-390 0,10-27-447 16</inkml:trace>
  <inkml:trace contextRef="#ctx0" brushRef="#br0" timeOffset="26194.38">16442 8239 2681 0,'2'-6'-1'0,"0"1"32"0,-2 5 17 0,0 0 19 0,2-8 24 0,-2 8 12 0,2-5-4 16,-2 5-8-16,0 0-5 0,0 0-5 15,0 0 16-15,0 0 13 0,-10 18 10 0,6-2 1 16,-2 5 12-16,1 0 4 15,-6 12 5-15,0 4 6 0,0 0-1 0,2 1 0 16,1-4-5-16,-3 0-5 0,0 1-10 16,-2-6-8-16,4-2-12 0,2-4-11 0,1-5-7 15,2-4-7-15,0-3-12 0,0 1-2 16,2-2-14-16,1-3-3 0,-1-1-6 0,-2 0-16 16,4-6-18-16,-2 10-16 0,2-10-31 15,-2 5-30-15,2-5-40 0,0 0-53 0,0 0-59 16,0 0-61-16,0 0-65 0,0 0-90 15,0 0-140-15,0 0-33 0,0-24 66 16,4 17-322-16,2-1-347 0</inkml:trace>
  <inkml:trace contextRef="#ctx0" brushRef="#br0" timeOffset="26477.65">16652 8332 2425 0,'4'-8'61'0,"-3"4"40"0,-1-3 34 0,0 7 38 15,2-10 23-15,-2 10 20 0,2-8-8 16,-2 8-12-16,0 0-12 0,0 0-14 0,0 0-4 16,0 0 0-16,0 0-10 15,-5 37-13-15,-2-13-12 0,2 10-6 0,-14 8-1 16,7-4-1-16,3-2-7 0,-2 3-9 16,-1-6-10-16,-3 2-11 0,5-4-10 0,1-2-12 15,1-7 0-15,4-3-9 0,1-6-5 16,-4-1-11-16,5 0-6 0,2-3-18 15,-1-2-19-15,1-7-26 0,0 8-39 0,0-8-42 16,0 0-81-16,0 0-86 0,0 0-75 16,15-15-85-16,-4 3-90 0,1-5-100 0,3-7 51 15,3-2-373-15,-2 1-429 0</inkml:trace>
  <inkml:trace contextRef="#ctx0" brushRef="#br0" timeOffset="26727.67">16817 8415 2548 0,'2'-5'18'15,"0"2"52"-15,-2 3 37 0,0 0 31 0,2-9 17 16,-2 9 21-16,0 0 35 0,0 0 20 16,0 0 14-16,-8 24 7 0,3-7-6 0,-1 5-1 15,-6 10-6-15,1 1 6 0,-1-2-15 16,-1-2-8-16,2 0-17 0,-1 1-20 16,3-10-21-16,2 0-14 0,-2-3-15 0,5-4-10 15,1-1-15-15,-3 0-9 0,4-3-21 16,-1 1-17-16,-3-3-25 0,6 0-34 0,0-7-39 15,-4 10-49-15,2-7-62 0,2-3-82 16,0 0-106-16,0 0-104 0,-4 6-119 0,4-6-187 16,0 0 64-16,0 0 80 0,-6 8-452 15,6-8-524-15</inkml:trace>
  <inkml:trace contextRef="#ctx0" brushRef="#br0" timeOffset="27746.04">16098 12905 3247 0,'2'-8'168'0,"-2"4"11"0,0 4 17 0,0 0 28 0,7-4 44 16,-7 4 7-16,0 0 2 0,13 12-8 0,-8-5-8 16,5 5-23-16,2-4-24 0,-3 3-21 15,1-3-21-15,-1 3-8 0,2-3-21 0,-1 2-14 16,1-3-12-16,-1 0-18 15,-3-2-7-15,1-2-4 0,-8-3-9 0,15 2 1 16,-15-2-12-16,18-5-4 0,-13-2-13 16,6-5 4-16,1 0-8 0,-2-5-7 0,-3 0-5 15,3 5-2-15,-2-1-2 0,-1 1-3 16,-2 3 12-16,-1 1 31 0,1 2 10 0,-1 0-2 16,-4 6-1-16,0 0 1 0,0 0-6 15,16 12-7-15,-10 1-66 0,0 3 0 16,3 1 0-16,2 8 0 0,3 1 0 15,-3-4 0-15,-3-3 0 0,0-2 0 0,0 0 0 16,-3-3 0-16,2-1 0 0,0-1 0 16,-2-1 0-16,-3-5 0 0,0 2 0 0,2-4-168 15,-4-4-136-15,5 2-124 0,-5-2-149 16,0 0-167-16,0 0-92 0,0 0 89 0,0 0-745 16,-16-20-939-16</inkml:trace>
  <inkml:trace contextRef="#ctx0" brushRef="#br0" timeOffset="28230.24">16466 11390 3769 0,'5'-5'-103'0,"-3"0"67"0,-2 5 48 0,0-9 51 0,0 9 24 0,0 0 25 16,0-7 19-16,0 7 9 0,0 0 9 15,0 0 5-15,1 25 4 0,-2-4-2 16,-1 5 4-16,-3 14 1 0,1 1 2 0,1 2-5 16,-1-2-3-16,0-2-4 0,1 0-8 15,-3-4-15-15,4-6-14 0,-1-4-8 0,3-1-15 16,-1-7-12-16,-1 0-6 0,0-5-11 15,0-2-1-15,0 0-20 0,2-3-24 0,-2 0-30 16,2-2-39-16,0-5-49 16,0 0-60-16,0 0-90 0,0 0-95 0,0 0-120 0,-3-20-113 15,1 6-125-15,4-3 67 16,1 0-501-16,3-4-605 0</inkml:trace>
  <inkml:trace contextRef="#ctx0" brushRef="#br0" timeOffset="28478.84">16680 11412 2957 0,'2'-7'8'16,"-2"1"59"-16,0 6 46 0,-2-6 44 15,2 6 29-15,0 0 27 0,0 0 31 0,0 0 21 16,0 0 2-16,2 35-11 0,-2-15-11 16,0 8-8-16,-4 7-8 0,0 4-14 15,2-3-15-15,-2 1-20 0,4-2-12 16,-3-6-21-16,-1-6-14 0,0 2-19 0,3-3-9 15,-1-3-35-15,0-2-36 0,-3-1-46 16,3-3-55-16,2-1-61 0,0-2-76 0,-1-1-97 16,1-2-85-16,0-7-87 0,-2 7-86 15,2-7-94-15,0 0 7 0,0 0-504 0,0 0-617 16</inkml:trace>
  <inkml:trace contextRef="#ctx0" brushRef="#br0" timeOffset="28697.51">16743 11635 2957 0,'0'0'14'15,"0"0"72"-15,0 0 65 0,0 0 47 16,0 0 40-16,0 0 33 0,-3 27 18 0,3-10 3 16,0 1-5-16,-1 10-7 0,1 11 1 15,0 2 4-15,-2 4-8 0,4-2-19 16,-4-1-22-16,0-4-27 0,0-1-20 0,0-8-20 16,2-7-18-16,0-3-21 0,0-2-39 15,-2-2-44-15,2-4-55 0,0 2-72 0,0-2-76 16,0-3-95-16,0-3-130 0,0-5-143 15,0 0-143-15,0 0-100 0,0 0 76 0,0 0-622 16,0 0-771-16</inkml:trace>
  <inkml:trace contextRef="#ctx0" brushRef="#br0" timeOffset="30810.49">20000 7819 4348 0,'-31'12'373'0,"-3"-2"-165"0,2-1-41 16,-2 4 38-16,0-4 60 0,10 0 44 0,7-3-20 0,-1 1-19 15,7-4-6-15,2 2-11 0,-1-1-19 16,6 1 3-16,4-5 13 0,12 12 20 0,13-7-21 15,17 0-249-15,24-3 0 0,13-4 0 16,8-3 0-16,22-5 0 0,0 2 0 16,-7-3 0-16,-22 2 0 0,-7 2 0 0,-13 1 0 15,-13 1 0-15,-8 0 0 0,-8 3 0 16,-6-2 0-16,-9 3 0 0,-2-1 0 16,-1 2 0-16,-1 0 0 0,-12 0 0 0,13 0 0 15,-13 0 0-15,8 2 0 0,-8-2 0 16,0 0 0-16,0 0-48 0,0 0-621 0,0 0-178 15,-23 8-40-15,13-8 87 0,10 0-880 16,-22 2-1116-16</inkml:trace>
  <inkml:trace contextRef="#ctx0" brushRef="#br0" timeOffset="31077.2">20674 7649 4673 0,'-2'-9'161'0,"2"9"9"0,-1-5-14 0,1 5 11 15,0 0 60-15,0 0 58 0,0 0 11 16,26 14-1-16,-11-1-31 0,10 6-36 16,-2 6-24-16,2-2-18 0,-3 6-21 0,0-1-14 15,-5 5-13-15,-2-2-14 0,-3 4-10 16,-7 1 2-16,-1-1-45 0,-4-5-71 0,0-5 0 16,-4 0 0-16,-6 6 0 0,3 0 0 15,-8-4 0-15,7-6 0 0,-3-2 0 16,0-2 0-16,-3-3 0 0,1 0 0 0,1-6 0 15,1 2 0-15,0-6-382 0,0 1-189 16,6-2-173-16,-2 2-116 0,7-5 67 16,-13 2-853-16,13-2-1085 0</inkml:trace>
  <inkml:trace contextRef="#ctx0" brushRef="#br0" timeOffset="32577.2">22944 4888 4450 0,'-2'-6'-59'0,"2"6"67"0,-2-10 59 0,2 10 49 0,-1-9 38 0,1 9 29 0,0 0 27 15,-2-8 21-15,2 8 7 16,0 0 31-16,0 0 21 0,-12 21 5 0,4-1-4 15,-3 14-15-15,-3 10 1 0,0 2 4 16,-2 0-12-16,5-9-18 0,-3 7-157 0,5-7-94 16,0 0 0-16,-2-4 0 0,6-3 0 15,-3-6 0-15,5-1 0 0,1-8 0 16,-4 2 0-16,5-2 0 0,-4-2 0 16,1-1 0-16,4-4 0 0,-2 1 0 0,0-3 0 15,1 0 0-15,1-6 0 0,0 0 0 0,0 0-74 16,0 0-393-16,0 0-57 0,0 0-36 15,7-37-46-15,0 17-25 0,2-10-44 16,-2-5-21-16,0-2-650 0,7-11-802 16</inkml:trace>
  <inkml:trace contextRef="#ctx0" brushRef="#br0" timeOffset="32793.58">22881 5000 3376 0,'8'-25'-130'0,"-5"4"70"16,-1 4 49-16,4 3 51 0,-4 0 54 0,0 1 49 16,0 3 23-16,0 2 21 0,2 0 9 15,-2 3 2-15,-2 5 9 0,9-10 12 0,-9 10 12 16,19 6 1-16,-6 4-6 0,3 3-2 15,6 12-9-15,7 8-3 0,-1 4-17 16,-3 1-20-16,-2 1-12 0,-3-8-19 16,4 7-13-16,-8-8-14 0,-2-1-9 0,2-2-9 15,-7-7-17-15,-1-3-9 0,0-1-8 16,-2-4-34-16,-3-2-28 0,3 0-43 0,-3-3-54 16,-1 0-65-16,5-2-84 15,-3-3-111-15,-4-2-110 0,0 0-122 0,0 0-168 0,0 0 44 16,0 0 83-16,0 0-502 0,0 0-598 15</inkml:trace>
  <inkml:trace contextRef="#ctx0" brushRef="#br0" timeOffset="32976.41">22993 5279 3483 0,'-15'-1'212'0,"4"-1"40"16,3-3 36-16,8 5 31 0,-15-4 38 15,15 4-1-15,-7-5-19 0,7 5-21 16,0 0-33-16,0 0-27 0,16-12-29 0,-4 8-23 15,1 0-25-15,5 0-55 0,-3 1-72 16,0-1-88-16,-2 1-96 0,5 0-95 0,-5 1-126 16,-2 2-121-16,-1-2-125 0,-3 0-173 15,-7 2 59-15,12-3 87 0,-12 3-501 16,3-3-595-16</inkml:trace>
  <inkml:trace contextRef="#ctx0" brushRef="#br0" timeOffset="33426.75">22770 4617 3309 0,'-14'-4'0'0,"-4"4"11"0,3 6 38 15,-2 3 39-15,-10 8 32 0,0 6 15 16,-1 12 15-16,-5 10 10 0,5 4 14 0,-3 9 16 15,-1 17 15-15,9-10 1 16,2 1 4-16,6 5-20 0,5-1 0 0,7 4-5 16,5-5-11-16,10-1-18 0,8-4-17 15,9-4-9-15,5-11-16 0,5-3 5 0,8-6-20 16,4-8 0-16,2-4-5 0,6-10-16 16,6-3-31-16,4-10-36 0,0-5-24 0,-1-7-15 15,0-6-14-15,0-7-7 0,17-11 0 16,-22 4 5-16,9-13 3 0,-14 6 7 15,-7-2 12-15,-5-5 8 0,-5-1 26 0,-4-7 5 16,-4-1 27-16,-11-5 13 0,-5-3 6 0,-9-1 1 16,-10-6-1-16,-7-1 3 0,-22-16-12 15,-10 0-5-15,-11 3-6 0,-7 3-9 16,-10 13-10-16,-2 10-4 0,-3 16-11 16,13 16-10-16,-5 9-26 0,-2 12-36 0,4 12-37 15,-3 7-45-15,4 8-56 0,-10 10-74 0,19-1-89 16,4 0-74-16,5 2-128 15,6-3-153-15,8 2 40 0,13-10-524 0,0-1-667 16</inkml:trace>
  <inkml:trace contextRef="#ctx0" brushRef="#br0" timeOffset="34043.42">23943 5159 3632 0,'-20'0'112'0,"1"-2"26"0,4 2 54 0,2-2 54 0,13 2 43 0,-19-1 30 0,19 1-10 0,-11 0-14 0,11 0-32 16,0 0-18-16,0 0-22 0,0 0-22 16,52-16-18-16,9 6-19 0,16-4-19 0,31-1-15 15,12-2-11-15,6 1-40 0,1-2-50 16,-7 2-46-16,-5 1-7 0,-4 0 0 15,-31 2 6-15,-6 1 5 0,-11 2 1 0,-9 0 12 16,-16 3 41-16,-12 2 37 0,-4 0 22 16,-6 2 18-16,-2-1 12 0,-1 1 4 0,-6 1-7 15,2-1-9-15,-9 3-10 0,11-4-76 16,-11 4-32-16,5-2 0 0,-5 2 0 0,0 0 0 16,9-6 0-16,-9 6-92 0,7 0-207 15,-7 0-125-15,7-4-143 0,-7 4-150 0,10-5-129 16,-10 5 76-16,8-8-752 15,-2 4-968-15</inkml:trace>
  <inkml:trace contextRef="#ctx0" brushRef="#br0" timeOffset="34293.36">25602 4542 4592 0,'-4'-14'160'0,"1"7"33"0,1 0 40 0,2 7 42 15,-4-8 12-15,4 8 30 0,0 0 27 16,0 0-6-16,9 28-22 0,0-7-28 0,2 10-27 16,-2 6-29-16,1 0-23 0,-2 3-63 15,-1-1-146-15,-2 2 0 0,-1-5 0 16,3-2 0-16,-5-4 0 0,-1-4 0 16,-1-7 0-16,0-2 0 0,2 1-113 0,2-4-228 15,-4-2-78-15,2-3-90 0,-4-4-107 16,2-5-130-16,0 7-36 0,0-7 72 0,0 0-635 15,0 0-801-15</inkml:trace>
  <inkml:trace contextRef="#ctx0" brushRef="#br0" timeOffset="34677.37">25707 4506 3581 0,'0'-14'-38'0,"6"0"50"0,-2 4 55 15,1 2 36-15,4-1 29 0,-2 0 25 0,4 4 11 16,1 2 7-16,-1 0-1 0,2 3-1 15,-13 0-8-15,29 8-8 0,-14 2-7 0,0 7-8 16,3 4-1-16,-4 4-1 0,-2 4-2 16,-4-5 11-16,-4-1 8 0,-3 2 5 15,1-2 2-15,-4 1 3 0,2-1-5 0,0-3-1 16,0-1-14-16,2 0-9 0,0-4-15 16,3 2-11-16,-2-3-28 0,5 5-9 0,-3-5-3 15,3 2-12-15,-2-3 0 0,3 5-5 16,1-3 10-16,-3 3 22 0,1 1 27 0,-2 0 22 15,-2-3-132-15,-3 3-4 16,1-1 0-16,-2 1 0 0,-2-2 0 0,-1 4 0 16,-1-3 0-16,-3-1 0 0,-2 3 0 15,-2-5 0-15,2-1 0 0,-3-1 0 0,-3 1 0 16,1-6 0-16,-2 3 0 0,0-5 0 16,-1 0 0-16,-2-4 0 0,1 0 0 0,0-4 0 15,-5-4 0-15,0-1 0 0,-4-5 0 16,5-6 0-16,-1-5-396 0,1 1-622 0,4 0 92 15,2-4-1064-15,7 4-1407 0</inkml:trace>
  <inkml:trace contextRef="#ctx0" brushRef="#br0" timeOffset="35075.83">25643 4096 5166 0,'-31'-7'-112'0,"3"3"28"0,-1 4 30 0,-15 6 63 16,-9 9 63-16,1 9 49 0,0 10 26 0,-7 22 27 0,7 8 24 0,6 16 23 15,8 5 14-15,9 8 5 0,11 3-15 0,15 5 5 16,6 1-8-16,17-1-21 0,8-7-21 16,14-9-12-16,6-6-19 0,9-8-17 15,10-10-4-15,3-13-20 0,5-10-21 16,-12-14-59-16,-2-13-28 0,0-5 0 0,-11-8 0 15,11-7 0-15,-1-11 0 0,-1-4 0 16,-2-5 0-16,-3-5 0 0,8-14 0 0,-4-5 0 16,-7-5 0-16,-15 10 0 0,10-18 0 15,-18 10 0-15,-5-2 0 0,-5-6 0 16,-11-1 0-16,-7-4 0 0,-12 1 0 0,-12-17 0 16,-10 10 0-16,-12 5 0 0,-8 12 0 0,-10 13 0 15,3 20 0-15,-9 16 0 16,-11 9 0-16,-5 9 0 0,-13 11-131 0,4 9-254 15,7 9-138-15,6 3-185 0,7 5-170 0,8 5 58 16,15-13 95-16,8 5-643 0,1-2-821 16</inkml:trace>
  <inkml:trace contextRef="#ctx0" brushRef="#br0" timeOffset="36127.15">22988 5925 3731 0,'-10'-5'-10'0,"5"-1"39"0,-1 0 45 0,2 3 47 0,4 3 44 0,-6-7 38 15,6 7 15-15,-4-3 1 0,4 3-1 0,0 0-10 16,0 0 4-16,0 0 36 0,0 0 35 16,-5 29 9-16,5-4-5 0,-4 21-14 0,0 16-5 15,3 6 3-15,-3 5 1 0,-3 3 0 16,6 0-15-16,-5 1-177 0,4-4-80 0,0-3 0 16,1-4 0-16,1-6 0 0,1-4 0 15,-1-15 0-15,0-2 0 0,2-10 0 0,2-4 0 16,-4-7 0-16,2-1 0 15,0-2 0-15,-2-3 0 0,1-4 0 0,-1 3 0 16,0-5 0-16,0-1 0 0,0-5 0 16,0 0 0-16,0 0 0 0,0 0 0 0,0 0 0 15,0 0 0-15,0 0 0 0,0 0 0 16,-7 4 0-16,7-4-347 0,-9 3-597 0,-1 4 27 16,0-2 87-16,-1 6-923 0,-4 2-1183 15</inkml:trace>
  <inkml:trace contextRef="#ctx0" brushRef="#br0" timeOffset="36575.67">22799 7563 5001 0,'-4'-7'93'0,"4"0"37"0,0 7 40 0,-3-8 65 0,3 8 45 0,0 0 22 0,0 0 11 0,0 0 9 16,0 0-2-16,-6 31-30 0,6-11-20 15,0 4-26-15,0 5-27 0,0 6-213 0,2 3-4 16,0-10 0-16,0 0 0 0,0-2 0 16,-1-2 0-16,1-5 0 0,0-1 0 0,0 0 0 15,-2-5 0-15,2 1 0 0,0-2 0 16,-2-3 0-16,0-3 0 0,0 1 0 0,0-7-345 15,0 0-206-15,0 0-95 16,0 0-125-16,0 0-35 0,0 0 69 0,-4-25-737 16,4 6-923-16</inkml:trace>
  <inkml:trace contextRef="#ctx0" brushRef="#br0" timeOffset="36826.1">22759 7539 4087 0,'-1'-10'65'0,"-1"2"41"15,0 2 26-15,-3 1 20 0,5 5 34 16,0 0 34-16,0 0 34 0,10-7 12 0,-10 7-2 15,25 8-11-15,-8 1-19 0,10 7-20 16,0 2-18-16,-1 3-32 0,-1 3-12 16,-1 4-4-16,-1-1 1 0,-3 0 5 0,-4 5 14 15,-4-3 0-15,-2 0 2 0,-7-2-2 16,-3-5-47-16,0 4-121 0,-3-2 0 16,-5-2 0-16,-2 7 0 0,3-7 0 0,-4-5 0 15,-1 0 0-15,-1-3 0 0,0 1 0 16,-5-1 0-16,1-2 0 0,-4-4 0 0,0-1 0 15,0-5-217-15,-1-2-306 0,-17-4-124 16,8 1-140-16,-3-7-35 0,2 0 72 0,1-1-762 16,5-3-957-16</inkml:trace>
  <inkml:trace contextRef="#ctx0" brushRef="#br0" timeOffset="37212.99">22540 7455 4477 0,'-24'0'21'16,"-3"6"10"-16,-6 2 42 0,3 5 54 0,-1 8 46 15,-5 12 16-15,6 8 3 0,1 5-1 16,6 11 0-16,4 3 2 0,6 10 4 0,5 2-14 16,8 3-13-16,6-3-19 0,5 1-12 15,10 10-20-15,6-21-6 0,17 6-12 0,-5-22-10 16,7-4-9-16,6-9-11 15,5-9-11-15,4-12-28 0,10-9-20 0,-3-10-12 16,5-10-2-16,18-12-28 0,-6-10-9 16,-4 1-24-16,-7-14-17 0,-9 6-3 0,-4-5 11 15,-17 9 5-15,-6-4 15 0,-4-1 25 16,-7 1 14-16,-8 1 22 0,-6-4 9 0,-7 7 18 16,-6-4 7-16,-12-8-8 0,-4-1 4 15,-11 2-12-15,-9 2-3 0,-7 5-15 0,-16-7-20 16,7 20-30-16,-4 6-35 0,1 11-50 15,-6 6-69-15,-6 3-82 0,4 11-83 0,-4 4-87 16,0 9-112-16,3 4-149 16,5 1 39-16,3 3-563 0,7-2-694 0</inkml:trace>
  <inkml:trace contextRef="#ctx0" brushRef="#br0" timeOffset="37892.47">23681 5755 3292 0,'-11'-14'18'0,"1"1"20"0,3 2 16 0,-1 1 33 0,3 0 38 0,-1 2 31 0,2 1 17 0,0 3 0 0,0-2-5 16,2 0-17-16,2 6-13 0,0 0 26 0,0 0 16 15,0 0 15-15,22 14 8 0,-4 7 15 16,5 4 40-16,11 16 18 0,5 1 7 0,16 15 4 16,6 4-11-16,8 4-25 0,9 2-4 15,0-1-32-15,6 4-20 0,3 3-19 16,4 3-16-16,1 1-126 0,-4-2-34 16,-6-6 0-16,-3 0 0 0,-9-6 0 0,-4-3 0 15,-5-3 0-15,-15-16 0 0,-4-4 0 16,-6-2 0-16,-11-12 0 0,-2-2 0 0,-8-3 0 15,-1-4 0-15,-5-6 0 0,-4-1 0 16,6 2 0-16,-6-4 0 0,1 0 0 16,-6-5 0-16,11 5 0 0,-11-5 0 0,0 0 0 15,0 0 0-15,0 0 0 0,15-9 0 0,-13 3 0 16,2 0 0-16,-4 6 0 16,4-12 0-16,-4 7-211 0,0 5-807 0,-2-8 82 0,2 8 104 15,-6-4-934-15,6 4-1198 16</inkml:trace>
  <inkml:trace contextRef="#ctx0" brushRef="#br0" timeOffset="38192.42">25153 7071 5174 0,'0'0'178'0,"-6"-10"20"0,6 10 12 0,-2-5 23 15,2 5 62-15,0 0 58 0,0 0 44 16,10 22 19-16,-5-5-11 0,7 12-73 0,-2 4-332 16,-1 5 0-16,2 9 0 0,-1 3 0 15,-1 5 0-15,-1-2 0 0,-1 0 0 0,2-2 0 16,-6-7 0-16,3-5 0 0,-3 1 0 16,-1-5 0-16,-2-6 0 0,0-5 0 0,0-4 0 15,0-2 0-15,-2-6 0 0,2 1 0 16,0-5 0-16,-1-4 0 0,1-4 0 0,0 0 0 15,0 0-20-15,0 0-839 0,0 0-85 16,0-35 79-16,1 12-1007 0,7-16-1295 16</inkml:trace>
  <inkml:trace contextRef="#ctx0" brushRef="#br0" timeOffset="38425.82">25254 7052 5633 0,'-18'-3'214'0,"5"-1"55"0,4 2 59 15,9 2 54-15,-12-5 50 0,7 4 2 16,5 1-27-16,-6-5-315 0,6 5-92 0,0 0 0 16,17-9 0-16,-4 2 0 0,6-1 0 15,10-6 0-15,-6 5 0 0,-2-1 0 0,-3 2 0 16,4-1 0-16,-1 0 0 16,-3 2 0-16,4 1 0 0,-5 1 0 0,0 1 0 15,-3 2-585-15,-1 2-148 0,0 2-152 16,-3 4 60-16,-3 1 79 0,-1 2-756 0,-2 7-949 15</inkml:trace>
  <inkml:trace contextRef="#ctx0" brushRef="#br0" timeOffset="38608.76">25200 7486 4678 0,'-13'6'326'0,"3"0"41"0,3-1 40 15,3-1 22-15,4-4 26 0,-9 3-4 0,9-3-21 16,0 0-34-16,0 0-144 0,0 0-252 15,28-14 0-15,-11 4 0 0,12-5 0 16,-3-1 0-16,5 3 0 0,-2-3 0 0,-1-1 0 16,1 1 0-16,-11 4-333 0,2 5-292 15,-5-1-134-15,-3 3-106 0,-3 4 75 0,1-2-849 16,-10 3-1077-16</inkml:trace>
  <inkml:trace contextRef="#ctx0" brushRef="#br0" timeOffset="38792.19">25270 7661 4258 0,'-16'17'100'0,"0"-4"104"0,1 2 77 16,6-6 62-16,-1 2 59 16,3-1 43-16,-1-2 38 0,3 0-7 0,3 1-13 0,-1-5-32 15,3-4-126-15,0 0-305 16,14 9 0-16,-3-8 0 0,3-2 0 0,1-4 0 16,4 0 0-16,2-4 0 0,-1 0 0 15,9-5 0-15,-2-3-16 0,-4 5-672 0,0-2-218 16,-4-1 27-16,-2 2 92 0,3-3-885 15,2-1-1107-15</inkml:trace>
  <inkml:trace contextRef="#ctx0" brushRef="#br0" timeOffset="39225.44">25082 6820 4710 0,'-40'8'27'0,"-10"5"14"0,1 7 22 16,3 7 52-16,3 6 54 0,-2 8 59 0,9 6 32 15,0 6 11-15,0 23 1 16,10 6 5-16,6 6 8 0,15-11 1 0,6 26-10 0,13-2-30 16,8 7-17-16,11-2-13 15,6-3-36-15,6-9-140 0,7-6-40 0,1-8 0 0,5-8 0 16,1-9 0-16,1-12 0 15,-10-17 0-15,-2-10 0 0,-11-14 0 0,3-8 0 0,0-7 0 16,1-7 0-16,4-10 0 16,-1-9 0-16,-2-8 0 0,9-16 0 0,-13 3 0 15,4-17 0-15,-1-6 0 0,-4-7 0 16,-2-8 0-16,-7 0 0 0,3-6 0 0,-4-7 0 16,-6-2 0-16,-3-3 0 0,-4 5 0 15,-6 4 0-15,-8 25 0 0,-6 5 0 0,-6 9 0 16,-12 9 0-16,-8 7 0 0,-9 15 0 15,-13 7 0-15,-7 15 0 0,-5 11 0 16,-10 9 0-16,-19 18 0 0,2 10-23 16,-2 11-323-16,9 8-115 0,3 2-154 0,7-4-252 15,9-1 55-15,8-7 77 0,17-14-738 16,6-4-922-16</inkml:trace>
  <inkml:trace contextRef="#ctx0" brushRef="#br0" timeOffset="40425.6">26665 4698 2953 0,'-14'2'359'0,"-6"0"-160"0,7-1-26 0,-2 1 15 0,4 1 38 16,-2-1 16-16,-1 1 4 0,3-1-3 0,-1 0 3 16,12-2-36-16,-15 5-10 0,15-5-20 15,-12 5 22-15,12-5 28 0,3 9 11 16,-3-9-8-16,34 6-18 0,9-2-20 16,26-4-21-16,5-5-17 0,11-4-19 0,19-3-19 15,0 0-14-15,3-3-16 16,-2-1-9-16,0 1-7 0,-2-1-7 0,-2 1-1 0,-21 5-12 15,-4-2-1-15,-9-1-13 0,-8 5-39 16,-19 4 0-16,-12-2 0 0,-3 0 0 0,-7 5 0 16,-5-3 0-16,-2 2 0 0,-5 0 0 15,-6 2 0-15,12-4 0 0,-12 4 0 16,0 0 0-16,0 0 0 0,5-6 0 16,-5 6 0-16,0 0 0 0,0 0 0 0,0 0 0 15,6-6 0-15,-6 6 0 0,0 0 0 16,6-4 0-16,-6 4-675 0,6-5-301 15,-6 5 68-15,11-8 105 0,-4 3-839 0,1 0-1081 16</inkml:trace>
  <inkml:trace contextRef="#ctx0" brushRef="#br0" timeOffset="41241.26">29061 4293 4054 0,'2'-9'-305'0,"-2"9"38"0,0-4 19 0,0 4 39 0,0 0 24 0,2-9 29 0,-2 9 13 0,0 0 12 0,0 0 13 16,0-7 14-16,0 7 14 16,0 0 23-16,0 0 21 0,0 0 25 0,0 0 24 0,2-5 15 15,-2 5 24-15,0 0 18 16,0 0 18-16,0 0 9 0,0 0 8 0,0 0 6 15,0 0 5-15,0 0 12 0,0 0 3 16,0 0 7-16,0 0 11 0,0 0-5 0,-8-9 0 16,8 9 6-16,0 0 5 0,0 0 1 15,0 0 5-15,0 0 0 0,-4-7 0 16,4 7 4-16,0 0 2 0,0 0-7 0,0 0-8 16,-5-5 2-16,5 5 0 15,0 0 1-15,-13-3-2 0,13 3 5 0,-14-6-3 16,14 6 3-16,-19-3 14 0,6 2-9 15,0 0-5-15,-7 2-17 0,-1 2-3 0,-13 5-7 16,-4 9 9-16,-8 4 14 0,2 4 16 16,0 4 4-16,3 5-2 0,3 0-6 0,5 2-4 15,8 2-3-15,10-8-1 0,5 2-13 16,7-7-120-16,5 0-15 0,5-4 0 16,7 6 0-16,2-3 0 0,6-7 0 0,3 1 0 15,3-4 0-15,3-5 0 0,-3-4 0 16,1-4 0-16,2 1 0 0,6-4 0 0,1-3 0 15,-7 0 0-15,-6 2 0 0,-2-2 0 16,-7 1 0-16,2 1 0 0,-5-1 0 16,-1 3-19-16,-5-1-356 0,1-1-83 0,-8 3-93 15,7-4-148-15,-7 4-138 0,0 0 52 16,0 0-734-16,0 0-965 0</inkml:trace>
  <inkml:trace contextRef="#ctx0" brushRef="#br0" timeOffset="41658.08">28697 3938 4378 0,'-32'7'-74'0,"-14"12"29"0,0 10 65 0,-5 6 67 0,-8 20 54 0,2 5 39 0,5 10 33 0,4 3 23 15,7 8 23-15,6 3 13 0,12-1-5 16,14-14-7-16,5 2-17 0,10-2-14 0,7 4-32 16,15 7-17-16,9-5-14 0,14-10-21 15,8-9-13-15,14-6-13 0,9-13-30 0,-16-14-40 16,11-9-43-16,1-7-10 0,6-11-6 16,-6-2-29-16,0-11-1 0,13-8 8 15,-5-4 6-15,-23 1 1 0,-4-4 3 16,10-16 7-16,-6-2 29 0,-8-4-2 0,-17 6 11 15,-3-8 17-15,-5 0 15 0,-5-4 8 16,-8-5 1-16,-7 0-1 0,-8-6 4 0,-13 1-8 16,-7-17-3-16,-12 7-5 0,-9 8-6 15,-8 13-8-15,-3 21-31 0,-8 9-6 0,-10 10 0 16,-8 9-23-16,-6 11-85 0,-21 13-92 16,6 14-93-16,0 9-135 0,3 6-193 15,8 3-240-15,11 3 30 0,0 1 99 0,10-1-660 16,20-6-846-16</inkml:trace>
  <inkml:trace contextRef="#ctx0" brushRef="#br0" timeOffset="42960.3">22826 8592 4031 0,'0'-6'-37'0,"2"-2"32"0,-2 8 30 0,0-8 44 0,0 8 48 0,0 0 33 0,0-9 21 0,0 9 2 15,0 0-9-15,0 0 33 0,0 0 37 0,-2 29 30 16,2-4 2-16,0 19 6 0,-4 16 4 15,1 6-17-15,1 4-3 0,0 3-15 0,4 4-16 16,0 5-11-16,-1 21-1 16,5 2 8-16,-4-6-26 0,1-21-195 0,1-6 0 15,2-1 0-15,-2 1 0 0,2-8 0 0,-2-4 0 16,-3-17 0-16,1-5 0 0,-2-8 0 16,0-5 0-16,0-7 0 0,2-2 0 15,-2-3 0-15,0 0 0 0,0-2 0 0,0-3 0 16,0 0 0-16,0-2 0 0,0-6 0 15,-4 4 0-15,4-4 0 0,0 0 0 0,0 0 0 16,0 0-187-16,0 0-552 0,0 0-163 16,-23-12 41-16,23 12 74 0,0 0-817 0,-14 8-1043 15</inkml:trace>
  <inkml:trace contextRef="#ctx0" brushRef="#br0" timeOffset="43674.68">22681 10687 4138 0,'5'-3'-92'0,"-1"0"36"0,-4 3 25 0,7-6 58 0,-7 6 57 0,3-7 50 0,-3 7 32 16,0 0 23-16,0 0 9 0,0 0 5 16,0 0 7-16,0-8-2 0,0 8-7 15,0 0-20-15,0 0-12 0,0 0-17 0,-30 3-12 16,12 3-20-16,2 6-9 0,-11 5-1 15,-2 3 13-15,2 2-3 0,-9 7 9 16,6 6 9-16,-1 0 7 0,5 4 5 0,-1 0 4 16,6 1-8-16,6-5-8 0,6-2-14 15,4-6-12-15,7-4-11 0,2 0-52 0,7 7-49 16,4-7 0-16,8-6 0 0,6 0 0 16,1-8 0-16,-3-3 0 0,4-5 0 15,-3-2 0-15,10-5 0 0,-2 0 0 16,-3-2 0-16,-8 0 0 0,-6 4 0 0,-6-1 0 15,-1-1 0-15,-3 2 0 0,-1-1 0 16,-8 5 0-16,10-9 0 0,-10 9 0 0,2-7 0 16,-2 7 0-16,0-10 0 0,0 10 0 15,0-8 0-15,0 8 0 0,0 0 0 0,-2-9 0 16,2 9 0-16,2-5 0 16,-2 5 0-16,0 0 0 0,7-7 0 0,-7 7 0 15,11-8 0-15,-3 4 0 0,-8 4 0 0,17-1 0 16,-17 1 0-16,0 0 0 0,25 5 0 15,-18 0 0-15,4 3 0 0,-4 4 0 0,-2 0 0 16,1 1 0-16,-2 3 0 0,1 4 0 16,2-3 0-16,-4 0 0 0,-1 0 0 15,4 0 0-15,-3-1 0 0,1-2 0 0,0 1 0 16,0-5 0-16,-2-1 0 0,0-2 0 16,2 0 0-16,-2-1 0 0,0 0 0 0,-2-6 0 15,1 6 0-15,-1-6 0 0,0 0-409 16,0 0-445-16,0 0-62 0,0 0 86 0,0 0-932 15,-15-14-1194-15</inkml:trace>
  <inkml:trace contextRef="#ctx0" brushRef="#br0" timeOffset="44094.12">22349 10471 5139 0,'-41'-3'-22'0,"-6"-1"9"0,2 7 31 0,-1 3 57 0,-7 6 52 0,2 8 27 0,3 6 15 0,0 11 7 16,8 5 6-16,6 9 2 0,-4 21 0 15,9 11-3-15,8 6-2 0,8 7-9 0,11-14 1 16,8 27-9-16,7-3-3 16,15-3-17-16,17-4-15 0,4-7-11 0,11-9-14 15,8-15-10-15,11-6-8 0,11-10-10 16,5-18-20-16,5-12-49 0,-19-14-5 0,3-14-30 15,22-13-12-15,-6-12-17 0,-5-12-17 16,-5-6 16-16,-10-12 1 0,-8 0 9 0,-9-4 10 16,-7 1-1-16,-13-7 44 0,-14 13 6 15,-2-3 11-15,-12-3 4 0,-4-1 20 0,-5-2 2 16,-12-1-5-16,-5-3-2 16,-14-16-2-16,-9 3 1 0,-10 2-7 0,-9 5-5 15,-10 7 0-15,-2 4-7 0,-7 11-5 16,-2 11-10-16,8 16-8 0,-2 11-21 0,-2 11-25 15,-3 7-38-15,1 13-46 0,-14 13-51 16,6 9-62-16,4 5-82 0,7 6-92 0,8 3-101 16,6 5-164-16,17-15-76 0,6 0 54 15,5-4-650-15,11-6-814 0</inkml:trace>
  <inkml:trace contextRef="#ctx0" brushRef="#br0" timeOffset="46675.45">28817 5361 3675 0,'0'-15'-32'0,"-4"1"49"0,4 2 50 0,0 0 35 15,0 0 28-15,-1 2 17 0,1-2 23 0,0 0 14 16,0 0 2-16,1 0 13 0,-1-1 4 0,2 1 13 16,0 3-25-16,-2-1 23 0,2 0-35 15,-2 4-8-15,2-2-3 0,-2 8-24 0,3-9-16 16,-3 9-4-16,0 0-6 0,0 0 5 16,0 0 0-16,16 47 9 0,-7-9-5 15,3 16 22-15,-1 12 17 0,2 4-9 0,-4 3 5 16,0 4-13-16,-4 3-15 0,6 17-66 0,-2-1-68 15,-2-19 0-15,5 17 0 16,-4-22 0-16,-1-7 0 0,-3-5 0 0,-1-3 0 16,-1-14 0-16,-2-4 0 0,2-9 0 15,1-5 0-15,-3-6 0 0,2-2 0 16,-2-5 0-16,2 0 0 0,-2-2 0 0,0-3 0 16,0-2 0-16,0-5 0 0,0 11 0 15,0-11 0-15,-2 6 0 0,2-6 0 0,0 8-356 16,0-8-341-16,0 0-179 0,-5 6 21 15,5-6 84-15,0 0-806 0,3 7-1018 16</inkml:trace>
  <inkml:trace contextRef="#ctx0" brushRef="#br0" timeOffset="46924.01">29014 6566 4623 0,'0'0'29'15,"0"0"45"-15,-27-9 29 0,27 9 28 16,0 0 16-16,0 0 5 0,0 0-5 0,0 0 52 15,-16 8 15-15,16 2-1 0,0 5-18 16,5 4-17-16,-3 8-16 0,-2 8-19 0,2 7-9 16,1 1-11-16,-3 0-16 0,2-1-6 15,2 3-15-15,-4-6-4 0,2 1-10 0,-2-3-8 16,0-8-8-16,-2-6-12 16,2-6-66-16,-2 0-88 0,-2-2-66 0,4-4-78 15,-1-3-125-15,-1-1-135 0,0-4-167 16,2-3-79-16,0 0 59 0,0 0-653 0,-5-18-810 15</inkml:trace>
  <inkml:trace contextRef="#ctx0" brushRef="#br0" timeOffset="47141.18">28946 6603 4257 0,'-18'-8'303'0,"7"1"60"15,1 3 50-15,4-2 45 0,1 3 24 0,5 3-12 16,-6-10-43-16,6 10-39 15,9-19-46-15,9 7-54 0,12-7-288 0,5 2 0 16,10-2 0-16,1 1 0 0,-10 4 0 16,-2-2 0-16,-1 5 0 0,-3-1 0 0,-7 0 0 15,-3 8 0-15,-6-1-146 0,-3 3-425 16,1 1-90-16,-2 1-123 0,-10 0-46 0,9 7 76 16,-7-3-758-16,-4 3-957 0</inkml:trace>
  <inkml:trace contextRef="#ctx0" brushRef="#br0" timeOffset="47307.73">29111 6624 4121 0,'-23'18'-8'0,"-2"2"59"0,6-5 61 16,5-1 48-16,0-3 35 0,4 0 35 0,2-4 39 16,3 0 24-16,1-1 34 0,4-6 5 15,2 10-9-15,-2-10-29 0,17 7-30 16,-2-7-25-16,5 0-26 0,0-3-23 16,5-2-22-16,7-4-40 0,-1 1-76 0,-6-3-109 15,-4 3-112-15,0-1-102 0,-4-1-130 16,0 2-138-16,0-4-196 0,-1 3-67 0,-4-3 74 15,2 2-718-15,-6 5-895 0</inkml:trace>
  <inkml:trace contextRef="#ctx0" brushRef="#br0" timeOffset="47690.5">28854 6379 4132 0,'-55'17'40'0,"-5"8"35"0,-11 16 38 0,7 11 49 16,4 4 24-16,10 8 41 0,4 6 32 16,9 5 18-16,11 11 9 0,8 7-15 0,11-18-6 15,5 4-28-15,14 19-21 0,10-6-22 16,7-8-18-16,15-9-13 0,7-11-18 0,6-4-14 16,6-12-14-16,-8-15-8 15,5-14-22-15,-1-7-6 0,-8-12-14 0,10-8-2 16,0-11-7-16,0-6-8 0,11-17-48 15,-7-5-2-15,-10-6 0 0,-1-4 0 0,-7-4 0 16,-1-6 0-16,-6-5 0 0,-4 0 0 16,-15 10 0-16,-1-3 0 0,-9-5 0 0,-6-4 0 15,-8-1 0-15,-10-18 0 0,-8 6 0 16,-10 11 0-16,-3 24 0 0,-12 8 0 0,-9 10 0 16,-14 13 0-16,-11 11 0 0,-7 10 0 15,-21 9 0-15,0 9 0 0,10 10-90 0,5 4-343 16,16 9-216-16,17-10-263 0,9 0 74 15,5 2 101-15,6 0-804 0,4 4-986 16</inkml:trace>
  <inkml:trace contextRef="#ctx0" brushRef="#br0" timeOffset="48456.55">23687 10987 4101 0,'-13'2'-84'0,"2"2"29"0,1-1 28 0,-1-2 42 0,0 3 57 0,6-1 48 16,5-3 24-16,-15 6 0 0,12-5-11 15,3-1-12-15,-9 6 24 0,9-6 38 0,0 0 26 16,16 12 22-16,-1-8-4 0,11-2-14 15,22-7-34-15,19-3-13 0,13-3-18 0,28-13-16 16,13-1-14-16,2-1-3 0,11-1-20 16,-1 0-7-16,-3 7-13 0,-4-3-2 0,-4 6-9 15,-10-3-10-15,-12 5-1 0,-30 6-11 16,-11 0-4-16,-17 4-7 0,-10 1 0 16,-9 2-3-16,-3-2-3 0,-8 2-1 15,1 1-4-15,-2-1-1 0,-11 2-2 0,11 0 5 16,-11 0-10-16,0 0-2 0,0 0-28 15,0 0-51-15,0 0-71 0,0 0-86 0,0 0-118 16,1 9-122-16,-1-9-146 0,0 0-166 16,-11 10 60-16,11-10 88 0,-3 7-584 0,3-7-678 15</inkml:trace>
  <inkml:trace contextRef="#ctx0" brushRef="#br0" timeOffset="49007.78">25509 10360 3675 0,'-11'-12'374'16,"1"2"28"-16,2 2 25 0,3 2 6 0,1 2-12 15,4 4-21-15,0 0 8 0,0 0 3 16,-9 24-18-16,7-5-33 0,4 8-35 0,0 13-163 16,3 3-162-16,1 10 0 0,1 1 0 15,-1-2 0-15,2 3 0 0,1-2 0 16,-5-10 0-16,-1 1 0 0,0-3 0 0,1 1 0 15,-2-6 0-15,0-8 0 0,-1-6 0 0,-1-3 0 16,0-5 0-16,0-3-5 16,0-1-446-16,0-6-21 0,0-4 17 0,0 0 18 15,0 0 38-15,0 0 38 0,-12-21 49 16,11 6 50-16,-3-4 58 0,2 2 67 0,-2-2 73 16,3 2 59-16,-1-1 49 0,0 4 40 15,2-1 30-15,0 2 21 0,2-2 15 0,1 1-2 16,7-1-5-16,2-1-12 0,2 2-14 15,9-5-8-15,4-1-17 0,2-1-8 0,1 1-2 16,1-2-10-16,1-6-6 0,2-2-10 16,-9 4-5-16,0-1-2 0,-3 0-7 0,-2 2-4 15,-3 0 1-15,-4 5 23 0,-3 5 18 16,-2 3 26-16,-3 1 6 0,-1 4-10 16,0 2 3-16,-4 5 3 0,0 0 23 15,0 0 18-15,0 0 16 0,-8 40 5 0,7-16-3 16,-1 13-11-16,0 3-51 0,0 1-105 15,4 0 0-15,0-1 0 0,1-1 0 0,3-3 0 16,-2-2 0-16,1 1 0 0,2-8 0 16,-5-8 0-16,1-3 0 0,-3-5 0 0,4 1 0 15,-2-3 0-15,-2-4 0 0,0-5 0 16,2 7-83-16,-2-7-431 0,0 0-146 0,0 0-233 16,0 0 71-16,-4-33 88 0,0 18-791 15,2-5-971-15</inkml:trace>
  <inkml:trace contextRef="#ctx0" brushRef="#br0" timeOffset="49390.2">25368 10324 4273 0,'-44'6'137'0,"-10"8"10"0,0 9 13 0,0 11 47 0,-7 16 68 0,8 11 52 0,6 12 23 0,8 7 13 16,8 11-7-16,13 6-2 0,11 5-11 15,16 1-20-15,5-2-29 0,21-2-19 16,11-10-268-16,15-6-7 0,5-13 0 16,15-8 0-16,2-15 0 0,6-6 0 0,9-18 0 15,-20-11 0-15,-3-10 0 0,-3-10 0 16,-4-7 0-16,0-12 0 0,-12-5 0 0,10-15 0 16,-19 6 0-16,8-15 0 0,-19 5 0 15,6-15 0-15,-14 6 0 0,-4-3 0 0,-5-5 0 16,-10-2 0-16,-3-3 0 0,-6-7 0 15,-9-14 0-15,-9 5 0 0,-11 5 0 0,-9 9 0 16,-5 9 0-16,0 20 0 0,-5 12 0 16,-10 12 0-16,-5 12 0 0,-3 13 0 0,-5 7 0 15,-15 18 0-15,6 10 0 16,2 0 0-16,4 11 0 0,9-1-36 0,17-5-499 16,7 0-148-16,8 1-215 0,8-2 76 0,10-9 87 15,6-1-789-15,10-7-970 0</inkml:trace>
  <inkml:trace contextRef="#ctx0" brushRef="#br0" timeOffset="49773.22">26763 10827 4536 0,'-26'2'234'0,"1"2"-19"0,2-1-21 0,4 0 52 0,3 0 60 0,3-2 37 0,1 1 1 16,5-2-18-16,7 0-4 0,0 0-28 15,0 0-13-15,50-10-27 0,9-3-42 0,13-4-128 16,29-1-84-16,8-2 0 0,7 0 0 16,2 0 0-16,0 1 0 0,2 5 0 0,-6 4 0 15,-8 0 0-15,-29 4 0 0,-10 3 0 16,-19-1 0-16,-7 4 0 0,-12 0 0 0,-6 0 0 15,-3 0 0-15,-7 2 0 0,-4-2 0 16,-9 0 0-16,12 4 0 0,-12-4 0 16,3 5 0-16,-3-5 0 0,0 5 0 0,0-5 0 15,0 0 0-15,0 0 0 0,0 0 0 16,-1 9 0-16,1-9 0 0,0 0 0 16,0 0 0-16,1 6-354 0,-1-6-520 0,0 0-36 15,0 0 89-15,0 0-958 0,0 0-1210 16</inkml:trace>
  <inkml:trace contextRef="#ctx0" brushRef="#br0" timeOffset="50123.86">28367 10256 4617 0,'0'-15'-32'0,"0"5"52"16,0 0 38-16,0-1 45 0,3 3 56 0,-3 1 57 16,2-2 50-16,-2 9 20 0,0-10 6 15,0 10-7-15,0 0-6 0,3-5 15 0,-3 5 14 16,0 0 4-16,8 41-17 0,-4-2-9 16,5 9-139-16,-3 8-147 0,2 2 0 15,-5 0 0-15,5-2 0 0,-3-1 0 16,4-1 0-16,-6-15 0 0,3-1 0 0,-2-4 0 15,1-6 0-15,-3-7 0 0,0-5 0 16,1-1 0-16,-2-3 0 0,-1-2 0 0,2-4 0 16,-2 0 0-16,0-6 0 0,0 0 0 15,0 0 0-15,0 0 0 0,0 0 0 0,-2-25-609 16,1 11-331-16,-2-8 59 0,1-3 92 16,0-15-902-16,2-3-1126 0</inkml:trace>
  <inkml:trace contextRef="#ctx0" brushRef="#br0" timeOffset="50323.68">28277 10139 4704 0,'-29'-4'238'0,"6"1"69"0,3 3 67 15,4-2 58-15,2 2 9 16,3-3 3-16,11 3-25 0,-20-4-26 0,20 4-37 16,0 0-273-16,0 0-83 0,25-19 0 15,11 5 0-15,14-1 0 0,8-3 0 0,4 4 0 16,-2-1 0-16,-3 5 0 0,-6-1 0 15,-11 9-382-15,-7 4-427 0,-9 5-119 0,-5-1 105 16,2 14-962-16,-4 1-1215 0</inkml:trace>
  <inkml:trace contextRef="#ctx0" brushRef="#br0" timeOffset="50524.35">28301 10903 4966 0,'-13'16'183'0,"3"-7"56"0,2-5 31 15,3 3 44-15,-1-2 40 0,6-5 33 0,-2 8 15 16,2-8-6-16,0 0-32 0,23 3-48 16,-4-6-316-16,6-1 0 0,9-5 0 0,7-2 0 15,-4-2 0-15,12-5 0 0,-1 1 0 16,-4-2 0-16,0 0 0 0,-10 1-385 0,-5 1-328 16,0 3-203-16,-3-3 80 15,-5 3 91-15,-6 4-818 0,0-2-1006 0</inkml:trace>
  <inkml:trace contextRef="#ctx0" brushRef="#br0" timeOffset="50923.54">28327 9757 4293 0,'-66'8'87'0,"-6"7"17"16,-16 16 7-16,4 12 40 0,5 13 62 15,9 10 71-15,7 11 46 0,10 9 23 16,11 10 7-16,14 9 16 0,8 4 6 16,11 4-14-16,13-3-7 0,10 3-14 0,11-6-276 15,12-6-71-15,10-9 0 0,13-6 0 16,2-9 0-16,11-12 0 0,-1-11 0 0,9-17 0 16,-18-16 0-16,1-11 0 0,5-10 0 15,-5-10 0-15,5-8 0 0,-4-8 0 0,11-11 0 16,-9-7 0-16,-16 6 0 0,8-21 0 15,-9-2 0-15,-3-6 0 0,-2-5 0 0,-7-3 0 16,-6-10 0-16,-1-4 0 0,-8-2 0 16,-9 0 0-16,-10 17 0 0,-6-6 0 0,-11-12 0 15,-6 24 0-15,-8 10 0 0,-9 9 0 16,-5 8 0-16,-9 8 0 0,-8 12 0 16,-6 11 0-16,-8 8 0 0,-3 11 0 15,-19 15 0-15,-4 0 0 0,3 8 0 0,3 3-428 16,6-1-562-16,4 3 108 0,2 0-1121 15,6 4-1421-15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55:31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3735 4952 2321 0,'0'0'291'16,"-10"7"-69"-16,7-2-29 0,-2 4-16 16,5-3 23-16,0 6-1 0,0-3 9 15,3 3-15-15,2-2 4 0,1 2-4 0,5-2-6 16,7-3-3-16,5-4-13 16,5-4-12-16,16-6-15 0,13-10-15 0,6-5-11 0,-2-2-18 15,0-5-19-15,-2-2-41 16,-4 2-33-16,-8 0-40 0,-4 2-15 0,-5 1-19 15,-13 10 10-15,-7 2-1 0,-2 3-4 16,-7 6-27-16,0-1-31 0,0 0-40 16,-2 3-40-16,0 1-46 0,-7 2-66 0,0 0-98 15,0 0-149-15,0 0-28 0,9 14 62 16,-12-6-217-16,1 4-233 0</inkml:trace>
  <inkml:trace contextRef="#ctx0" brushRef="#br0" timeOffset="283.14">4086 5313 2538 0,'-22'18'363'15,"5"-4"10"-15,6-3 35 0,0-1 38 0,2-1 14 16,2-4-11-16,1 0-17 0,6-5-10 16,0 10 5-16,0-10 0 0,0 0-24 0,38-10-44 15,-4-3-29-15,16-10-35 0,6-1-236 16,1-6-59-16,-1-1 0 0,0 0 0 15,-3 0 0-15,-4 2 0 0,-6 3 0 0,-13 7 0 16,-1 2 0-16,-8 5 0 16,-6 2 0-16,-3 1 0 0,-3 3 0 0,1 0 0 0,-3 1 0 15,-1 0 0-15,-6 5 0 16,8-7 0-16,-3 4-418 0,-5 3-274 0,0 0-269 16,2-7 92-16,-2 7 94 0,0 0-747 15,0 0-968-15</inkml:trace>
  <inkml:trace contextRef="#ctx0" brushRef="#br0" timeOffset="6049.19">20043 5175 4441 0,'-11'3'396'0,"0"-3"-210"0,-1 4-72 0,3-4-40 16,0 2-2-16,9-2 20 0,-16 2 13 15,16-2 8-15,-13 4 14 0,13-4-4 16,0 0-6-16,-14 0-2 0,14 0-19 16,0 0-8-16,0 0-5 0,0 0 0 0,0 0-7 15,65 2-4-15,-4-6-10 0,14-6-4 0,29-11-6 16,16 0 1-16,20-6-6 16,8-7-4-16,69-7-7 0,-1 0-7 0,1 0-7 15,0-2-14-15,0 1-7 0,-5 3-10 16,-14 2 0-16,-55 6-5 0,-8 0 1 0,-7 2-1 15,-19 0 0-15,-20 6 0 0,-22 6 6 16,-10 3 3-16,-17 2 26 0,-8 3 37 0,-7 3 42 16,-5 0 26-16,-6 2 11 0,-2 2 6 15,-2-2 0-15,-1 2-1 0,-2 1-10 0,-7 1-13 16,14-1-12-16,-14 1-28 16,11-3-79-16,-11 3 0 0,18 0 0 0,-18 0 0 15,13 3-144-15,-13-3-214 0,15 0-190 16,-15 0-232-16,11 0-105 0,-11 0 96 0,13-3-805 15,-13 3-1035-15</inkml:trace>
  <inkml:trace contextRef="#ctx0" brushRef="#br0" timeOffset="13631.03">16314 6992 2746 0,'0'0'301'0,"-19"-1"-140"0,19 1-70 16,-15 0-22-16,15 0-13 0,-12-2 9 0,12 2 4 15,0 0-1-15,-13 0-2 0,13 0-9 16,0 0-11-16,0 0-1 0,0 0-11 0,0 0 23 15,0 0 7-15,0 0-1 0,49 7-4 16,1-9-1-16,11-3-8 0,10-2-3 16,3-2-4-16,29-4-7 0,1-5 0 15,3 0-1-15,2 1-5 0,1-2-3 0,5 1-9 16,0 0 8-16,-6 0-4 0,-1 1-2 16,-6 3 2-16,-20 2-4 0,-1 4 1 0,-11-1-3 15,-2 1-4-15,-5 1 2 0,-6 0 9 16,-10 2 12-16,-6-2 11 0,-1 2 2 15,1-2 11-15,-5 0 8 0,3 0-3 0,-4 1-3 16,1-2-2-16,-1 0-8 0,-3 1-4 16,2 1-6-16,2-2-4 0,-5 4-3 0,5 0-3 15,2-1-5-15,0 0-2 0,6 1 0 16,0-1-6-16,14-1 0 0,1 4-4 0,2-5-1 16,5-1 0-16,1 2-1 0,-6-2-1 15,0-3-4-15,-8 5 2 0,-9-2-3 0,-7 1-1 16,-10 4 0-16,-4-3 4 15,-6 3 1-15,-3 1-1 0,-1 0-4 0,-1 0-6 16,-5 0-17-16,1 0-28 0,-8 2-30 16,7-4-53-16,-7 4-55 0,0 0-60 0,0 0-63 15,0 0-92-15,0 0-119 0,0 0-91 16,0 0 57-16,-32 10-307 0,24-6-342 0</inkml:trace>
  <inkml:trace contextRef="#ctx0" brushRef="#br0" timeOffset="14129.63">17656 7085 2557 0,'-29'0'40'0,"6"1"-6"0,2 1 4 0,3-2 8 16,-2 2 23-16,1-2 35 0,0 1 29 0,2 3 20 15,2-2 2-15,3 0-7 0,3-1-20 16,1 2-16-16,8-3-7 0,0 0-11 0,0 0 0 16,0 0 0-16,51-8-2 0,10-1-9 15,18 1-8-15,33-6-9 0,14-1-8 0,11 1-10 16,4-3-7-16,12 2-13 0,1-1-15 16,0 2-7-16,0 1-7 0,-7-1-4 0,-4 2 4 15,-10-2-4-15,-11 1 1 0,-13 2-1 16,-26 3 1-16,-17 0-5 0,-8 3-10 15,-19 2 2-15,-8-1 3 0,-8 3 5 16,-7-3-4-16,-2 4-9 0,-3-2-18 0,-3 0-40 16,-8 2-41-16,0 0-37 0,0 0-38 15,0 0-49-15,0 0-63 0,0 0-113 0,-36-2-113 16,16 0 50-16,2 2-162 0,-5 0-143 16</inkml:trace>
  <inkml:trace contextRef="#ctx0" brushRef="#br0" timeOffset="14430.21">17347 7203 2118 0,'-24'4'213'16,"2"0"-29"-16,8 0-28 0,5-2-21 15,9-2-7-15,0 0 15 0,0 0 19 0,0 0 1 16,73-14-16-16,-3 1-9 0,29-3-13 15,12-5-20-15,9 0-28 0,8-3-7 0,-1 6-9 16,3-1-10-16,2 0-2 0,-9 4-4 16,-4 1-7-16,-15 0-17 0,-25 8-21 15,-17-1-34-15,-16 2-14 0,-6-1 1 16,-13 3 10-16,-7 3 2 0,-6-3 0 0,-4 3-15 16,-10 0-33-16,0 0-40 0,0 0-41 15,0 0-41-15,0 0-54 0,-40 13-76 0,13-8-111 16,-11 1-39-16,1-1-176 0,-1 1-157 15</inkml:trace>
  <inkml:trace contextRef="#ctx0" brushRef="#br0" timeOffset="15280.34">12971 8785 1876 0,'0'0'95'15,"-16"-3"24"-15,5 2 3 0,11 1 9 0,-12-4 29 16,4 2 34-16,8 2 29 15,-10-3 12-15,10 3-2 0,0 0-10 0,-9-4-17 16,9 4-22-16,0 0-22 0,-8-3-16 16,8 3-6-16,0 0 8 0,0 0 13 0,35-9 4 15,2 3 0-15,19-3-6 0,14 0-10 16,28-6-12-16,14 1-14 0,10-1-17 0,1 0-7 16,11-2-14-16,-1 1-11 0,3-1 1 15,-3 1-10-15,-5 1-8 0,-4-3-8 0,-12 6-4 16,-28 3-5-16,-10 1-6 0,-7 0-3 15,-21 2-5-15,-6 3 2 0,-12 1-1 16,-3 0-3-16,-5 0 3 0,-6 0 0 16,-1 0-2-16,-2-1 0 0,-2 3-10 0,-9 0-4 15,14-1-15-15,-14 1-28 0,0 0-47 16,11-3-72-16,-11 3-113 0,0 0-133 0,0 0-147 16,0 0-201-16,0 0 68 0,-8 15 66 15,8-15-459-15,-7 13-543 0</inkml:trace>
  <inkml:trace contextRef="#ctx0" brushRef="#br0" timeOffset="16929.66">950 6709 1077 0,'-4'-13'113'0,"3"2"-14"0,-3 3 7 0,0-2-5 16,2 5 0-16,1-3-1 0,1 8-7 15,-9-14 3-15,9 10 7 0,0 4-6 16,-4-11-8-16,4 11-13 0,0 0-8 0,0 0 19 16,0 0 10-16,9 29 1 15,2 6 13-15,5 13-8 0,2 14 3 0,5 19 21 16,0 16 11-16,1 3-1 0,1 5 0 16,2 4-12-16,-2-5-12 0,0-4-9 15,-2-12-10-15,3 0-6 0,-7-27-7 0,3-3-13 16,-4 0-8-16,1-4-6 0,-4-7 2 15,-1-10-6-15,-1-3-6 0,-1-7-4 0,-1 1-4 16,-4-10 5-16,0-3 11 0,-3-2 6 16,-1-5 4-16,1 2-6 0,0-3 4 15,-2 0-5-15,-1 0-3 0,-1-7-6 16,4 10-9-16,0-5-2 0,-4-5-3 0,4 10-4 16,-4-10-8-16,4 5-2 0,-4-5-7 0,6 6 2 15,-6-6-2-15,14 3 0 16,0-3 0-16,5-3 1 0,18-7-2 15,10-6-5-15,6-4-1 0,8-3-8 0,0 0-1 16,4 0-4-16,17-6 4 0,-13 5 1 16,-1-1 4-16,1 8-4 0,0-5 2 0,-5 5 3 15,-3 2-1-15,-3-1-1 0,-7 6 2 16,-13 1-2-16,-4 2 0 0,-9 2 5 16,-4 1-2-16,-6 2 3 0,0-2 7 0,-3 1 10 15,-1 1 5-15,1 0 11 0,-12 2 12 16,19-3 8-16,-12 1 1 0,-7 2-1 0,16-3-7 15,-16 3-3-15,11-2-4 16,-11 2-3-16,8-4-5 0,-8 4-2 0,0 0-4 16,13-4-1-16,-13 4 1 0,0 0 30 15,9-2 25-15,-9 2 39 0,0 0-13 16,7-10-2-16,-10 3-9 0,1-4 1 0,-3-5-6 16,-6-10-3-16,-7-7-13 0,-7-13-7 15,-5-6-8-15,-12-18-14 0,-5-3-16 0,-5-3-3 16,0-7-7-16,-5 1 6 0,5-3-11 15,0 2-8-15,2 2-2 0,5 3-2 16,2 10-1-16,14 17-4 0,-1 3 5 0,3 6-5 16,3 0 6-16,5 11-8 0,-1 2-2 15,4 2 4-15,0 4 2 0,3 5-8 0,4 2-2 16,2 6-2-16,-2-1-26 16,4-1-36-16,-1 4-42 0,1 1-59 0,0 0-84 15,3 4-84-15,2 3-75 0,0 0-95 16,0 0-234-16,0 0 6 0,-2 25 87 0,2-7-418 15,2 2-541-15</inkml:trace>
  <inkml:trace contextRef="#ctx0" brushRef="#br0" timeOffset="17446.45">1703 7740 2947 0,'-21'2'-14'0,"2"0"9"0,2-1 7 0,2 3 11 15,1-4 29-15,1 3 26 0,1-2 37 16,12-1 12-16,-16 2-5 0,16-2-13 16,0 0-13-16,0 0-5 0,0 0-9 0,0 0-5 15,34-31 7-15,12 6-18 0,5-6-5 16,22-9-8-16,2 2-1 0,4 2 9 16,-18 9-1-16,2 3-17 0,-6-1-38 15,-6 4-34-15,-14 9-32 0,-5-1-39 16,-8 9-16-16,-6 0-34 0,-7 4-45 0,-5 2-87 15,-6-2-133-15,0 0-121 0,0 0 49 16,0 0-87-16,-25 18-84 0</inkml:trace>
  <inkml:trace contextRef="#ctx0" brushRef="#br0" timeOffset="17729.52">1080 7347 1937 0,'-23'3'154'0,"4"1"-3"0,6-1-2 0,1 0 14 16,3-3 20-16,9 0 3 0,-11 0 14 16,11 0-5-16,0 0-15 0,0 0-8 0,5-18-6 15,24-3-13-15,12-8-16 0,26-15-12 16,10 0-8-16,10-3-16 0,5 0-19 15,1 3-54-15,-1 3-86 0,-8 3-81 0,-20 13-80 16,-3 1-97-16,-10 6-127 16,-16 7-174-16,-13 5 58 0,-10 3-199 0,-6 1-248 15</inkml:trace>
  <inkml:trace contextRef="#ctx0" brushRef="#br0" timeOffset="18062.93">860 7054 2327 0,'-11'2'116'0,"4"1"-5"0,7-3-9 15,0 0-18-15,-10 3-4 0,10-3-2 16,0 0-7-16,0 0 0 0,0 0-11 16,28-13 4-16,5 1-2 0,15-7-6 0,2-3-14 15,9-3-69-15,4 2-86 16,1 0-114-16,-3 1-196 0,0 3-104 0,-7 3 48 15,-18 9-41-15,-11 1-24 0</inkml:trace>
  <inkml:trace contextRef="#ctx0" brushRef="#br0" timeOffset="27727.58">22978 8493 1553 0,'11'-18'687'0,"0"4"-250"0,-4 1-121 0,-1 1-51 0,1 0-4 16,-1 3 9-16,-2 1 3 15,0 1-6-15,-1 0 16 0,-3 7 0 0,2-12-24 16,-2 12-10-16,4-5-10 0,-4 5 39 16,0 0 2-16,-6 36-4 0,3 3-22 0,-9 12-19 15,1 11-17-15,-2 1-14 0,-3 2-21 16,3 1-14-16,-3 4-18 0,3-2-13 0,-2-3-16 16,-2-4-81-16,1-1-41 0,2-3 0 15,-2-6 0-15,-1-4 0 0,5-10 0 0,3-4 0 16,2-4 0-16,-2-9 0 0,7-4 0 15,-1-1-137-15,3-5-171 0,-2-6-99 16,2-4-97-16,0 0-79 0,16-16-95 16,-2-9-111-16,10-13 75 0,2-6-671 0,7-13-837 0</inkml:trace>
  <inkml:trace contextRef="#ctx0" brushRef="#br0" timeOffset="27944.55">23253 8444 3917 0,'3'-30'56'15,"1"6"36"-15,-2 5 43 0,0 5 53 0,-2 2 40 16,2-1 29-16,-2 5 9 0,0-1-18 15,0 9-13-15,0 0 21 0,0 0 3 0,-19 46-11 16,5 5-25-16,1 9-20 0,-1 5-21 16,3 5-18-16,-1 6-17 0,-2 14-14 15,-3 0-14-15,7-21-27 0,2 1-30 0,5-4-25 16,-1 2-27-16,0-10-43 0,4-14-57 16,0-3-63-16,0-3-54 0,0-9-56 15,-1-7-58-15,1-5-67 0,0-3-82 0,-2-7-103 16,0-3-181-16,2-4 68 0,0 0 73 15,0 0-478-15,-12-17-560 0</inkml:trace>
  <inkml:trace contextRef="#ctx0" brushRef="#br0" timeOffset="28127.67">22481 9026 3550 0,'-26'0'337'0,"6"0"-20"0,5 0 3 0,3 0 16 15,12 0 4-15,-9-2 0 0,9 2-2 16,0 0-18-16,32-9-32 0,10 1-29 0,19-2-28 16,12-1-57-16,6-1-99 0,21-5-110 15,1 2-156-15,-23 0-189 0,2 1-217 0,-5-1-218 16,-1-1 61-16,-1 3 77 0,-5 4-607 16,-3-2-744-16</inkml:trace>
  <inkml:trace contextRef="#ctx0" brushRef="#br0" timeOffset="28379.48">22698 9341 4011 0,'-17'5'270'0,"4"0"-11"16,1 0 16-16,5-5 36 0,7 0 44 0,0 0 44 15,0 0 13-15,0 0 1 0,0 0-25 16,37 2-27-16,10-7-40 0,17-4-40 0,6-4-146 15,7-3-135-15,1 1 0 0,-2 1 0 16,-7 1 0-16,-8-1-146 0,-6 2-195 0,-13 2-95 16,-3 3-93-16,-13 0-63 15,-5 3-66-15,-4 0-59 0,-6 4 9 0,-1 0-674 16,-10 0-836-16</inkml:trace>
  <inkml:trace contextRef="#ctx0" brushRef="#br0" timeOffset="29177.17">24205 8681 3868 0,'-2'-7'29'16,"2"7"9"-16,0 0 3 0,0 0 41 16,0 0 61-16,0 0 51 0,-14 31 31 0,10-10 14 15,0 4 2-15,2 1-9 0,4 13-19 16,6 2-27-16,-1 1-3 0,4 3-10 16,3-8-20-16,1-6-9 0,2 1-14 0,6-4-11 15,-2-3-3-15,4-8 0 0,0 1 2 0,-2-7-8 16,-5-5-6-16,2-2-1 15,-5-4 3-15,4-2 2 0,-2 0-2 0,0-3-8 16,-1-5-7-16,-2-4-6 0,0 0-10 16,-3-5-4-16,-1 0-8 0,-2-3-8 0,-4-2-22 15,-1-1-33-15,-3-13 0 0,0-3 0 16,-2-1 0-16,-1 3 0 0,-6 3 0 0,4 3 0 16,-1 8-110-16,3 8-83 0,-1 3-80 15,0 4-99-15,2 4-98 0,-3 5-88 0,5 1-115 16,0 0-119-16,-12 10 82 0,6 0-664 15,3 4-828-15</inkml:trace>
  <inkml:trace contextRef="#ctx0" brushRef="#br0" timeOffset="29561.08">24637 8868 3648 0,'3'-3'120'0,"-3"3"58"16,8-5 14-16,-8 5 14 0,0 0 29 15,0 0 14-15,0 0 14 0,0 0-11 0,0 0-25 16,11-3-17-16,-11 3 11 0,12 9-12 15,-5-1-17-15,4 4-23 0,1-2-16 0,-2 1-14 16,1 1-13-16,-1 1-11 0,-5-1-12 16,6 3-7-16,-5-1-28 0,0-1-7 15,0-2-5-15,-2 0-4 0,-1-2-8 16,-1 0 0-16,2-2-8 0,0-2-2 0,-4-5-5 16,4 6-1-16,-4-6-12 0,0 0 3 15,0 0-5-15,19-11-4 0,-14-3 0 0,7-3-3 16,-1-2 6-16,0 2-7 0,1 3-2 15,-4 0 0-15,-3 4 0 0,1 1-3 16,0 1 7-16,-2 3-6 0,-4 5 3 0,7-3 4 16,-7 3-2-16,0 0-6 0,16 12 0 15,-12-6 4-15,1 3-4 0,3 1-1 16,-3 0-20-16,4 3-34 0,-4-3-42 0,3 0-51 16,-5-1-49-16,7-1-58 0,-4 0-72 15,-2 1-68-15,1-4-65 0,1-3-98 16,-6-2-146-16,0 0-8 0,17-9 78 0,-7 2-507 15,-1-3-608-15</inkml:trace>
  <inkml:trace contextRef="#ctx0" brushRef="#br0" timeOffset="29811">25185 8151 3483 0,'-3'-27'187'16,"-4"6"12"-16,4 4 17 0,1 4 28 0,-2 1 36 15,2 3 24-15,-2 1 8 0,4 8-27 16,-1-6-6-16,1 6 8 0,-8 23-5 0,5 4-20 15,3 17-26-15,0 14-22 0,7 6-21 16,-3 6-21-16,3 1-17 0,0 1-15 16,4-2-20-16,2 0-39 0,-1-3-14 0,8-2-13 15,3 0-47-15,-2-4-56 0,-1-7-75 16,2-4-51-16,-3-5-46 0,-4-15-31 16,-4-4-41-16,-3-5-40 0,-2-6-43 0,-2-5-46 15,-4 0-48-15,-2-8-38 0,2-2-57 16,-8 6-47-16,8-6 13 0,-23-3-442 0,9 0-514 15</inkml:trace>
  <inkml:trace contextRef="#ctx0" brushRef="#br0" timeOffset="30044.26">25112 9000 2878 0,'-11'-10'34'0,"0"1"35"0,5 4 28 15,-2 0 15-15,5 0 18 0,1 2 6 16,2 3 8-16,0-9 1 0,0 9-5 16,11-10-15-16,3 2-11 0,4-1-13 0,13-3-8 15,1-2-17-15,3 2-15 0,-1-3-11 16,2 2-16-16,-1 3-8 0,-3-1-7 0,-7 6-3 15,-7 1 3-15,0 4-3 0,-2 0 8 16,-3 6-1-16,-1 1 9 0,1 4 5 16,-4 0 2-16,0 7-3 0,-3 1-5 0,0 3-4 15,0 10-2-15,-1 1-4 0,-1-6-15 16,-2-3-33-16,2 0-51 0,0-4-71 0,0 3-68 16,-3 0-76-16,-1-7-80 0,4 0-127 15,0-5-60-15,-2 1 57 0,1-2-258 16,3-5-250-16</inkml:trace>
  <inkml:trace contextRef="#ctx0" brushRef="#br0" timeOffset="30177.41">25589 8673 2274 0,'-5'-23'93'16,"-3"5"4"-16,4 4 16 0,-2 3 16 0,0 5-16 16,3 0-7-16,-3 3-9 0,6 3-12 15,0 0-21-15,0 0-66 0,-14 11-91 0,11-3-137 16,1-1-198-16,0 2-43 0,0 2-191 15,0 0-159-15</inkml:trace>
  <inkml:trace contextRef="#ctx0" brushRef="#br0" timeOffset="30443.83">25720 8098 2240 0,'-2'-23'292'0,"-1"9"-26"15,3 2-12-15,0 5 19 0,0 7 52 16,0 0 29-16,0 0 9 0,17 54-7 0,-4-2-24 16,-2 10-23-16,1 14-23 0,-1 21-26 15,0 1-24-15,-4 1-17 0,0 2-29 0,3 0-16 16,0 1-35-16,-1-25-19 16,2-2-44-16,-1-7-47 0,1-3-60 0,-1-6-62 15,2-4-62-15,-5-16-73 0,-1-5-86 16,1-3-93-16,-4-8-106 0,0-9-165 0,-1-7-32 15,4-4 85-15,-6-3-511 0,0 0-603 16</inkml:trace>
  <inkml:trace contextRef="#ctx0" brushRef="#br0" timeOffset="30794.58">26464 8494 3351 0,'-14'8'124'0,"-1"6"10"0,-4 13 33 0,1 2 51 15,0 2 42-15,0 1 38 0,5 2 5 16,2-1-20-16,5-1-10 0,4-4-23 16,4-5-21-16,4 0-16 0,4 6-13 0,3-3-22 15,2-3-12-15,2-6-19 0,0-5-16 16,1 0-14-16,0-4-7 0,6-3-28 0,-3-5-28 15,-1 0-30-15,7-5-24 0,3-3-19 16,3-4-14-16,-5-4 9 0,-5-1 2 16,1-2 1-16,-10-5 8 0,0-1 1 15,-5-4-2-15,-3 2 1 0,-4 3-2 0,-4 0-20 16,-2 4-21-16,-1 3-34 0,-3 0-37 16,-2 6-44-16,-1 2-59 0,0 5-83 0,-3 4-87 15,-1 4-107-15,-4 4-169 0,0 0-13 16,2 1 75-16,-1 3-481 0,5-4-564 0</inkml:trace>
  <inkml:trace contextRef="#ctx0" brushRef="#br0" timeOffset="30996.76">26689 8657 2925 0,'7'2'94'0,"-2"4"70"16,-4 3 33-16,1 3 41 16,2 5 37-16,-4 4 34 0,-2 5 20 0,-2 9-1 0,3 8-23 15,-8 9-18-15,4 3-46 16,1 3-19-16,-2-3-24 0,5 1-20 0,-3 1-21 15,2-12-43-15,-3-2-36 0,5-2-57 16,-1-2-54-16,2 0-63 0,-1-10-76 0,0-8-92 16,0-1-106-16,0-7-116 0,0-3-169 15,5-2-35-15,-1-5 66 0,-4-3-488 16,0 0-582-16</inkml:trace>
  <inkml:trace contextRef="#ctx0" brushRef="#br0" timeOffset="31278.23">26992 8597 2981 0,'-6'-5'148'0,"0"3"39"15,6 2 6-15,0 0 19 0,-17 7 27 16,11-1 29-16,3 2 11 0,1 2-8 0,-2 4-18 16,4 0-27-16,2 2-19 0,0 2-22 15,0-1-23-15,1 2-13 0,3 0-15 0,-1-1-9 16,4-4-26-16,4 3-35 0,-1-3-26 15,-1-1-29-15,2-5-33 0,1-2-20 16,-3-3-15-16,3 1-3 0,-3-4 5 0,0 0 1 16,-11 0-9-16,21-2 1 0,-14-3 4 15,4 1 4-15,-4-6 1 0,0-3-14 16,-1-3-17-16,-3-6-40 0,-3-5-69 0,7-9-77 16,-1 0-114-16,-1 0-167 0,1 2-98 15,-3 12 69-15,1 5-407 0,1 5-465 0</inkml:trace>
  <inkml:trace contextRef="#ctx0" brushRef="#br0" timeOffset="31843.96">27472 8647 3092 0,'-7'3'199'0,"7"-3"-3"0,-11 2 2 16,11-2 8-16,0 0 0 0,0 0-12 15,0 0-16-15,0 0-17 0,0 0-18 0,0 0-10 16,23-12-18-16,-9 4-22 0,-1 1-29 16,3-5-13-16,-1 0-9 0,-1 0-5 15,-3-1-1-15,-4 3-1 0,0 1 0 0,-2-3 7 16,-1 4 7-16,-6-1 7 0,2 9 4 16,-5-6 1-16,5 6 6 0,-13 0 4 0,13 0 4 15,-25 17 10-15,11-3 14 0,-8 7 3 16,5 2 4-16,6-5-3 0,2 3-11 15,3-1-5-15,1-3 0 0,5 0-12 16,0-2-9-16,7 1-9 0,-2-5-3 0,6 1-13 16,3-3-15-16,-1-2-19 0,5-2-16 15,-2-3-12-15,2-1-1 0,-1-4 0 0,2-2-1 16,2 1 3-16,0-8-2 16,5-1 5-16,-1-3 4 0,-2 1-1 0,2-4 7 0,-6 3 10 15,-5 7 17-15,-3 0 13 0,-2 0 19 16,-1 3 19-16,-2 2 13 0,-1 1 8 0,-5 3 13 15,0 0 13-15,0 0 3 0,15 7-7 16,-10 1-9-16,0 1-12 0,-1-1-9 16,3-1-9-16,4 2-13 0,-2-1-22 15,2 1-37-15,3-3-44 0,1 0-41 0,2-3-46 16,3-3-29-16,0-2-28 0,3-1-10 16,0-2-5-16,-1 0 10 0,-2 1 12 0,-1-3 6 15,-2 2 5-15,-2 2 4 0,-4-1 4 16,1 1-9-16,-2 0-31 0,-3 1-50 15,-7 2-57-15,15-3-74 0,-9 1-93 0,-6 2-160 16,17-4 37-16,-10 3 59 0,5-1-317 0,-12 2-337 16</inkml:trace>
  <inkml:trace contextRef="#ctx0" brushRef="#br0" timeOffset="32744.36">29163 8410 2702 0,'-11'2'214'0,"4"1"-7"0,-4 3 2 16,1-2 22-16,1 3 30 0,-3 4 18 15,4 2 11-15,-1-2-16 0,3 1-21 0,1 0-21 16,3-1-29-16,2 2-22 0,0-4-12 16,6 0-19-16,3 3-19 0,3-8-24 15,4 2-34-15,4-4-12 0,3-6-48 0,3 0-11 16,7-5-7-16,-7 2 1 0,-3 0 1 15,-4 1 2-15,-2 0 0 0,-3 0 8 16,-3 2 16-16,1 1 16 0,-5-1 18 0,-7 4 15 16,15-3 16-16,-15 3 13 0,0 0-2 15,0 0 10-15,16 16 4 0,-12-6 3 0,1 1-7 16,2 3-10-16,4 1-7 0,2-1-6 16,0-2-6-16,11 5-11 0,0-7-16 0,-1-5-24 15,2-3-34-15,1-2-47 0,9-7-39 16,-1-3-40-16,0 1-39 0,0-5-31 0,-2-4-28 15,1 1-18-15,-5 0-18 0,-3 0-14 16,-3 5 0-16,-9 2-11 0,-2 3-11 16,-1 0-13-16,-5 2-26 0,3 0-61 0,-5 1-106 15,-3 4-90-15,7-4 66 16,-7 4-299-16,0 0-315 0</inkml:trace>
  <inkml:trace contextRef="#ctx0" brushRef="#br0" timeOffset="44659.64">5691 11699 4284 0,'-14'11'85'0,"2"1"-64"0,0 0 24 16,7-6 21-16,-1 1 52 0,6-3 29 0,0-4 7 16,0 0-17-16,23 0-24 0,6-14-2 15,15-11-12-15,5-6-8 0,20-15-11 0,1-5-7 16,3-2-12-16,-3-2-29 0,-1 1-57 16,-9 1-90-16,-10 14-129 0,-6 5-153 0,-2 5-193 15,-15 10-93-15,-8 9 72 0,-10 6-427 16,-3 6-512-16</inkml:trace>
  <inkml:trace contextRef="#ctx0" brushRef="#br0" timeOffset="44873.94">5970 12151 3317 0,'-6'11'249'16,"2"-4"-26"-16,0-1-21 0,4-6 5 15,0 7 33-15,0-7 40 0,0 0 18 0,13 5-24 16,-13-5-14-16,23-8-26 0,4-8-22 15,14-6-21-15,4-8-20 0,5-8-22 16,11-13-75-16,-2-3-94 0,4 4-91 0,-2 1-106 16,-16 13-119-16,-6 1-150 0,-5 5-224 15,-7 9-3-15,-10 8 73 0,-3 5-499 0,-5 7-606 16</inkml:trace>
  <inkml:trace contextRef="#ctx0" brushRef="#br0" timeOffset="45824.97">14995 12521 3422 0,'-19'8'130'0,"2"0"6"0,2 2-18 16,-2-3 4-16,-1 3 21 0,7-2 26 0,-3-1 25 16,3-2 19-16,4 0 5 0,3-1 0 15,4-4-11-15,0 10-10 0,0-10-7 0,22 6-4 16,9-6-9-16,28-8-14 0,14-9-2 15,28-7-13-15,13-6-13 0,8-2-17 0,11-1-11 16,5-1-8-16,2-2-14 16,-2 5-9-16,-1-1-8 0,-9 3-5 0,-12 2-6 15,-15 3-24-15,-29 7-20 0,-11 3-13 16,-11 1-1-16,-14 5 7 0,-9 2 0 0,-6 3 2 16,-6-1 2-16,-4 3 0 0,-1-1-7 15,-10 2-8-15,11 0-23 0,-11 0-35 0,0 0-60 16,0 0-90-16,0 0-127 0,2 7-154 15,-2-7-182-15,0 0-96 0,-9 10 70 0,9-10-656 16,-7 7-812-16</inkml:trace>
  <inkml:trace contextRef="#ctx0" brushRef="#br0" timeOffset="47374.05">5572 13614 1700 0,'-3'-14'136'0,"1"2"-11"16,2 6-20-16,-1-1-34 16,1 7-16-16,-2-9-8 0,2 9 23 0,0 0 21 15,0 0 27-15,-17 34 12 0,5-5-5 16,1 10-4-16,-5 9 8 0,2 10-9 0,-2 2-1 16,5 2-5-16,0-3-11 0,2 0-10 15,4-2-9-15,3-13-11 0,2 0-9 0,10 6-5 16,-1-9-12-16,4 4 4 15,3-10-7-15,7 6-2 0,5-4-2 0,5-1-3 16,5 0 2-16,2 0-14 0,-1-2-1 16,6 3-6-16,-5 2 3 0,-3 0-4 0,0 4 1 15,-6 7 24-15,-4 1 40 0,-5 4 24 16,-5 5 26-16,-6-2 17 0,0 0 16 16,-6-3 4-16,-3-9 10 0,0-4 6 0,2-4-9 15,-4-7-17-15,1-9-16 0,1-2-9 16,0-6-12-16,0 3-18 0,2-8-6 0,-1 3-11 15,2-1-11-15,2-2 0 0,1 2-14 16,3 1-10-16,1-1-25 0,1 5-50 16,1 1-56-16,6 5-76 0,-2 5-102 0,-1-4-140 15,-6-4-114-15,0-3-192 16,-2-4-43-16,-4-3 86 0,2-5-452 0,-7-4-581 16</inkml:trace>
  <inkml:trace contextRef="#ctx0" brushRef="#br0" timeOffset="48274.84">9257 15120 2863 0,'-13'9'-138'0,"0"-3"22"0,2 0 16 0,-2 2 19 0,4-4 8 16,0 1 13-16,-1 1 7 0,2-2 8 0,-1 0 5 15,2 0 3-15,0 0-5 0,4-1-1 16,3-3-9-16,-10 7-4 0,5-2 12 16,1 1 6-16,1 4-6 0,-4 0-11 0,1-1-14 15,3 6-3-15,-3-1-5 16,3-1-1-16,-4 3 19 0,3-3-5 0,3-2 12 15,-5 2-3-15,2-6 17 0,2 2 2 16,1 0 11-16,-5-2 16 0,4-2 13 0,0-1 18 16,-4 1 16-16,6-5 11 0,-6 9-1 15,1-6 10-15,5-3 6 0,-8 10 2 0,5-8 14 16,-4 3 4-16,7-5 9 0,-9 6 7 16,3-3 7-16,6-3 2 0,-5 6 0 15,5-6 2-15,-6 5 2 0,6-5 5 16,0 0-15-16,-6 5-3 0,6-5 3 15,0 0 7-15,0 0 0 0,17 13 14 0,3-7 3 16,16 1-1-16,9 0 1 0,23 1 15 16,11-1 25-16,32 2 5 0,13-4-3 0,12-2 4 15,11-1-8-15,9 0-16 0,9-1-10 16,2-1-8-16,5 2-18 0,-5 0-10 16,-6 1-9-16,-5-1-9 0,-11-1-10 0,-16-1-8 15,-10 0-3-15,-35 2-6 0,-7-2-2 16,-5 0 28-16,-8-2 11 0,-13-1 12 0,-5 0 11 15,-6-1 20-15,0-1 0 0,-10 2-9 16,-5 0-13-16,-6 1-9 0,-2-2-11 0,-3 2-13 16,1 1-3-16,-7-1-17 15,-8 2-27-15,17-3-55 0,-17 3-57 0,0 0-69 16,15 0-78-16,-15 0-108 0,0 0-126 16,0 0-162-16,0 0-137 0,0 0 51 15,-34 20-552-15,6-8-718 0</inkml:trace>
  <inkml:trace contextRef="#ctx0" brushRef="#br0" timeOffset="48757.3">9207 17193 3855 0,'-28'5'187'0,"4"0"-9"0,1-1-10 15,3 1 6-15,6-2 26 0,-2-1 33 16,5 0 42-16,11-2 7 0,-18 1-1 0,18-1-10 15,-11 0-21-15,11 0-13 0,0 0-16 16,0 0-10-16,31-12-4 0,20-3-22 16,12-4-13-16,29-8-26 0,10-2-9 15,16-4 1-15,12-8-11 0,9-4-71 16,52-10-56-16,-10 4 0 0,-40 12 0 0,3 5 0 16,-6 2 0-16,-11 5 0 0,-7 2 0 15,-19 5 0-15,-26 6 0 0,-12 4 0 0,-18 1 0 16,-4 3 0-16,-13 2 0 0,-6-1 0 15,-4 2 0-15,0 1 0 0,-6 0 0 0,1 0 0 16,-4 1 0-16,-9 1 0 16,13-2 0-16,-13 2-277 0,0 0-190 0,0 0-112 15,-4 12-151-15,-5-3-127 0,-3 1 59 16,-3 2-727-16,-3-2-969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6:59:24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15817 5496 1643 0,'0'-8'497'0,"0"8"-92"0,0 0-32 0,0 0-45 16,0 0-32-16,0 0-23 0,0 0-26 15,-10-6-22-15,10 6-8 0,0 0-10 16,0 0-13-16,0 0-16 0,0 0-17 0,0 0-14 16,0 0-19-16,0 0-7 0,0 0-10 15,-5-5-3-15,5 5 11 0,0 0 2 16,0 0-9-16,-7-7-1 0,7 7-4 15,-3-11 0-15,-5 5 0 0,1-3-4 0,-1 1 2 16,-2-2-3-16,-1 0-11 0,1 3-2 16,-3-5-5-16,0 6-5 0,-2 0-8 0,-5 3-7 0,4-1-9 15,-8 4 1-15,3 2-7 16,-1 3 7-16,-8 5-11 0,-1 4-7 0,2 5 2 16,3 3-8-16,4 7-2 0,1 3-6 15,8-1 2-15,8-6-5 0,1-3 0 0,8 1-3 16,3-4 6-16,12 4-5 0,5-2-6 15,0-1 1-15,2-6 1 0,1-2-1 16,2 1-5-16,-1-1 10 0,-4-1 7 0,-6-3 11 16,1 0 12-16,-1 1-39 0,-5-1-10 15,0 1 0-15,-5 0 0 0,1 1 0 0,-3 0 0 16,-2 0 0-16,-3 1 0 16,-2-3 0-16,-1 4 0 0,-6 0 0 0,1 0 0 15,-1 0 0-15,-2 0 0 0,-1 0 0 16,-3 0 0-16,0 0 0 0,-4-4 0 0,3-1 0 15,-2-1 0-15,-2-5 0 0,2 2 0 16,-1-3 0-16,2-3 0 0,-2 0 0 0,1-1 0 16,4-3 0-16,1 2 0 0,1 0 0 15,3-1 0-15,3-2 0 0,-1-2 0 0,6 3-229 16,4-5-464-16,1-1-139 0,7-3-59 16,10-6 86-16,3-2-807 0,13-1-1053 0</inkml:trace>
  <inkml:trace contextRef="#ctx0" brushRef="#br0" timeOffset="200.08">16014 5636 4797 0,'-16'9'143'0,"16"-9"83"0,0 0 80 0,-11 4 50 0,11-4 29 16,0 0 28-16,0 0-4 0,0 0-21 16,0 0-31-16,0 0-38 0,0 0-227 15,0 0-92-15,0 0 0 0,24-15 0 16,-10 10 0-16,0 0 0 0,6-1 0 0,-5 2 0 15,6-3 0-15,-4 2-333 0,2 1-332 16,0-3-203-16,2 2-12 0,-6 2 94 0,5-1-799 16,-6 1-1025-16</inkml:trace>
  <inkml:trace contextRef="#ctx0" brushRef="#br0" timeOffset="634.04">16272 5467 4300 0,'-2'-8'7'0,"0"2"52"0,2 6 42 0,8-15 33 15,-1 3 19-15,3 0-2 0,5 1-5 16,8-9-13-16,2 3-6 0,2 2-15 16,-2 5-12-16,-5 3-11 0,0 2 3 0,-4 3-15 15,2 2 5-15,-1 4 11 0,-4 2 17 16,2 6 15-16,-7 5 46 0,-2 4 19 0,-6 3 25 15,-4 15 23-15,-6 3 25 0,-5 6 21 16,-6-2-9-16,1-3 7 0,-1-2-200 0,5-10-82 16,1-2 0-16,6-9 0 0,0-3 0 15,6-2 0-15,1-3 0 0,4-4 0 0,1 1 0 16,10-4 0-16,-1-1 0 0,8-4 0 16,0 0 0-16,5-4 0 0,0-3 0 0,9-2 0 15,-1 1 0-15,-5-2 0 0,-3 1 0 16,-4 3 0-16,0-2 0 0,-6 2 0 15,-2 1 0-15,1 1 0 0,-5-2 0 16,2 4 0-16,-4 0 0 0,0-2 0 0,-7 4 0 16,10-6 0-16,-10 6 0 0,0 0 0 15,5-3 0-15,-5 3 0 0,0 0 0 0,0 0 0 16,0 0 0-16,0 0-412 0,0 0-600 16,-24 9 88-16,16-5 96 0,0 0-878 0,-1 2-1139 15</inkml:trace>
  <inkml:trace contextRef="#ctx0" brushRef="#br0" timeOffset="966.18">16133 5838 4553 0,'-11'2'23'0,"-1"0"95"0,4-1 81 0,8-1 73 16,0 0 68-16,-15 4 45 15,15-4 28-15,0 0 17 0,0 0-10 0,0 0-7 16,0 0-16-16,0 0-169 0,0 0-228 15,0 0 0-15,27-16 0 0,-14 10 0 0,3-1 0 16,-3 0 0-16,2-2 0 0,2 1 0 16,2-4 0-16,-2 1-436 0,2 3-447 0,1-2-63 15,-3 1 112-15,-2 3-898 0,-4 2-1164 16</inkml:trace>
  <inkml:trace contextRef="#ctx0" brushRef="#br0" timeOffset="2166.13">10710 6968 2212 0,'0'0'440'0,"5"-3"-60"16,-5 3-10-16,0 0-35 0,9-3-15 15,-9 3-17-15,0 0-24 0,0 0-16 0,0 0 11 16,0 0-15-16,11-4-10 0,-11 4-7 16,0 0-20-16,0 0-16 0,0 0-16 0,0 0-9 15,0 0-7-15,5-5-8 0,-5 5-6 16,0 0-6-16,0 0-12 0,0 0-12 16,0 0-16-16,-4-13-12 0,4 13-9 0,-12-6-8 15,5 5-11-15,0-3-14 16,-4 2-48-16,11 2-12 0,-22 0 0 0,8 2 0 15,0 5 0-15,-15 6 0 0,4 3 0 16,0 6 0-16,0 0 0 0,5 2 0 0,4-1 0 16,5-5 0-16,6-2 0 0,1-3 0 15,8-1 0-15,-1 1 0 0,6-3 0 0,5 4 0 16,1-5 0-16,6 1 0 0,6 1 0 16,2 3 0-16,-2-3 0 0,-2-1 0 15,-5-2 0-15,-4 3 0 0,2-3 0 16,0 2 0-16,-7-1 0 0,-2 2 0 0,-1 0 0 15,-4 0 0-15,0 1 0 0,-3 1 0 16,-2-1 0-16,-5 4 0 0,1-3 0 0,-6 6 0 16,2-3 0-16,-5-1 0 0,1-1 0 15,-1 0 0-15,0-5 0 0,1 3 0 0,-1-6 0 16,1-2 0-16,1-2 0 0,-1-2 0 16,1 0 0-16,12 0 0 0,-22-4 0 0,14 2 0 15,-4-4 0-15,7 2 0 0,-1-7 0 16,5 1-177-16,2-6-777 0,7-1 4 0,7-12 111 15,4 2-954-15,15-9-1221 0</inkml:trace>
  <inkml:trace contextRef="#ctx0" brushRef="#br0" timeOffset="2352.8">11088 7074 5393 0,'0'0'200'0,"-14"-2"45"0,14 2 45 0,0 0 25 16,0 0 4-16,-20 0 1 0,20 0-18 15,0 0-34-15,-5-2-30 0,5 2-21 0,0 0-133 16,7-16-84-16,5 7 0 0,1-3 0 16,0 0 0-16,5 0-210 0,-3-1-182 15,4 1-123-15,-4-1-112 0,2 5-193 16,1 1 13-16,-7 5 90 0,-4 2-679 0,-7 0-847 16</inkml:trace>
  <inkml:trace contextRef="#ctx0" brushRef="#br0" timeOffset="2516.41">11124 7210 3765 0,'-9'9'63'0,"0"-3"78"0,5-2 55 16,4-4 46-16,-8 7 39 0,8-7 25 16,0 0-9-16,-6 3-12 0,6-3-22 15,0 0-29-15,0 0-20 0,0 0-41 0,35-18-90 16,-20 7-118-16,8-9-126 16,4-1-169-16,-1-2-193 0,9-9-256 0,1 1 73 0,0 0 71 15,-2 0-513-15,4 1-614 16</inkml:trace>
  <inkml:trace contextRef="#ctx0" brushRef="#br0" timeOffset="2733.16">11590 6549 3167 0,'-12'-10'237'0,"1"2"77"0,2 1 60 16,0 3 44-16,4-1 19 0,5 5-9 16,-8-5-18-16,8 5-41 0,0 0-8 15,0 0-5-15,0 0-15 0,0 29-28 16,8-7-36-16,4 5-27 0,-1 4-111 15,-2 0-139-15,3 4 0 0,-3-2 0 0,3-1 0 0,-4 1 0 16,-1-4 0-16,1-4 0 16,-5-3 0-16,4-3 0 0,-3 1 0 0,-3-1 0 15,-1-2-438-15,0 3-168 0,0-1-165 16,0-1-107-16,-1-3 91 0,1-1-815 0,-2-1-1043 16</inkml:trace>
  <inkml:trace contextRef="#ctx0" brushRef="#br0" timeOffset="3715.17">19725 5545 4111 0,'6'4'-157'0,"-6"-4"55"16,0 0 52-16,0 0 48 0,0 0 47 15,0 0 29-15,13-2 22 0,-13 2 16 0,0 0 13 16,0 0 15-16,6-9 13 0,-6 9 8 15,2-7 5-15,-2 7 2 0,0-10 3 0,0 10-11 16,-2-13-5-16,-2 5-4 0,-2 0-2 16,3 0-1-16,-5 1-10 0,3-3-11 0,-6 6-14 15,2-2-13-15,-2 4-16 16,-3 2 1-16,-2 4-12 0,-6 4-10 0,-10 7-7 0,2 3 0 16,-6 11-9-16,1 1-8 15,12-6-2-15,2 0-2 0,6 0 1 0,7-6-8 16,4-1-6-16,4 1 2 0,7-3-2 15,0 1-4-15,8-1 1 0,-1 1 2 0,6 3-7 16,1 0-1-16,4-3 3 0,-8-2-10 16,-1-3 8-16,-4 1 6 0,-1 0 23 0,0-1 20 15,-4 0 26-15,2 1 26 0,-6 0 18 16,-1-2 20-16,-4 2 5 0,0-2-21 16,1 2-137-16,-10 0 0 0,6 0 0 0,-6-1 0 15,-3-1 0-15,-3 1 0 0,0 1 0 0,-10 2 0 16,-2-3 0-16,2-5 0 15,7 0 0-15,3-2 0 0,-5-2 0 0,6-2 0 16,0 0 0-16,3-4-480 0,0-4-162 16,7-2-180-16,4-1-49 0,4-5 95 0,8-5-788 15,10-8-1008-15</inkml:trace>
  <inkml:trace contextRef="#ctx0" brushRef="#br0" timeOffset="3898.59">19948 5631 4960 0,'0'0'409'0,"0"0"49"0,0 0 45 0,0 0 3 16,0 0-12-16,0 0-29 0,0 0-69 0,0 0-396 16,0 0 0-16,-7 10 0 0,7-10 0 15,27 0 0-15,-11-2 0 0,5 0 0 0,4-1 0 16,-2 0 0-16,0-3 0 16,2 3 0-16,-2-2 0 0,0-2-51 0,-1 4-742 15,-5-1-164-15,5 1 77 0,-9 1 96 16,-1 0-823-16,-12 2-1048 0</inkml:trace>
  <inkml:trace contextRef="#ctx0" brushRef="#br0" timeOffset="4065.77">20113 5726 4824 0,'-11'6'164'0,"6"-2"40"0,5-4 64 0,-9 2 35 16,9-2 12-16,-9 4-8 15,9-4-22-15,0 0-27 0,0 0-25 0,0 0-27 16,0 0-68-16,43-6-100 0,-22-4-131 15,11 1-131-15,3-5-150 0,-1 0-166 0,-2-1-230 16,2-1-28-16,0 1 92 0,-3-3-667 16,1 3-828-16</inkml:trace>
  <inkml:trace contextRef="#ctx0" brushRef="#br0" timeOffset="4265.2">20663 5213 4286 0,'-5'-11'306'0,"-2"3"74"0,3 0 28 0,3 4 11 15,1 4-3-15,0 0-35 0,0 0 11 16,0 0 11-16,0 0-33 0,-6 26-29 16,8-9-252-16,2 6-89 0,-1 13 0 15,3 2 0-15,0 1 0 0,-2 1 0 0,2 1 0 16,-3 1 0-16,3-5 0 0,-4 1 0 16,-1-8-115-16,1 5-463 0,-4-8-155 0,2-4-178 15,0-5 79-15,0 1 88 0,-1-2-711 16,-1 1-904-16</inkml:trace>
  <inkml:trace contextRef="#ctx0" brushRef="#br0" timeOffset="5365.95">10351 10718 1426 0,'0'0'707'0,"-2"-8"-171"0,2 8-117 16,-3-6-71-16,3 6-31 0,0 0-33 15,-4-5-30-15,4 5-28 0,-7-5-3 0,7 5-11 16,-3-5-14-16,3 5-12 0,-8-8-8 16,8 8-13-16,-7-12-7 0,2 8 1 0,-4-1-13 15,2 0-5-15,-2 0-4 0,-4-1-9 16,2 2-14-16,0 0-1 0,-3 2-10 16,2 2-14-16,12 0-9 0,-35 5-1 0,20 2-12 15,-4 0-7-15,0 5-9 0,1 2-1 0,0 5-8 16,0 4-8-16,11-4 1 0,1 1-9 15,4-4-3-15,2 1-4 0,6 0-3 16,1 0 0-16,9 7-5 0,4-4-13 16,-4-3 3-16,3-6-1 0,-4 4-6 0,3-3 9 15,-3 1-1-15,-2 1 5 0,0 0 16 16,0 0 11-16,-1-3 32 0,-6 1 29 16,-1 1 27-16,1 0 19 0,-2 1-12 0,-3-2-129 15,-1 0 0-15,-1 0 0 0,-3 1 0 16,-2-1 0-16,-1 2 0 0,2-1 0 0,-8-2 0 15,2-1 0-15,-2 1 0 0,0-4 0 16,-2 0 0-16,-3-3 0 0,3 0 0 0,0-2 0 16,2 0 0-16,-1 0 0 0,3-2 0 15,11 0-156-15,-18 1-506 0,18-1-172 0,-13-1-64 16,13 1 94-16,0 0-841 16,4-12-1083-16</inkml:trace>
  <inkml:trace contextRef="#ctx0" brushRef="#br0" timeOffset="5549.15">10687 10871 5064 0,'0'0'307'0,"0"0"49"0,0 0 41 0,0 0 24 16,0 0-5-16,0 0-25 0,-31-6-31 16,31 6-42-16,0 0-157 0,0 0-161 0,6-8 0 15,-1 2 0-15,5 0 0 0,1-3 0 16,3 0 0-16,3 0-261 0,-3 1-243 0,1-2-110 15,-3 3-158-15,0 1-77 0,0 0 95 16,-7 5-755-16,5 1-955 0</inkml:trace>
  <inkml:trace contextRef="#ctx0" brushRef="#br0" timeOffset="5732">10702 11040 4571 0,'-10'7'297'15,"3"-2"80"-15,1 1 60 0,1 0 33 0,5-6 27 16,-9 4-9-16,9-4-27 0,0 0-39 15,-3 8-251-15,3-8-171 0,0 0 0 16,0 0 0-16,0 0 0 0,36-12 0 16,-21 6 0-16,0-5 0 0,6 1 0 0,2-6 0 0,2-1-531 15,-2 2-427-15,3 1 45 16,-4 2 108-16,-5 4-890 0,3 1-1130 0</inkml:trace>
  <inkml:trace contextRef="#ctx0" brushRef="#br0" timeOffset="6131.92">10979 10617 4979 0,'-7'-8'88'0,"3"-2"74"15,2 5 76-15,2 5 51 0,-5-8 45 0,5 8 20 16,0 0-17-16,-4-6-8 15,4 6 15-15,0 0 29 0,0 0-19 0,13 19-344 0,-3-4-10 16,0 3 0-16,2 10 0 16,1 1 0-16,-1 0 0 0,0 0 0 0,-2 0 0 15,-3-7 0-15,0-2 0 0,0 1 0 16,-1-7 0-16,-3 1 0 0,5 2 0 0,-7-5 0 16,3 2-333-16,-2-1-474 0,1-1-134 15,-1-2 96-15,-2-1-946 0,0-9-1219 16</inkml:trace>
  <inkml:trace contextRef="#ctx0" brushRef="#br0" timeOffset="7064.45">14915 10297 4601 0,'2'-6'-126'16,"-2"6"75"-16,0 0 48 0,2-10 49 0,-2 10 35 16,0 0 34-16,0-13 18 0,0 13 8 15,0-8 5-15,0 8 0 0,0 0-4 0,0-9-6 16,0 9-3-16,0 0-15 0,-4-12-6 15,4 12-19-15,-4-6-5 0,4 6-13 0,-9-7 1 16,4 3-3-16,5 4-7 16,-18-3-14-16,5 0 0 0,-1 3-6 0,14 0-6 15,-36 5-4-15,13 1-5 0,-7 8-5 16,-3 3 0-16,3 5 0 0,-1-1-2 0,6 4-5 16,5 1-2-16,4-1-3 0,11-4 2 15,3-2-3-15,6-4-3 0,3 4 2 16,7-3 0-16,9 4 1 0,3-2-2 0,2-1 0 15,1 0-3-15,2-3-1 0,-5 1 2 16,-3-5 11-16,-8 0 7 0,-1-1 28 0,-3-1 33 16,3 1 28-16,-5 1 32 15,-1-2 22-15,-3 0 14 0,-2 4 10 0,1-4-3 0,-4 0-65 16,-2 1-126-16,-3 0 0 0,0 1 0 16,-5 0 0-16,1 1 0 0,-5-3 0 0,1 0 0 15,-2-1 0-15,-4 0 0 16,2-2 0-16,-5-1 0 0,6 0 0 0,0-3 0 15,1-2 0-15,1-1 0 0,3-2-210 16,0 1-392-16,3-4-164 0,4-2-137 0,2 2 89 16,4-3-851-16,4-4-1102 0</inkml:trace>
  <inkml:trace contextRef="#ctx0" brushRef="#br0" timeOffset="7264.98">15167 10415 5075 0,'0'0'249'0,"0"0"62"0,0 0 51 0,0 0 32 16,0 0 6-16,0 0-22 0,-30-5-31 0,30 5-45 16,0 0-32-16,0 0-167 0,0 0-103 0,22-16 0 15,-6 6 0-15,-2 5 0 0,8-2 0 16,-5 2 0-16,0-1-4 0,0 0-383 16,-2 4-104-16,3-3-107 0,-5 1-117 0,1 4-114 15,-3 0 84-15,-11 0-759 0,15 6-950 16</inkml:trace>
  <inkml:trace contextRef="#ctx0" brushRef="#br0" timeOffset="7431.43">15236 10568 4152 0,'-16'17'91'0,"7"-5"63"15,-1-4 60-15,7 1 46 0,-6-4 32 0,6 0 13 16,3-5-3-16,-6 6-8 0,6-6-12 16,0 0-23-16,0 0-28 0,16 8-42 15,-16-8-70-15,26-12-95 0,-9 5-119 0,10-11-107 16,2-1-154-16,-2-1-154 0,7-9-218 15,-2 0-42-15,0 0 91 0,-7 5-623 0,0 0-760 16</inkml:trace>
  <inkml:trace contextRef="#ctx0" brushRef="#br0" timeOffset="7682.24">15601 10210 4006 0,'-9'-4'212'16,"9"4"13"-16,-12-6 9 0,12 6 1 15,-4-7-21-15,4 7-27 0,2-8-18 0,4 4-13 16,0-4-22-16,4 1-15 0,-3 0-5 16,0 2-17-16,2 0-14 0,-4 2-6 15,1-1-15-15,-3-1-5 0,-3 5-10 0,10-4-4 16,-10 4-2-16,0 0-6 0,0 0-11 16,0 0-14-16,0 0-24 0,0 0-24 0,0 0-44 15,0 0-50-15,0 0-67 0,0 0-94 16,0 0-88-16,0 0-105 0,-11 21-157 15,5-18-28-15,6-3 75 0,-11 7-440 16,6-2-510-16</inkml:trace>
  <inkml:trace contextRef="#ctx0" brushRef="#br0" timeOffset="8430.79">15621 10156 2830 0,'0'0'42'0,"-5"5"62"0,5-5 61 0,0 0 40 0,-4 7 37 0,4-7 27 16,0 0 14-16,0 0 10 0,0 8 1 0,0-8-2 15,0 0-7-15,0 0-6 0,0 0-21 16,14 2-22-16,-14-2-22 0,0 0-21 16,21-17-21-16,-15 10-15 0,2-1-18 0,-3-1-10 15,2 2-17-15,-3 0-6 0,3 2-10 0,-4-2-6 16,-3 7-10-16,6-8 4 15,-6 8-2-15,5-5-3 0,-5 5 8 0,0 0 8 16,0 0 12-16,0 0-15 0,-3 25-92 16,3-11 0-16,-2 5 0 0,0 0 0 0,2 6 0 0,2 1 0 15,0 1 0-15,0 9 0 16,-1-1 0-16,3-7 0 0,0-5 0 0,0 1 0 16,-2-5 0-16,2-2 0 0,0-1 0 15,-4-5 0-15,3 2 0 0,-3-3 0 0,0 0 0 16,2-1 0-16,-4-1 0 0,1 2 0 15,-5-1 0-15,0 2 0 0,-4-2 0 0,1 2 0 16,0-1 0-16,-1-2 0 0,0 2 0 16,3-3 0-16,2-3 0 0,-2 2 0 0,7-6 0 15,-6 10 0-15,5-4 0 0,1-6 0 16,1 5 0-16,-1-5 0 0,13 4 0 0,-6-2 0 16,-7-2 0-16,16 0 0 15,-16 0 0-15,22-2 0 0,-13 0 0 0,1 0 0 16,-1 0 0-16,1 2 0 0,-10 0 0 15,15-2 0-15,-15 2 0 0,11-1-282 0,-11 1-746 16,10-4 106-16,-10 4-1105 0,8-5-1441 16</inkml:trace>
  <inkml:trace contextRef="#ctx0" brushRef="#br0" timeOffset="9331.02">20975 10984 2141 0,'0'0'435'0,"0"0"-137"0,0 0-53 15,0 0-7-15,0 0-5 16,0 0-2-16,0 0-14 0,0 0-23 0,0 0-5 15,0 0-6-15,0 0-9 0,0 0-2 16,0 0-2-16,-7-16 3 0,7 16 3 0,-4-8 7 16,4 8-9-16,-6-8-23 0,-2 4 5 15,3-1-8-15,5 5 0 0,-18-11 0 0,7 7-16 16,0 0-4-16,-3 2-10 0,1 1-4 16,-4 4-11-16,-2 1-11 0,-4 4-5 0,-5 6-5 15,3 4-7-15,-2 1-6 0,7 4-14 16,0-3 1-16,9 0-15 0,5-2-5 15,0-3 5-15,8 0-1 0,3 1-11 0,8 0 0 16,-1 1 2-16,12-1-8 0,1 1-1 16,-5-5-4-16,-4-1 0 0,-2 0-2 15,0-3 0-15,-3 3 7 0,-1-4 22 0,0 4 24 16,-5 2-63-16,1-4-6 0,-3 4 0 16,-3-1 0-16,0 0 0 0,-3 0 0 0,-3 3 0 15,1-1 0-15,-3-1 0 0,2-2 0 16,-3 1 0-16,-1-3 0 0,5-1 0 15,-4-2 0-15,2-2 0 0,2 0 0 0,5-4 0 16,0 0-74-16,0 0-509 0,-20-17-143 16,20 3-187-16,4-2 86 0,2-4 87 0,4 1-732 15,7-5-920-15</inkml:trace>
  <inkml:trace contextRef="#ctx0" brushRef="#br0" timeOffset="9514.25">21072 11143 4285 0,'8'-4'180'0,"-8"4"42"0,0 0 32 0,0 0 46 0,6-6 28 16,-6 6 0-16,0 0-22 0,6-7-28 16,-6 7-28-16,5-4-22 0,6 0-26 0,0 0-56 15,3 0-89-15,2-2-109 16,1 0-110-16,2 1-108 0,1-1-127 0,-4 0-124 16,4 5-159-16,-6 1-88 0,-2 3 83 15,1 4-617-15,-5 1-761 0</inkml:trace>
  <inkml:trace contextRef="#ctx0" brushRef="#br0" timeOffset="9664.14">21141 11383 3968 0,'-8'4'242'0,"3"-1"46"0,5-3 51 15,-7 6 29-15,7-6 9 0,0 0-21 16,0 0-28-16,0 0-30 0,0 0-33 0,0 0-27 16,0 0-31-16,0 0-73 0,24-16-106 15,-9 9-124-15,6-2-136 0,8-4-159 16,2-1-178-16,-3-2-215 0,3-1 6 0,-3 2 91 15,1-1-639-15,-3 3-783 0</inkml:trace>
  <inkml:trace contextRef="#ctx0" brushRef="#br0" timeOffset="9864.93">21572 10880 4200 0,'-3'-6'325'0,"0"0"21"16,3 6 28-16,0 0 42 0,0 0-1 0,0 0-1 15,-8 29-18-15,8-12-40 0,0 8-29 16,4 10-39-16,0 2-46 0,0 2-150 0,2-2-92 16,-1 1 0-16,-1-4 0 0,4 1-107 15,-7-7-235-15,4-6-128 0,-3 2-140 0,0 1-177 16,0-7-40-16,-1 6 93 16,-1-5-733-16,2 0-916 0</inkml:trace>
  <inkml:trace contextRef="#ctx0" brushRef="#br0" timeOffset="10547.73">19435 14773 4353 0,'0'-12'91'0,"0"1"34"0,-1 0 48 0,1 2 53 0,-2 1 54 16,0-1 32-16,-2 1 6 0,4 8 0 0,-5-14-4 15,-1 7-22-15,-2 0-19 0,0 2-22 16,-1 0-20-16,-1 2-23 0,1-2-16 16,9 5-22-16,-29 3-106 0,12 0-64 15,-4 6 0-15,-6 6 0 0,1 3 0 0,-1 4 0 16,2 1 0-16,3 4 0 0,2-2 0 16,7 0 0-16,3 0 0 0,5-3 0 15,3 1 0-15,4 0 0 0,3 0 0 0,5-5 0 16,7 7 0-16,1-1 0 0,-2-7 0 15,0-4 0-15,-1 2 0 0,0-3 0 0,-4-2 0 16,3-2 0-16,-3 2 0 0,0-1 0 16,-2 0 0-16,-4-2 0 0,3 0 0 0,-5 2 0 15,1-2 0-15,-2 2 0 0,1-1 0 16,-6 0 0-16,1 2 0 0,-2-2 0 0,1 1 0 16,-5-2 0-16,3 0 0 15,-5 0 0-15,2-4 0 0,8-3 0 0,-14 4 0 16,3-6 0-16,11 2 0 0,-14-12-711 15,10 0-308-15,4 0 117 0,4-5-989 16,8-9-1313-16</inkml:trace>
  <inkml:trace contextRef="#ctx0" brushRef="#br0" timeOffset="10714.75">19685 14802 5659 0,'4'-8'210'0,"-2"2"37"0,4 4 50 0,-6 2 31 15,4-7 5-15,-4 7-23 0,7-8-27 16,3 2-23-16,3-2-30 0,5-3-196 0,-2-1-34 15,9-3 0-15,-4 3 0 16,-6 1 0-16,5 2-139 0,-4 1-293 0,2 1-134 16,-7 2-127-16,1 3-180 0,-3 2 73 15,-9 0 83-15,18 12-634 0,-15-3-805 16</inkml:trace>
  <inkml:trace contextRef="#ctx0" brushRef="#br0" timeOffset="10864.14">19808 14957 4159 0,'-9'8'261'0,"4"-1"39"0,-1-2 65 0,6-5 25 15,-3 6-4-15,3-6-22 0,0 0-36 16,0 0-28-16,0 0-33 0,0 0-42 16,0 0-77-16,34-12-115 0,-18 0-137 0,15-4-161 15,-4-1-176-15,-1-5-174 0,1 0-227 16,7-7 75-16,-1-3 70 0,-3 1-594 0,-1-1-749 16</inkml:trace>
  <inkml:trace contextRef="#ctx0" brushRef="#br0" timeOffset="11013.75">20215 14401 3506 0,'-4'-7'156'0,"4"7"75"0,0 0 52 16,0 0 66-16,0 0 50 0,-12 43 31 0,9-10-10 16,-3 6-23-16,2 2-40 0,1 6-37 15,3 9-32-15,0-8-39 0,2 8-72 0,-1-11-86 16,3 0-105-16,0-5-126 0,0-1-113 16,-3-6-137-16,1-6-140 0,3-6-171 0,-5-6-107 15,0-3 78-15,0-4-660 0,-5 1-843 16</inkml:trace>
  <inkml:trace contextRef="#ctx0" brushRef="#br0" timeOffset="11847">13914 15475 3618 0,'7'-5'-138'0,"-1"1"40"0,-6 4 25 16,3-8 30-16,-3 8 17 0,4-7 17 15,-4 7 6-15,4-7 1 0,-4 7 6 0,1-6-2 16,-1 6-2-16,0 0 6 16,0 0 10-16,2-9 10 0,-2 9 22 0,2-7 11 15,-2 7 13-15,-2-10 29 0,2 10 9 16,-2-10 13-16,2 10 5 0,-3-11 4 15,-1 6 1-15,4 5-1 0,-5-13 0 0,-1 9-1 0,1-2 5 16,5 6-1-16,-9-12 3 16,4 9-2-16,-3-3-2 0,8 6-9 0,-17-5-6 15,7 5-10-15,10 0 3 0,-28 5-18 16,8 4-7-16,-5 9-5 0,0 2-1 0,-2 3 6 16,0 0 4-16,2 3 0 15,2-3 2-15,3-2-4 0,6-3-9 0,3-7-6 16,0 2-6-16,10-3-3 0,-3-2 1 0,6 1-16 15,1 0-2-15,6-2 0 16,6 1-9-16,2-1-7 0,3-1-4 0,13 3 1 16,0 0-8-16,-1-1-4 0,1 3 6 15,-5-3-3-15,-4 2-2 0,-1-3 4 0,-1 3-4 16,-6-2 0-16,0 1 28 0,-3 0 46 16,-1 0 39-16,-5 2 35 0,1 1 26 0,-5 0 5 15,-3 1-134-15,-1 1-63 0,-3 3 0 16,-3 4 0-16,-6 4 0 0,-5 1 0 15,-1-1 0-15,0-2 0 0,0-3 0 0,-1-9 0 16,7 1 0-16,1-6 0 0,-1-2 0 16,2-4 0-16,11 0-375 0,-25-14-348 0,16-2-231 15,-3-12 84-15,8 0 89 0,6 5-745 16,7-12-972-16</inkml:trace>
  <inkml:trace contextRef="#ctx0" brushRef="#br0" timeOffset="12031.02">14170 15449 4327 0,'4'-8'134'0,"3"5"84"16,-7 3 74-16,4-6 34 0,-4 6 26 0,0 0 0 16,7-6-19-16,-7 6-23 0,13-2-31 15,-6-2-23-15,5-1-30 0,3-2-47 0,0 1-88 16,0-3-131-16,1 3-113 0,2-2-99 16,-4 0-107-16,3 2-117 0,-5 1-128 0,-1-1-209 15,0 6 59-15,-1 0 77 0,-10 0-529 16,11 4-671-16</inkml:trace>
  <inkml:trace contextRef="#ctx0" brushRef="#br0" timeOffset="12167.06">14275 15666 3737 0,'-6'5'238'0,"3"1"38"0,-1 0 33 16,4-6 28-16,0 0 4 0,0 0-17 0,0 0-31 16,0 0-29-16,0 0-38 15,36-10-79-15,-15-9-107 0,4 1-119 0,3-5-124 16,-3-2-157-16,3-8-175 0,1-3-204 15,1-1 24-15,-3-1 76 0,-2 0-471 0,0-2-578 16</inkml:trace>
  <inkml:trace contextRef="#ctx0" brushRef="#br0" timeOffset="12347.26">14698 14950 3004 0,'0'0'150'0,"0"0"76"16,0 0 54-16,0 0 54 0,4 46 59 0,-3-10 25 15,6 5-2-15,-2 12-13 0,7 3-30 16,-5 3-36-16,1 0-31 0,3-5-34 0,-1-6-39 15,0-6-52-15,-3-6-69 16,1-3-93-16,-7-6-113 0,3-5-115 0,-4-7-139 16,4-1-144-16,-4-2-175 0,-2-4-147 15,0-4 74-15,2-4-652 0,-2 10-845 16</inkml:trace>
  <inkml:trace contextRef="#ctx0" brushRef="#br0" timeOffset="16097.37">24419 12584 1289 0,'0'-8'758'0,"0"-2"-130"16,0 4-144-16,0 6-73 0,0-9-56 16,0 9-37-16,-2-8-38 0,2 8-37 0,0 0-13 15,0-13-16-15,0 13-26 0,0 0-25 16,0-9-16-16,0 9-20 0,0 0-8 15,0 0-14-15,0 0-4 0,0 0-17 16,0 0-1-16,0 41-7 0,-4-19 7 0,0 12 3 16,-3 2 40-16,1 2 5 0,0 3 11 15,0 1 7-15,-3-1 5 0,4 1 1 16,1-4-3-16,-3-4-2 0,7-6-7 0,-1-6-5 16,1-5-7-16,0-3-83 0,0 0-48 15,1-5 0-15,-1-2 0 0,7-2 0 0,-7-5 0 16,7 6 0-16,-7-6 0 15,13-12 0-15,-4 1 0 0,0-1 0 0,-2-5 0 0,2-1 0 16,3-10 0-16,0-3 0 16,-5 1 0-16,-1-4 0 0,0 9 0 0,-2 1 0 15,-4 5 0-15,2 3 0 0,-2 1 0 16,0 3 0-16,-2 5 0 0,0 4 0 0,2 3 0 16,0 0 0-16,0 0 0 0,-21 22 0 15,11-1 0-15,-1 8 0 0,3 4 0 0,1 0 0 16,1-4 0-16,2 0 0 0,2-4 0 15,2 1 0-15,0-2 0 0,2-5 0 16,2-1 0-16,0-4 0 0,1-2 0 0,3-3 0 16,-2-3 0-16,1-4 0 0,3-2 0 0,-10 0 0 15,23-8 0-15,-10-4 0 16,2-3 0-16,0-10 0 0,3 0 0 0,-3-1 0 16,-2-3 0-16,-2-3 0 0,-2-3 0 15,-4 0 0-15,-3-2 0 0,-2-1 0 0,-3-1 0 16,-4 4 0-16,0 3 0 0,-3 10 0 15,1 4 0-15,1 10 0 0,-5 7 0 0,-3 4 0 16,-11 11 0-16,3 9 0 0,-4 12 0 16,1 4 0-16,6 2 0 0,6-9 0 0,3 5 0 15,5-4 0-15,3-10 0 0,4 0 0 16,2-9 0-16,0 1 0 0,3-3 0 0,2-7 0 16,4-3 0-16,-11-2 0 0,23-4 0 15,-8-2 0-15,0-6 0 0,0 0 0 16,-2-2 0-16,-1-1 0 0,-5 3 0 15,-1-2 0-15,-4 1 0 0,-2 4 0 0,-6-1 0 16,1 0 0-16,-3 6 0 0,-4-2 0 16,1 4 0-16,-2 1-424 0,-1-1-324 0,1 2-191 15,1 0 96-15,12 0 93 0,-22-4-776 16,10 4-971-16</inkml:trace>
  <inkml:trace contextRef="#ctx0" brushRef="#br0" timeOffset="17080.66">2313 5453 4712 0,'0'0'353'0,"0"0"-98"0,-23 4 43 0,19 6 25 16,0 0 7-16,2 7-43 0,-1 6-37 15,1 14-38-15,6 4-39 0,-1 0-16 16,5 1-15-16,2 6-15 0,1 1-13 0,1-10-10 16,-1-4-16-16,-2-1-22 15,0-3-31-15,0-6-22 0,-4-6-23 0,-1-3-36 16,2-4-25-16,-3-3-46 0,-1 3-32 15,1-6-48-15,-1 0-58 0,-2-6-71 0,0 0-73 16,0 0-50-16,0 0-52 0,0 0-52 16,-16-24-63-16,11 7-56 0,-1-5-579 0,-4-10-712 15</inkml:trace>
  <inkml:trace contextRef="#ctx0" brushRef="#br0" timeOffset="17328.61">2257 5479 3265 0,'-5'-31'-42'0,"1"7"68"15,0 3 55-15,4 3 57 0,2 1 30 16,0 2 23-16,4-1 5 0,-1 4 7 0,7 0-1 15,1 4 6-15,7 1-8 0,3 2-10 16,1 3-14-16,1 4-18 0,1 3-8 16,-1 0-11-16,2 5-4 0,0 6 2 15,-7-2-8-15,-6-1 8 0,-3 3 5 16,-1 1 7-16,-4 3 0 0,-4-5-4 16,-2 5-9-16,-2 3-13 0,-4-6-10 0,-2 3-12 15,-1-1-10-15,1-4-8 0,-4 1-8 0,-2-4-36 16,0-4-46-16,1-3-62 0,0-1-72 15,-1-6-61-15,14 2-71 0,-27-8-64 16,16 1-81-16,-1-2-106 0,5 4-169 0,3 0-53 16,4 5 78-16,0 0-507 15,0 0-641-15</inkml:trace>
  <inkml:trace contextRef="#ctx0" brushRef="#br0" timeOffset="17829.07">2936 5898 3578 0,'0'0'233'0,"-3"10"30"0,3-10 33 15,0 0 37-15,-2 8 15 0,2-8 0 16,0 0-12-16,0 0-29 0,0 0-29 16,0 0-28-16,0 0-25 0,0 0-25 0,30-23-18 15,-22 13-20-15,1-1-16 0,-2-1-23 16,2-1-20-16,-4-1-11 0,1-1-16 15,-3-4-7-15,-1-1-10 0,-4 0-6 16,1-5-12-16,-9-12-6 0,0 3-6 0,-1 0-3 16,-2 1-26-16,-3 3 0 0,2 4 0 15,2 7 0-15,2 4 0 0,1 5 0 0,-3-2 0 16,5 7 0-16,-1 1 0 0,8 4 0 16,0 0 0-16,-25 9 0 0,20-5 0 15,-1 4 0-15,2-2 0 0,4-6 0 16,4 14 0-16,4-9 0 0,1-1 0 15,5-1 0-15,3-3 0 0,2-3 0 0,6-3 0 0,5-4 0 16,3-3 0-16,-1 1 0 16,-8 3 0-16,-5 1 0 0,-5 2 0 0,-1 2 0 15,-2 0 0-15,1 4 0 0,-12 0 0 16,19 6 0-16,-7 2 0 0,-1 4 0 0,1 5 0 16,1 10 0-16,0-1 0 0,-5-2 0 15,-1-4 0-15,-1 1 0 0,1-1 0 16,-3-1 0-16,1-2 0 0,0-2 0 0,-1-1 0 15,0-4 0-15,-1 1 0 0,3-3-246 16,0-2-204-16,2-2-137 0,-1-1-156 0,-7-3-122 16,18-3 78-16,-7-3-748 15,2-2-979-15</inkml:trace>
  <inkml:trace contextRef="#ctx0" brushRef="#br0" timeOffset="18146.41">3555 5312 4294 0,'-5'-10'106'0,"1"4"52"0,2 1 27 15,2 5 7-15,0 0 11 0,0 0 8 0,0 0 20 16,0 0 16-16,0 0 3 0,0 0-21 16,-3 24-17-16,4-8-12 0,1-1-10 0,2 5-14 15,3-3-9-15,-3 1-20 0,3-1-14 16,4 1-11-16,-2-4-8 0,0-1-13 16,1-3-8-16,1 1-5 0,0-7-9 15,1 0-16-15,0-2-63 0,-12-2 0 16,23-4 0-16,-14 0 0 0,3-3 0 0,-1-1 0 15,-4-2 0-15,-3-1 0 0,1 2 0 16,-5-4 0-16,-2-1 0 0,-3-1 0 0,-2-4 0 16,-1 0 0-16,-3 4 0 0,-3 1 0 15,3 4 0-15,-1 1 0 0,-2 4-34 0,-2 4-152 16,3 2-46-16,-3 4-58 0,1 0-86 16,3 1-110-16,1 2-131 0,2-1-192 15,4 0 34-15,1 0 90 0,4-7-574 16,2 13-719-16</inkml:trace>
  <inkml:trace contextRef="#ctx0" brushRef="#br0" timeOffset="18379.72">4051 5056 3881 0,'-10'-3'218'0,"10"3"18"0,-16-2 4 0,16 2 20 15,0 0 27-15,-22 15 8 0,15-3 0 16,-3 5-11-16,-1 13-24 0,3 0-20 0,0 5-22 15,4-2-18-15,-1-4-22 0,5-3-17 16,0-2-16-16,2 1-17 0,3-3-14 0,2-1-15 16,0 0-40-16,4-3-58 0,-2-6-75 15,3 1-93-15,1-5-93 0,-1-1-131 16,1-3-155-16,1-4-199 0,1-4-77 16,3 1 92-16,-6-2-652 0,4-2-836 15</inkml:trace>
  <inkml:trace contextRef="#ctx0" brushRef="#br0" timeOffset="18995.91">4389 5130 4073 0,'0'0'66'0,"0"0"31"0,0 0 45 0,0 0 37 16,0 0 21-16,0 0 1 0,0 0 9 15,0 0-26-15,0 0-14 0,0 0-17 0,22 2-22 16,-22-2-9-16,14-6-9 0,-7 5-12 15,0 0-13-15,-1-5-5 0,2 0-6 16,0 3-7-16,-5 1-11 0,-3 2-1 0,10-10 11 16,-8 5-4-16,-2 5-1 0,0 0-2 15,0 0-10-15,0 0 10 0,-12-10-26 0,12 10-8 16,-23 13 3-16,7 1-7 0,-6 3 1 16,1 6-1-16,1 3-1 0,2-1-4 0,2 6 7 15,2-3 7-15,3 1-1 16,2-7 6-16,4-1 11 0,5-6 2 0,0 0 0 15,4-2 6-15,2-2 13 0,1-1 14 16,6-2 5-16,1-4-4 0,-1-4-1 16,8-3-2-16,1-4-12 0,8-8-5 0,1-1-9 15,5-9-48-15,0-4-8 0,-2-2 0 16,-2-5 0-16,-1-1 0 0,-3-4 0 0,-3 0 0 16,-5 10 0-16,-2-10 0 0,-4 7 0 15,-3 2 0-15,-2 1 0 0,-3 9 0 0,0 0 0 16,-2 9 0-16,-2 1 0 0,-2 6 0 15,0 2 0-15,0 4 0 0,0 0-8 0,0 0-4 16,-14 16 4-16,10-3 1 16,1 5 0-16,-3 2-1 0,4-1 2 0,2-6-3 15,0 5 3-15,4-1 4 0,3 0 12 0,5-2 26 16,1 2-9-16,7 5-27 0,0 2 0 16,-1-5 0-16,3 0 0 0,-8-1 0 15,-1-3 0-15,-4 3 0 0,-4-1 0 16,1 5 0-16,-6-3 0 0,-2 3 0 0,-4 2 0 15,-3 5 0-15,-5 0 0 0,1-2 0 16,-4 1 0-16,-2-5 0 0,0-6 0 0,1 0 0 16,4-8 0-16,1-4 0 0,-1-1 0 15,5-4 0-15,9 0 0 0,-18-13 0 16,12-3-732-16,5-5-271 0,2-6 105 0,7-6-992 16,11 3-1314-16</inkml:trace>
  <inkml:trace contextRef="#ctx0" brushRef="#br0" timeOffset="19346.16">5203 5279 5111 0,'0'0'11'0,"0"0"64"0,16-10 41 15,-16 10 38-15,9-9 36 0,-5-1 1 16,3-2-21-16,-2-1-18 0,4-4-12 0,-3-3-16 16,1-1-14-16,5-8-23 0,-6-5-18 15,-1 4-18-15,1-7-11 0,-1 2-10 0,-4-1 4 16,-1 8-1-16,0 6-13 0,0 5-1 15,-1 4-5-15,-1 5-1 0,-3 2-4 16,5 6 3-16,0 0 16 0,0 0 28 16,-27 16 22-16,22-4 34 0,-1 1 31 15,3-1 21-15,1 1 9 0,2 1 1 0,2 0-12 16,3 1-36-16,4 2-126 0,3 0 0 16,-1 0 0-16,7 5 0 0,-1 2 0 0,-2-1 0 15,2 1 0-15,-5 1 0 0,-3-2 0 16,-5-2 0-16,-2-2 0 0,-6 5 0 0,-1 6 0 15,-10 3 0-15,-1-2 0 0,-5-2 0 16,-10 6 0-16,1-4 0 0,-3 0 0 0,-3-2 0 16,-3-2-313-16,-6 0-558 15,-2-3-78-15,-3 1 94 0,0 0-915 0,-2-3-1199 16</inkml:trace>
  <inkml:trace contextRef="#ctx0" brushRef="#br0" timeOffset="20929.98">2294 6805 4492 0,'4'-3'-84'0,"-4"3"92"0,4-9 71 0,-4 9 62 16,3-5 52-16,-3 5 64 0,0 0 41 15,0 0 13-15,6-7 15 0,-6 7 1 16,0 0-10-16,0 0-20 0,0 0-22 0,0 0-18 15,0 0-14-15,0 0-18 0,0 0-17 16,0 0-187-16,0 0-21 0,0 0 0 0,0 0 0 16,-34 5 0-16,34-5 0 0,-27 5 0 15,14-3 0-15,-1 2 0 0,-1-2 0 0,0 1 0 16,0-2 0-16,-1-1 0 0,1 2 0 16,2 0 0-16,13-2 0 0,-29 1 0 15,18-1 0-15,11 0 0 0,-20 0 0 0,20 0 0 16,-18 2 0-16,18-2 0 15,-14-2 0-15,14 2 0 0,0 0 0 0,-15 0 0 16,15 0 0-16,0 0 0 0,-17 0 0 16,17 0 0-16,0 0 0 0,0 0 0 0,-15 0 0 15,15 0 0-15,0 0 0 0,0 0 0 16,-12 4 0-16,8 4 0 0,1-2 0 0,-1 4 0 16,-2 3 0-16,5 3 0 0,-3-1 0 15,2 3 0-15,-1-3 0 0,1 1 0 16,4-1 0-16,-2-3 0 0,5 3 0 0,0-1 0 15,3-2 0-15,3 2 0 16,3-2 0-16,2 0 0 0,4-2 0 0,8 4 0 16,1-1 0-16,0 0 0 0,3 1 0 15,2 1 0-15,0 3 0 0,-1-1 0 0,-1-1 0 16,-3 5 0-16,-1-4 0 0,-5 1 0 16,-3 1 0-16,-4-1 0 0,-4-2 0 0,-6-5 0 15,0 6 0-15,-5-6 0 0,-1 1 0 16,-1 3 0-16,-7 2 0 0,-4 3 0 0,-6 3 0 15,-4-1 0-15,-3 0 0 0,0-2 0 16,-7-2 0-16,4 0 0 0,-3-3 0 16,2-1 0-16,5-4 0 0,7-3 0 0,-1-3 0 15,7 0 0-15,-2 0 0 0,-1-2 0 16,5-1 0-16,-3 1 0 0,5 0 0 16,7-2 0-16,-17 3 0 0,9-1 0 15,8-2 0-15,-13 4 0 0,7-1 0 0,-4 2 0 16,6 2 0-16,-3 1 0 0,0 3 0 15,1-1-581-15,0 0-423 0,4-3-1243 0,2-7-1648 16</inkml:trace>
  <inkml:trace contextRef="#ctx0" brushRef="#br0" timeOffset="23061.77">16326 5403 859 0,'-4'6'465'15,"4"-6"-75"-15,0 0-52 0,0 0-6 0,-5 4-20 16,5-4-29-16,0 0-24 0,-9 3-23 16,9-3-2-16,0 0-9 0,0 0-13 0,0 0-11 15,0 0-18-15,0 0-9 0,0 0-13 16,0 0-10-16,0 0-4 0,0 0-6 0,0 0 0 15,0 0 5-15,0 0 9 16,0 0 10-16,0 0 14 0,0 0 9 0,0 0 2 16,0 0-5-16,0 0-4 0,0 0-8 15,0 0-15-15,21-21-8 0,-13 17-12 0,-3-4-9 16,4 3-11-16,0 1-7 0,-2-2-8 16,2 1-10-16,2 2-5 0,-2-1-10 0,-9 4-59 15,21-5-19-15,-10 3 0 0,-11 2 0 16,20-1 0-16,-20 1 0 0,16 0 0 0,-16 0 0 15,22 1 0-15,-22-1 0 0,15 4 0 16,-5-3 0-16,-10-1 0 0,12 7 0 16,-5-2 0-16,-7-5 0 0,11 8 0 0,-5-4 0 15,-3 1 0-15,3 3 0 0,-2-2 0 16,0 1 0-16,0 0 0 0,-1 2 0 0,1-3 0 16,-2 4 0-16,0-2 0 15,0 1 0-15,0 1 0 0,-2 0 0 0,0-1 0 16,-2 3 0-16,2-2 0 0,0 0 0 15,-4 1 0-15,2 1 0 0,0 0 0 0,0-2 0 16,-1 0 0-16,1 2 0 0,-2-2 0 16,2 1 0-16,-2-1 0 0,0-2 0 0,0 3 0 15,1-3 0-15,-1 2 0 0,0-5 0 16,1 4 0-16,-4-2 0 0,2 1 0 0,-1-2 0 16,2 2 0-16,1-3 0 0,-3 2 0 15,2-2 0-15,0 1 0 0,0-1 0 16,4-5 0-16,-7 10 0 0,3-6 0 15,4-4 0-15,-6 7 0 0,6-7 0 0,-3 7 0 16,3-7 0-16,-5 5 0 0,5-5 0 16,0 0 0-16,-4 4 0 0,4-4 0 0,0 0 0 15,0 0 0-15,0 0 0 0,0 0 0 16,0 0 0-16,0 0 0 0,18 2 0 0,-18-2 0 16,17-4 0-16,-17 4 0 0,17-2 0 15,-8-1 0-15,3 3 0 0,-12 0 0 0,21 0 0 16,-11 0 0-16,-10 0 0 0,18 0 0 15,-6 0 0-15,-12 0 0 0,17 0 0 0,-3 3 0 16,-5-3 0-16,4 2 0 0,-3-2 0 16,1 4 0-16,1 0 0 0,-2-2 0 15,-1 0 0-15,-2 2 0 0,3 0 0 16,-2 0 0-16,-1 2 0 0,3-1 0 0,-2 1 0 16,-1 0 0-16,0 0 0 0,-3 2 0 15,3-1 0-15,-4-1 0 0,3 3 0 0,-2-2 0 16,-3 0 0-16,3 0 0 0,-4 0 0 15,4-1 0-15,-2 1 0 0,-2 0 0 0,0-7 0 16,0 12 0-16,-2-5 0 0,2-7 0 16,-8 15 0-16,5-10 0 0,-3 2 0 0,1 2 0 15,-4-1 0-15,2-2 0 0,-2 0 0 16,-5 3 0-16,1-1 0 0,-3 0 0 16,1 1 0-16,-6-1 0 0,5 0 0 15,-6 2 0-15,3-1 0 0,2-3 0 0,3 2 0 16,0-2 0-16,-4 0 0 0,5 1 0 15,4-3 0-15,-1 0 0 0,1 2 0 0,-1-4 0 16,10-2 0-16,-12 6 0 0,7-4 0 16,5-2 0-16,-10 4 0 0,10-4 0 0,0 0 0 15,-12 5 0-15,12-5 0 0,-7 3 0 16,7-3 0-16,0 0 0 0,-7 3 0 0,7-3 0 16,0 0 0-16,-8 4 0 15,8-4 0-15,0 0 0 0,0 0 0 0,0 0 0 0,0 0 0 16,0 0 0-16,0 0 0 15,0 0 0-15,-15-7 0 0,15 7-260 0,-4-10-774 16,6 5 111-16,-2 5-1109 0,2-21-1446 16</inkml:trace>
  <inkml:trace contextRef="#ctx0" brushRef="#br0" timeOffset="24095.21">16365 5366 5033 0,'0'0'-303'0,"-3"4"78"0,3-4 70 15,0 0 64-15,0 0 57 0,0 0 63 16,-13 4 41-16,13-4 27 0,0 0 22 16,0 0 10-16,0 0 6 0,-9 4 1 0,9-4 2 15,0 0 1-15,0 0 3 0,0 0 7 16,0 0 13-16,0 0 0 0,0 0-3 15,0 0-7-15,0 0-7 0,29 2-2 16,-29-2-2-16,14 0-7 0,-14 0-3 0,15 0 0 16,-15 0-9-16,17 3-6 0,-6-1-3 15,-11-2-11-15,16 6-8 0,-7-2-5 0,1-4-7 16,0 4-5-16,-3 0-6 0,1 2 4 16,-1-2-8-16,-1 1-2 0,4 1-3 0,-7 0 1 15,5 2-38-15,-5-2-25 0,4 3 0 16,-2 1 0-16,-3 2 0 0,4-1 0 0,-4 2 0 15,0 1 0-15,-1-2 0 0,-1 3 0 16,0-1 0-16,0 1 0 0,0-1 0 16,-1 3 0-16,1-1 0 0,-2 0 0 15,-2 1 0-15,0 0 0 0,1-3 0 0,-4 1 0 16,3 1 0-16,-5 1 0 0,4-1 0 16,-5-1 0-16,0-3 0 0,5 1 0 0,-5-3 0 15,5 0 0-15,-2-1 0 0,2-2 0 16,-2-2 0-16,1 3 0 0,2-3 0 0,4-5 0 15,-4 9 0-15,4-9 0 0,-4 5 0 16,4-5 0-16,0 0 0 0,0 0 0 16,0 0 0-16,8 7 0 0,-8-7 0 15,13-2 0-15,-13 2 0 0,18-3 0 0,-7 3 0 16,0 0 0-16,-11 0 0 0,27 0 0 16,-13 0 0-16,0 0 0 0,0 3 0 0,1 0 0 15,3 3 0-15,-4 0 0 0,2 0 0 16,-1 1 0-16,-1-1 0 0,-1 3 0 0,-2-1 0 15,-3 0 0-15,1 1 0 0,-1 3 0 16,-5 0 0-16,1-5 0 0,-1 5 0 0,-3-2 0 16,-3 3 0-16,-1-3 0 0,-1 4 0 15,-3 1 0-15,-3 1 0 0,-1-1 0 0,3-3 0 16,-7 2 0-16,7-5 0 0,-2 1 0 16,-3-2 0-16,7-1 0 0,-1-3 0 15,-2 4 0-15,5-4 0 0,-3-1 0 0,3 2 0 16,-3-1 0-16,0-3 0 0,8-1 0 15,-15 4 0-15,10-2 0 0,5-2 0 16,-16 0 0-16,16 0 0 0,-15 0 0 0,15 0 0 16,-14-2 0-16,14 2 0 0,-11-4-966 15,11 4 10-15,0 0-1176 0,-14-1-1541 0</inkml:trace>
  <inkml:trace contextRef="#ctx0" brushRef="#br0" timeOffset="28061.04">25166 12668 5366 0,'0'0'-204'0,"0"0"98"16,0 0 79-16,0 0 64 0,0 0 60 16,0 0 48-16,0 0 41 0,0 0 30 15,0 0 16-15,0 0-1 0,0 0-7 16,0 0-12-16,0 0-4 0,0 0-14 0,0 0-7 15,0 0 2-15,0 0 0 0,0 0-4 16,31 5-15-16,-31-5-10 0,12-9-60 16,-1 2-100-16,-4 3 0 0,2-5 0 0,0 2 0 15,0 0 0-15,-4-1 0 0,3 3 0 16,-2-3 0-16,0 2 0 0,-6 6 0 0,5-7 0 16,-5 7 0-16,8-7 0 0,-8 7 0 15,0 0 0-15,5-7 0 0,-5 7 0 0,0 0 0 16,0 0 0-16,0 0 0 0,0 0 0 15,0 0 0-15,-2 27 0 0,0-14 0 0,1 5 0 16,-3-1 0-16,0 6 0 16,2 1 0-16,2 3 0 0,0-3 0 0,0 4 0 15,0-3 0-15,2 1 0 0,2 2 0 16,-2-6 0-16,0-1 0 0,-1-1 0 0,-1-1 0 16,2-5 0-16,2-3 0 0,-2 2 0 15,-2-3 0-15,3-2 0 0,-1 1 0 0,-2-2 0 16,1 2 0-16,-1-5 0 15,0-4 0-15,0 11 0 0,0-11 0 0,2 8 0 0,-2-8 0 16,-2 10 0-16,2-10 0 0,-6 7 0 16,0-3 0-16,6-4 0 0,-13 8 0 0,8-2 0 15,-3-2 0-15,2 0 0 0,-3-1 0 16,1 1 0-16,8-4 0 0,-12 6 0 16,12-6 0-16,-11 2 0 0,11-2 0 15,-5 6 0-15,5-6 0 0,0 0 0 0,-4 6 0 16,4-6 0-16,15 6 0 0,-1-4 0 15,2 0 0-15,7-2 0 0,1 0 0 0,1-2 0 16,0 2 0-16,0-4 0 0,-2 4 0 16,-3-1 0-16,-4 1 0 0,-2-3 0 0,-3 3 0 15,0 0 0-15,1 0 0 0,-12 0 0 16,17-2 0-16,-10 0 0 0,-7 2 0 16,14-2 0-16,-14 2 0 0,10 0 0 0,-10 0 0 15,0 0 0-15,0 0 0 0,12-2 0 16,-12 2 0-16,0 0 0 0,0 0 0 0,0 0 0 15,0 0 0-15,-24 16 0 0,17-12-460 16,-3 1-557-16,-3 5-1266 0,-3-4-1684 16</inkml:trace>
  <inkml:trace contextRef="#ctx0" brushRef="#br0" timeOffset="29060.25">25118 11757 6445 0,'0'0'-163'0,"-20"-2"81"15,12 1 82-15,8 1 77 0,-12-7 62 16,7 5 30-16,1-3 20 0,4 5 11 16,-7-10-7-16,5 5-12 0,2-4-16 0,0 9-18 15,3-15-17-15,5 7-11 0,-1-4-16 16,5 3-9-16,3 1-12 0,-2 0-79 0,6 4-3 15,-1 2 0-15,-3 2 0 0,2 1 0 16,2 4 0-16,-2 3 0 0,0 4 0 0,-3 2 0 16,-5 4 0-16,-5-1 0 0,-2 3 0 15,-4 3 0-15,-4 11 0 0,-5 0 0 0,-8 9 0 16,-4-4 0-16,-1-1 0 16,-1-3 0-16,3-7 0 0,6-3 0 0,0-6 0 15,7-4 0-15,0-3 0 0,4-4 0 16,-1 3 0-16,5-5 0 0,2 1 0 0,-1-7 0 15,14 11 0-15,5-8 0 0,2-1 0 16,8-4 0-16,-1 0 0 0,12-1 0 0,-2 0 0 16,-10 1 0-16,-3-2 0 0,-5 3 0 15,-4-1 0-15,2 0 0 0,-7 0 0 16,1 1 0-16,-12 1 0 0,19 0 0 0,-12 0 0 16,-7 0 0-16,14-2 0 0,-14 2 0 15,11-1 0-15,-11 1 0 0,0 0 0 0,10-2 0 16,-10 2 0-16,0 0 0 0,0 0 0 15,0 0 0-15,0 0 0 0,0 0-410 0,0 0-602 16,-8 13 106-16,8-13-1088 0,-15 19-1411 16</inkml:trace>
  <inkml:trace contextRef="#ctx0" brushRef="#br0" timeOffset="32293.36">24393 12741 5448 0,'0'0'-59'0,"0"0"18"15,0 0 16-15,-20 7 33 0,20-7 38 16,0 0 40-16,0 0 16 0,0 0 10 0,0 0 4 16,0 0-2-16,0 0 1 0,0 0-10 15,0 0-5-15,0 0-5 0,0 0-13 0,23-15-5 16,-13 8-7-16,-1 0-10 0,5 0-8 16,-5-1-3-16,0-3 0 0,1 1-6 0,0-4-2 15,-5 0-3-15,1 1 0 0,-4-1 0 16,-2 1-1-16,-2-1 6 0,-4 2 0 15,3 2-4-15,-7-1-6 0,-4 5-2 0,0 2 1 16,-4 4-7-16,-2 4 8 16,-5 0 11-16,-6 9 14 0,1 4 4 0,1 0 5 0,4 4-7 15,4 0 6-15,4 2 6 16,5-3-1-16,7-1 0 0,-1-2 0 0,4 1-3 16,2-5 4-16,0 5-2 0,2-5-6 15,4 1-64-15,-1-2 0 0,6 0 0 0,-2-3 0 16,2-2 0-16,3-2 0 0,-1-2 0 15,1-3 0-15,-2-1 0 0,6-3 0 0,-3-2 0 16,1 0 0-16,-4-2 0 0,2-1 0 16,-3-1 0-16,-1-3 0 0,-3 1 0 0,-2-2 0 15,-4 2 0-15,-1 1 0 0,0-1 0 16,-3 0 0-16,-4 1 0 0,4 3 0 16,-5-1 0-16,3 4 0 0,-6 2 0 15,4 1 0-15,7 2 0 0,-18 5 0 0,7 2 0 16,2 0 0-16,4 5 0 0,-3 1 0 15,4 1 0-15,0 3 0 0,4-3 0 0,2-1 0 16,1 5 0-16,4-3 0 0,0-3 0 16,1 2 0-16,1-3 0 0,1-1 0 0,1-3 0 15,-2-2 0-15,4-3 0 16,-4 0 0-16,0-2 0 0,-9 0 0 0,19-8 0 16,-9 4 0-16,-2-6 0 0,-3 3 0 15,3-1 0-15,-4 0 0 0,-3-1 0 0,-1 0 0 16,0 0 0-16,-1 1 0 0,-3 1 0 15,-2 0 0-15,1 4 0 0,-5 1 0 0,10 2 0 16,-21 0 0-16,9 5 0 0,-1 5 0 16,-2 2 0-16,2 2 0 0,2 3 0 0,0 2 0 15,2 3 0-15,4-2 0 0,1 2 0 16,0-5 0-16,4-1 0 0,0 1 0 0,4-4 0 16,-2-1 0-16,3 2 0 0,-1 0 0 15,3-6 0-15,-1-3 0 0,2 1 0 16,-2-4 0-16,1-1 0 0,-7-1 0 15,0 0 0-15,23-7 0 0,-15 0 0 0,-3 0 0 16,4 1 0-16,-8-1 0 0,3 0 0 16,-2 0 0-16,-2 7 0 0,0-10 0 0,0 10 0 15,0 0 0-15,0 0 0 16,0 0 0-16,0 0 0 0,-27 15 0 0,24-6 0 0,-1 1 0 16,-2 0 0-16,3 1 0 0,0-1 0 15,1-1 0-15,0-1 0 0,0 2 0 0,4-3 0 16,-2 1 0-16,-2-2-613 0,2-6-363 15,4 8 73-15,-4-8 92 0,0 0-851 16,0 0-1100-16</inkml:trace>
  <inkml:trace contextRef="#ctx0" brushRef="#br0" timeOffset="35142.97">15173 6370 4258 0,'3'-7'-166'0,"-3"0"80"16,0 7 65-16,0-12 72 0,0 12 42 0,0 0 18 15,0-8 6-15,0 8-3 0,0 0-13 16,0 0-3-16,0 0 11 0,-12 18 3 16,1 3 2-16,0 10-4 0,-1 6 4 15,1 1 5-15,-2 12 0 0,3-3 11 0,3-6-6 16,-3-2-10-16,2 0-11 0,3-3-5 15,-1-3-14-15,2-6-5 0,3-6-10 0,-1-3-9 16,2-1-6-16,-2-5-3 0,0 1-2 16,2-1-6-16,-2-2-2 0,0-2-4 15,2-1-5-15,0-7-17 0,0 10-30 0,-2-6-54 16,2-4-68-16,0 0-73 0,0 0-77 16,0 0-82-16,0 0-73 0,0 0-103 0,0 0-156 15,0 0 58-15,0 0-456 16,0 0-570-16</inkml:trace>
  <inkml:trace contextRef="#ctx0" brushRef="#br0" timeOffset="35410.06">15237 6769 2925 0,'0'-5'-8'16,"0"5"56"-16,0-5 37 0,0 5 24 15,0 0 18-15,0 0 17 0,0 0 26 0,0 0 7 16,-15 22 1-16,5-8 0 0,3 3-4 15,-7 10-4-15,3-1-6 0,4-1-8 16,-1 5-8-16,-2 0-7 0,1 2-12 0,3-1-12 16,1-7-10-16,0-4-9 0,3 0-13 0,1-4-9 15,-3-1-6-15,2-1-10 16,2-4-9-16,0-1-3 0,-4 2-12 0,4-4-25 16,0-1-25-16,-2 2-28 0,2-8-43 15,0 0-75-15,0 9-103 0,0-9-96 0,0 0-108 16,0 0-162-16,0 0-11 0,0 0 65 15,0 0-357-15,0 0-412 0</inkml:trace>
  <inkml:trace contextRef="#ctx0" brushRef="#br0" timeOffset="35876">16037 6679 2542 0,'0'-6'45'0,"0"6"52"0,-1-8 52 0,1 8 14 0,-2-7 26 15,2 7-3-15,0 0-13 0,-4-5 4 0,4 5 2 16,0 0 5-16,-11 22-7 0,6-6 2 16,-4 4-4-16,4 11 4 0,-5 1 3 0,3 2 3 15,-1 1 24-15,-2 0 12 0,1-4-11 16,-1 2-14-16,4-2-18 0,-3-5-19 15,4-5-17-15,0-3-15 0,-2 1-8 0,1-4-20 16,2 1-12-16,1-1-36 0,-1-6-49 16,2 1-51-16,0-3-52 0,2 0-71 15,-1-2-87-15,1-5-104 0,0 0-74 0,0 0-71 16,0 0-71-16,0 0-77 0,11-21 25 16,-6 8-460-16,4 1-560 0</inkml:trace>
  <inkml:trace contextRef="#ctx0" brushRef="#br0" timeOffset="35993.06">16011 6996 2824 0,'0'0'-59'0,"0"0"53"0,3 13 41 16,-3-13 32-16,-13 22 23 0,8-11 11 16,-2 1-10-16,-2 2-6 0,2-1-11 15,1 1-3-15,-1-2-52 0,1 1-52 0,2-1-76 16,-2-3-103-16,2 2-124 0,1-2-171 16,1-1 34-16,0-2-113 0,2 0-86 0</inkml:trace>
  <inkml:trace contextRef="#ctx0" brushRef="#br0" timeOffset="38392.22">2949 6845 1302 0,'-9'4'463'0,"9"-4"-107"16,-16 4-57-16,16-4-26 0,-13 2 2 16,13-2 0-16,-11 2-14 0,11-2-5 0,-12 2 13 15,12-2 17-15,0 0 7 16,0 0 12-16,0 0-8 0,-16 0-1 0,16 0-12 15,0 0-32-15,0 0-27 0,-2-13-26 16,2 13-21-16,0 0-19 0,11-17-14 16,-4 10-18-16,1 2-16 0,2-2-9 0,3 4-12 15,-1 1-13-15,3 2-7 0,0 3-7 16,0 3-6-16,3 4-7 0,-4 5-6 0,6 9 0 16,-5 5 0-16,-5 6 7 0,-5 5 17 15,-5 2 6-15,-3 3 15 0,-8 9-7 0,-3 1-82 16,-2-1 0-16,-1-6 0 0,-4 0 0 15,8-14 0-15,-1-3 0 0,1-3 0 16,3-6 0-16,3-5 0 0,3-5 0 16,0-4 0-16,1 1 0 0,-1-1 0 15,4 0 0-15,0-8 0 0,7 12 0 0,3-10 0 16,5 1 0-16,2-3 0 0,10-4 0 16,9-3 0-16,3-1 0 0,0 1 0 0,-3 0 0 15,-1-2 0-15,-9 5 0 0,-3-2 0 16,-6 3 0-16,-1 0 0 0,-3 0 0 0,-3 2 0 15,-10 1 0-15,18-3 0 16,-18 3 0-16,12-2 0 0,-12 2 0 0,11-4 0 16,-11 4 0-16,10-1 0 0,-10 1 0 15,0 0 0-15,14-6 0 0,-14 6 0 0,5-3 0 16,-5 3 0-16,0 0 0 0,4-4 0 16,-4 4 0-16,0 0-610 0,0 0-405 15,0-8 105-15,0 8-1014 0,0 0-1344 0</inkml:trace>
  <inkml:trace contextRef="#ctx0" brushRef="#br0" timeOffset="40141.29">20518 5392 1122 0,'0'0'657'0,"0"0"-180"0,0 0-104 0,-16 3-50 15,16-3-27-15,0 0-18 0,0 0-18 16,0 0-16-16,0 0 10 0,0 0 6 16,-18-4 6-16,18 4 2 0,0 0 8 0,0 0 3 15,0 0-6-15,0 0-2 0,-7-4 0 16,7 4-8-16,0 0-20 0,-5-7-17 0,5 7-32 16,-6-6-17-16,6 6-18 0,-3-8-16 15,3 8-14-15,-6-10-11 0,4 5-27 16,2 5-91-16,-2-14 0 0,2 8 0 0,0-5 0 15,0 3 0-15,2-2 0 0,2-1 0 0,0 1 0 16,-1 0 0-16,5-1 0 16,-2 3 0-16,2-1 0 0,-1 1 0 0,0 2 0 15,5 2 0-15,-2-2 0 0,-1 3 0 16,1 0 0-16,-10 3 0 0,22 0 0 0,-22 0 0 16,21 3 0-16,-8-2 0 0,-2 3 0 15,0 0 0-15,1 2 0 0,-1 0 0 16,3 2 0-16,-5-3 0 0,0-1 0 0,-2 6 0 15,2-3 0-15,-4 1 0 0,1 1 0 16,-2 1 0-16,-3 4 0 0,-1-1 0 0,-1 1 0 16,-3 1 0-16,-2 6 0 15,-1-1 0-15,-1 1 0 0,0 1 0 0,-3 5 0 0,3-6 0 16,0 1 0-16,1-5 0 16,2 3 0-16,-4-1 0 0,2 0 0 0,1-4 0 15,1 3 0-15,-3-3 0 0,5-1 0 16,-4-1 0-16,3 1 0 0,1-4 0 0,-1 0 0 15,2 1 0-15,-1-3 0 0,1-1 0 16,0-1 0-16,2-6 0 0,2 14 0 0,3-10 0 16,4 0 0-16,5-4 0 15,7 0 0-15,13-5 0 0,8-4 0 0,14-5 0 0,-4 0 0 16,2-1 0-16,-4 1 0 0,-12 5 0 16,-6-3 0-16,-7 7 0 0,-4-3 0 15,-6 4 0-15,-4-1 0 0,1 2 0 16,-1 1 0-16,-1-1 0 0,-2 1 0 0,-8 2 0 15,11-4 0-15,-11 4 0 0,9-1 0 16,-9 1 0-16,10-1 0 0,-10 1 0 0,0 0 0 16,11-2 0-16,-11 2 0 0,0 0 0 15,0 0 0-15,0 0 0 0,0 0 0 0,8-4 0 16,-8 4 0-16,0 0 0 0,0 0 0 16,0 0 0-16,3-5 0 0,-3 5-281 0,0 0-754 15,-5-14 115-15,5 14-1105 0,-6-13-1441 16</inkml:trace>
  <inkml:trace contextRef="#ctx0" brushRef="#br0" timeOffset="41774.71">15621 10229 512 0,'0'0'389'0,"4"-3"-83"0,-4 3-47 15,0 0-31-15,0 0-9 0,5-5 0 16,-5 5-5-16,0 0-3 0,0 0 21 0,0 0 13 16,6-5 9-16,-6 5 10 0,0 0 9 15,0 0 3-15,0 0 0 0,0 0 3 0,0 0 1 16,0 0-13-16,0 0 4 0,0 0 7 15,1-9 5-15,-1 9 10 0,0 0 6 16,0 0 3-16,0 0 6 0,0 0 5 0,0-7 3 16,0 7 1-16,0 0-309 0,0 0-8 15,0 0 0-15,0 0 0 0,-1-10 0 16,1 10 0-16,-2-5 0 0,2 5 0 0,0 0 0 16,0 0 0-16,-2-10 0 0,2 10 0 15,2-11 0-15,-2 11 0 0,2-10 0 0,-2 10 0 16,3-12 0-16,1 5 0 0,3 0 0 15,-2 2 0-15,2-1 0 0,-1 2 0 0,1 1 0 16,4 1 0-16,0 0 0 0,2 0 0 16,0 1 0-16,0 1 0 0,1 1 0 0,1-1 0 15,-1 2 0-15,-1 0 0 0,2 0 0 16,-3 1 0-16,-1 1 0 0,1 0 0 16,-3 2 0-16,-2 0 0 0,3 3 0 15,-4 0 0-15,-1 2 0 0,-3 2 0 0,0 0 0 16,-2 3 0-16,-4 1 0 0,1 3 0 15,-3 3 0-15,-6 4 0 0,3 1 0 0,-2 1 0 16,-1-3 0-16,-1 1 0 0,2 0 0 16,1-4 0-16,1-3 0 0,-1-1 0 0,2 1 0 15,1-4 0-15,-5 1 0 16,7-4 0-16,-2 1 0 0,0 1 0 0,3-6 0 16,-1 2 0-16,-1-1 0 0,4-1 0 15,-2-1 0-15,-2 0 0 0,4 2 0 0,1-3 0 16,-3-1 0-16,2-1 0 0,-2 1 0 15,4-6 0-15,-1 8 0 0,1-8 0 0,0 7 0 16,0-7 0-16,0 0 0 0,3 7 0 16,-3-7 0-16,21-4 0 0,-6-1 0 0,6-1 0 15,10-6 0-15,-4 4 0 0,1-3 0 16,-4 1 0-16,-2 2 0 0,-7 2 0 0,0 1 0 16,1-1 0-16,-1 1 0 0,-4 2 0 15,-1-1 0-15,-1-2 0 0,0 6 0 0,0-4 0 16,-2 2 0-16,-7 2 0 0,17-3 0 15,-11 1 0-15,-6 2 0 0,17-4 0 16,-12 2 0-16,-5 2 0 0,12 0 0 16,-12 0 0-16,11-4 0 0,-11 4 0 0,8-2 0 15,-8 2 0-15,0 0 0 0,6-4 0 16,-6 4 0-16,0 0 0 0,0 0 0 0,0 0 0 16,0 0 0-16,0 0 0 0,0 0 0 15,0 0-878-15,0 0-74 0,0 0-1211 0,-32-2-1571 16</inkml:trace>
  <inkml:trace contextRef="#ctx0" brushRef="#br0" timeOffset="42558.45">21393 5082 1447 0,'-14'7'849'16,"5"-4"-259"-16,2 0-124 0,-2-1-54 0,9-2-25 16,-7 6-21-16,7-6-32 0,0 0-19 15,0 0 1-15,0 0 4 0,0 0-13 0,0 0-26 16,41-8-29-16,-18 4-26 0,2 0-22 16,11-3-22-16,1 2-21 0,-6 0-42 15,-7 1-56-15,-1-1-59 0,-2 0-65 16,-2 2-60-16,-4-1-58 0,3 1-65 0,-5-2-83 15,-4 1-89-15,1 1-83 0,-2 0-98 16,-5-1-146-16,-3 4 51 0,0 0-574 0,0 0-726 16</inkml:trace>
  <inkml:trace contextRef="#ctx0" brushRef="#br0" timeOffset="42757.09">21383 5273 3355 0,'-15'8'92'0,"4"-3"71"0,1 0 47 0,2-1 50 16,5-1 52-16,3-3 45 0,-9 5 10 15,9-5-10-15,0 0-19 0,-7 5 11 16,7-5-5-16,0 0-29 0,0 0-32 16,34-3-28-16,-13 1-27 0,3-3-42 0,10-5-65 0,0 1-93 15,-2-3-128-15,2 4-135 16,-1-5-157-16,2-2-167 0,1 0-194 0,-4-1-84 16,2 0 84-16,-5-3-706 0,2-1-909 15</inkml:trace>
  <inkml:trace contextRef="#ctx0" brushRef="#br0" timeOffset="43174.45">21978 4814 4327 0,'-4'-9'68'0,"4"-1"27"16,2 0 27-16,2 2 25 0,-1 1 11 16,5 0-2-16,2 0-8 0,-3 2-13 0,6 2-11 15,3-3-15-15,-1 5-3 16,-1 1-2-16,-2 1-17 0,2 0-7 0,1 7 5 15,-1 1 11-15,-1 1 16 0,-4 2 48 16,0 2 4-16,-8 1 21 0,3 2 8 0,-6 4 3 16,-3 12 1-16,-6 1 6 0,2-2-4 15,-2 1-8-15,-3-4-18 0,7-7-102 16,0-1-71-16,1-8 0 0,1-1 0 0,3-1 0 16,2-1 0-16,4 0 0 0,5-5 0 15,0 1 0-15,7-1 0 0,-2-2 0 0,6 1 0 16,-2 0 0-16,2-2 0 0,-1 3 0 15,-2-1 0-15,-2 2 0 0,-2 2 0 16,3-2 0-16,-7 2 0 0,0 1 0 16,-1 3 0-16,-4-2 0 0,-4 1 0 0,0 1 0 15,-8 4 0-15,-1 1 0 0,-2 2 0 16,-9 3 0-16,-3 2 0 0,-2-2 0 0,-1 1 0 16,2-3 0-16,-7-3 0 0,2-2 0 15,6-5 0-15,6-2 0 0,2-2 0 0,4-5 0 16,-1 0 0-16,3-1 0 0,9 0-489 15,-20-1-525-15,20 1-1260 0,0 0-1676 0</inkml:trace>
  <inkml:trace contextRef="#ctx0" brushRef="#br0" timeOffset="45790.72">25292 11821 3728 0,'0'0'335'0,"0"0"-99"16,-10-7 0-16,10 7-5 0,0 0-11 0,0 0-21 16,0 0-17-16,-25 12-19 15,20-7-20-15,5-5-9 0,-7 10-4 0,2-3-11 0,3 0-10 16,0 0 3-16,2-7 1 16,0 13-14-16,0-13-5 0,0 7 5 0,0-7 16 15,4 7 23-15,-4-7 12 0,0 0 1 16,0 0-8-16,0 0-9 0,25-7-13 0,-20 1-9 15,6-1-12-15,-6-2-9 0,1-5-8 16,-1 2-5-16,-1-3-11 0,-1 0-41 0,-3-3-26 16,0 5 0-16,-5-5 0 0,1 3 0 15,1 1 0-15,-5 2 0 0,3 3 0 16,-5 3 0-16,-2 3 0 0,1 3 0 16,11 0 0-16,-28 9 0 0,8-2 0 0,4 6 0 15,-2 1 0-15,-1 6 0 0,6-3 0 16,4-1 0-16,-2 1 0 0,8-3 0 0,1 3 0 15,4-2 0-15,0-1 0 0,1-1 0 16,7 1 0-16,3-2 0 0,5 1 0 0,0-5 0 16,2-2 0-16,-4-2 0 0,4-2 0 15,-3 0 0-15,0-4 0 0,-1-2 0 16,-2 0 0-16,2-4 0 0,-1-1 0 0,-1-2 0 16,-3 0 0-16,-4-4 0 0,2-1 0 15,-6 1 0-15,1-2 0 0,-4 3 0 0,-4-3 0 16,1 2 0-16,-6-1 0 0,2 4 0 15,-4 0 0-15,-3 4 0 0,-1 1 0 0,-1 3 0 16,2 3 0-16,-8 4 0 16,3 4 0-16,-1 1 0 0,-5 8 0 0,5 0 0 15,4 6 0-15,2 3 0 0,7-4 0 16,5-1 0-16,0 1 0 0,6 1 0 0,3-1 0 16,5 6 0-16,3-5 0 0,6-1 0 15,-4-6 0-15,2-2 0 0,-1-4 0 0,-4-4 0 16,6-4 0-16,-6-1 0 0,4-3 0 15,2-6 0-15,5-7 0 0,-2-3 0 0,1-4 0 16,-6-1 0-16,-2-1 0 0,-5-3 0 16,-5 2 0-16,0 2 0 0,-6 0 0 0,-2-1 0 15,-2 2 0-15,0 3 0 0,-6-1 0 16,3 3 0-16,0 5 0 0,-5 3 0 16,-3 4 0-16,3 3 0 0,-3 4 0 15,-3 5 0-15,-2 3 0 0,-7 5 0 0,4 8 0 16,4-3 0-16,2 6 0 0,9-3 0 15,2 1 0-15,3-1 0 0,5-3 0 0,-1 3 0 16,8-1 0-16,5 4 0 0,6-3 0 16,2-4 0-16,3-3 0 0,0-7 0 0,-4-5 0 15,-1-3 0-15,2-3 0 0,3 1 0 16,3-10 0-16,-5 1 0 0,1-5 0 16,-4 1 0-16,-6 1 0 0,-1-3 0 0,-6 0 0 15,-1 3 0-15,-5-4 0 0,2 1 0 16,-6 0 0-16,-2 1 0 0,-4-1 0 0,-4 0 0 15,-3 5 0-15,-2 2 0 0,0 6 0 16,-1 2 0-16,-6 2 0 0,-10 10 0 0,3 0 0 16,2 5 0-16,1 5 0 0,2 1 0 15,7 1 0-15,0 2 0 0,9-2 0 0,3-3 0 16,6-2 0-16,2-3 0 0,4 1 0 16,4 1 0-16,7-3 0 0,1-3 0 0,4 0 0 15,5-8 0-15,-4-2 0 0,15-4 0 16,-2-6 0-16,1 0 0 0,-9-5 0 15,-1 5 0-15,-7-2 0 0,-5 1 0 0,-2 0 0 16,-5-1 0-16,-2 2 0 0,-2 1 0 16,-6-2 0-16,1 2 0 0,-8-4 0 15,-2 5 0-15,-4-1 0 0,0 2 0 0,2 6 0 16,-6-1 0-16,-4 5 0 0,2 3 0 16,-5 5 0-16,-1 9 0 0,6-5 0 0,1 3 0 15,6-1 0-15,5-1 0 0,-1 1 0 16,6-1-674-16,6-6-319 0,-2 1 106 0,2-3-1030 15,0-8-1339-15</inkml:trace>
  <inkml:trace contextRef="#ctx0" brushRef="#br0" timeOffset="51640.05">15653 10176 1589 0,'0'0'260'0,"-10"5"-31"0,10-5-9 16,-6 2 12-16,6-2 13 0,0 0-4 15,-7 2-2-15,7-2-12 0,0 0 7 16,0 0 13-16,0 0 5 0,0 0 1 15,0 0 1-15,0 0 0 0,0 0 1 0,0 0-11 16,-16 1 0-16,16-1 0 0,0 0-1 16,0 0-9-16,0 0-8 0,0 0-6 15,0 0-6-15,0 0-14 0,0 0-11 0,0 0-8 16,0 0-27-16,0 0-12 0,0 0-9 16,0 0-41-16,-11-3-92 0,11 3 0 15,0 0 0-15,0 0 0 0,0 0 0 0,0 0 0 16,0 0 0-16,0 0 0 0,0 0 0 0,0 0 0 15,0 0 0-15,0 0 0 16,0 0 0-16,0 0 0 0,0 0 0 0,0 0 0 16,20-19 0-16,-13 14 0 0,0-2 0 15,6 1 0-15,-4 2 0 0,0-3 0 0,0 2 0 16,1 0 0-16,0-1 0 0,-3 2 0 16,-1 0 0-16,-6 4 0 0,12-5 0 0,-12 5 0 15,9-5 0-15,-9 5 0 0,5-3 0 16,-5 3 0-16,0 0 0 0,12-4 0 0,-12 4 0 15,0 0 0-15,19 0 0 0,-19 0 0 16,0 0 0-16,19 2 0 0,-10 1 0 0,-9-3 0 16,12 2 0-16,-12-2 0 15,13 5 0-15,-5-3 0 0,-8-2 0 0,12 7 0 16,-12-7 0-16,11 6 0 0,-7-2 0 16,-4-4 0-16,12 8 0 0,-9-4 0 0,3 1 0 15,-6-5 0-15,7 7 0 0,-1-2 0 16,-6-5 0-16,6 7 0 0,0-4 0 0,-6-3 0 15,3 9 0-15,-3-9 0 0,6 8 0 16,-6-8 0-16,4 7 0 0,-2 0 0 0,-2-7 0 16,0 12 0-16,-2-3 0 0,0-1 0 15,-2 3 0-15,2 1 0 0,-3-1 0 0,-1 1 0 16,3 3 0-16,-6-3 0 0,5 1 0 16,-1 1 0-16,-1-2 0 0,-2 2 0 15,3-1 0-15,-5-1 0 0,5 2 0 16,-5 0 0-16,2 0 0 0,-1-3 0 0,3 3 0 15,-4 0 0-15,5-2 0 0,-3 0 0 16,-1-2 0-16,5 0 0 0,-4 0 0 0,4-2 0 16,-3 0 0-16,3-3 0 0,2 3 0 15,-1-4 0-15,-4 2 0 0,7-6 0 0,-3 6 0 16,1-1 0-16,2-5 0 0,-6 5 0 16,6-5 0-16,0 0 0 0,-3 7 0 0,3-7 0 15,0 0 0-15,-4 6 0 0,4-6 0 16,0 0 0-16,0 0 0 0,0 0 0 0,-4 7 0 15,4-7 0-15,0 0 0 16,0 0 0-16,0 0 0 0,0 0 0 0,0 0 0 0,0 0 0 16,17 0 0-16,-17 0 0 0,15-3 0 15,-15 3 0-15,23-2 0 0,-9 2 0 16,-3-2 0-16,-1 0 0 0,-10 2 0 16,18-2 0-16,-8 4 0 0,-10-2 0 0,15 0 0 15,-15 0 0-15,18 4 0 0,-11-4 0 16,-7 0 0-16,15 6 0 0,-7-1 0 0,0-2 0 15,-3 2 0-15,4 1 0 0,0-1 0 16,-2 2 0-16,0-1 0 0,-1-1 0 0,4 3 0 16,-2-1 0-16,-3-2 0 15,1 2 0-15,-1-2 0 0,2 0 0 0,-4 2 0 16,1-2 0-16,2 2 0 0,-3-2 0 16,1 2 0-16,0 1 0 0,0-1 0 0,-2 3 0 15,2-4 0-15,0 0 0 0,-3 3 0 16,1-2 0-16,0 0 0 0,-2-1 0 0,2 3 0 15,-2-4 0-15,-2 4 0 0,0-1 0 16,-1-1 0-16,-3 3 0 0,-2 2 0 0,-2-1 0 16,-2 3 0-16,-12 4 0 0,-1 2 0 15,2-4 0-15,-1 2 0 0,-2 1 0 0,-1-4 0 16,0-1 0-16,6-2 0 0,2 1 0 16,4-6 0-16,2 2 0 0,1-2 0 15,2 0 0-15,1-2 0 0,3-2 0 0,-2 2 0 16,3-1 0-16,-3-1 0 0,8-3 0 15,-10 8 0-15,6-7 0 0,4-1 0 16,0 0 0-16,-9 5 0 0,9-5 0 0,0 0 0 16,0 0 0-16,-9 2 0 0,9-2 0 15,0 0 0-15,-5 3 0 0,5-3 0 0,0 0 0 16,0 0 0-16,0 0 0 0,0 0 0 16,0 0 0-16,0 0 0 0,0 0 0 0,0 0-100 15,0 0-953-15,-11 3 123 0,11-3-1147 16,0 0-1490-16</inkml:trace>
  <inkml:trace contextRef="#ctx0" brushRef="#br0" timeOffset="53105.55">3525 7049 2076 0,'-2'5'418'0,"2"-5"-64"0,0 0-11 16,0 0-51-16,0 7-32 0,0-7-28 15,0 0-33-15,0 0-29 0,0 0-13 0,11-21-8 16,-3 14-11-16,2-5-11 0,1-1-11 15,3-1-12-15,-3-1 3 0,1 6 9 0,-3-1 11 16,-2-1 3-16,-1 4-1 16,2 1-4-16,-2 1-8 0,-1-1-14 0,-1 2-7 15,-4 4-6-15,7-6-11 0,-7 6-15 16,0 0-6-16,0 0 22 0,0 0 15 0,0 0 1 16,14 19-7-16,-10-4 7 0,0 6 10 15,1 1 2-15,3 13 11 0,2 0 8 16,3 3 29-16,2 5 3 0,0 0-10 0,3 0-11 15,-2-10-8-15,2-1-63 0,-3-1-67 16,-1-2 0-16,-2-2 0 0,-3-5 0 0,-2-5 0 16,-1-5 0-16,-3 1 0 15,1-3 0-15,0-1 0 0,-2 0 0 0,-1-4 0 0,-1-5 0 16,-1 12 0-16,-5-2 0 16,-1-3 0-16,-1-1 0 0,0 1 0 0,-5 2 0 15,2-2 0-15,-1 0 0 0,3-1 0 16,1-1 0-16,-4 1 0 0,7-3 0 0,5-3 0 15,-11 9 0-15,11-9 0 0,-8 5 0 16,8-5 0-16,0 0 0 0,0 0 0 16,0 0 0-16,0 0 0 0,31 2 0 0,-9-7 0 15,17-2 0-15,-3-4 0 16,2 1 0-16,-4 2 0 0,-5-1 0 0,-10 1 0 16,-2 6 0-16,-2-2 0 0,-2 0 0 15,-4 1 0-15,2 2 0 0,-11 1 0 0,14-4 0 16,-14 4 0-16,14-3 0 0,-14 3 0 15,9-4 0-15,-9 4 0 0,0 0 0 0,14-4 0 16,-14 4 0-16,4-2 0 0,-4 2 0 16,0 0 0-16,0 0 0 0,4-4 0 0,-4 4 0 15,0 0-709-15,0 0-309 0,0 0 117 16,0 0-991-16,0 0-1315 0</inkml:trace>
  <inkml:trace contextRef="#ctx0" brushRef="#br0" timeOffset="54774.98">25444 12818 3325 0,'0'0'382'0,"-11"3"-122"15,11-3-27-15,0 0 4 0,0 0 5 16,-16 3 2-16,16-3-1 0,0 0-10 15,-11 6-15-15,11-6-13 0,-5 7-19 0,-1-3-26 16,6-4-10-16,-6 6-12 0,6-6-21 16,-4 6-9-16,4-6-10 0,0 0-9 15,-6 9-2-15,6-9-5 0,0 0-8 0,0 0-7 16,0 0 6-16,0 0 5 0,0 0-6 16,0 0-10-16,0 0-3 0,0 0-3 0,-5-25-7 15,3 13 0-15,-2 1-8 0,1 1-6 16,-2-3 3-16,-1 3-5 0,1 1-4 15,-1 2-4-15,-3 0-2 0,1 4-4 0,8 3 1 16,-22 2 9-16,6 3 8 0,-2 4 14 0,2 4 7 16,0 1-1-16,1 0-37 15,6 4-20-15,1 2 0 0,4-4 0 0,0 2 0 16,4 1 0-16,4-2 0 0,3 2 0 16,4-2 0-16,0-4 0 0,4 0 0 0,0-3 0 15,3-4 0-15,-4-2 0 0,4-2 0 16,-3-4 0-16,2-2 0 0,0-1 0 15,-1 0 0-15,-3-3 0 0,1-1 0 0,-5-1 0 16,0-2 0-16,-3-3 0 0,0 3 0 0,-4-5 0 16,0 3 0-16,-4-3 0 15,-4 1 0-15,3-1 0 0,-8 3 0 0,4 1 0 16,-4 0 0-16,-1 3 0 0,1 3 0 16,-5 0 0-16,3 5 0 0,-1 2 0 0,0 6 0 15,-2 2 0-15,-1 1 0 0,2 5 0 16,3 1 0-16,1 5 0 0,3-3 0 0,3 5 0 15,3-3 0-15,2-1 0 0,2 1 0 16,5 0 0-16,1-2 0 0,3-2 0 0,5-3 0 16,-1 0 0-16,2-3 0 15,-2-4 0-15,3-2 0 0,-5-3 0 0,1-1 0 0,-2-6 0 16,1 0 0-16,5-5 0 0,-4-3 0 16,-5-1 0-16,0-1 0 0,0-2 0 15,-2-3 0-15,-5 1 0 0,0 0 0 0,-4 0 0 16,0-1 0-16,-5 3 0 0,2 1 0 0,-2 5 0 15,-3 1 0-15,2 4 0 16,-3 5 0-16,11 3 0 0,-25 5 0 0,12 5 0 16,-3 4 0-16,5 1 0 0,2 3 0 15,1 1 0-15,4 2 0 0,4-4 0 0,2 0 0 16,2 4 0-16,6-4 0 0,-1-4 0 16,7 1 0-16,-2-7 0 0,8-6 0 0,-2-2 0 15,5-3 0-15,7-6 0 16,1-2 0-16,-5-4 0 0,-1-2 0 0,-6-1 0 15,-1-4 0-15,-9 4 0 0,-8 1 0 0,3 1 0 16,-6-1 0-16,-6-4 0 0,-1 2 0 16,-9-8 0-16,0 4 0 0,-6 6 0 15,-1 0 0-15,1 8 0 0,3 7 0 0,-1 3 0 16,-5 3 0-16,-5 9 0 0,-2 4 0 16,1 2 0-16,4 3 0 0,2 4 0 0,1-2 0 15,5 2 0-15,1-3-792 0,6-8-195 16,6-1 108-16,0-6-1003 0,5-2-1305 15</inkml:trace>
  <inkml:trace contextRef="#ctx0" brushRef="#br0" timeOffset="60290.18">24960 10857 4652 0,'0'0'-283'0,"0"0"74"15,0 0 62-15,0 0 59 0,-4-6 52 16,4 6 58-16,0 0 38 0,0 0 39 0,0 0 28 16,0 0 19-16,0 0 18 0,-2-6 14 15,2 6 11-15,0 0 8 0,0 0 9 0,0 0-2 16,0 0 16-16,0 0-3 0,0 0 3 15,0 0 7-15,0 0 0 0,0 0 5 0,-3-9 2 16,3 9 3-16,0 0 1 0,0 0-18 16,0 0-3-16,0 0-15 0,0 0-183 0,-8-5-19 15,8 5 0-15,0 0 0 0,-10-4 0 16,10 4 0-16,0 0 0 0,-16-1 0 0,16 1 0 16,-16 0 0-16,16 0 0 0,-19 5 0 15,9-3 0-15,1 4 0 0,-2 0 0 16,-3 0 0-16,-1 4 0 0,1 1 0 15,0 5 0-15,-6 6 0 0,2 2 0 0,0 2 0 16,2 6 0-16,5-2 0 0,4 2 0 16,5-5 0-16,0-3 0 0,6 3 0 0,2 4 0 15,3-2 0-15,7-2 0 0,0-6 0 16,5 1 0-16,2-5 0 0,-1-7 0 0,0-5 0 16,1-1 0-16,0-4 0 0,4-4 0 15,9-6 0-15,0-5 0 0,5-3 0 0,2-4 0 16,-5-4 0-16,-6-3 0 0,1-6 0 15,-10 8 0-15,-4-2 0 0,-2-3 0 0,-3-1 0 16,-7 1 0-16,-2-4 0 16,-5-3 0-16,-1 0 0 0,-7 0 0 0,-7-7 0 15,-6 1 0-15,0 7 0 0,0 11 0 16,-4 5 0-16,-6 6 0 0,-1 5 0 0,-4 7 0 16,-4 6 0-16,0 8 0 0,-2 2 0 15,-6 3 0-15,5 6 0 0,6-4 0 0,5 0 0 16,2 0-84-16,3 0-707 0,0-1-175 15,8-4 91-15,4-3 98 0,1-1-821 0,3-3-1038 16</inkml:trace>
  <inkml:trace contextRef="#ctx0" brushRef="#br0" timeOffset="61170.51">24739 9617 4197 0,'0'0'-72'15,"-5"-7"82"-15,5 1 55 0,0 6 53 0,-2-12 34 16,2 5 21-16,2-3 6 0,1 1-5 15,3-5-4-15,1-1-16 0,5 1-4 0,1-1-14 16,5 1-10-16,-2 2-12 0,4-1-11 16,-4 4-7-16,4 2-12 0,-3-1-9 0,2 6-3 15,-5-1-8-15,0 3-7 0,-14 0-3 16,27 3-5-16,-13 3-1 0,-3 2 0 16,0 2 1-16,0-1 6 0,-4 5 10 0,-3 0 7 15,-3 3 1-15,-1 1 3 16,-1 0 4-16,-5 4 3 0,1-1 20 0,-4 0 15 15,0-3 16-15,2 1 14 0,-4-3 6 16,6-3 0-16,-1-3-8 0,3 0-61 0,-1-3-85 16,0 3 0-16,2-6 0 0,2-4 0 15,-3 12 0-15,3-12 0 0,2 11 0 0,-1-5 0 16,5 0 0-16,-1 3 0 16,3-2 0-16,0 0 0 0,0 1 0 0,-1 1 0 15,-2-1 0-15,4 0 0 0,-4 1 0 16,1 0 0-16,-2 1 0 0,-4-3 0 0,1 1 0 15,-1-8 0-15,-5 19 0 0,-2-10 0 16,-4 1 0-16,0 0 0 0,-4-1 0 0,-2-1 0 16,-4 1 0-16,-1-2 0 0,-2-2 0 15,-1-2 0-15,-1-1 0 0,4 1 0 0,-4-6 0 16,2 0 0-16,2 0 0 0,5 1 0 16,0-2 0-16,1 2 0 0,5 2 0 0,0-3 0 15,-1 3 0-15,12 0 0 0,-16-1 0 16,16 1 0-16,-20 1-167 0,13 2-864 0,7-3 89 15,-12 0 102-15,12 0-932 16,0 0-1203-16</inkml:trace>
  <inkml:trace contextRef="#ctx0" brushRef="#br0" timeOffset="62287.41">24869 8324 4559 0,'1'-6'-87'0,"-1"-3"96"0,2 3 62 15,0-2 63-15,-2 8 68 0,2-12 64 16,-2 12 18-16,0-9 23 0,0 9 3 16,3-8-18-16,-3 8-26 0,0 0 9 0,0 0 26 15,0 0 4-15,5 35-9 0,-5-13-16 16,4 16-159-16,-2 1-121 0,0 2 0 15,-2 0 0-15,-2 1 0 0,2-4 0 0,0 1 0 16,-2-10 0-16,2-3 0 0,0-6 0 16,-2-1 0-16,0 0 0 0,2-6 0 0,-2 1 0 15,2-4 0-15,2 1 0 0,-2-3 0 16,-2 1 0-16,2-3 0 0,0-6 0 16,0 6 0-16,0-6 0 0,0 0 0 0,0 0 0 15,0 0 0-15,-6-31 0 0,6 14 0 16,0-9 0-16,0-13 0 0,0-4 0 15,3-3 0-15,-3-12 0 0,2 13 0 0,-1-12-39 16,1 14-80-16,0 4 19 0,0 10 11 16,-2 4 34-16,0 6 30 0,-2 2 36 0,0 5 17 15,0-1 15-15,-1 3 16 0,-4-1 6 16,0 6 14-16,-6 3 15 0,-5 6-46 0,-5 3-48 16,-9 10 0-16,-11 5 0 0,-4 6 0 15,4 1 0-15,1 0 0 0,3 0 0 0,15-8 0 16,1 3 0-16,6-5 0 0,8 1 0 15,5-5 0-15,6-2 0 0,7-3 0 16,10-2 0-16,17-1 0 0,14-7 0 0,13-4 0 16,7-5 0-16,2-5 0 0,1-2 0 15,-4-1 0-15,-8 3 0 0,-10 3 0 0,-13 2 0 16,-9 4 0-16,-11 0 0 0,0 3 0 16,-7 2 0-16,-3 0 0 0,-8 0 0 15,2 7-399-15,-2-7-140 0,-14 15-96 0,1-5-156 16,0 4-31-16,-11 5 90 0,1 2-721 15,3 3-903-15</inkml:trace>
  <inkml:trace contextRef="#ctx0" brushRef="#br0" timeOffset="63054.17">23882 8032 3868 0,'-12'4'-74'0,"3"0"29"0,1-2 21 0,8-2 28 0,-10 2 34 16,10-2 40-16,-5 3 10 15,5-3 12-15,0 0 1 0,0 0-11 0,0 0-11 16,0 0-2-16,0 0-3 0,0 0 1 16,0 0 0-16,34-5-5 0,5 1-5 0,22-2-6 15,11 2-7-15,13-4-6 0,34-3-2 16,10 2-8-16,7 2-13 0,2 0-30 0,2-2-30 15,0 4-1-15,-4-3-2 0,-5 0 9 16,-11 1 2-16,-9 1 1 0,-28 0 5 16,-10 0 3-16,-13 2 4 0,-17 2 12 0,-13 0 28 15,-5 0 25-15,-5 2 22 0,-5-2 20 16,-2 1 7-16,0-1 1 0,-3 2-6 16,-10 0-12-16,14-2-8 0,-14 2-7 0,9-4-9 15,-9 4-23-15,7-2-39 0,-7 2-69 0,0 0-95 16,10-4-127-16,-10 4-144 15,6-2-244-15,-6 2 62 0,0 0 68 0,0 0-371 16,0 0-404-16</inkml:trace>
  <inkml:trace contextRef="#ctx0" brushRef="#br0" timeOffset="63836.98">24264 9108 2639 0,'0'0'53'0,"-16"-4"2"0,8 4 14 16,8 0 27-16,-19-2 52 0,10-1 50 15,0 3 28-15,2-5 11 0,7 5-6 0,-11-5-7 16,3 3-7-16,8 2-4 0,-10-2-10 16,10 2-10-16,-7-3-17 0,7 3-15 0,0 0-21 15,0 0-20-15,0 0-5 0,0 0-9 16,0 0-1-16,0 0-1 0,43 3-1 0,7-3-12 15,24-3-12-15,16 0-2 16,28-6-17-16,8 3-8 0,2-2-45 0,1-2-36 16,-5 2-7-16,2 1 6 0,-4 2 3 15,-4-2 3-15,-7 0 6 0,-28 2 1 0,-6 0 10 16,-13 1 5-16,-16 1 3 0,-6 0 24 16,-11 1 32-16,-7 0 34 0,-7 0 23 0,-1 1 11 15,-3 1 13-15,-1-2-1 0,-3 0-6 16,0 0-11-16,-9 2-12 0,18-1-14 0,-18 1-24 15,13-2-40-15,-13 2-65 0,8-2-87 16,-8 2-99-16,0 0-130 0,0 0-136 0,0 0-142 16,0 0-165-16,0 0 76 0,0 0 77 15,-6 14-567-15,6-14-671 0</inkml:trace>
  <inkml:trace contextRef="#ctx0" brushRef="#br0" timeOffset="64369.76">23929 10210 3182 0,'-18'4'14'0,"2"0"28"0,1 0 20 0,1-2 20 0,3 0 39 0,4-1 30 15,7-1 13-15,-16 2-9 0,16-2-16 16,0 0-13-16,0 0 4 0,0 0 2 0,0 0 3 16,40-2-6-16,6-4-8 0,26-3-9 15,30-3-13-15,8-3-9 0,11-2-14 0,10-2-26 16,2 2-42-16,0 0-17 0,3 1 1 16,-3 1-5-16,-8-2 3 0,-1 6 1 15,-9 1 2-15,-28 4-2 0,-8-3 8 0,-11 4 2 16,-16 1 4-16,-10 2 20 0,-12-2 26 15,-5 3 22-15,-7 0 20 0,-4-2 19 0,-1 3 12 16,-1 0-5-16,-1-2-2 0,0 0-16 16,-2 0-10-16,-9 2-5 0,16-2-24 0,-10 0-35 15,-6 2-58-15,16-4-80 0,-13 1-122 16,-3 3-140-16,11-5-162 0,-6 1-198 16,-5 4 74-16,0 0 65 0,6-4-451 15,-6 4-518-15</inkml:trace>
  <inkml:trace contextRef="#ctx0" brushRef="#br0" timeOffset="64904.03">24029 11315 3107 0,'-21'2'66'0,"-1"-1"12"0,8-1 27 0,-2 0 43 0,7 0 45 0,9 0 23 16,-20-1 12-16,20 1-7 0,-15-2-22 0,10-2-15 15,5 4-20-15,0 0-10 0,0 0-8 16,0 0-10-16,0 0-12 0,36-1-4 0,4-1-16 16,9 0-8-16,24-1-10 0,11-4-11 15,32-7-10-15,6 0-33 0,4 4-38 0,1-2-10 16,6 0-2-16,3 0 5 0,-3 0 4 15,-3 0 1-15,-4 2 3 0,-13 2 2 0,-27 0-2 16,-13 4 4-16,-6-1-3 0,-22 1 4 16,-4 0 15-16,-13 0 10 0,-7 0 10 15,-4 2 0-15,-6-1-3 0,1 0-4 0,-2 3-16 16,-10 0-22-16,9-3-47 0,-9 3-66 16,0 0-96-16,0 0-107 0,0 0-127 15,0 0-177-15,0 0-36 0,0 0 73 0,-20 17-449 16,9-6-516-16</inkml:trace>
  <inkml:trace contextRef="#ctx0" brushRef="#br0" timeOffset="65371.17">25392 11660 3221 0,'5'-9'203'0,"-1"2"16"0,-2 0 17 16,-1 5 19-16,-1 2 14 0,0 0 13 16,0 0-1-16,0 0-7 0,0 0-2 0,-25 23-12 15,-1 15-23-15,1 6-3 0,-8 9-1 16,-6 17 0-16,-8 11 4 0,-2 5 5 0,0 5-4 16,-5 6 0-16,1 0 6 0,0-1 4 15,-3-3-213-15,3-4-35 0,6-4 0 0,2-6 0 16,6-3 0-16,12-21 0 0,0-6 0 15,7-3 0-15,4-13 0 0,1-3 0 0,5-9 0 16,3-4 0-16,-1-1 0 0,5-6 0 16,-1-2 0-16,1-2 0 0,-1-2 0 15,4-4 0-15,0 0-559 0,0 0-156 0,-3-30-154 16,1 13 32-16,0-10 89 0,-4-13-770 16,5-5-963-16</inkml:trace>
  <inkml:trace contextRef="#ctx0" brushRef="#br0" timeOffset="65686.7">24282 11812 4326 0,'-9'-20'70'0,"-2"3"37"0,4 5 24 0,2 3 30 0,1 0 38 16,0 1 32-16,2 3 7 16,2 5 35-16,0 0 32 0,33 10 25 0,8 13 10 15,17 10 2-15,19 19-11 0,15 3-11 16,2 4-16-16,3-1-121 0,2 3-183 0,-1 2 0 15,-2-5 0-15,-3 2 0 0,-3 2 0 16,-6-2 0-16,-8-3 0 0,-4-2 0 0,-9-3 0 16,-17-15 0-16,-4 1 0 0,-6-4 0 15,-6-3 0-15,-10-7 0 0,-3-7 0 0,-5-2 0 16,-5-3 0-16,0-1 0 0,2-3 0 16,-4-1 0-16,1 0 0 0,-3 0 0 0,1-1 0 15,0-2 0-15,-4-4 0 16,5 8 0-16,0-6 0 0,-5-2 0 0,4 6 0 0,-4-6 0 15,0 0 0-15,0 0 0 16,0 0-913-16,0 0-47 0,0 0 90 0,0 0-983 16,0 0-1278-16</inkml:trace>
  <inkml:trace contextRef="#ctx0" brushRef="#br0" timeOffset="70318.53">11447 6636 1109 0,'-6'10'607'15,"6"-10"-130"-15,0 0-66 0,0 0-62 16,-5 4-33-16,5-4-26 0,-6 4-29 0,6-4-20 16,0 0 0-16,-8 8-4 15,8-8-2-15,0 0-10 0,0 0 9 0,0 0-15 0,0 0 5 16,-4 3 6-16,4-3-4 16,0 0 3-16,0 0-1 0,0 0 8 0,0 0 3 15,0 0 5-15,0 0-6 0,0 0-21 16,0 0-20-16,0 0-24 0,0 0-115 0,8-29-58 15,-8 22 0-15,1-3 0 0,-1-2 0 16,3 1 0-16,1-1 0 0,0 0 0 0,-1 1 0 16,3-1 0-16,1-1 0 0,3 3 0 15,2-1 0-15,0 1 0 0,0 1 0 16,5 3 0-16,2-1 0 0,-1 3 0 0,2 1 0 16,2 1 0-16,-3 4 0 0,3 1 0 15,1 3 0-15,0 0 0 0,-3 3 0 16,-4 3 0-16,0 4 0 0,-5 1 0 15,-2 1 0-15,-5 5 0 0,1 0 0 0,-8 4 0 16,-3 7 0-16,-1 0 0 0,-6 2 0 16,-1-4 0-16,1-1 0 0,1-2 0 0,3-8 0 15,2-2 0-15,1-5 0 0,0 0 0 16,2-5 0-16,2 2 0 0,2-4 0 16,2 2 0-16,-2-9 0 0,12 10 0 0,-1-10 0 15,7 0 0-15,4-4 0 0,12-2 0 16,3-5 0-16,5 1 0 0,-6-3 0 15,-2 1 0-15,-4 0 0 0,-3 2 0 0,-6 3 0 0,-1 3 0 16,-6-4 0-16,-3 5 0 16,3 0 0-16,-4-1 0 0,-3 2 0 0,1-1 0 15,2 1 0-15,-5-1 0 0,-5 3 0 16,9-1 0-16,-9 1 0 0,12-4 0 0,-12 4 0 16,8-4 0-16,-8 4 0 0,5-3 0 15,-5 3 0-15,0 0 0 0,9-3 0 0,-9 3 0 16,0 0 0-16,0 0 0 0,0 0 0 15,0 0 0-15,0 0 0 0,0 0-418 16,0 0-602-16,0 0 121 0,-9 20-1092 16,7-9-1408-16</inkml:trace>
  <inkml:trace contextRef="#ctx0" brushRef="#br0" timeOffset="72252.75">20110 14539 1646 0,'0'0'444'0,"0"0"-103"0,0 0-47 0,0 0-24 16,0 0-28-16,0 0-13 0,0 0-22 16,0 0-20-16,0 0-9 0,0 0-4 0,0 0-5 15,0 0-6-15,0 0 9 0,0 0 0 16,0 0 5-16,0 0 12 0,0 0 11 15,0 0 23-15,0 0 15 0,0 0 16 0,0 0 7 16,0 0-6-16,0 0-27 0,-9-25-18 16,10 19-5-16,1-2-17 0,0-4-13 0,2 3-7 15,0-2-5-15,0 1-10 0,4-2-137 16,-3 0-16-16,2 0 0 0,4 0 0 0,-4 2 0 16,2-1 0-16,0 4 0 15,-2 1 0-15,-2 1 0 0,5 1 0 0,-10 4 0 16,14-8 0-16,-14 8 0 0,12 3 0 15,-12-3 0-15,18 10 0 0,-11 0 0 0,5 6 0 16,-4 3 0-16,-1 10 0 0,2 2 0 16,2 0 0-16,-4 2 0 0,-3-4 0 0,-2-4 0 15,-1 10 0-15,-1-1 0 0,-1 3 0 16,-1-2 0-16,-2-1 0 0,2-4 0 0,-1 5 0 16,-2-8 0-16,3-2 0 0,0-1 0 15,2-6 0-15,-2 0 0 0,0-2 0 16,2-2 0-16,0-3 0 0,2 1 0 15,2-4 0-15,1 1 0 0,2-4 0 0,2-2 0 16,7-3 0-16,2-2 0 0,15-8 0 16,-1-3 0-16,5 1 0 0,-1-5 0 15,6-2 0-15,-6 1 0 0,-4 3 0 0,-1 0 0 16,-5-2 0-16,-4 6 0 0,-8 3 0 16,0 1 0-16,-3 0 0 0,-1 4 0 0,-2-1 0 15,-3-2 0-15,3 4 0 0,-3-2 0 16,-5 4 0-16,11-3 0 0,-11 3 0 0,9-6 0 15,-9 6 0-15,7-3 0 0,-7 3 0 16,7-3 0-16,-7 3 0 0,3-5 0 16,-3 5 0-16,0 0 0 0,8-3 0 15,-8 3 0-15,0 0 0 0,0 0 0 0,2-8 0 16,-2 8 0-16,0 0 0 0,0 0 0 16,0 0-942-16,0 0-24 0,0 0-1171 0,0 0-1545 15</inkml:trace>
  <inkml:trace contextRef="#ctx0" brushRef="#br0" timeOffset="91298.58">24723 9581 1384 0,'-5'4'444'0,"5"-4"-125"0,-6 3-48 0,6-3-8 16,-5 5-5-16,5-5-15 0,-6 4-21 15,6-4-17-15,0 0-7 0,-8 5-1 0,8-5-5 16,0 0-3-16,-6 4-6 0,6-4-5 15,0 0-5-15,0 0-4 0,0 0-4 16,0 0-3-16,0 0 4 0,0 0-7 16,0 0 0-16,0 0 3 0,0 0 4 0,0 0-3 15,0 0-1-15,0 0 2 0,0 0-7 16,0 0-3-16,0 0-1 0,0 0-4 0,0 0-4 16,0 0-5-16,0 0-7 0,0 0-12 15,0 0-12-15,0 0-8 0,0 0-12 0,0 0-65 16,11-21-24-16,-11 21 0 0,3-7 0 15,-3 7 0-15,8-7 0 0,-8 7 0 0,5-7 0 16,-5 7 0-16,8-5 0 16,-8 5 0-16,10-7 0 0,-10 7 0 0,7-8 0 15,-1 6 0-15,-6 2 0 0,9-7 0 16,-3 4 0-16,-6 3 0 0,12-7 0 0,-12 7 0 16,12-6 0-16,-5 2 0 0,-7 4 0 15,11-4 0-15,-11 4 0 0,11-7 0 0,-4 6 0 16,-7 1 0-16,11-5 0 0,-11 5 0 15,11-6 0-15,-11 6 0 0,10-6 0 0,-10 6 0 16,7-2 0-16,-7 2 0 0,10-4 0 16,-10 4 0-16,0 0 0 0,12-4 0 0,-12 4 0 15,0 0 0-15,0 0 0 0,9-4 0 16,-9 4 0-16,0 0 0 0,0 0 0 16,7-3 0-16,-7 3 0 0,0 0 0 0,0 0 0 15,9-4 0-15,-9 4 0 0,0 0 0 16,0 0 0-16,0 0 0 0,18-2 0 15,-18 2 0-15,0 0 0 0,0 0 0 0,0 0 0 16,14 0 0-16,-14 0 0 0,0 0 0 16,0 0 0-16,0 0 0 0,9 6 0 0,-9-6 0 15,6 5 0-15,-6-5 0 0,3 6 0 16,1-2 0-16,-4-4 0 0,6 8 0 16,-5-2 0-16,4-1 0 0,-3 1 0 0,2 0 0 15,-3 0 0-15,3 0 0 0,0-1 0 16,-2 2 0-16,-1-2 0 0,-1-5 0 0,2 12 0 15,2-6 0-15,-4-6 0 0,3 13 0 16,-3-7 0-16,0-6 0 0,2 14 0 16,-2-7 0-16,0-7 0 0,-2 15 0 0,2-8 0 15,-3 2 0-15,3-1 0 0,0-8 0 16,-2 15 0-16,0-9 0 0,2-6 0 0,-2 14 0 16,2-8 0-16,0-6 0 0,0 12 0 15,0-12 0-15,-1 13 0 0,1-9 0 0,-2 3 0 16,2-7 0-16,-6 14 0 0,6-6 0 15,-2-1 0-15,2-7 0 0,-5 14 0 0,3-3 0 16,-3-4 0-16,4 0 0 0,-3 1 0 16,2-1 0-16,-2 0 0 0,4-7 0 0,-5 13 0 15,3-7 0-15,-2 0 0 0,4-6 0 16,-3 11 0-16,1-5 0 0,2-6 0 16,-5 11 0-16,1-4 0 0,4-7 0 15,-5 13 0-15,3-8 0 0,-2 2 0 0,2 0 0 16,-1 0 0-16,-1 0 0 0,-1 0 0 15,4-1 0-15,-3 2 0 0,2-2 0 16,-2 1 0-16,2 1 0 0,-1-2 0 0,-1 0 0 16,0 2 0-16,4-8 0 0,-3 11 0 0,-2-7 0 15,5-4 0-15,-4 8 0 0,4-8 0 16,-3 10 0-16,3-10 0 0,-4 7 0 0,4-7 0 16,-6 8 0-16,6-8 0 0,-5 7 0 15,5-7 0-15,-7 7 0 0,4-2 0 16,3-5 0-16,-8 10 0 0,8-10 0 15,-3 7 0-15,3-7 0 0,-8 9 0 0,8-9 0 16,-2 5 0-16,2-5 0 0,-3 7 0 16,3-7 0-16,0 0 0 0,0 0 0 0,0 0 0 15,0 0 0-15,0 0 0 0,0 0 0 16,0 0 0-16,0 0 0 0,39-14 0 0,-15 7 0 16,8-4 0-16,2 2 0 0,6 1 0 15,6 0 0-15,7-5 0 0,-3 1 0 0,-9 4 0 16,-2-1 0-16,-3 3 0 0,-9 0 0 15,-7 4 0-15,-2-4 0 0,-4 2 0 16,-2 2 0-16,-1 2 0 0,0-3 0 0,-11 3 0 16,14-2 0-16,-14 2 0 0,13-1 0 15,-13 1 0-15,12-2 0 0,-12 2 0 0,10-1 0 16,-10 1 0-16,0 0 0 0,10-2 0 16,-10 2 0-16,0 0 0 0,0 0 0 0,0 0 0 15,0 0 0-15,0 0 0 0,0 0 0 16,0 0 0-16,0 0 0 0,0 0 0 0,0 0-424 15,-34 6-589-15,22-4 113 0,-6 1-1091 16,-2-3-1408-16</inkml:trace>
  <inkml:trace contextRef="#ctx0" brushRef="#br0" timeOffset="91931.72">24821 9624 4891 0,'0'0'-311'15,"-12"-2"76"-15,12 2 59 0,0 0 49 0,0 0 59 16,-16 4 55-16,16-4 50 0,-12 3 45 15,12-3 36-15,-11 2 29 0,11-2 22 0,-8 2 17 16,8-2 19-16,0 0 12 0,0 0 15 16,0 0 15-16,0 0 7 0,0 0-4 0,-14-11-18 15,14 11-21-15,0-10-13 0,0 10-18 16,2-15-11-16,5 6-24 0,-2 0-13 0,1 1-15 16,-1-2-14-16,3 3-10 0,-2-3-9 15,3 6-11-15,-1 1-8 0,-8 3-6 0,17-4-9 16,-17 4 0-16,17 9-11 0,-10-2 3 15,2 5-9-15,0 5-22 0,-3 3-11 16,-1 3 0-16,0 0 0 0,-3 3 0 16,-4 1 0-16,-1 12 0 0,-1-3 0 0,1 2 0 15,-3-1 0-15,-3 1 0 0,-1-1 0 16,0-1 0-16,3-3 0 0,0-10 0 0,2-3 0 16,-1-5 0-16,5-3 0 0,-1-1 0 15,2-1 0-15,0-2 0 0,3-2 0 0,3-1 0 16,-6-5 0-16,19 0 0 0,1-2 0 15,8-11 0-15,3-1 0 0,1-2 0 0,1 3 0 16,-5-2 0-16,3 1 0 0,-5-1 0 16,-5 5 0-16,-5 2 0 0,-4 1 0 15,2 1 0-15,-4 2 0 0,-3-2 0 0,-2 4 0 16,4-1 0-16,-9 3 0 0,7-3 0 16,-7 3 0-16,8-2 0 0,-8 2 0 0,0 0 0 15,0 0 0-15,0 0 0 0,0 0 0 16,0 0 0-16,0 0 0 0,1 12 0 0,-1-12 0 15,-7 10 0-15,1-2-598 0,1-1-383 16,-2 2 102-16,-2 6-1071 0,6-2-1369 0</inkml:trace>
  <inkml:trace contextRef="#ctx0" brushRef="#br0" timeOffset="92881.79">24821 9744 4940 0,'-10'3'-253'0,"10"-3"59"0,-9 4 56 0,9-4 52 0,-9 4 56 16,0-2 50-16,9-2 35 0,-9 3 26 15,9-3 19-15,0 0 15 0,-11 1 14 0,11-1 17 16,0 0 8-16,-14 2 13 0,14-2 9 15,0 0 12-15,0 0 6 0,-14-6 5 0,14 6 7 16,-10-4-2-16,10 4-5 0,-10-9-3 16,6 5-9-16,-1-2-9 0,-1-2-13 15,1 2-13-15,-4 0-11 0,6-3-13 0,-1 1-6 16,0 0-9-16,1 0-9 0,1 1-12 16,-2 1-51-16,-1-4-41 0,5 10 0 15,-1-15 0-15,2 8 0 0,2-2 0 0,3-1 0 16,-1-1 0-16,5-2 0 0,4 1 0 15,-2 0 0-15,4 0 0 0,-3 4 0 16,0 1 0-16,1 2 0 0,-3 1 0 0,-1 4 0 16,-10 0 0-16,20 9 0 0,-9 1 0 15,-4 2 0-15,0 7 0 0,1 2 0 0,-2 1 0 16,2 8 0-16,-7-1 0 0,-1 0 0 16,2-3 0-16,-4 13 0 0,-1-3 0 0,-3-1 0 15,0 1 0-15,-2-1 0 0,1-3 0 16,0 0 0-16,-2-8 0 0,7-5 0 0,-1-3 0 15,-1 0 0-15,2-4 0 0,0 0 0 16,2-2 0-16,2-3 0 0,2 3 0 16,1-3 0-16,4 0 0 0,2-4 0 0,2-1 0 15,2-2 0-15,9-2 0 0,0-3 0 16,13-3 0-16,-1-4 0 0,-4-1 0 0,0 2 0 16,-1 1 0-16,-6 1 0 15,-5 2 0-15,-1-2 0 0,-1 5 0 0,-5 0 0 0,-2-1 0 16,1 0 0-16,-5 5 0 15,1-2 0-15,-8 2 0 0,14-4 0 0,-14 4 0 0,9-2 0 16,-9 2 0-16,7-3 0 0,-7 3 0 16,0 0 0-16,0 0 0 0,0 0 0 15,0 0 0-15,0 0 0 0,12 5 0 16,-12-5 0-16,0 0 0 0,0 0 0 0,-5 14 0 16,2-5-550-16,-3-1-433 0,3 4-1281 15,-7 2-1666-15</inkml:trace>
  <inkml:trace contextRef="#ctx0" brushRef="#br0" timeOffset="104045.71">4445 6853 1005 0,'-2'-7'405'16,"2"7"-102"-16,0 0-48 0,0-9-9 0,0 9-3 15,-2-5 5-15,2 5-3 0,-2-12-1 16,2 12 18-16,-1-8 12 0,1 8 6 0,-2-9 15 16,2 9-8-16,0 0 17 0,-2-12-17 15,2 12-5-15,-2-6-11 0,2 6-26 0,0 0-26 16,0-8-28-16,0 8-19 16,0 0 8-16,0 0 16 0,0 0 4 0,20 37 2 15,-8-8 2-15,2 6 8 0,5 8-4 16,0 9 2-16,-2 3-194 0,4 0-16 0,-2-2 0 15,0 1 0-15,0-4 0 0,-6-1 0 16,3-3 0-16,-5-10 0 0,-4-1 0 0,5-6 0 16,-6-3 0-16,-2-9 0 15,1 0 0-15,-1-4 0 0,1-2 0 0,-4-1 0 16,1-3 0-16,-2 0 0 0,0-7 0 0,0 5 0 16,0-5 0-16,0 0 0 15,0 0 0-15,-19-17 0 0,11 5 0 0,-1-5 0 0,-5-10-174 16,1 1-425-16,0-8-57 15,2 2-57-15,-3-2-79 0,3-2 13 0,-1-2-744 16,2 1-968-16</inkml:trace>
  <inkml:trace contextRef="#ctx0" brushRef="#br0" timeOffset="104429.82">4434 6870 3970 0,'-2'-5'-125'0,"-2"1"59"0,4 4 49 15,-7-6 54-15,7 6 38 0,-6-3 43 16,6 3 34-16,0 0 34 0,0 0 20 0,-21 13 35 15,11 0 18-15,-1 4 22 0,-7 8 15 16,2 4 9-16,-2 6 4 0,0 4-4 16,-3 4 0-16,-1-2-1 0,8-9-19 15,-4 0 0-15,7-3-23 0,2-9-44 0,0-1-218 16,4-4 0-16,3-2 0 0,0-3 0 16,2-2 0-16,4-1 0 0,5 0 0 0,7-4 0 15,7-3 0-15,20-6 0 0,14-5 0 16,1 0 0-16,5-3 0 0,-4 2 0 0,0-2 0 15,-2 0 0-15,-12 7 0 0,-6-2 0 16,-5 1 0-16,-10 2 0 0,-2 4 0 0,-7-2 0 16,-2 1 0-16,-2 0 0 0,1 3 0 15,-12 0 0-15,15-3 0 0,-15 3 0 16,14-1 0-16,-14 1 0 0,11-3 0 16,-11 3 0-16,0 0 0 0,12-4 0 0,-8 0 0 15,-4 4 0-15,0 0 0 0,5-4 0 16,-5 4 0-16,0 0 0 0,0 0-380 15,0 0-552-15,0 0-9 0,0 0 105 0,0 0-899 16,0 0-1168-16</inkml:trace>
  <inkml:trace contextRef="#ctx0" brushRef="#br0" timeOffset="106512.12">27729 7633 3651 0,'-6'-27'109'0,"1"3"34"15,1 3 69-15,0 3-24 0,1 0 9 0,1 3 9 16,-2 0-7-16,-1 2-28 0,4 4-37 16,-1 1-16-16,0 4-15 0,2 4-14 0,0 0 25 15,-2 23 28-15,2 17 6 16,2 18 43-16,2 12 15 0,-3 30 10 0,10 9 6 15,0 10-5-15,0 5-11 0,4 9-8 16,3 1-9-16,-1 1-13 0,4 4-11 0,-1 1-27 16,3-2-7-16,4 1-119 0,0-3-12 15,-2-1 0-15,0-3 0 0,-3-2 0 16,-1-3 0-16,-3-5 0 0,-5-4 0 0,-2 1 0 16,-1-5 0-16,-6 0 0 0,-3-5 0 15,-2 0 0-15,-1 0 0 0,-4-6 0 0,0-3 0 16,4-18 0-16,-5-4 0 0,3-6 0 15,0-1 0-15,0-6 0 0,4-7 0 0,0-12 0 16,0-7 0-16,2-9 0 0,-2-5 0 16,2 0 0-16,2-1 0 0,-2 0 0 0,0 0 0 15,-1 0 0-15,3 0 0 0,0 1 0 16,-1 4 0-16,-2-4 0 0,1-2 0 16,0 1 0-16,0 1 0 0,0-8 0 15,-2 0 0-15,2-1 0 0,-2-4 0 0,1 0 0 16,-1-1 0-16,0-3 0 0,2 2 0 15,-2-2 0-15,2-1 0 0,-2-7 0 0,2 10 0 16,0-5 0-16,0 1 0 0,3-3 0 16,4 2 0-16,4-3 0 0,2-2 0 0,7 0 0 15,21-7 0-15,16-2 0 0,13-4 0 16,21-6 0-16,15-3 0 0,8 5 0 0,3-4 0 16,6 5 0-16,-1 0 0 0,-1-1 0 15,5 3 0-15,-12 2 0 0,-8-3 0 0,-22 7 0 16,-7-1 0-16,-5-1 0 15,-13 2 0-15,-6-1 0 0,-15 6 0 0,-10-2 0 16,-7-1 0-16,-1 4 0 0,-6-4 0 16,0 0 0-16,-1 3 0 0,-3-2 0 0,-1 2 0 15,-4-1 0-15,4 3 0 0,-4-3 0 16,-7 4 0-16,11-3 0 0,-11 3 0 16,10-4 0-16,-10 4 0 0,9-3 0 0,-9 3 0 15,0 0 0-15,10-4 0 0,-10 4 0 16,8-3 0-16,-8 3 0 0,11-5 0 0,-5 2 0 15,-1-3 0-15,2-2 0 0,4-3 0 16,-4-1 0-16,0-6 0 0,4-11 0 0,-2-6 0 16,-4-5 0-16,3-11 0 0,-5-10 0 0,0-6 0 15,-1-8 0-15,0-7 0 0,-4-30 0 16,0-6 0-16,-1-6 0 0,2-9 0 16,-3 0 0-16,0-5 0 0,-1-2 0 0,-3-8 0 15,1 1 0-15,-1-3 0 0,-2 0 0 16,-5 8 0-16,2 6 0 0,2 10 0 15,-5 4 0-15,3 8 0 0,-1 8 0 0,1 8 0 16,3 22 0-16,1 6 0 0,-2 0 0 16,2 5 0-16,0 1 0 0,0 9 0 0,2 3 0 15,3 12 0-15,-3 4 0 0,4 2 0 16,1 7 0-16,0 3 0 0,0 1 0 16,0 6 0-16,0-1 0 0,2 1 0 0,-1-1 0 15,1-1 0-15,-2 1 0 0,0-2 0 16,-2-2 0-16,2 3 0 0,0 2 0 0,0 0 0 15,0 5 0-15,0 0 0 0,0 2 0 16,0-1 0-16,2 3 0 0,-2 0 0 0,2 0 0 16,0 8 0-16,0-10 0 0,0 5 0 15,0 5 0-15,0-8 0 0,0 8 0 16,0 0 0-16,0-12 0 0,0 12 0 0,0 0 0 16,0 0-115-16,0 0-537 0,14 20-200 15,-10-8-52-15,-2 2 100 0,0 3-850 16,-2 2-1092-16</inkml:trace>
  <inkml:trace contextRef="#ctx0" brushRef="#br0" timeOffset="107778.51">28849 11119 4471 0,'0'-7'-18'0,"0"7"54"0,0 0 52 16,-3-8 59-16,3 8 50 0,-4-8 40 16,4 8 35-16,-4-9 10 0,4 9 9 0,0 0 4 15,-3-11 2-15,3 11-2 16,-2-7-7-16,2 7-4 0,0 0-27 0,0 0-26 15,-6-5-10-15,6 5-201 0,0 0-20 16,-19 16 0-16,6-3 0 0,-3 12 0 0,0 0 0 16,0 4 0-16,0 0 0 0,7 3 0 15,2-1 0-15,3-3 0 0,4-7 0 0,4 3 0 16,1-1 0-16,6 2 0 0,7 0 0 16,7-5 0-16,1-7 0 0,7-5 0 0,-1-4 0 15,-1-5 0-15,8-5 0 0,4-3 0 16,6-5 0-16,-5-4 0 0,-2-2 0 0,-10 1 0 15,-1 1 0-15,-8-3 0 16,-2 0 0-16,-8 2 0 0,-6-1 0 0,-5 2 0 16,-4 0 0-16,-5-15 0 0,-8-2 0 15,-10-4 0-15,-4 6 0 0,-1 4 0 0,-1 5 0 16,3 6 0-16,-4 2 0 0,-3 4 0 16,3 5 0-16,3 2 0 0,3 4 0 0,-3 2-336 15,2 1-464-15,-14 1-148 0,9 2 97 16,-2 0-937-16,5 1-1216 0</inkml:trace>
  <inkml:trace contextRef="#ctx0" brushRef="#br0" timeOffset="108327.97">28225 10594 4720 0,'-12'-8'-131'16,"-1"2"40"-16,2 0 42 0,-1 0 62 0,3 3 59 0,-2 0 49 0,-2-3 37 16,4 3 18-16,0 1 6 0,9 2 15 15,-18-4 2-15,18 4 13 0,-11-5-2 16,11 5-8-16,-8-3-9 0,8 3-1 15,0 0 6-15,0 0 10 0,0 0-2 0,52 14-8 16,-6-14-19-16,22 0-13 0,16-4-15 16,34-6-15-16,10 0-15 0,9-1-69 15,-1-3-52-15,-3-5 0 0,-6 1 0 0,-9-2 0 16,-12 1 0-16,-36 6 0 0,-7 1 0 16,-20 3 0-16,-4 2 0 0,-10 2 0 0,-9 0 0 15,-2 3 0-15,-6-1 0 0,-1 0 0 16,-4 3 0-16,-7 0 0 0,0 0 0 0,0 0 0 15,0 0 0-15,0 0 0 16,0 0 0-16,-29 18-219 0,14-9-283 0,-4-2-193 16,4 1-208-16,-4-1 73 0,0 0 91 15,-3 0-725-15,2-2-911 0</inkml:trace>
  <inkml:trace contextRef="#ctx0" brushRef="#br0" timeOffset="108845.54">28543 10040 4332 0,'-11'-12'65'0,"1"4"18"0,2-1 38 16,2 3 36-16,5-2 32 0,-1-2 10 16,2 1-15-16,2-4 7 0,1-2-17 0,9 0-12 15,-1-1-14-15,9-5-7 0,-4 8-17 16,4 1-17-16,-2 3-10 0,5 2-10 16,-3 4 2-16,0 5-19 0,1-1-4 0,-1 6-8 15,-4 4 11-15,0 0 25 0,-7 9 29 16,2 0 26-16,-10 2 26 0,-2 4 26 0,-6 11 10 15,-2 0 11-15,-4-1-119 0,-6 5-103 16,3-7 0-16,-3-3 0 0,7-3 0 16,3-7 0-16,2-2 0 0,1-5 0 15,4-1 0-15,2-4 0 0,4 4 0 0,3-6 0 16,4 1 0-16,7-2 0 0,3 0 0 16,3-2 0-16,3-2 0 0,0-2 0 0,2-2 0 15,-3 2 0-15,1-4 0 0,-4 0 0 16,-3 4 0-16,-6-2 0 0,3 0 0 0,-5 2 0 15,-3 0 0-15,0-2 0 0,-9 2 0 16,14 0 0-16,-14 0 0 0,13-4 0 0,-7 1 0 16,-6 3 0-16,4-8-567 0,-4 8-437 15,0-8 112-15,0 8-1056 0,-10-8-1368 16</inkml:trace>
  <inkml:trace contextRef="#ctx0" brushRef="#br0" timeOffset="109480.99">28015 9542 5023 0,'-14'0'-86'0,"5"2"66"0,0-2 34 0,9 0 32 15,0 0 45-15,0 0 45 0,0 0 23 16,-21-2 5-16,21 2 8 0,0 0 23 15,0 0 14-15,0 0 13 0,59-17 10 16,-15 7-8-16,21-2-6 0,28-7-19 0,13-2-14 16,11 1-20-16,6-3-13 0,11 2-22 15,-2 3-11-15,-5-1-16 0,-5 0-11 16,-7 2-45-16,-4 1-47 0,-32 4 0 0,-2 2 0 16,-13 0 0-16,-8 3 0 0,-17 0 0 15,-10 4 0-15,-8-1 0 0,0 3 0 0,-7-1 0 16,-5 2 0-16,2-2 0 0,-1 0 0 15,-10 2 0-15,17-1 0 0,-7-1 0 0,-1 2 0 16,-9 0 0-16,23-3 0 16,-10 3 0-16,-2 0 0 0,3 0 0 0,-3 0 0 15,1 3 0-15,-12-3 0 0,20 0 0 0,-8 0 0 16,-2 2 0-16,-10-2 0 0,15-2 0 16,-15 2 0-16,13 2 0 0,-13-2 0 15,0 0 0-15,15 0 0 0,-15 0 0 0,0 0 0 16,0 0 0-16,0 0 0 0,16-2 0 15,-16 2 0-15,0 0 0 0,0 0 0 0,0 0 0 16,7-3 0-16,-7 3 0 0,0 0 0 16,0 0 0-16,0 0 0 0,0 0 0 0,0 0 0 15,0 0 0-15,-40-21 0 16,29 16-582-16,3 2-409 0,8 3-1260 16,-18-4-1652-16</inkml:trace>
  <inkml:trace contextRef="#ctx0" brushRef="#br0" timeOffset="112993.81">28492 8661 3999 0,'-21'-5'378'0,"21"5"-51"16,-8-7 4-16,6 3-4 0,2 4-28 15,-4-10-25-15,2 3-22 0,2 7-34 0,5-17-24 16,-2 9-14-16,6-3-16 0,3 1-13 15,0 2-17-15,0-2-13 0,6 6-12 0,-3-1-9 16,2 1-13-16,0 4-12 16,2 0-8-16,1 4-5 0,-4-2-4 0,4 7-6 15,-5-1-6-15,-1 0-3 0,-2 0-3 16,-1 1-1-16,-4 1 3 0,-1 2-20 0,-3-1-22 16,-3 4 0-16,-2-1 0 0,-1 4 0 15,-5 3 0-15,-2 0 0 0,1-3 0 0,-2-1 0 16,1-5 0-16,4 1 0 0,-1-1 0 15,-1-6 0-15,4 3 0 0,0-2 0 0,-2 0 0 16,6-7 0-16,-1 11 0 0,1-11 0 16,0 12 0-16,3-6 0 0,5 3 0 0,0-1 0 15,-1 0 0-15,4 2 0 0,0-2 0 16,-2-1 0-16,0-1 0 0,-1 2 0 0,-2 0 0 16,0-3 0-16,-3 2 0 15,-3-7 0-15,2 14 0 0,-6-7 0 0,1 1 0 16,-7-1 0-16,-3 5 0 0,-4 0 0 15,-1 0 0-15,-1-2 0 0,-1 0 0 0,-2-1 0 16,5-1 0-16,-2-2 0 0,4-3 0 16,0 0 0-16,1-3 0 0,1 0 0 0,2 2 0 15,11-2 0-15,-19 0 0 0,9 2 0 16,0 0 0-16,1 1 0 0,0 2-820 0,-1 0-161 16,-3 2 108-16,3 0-1003 0,2 1-1301 15</inkml:trace>
  <inkml:trace contextRef="#ctx0" brushRef="#br0" timeOffset="114410">19518 13259 2244 0,'-2'-8'161'0,"2"1"4"16,-4 0 4-16,4 7 7 15,-2-12 8-15,2 12-26 0,-2-8-27 0,2 8-28 16,-1-8-18-16,1 8-5 0,0 0 15 16,0 0 25-16,-9 21-1 0,7-4 19 0,1 9 3 15,-3 12 11-15,-2 3 11 0,4 4 3 16,-1-1-3-16,-1-1-10 0,-1 2-11 0,4-1-6 15,-1-3-11-15,-2 0-1 0,0-3-13 16,2-3-5-16,1-6-13 0,1-6-5 0,-2-3-15 16,2-2-2-16,-4 0-13 0,4-7-3 15,-2 3-4-15,2-4-8 0,-2-1 0 16,2-2-7-16,0-7-31 0,0 13-30 16,0-13-76-16,0 2-75 0,0-2-75 0,0 0-69 15,0 0-57-15,0 0-71 0,0-22-92 16,0 15-137-16,0-3 59 0,2-2-366 15,0 1-461-15</inkml:trace>
  <inkml:trace contextRef="#ctx0" brushRef="#br0" timeOffset="114678.54">19602 13470 2752 0,'3'-8'7'15,"-3"3"34"-15,0 5 31 0,0-10 17 0,0 10 18 16,0 0 15-16,0 0 3 0,0 0 4 15,0 0 3-15,-21 27 11 0,10 0 2 16,1 6 2-16,1 1 2 0,-1 2 0 0,1 1-9 16,3 3-8-16,2 0-8 0,0-2-13 15,2 3-11-15,1-5-7 0,2-6-9 0,-1-2-9 16,0-3-6-16,2 2-4 16,0-3-10-16,2-3-7 0,-4-2-7 0,2 1-32 0,0-5-34 15,-2-1-32-15,1-2-36 16,-1-4-38-16,0 1-66 0,0-3-79 0,0-6-94 15,-5 4-127-15,5-4-148 0,0 0 64 16,0 0-298-16,-17-19-361 0</inkml:trace>
  <inkml:trace contextRef="#ctx0" brushRef="#br0" timeOffset="116796.35">16293 10256 1825 0,'-3'-9'419'0,"-2"1"-94"0,1 2-59 16,1-1-19-16,-3 2-7 0,2-2-8 16,4 7-21-16,-7-10-8 0,5 6 0 0,2 4-4 15,-6-7-15-15,6 7-12 0,-6-5-17 16,6 5-4-16,0 0 15 0,0 0 1 0,-11 28 13 15,7-9-5-15,-4 14 12 16,4 6-10-16,1 0-5 0,-1 2-7 0,0 2-9 16,2-2-12-16,1-2-10 0,1 2-18 15,0-4-9-15,0-6-11 0,0-6-13 0,1-1-10 16,-1 0-13-16,0-6 2 0,0 0-10 16,0-4-25-16,0 0-30 0,0-2-44 0,0 0-46 15,0-3-52-15,0-2-60 0,0-3-77 16,0-4-85-16,0 0-73 0,0 0-72 15,0 0-81-15,0 0-118 0,0 0 51 16,10-17-521-16,-7 7-647 0</inkml:trace>
  <inkml:trace contextRef="#ctx0" brushRef="#br0" timeOffset="117026.66">16358 10468 3345 0,'0'0'83'0,"0"0"46"15,-5-6 29-15,5 6 42 0,0 0 27 16,-14 18 21-16,6-5 7 0,3 6-14 15,-3 4-21-15,0 7-19 0,1 2-15 0,5-3-20 16,-4 6-10-16,3 0-25 0,3-8-10 16,-2-1-14-16,2-2-11 0,0-4-9 0,0 1-22 15,2-2-17-15,-2-1-29 0,1-1-33 16,1-3-37-16,-2-2-40 0,2-1-41 0,-2-1-42 16,0-3-57-16,0-1-53 15,0-6-58-15,0 0-57 0,0 0-57 0,0 0-67 16,0 0-63-16,0 0 22 0,20-19-335 15,-17 9-380-15</inkml:trace>
  <inkml:trace contextRef="#ctx0" brushRef="#br0" timeOffset="117209.97">16358 10845 2365 0,'4'-6'35'0,"-4"6"64"16,0 0 59-16,0 0 51 0,0 0 30 0,0 0 20 15,0 0 8-15,2 25-6 0,-2-13-15 16,-2 5-18-16,0 0-23 0,0 3-24 0,2 7-17 16,4-3-10-16,-4 3-20 0,0-2-18 15,2 0-7-15,-2-7-20 0,3 6-30 16,-3-6-38-16,0-4-41 0,0-1-41 0,2-1-53 15,-2-4-60-15,2-1-63 0,-2-7-71 16,4 4-93-16,-4-4-112 0,0 0-94 16,0 0 48-16,0 0-327 0,15-25-368 15</inkml:trace>
  <inkml:trace contextRef="#ctx0" brushRef="#br0" timeOffset="117509.75">16754 10272 2476 0,'2'-10'129'0,"-2"4"63"0,0-1 35 16,0 7 11-16,2-10 13 0,-2 10-7 0,0 0 2 15,0 0 25-15,0 0 17 0,0 0 10 16,13 25-5-16,-8-7-13 0,-2 7-21 0,1 11-11 15,0 2-24-15,-1 1-19 0,-3-2-18 16,0 3-21-16,0-4-16 0,2-5-16 0,-2-5-15 16,0-2-27-16,0-4-41 0,0-1-47 15,0-5-56-15,-2 0-54 0,2-1-49 16,2-3-58-16,-2-3-74 0,2-1-77 0,-2-6-63 16,0 0-67-16,0 0-56 0,0 0-65 15,23-23-28-15,-14 4-502 0,5-8-612 16</inkml:trace>
  <inkml:trace contextRef="#ctx0" brushRef="#br0" timeOffset="117676.3">16935 10483 2910 0,'8'-7'-20'16,"-4"4"97"-16,-1 1 95 0,-3 2 69 16,0 0 52-16,0 0 40 0,12 18 35 0,-10-10 16 15,0 5 4-15,0-1-16 0,-2 5-27 16,0 2-30-16,0 1-32 0,0-1-26 0,-2-1-28 16,2 1-28-16,-2 0-49 0,0-4-69 15,0 1-79-15,1-1-91 0,-1-3-99 0,0-1-114 16,-1 0-131-16,-1 0-133 0,1-3-212 15,-3 1 40-15,2-2 75 0,1-2-579 16,3-5-702-16</inkml:trace>
  <inkml:trace contextRef="#ctx0" brushRef="#br0" timeOffset="118443.28">19738 6629 3293 0,'-9'-5'9'0,"9"5"74"0,-4-5 56 0,4 5 49 15,0 0 43-15,0 0 26 0,0 0 10 16,0 0 35-16,-17 13 16 0,11 3 8 0,-5 13 1 15,1 3-14-15,-1 6-28 0,2 0-24 16,-3 11-19-16,1 1-23 0,3-10-22 16,0-4-18-16,2-2-16 0,-1 3-18 0,3-12-15 15,1-2-11-15,1-3-12 0,-2-2-16 16,1-3-91-16,1-2 0 0,2-1 0 16,-1-4 0-16,-1 1 0 0,-2-5 0 0,4-4-55 15,-4 4-160-15,4-4-52 0,0 0-51 16,-5-17-55-16,5 5-47 0,-4-5-35 15,4-2-36-15,-2-8-28 0,2-1-19 0,0 1-16 16,0 1 40-16,0 2-667 0,2 4-646 16</inkml:trace>
  <inkml:trace contextRef="#ctx0" brushRef="#br0" timeOffset="118909.93">19575 6909 2945 0,'0'-11'-99'0,"-4"3"100"15,2 6 73-15,2 2 77 0,0 0 59 16,0 0 48-16,0 0 42 0,-28 23 27 16,19-10 13-16,-7 12-4 0,-2 3 6 15,3-2-7-15,-2 6-13 0,0 3-13 0,3-2-32 16,-2 9-27-16,4-12-27 0,1-1-22 15,1-4-23-15,2-5-22 0,4-2-22 0,3-6-34 16,-3 5-51-16,-2-5-52 0,5-4-58 16,1 1-61-16,-2-2-40 0,2-7-52 0,2 7-55 15,-2-7-60-15,0 0-47 0,0 0-36 16,14-21-21-16,-5 7-16 0,-2-5 2 0,0-1 28 16,1-13 43-16,-3 8 82 0,4 4 77 15,-8 4 71-15,3 1 74 0,0 1 73 16,-2 3 60-16,-4 3 46 0,2 2 44 15,-6 3 36-15,6 4 21 0,-5-3 7 0,5 3 2 16,0 0-1-16,-25 12-8 0,14-1-4 16,-1 2-19-16,1-3-14 0,0 2-19 0,4 1-21 15,0 1-8-15,-1-2-12 0,5-2-14 16,-4-3-10-16,3 0-18 0,3 0-18 0,-1 0-23 16,2-7-25-16,0 0-18 15,0 0-20-15,0 0-17 0,0 0-25 0,0 0-16 16,15-27-15-16,-13 12 1 0,4-3 13 0,-4 1 8 15,-2-1 10-15,0 3 7 0,0 1 27 16,-2 3 34-16,0-1 22 0,-2 4 10 0,1 3 9 16,3 5 5-16,0 0 7 0,-22 10 7 15,10 1 7-15,3 4 5 0,0 3 3 16,-5 11-1-16,7 2-9 0,-3 1-9 16,9-6 0-16,-1 1-7 0,2-1-35 0,2-1-42 15,3 7-58-15,1-9-87 0,1-3-91 16,5-1-93-16,-3-3-131 0,5-5-156 0,1-2 57 15,1-3-429-15,0-3-498 0</inkml:trace>
  <inkml:trace contextRef="#ctx0" brushRef="#br0" timeOffset="119159.88">20154 7196 3099 0,'0'0'158'0,"0"0"21"0,8-6 27 16,-8 6 24-16,0 0 23 0,7-2 9 0,-7 2 14 16,0 0-19-16,0 0-26 0,14 8-16 15,-12-2-17-15,-1-1-22 0,1 3-17 16,-2 1-15-16,-2-1-31 0,2 4-49 0,-3 0-58 16,-1-1-74-16,0-1-99 0,-2 0-112 15,0-1-137-15,-1-2-178 0,0-2-110 0,-2-2 71 16,4-1-512-16,5-2-611 0</inkml:trace>
  <inkml:trace contextRef="#ctx0" brushRef="#br0" timeOffset="120525.54">11493 8026 3080 0,'0'0'-1'0,"0"-11"48"0,0 7 24 0,0 4 27 15,0 0 34-15,0-12 16 0,0 12 22 16,0 0 10-16,2-6 1 0,-2 6 14 16,0 0 15-16,0 0 11 0,0 0-9 0,-2 27-10 15,2-15-13-15,-2 1-4 0,-1 3-11 16,2 1-5-16,-1 0-11 0,0-2-13 0,2 0-21 16,-2-2 2-16,0-3-10 0,2-2-16 15,0 1-5-15,0-9-6 0,2 10-5 0,-2-10-15 16,0 0-8-16,0 0-3 0,0 0-13 15,29-21-26-15,-24 10-2 0,4-5-7 16,-4-3 1-16,1 4 0 0,-5-3 1 16,3 4-2-16,-4 0 11 0,0 2 6 0,0 1 6 15,-2 5-6-15,2 6-9 0,-9-5 8 16,9 5-8-16,-19 16-5 0,2 7 9 0,1 3 14 16,2 4 6-16,-2 5-2 0,1 9-7 15,3-6 0-15,1 11-2 0,4-12 0 16,-2-1-4-16,7-7 2 0,1-5-8 0,1-3-4 15,1-3 2-15,3 0-3 0,3-5-1 16,-2-4-2-16,4-2 4 0,-1-6-7 0,-8-1 1 16,21-5-10-16,-5-4-8 15,0-1-17-15,6-12-16 0,-6 2-13 0,4-1-10 0,-6 2 0 16,-2 3 1-16,-2 0 10 16,-5 2 2-16,2 3 13 0,-4 2 9 0,3 5-2 15,-6 4 4-15,2-8 21 0,-2 8 18 16,0 0 10-16,-14 25 15 0,8-9 4 0,-1 1 7 15,-2 12-2-15,0 2-5 0,2-6-3 16,3-1-5-16,2-3 3 0,1-1-4 0,2-3-8 16,-1 0 1-16,0-2-2 0,4-3-7 15,0-2 9-15,1-2-17 0,2-1-8 16,-2-3-26-16,-5-4-51 0,15-4-53 0,-3-1-51 16,-1-3-69-16,0-4-99 0,3-3-115 15,-3-2-137-15,1 3-189 0,-1-4 48 16,1 3 86-16,-2-1-569 0,-3 6-688 0</inkml:trace>
  <inkml:trace contextRef="#ctx0" brushRef="#br0" timeOffset="121025.96">12114 7991 3150 0,'4'-5'-7'0,"-4"5"69"16,3-6 62-16,-3 6 41 0,9-6 29 16,-9 6 21-16,7-4 4 0,-7 4 5 0,9 0 0 15,-9 0 3-15,0 0-3 0,16 8-4 16,-9 0-10-16,-5 3 0 0,4-1-13 0,-3 3-8 15,-1 2-14-15,0-1-13 16,0-2-16-16,1 1-11 0,-1-2-15 0,-2-1-14 0,1-2-12 16,-1 1-5-16,2-2-11 15,0-1-2-15,-2-6-12 0,2 8-6 0,-2-8-8 0,0 0-1 16,0 0-8-16,0 0-2 16,0 0-5-16,21-14 1 0,-17 9-5 0,-4 5 3 15,7-10 0-15,-7 10 5 0,8-4 6 16,-8 4 10-16,0 0 21 0,0 0 5 0,0 0 3 15,15 10-4-15,-11-3-35 0,0 1-44 16,-1 5 0-16,-1-1 0 0,2-1 0 0,0 1 0 16,-1 2 0-16,0-2 0 0,1-1 0 15,0-1 0-15,-1 1 0 0,-1-3 0 16,0 0 0-16,2-1 0 0,-2 0 0 16,-2-7 0-16,1 11 0 0,-1-11-85 0,0 6-435 15,0-6-163-15,-1 8-224 0,-1-1 77 16,-2 1 83-16,2 4-756 0,-2 1-949 0</inkml:trace>
  <inkml:trace contextRef="#ctx0" brushRef="#br0" timeOffset="122858.64">20443 13430 2666 0,'0'0'467'0,"0"0"-132"0,0 0-76 15,-22 5-18-15,22-5-12 16,-8 10-12-16,4-5-27 0,0 2-24 0,3 1-18 16,-1-1-13-16,2-7-10 0,-2 16-12 15,0-8-15-15,2-1-9 0,0-7-4 0,2 10-7 16,-2-10-9-16,2 9-3 0,-2-9 1 16,0 7 3-16,0-7-8 0,0 0 4 15,0 0-4-15,0 0 1 0,0 0-2 0,0 0 6 16,0 0 0-16,7-21 5 15,-7 21 11-15,0 0 1 0,0-12-2 0,0 12 4 16,0-7-6-16,0 7-4 0,0 0-7 16,0 0 13-16,0 0-2 0,0 0 4 0,-13 31-5 0,10-17-5 15,-1 3-5-15,-3 0-4 16,7-3-7-16,0 1-3 0,3-3-5 0,-1 2-10 16,2-2 3-16,-1-1 3 0,3-3-2 15,-1-2 5-15,3 0 5 0,0-4-1 0,-8-2 4 16,15 2-3-16,-15-2-1 0,0 0-44 15,17-2-9-15,-17 2 0 0,0 0 0 0,0 0 0 16,0 0 0-16,0 0 0 0,0 0 0 16,0 0-163-16,0 0-141 0,-24 13-134 15,14-7-183-15,0 2-241 0,1-2 37 16,3-1 87-16,-1 1-704 0,2-2-892 16</inkml:trace>
  <inkml:trace contextRef="#ctx0" brushRef="#br0" timeOffset="123625.64">20658 14506 4441 0,'-11'3'245'0,"6"0"41"16,5-3 49-16,0 0 51 0,-9 2 43 15,9-2 20-15,0 0-2 0,0 0-26 16,0 0-36-16,32-22-38 0,-3 7-327 0,5-1-20 15,6-4 0-15,-4 4 0 0,1-1 0 16,-7 3 0-16,-2 2 0 0,-3 2 0 0,-8 2 0 16,0 3 0-16,-3-3 0 0,-3 4 0 15,-1 2 0-15,-3-1-135 0,1 1-282 0,-8 2-54 16,0 0-63-16,0 0-75 0,0 0-96 16,0 0-74-16,-4 17 77 0,-3-5-604 0,-7 5-763 15</inkml:trace>
  <inkml:trace contextRef="#ctx0" brushRef="#br0" timeOffset="123809.72">20719 14696 4002 0,'-14'5'219'0,"5"2"43"0,1-3 77 15,8-4 59-15,-12 3 38 0,12-3 8 16,-4 5-1-16,4-5-22 0,0 0-17 0,0 0-23 16,0 0-41-16,0 0-238 0,35-9-102 15,-14-1 0-15,8-2 0 0,-3-1 0 0,7-1 0 16,-7-1 0-16,5-3 0 0,-2 0-277 15,-4-6-418-15,4 3-206 0,3-8 21 0,-5 4 94 16,5-7-796-16,-7 10-1024 0</inkml:trace>
  <inkml:trace contextRef="#ctx0" brushRef="#br0" timeOffset="124175.32">21324 14076 4485 0,'0'0'65'0,"-4"-11"36"0,4 11 23 0,-2-6 29 15,2 6 22-15,4-9 10 0,-4 9 2 16,6-7 4-16,-6 7-4 0,13-5-2 0,-13 5-32 16,0 0 14-16,23 8-5 0,-15-1 3 15,-1 4 5-15,3 1 3 0,-4 3 4 16,-1 3 13-16,-3 5 9 0,2 1 13 0,-4 0 1 16,-2 4-41-16,-2 7-172 0,4-6 0 15,0-2 0-15,0-4 0 0,2 0 0 16,4-1 0-16,-3-1 0 0,4-6 0 0,-1 2 0 15,-3-3 0-15,6-2 0 0,-3 0 0 16,0-2 0-16,2-1 0 0,-4-1 0 0,3 2 0 16,-3-1 0-16,-1 1 0 0,4 1 0 15,-5 1 0-15,0 0 0 0,-4 1 0 0,0 5 0 16,-7 1 0-16,0 0 0 0,-4 8 0 16,-4-1 0-16,-5-1 0 0,2-1 0 15,-5-2 0-15,2-1 0 0,2-4 0 0,1-5 0 16,4-4 0-16,-1-8-530 0,3-3-486 15,0-4 109-15,2 0-1044 0,0-5-1372 0</inkml:trace>
  <inkml:trace contextRef="#ctx0" brushRef="#br0" timeOffset="128957.01">29846 7110 1485 0,'-2'-11'647'0,"-1"0"-180"0,-1 4-67 15,2-2-66-15,-2 5-20 0,4-3-17 16,0 7-13-16,-3-11-20 0,3 11 12 16,-5-7 7-16,5 7-18 0,-2-8-7 15,2 8-22-15,2-10-21 0,-2 10-21 16,5-12 1-16,-3 7-7 0,-1 0-9 0,-1 5-17 16,4-9-8-16,-4 9-19 0,4-9-18 15,-4 9-13-15,0 0 1 0,0 0 20 0,13 21 8 16,-7 1 0-16,2 12 2 0,-1 18-28 15,0 3-107-15,0 5 0 0,-2 3 0 0,-1 2 0 16,0-2 0-16,-1-1 0 0,-1-3 0 16,2-13 0-16,-4-1 0 0,4-3 0 0,-2-5 0 15,-2-6 0-15,0-9 0 0,0-4 0 16,2 0 0-16,-2-4 0 0,0-1 0 16,2-2 0-16,0-1 0 0,-2-2 0 15,0-1 0-15,0-7 0 0,2 12 0 0,-2-12 0 16,0 6 0-16,0-6 0 0,0 0 0 15,0 0 0-15,2 8 0 0,-2-8 0 0,0 0 0 16,0 0 0-16,-6 3 0 0,6-3 0 16,0 0-228-16,-14 2-651 0,14-2-69 0,-13 2 98 15,13-2-948-15,-13 1-1226 0</inkml:trace>
  <inkml:trace contextRef="#ctx0" brushRef="#br0" timeOffset="130056.93">27735 7088 5042 0,'4'-11'-181'16,"0"0"55"-16,-3 1 73 0,1 1 55 15,0 2 48-15,0 0 45 0,-2 2 35 0,0 5 12 16,2-10 10-16,-2 10-11 0,0-9-18 16,0 9-17-16,0-5-13 0,0 5-9 15,0 0 16-15,0 0 5 0,-9 27 9 0,5-6 11 16,-3 12 10-16,0 4 7 0,2 2 10 15,-1 17 6-15,0-3-5 0,5-7-12 0,-1 0-10 16,2-2-14-16,-2-1-10 0,4-4-7 16,0-2-13-16,-2-8-5 0,1-4-10 15,-1 0-7-15,2-8-10 0,-2-1-2 16,2-3-5-16,0-1-5 0,-2 0 0 0,0-5-5 16,2 2-13-16,-2-2-25 0,0-7 0 15,0 10 0-15,0-10-36 0,0 0-87 0,0 0-65 16,-4 4-68-16,4-4-85 0,0 0-117 15,0 0-118-15,0 0-154 0,-16-14-63 0,16 14 85 16,-7-4-646-16,7 4-810 0</inkml:trace>
  <inkml:trace contextRef="#ctx0" brushRef="#br0" timeOffset="134156.96">5147 6903 2643 0,'-10'4'236'0,"10"-4"-39"0,0 0-17 15,0 0-38-15,0 0 3 0,-11-15-11 0,15 7-6 16,1-6-18-16,7-1 2 0,5-8-1 16,6 1-7-16,4 2-13 0,1 1-6 0,3 4-10 15,3 4-8-15,-2 3-5 0,-1 6-9 16,-6 2-2-16,0 3-3 0,-1 4-8 16,4 4 0-16,-1 4-1 0,-9 0 8 0,-4 1 9 15,-1 2 7-15,-6 1 3 16,-2 1 2-16,-3 1-2 0,0 6-16 0,-6 6-3 15,-3 4-5-15,-5-3-4 0,1 0-1 16,-2-1-5-16,1-3 5 0,1-2 16 0,2-5 1 16,0-4-7-16,2-5-2 0,3 1-3 15,2-3-5-15,2 0-1 0,0-3 12 16,4 1 7-16,4 0-4 0,4-2-4 16,0 2-4-16,6-1 0 0,13 3-4 0,-1 0 1 15,2 2-14-15,-3 0 3 0,1 1-7 16,-1 1 6-16,-7 0 5 0,0 5 25 15,-10-4 19-15,-1-1 31 0,-8-1 14 0,-3-1 13 16,-2 3 3-16,-7 0 1 0,-3 1-3 16,-6 4-9-16,-5 0-6 0,-4-5-15 0,-2 0-10 15,-1-2-9-15,-3-2-11 0,-1 0 0 16,2-3-16-16,0-3-6 0,5-2-13 0,5-1-48 16,3-2-65-16,4-2-84 0,1-2-96 15,3 0-118-15,11 2-159 0,-13-4-220 0,10-4-108 16,3 1 89-16,0 7-714 0,7-18-929 15</inkml:trace>
  <inkml:trace contextRef="#ctx0" brushRef="#br0" timeOffset="136140.07">21393 11011 1925 0,'-16'-3'445'0,"16"3"-79"0,0 0-16 15,-3-5-31-15,3 5-25 0,0 0-31 16,0 0-27-16,-8-6-30 0,8 6-13 0,0 0-16 16,0 0-18-16,0 0-17 0,-3-3-13 15,3 3-10-15,0 0-12 0,0 0-11 16,0 0-7-16,0 0-7 0,0 0-3 0,0 0 4 16,0 0 8-16,0 0 7 0,0 0 13 15,-2-7 8-15,2 7 15 0,0 0 6 0,0 0 8 16,0 0-2-16,0 0-13 0,0 0-9 15,-2-10-5-15,2 10-2 0,0 0-8 16,0 0-11-16,2-9-8 0,-2 9-11 0,2-6-3 16,-2 6-9-16,3-9-8 0,3 6-3 15,-6 3-6-15,5-10-4 0,1 6-5 0,0 0-3 16,-2 0-5-16,2 0-23 0,-6 4-10 16,9-7 0-16,-4 4 0 0,2-1 0 0,-7 4 0 15,11-3 0-15,-7-1 0 0,-4 4 0 16,12-4 0-16,-12 4 0 0,13 0 0 0,-13 0 0 15,12-2 0-15,-1 2 0 16,-11 0 0-16,14 0 0 0,-14 0 0 0,20 0 0 0,-20 0 0 16,13 0 0-16,-13 0 0 15,14 2 0-15,-9 2 0 0,3 0 0 0,-8-4 0 16,12 12 0-16,-7-3 0 0,1-1 0 16,-3 4 0-16,3 2 0 0,-2 1 0 0,-1 0 0 15,2 1 0-15,-3-1 0 0,0 1 0 16,-1-3 0-16,1 2 0 0,0-2 0 0,-2 0 0 15,0-1 0-15,0 1 0 0,0-1 0 16,0-3 0-16,-2-1 0 0,2 0 0 0,0-8 0 16,0 13 0-16,-2-7 0 15,2-6 0-15,0 11 0 0,0-11 0 0,0 8 0 0,0-8 0 16,0 8 0-16,0-8 0 16,0 0 0-16,0 9 0 0,0-9 0 0,0 0 0 15,2 9 0-15,-2-9 0 0,6 9 0 16,-6-9 0-16,7 8 0 0,2-4 0 0,-2 4 0 15,0-1 0-15,4 2 0 0,1 0 0 16,-2 2 0-16,1 1 0 0,1 2 0 0,-3 1 0 16,-2 2 0-16,2-1 0 0,-4-3 0 15,-1 3 0-15,0 1 0 0,-3-2 0 0,-1 0 0 16,-3 2 0-16,-3-4 0 0,-1 6 0 16,-3-2 0-16,-1 0 0 0,-9 4 0 15,4-6 0-15,-8 3 0 0,5-7 0 16,2 1 0-16,-4-2 0 0,2-3 0 0,4-1 0 15,-3-1 0-15,7-2 0 0,-2 1 0 16,0-3 0-16,2 2 0 0,-2-1 0 0,2-2 0 16,11 0 0-16,-17 2 0 0,17-2 0 15,-17 2 0-15,12-1 0 0,5-1 0 0,-12 2 0 16,12-2 0-16,-10 2 0 0,10-2 0 16,0 0 0-16,-5 3 0 0,5-3-810 0,0 0-170 15,0 0-1197-15,0 0-1583 0</inkml:trace>
  <inkml:trace contextRef="#ctx0" brushRef="#br0" timeOffset="138639.43">28636 8539 5519 0,'0'-8'-212'0,"0"3"83"0,0 5 69 16,2-11 63-16,-2 11 52 0,0-9 32 15,0 9 28-15,0 0 13 0,-4-9 2 0,4 9 35 16,0 0 23-16,0 0 14 0,-29 25 4 15,13-2 0-15,-4 8-2 0,6 2-10 16,-8 10-14-16,3-2-17 0,8-3-18 0,2-2-12 16,0-2-15-16,9 0-23 0,-1-4-9 15,2-6-11-15,1 0-7 0,3-5-7 0,0 3-3 16,1-7-50-16,-1 1-8 0,1-8 0 16,1 1 0-16,0-4 0 0,0-4 0 15,-7-1 0-15,22-3 0 0,-11-5 0 16,3-1 0-16,-2-5 0 0,10-8 0 0,-6-2 0 15,-2-3 0-15,-3-2 0 0,-2-3 0 16,0 0 0-16,-5 3 0 0,-4 6 0 0,0-2 0 16,-4 2 0-16,-5 3 0 0,0 1 0 15,0 4 0-15,-9 5 0 0,6 2 0 0,-4 4 0 16,1 4 0-16,-4 0 0 0,-3 8 0 16,4 1 0-16,-9 3 0 0,10 6 0 0,-2 3 0 15,7 0 0-15,3-3 0 0,1 3 0 16,5 1 0-16,3-3 0 0,0 2 0 0,2 0 0 15,5-1 0-15,0 1 0 0,5-4 0 16,1 0 0-16,3-5 0 0,-5-2 0 16,4-3 0-16,1-2 0 0,-4-3 0 15,4 0 0-15,-3-6 0 0,3 1 0 0,-1-4 0 16,0-3 0-16,2-1 0 0,-5-7 0 16,1 1 0-16,-6-1 0 0,2-5 0 0,-6 2 0 15,1-4 0-15,-4 1 0 0,0 5 0 16,-4-5 0-16,1 7 0 0,-4 2 0 15,2 1 0-15,-5 4 0 0,3 1 0 0,-3 7 0 16,-1 2 0-16,-4 4 0 0,1 5 0 0,-1 1 0 16,1 5 0-16,0 11 0 15,3-5 0-15,8 1 0 0,1-3 0 0,2 0 0 16,4 2 0-16,1-1 0 0,5 1 0 16,1-7 0-16,3 3 0 0,1-7 0 0,3 0 0 15,-4-5 0-15,6-3 0 0,-5-2 0 16,4-3 0-16,2-5 0 0,0 0 0 0,4-9 0 15,-2-3 0-15,-2-1 0 0,-4-4 0 16,-4-2 0-16,-2-4 0 0,-1 0 0 0,-7-1 0 16,-3 3 0-16,0 5 0 0,-3 2 0 15,-3 1 0-15,1 7 0 0,-5 3 0 0,0 3 0 16,-1 6 0-16,-5 4 0 0,-2 6 0 16,-3 3 0-16,-2 7 0 0,6-3 0 15,3 2 0-15,5 0 0 0,3-3 0 0,1 1 0 16,3-1 0-16,2-2 0 0,2 0 0 15,2-2 0-15,1-1 0 0,2-3 0 0,1 0 0 16,2-3 0-16,-1-1 0 0,0-2 0 16,-9 0 0-16,20-2 0 0,-20 2 0 0,13-3 0 15,-9-1 0-15,-4 4 0 0,8-8 0 16,-8 8 0-16,0-7 0 0,0 7 0 0,-2-7 0 16,2 7 0-16,-4-10 0 0,4 10-927 15,-2-9-35-15,2 9 100 0,-1-7-988 16,1 7-1276-16</inkml:trace>
  <inkml:trace contextRef="#ctx0" brushRef="#br0" timeOffset="144454.79">29156 8528 1236 0,'0'0'526'16,"0"0"-131"-16,0 0-78 0,-11 5-28 0,11-5-25 16,0 0-12-16,0 0-23 0,-11 2-17 15,11-2 7-15,0 0-3 0,0 0 0 0,0 0-10 16,0 0 6-16,0 0-4 0,-12 2 1 15,12-2 0-15,0 0 8 0,0 0 2 16,0 0-1-16,0 0 1 0,0 0 3 0,0 0-4 16,0 0-6-16,0 0-1 15,0 0-2-15,-13 2-9 0,13-2-9 0,0 0-6 0,0 0-7 16,0 0-101-16,0 0-77 16,0 0 0-16,0 0 0 0,0 0 0 0,0 0 0 0,-11-8 0 15,11 8 0-15,0 0 0 16,-5-9 0-16,5 9 0 0,-2-7 0 0,2 7 0 15,0-11 0-15,0 11 0 0,4-8 0 16,1 1 0-16,-5 7 0 0,11-12 0 0,-6 5 0 16,3 0 0-16,0 2 0 15,-2-2 0-15,1 2 0 0,2 0 0 0,1 2 0 16,-10 3 0-16,15-7 0 0,-6 5 0 16,-9 2 0-16,18-2 0 0,-18 2 0 0,19-2 0 15,-19 2 0-15,19 4 0 0,-11-2 0 16,1 0 0-16,1 4 0 0,0-2 0 0,-3-1 0 15,1 2 0-15,-1 1 0 0,0-2 0 16,-7-4 0-16,9 11 0 0,-6-4 0 0,-1 0 0 16,2 0 0-16,-2 1 0 0,0 1 0 15,-2-1 0-15,-2 5 0 0,2-1 0 0,-2 0 0 16,2-1 0-16,-2 3 0 0,-2 1 0 16,1-1 0-16,-3 2 0 0,0-1 0 0,0 1 0 15,-1 2 0-15,-1-2 0 16,-2 2 0-16,3 0 0 0,-2-1 0 0,-1 0 0 0,-2 0 0 15,3-1 0-15,0 1 0 16,-3 1 0-16,1-3 0 0,3-1 0 0,-4 1 0 16,5-3 0-16,-2 2 0 0,0-5 0 15,4-1 0-15,-3 2 0 0,5-3 0 0,-1 1 0 16,0-4 0-16,0 4 0 0,2-3 0 16,2-5 0-16,0 7 0 0,0-7 0 0,6 7 0 15,2-5 0-15,-8-2 0 0,23-2 0 16,-8 2 0-16,2-2 0 0,4 0 0 0,-2 1 0 15,2-1 0-15,-1-1 0 0,2-1 0 16,-3 1 0-16,0 1 0 0,-4 0 0 0,4-1 0 16,-5 0 0-16,-1 3 0 15,-3 0 0-15,-1-2 0 0,-9 2 0 0,17-2 0 16,-17 2 0-16,15 0 0 0,-15 0 0 16,11-2 0-16,-11 2 0 0,0 0 0 0,14 0 0 15,-14 0 0-15,0 0 0 0,11-2 0 16,-11 2 0-16,0 0 0 0,0 0 0 0,8-1 0 15,-8 1 0-15,0 0 0 0,0 0 0 16,0 0 0-16,0 0 0 0,0 0 0 0,0 0-214 16,-17-10-825-16,17 10 109 0,0 0-1113 15,-23 2-1458-15</inkml:trace>
  <inkml:trace contextRef="#ctx0" brushRef="#br0" timeOffset="159703.1">29418 8615 3899 0,'0'0'456'0,"0"0"-174"0,0 0-21 0,0 0 32 0,0 0 28 0,0 0 10 15,-15 30-18-15,3-14-28 0,-7 8-8 16,4-1-22-16,0 1-26 0,1-3-21 0,5-2-23 15,3-4-12-15,3 0-19 0,0 1-16 16,3-3-10-16,3-1-125 0,4 0-3 16,0-2 0-16,2-3 0 0,4-3 0 0,-2 0 0 15,2-4 0-15,-13 0 0 0,26-6 0 16,-10 1 0-16,-1-3 0 0,-1-6 0 16,-1-2 0-16,0-7 0 0,-3 0 0 0,-5-9 0 15,-1 3 0-15,-4 1 0 0,-2 5 0 16,-7-10 0-16,-2 4 0 0,-1 8 0 15,-9 3 0-15,2 6 0 0,-4 5 0 0,-4 5 0 16,-11 6 0-16,0 2 0 0,1 7 0 16,1 2 0-16,4 3 0 0,3 3 0 15,9 1 0-15,3 4 0 0,5-4 0 0,11 1 0 16,1-5 0-16,3 5 0 0,12 2 0 16,4-1 0-16,5 0 0 0,2-4 0 0,-2-6 0 15,7 1 0-15,-6-7 0 0,-2-2 0 16,-4-5 0-16,2-1 0 0,-2-1 0 0,0-3 0 15,-2-1 0-15,2-4 0 0,-4-3 0 16,-1-1 0-16,-5-5 0 0,-1-3 0 0,-3-1 0 16,-3-4 0-16,-6-10 0 0,-3 0 0 15,-4 1 0-15,-5 4 0 0,-4 4 0 0,-5 8 0 16,-5 5 0-16,-5 6 0 0,3 10 0 16,-11 6 0-16,6 4 0 0,1 3 0 15,3 6 0-15,6-1 0 0,4 4 0 16,10-5 0-16,7 0 0 0,2-2 0 0,8-2 0 15,8 1 0-15,3-3 0 0,12 1 0 16,1-4 0-16,6 0 0 0,-5-8 0 0,-2-2 0 16,0-2 0-16,-2-4 0 0,-3 0 0 15,-1-4 0-15,-3-2 0 0,-6 0 0 0,-2 0 0 16,-6-3 0-16,-4 1 0 0,-4-3 0 16,-6-2 0-16,-4-5 0 0,-8 2 0 0,-3 3 0 15,-1 5 0-15,-1 8 0 16,1 3 0-16,-1 3 0 0,-10 8 0 0,5 4 0 0,1 3 0 15,3 0 0-15,4 5 0 16,3-2 0-16,7 0-563 0,3-5-207 0,7 1-138 16,2-2 81-16,6-2-915 0,3 5-1175 15</inkml:trace>
  <inkml:trace contextRef="#ctx0" brushRef="#br0" timeOffset="161401.41">31247 7829 4452 0,'-4'-10'-187'0,"2"-1"57"0,0 5 43 16,1-1 62-16,1 7 49 0,-4-11 38 15,4 11 29-15,-4-9 15 0,4 9 10 0,-4-4 0 16,4 4-3-16,0 0-11 0,-1-10-10 16,1 10-11-16,0 0-10 0,0 0-3 0,0 0 35 15,0 0 10-15,0 0 7 0,-2 25 7 16,2-11 14-16,0 6 20 0,-3 14 30 15,-1 9 15-15,2 14 2 0,1 7 9 16,-5 4 9-16,1 6-4 0,-1 27-7 0,-2 2-13 16,4-2-3-16,2 6-16 0,4 2-18 15,3-1-38-15,0 1-127 0,4-5 0 16,1-4 0-16,-3 1 0 0,3-4 0 0,-6-20 0 16,0-3 0-16,-3-2 0 0,1-3 0 15,-4-5 0-15,1 0 0 0,-3-4 0 0,-4-3 0 16,2-1 0-16,-1-1 0 0,-3-6 0 15,3-8 0-15,0-5 0 0,-2 1 0 0,2-4 0 16,1-8 0-16,3-4 0 0,-2-4 0 16,1-2 0-16,2 2 0 0,-1-5 0 0,1-3 0 15,0-1 0-15,2 2 0 0,-2-2 0 16,2-8 0-16,-2 13 0 0,4-5 0 0,-2-8 0 16,4 12 0-16,-2-7 0 0,1-1 0 15,-3-4 0-15,11 12 0 0,-4-8 0 16,4 0 0-16,3 0 0 0,1-1 0 15,4-3 0-15,1 0 0 0,11-2 0 0,11-1 0 16,4-3 0-16,9-2 0 0,2 0 0 16,4 0 0-16,4-1 0 0,-2 1 0 0,0-1 0 15,-4 2 0-15,-11 5 0 0,-3-2 0 16,0-1 0-16,-6 1 0 0,-8 0 0 16,-6 1 0-16,0 0 0 0,-7 1 0 0,0 0 0 15,-5 2 0-15,2-2 0 0,-2 2 0 16,-3 0 0-16,1-3 0 0,1 3 0 0,-12 0 0 15,17-2 0-15,-10 2 0 16,-7 0 0-16,18-2 0 0,-18 2 0 0,13-4 0 16,-8 2 0-16,4-2 0 0,-4-2 0 15,1 2 0-15,-1-4 0 0,1-3 0 0,0-6 0 16,0-5 0-16,1-14 0 0,-1-5 0 16,-1-15 0-16,4-12 0 0,-4-10 0 0,-1-30 0 15,0-8 0-15,-1-12 0 0,1-6 0 16,1-3 0-16,-3-4 0 0,1 1 0 0,1-1 0 15,-2 6 0-15,0 12 0 0,1 16 0 16,-1 33 0-16,-2 11 0 0,0 17 0 0,0 7 0 16,0 11 0-16,0 6 0 15,-2 2 0-15,2 11 0 0,-1-4 0 0,-5 5 0 16,0 2 0-16,3 5 0 0,3 1-172 16,0 0-202-16,-27 14-66 0,15 1-87 0,-3 9-119 15,-2 5-189-15,0 4 60 0,-1 14 95 16,-3 7-593-16,3 2-732 0</inkml:trace>
  <inkml:trace contextRef="#ctx0" brushRef="#br0" timeOffset="161950.76">31449 9617 3638 0,'-15'0'83'0,"0"-2"19"0,2 1 22 0,-1-1 33 15,14 2 35-15,-20 0 32 0,20 0 14 0,-11-2 2 16,11 2-10-16,0 0-12 0,0 0-1 15,0 0-1-15,0 0-17 0,33 11-23 16,9-6-13-16,7-2-20 0,18-3-9 0,7 0-21 16,4 0-31-16,2-2-24 15,3 1-32-15,-4 1-28 0,-2-4-4 0,-9 3-4 16,-16-1-2-16,-11 0 4 0,-8 0 2 16,-8 2 1-16,-6 0 1 0,-2 0 0 0,-3 0-1 15,-3-1-3-15,-11 1-1 0,15 1 2 16,-15-1-5-16,0 0-22 0,0 0-44 0,0 7-55 15,0-7-72-15,-15 11-119 0,4-5-140 16,-7 5-196-16,1-1-76 0,-9 7 60 0,-3 3-537 16,4-1-675-16</inkml:trace>
  <inkml:trace contextRef="#ctx0" brushRef="#br0" timeOffset="162402.63">31638 9810 3145 0,'-4'-6'-41'0,"0"1"36"0,4 5 16 0,-9-5 20 16,9 5 41-16,0 0 45 0,-14 0 34 15,14 0 26-15,-17 9 14 0,5-1 16 16,-2 6 10-16,-6 7 3 0,4 4 6 16,-4 2-8-16,4 1 1 0,5 2 1 0,2-1-36 15,6-3 8-15,1-6-13 0,4-2 1 16,3 2-9-16,4-3-5 0,3 0-13 16,3-5-17-16,5 0-9 0,0-4-16 0,3-3-10 15,2-3-7-15,2-4-9 0,7-5-12 16,0 1 0-16,-4-6-8 0,-1-5-9 15,-2 0 0-15,-2-4-10 0,-7-1 6 0,0-2-17 16,-9 1-1-16,-2 0-4 0,-2 0-5 0,-5-3 3 16,-2-8-11-16,-6-1-3 15,-1 0-12-15,-4 6-22 0,-3 4-36 0,-1 4-38 16,-2 7-37-16,0 2-40 0,-4 7-55 16,0 1-55-16,-3 2-77 0,-1 2-91 0,0 2-121 15,-11 2-208-15,6-2 61 0,7 1 71 16,0-1-498-16,5 0-612 0</inkml:trace>
  <inkml:trace contextRef="#ctx0" brushRef="#br0" timeOffset="162886.69">31747 8981 3266 0,'-2'-10'64'0,"0"3"32"0,4-1 23 0,-2 8 28 15,2-12 14-15,-1 6 11 0,3 0 0 0,-4 6-11 16,7-7-10-16,-7 7-13 0,13-2-11 15,-13 2-11-15,0 0-10 0,18 7-13 0,-8-1-4 16,-2 5-7-16,-3 3 6 0,-3 3 10 16,-2 2 18-16,-2 3 30 0,0 2 28 15,-9 6 6-15,-1 1 36 0,-4 1 18 16,0-1 11-16,1-6 9 0,3-4 10 0,5-6-6 16,1-3 0-16,1-2 4 0,0-1-124 15,5 0-138-15,3-3 0 0,4 1 0 16,4 0 0-16,9-3 0 0,1 1 0 0,3-4 0 15,3 1 0-15,-1-2 0 0,-1-2 0 16,-2 2 0-16,0-1 0 0,-4-1 0 0,-1 0 0 16,-4 1 0-16,-3 1 0 0,1-2 0 15,-4 0 0-15,-8 2 0 0,16-2 0 0,-16 2 0 16,7-1 0-16,-7 1 0 16,0 0 0-16,7-4-41 0,-7 4-603 0,0 0-172 15,0 0-87-15,0 0 66 0,0 0-846 16,0 0-1120-16</inkml:trace>
  <inkml:trace contextRef="#ctx0" brushRef="#br0" timeOffset="165550.13">6031 6940 2376 0,'0'0'474'0,"-15"2"-113"0,15-2-86 0,-15-2-39 0,15 2-3 16,0 0-8-16,-23-4 0 0,15 4-7 15,8 0 11-15,-15-3 8 0,15 3-6 0,-15-6-11 16,8 3-18-16,7 3 0 0,-7-9-32 16,5 3-19-16,2 6-16 0,-2-11-15 15,2 11-10-15,11-16-12 0,1 6-9 16,3 1-6-16,5 3-16 0,-3 1-7 0,5 2-5 16,1 0-6-16,-1 3-11 0,4 6-3 15,5 3-4-15,-4 10 2 0,-1 3 15 0,-5 5-5 16,-4 7-4-16,-6 5 6 0,-3-1 13 15,-6 8 14-15,-10 7 20 0,-3 0 18 16,-5 4 12-16,-2-3 11 0,-5 0 10 0,-2-2-125 16,0-4-18-16,2-3 0 15,6-14 0-15,2-1 0 0,4-4 0 0,-1-7 0 16,6-2 0-16,2-5 0 0,4-2 0 16,2-3 0-16,6 0 0 0,5-4 0 0,5-3 0 15,11-2 0-15,12-4 0 0,15-7 0 16,3-3 0-16,2-3 0 0,2 0 0 0,-4-2 0 15,-2 3 0-15,-4 1 0 0,-15 8 0 16,-3-4 0-16,-10 6 0 0,-7 3 0 0,0-1 0 16,-7 0 0-16,-2 3 0 0,1-2 0 15,-3 2 0-15,-7 2 0 0,13-4 0 0,-13 4 0 16,11 0 0-16,-11 0 0 0,0 0 0 16,0 0 0-16,0 0 0 0,0 0 0 15,0 0 0-15,0 0 0 0,0 0 0 16,0 0 0-16,0 0 0 0,0 0-529 0,0 0-464 15,0 0 96-15,0 0-1066 0,0 0-1382 16</inkml:trace>
  <inkml:trace contextRef="#ctx0" brushRef="#br0" timeOffset="169950.06">31796 9097 1375 0,'-6'4'344'0,"6"-4"-72"0,-7 5-35 16,7-5-39-16,-6 4-29 0,6-4-25 0,0 0-22 16,-4 4-15-16,4-4-3 0,0 0-1 15,0 0-1-15,-3 6-7 0,3-6-1 16,0 0-5-16,0 0 6 0,0 0 0 0,0 0-2 16,0 0-4-16,0 0 0 0,0 0-7 15,0 0-8-15,0 0 6 0,0 0 5 0,0 0-15 16,0-19 4-16,0 19-10 0,-7-2-10 15,7 2-6-15,-11-5 0 0,11 5 5 16,-21 5 11-16,6-3 10 0,-2 8 7 16,-2-1 8-16,0 2-4 0,1-2 12 0,1 6 3 15,2-3-5-15,0 1-8 0,3 3 1 16,5-3 4-16,1 1-5 0,2 0-5 0,3-2-10 16,1 0 0-16,3 0-5 0,5 1-7 15,-1-2 1-15,3-1-7 0,-1 0-9 0,5-3 1 16,-3-2-7-16,0-1 0 0,5-4-7 15,-1 2 0-15,2-6 2 0,-2-1-8 16,3 0-2-16,-2-6-1 0,2-1-3 16,-2-1-4-16,-3-4 0 0,0-9-4 0,-1-3 2 15,-3 0-1-15,-7 2-1 0,-1 7 0 16,-1 1 3-16,-1 2 1 0,-3 1 4 16,-2 1 0-16,-3 3 0 0,-3 2 8 0,1 1 15 15,-5 3 9-15,3 2 3 0,0 1 3 16,0 4 11-16,13-1 1 0,-27 7-4 0,16 2 1 15,-1 1-4-15,4 2-1 0,3 4-1 16,3 0-3-16,2 1-2 0,4 0-3 0,3 3-4 16,9 5-1-16,2 0-4 0,7-5-4 15,0-1-5-15,-4-5 0 0,-2-5-1 16,0-3 0-16,1-2 0 0,-4-3 6 0,4-1-4 16,-2-5-3-16,3-1-3 0,1-3-4 15,3-7-15-15,-7 1-11 0,-2 1 0 16,-1-11 0-16,-2-2 0 0,-5 2 0 0,-4 1 0 15,-3-2 0-15,-2 4 0 0,-3 0 0 16,-2-1 0-16,-2 6 0 0,-5 2 0 0,-5 3 0 16,0 4 0-16,-5 2 0 0,-2 5 0 15,0 2 0-15,3 5 0 0,-1 2 0 16,-4 6 0-16,9 1 0 0,0 7 0 16,7-3 0-16,2 0 0 0,8 0 0 0,2-1 0 15,3 1 0-15,10 8 0 0,3-5 0 0,8-1 0 16,1-4 0-16,1-2 0 15,-2-6 0-15,-5-4 0 0,2-2 0 0,-5-1 0 16,2-4 0-16,-2-3 0 0,0 0 0 16,-1-5 0-16,-3 1 0 0,-1-3 0 0,-5-2 0 15,-1-5 0-15,-5 2 0 0,-1-1 0 16,-3-4 0-16,-5 3 0 0,1 2 0 0,-5 2 0 16,-3 3 0-16,-2 5 0 0,0 4 0 15,-6 1 0-15,2 4 0 0,-3 1 0 0,2 4 0 16,3 2 0-16,-1 1 0 0,8-2 0 15,1 3 0-15,0-3 0 0,6 2 0 0,3-5 0 16,0 3 0-16,2-8 0 0,9 12 0 16,2-8 0-16,-2-2 0 0,-9-2 0 15,21 0 0-15,-21 0 0 0,18-4 0 16,-7-2 0-16,-11 6 0 0,13-8 0 0,-12 0 0 16,3 3 0-16,-2-5 0 0,-4 0 0 15,-2 1 0-15,1-3 0 0,-3 4 0 16,-1 1 0-16,-5 4 0 0,1-1 0 0,-1 3 0 15,12 1 0-15,-22 0 0 0,9 3-154 16,1 0-258-16,1 2-120 0,0 4-134 0,4-2-199 16,1 1 61-16,3 1 93 0,1 1-665 15,2 2-831-15</inkml:trace>
  <inkml:trace contextRef="#ctx0" brushRef="#br0" timeOffset="171098.55">29772 12966 4022 0,'-2'-17'8'0,"2"2"25"0,0 6 25 0,2 1 22 16,0 2 10-16,-2 6-13 0,2-6 0 16,-2 6 33-16,0 0 25 0,4 27 12 0,-1 10 5 15,1 20-10-15,-2 8 8 0,-2 8-8 16,-2 7-8-16,-2 22 11 0,-3-1 4 0,-7 6 12 15,1-3 12-15,-3 3 18 0,0-6 15 16,0-1 21-16,-2-9 18 0,-4-1 10 16,8-20 1-16,-4 0 1 0,3-10-3 15,0 1-139-15,4-10-115 0,0-10 0 0,6-6 0 16,-3-9 0-16,7-7 0 0,-1-4 0 16,0-3 0-16,0-1 0 0,4-1 0 0,0-4 0 15,5 3 0-15,6-4 0 0,3 0 0 16,1-3 0-16,4-2 0 0,5-2 0 0,10-3 0 15,7-3 0-15,12-4 0 0,6 0 0 16,8-3 0-16,1 1 0 0,3-1 0 0,3 7 0 16,4 2 0-16,1 0 0 0,7 6 0 15,0 3 0-15,-2 0 0 0,0 5 0 16,-2-4 0-16,-3 2 0 0,-2 1 0 16,-7-3 0-16,-6 2 0 0,-5 0 0 0,-15-5 0 15,-2 3 0-15,-12-3 0 0,-3-1 0 16,-6 0 0-16,-2 0 0 0,-1 0 0 15,4-4 0-15,-1 3 0 0,0-4 0 0,-5 1 0 16,3-3 0-16,1 1 0 0,-4-2 0 16,0-1 0-16,-1-5 0 0,4-4 0 15,0-5 0-15,-6-3 0 0,-1-5 0 0,-3-5 0 16,-1-12 0-16,-3-6 0 0,1-12 0 16,-3-8 0-16,-1-6 0 0,4-27 0 0,-2-1 0 15,1 3 0-15,0 4 0 0,-1 23 0 16,-3 6 0-16,-1 5 0 0,-1 9 0 15,-2 15 0-15,-1 5 0 0,-1 9 0 0,1 7 0 16,-2 5 0-16,-1 1 0 0,-1 3 0 16,1 5 0-16,-5 4 0 0,0 2-333 0,10 2-330 15,-19 2-167-15,8 6-52 0,-2 1 88 16,-5 3-801-16,-3 7-1035 0</inkml:trace>
  <inkml:trace contextRef="#ctx0" brushRef="#br0" timeOffset="171666.35">29927 14005 4346 0,'-18'-1'-51'0,"3"1"46"0,15 0 37 0,-25-3 48 0,25 3 42 15,-13 0 32-15,13 0 7 0,-12-1 0 0,12 1-17 16,0 0-8-16,0 0-10 0,0 0 2 16,0 0 10-16,0 0 1 0,59 16 2 0,-9-14-11 15,22-2-18-15,13 0-12 0,31-2-11 16,6-6-9-16,5 5-29 0,8-5-18 15,3 2-42-15,-7 2-41 0,-7-4-26 16,-10 1-10-16,-31 3 9 0,-11-2 10 0,-11 2 5 16,-15-2 18-16,-5 2 33 0,-10 2 25 15,-10-1 27-15,-4 1 16 0,-1 2 11 16,-7 0 0-16,3 0-2 0,-12 0-1 0,15-2-19 16,-15 2-1-16,7-2-23 0,-7 2-47 15,0 0-62-15,0 0-83 0,0 0-116 16,0 0-127-16,0 0-179 0,0 0-146 0,-25 15 61 15,14-9-537-15,-6 6-677 0</inkml:trace>
  <inkml:trace contextRef="#ctx0" brushRef="#br0" timeOffset="172165.72">30584 14168 3289 0,'0'0'4'0,"0"0"7"16,-4-12 22-16,4 12 32 0,0 0 51 0,0 0 34 16,-17 3 24-16,17-3 9 0,-19 16 2 15,10-4 3-15,-4 3 1 0,2 4 9 16,2 1 1-16,0-1-2 0,2 4-10 0,4-2-6 16,1-1-10-16,2-1-12 0,4 2 2 15,4-3-9-15,1 0 1 0,6-5-15 16,3-1-13-16,5-3-11 0,-1-4-9 15,3-3-8-15,1-2-10 0,1-4-8 0,7-4-8 16,-3-4-7-16,-2 2-2 0,-4-6-4 16,-9 1-5-16,0 1-6 0,-5-3 0 0,-3-2-3 15,-2-2-10-15,-4-1-5 0,-4-3-12 16,-4 2-17-16,-6-8-13 0,-1 4-47 16,-6 4-29-16,-1 10-26 0,2 4-51 0,-3 4-56 15,-4 3-81-15,3 2-100 0,-5 4-98 0,-9 3-142 16,5 3-108-16,-2 0 69 0,11 0-566 15,8-1-708-15</inkml:trace>
  <inkml:trace contextRef="#ctx0" brushRef="#br0" timeOffset="185532.21">30647 14252 2352 0,'0'0'440'0,"0"0"-162"0,0 0-55 0,0 0-27 16,0 0 31-16,0 0 28 0,0 0-1 16,0 0-25-16,0 0-3 0,-8 29-15 0,4-19-19 15,0 0-15-15,3 2-22 0,-3-3-15 16,4-1-7-16,0 2-6 0,-2-3-8 15,4 3-12-15,-2-10-8 0,4 12-10 0,-3-7-8 16,-1-5-5-16,10 5-9 16,-10-5-4-16,0 0-4 0,15-2-10 0,-15 2 2 15,12-6 0-15,-12 6 5 0,8-14 4 0,-4 4-1 16,-3 3-6-16,-1-3 3 0,-1 0-13 16,1 3 2-16,-4-2 2 0,1 0-5 15,-2 3-3-15,-3 0-7 0,-1 2-6 0,9 4 4 16,-23 0 3-16,23 0-2 0,-33 8-1 15,16 0 0-15,0 2 2 0,2 1 4 0,2 2-1 16,1 1 7-16,2-2-2 0,5 2 4 16,1 1 8-16,0-3 5 0,4 0 10 0,4-2 7 15,2 1 3-15,3-1 4 0,3-3-6 16,3-2-34-16,0-2-41 0,6-3 0 16,0 0 0-16,4-3 0 0,-2-4 0 0,-1 0 0 15,1-1 0-15,-1-1 0 16,-4-1 0-16,0-2 0 0,-1 0 0 0,-6 0 0 15,2-3 0-15,-4 3 0 0,-4-1 0 16,-3 1 0-16,-2 1 0 0,-2-1 0 0,-2 0 0 16,-4 3 0-16,-3 1 0 0,-2 0 0 15,-5 4 0-15,2 4 0 0,-4 0 0 0,-1 0 0 16,3 4 0-16,-5 2 0 0,3 2 0 16,4 0 0-16,-2 3 0 0,7-1 0 0,-1 1 0 15,5 2 0-15,-1 0 0 0,4-4 0 16,1 4 0-16,3-5 0 0,2 0 0 0,3 1 0 15,3-2 0-15,1-2 0 16,5-1 0-16,-1-2 0 0,2-4 0 0,4 0 0 16,-2-1 0-16,5-4 0 0,-4-2 0 15,0-1 0-15,-2 0 0 0,-2-3 0 0,-1 0 0 16,-1-1 0-16,-5-1 0 0,-3-1 0 16,0 1 0-16,-2-3 0 0,-4 3 0 15,-2-1 0-15,-1 3 0 0,-1-1 0 0,-6 2 0 16,-1 5 0-16,-3 2 0 0,3 2 0 15,-2 5 0-15,-2-1 0 0,0 6 0 0,2 0 0 16,-1 7 0-16,1-1 0 0,3 3 0 16,3-1 0-16,3 1 0 0,3-1 0 15,3 1 0-15,-2-4 0 0,6-1 0 16,-1-1 0-16,7 0 0 0,3-3 0 0,2-1 0 16,1-2 0-16,-1-4 0 0,0-2 0 15,2 0 0-15,-1-1 0 0,-2-4 0 0,0 0 0 16,1-1 0-16,-3-4 0 0,-3 3 0 15,-1-3 0-15,-5 1 0 0,1-1 0 0,-2-2 0 16,-4 1 0-16,-2-3 0 0,-1 3 0 16,-4-3 0-16,-5 1 0 0,1 3 0 0,-7 4 0 15,6 2 0-15,-4 5 0 0,0 2 0 16,-4 1 0-16,1 3 0 0,-9 7 0 0,1 2 0 16,7-4 0-16,3 2 0 15,1-1 0-15,7 3-346 0,0-5-440 0,2 1-167 16,8 0 79-16,2-2-905 0,-1-8-1210 15</inkml:trace>
  <inkml:trace contextRef="#ctx0" brushRef="#br0" timeOffset="187263.11">31098 14149 4481 0,'0'0'-154'0,"0"0"68"16,0 0 57-16,0 0 46 0,-17-2 44 15,17 2 31-15,0 0 25 0,0 0 8 16,0 0 1-16,0 0 2 0,0 0 5 0,0 0 5 16,-7-3 4-16,7 3 6 0,0 0 6 15,0 0 12-15,0 0 17 0,0 0 8 0,0 0-8 16,0 0-15-16,0 0-21 16,2-12-2-16,-2 12-9 0,0 0-11 0,4-10-8 15,-4 10-7-15,5-13-5 0,-1 7-6 16,1-1-10-16,4 0-9 0,-2 0-7 0,0-1-7 15,4 1-9-15,0-1-6 0,0 6-5 16,-2-4 2-16,3 2-11 0,-3 2-5 16,-9 2-4-16,22 0-4 0,-22 0 0 0,18 5-5 15,-10 0-2-15,0 2 2 16,-1 0-6-16,-3 0-13 0,-1 3 0 0,-3-2 0 0,0 1 0 16,0 5 0-16,-5-1 0 15,-1 1 0-15,-3 3 0 0,2-3 0 0,-3-2 0 0,4 1 0 16,-3-1 0-16,0-1 0 15,6-3 0-15,-5 2 0 0,7-6 0 0,1-4 0 16,-6 10 0-16,6-10 0 0,-4 9 0 16,4-9 0-16,0 6 0 0,0-6 0 0,0 0 0 15,6 13 0-15,-1-9 0 0,1 0 0 16,-1 2 0-16,6-2 0 0,-2 4 0 16,0-1 0-16,-1-3 0 0,0 4 0 0,-3 0 0 15,3-1 0-15,-5 0 0 0,0 2 0 16,-1-3 0-16,-2-6 0 0,-2 17 0 0,-2-8 0 15,-4 0 0-15,-1 1 0 0,-3 0 0 16,-1-1 0-16,-5 1 0 0,2-1 0 16,-4 0 0-16,6-5 0 0,-8 3 0 15,8 0 0-15,-2-2 0 0,-1-2 0 0,3 2 0 16,3-1 0-16,-2-2 0 0,1 1 0 16,0 0 0-16,3-3-184 0,9 0-849 0,-15 0 68 15,15 0 116-15,0 0-906 0,0 0-1186 16</inkml:trace>
  <inkml:trace contextRef="#ctx0" brushRef="#br0" timeOffset="187814.91">30750 13418 4614 0,'-8'-8'-93'0,"3"2"57"0,-4 2 50 0,9 4 52 0,-7-9 40 15,7 9 21-15,-5-4 9 0,5 4-4 0,0 0-8 16,0 0-6-16,-4-6-2 0,4 6 2 16,0 0-2-16,0 0-9 0,0 0-9 0,18-9-12 15,-6 8-6-15,1-1-12 0,3 0-6 16,-1 2-7-16,1 0-3 0,-4 2-9 0,2 1-5 15,-3 0-2-15,0 3-2 0,1 2-2 16,-2 3-4-16,-1 1 6 0,-4 4 1 16,0 1-1-16,-1 0-1 0,-2 1 0 15,-2 3-1-15,0 0-1 0,0 3-4 0,0-1-8 16,-2 2 6-16,0-5-5 0,2-1-2 16,2-2-3-16,-2 3-7 0,0-7 0 0,0 1-2 15,0-3-8-15,0-1-37 0,0 0-58 16,2-2-76-16,-2-1-96 0,1 0-103 15,-1-2-116-15,0-5-168 0,0 0-74 0,6 4 66 16,-6-4-481-16,0 0-611 16</inkml:trace>
  <inkml:trace contextRef="#ctx0" brushRef="#br0" timeOffset="187979.88">30830 13654 3270 0,'0'0'110'0,"-16"-2"33"0,16 2 11 16,0 0 19-16,0 0-5 0,-11-4-3 15,11 4-6-15,0 0-8 0,0 0-14 0,0 0-16 16,0 0-15-16,36-10-13 0,-19 7-49 16,2 1-96-16,4-2-114 0,4 0-144 15,0 0-194-15,-3-1-141 0,1 0 57 0,-4 1-340 16,-3 1-409-16</inkml:trace>
  <inkml:trace contextRef="#ctx0" brushRef="#br0" timeOffset="188663.1">31548 12746 2497 0,'0'-13'7'0,"-2"-1"39"0,-2 4 43 0,8-1 28 0,-4 1 42 16,0 2 11-16,2-3 27 0,-2 3 12 15,4-2 12-15,-3-1 2 0,2 1 6 0,1 2 4 16,-2-1 1-16,0 1-6 0,-2 8-12 16,3-9-24-16,-3 9-16 0,2-7-18 0,-2 7-17 15,0 0-13-15,4-7-11 0,-4 7-1 16,0 0-3-16,11 21 11 0,-6-6-11 0,2 6-9 16,0 11 26-16,3 4 8 15,-2 3 6-15,-3 13-9 0,5 3-12 0,-3 0 28 16,0-2 2-16,-4-9-14 0,1 1-10 15,-2-4-14-15,0 1-8 0,0-5-9 0,-2-8-26 16,0-5-72-16,0-3 0 0,1-2 0 16,-1-2 0-16,2-5 0 0,0 1 0 15,-2-2 0-15,2-2 0 0,0-1 0 0,-2-1 0 16,0-7 0-16,3 8 0 0,-3-8 0 16,0 0 0-16,7 6 0 0,-7-6 0 0,0 0 0 15,0 0 0-15,0 0 0 0,0 0-449 16,0 0-195-16,0 0-211 0,0 0-28 0,0 0 89 15,-19 10-759-15,4-5-996 16</inkml:trace>
  <inkml:trace contextRef="#ctx0" brushRef="#br0" timeOffset="189412.17">29846 12622 4095 0,'-2'-17'-168'0,"-1"3"44"16,1-1 46-16,0 1 60 16,0-1 30-16,0-3 21 0,0 1 19 0,2 1 15 15,-1-1 27-15,-1 3 14 0,2 2-1 16,-5 2-7-16,5 3-12 0,-2-1-7 16,2 8-11-16,-2-9-9 0,2 9-3 0,0 0 18 15,0 0-4-15,-3 34 0 0,1-10 35 16,2 4-8-16,-6 10 32 0,6-1-2 0,0 1-9 15,0 1-10-15,2-1 21 0,-2-7-7 16,2-3-18-16,-2-3-9 0,0 0-5 16,0-4-25-16,-2 4-9 0,2-7-5 15,0 0 1-15,-2-1-11 0,2-5-2 0,0-1-5 0,0 0-3 16,-1-2-5-16,1-1-5 16,-2-1-2-16,2-7-6 0,-2 10-33 0,-2-5-67 15,4-5-98-15,-4 11-115 0,0-5-120 16,0-1-141-16,-1 2-183 0,1-1 52 0,-2-1-529 15,6-5-681-15</inkml:trace>
  <inkml:trace contextRef="#ctx0" brushRef="#br0" timeOffset="190146.83">29856 13002 3245 0,'0'0'-62'0,"0"0"22"0,0 0 16 16,-8-4 27-16,8 4 36 0,0 0 24 0,0 0 9 15,0 0 1-15,-4-5-10 0,4 5-8 16,0 0-7-16,0 0 16 0,0 0 4 16,27-6 2-16,-11 4-7 0,2 2-6 15,11-3-4-15,0 1 11 0,17 0 3 0,-1 2-6 16,5 0-7-16,1-2-2 0,1 2-1 16,-1 0-7-16,3-1-5 0,-3-1-8 0,0 2 0 15,-4-2 2-15,2-1-7 0,-3 1-4 16,-7 0-2-16,-6 2 0 0,-5 0-3 0,-1 0-3 15,0 0 1-15,-5-1-2 0,1 2 1 16,0-1-8-16,1-1 8 0,-4 1-8 0,1 0 4 16,2 0-1-16,-3 0 8 0,9 0 15 15,-2 0-5-15,0 1-1 0,1-1-5 0,1 2-5 16,0-2 0-16,1 0-1 16,1 0-2-16,-5 2 0 0,5-2-1 0,-2 1-2 15,-5-1-1-15,-1 2-2 0,0 0-1 16,-4-2 0-16,0 2 4 0,-2-1-4 0,-4-1 18 15,1 2 5-15,-3 0 8 0,1-2 10 16,-12 0 8-16,18 2 7 0,-7-2-4 0,0 1 1 16,-2-1-6-16,3 4 10 0,3-3-3 15,-3 1-6-15,-1 0-2 0,4-1-6 16,0 1 4-16,-2 0 9 0,1 1 9 0,-5-3 0 16,2 2 4-16,0 0 12 0,-2 1 8 15,-9-3 3-15,16 2 7 0,-16-2 17 0,9 2-13 16,-9-2 13-16,9 3 0 0,-9-3-3 15,0 0 1-15,7 2-5 0,-7-2-2 16,0 0-2-16,0 0-1 0,12 1-1 16,-12-1-5-16,0 0-8 0,0 0-9 0,0 0-9 15,0 0-5-15,12 0-11 0,-12 0-9 16,0 0-15-16,0 0-98 0,0 0-128 16,0 0-173-16,0 0-215 0,0 0-378 15,0 0 119-15,0 0 87 0,-36 11-731 16,24-3-929-16</inkml:trace>
  <inkml:trace contextRef="#ctx0" brushRef="#br0" timeOffset="193111.88">6810 6727 947 0,'8'1'132'0,"-8"-1"-41"0,0 0-2 15,6 4 9-15,-6-4 17 0,0 0 6 0,0 0-2 16,7 3-10-16,-7-3-6 0,0 0-5 15,0 0-10-15,6 3-1 0,-6-3-3 0,0 0 5 16,0 0-5-16,0 0 4 0,0 0 0 16,5 5-2-16,-5-5 11 0,0 0-6 15,0 0 11-15,0 0-14 0,0 0 4 0,0 6 10 16,0-6-9-16,0 0-5 0,0 10-11 16,0-10-11-16,0 8-5 0,0-8-2 0,0 11-6 15,0-3 29-15,-1 1-4 0,1-1-9 16,0 1 22-16,-4 3 0 0,2 0-9 0,-2 4 20 15,3-1-9-15,-3 2-6 16,0-1-8-16,0 1-5 0,4 2-10 0,-4-2-2 16,4 3-5-16,0-1 17 0,4 2-3 15,-4-2-9-15,2 1-3 0,4 5-9 0,-1-5-4 16,-1-2-3-16,3 3-1 0,-2 2 30 16,2-4-6-16,1 1-1 0,-1 1-2 15,3-1-11-15,-4-1-3 0,1 0-7 0,1 0-4 16,0-1 23-16,-1 1 13 0,1 0-9 15,-1-1-6-15,3-3-7 0,-4-1-7 0,1 1-1 16,3 0 17-16,2 0 2 0,-3-4 0 16,2-1 13-16,1 0 6 0,1-3-2 0,3 1 14 15,-2 0 4-15,4-4-21 16,-2-2-10-16,4 1-11 0,-1-2 2 0,3-1-5 0,-2 0-9 16,-1-1 0-16,2-2 21 15,-4 1 11-15,3-2-1 0,-4 1 19 0,2-2-8 16,-4 1 14-16,2-4 0 0,-3 4-6 15,1-5 7-15,-1 1-4 0,-2-3-9 16,3 0-79-16,-3-4-9 0,1-2 0 0,-5 0 0 16,3-1 0-16,-3-3 0 0,1-8 0 15,-2-4 0-15,-1 4 0 0,-5 4 0 0,-1-14 0 16,-5 4 0-16,0-2 0 0,-4-4 0 16,1 5 0-16,-5 1 0 0,-1 0 0 0,-2 4 0 15,-2 0 0-15,-2 6 0 0,-4 0 0 16,-2 3 0-16,2 5 0 0,-6 3 0 15,-2 5 0-15,5 3 0 0,1 3 0 16,2 4 0-16,-13 5 0 0,3 2 0 0,1 2 0 16,-2 7 0-16,4 0 0 0,-6 8 0 15,9-3-463-15,1 2-160 0,5-2-238 0,-1 3-29 16,6-1 104-16,6-7-768 0,5-4-996 16</inkml:trace>
  <inkml:trace contextRef="#ctx0" brushRef="#br0" timeOffset="198644.23">31531 12012 1173 0,'0'0'157'0,"-3"-9"-42"0,3 5-17 15,0 4 13-15,0 0 2 16,2-12 2-16,-2 12-1 0,5-8 8 0,-5 8 12 16,4-7 13-16,-4 7 5 0,0 0 4 15,2-8 7-15,-2 8-1 0,0 0 2 0,0-10-1 16,0 10 0-16,0 0-3 0,0 0-6 15,1-8-3-15,-1 8-3 0,0 0 1 0,0 0-2 16,0 0-2-16,0 0-4 0,0-7-10 16,0 7-6-16,0 0-6 0,0 0-12 15,0 0-4-15,0 0-5 0,0 0-5 16,0 0-8-16,0 0-11 0,6-6-7 16,-6 6-4-16,0 0-8 0,0 0-6 0,0 0-5 15,0 0-4-15,0 0-3 0,0 0-8 16,0 0-1-16,0 0-5 0,0 0 0 0,0 21-1 15,0-5 19-15,0 5 7 0,0 2-1 16,2 14-5-16,1 2 10 0,0 2 15 0,3 0-4 16,-4 2-1-16,3 0-6 0,-1 0-6 15,0-2 32-15,-3-1 5 0,-1-3 2 0,0-8 13 16,0-5 0-16,0-5-6 0,0 0-2 16,-1-2-9-16,1-3-9 0,0-1-4 15,0-1-7-15,0 2-7 0,0-1-3 0,0-1-4 16,-2 1-9-16,2-1-3 15,0 2-3-15,0-3 0 0,0 2-8 0,-2-3-2 16,4-1-4-16,-2 1 0 0,0-3 0 16,0 1-3-16,0-8 1 0,0 14-5 0,0-9-5 15,0-5-6-15,2 9-16 0,-2-9-53 16,0 0-88-16,1 6-92 0,-1-6-117 0,0 0-138 16,0 0-158-16,0 0-210 0,0 0 77 15,0 0 83-15,0 0-569 0,0 0-735 16</inkml:trace>
  <inkml:trace contextRef="#ctx0" brushRef="#br0" timeOffset="203108.6">30935 13244 1549 0,'28'3'355'0,"-28"-3"-72"0,0 0-58 0,0 0-17 15,0 0-7-15,11-3 1 0,-11 3 0 16,0 0-14-16,9-4 7 0,-9 4-4 0,0 0-4 15,0 0 1-15,0 0 0 0,0 0-8 16,0 0-7-16,0 0-13 0,11-3-2 0,-11 3-5 16,0 0-2-16,0 0 1 0,0 0-3 15,0 0 8-15,0 0 0 0,0 0-1 16,0 0 2-16,0 0 10 0,0 0 13 0,0 0 3 16,0 0-3-16,0 0 12 0,0 0 9 15,0 0-5-15,0 0-14 0,-42 12-9 16,21-7-19-16,-2 2-48 0,-11 0-107 15,7 0 0-15,4-2 0 0,-1 2 0 0,6-4 0 16,-1 1 0-16,2 0 0 0,3 0 0 16,3-2 0-16,0-1 0 0,11-1 0 0,-18 4 0 15,18-4 0-15,-14 2 0 0,14-2 0 16,-10 3 0-16,10-3 0 0,0 0 0 0,-13 2 0 16,13-2 0-16,0 0 0 15,-10 1 0-15,10-1 0 0,0 0 0 0,0 0 0 16,0 0 0-16,0 0 0 0,0 0 0 15,0 0 0-15,0 0 0 0,0 0 0 0,0 0 0 16,0 0 0-16,0 0 0 0,0 0 0 16,-10-6 0-16,10 6 0 0,0 0 0 0,0 0 0 15,0 0 0-15,0 0 0 0,0 0 0 16,0 0 0-16,0 0 0 0,0 0 0 16,0 0 0-16,0 0 0 0,0 0 0 0,14 20 0 15,-12-8 0-15,2 3 0 0,-3 2 0 16,3 1 0-16,2 1 0 0,-1-1 0 0,4 2 0 15,-4-5 0-15,2-1 0 0,1 0 0 16,-2-2 0-16,4-2 0 0,-3-2 0 0,0-1 0 16,4-3 0-16,0 1 0 0,1-2 0 15,2-1 0-15,-3 0 0 0,7-1 0 0,-3 1 0 16,2 0 0-16,0 1 0 16,1 1 0-16,1-1 0 0,-2 1 0 0,4 2 0 15,0 1 0-15,-2 2 0 0,0 1 0 16,-1 0 0-16,-2 0 0 0,-3 2 0 0,-3 0 0 15,-2 1 0-15,-1 1 0 0,-5-3 0 16,-2 3 0-16,-4-1 0 0,-1 3 0 0,-6 1 0 16,-7 6 0-16,-3-1 0 0,-3-3 0 15,-1 0 0-15,-2-1 0 0,0-2 0 16,4-4 0-16,5-2 0 0,-2-1 0 0,4 0 0 16,4-5 0-16,-1 3 0 0,2-3 0 0,4-1 0 15,7-3 0-15,-18 5 0 0,18-5 0 16,-12 2 0-16,12-2 0 0,-11 2 0 0,11-2 0 15,0 0 0-15,-18-2 0 16,18 2 0-16,-15-2 0 0,15 2 0 0,-16-3 0 16,9 1 0-16,-2 0 0 0,9 2 0 15,-20-5 0-15,13 2-725 0,-1-1-293 0,-2 0 117 16,7-2-985-16,3 6-1311 0</inkml:trace>
  <inkml:trace contextRef="#ctx0" brushRef="#br0" timeOffset="203926.22">31033 13254 4825 0,'0'0'-230'0,"7"-8"64"0,-7 8 49 0,5-7 52 0,1 2 46 15,-6 5 45-15,9-11 31 0,-5 6 34 0,-4 5 30 16,6-7 20-16,-6 7 16 0,4-6 16 16,-4 6 6-16,0 0 9 0,4-9 9 15,-4 9-7-15,0 0-19 0,-16-7-11 0,16 7-16 16,-25 0-7-16,7 2-9 0,-6 0-7 15,1-1-4-15,-3 2-14 0,-2 1 15 0,3-2-8 16,-2 3-10-16,6-4-9 0,0 1 9 16,2 0-1-16,3 0-4 0,4 0-6 15,-1-1-6-15,13-1-6 0,-18 2 2 16,18-2 0-16,-18 0-8 0,18 0-3 0,-11 3-8 0,11-3-17 16,-11 0-43-16,11 0 0 15,0 0 0-15,-15 2 0 0,15-2 0 0,0 0 0 16,-11 2 0-16,11-2 0 0,0 0 0 15,0 0 0-15,0 0 0 0,-12 5 0 16,6 0 0-16,4 2 0 0,-3 5 0 0,-1 3 0 16,-2 6 0-16,-2 10 0 0,3 1 0 15,-2 0 0-15,1 3 0 0,2-4 0 0,0-4 0 16,3-4 0-16,1-3 0 0,0-1 0 16,-2-2 0-16,4-3 0 0,2-2 0 0,2 0 0 15,0-2 0-15,3-1 0 0,0-2 0 16,5-1 0-16,-1-4 0 0,3 0 0 0,3-2 0 15,-1 0 0-15,0-2 0 0,2 2 0 16,-3-2 0-16,0 2 0 0,-2 0 0 16,-13 0 0-16,29 0 0 0,-15 4 0 15,-1-2 0-15,0 3 0 0,2 1 0 0,-4 0 0 16,3 2 0-16,-1 2 0 0,1-3 0 16,-5 3 0-16,2 4 0 0,-2-3 0 0,-2-1 0 15,-3 2 0-15,0 0 0 0,-3 1 0 16,-1 0 0-16,-1-1 0 0,-5 4 0 0,0-1 0 15,-6 0 0-15,3 2 0 0,-7-3 0 16,2 1 0-16,-2-1 0 0,-4 3 0 0,-2-3 0 16,8-4 0-16,0 0 0 15,-1-3 0-15,-1-1 0 0,3 0 0 0,3 0 0 16,-1-2 0-16,2 1 0 0,-3-5 0 16,12 0 0-16,-17 6 0 0,10-4 0 0,7-2 0 15,-16-2 0-15,16 2 0 0,-15 0 0 16,5-2 0-16,3-2 0 0,-1 0 0 0,0-3-357 15,1 1-692-15,-1-6 118 0,1 1-1060 16,1-3-1408-16</inkml:trace>
  <inkml:trace contextRef="#ctx0" brushRef="#br0" timeOffset="204578.33">30728 12069 5146 0,'-16'2'-218'0,"2"0"60"15,3-4 50-15,11 2 55 0,-19 0 57 0,19 0 38 16,-13 2 28-16,13-2 13 0,0 0 10 0,-12 0 6 16,12 0-4-16,0 0-3 0,0 0-2 15,0 0-3-15,0 0-4 0,0 0-8 0,37-9-8 16,-19 8-4-16,3-3-8 16,1 0-5-16,0 3-4 0,-3-2-6 0,1 3-5 0,-2 3 0 15,-2 0-6-15,-2 3 19 16,-2 2 21-16,-2 4 14 0,-3 2 6 0,-3 3 17 15,-4 2 19-15,-2 3 22 0,-2 4 1 16,-1 8 0-16,-5 2-1 0,2 0-8 0,1-1-10 16,-1 0-10-16,1 0-13 0,0-3-7 15,4-6-9-15,-1-4-12 0,0-3-6 0,3-2-7 16,-1-2-6-16,0-1-7 0,0-1-6 16,2-1-5-16,0-2-5 0,0 0-28 15,-2-1-8-15,2-3 0 0,0 0 0 16,0-6 0-16,0 12 0 0,0-12-92 0,2 7-113 15,-2-7-96-15,4 3-94 0,-4-3-98 16,0 0-115-16,0 0-171 0,13-12-12 16,-9 4 77-16,0 2-583 0,-2 0-755 0</inkml:trace>
  <inkml:trace contextRef="#ctx0" brushRef="#br0" timeOffset="204758.66">30727 12457 3446 0,'0'0'37'0,"-21"-6"70"16,13 5 51-16,8 1 45 0,0 0 41 15,-17-2 38-15,17 2 14 0,0 0-45 16,0 0 14-16,0 0 10 0,21-15-4 16,2 8-29-16,11 0-21 0,7 0-23 0,2 0-16 15,0 0-30-15,2 1-24 0,-4-1-99 16,-5 2-100-16,-7 1-99 0,-6 1-110 0,-5 1-117 16,-9 2-117-16,-4 0-164 0,-5 0-67 15,0 0 68-15,0 0-498 0,0 0-641 16</inkml:trace>
  <inkml:trace contextRef="#ctx0" brushRef="#br0" timeOffset="208541.88">7744 6553 2452 0,'-15'2'311'0,"1"4"-103"0,3-2-54 16,1 1-13-16,3 0 0 0,-1 0-4 16,3 3-20-16,-1-4-3 0,5 3 7 0,-4 1 14 15,5-8 13-15,8 10-9 0,3-7-12 16,5 1-11-16,4-4-9 0,7 0-9 16,9-4-11-16,5-1-8 0,-5-1-9 15,-6 4-6-15,-5-1-8 0,-4 2-3 16,-2 2 17-16,0 2 10 0,-4 5 23 0,1 2 15 15,-5 5 8-15,-2 3 6 0,-3 3 7 16,-2 2-13-16,-4 5-3 0,0 9-10 16,0 1-5-16,0 3 16 0,0-1-10 0,2 3-10 15,2-5-9-15,0 1-10 0,1-3-8 16,2 0-11-16,2-4-9 0,-2-6-5 0,2-5-53 16,-3-3-43-16,2-1-55 0,-4-2-71 15,3-1-69-15,-3-3-76 0,2-3-70 16,-5-2-116-16,3-4-166 0,-4-2-63 0,0 0 81 15,0 0-503-15,10-14-619 0</inkml:trace>
  <inkml:trace contextRef="#ctx0" brushRef="#br0" timeOffset="208725.78">7898 7103 3395 0,'-20'4'165'0,"3"-3"36"0,5-1 14 16,2 2 4-16,10-2 6 0,-11 5 10 15,11-5 8-15,0 0 2 0,0 0-3 0,0 0 9 16,0 0-18-16,0 0-26 0,0 0-20 15,56-25-15-15,-19 14-23 0,1 0-15 0,14-3-51 16,0-2-83-16,-11 6-84 16,-1 2-70-16,-4-1-98 0,-7 6-117 0,-8 1-96 0,-7 2-119 15,-5 2-156-15,-5 3 70 16,-4 2-515-16,-8 5-649 0</inkml:trace>
  <inkml:trace contextRef="#ctx0" brushRef="#br0" timeOffset="209891.87">10871 10721 1572 0,'0'0'380'16,"0"0"-48"-16,0 0-2 0,0 0 5 0,0 0-30 15,0 0-24-15,0 0-16 0,0 0-27 16,0 0 6-16,0 0-5 0,-13-18-6 0,13 18-14 16,-3-9-18-16,3 2-19 0,0 1-17 15,0 6-11-15,5-18-14 0,1 8-18 0,-1-3-9 16,5 1-9-16,3-2-14 0,7-6-13 16,-2 6-2-16,2 4-6 0,-2 0-12 15,-2 3-5-15,0 5-7 0,-2 0-8 0,1 2-3 16,-1 4 5-16,-1 3-3 0,-1 3 14 15,-5 5 20-15,-1-1 16 0,-2 8 9 16,-3 1 8-16,-2 1 4 0,-3 2 9 16,-2 8-3-16,3 5-2 0,-5-8-21 0,2 2 9 15,0-9-3-15,3-3-3 0,3-4-3 16,-2-3 0-16,2-2-73 0,2-3-17 0,-1 2 0 16,3-4 0-16,6-1 0 0,1-3 0 15,4-1 0-15,6-4 0 0,4-3 0 0,13-6 0 16,0 0 0-16,3 0 0 0,-3-3 0 15,-2 3 0-15,-6-1 0 0,-5 3 0 0,-4 2 0 16,-6 2 0-16,-3 1 0 0,-1 0 0 16,0 0 0-16,-2 2 0 0,-4-1 0 15,-5 3 0-15,13-3 0 0,-13 3 0 0,7-3 0 16,-7 3 0-16,0 0 0 0,0 0 0 16,0 0-40-16,0 0-585 0,0 0-163 15,-20 19-145-15,8-12 97 0,-1 2-854 0,-4 0-1125 16</inkml:trace>
  <inkml:trace contextRef="#ctx0" brushRef="#br0" timeOffset="210941.28">8983 12112 4378 0,'11'-3'-176'0,"-11"3"43"0,8-2 32 16,-8 2 44-16,10-7 57 0,-10 7 50 15,7-8 33-15,-1 2 23 0,-6 6 17 0,8-8 16 16,-3 3 14-16,-5 5 4 0,4-12 11 16,-2 8 1-16,-2 4-8 0,4-11-14 0,-3 5-8 15,-1 6-7-15,-1-12-5 0,1 12-4 16,-4-10-11-16,2 3-17 0,2 7-4 15,-7-6-17-15,7 6-5 0,-16-4-11 16,16 4-3-16,-25 7-9 0,8 3-3 16,-6 7-5-16,-2-1-3 0,0 6-4 0,5-2-8 15,1 1 1-15,4-4-6 0,5-2 3 16,2-4-7-16,1-1-1 0,3 2-4 0,3-2 4 16,1 1-1-16,1-1 1 0,5 1 0 15,1-2-3-15,4 2-2 0,3 0-2 0,1 1 3 16,3 3-6-16,-4-1 1 0,2-2 0 15,-3 3-1-15,3 0 1 0,-3 1-2 0,0-3-3 16,0 1 7-16,-1 1 17 0,-2-3 6 16,-3 0 17-16,0 0 24 0,-3-1 14 15,1-1 16-15,-3 2 7 0,-2-3 3 0,0 3-7 16,-4-3-5-16,1 3-11 0,-2-2-7 16,-5-1-9-16,1 1-3 0,-1 0-14 15,-1-3-6-15,0-1-10 0,-5 0-39 0,5-4-50 16,-1-2-55-16,1 4-56 0,-2-4-62 15,13 0-71-15,-18 2-93 0,18-2-94 16,-17-2-116-16,9-2-205 0,3 2 46 0,3-6 97 16,0 1-549-16,2 7-673 0</inkml:trace>
  <inkml:trace contextRef="#ctx0" brushRef="#br0" timeOffset="211174.6">9238 12301 3710 0,'-2'-14'201'0,"2"14"13"15,2-14 15-15,0 5 6 0,2-1 19 16,-2-1-22-16,4-2-28 0,1-1-20 0,6-1-18 16,-1 0 4-16,9-4-16 0,-4 3-33 15,6 1-79-15,-2 1-91 0,-6 4-108 0,1 3-140 16,0 4-131-16,0-2-165 0,-5 1-116 15,2 1 72-15,-3 3-467 0,-10 0-574 0</inkml:trace>
  <inkml:trace contextRef="#ctx0" brushRef="#br0" timeOffset="211343.01">9256 12492 3378 0,'-10'9'188'0,"2"-2"20"0,2-3 6 16,6-4-20-16,0 0-15 0,0 0-16 0,0 0-16 15,0 0-13-15,16-29-14 0,4 8-10 16,7-1-22-16,7-6-63 0,3-1-87 0,-1-3-106 16,4 1-120-16,-4-4-142 15,0-3-220-15,-1 3 41 0,0 2 77 0,-5-3-288 0,-10 5-305 16</inkml:trace>
  <inkml:trace contextRef="#ctx0" brushRef="#br0" timeOffset="211726.07">9641 11923 2401 0,'0'0'118'0,"0"0"27"0,0 0 9 16,0 0 4-16,0 0-13 0,-18 0-13 15,18 0 3-15,0 0 13 0,0 0 1 16,0 0-7-16,0 0-4 0,33 12-2 0,-22-8 3 0,-1 1 9 16,-1 3 3-16,2 2 25 15,1 0-2-15,-4-2 12 0,-3 5 3 0,1 2 2 16,-4-1 3-16,0 1-5 0,0-1-17 15,0 4-7-15,0-4-16 0,0 0-16 0,-2 0-7 16,1 1-11-16,5 0-13 0,-2 1-6 16,1-2-14-16,5-1-6 0,-4 1-12 15,5 2-5-15,1-1-8 0,-3-3 4 0,2 3-15 16,0-3 1-16,-4 2 0 0,0-3 20 16,-1 1 22-16,0 1 26 0,-4-1 12 0,0 0 6 15,-4 1-3-15,-1 1-3 0,-6 2-81 16,0 1-40-16,2 0 0 0,-7 0 0 15,1-2 0-15,-3-1 0 0,1-2 0 0,3-3 0 16,-1-1 0-16,2-1 0 0,-1-3-377 16,1-3-150-16,-1-1-170 0,12 0-196 15,-18-5 65-15,8 2 95 0,10 3-674 0,-13-4-858 16</inkml:trace>
  <inkml:trace contextRef="#ctx0" brushRef="#br0" timeOffset="213058.72">10871 11662 3915 0,'-2'-4'16'0,"2"4"13"16,0 0 19-16,0 0 31 0,0 0 36 0,-23 17 30 16,14 1 20-16,-2 8 2 0,-1 3-5 15,1 3-11-15,4 5-9 0,-4 1-11 0,6-2-12 16,1 0-8-16,0-1-11 0,4-6-17 15,0-4-5-15,0-1-3 0,0-5-12 16,0 2-8-16,2-8-7 0,0 1-27 16,-2-2-22-16,2 0-16 0,0-3-16 0,0-2-33 15,1-4-39-15,-3-3-33 0,0 0-33 0,0 0-19 16,20-12-16-16,-13-3-8 0,2-3 3 16,3-7 19-16,1-4 20 0,-1 0 18 15,-2 8 20-15,-5 1 35 0,-1 5 51 0,1 1 50 16,-2 3 56-16,-1 0 36 0,0 3 11 15,0 1 9-15,-2 2 5 0,0 5 18 16,0 0 13-16,0 0 0 0,0 0-4 0,0 0-5 16,-10 27-8-16,6-12-12 0,0 5-4 15,4-1-10-15,-2 4-5 0,2-3-13 16,0 0-11-16,4 2-5 0,-2-5-8 16,2 1-7-16,0-3-2 0,2-1-7 0,-1-3-5 0,3 0 1 15,-3-4-2-15,4-1-9 0,-4 0-4 16,2-5 1-16,3 1-5 0,-10-2-6 0,14 0-9 15,-14 0-1-15,14-2-3 16,-14 2-2-16,12-3-1 0,-12 3-7 0,0 0 1 16,11 0 0-16,-11 0 2 0,6 7 1 15,-2-2 2-15,-3 2 2 0,4 3-4 0,-1 3-1 16,0-1 2-16,-3 2-5 0,5 3 1 16,-1-2 2-16,1-1 2 0,0 3 1 0,0-2-5 15,1-3 2-15,3-2 4 0,-4-2 1 16,3 0 2-16,1-3-1 0,2-4-1 15,-1-1 1-15,2-3-3 0,0 0 1 0,0-3 2 16,3 3-4-16,-3-3 2 0,-1 2-3 16,-1 0 2-16,-2 1-6 0,2 1 6 15,-6 1-7-15,-5 1 0 0,15 0 1 16,-15 0 4-16,14 3 1 0,-7 2-3 0,0 0-2 16,2 2 3-16,-2-2 0 0,2 2-3 15,3 0 3-15,-2-2-1 0,1 2 1 0,3-4 1 16,-1-1 1-16,2 0-2 0,6-6-2 15,4 1-8-15,-2-2-5 0,0-2 0 0,7-3 2 16,-8 1-2-16,0 2 4 0,-3 0 5 16,-4 1-3-16,1 0 5 0,-5 3-2 0,0 0 1 15,-3-1 2-15,-1 3 0 0,3-3-2 16,-10 4 2-16,14-8-2 0,-11 8 4 16,-3 0 0-16,9-4 0 0,-9 4 1 15,8-4-4-15,-8 4-1 0,0 0 0 0,10-1-1 16,-10 1 2-16,7-3-1 0,-7 3 1 15,0 0 5-15,13-4-2 0,-4 2 3 0,-9 2-2 16,13-7 3-16,-6 3 1 0,0 0 8 16,5-4 8-16,-6 2 19 0,3-2 16 15,-1-1 9-15,2 1 15 0,-7-3 15 16,1 1 9-16,2 2-5 0,-5-4 5 0,2 2-12 16,-3 3-6-16,0-5-16 0,0 4-3 15,0 8-11-15,-4-15-43 0,-2 9-56 16,1 1-80-16,-3-1-88 0,-4 4-125 0,3-2-150 15,-2 1-198-15,-1 0-122 0,1 1 87 16,0 0-627-16,-5 0-801 0</inkml:trace>
  <inkml:trace contextRef="#ctx0" brushRef="#br0" timeOffset="-214489.26">27369 15555 3806 0,'-4'-17'204'15,"-2"5"18"-15,4 2-47 0,2 3-26 0,0 7-27 16,-3-10-36-16,3 10-4 16,0 0 56-16,0 0 39 0,0 46 30 0,0-5 11 15,2 15 11-15,1 11 17 0,1 7 0 16,2 5 5-16,2 25-14 0,-3 0-9 0,1-1-12 16,-2-4-9-16,-3-18-4 0,-1-4 2 15,-1-3-10-15,1-2-53 0,-2-4-142 0,-2-3 0 16,0-5 0-16,2-5 0 15,1-10 0-15,-3-6 0 0,0-1 0 0,2-4 0 0,1-5 0 16,-2-5 0-16,1-2 0 16,0-4 0-16,0 0 0 0,0-1 0 0,2 0 0 15,0-2 0-15,0-1 0 0,0-2 0 0,0 1 0 16,2-1 0-16,2-2 0 0,1 2 0 16,-4-1 0-16,5-1 0 0,-1 0 0 15,1 2 0-15,1-2 0 0,5 2 0 16,-2 0 0-16,1-3 0 0,3 3 0 0,-1 0 0 15,2 1 0-15,2-1 0 0,8 5 0 16,2-3 0-16,-1 1 0 0,5 3 0 0,-1-3 0 16,5-1 0-16,-1 2 0 0,0-3 0 15,-2 1 0-15,2 0 0 0,-2-4 0 16,-8-3 0-16,-3 0 0 0,0-2 0 16,-2 0 0-16,-2-1 0 0,3-3 0 0,-2 3 0 15,2-3 0-15,-4 3 0 0,2-4 0 16,-2 2 0-16,-2-2 0 0,2 0 0 0,-3 0 0 15,0 1 0-15,1-1 0 0,-1 0 0 16,-1 2 0-16,-1-2 0 0,-11 0 0 0,19 0 0 16,-10 0 0-16,1 2 0 0,-10-2 0 15,17 2 0-15,-8-1 0 0,1-1 0 0,-10 0 0 16,17 2 0-16,-8 1 0 0,-9-3 0 16,14 0 0-16,-6 2 0 0,-8-2 0 0,11 2 0 15,-11-2 0-15,10 1 0 0,-10-1 0 16,7 2 0-16,-7-2 0 0,10 4 0 15,-10-4 0-15,0 0 0 0,10 1 0 16,-10-1 0-16,0 0 0 0,0 0 0 0,11 2 0 16,-11-2 0-16,0 0 0 0,13-7 0 15,-7 4 0-15,0-6 0 0,-1 1 0 16,3-4 0-16,-3-7 0 0,2-3 0 0,4-4 0 16,-6-8 0-16,6-3 0 0,-4-2 0 15,-2-13 0-15,1-6 0 0,1-3 0 0,-2-7 0 16,-1-10 0-16,-1-5 0 0,-1-27 0 15,4 1 0-15,-2 1 0 0,-3 3 0 16,3 25 0-16,-4-1 0 0,0 6 0 0,-4 4 0 16,4 6 0-16,0 5 0 0,-1 12 0 0,1 4 0 15,1 3 0-15,-1 2 0 0,0 2 0 16,0 8 0-16,0 2 0 0,0 2 0 16,2 2 0-16,0 2 0 0,2-2 0 15,-4 5 0-15,3 0 0 0,-3 7 0 0,1-1 0 16,-1 2 0-16,2-1 0 0,-2 3 0 15,0 8 0-15,2-14 0 0,-2 9 0 0,0-1 0 16,0 6 0-16,-2-10 0 0,2 10 0 16,0-7 0-16,0 7 0 0,-2-7 0 15,2 7-161-15,0 0-126 0,0-7-9 0,0 7-29 16,-6-4-55-16,6 4-68 0,-11-2-98 16,11 2-202-16,-15 0-20 0,15 0 91 0,-21 3-532 15,9 1-673-15</inkml:trace>
  <inkml:trace contextRef="#ctx0" brushRef="#br0" timeOffset="-213756.51">27546 16891 3270 0,'0'0'0'0,"0"0"44"0,0 0 39 0,0 0 51 0,-15 0 42 0,15 0 40 15,0 0 24-15,0 0 5 0,0 0 2 16,0 0-1-16,0 0-21 0,0 0-6 16,0 0 2-16,0 0 28 0,0 0 12 0,0 0 5 15,36 12-16-15,7-7-24 0,15-1-22 16,15-1-23-16,3 0-17 0,2-4-19 0,2 1-21 16,-4 0-36-16,-1-2-34 0,-7 0-25 15,-7 1-2-15,-12-1-7 0,-6 0-2 0,-15 2-5 16,-3 0 0-16,-6 0 0 0,-3 0-3 15,-5-1 2-15,-11 1-4 0,21 0-1 16,-21 0 0-16,0 0-4 0,9 1-16 16,-9-1-41-16,0 0-68 0,0 0-75 0,0 0-78 15,-25 12-90-15,18-5-100 0,-4 2-139 16,-1-2-240-16,1 1 62 0,0-1 84 16,-1 0-506-16,0 1-667 0</inkml:trace>
  <inkml:trace contextRef="#ctx0" brushRef="#br0" timeOffset="-213206.22">27664 17230 3378 0,'-7'-8'60'0,"3"3"21"0,4 5 29 16,-4-9 34-16,4 9 29 0,4-10 18 15,-4 10 3-15,7-12-17 0,-1 5-17 0,6 0-13 16,-1 1-16-16,5 0-12 0,0 0-14 16,6 1-10-16,-6 1-12 0,5 0-8 15,-3 3-6-15,1-2-8 0,-2 3-6 16,-2 0-6-16,1 0-2 0,-4 3 4 0,1-2 11 15,-4 3 13-15,0 0 24 0,-9-4 15 16,12 5 29-16,-6-1-1 0,-6-4 14 16,1 14 5-16,-1-7-5 0,0-7-4 0,-5 19-7 15,-1-9-8-15,4-1-14 0,-2 1-14 16,0-3-9-16,2 0-13 0,2-7-3 0,-2 12-14 16,2-12-5-16,0 12-7 0,6-7-2 15,0 2-6-15,2 0-5 0,-3 1-2 16,6-1-39-16,0-2-4 0,-2 2 0 0,0 1 0 15,-1-1 0-15,2-2 0 16,-7 0 0-16,3 1 0 0,-6-6 0 0,12 8 0 16,-10-2 0-16,-2-6 0 0,3 9 0 15,-3-9 0-15,-12 12 0 0,5-4 0 0,-2-2 0 16,-3-3 0-16,1 3 0 0,0-2 0 16,-3-2 0-16,-1-2 0 0,-1 0 0 15,-2 0-306-15,-2-2-153 0,8 0-79 0,-8-2-127 16,3 0-223-16,0-1 78 0,3-1 97 15,5 0-584-15,1 0-754 0</inkml:trace>
  <inkml:trace contextRef="#ctx0" brushRef="#br0" timeOffset="-212522.82">27999 16450 3543 0,'0'0'24'0,"0"0"38"0,9-8 35 15,-9 8 38-15,0 0 35 0,3-6 28 16,-3 6 7-16,0 0-8 0,4-6-10 0,-4 6-16 16,0 0-9-16,0 0-13 0,0 0-13 15,0 0-6-15,4-7-4 0,-4 7-9 0,0 0-14 16,0 0-6-16,0 0 6 0,0 0 2 15,0 0-1-15,0 0-11 16,0 0-9-16,0 0-7 0,-23-2-2 0,23 2-15 16,-22 3-8-16,6 1-1 0,3-1-9 0,-5 2-2 15,-3 1-15-15,3 2 11 0,-2-1-1 16,1 1-7-16,4 0-5 0,-1 0-10 16,5-1 2-16,-2 1-1 0,5 2 0 0,1-5-1 15,3 7 1-15,0-4-3 0,6 1 3 16,4-1 1-16,3 2-7 0,3 1 1 15,5 1-2-15,2-2 1 0,0 0-8 0,0-1 7 16,2-1 2-16,-3 3-9 0,-4-4 2 16,-1 0-3-16,-1-1 0 0,-2 1 10 0,-1 0 13 15,-5-2 23-15,4 4 17 0,-6-3 5 16,-2 1 2-16,0-7 2 0,-4 17 2 16,-3-8-8-16,-4 1-8 0,0 0-1 15,-1-1-7-15,-1-1-9 0,0-2 1 16,-2 0-7-16,2 2-12 0,-1-4-17 0,3-2-17 15,-1 0-43-15,1-1-52 0,11-1-51 16,-20 0-56-16,20 0-62 0,-20-1-84 0,10-1-90 16,1 0-127-16,-2-2-202 0,5 0 5 15,-2 0 83-15,8 4-515 0,-13-8-671 16</inkml:trace>
  <inkml:trace contextRef="#ctx0" brushRef="#br0" timeOffset="-212055.27">27375 16277 3396 0,'-18'-2'28'0,"18"2"14"16,-13-1 37-16,13 1 41 0,0 0 42 0,-13-4 28 0,13 4 16 0,0 0 2 16,-11-1-13-16,11 1-9 0,0 0-16 15,0 0-16-15,0 0-9 0,0 0-3 0,0 0-3 16,34-5-13-16,7 1-14 0,13 2-12 15,21 0-8-15,8 0-11 0,11 4-12 0,20-2-5 16,-2 4-23-16,-22 0-31 16,-6-2-11-16,-4 4 0 0,-9-3-1 0,-8 1 2 0,-18 0-2 15,-6-1 6-15,-14-2 23 0,0 3 26 16,-7-4 36-16,-5 2 22 0,-1 0 16 16,-3-2 6-16,-9 0 2 0,15 3-15 15,-15-3-12-15,12 2-12 0,-12-2-14 16,0 0-45-16,0 0-81 0,0 0-89 0,0 0-95 15,0 0-108-15,0 0-129 0,0 0-196 16,0 0-155-16,0 0 77 0,-23 12-605 0,23-12-799 16</inkml:trace>
  <inkml:trace contextRef="#ctx0" brushRef="#br0" timeOffset="-209690.02">28047 15534 3512 0,'10'-1'-104'0,"-10"1"49"16,0 0 52-16,0 0 55 0,14-5 44 16,-14 5 34-16,9-5 30 0,-9 5 19 0,11-7 8 15,-5 3 3-15,-6 4 2 0,13-5 3 16,-7 2 3-16,-6 3-19 0,12-5-4 16,-12 5 5-16,9-5-11 0,-9 5-2 0,0 0-4 15,7-4-13-15,-7 4 1 16,0 0-15-16,0 0-9 0,0 0-15 0,8-7-10 15,-8 7-11-15,0 0-7 0,0 0-4 16,0 0-6-16,0 0-10 0,0 0-3 0,-26 12 1 16,10-3 1-16,-1 3 1 0,-7 5 1 15,-5 2 8-15,-5 8 6 0,-1 1 2 0,1 1 1 16,-1 4 9-16,5-2-7 0,7-6-5 16,1 3-8-16,0-3-3 0,7 1-33 15,4 1-35-15,1-3 0 0,7-3 0 0,-1-3 0 16,4-6 0-16,4 5 0 0,-1-3 0 15,8-3 0-15,2-3 0 0,5 2 0 16,7-6 0-16,0-3 0 0,2-1 0 16,-1-2 0-16,7-7 0 0,-6 3 0 0,-7-2 0 15,-1-1 0-15,-2-1 0 0,-3-2 0 16,-5 0 0-16,-2 0 0 0,-2-2 0 0,-3 3 0 16,-4-2 0-16,-4 0 0 0,-4 1 0 15,-1 3 0-15,-4 2 0 0,-9 2 0 0,6 3 0 16,-5 2 0-16,-2 2 0 15,-2 3-96-15,2 1-539 0,-4 6-216 0,0-1-84 16,0 1 106-16,10 0-819 0,6 0-1085 0</inkml:trace>
  <inkml:trace contextRef="#ctx0" brushRef="#br0" timeOffset="-205874.37">15062 13817 1246 0,'7'-9'468'16,"0"2"-180"-16,-2 0-66 0,-1 2-55 0,0 2-33 15,-4 3-6-15,3-6-8 0,-3 6-11 16,0 0-9-16,6-4-6 0,-6 4 24 0,0 0 2 16,0 0-6-16,0 0-7 0,0 0-16 15,5 18 2-15,-5-18-16 0,1 11 2 0,-1-11-5 16,2 10-2-16,-2-10-5 0,2 7-5 15,-2-7-6-15,2 8 2 0,-2-8-3 0,4 6 12 16,-4-6 11-16,0 0-14 0,3 3-1 16,-3-3-3-16,0 0-6 0,0 0-6 15,0 0-10-15,13-16 2 0,-10 13-2 0,-3 3-4 16,6-7 3-16,-6 7-2 16,1-8-2-16,-1 8-3 0,0-5-7 0,0 5-2 15,0 0-4-15,0 0 0 0,0 0 3 16,0 0-2-16,-19 11-1 0,12 0 4 0,-3 3 3 15,-2 1 1-15,3 5 7 0,2-1-1 16,-7 10 0-16,8 4-3 0,1-8 3 0,3-1-4 16,2-3-4-16,2 3 5 0,2-1-4 15,-1-1 1-15,5-4 1 0,-3 2-2 0,3-7 2 16,2-1 3-16,-5-1 3 0,5-5-1 16,-2 1 6-16,-1-3-4 0,-7-4-1 0,16 3-1 15,-16-3-3-15,0 0-2 16,18-5 5-16,-18 5 0 0,0 0-1 0,11-5-6 15,-11 5-3-15,0 0-3 0,0 0-3 16,0 0-3-16,0 0 4 0,-36 15-2 16,23-3-2-16,-2 2-1 0,-6 7 0 0,2 0 5 15,6-3 5-15,3 1-2 0,4 0 3 16,-1 1-6-16,5-3 6 0,2 3-9 0,2-3 10 16,5 3-4-16,1-3-5 0,4 0 5 15,1-1 1-15,2-3-3 0,0-1 2 0,1-1-4 16,-1-5-1-16,-1 2-2 0,-3-4-3 15,0 0 0-15,-1 1-1 0,-3 0-4 0,1-2-1 16,0 1-2-16,-2 2 1 16,-1 0-3-16,1 1 12 0,-1 2-5 0,1 0-7 15,-2 3 1-15,0-1 2 0,0 1 5 16,-1-1-2-16,1 2-3 0,2 0 0 16,-1-2 1-16,4 1 6 0,-2-1 10 0,2-1-9 15,5-2 4-15,3-1-1 0,-2-1 6 16,10-5-7-16,-1 2 1 0,7-6-1 0,8 0 8 15,-2-4-9-15,1 0-3 0,-3-1-6 16,-3-1 8-16,-5 0-3 0,-8 3 17 0,1 0-16 16,-8 3 0-16,1-2 4 0,-1 2 11 15,-2-1 1-15,-3 0-6 0,1 0 12 0,-8 4-7 16,11-2-4-16,-5-2-3 16,-6 4 4-16,9-2-6 0,-9 2 5 0,8-6-1 15,-8 6-1-15,10 0 8 0,-10 0-2 16,11-9 2-16,-3 3-6 0,1 0 6 0,4-2-16 15,3-4 1-15,-1-1 4 0,0 1-1 16,0-3 2-16,6-4 0 0,-5 3-2 16,1-7 0-16,-3 4-6 0,-7-2 3 0,0 2 1 15,3-1-7-15,-6-2 3 0,-2 1-1 16,0 2 5-16,-2 1 7 0,-2 1 10 0,0 5-4 16,1 1-5-16,-2-1 3 0,-1 1-4 15,-2 2 1-15,5 4-4 0,-5-1-3 0,6 6-6 16,-7-10-2-16,7 10 5 0,-7-9 1 15,7 9 2-15,-2-7-1 0,2 7-9 16,-5-7-3-16,5 7 4 0,0 0 1 16,-2-7-27-16,2 7-33 0,0 0-38 0,-2-7-53 15,2 7-65-15,0 0-78 0,0 0-107 16,-7-5-129-16,7 5-212 0,-12-3-24 0,4 0 79 16,8 3-524-16,-16-2-671 0</inkml:trace>
  <inkml:trace contextRef="#ctx0" brushRef="#br0" timeOffset="-204558">9105 6257 2331 0,'0'-8'353'0,"-2"-2"-82"0,2 10-80 0,-4-12-6 0,4 12-15 16,-3-7-8-16,3 7-9 0,-10-3 4 16,10 3 29-16,-27 14 18 0,1 8 22 15,-11 13 7-15,-1 9 12 0,-12 20 8 16,1 9 5-16,1 3-1 0,-1 0-1 0,7 5-9 16,4-4-7-16,15-13-13 0,4-3-13 15,5 2-19-15,5-5-15 0,5-13-17 16,6-1-15-16,8-5-10 0,-1-2-4 0,6-6-10 15,5-3-34-15,4-5-90 0,6-8 0 16,1-6 0-16,-1-6 0 0,11-6 0 0,-3-6 0 16,-2-3 0-16,8-9 0 15,-11 3 0-15,-5-3 0 0,-6-4 0 0,-4 4 0 16,-7-2 0-16,-4 5 0 0,-7-3 0 16,-5-3 0-16,-8-5 0 0,-5 0 0 0,-2 3 0 15,-7 4 0-15,-5 5 0 0,-4 5 0 16,-3 6 0-16,-1 4 0 0,-3 8 0 0,0 1-145 15,4 3-423-15,1 2-179 0,6 4-173 16,-2-1 89-16,10-3 94 0,5 1-706 0,8-7-893 16</inkml:trace>
  <inkml:trace contextRef="#ctx0" brushRef="#br0" timeOffset="-201905.89">29610 16076 1918 0,'-6'-20'495'0,"2"1"-192"0,3 2-49 16,-1 5-3-16,0-1 0 0,2 5-2 0,-2 2-4 16,2-4-15-16,0 10 0 0,0-11-13 15,0 11-22-15,0-8-22 0,0 8-6 16,0 0 60-16,0 0 16 0,2 31-9 0,0 4-4 16,0 10-5-16,-4 16 1 0,-2 6 2 15,0 4-12-15,-6-1 0 0,-1 2-15 0,0-2-10 16,-1-1-15-16,-1 1-10 0,1-3 5 15,-3-3-108-15,6-2-63 0,-1-6 0 0,4-11 0 16,1-4 0-16,3-3 0 16,-4-9 0-16,6-8 0 0,-1-4 0 0,1-3 0 15,-2 0 0-15,0-1 0 0,2-5 0 16,0 1 0-16,0-2 0 0,0-7 0 0,0 11 0 16,4-5 0-16,-4-6 0 0,14 6 0 15,-2-2 0-15,1-2 0 0,9 0 0 16,3 3 0-16,12-3 0 0,-1 2 0 0,8 2 0 15,4-2 0-15,11 2 0 0,2 2 0 16,5-1 0-16,-1 1 0 0,5 1 0 0,-6-2 0 16,-5-2 0-16,-10-1 0 0,-3 1 0 15,-4-2 0-15,-10-1 0 0,-5 0 0 16,-6-1 0-16,-2-1 0 0,-2 2 0 16,-2-2 0-16,-1 0 0 0,-3 0 0 0,-11 0 0 15,20 0 0-15,-11 0 0 0,-9 0 0 16,17-2 0-16,-7 2 0 0,-10 0 0 0,12-3 0 15,-1-1 0-15,-2-2 0 0,0 1 0 16,-1-6 0-16,2-6 0 0,3-8 0 0,-1-6 0 16,-1-17 0-16,-1-6 0 0,1-9 0 15,-6-9 0-15,9-30 0 0,-3-4 0 16,2-3 0-16,-1-1 0 0,3 0 0 16,-3 9 0-16,-3 22 0 0,-1 9 0 0,-5 8 0 15,3 8 0-15,-1 13 0 0,-3 4 0 16,-1 10 0-16,-1 6 0 0,0 4 0 15,2 3 0-15,0 2 0 0,-2-1 0 0,-2 5 0 16,0 2 0-16,2 6 0 0,-5-5 0 16,-5 5-155-16,10 0-352 0,-21 7-96 0,4 4-174 15,-8 8-119-15,0 2 98 0,-2 1-717 16,-5 9-961-16</inkml:trace>
  <inkml:trace contextRef="#ctx0" brushRef="#br0" timeOffset="-201042.05">29911 16706 4366 0,'0'0'-35'0,"-20"-4"49"0,20 4 52 0,0 0 48 0,0 0 37 15,0 0 5-15,-7-7-7 0,7 7-12 16,0 0-7-16,0 0-18 0,33-7-8 0,-20 6-6 15,2 1-12-15,1 0-7 0,0 0-8 16,0 1-1-16,2 1-4 0,-2 2-7 16,2-1-2-16,-5 1 5 0,-1 1 9 15,-3-2 5-15,-2 3 25 0,3-2 20 0,-4 3 21 16,-4 0 17-16,0 4 6 0,-4-3-1 16,-5 2-4-16,2 5-9 0,-4-4-15 0,1 5-10 15,-2-6-19-15,3 1-5 0,-1 1-14 16,3 0-9-16,-1-3-4 0,5-1-19 15,-2 4-56-15,1-4 0 0,2 1 0 16,2 3 0-16,1-2 0 0,-2 0 0 0,3 0 0 16,2 1 0-16,-3 0 0 0,3-2 0 15,-3 0 0-15,-1 0 0 0,3-3 0 16,-3 1 0-16,-2 0 0 0,0-7 0 0,0 13 0 16,0-13 0-16,-9 12 0 0,6-5 0 15,-6 0 0-15,-2 0 0 0,-2-4 0 0,1 3 0 16,-6-2 0-16,1-2 0 0,-2-2 0 15,1-2 0-15,-4-1 0 0,1-2 0 0,0-4 0 16,0 1-523-16,2-2-146 0,0 1-191 16,4-3-35-16,-5 4 102 0,4-3-721 15,-4 3-959-15</inkml:trace>
  <inkml:trace contextRef="#ctx0" brushRef="#br0" timeOffset="-200625.77">29635 16436 3945 0,'0'0'-28'0,"-25"0"47"0,25 0 24 0,-11 0 36 15,11 0 44-15,0 0 31 0,0 0 20 16,0 0 5-16,0 0 4 0,0 0-12 16,55 2-15-16,-3-4-17 0,18 2-13 0,8 0-12 15,4 0-17-15,-4-3-8 0,0 3-16 16,-9-2-15-16,-4 1-5 0,-16 1-9 0,-7-2-2 15,-9 2-5-15,-8-2-3 0,-7 2-5 16,2 0-2-16,-8-2-11 0,1 2-10 0,-13 0-20 16,18 0-30-16,-18 0-36 0,0 0-53 15,14 2-73-15,-14-2-92 0,0 0-110 16,0 0-174-16,0 0-128 0,0 0 75 16,0 0-410-16,-31 10-518 0</inkml:trace>
  <inkml:trace contextRef="#ctx0" brushRef="#br0" timeOffset="-200208.55">30248 16112 2982 0,'-5'-5'26'0,"5"5"-5"15,-8-8 2-15,8 8 19 0,-11-5 25 16,11 5 26-16,-16-4 16 0,7 2 3 0,9 2 7 16,-25 2-1-16,9 2 1 0,2-1 4 15,-4 2 7-15,3 2 1 0,0 0-7 16,0 0-14-16,2 1-7 0,1-1-11 0,5 2-6 16,1-3 6-16,2 6 7 0,4-4 0 15,4 1-2-15,2 3-10 0,5-2-9 0,3 3-3 16,2 1-7-16,2-3-9 0,-4 1-6 15,2 0-7-15,-1 3-3 0,-3-7 4 16,-1 3 5-16,-4-1 7 0,2-2 20 16,-6 3 26-16,-3-3 11 0,-1 4 15 0,-8 0-6 15,0 2-13-15,-4-2-11 0,-4 0-8 16,-10 3-8-16,0-1-13 0,5-4-9 16,-1-3-13-16,0-2-36 0,1-2-44 0,4-3-61 15,-3-1-75-15,-4-4-101 0,4-2-126 16,-5-9-146-16,2-1-217 0,9 0 7 15,4 2 81-15,0 1-445 0,0 2-581 0</inkml:trace>
  <inkml:trace contextRef="#ctx0" brushRef="#br0" timeOffset="-199792.23">29557 15656 2981 0,'7'-16'38'0,"-1"1"35"16,-2-2 26-16,-1 7 31 0,1 0 29 0,-1-1 26 0,1 4 19 15,-3 2 3-15,3-3-8 0,-4 8-18 16,4-10-21-16,-4 10-18 0,0 0 8 0,0 0 19 16,0 0 11-16,17 29-5 0,-15-7-11 15,0 5-2-15,2 8-8 0,-2 0 11 16,-4 4-2-16,2 0-10 0,-2 0-6 0,0-3-9 16,2-5-13-16,0-4-8 0,0-2-12 15,0-4-8-15,2-3-10 0,-4 1-12 16,2-4-6-16,2-1-6 0,0-2-11 15,-2-1-5-15,0-1-49 0,0-2-69 0,2-1-90 16,-2 2-95-16,0-2-117 0,1-2-135 16,-1-5-210-16,4 8-95 0,-4-8 87 0,0 0-596 15,0 0-779-15</inkml:trace>
  <inkml:trace contextRef="#ctx0" brushRef="#br0" timeOffset="-199459.13">31022 15429 3836 0,'6'-17'74'0,"-1"3"30"0,-1 3 24 16,1 3 18-16,-3 0 27 0,-1 2 14 0,-1 6-3 15,0 0 37-15,0 0 38 0,0 0 7 16,-8 28-13-16,-1 1-8 0,1 3-6 16,-4 4-7-16,5 2-13 0,0-1-16 0,-1 1-18 15,3-1-19-15,0-4-15 16,0-6-15-16,1 0-7 0,0-3-13 0,0 0-11 16,1-2-12-16,-1-3-30 0,-1 3-58 15,0-3-87-15,-1 0-124 0,1 0-117 0,-3-1-138 16,-4-2-187-16,5-4-241 0,-6 1 64 15,-3-1 88-15,0-1-605 0,2-5-799 0</inkml:trace>
  <inkml:trace contextRef="#ctx0" brushRef="#br0" timeOffset="-198425.46">15128 13695 2949 0,'-1'4'20'0,"1"-4"-24"15,0 0 6-15,0 0 5 0,0 0 31 16,0 0 23-16,0 0 21 0,0 0 5 16,0 0-16-16,0 0-4 0,0 0-3 15,0 0-1-15,0 0-9 0,19-6-6 0,-10 0 0 16,5 0-4-16,-3 0-6 0,7-3-9 15,-7 1-1-15,-2 4-3 0,1-4-2 0,-1 3 4 16,-3 0-20-16,-6 5 3 0,9-5 9 16,-9 5-3-16,0 0 20 0,0 0 7 0,0 0 2 15,0 0 4-15,0 0 12 0,-22 15 7 16,12-11 3-16,1 0 3 0,1 0-2 16,3-2-6-16,5-2-10 0,-10 8 2 15,4-6-7-15,6-2-13 0,0 0-2 0,-9 5-11 16,9-5 1-16,-4 4-45 0,4-4-71 15,0 0-100-15,0 0-114 0,7 8-158 16,-7-8-176-16,10 8 62 0,-7-2-281 0,-3-6-341 16</inkml:trace>
  <inkml:trace contextRef="#ctx0" brushRef="#br0" timeOffset="-196393.08">30504 16191 4221 0,'-18'-3'50'0,"2"1"-33"0,2 0 57 0,3 0 65 16,11 2 64-16,0 0 29 15,-20 0 2-15,20 0-34 0,0 0-28 0,0 0-17 16,0 0-21-16,0 0-11 0,0 0-12 16,0 0-62-16,0 0-91 0,54-3-112 15,-35 5-124-15,2-1-133 0,0 3-149 0,-2 0-186 16,-2 1 72-16,-7 0-431 0,-2 3-575 16</inkml:trace>
  <inkml:trace contextRef="#ctx0" brushRef="#br0" timeOffset="-196138.09">30569 16804 3579 0,'0'0'320'0,"0"0"5"0,0 0 34 15,-18-2 18-15,18 2-5 0,0 0-27 16,0 0-33-16,0 0-35 0,0 0-27 0,0 0-29 16,0 0-38-16,0 0-73 15,0 0-129-15,39-12-171 0,-21 8-200 0,5 0-272 0,2 1-187 16,0 1 89-16,-2-2-655 16,0 0-866-16</inkml:trace>
  <inkml:trace contextRef="#ctx0" brushRef="#br0" timeOffset="-195375.72">32073 15941 3963 0,'-3'-16'-22'0,"-1"4"18"15,2 2 37-15,1 2 42 0,-1 1 34 16,2 7 23-16,-2-9 9 0,2 9-8 16,-2-9-15-16,2 9-9 0,0 0 60 0,0 0 30 15,-6 41 16-15,3-2 8 16,-6 17-10-16,6 8 9 0,-5 4-3 0,1 5 5 16,-7 3-12-16,3-2-7 0,0 1-7 15,-8 12-11-15,6-21-12 0,-3-1-11 0,3-3-9 16,-1-4-6-16,3-8-13 0,2-10-9 15,0-6-115-15,4-8-12 0,-1-2 0 0,3-6 0 16,-1-2 0-16,2-3 0 16,0-1 0-16,-1 0 0 0,3-5 0 0,0 3 0 15,0-2 0-15,0 0 0 0,7 1 0 0,0-1 0 16,4 0 0-16,9 2 0 16,1-3 0-16,13 3 0 0,4 0 0 0,4-1 0 15,4-1 0-15,-1-2 0 0,11 2 0 16,-10-4 0-16,1 1 0 0,-1-5 0 0,-2 2 0 15,-10-2 0-15,-6 0 0 0,1-2 0 16,7-3 0-16,-7 1 0 0,-6-1 0 16,2 0 0-16,-4-3 0 0,1 1 0 0,-1 1 0 15,1-2 0-15,-4-4 0 0,7-3 0 16,-2-2 0-16,-3-1 0 0,-6-7 0 16,2 0 0-16,-9-6 0 0,5-3 0 15,-5-4 0-15,-1-6 0 0,0-13 0 0,-1-7 0 16,-1-8 0-16,10-20 0 0,1-3 0 15,8 1 0-15,2 4 0 0,-5 24 0 16,1 10 0-16,-1 4 0 0,-4 9 0 0,0 13 0 16,-7 6 0-16,-3 7 0 0,-1 5 0 15,0-1 0-15,-3 6-281 0,-4 4-163 0,2 3-69 16,0 0-90-16,0 0-226 0,-41 21-3 16,16 2 84-16,-12 9-592 0,-1 0-797 15</inkml:trace>
  <inkml:trace contextRef="#ctx0" brushRef="#br0" timeOffset="-195040.99">32137 16579 3634 0,'-15'0'-29'0,"15"0"29"16,-19 0 33-16,19 0 58 0,0 0 60 16,-16 2 62-16,16-2 40 0,0 0 12 15,0 0 4-15,0 0 10 0,0 0 9 16,0 0-9-16,0 0-23 0,69 8-30 0,-23-6-23 15,6 0-39-15,-1 0-61 0,-2-2-113 16,5 3-134-16,-5-2-159 0,-3 3-158 0,-1-2-227 16,-4-2-107-16,-9 2 96 0,-8 1-518 15,-2 0-680-15</inkml:trace>
  <inkml:trace contextRef="#ctx0" brushRef="#br0" timeOffset="-194809.77">32197 16227 3948 0,'-14'-12'382'0,"4"5"-29"16,7-3-17-16,3 2-12 0,7-1-3 0,9-3-13 15,11-4-29-15,10 3-24 0,1 4-29 16,6 2-31-16,2 2-72 0,-1 4-146 0,1 2-176 15,-2 6-176-15,-2 3-206 16,-4-3-263-16,0 7 56 0,-6 3 85 16,-8 0-500-16,-3 3-667 0</inkml:trace>
  <inkml:trace contextRef="#ctx0" brushRef="#br0" timeOffset="-190794.33">1484 6311 1352 0,'-9'-4'335'0,"2"-2"-147"0,0 2-55 0,7 4-43 0,-7-5-18 16,7 5-9-16,-8-2-8 0,8 2 4 16,-3-6 8-16,3 6 5 0,0 0-4 15,-9-4-5-15,9 4-8 0,0 0 0 0,0 0 1 16,34-2 3-16,-5-1-4 0,21 0 5 16,18 1-6-16,7 0-5 0,10 0-2 15,30 2-11-15,3-6 0 0,9 3-7 0,9-1-1 16,3 0-2-16,4 1-3 0,2 0-8 15,4-1 12-15,1 2 3 0,-1-1-1 0,4-2-8 16,-3 0-3-16,-6-2 1 16,-2 2-2-16,-8 0 1 0,0-2-2 0,-8 2 0 0,-6 1-1 15,-2-2 0-15,-3 4-5 16,-24-2 1-16,-3 3 1 0,-5-1-4 0,-4 2 0 16,-7 0 0-16,-1 2-2 0,-8-1 3 15,-14 1 0-15,-1 2-6 0,-1-1 3 16,-1 0-2-16,-1-1 7 0,4 1-7 15,0-1 0-15,0 0-1 0,12 0 3 0,2-2 0 16,2-2-2-16,2 0-4 0,5-1 1 0,0 1 2 16,5 0-1-16,-3-4-5 15,5 0 4-15,-1-1-2 0,1 1 3 0,4 0-8 16,-1 2 3-16,-3-5-4 0,2 0-1 16,-4 2-8-16,4 1-1 0,-3 2-1 15,-2-3 1-15,1 1-2 0,-5-2 2 0,-2 4 2 16,-3-1-1-16,-2-1 2 0,-4 0 5 15,-14 2 1-15,12-4 2 0,-12 4-1 16,-6-3 5-16,3 1-7 0,-4-3 3 0,0 2-2 16,1-6 1-16,-2 3 8 0,-1-2-9 0,2 2 1 15,1-1-2-15,-2-1 1 0,3 6-6 16,0-1 3-16,4 3 1 0,-4 0 2 16,3-2-2-16,3 4 4 0,1-1 0 15,1 1-1-15,2 1 1 0,2-1 3 16,7-3-3-16,1 1 3 0,-2 1 5 0,0 0-4 15,1-3 1-15,-1 1-1 0,-13 0 0 16,-3 0 0-16,-1 0 1 0,-7 2 4 0,0-4-1 16,-9 1 0-16,-2 1 7 0,-2 0 4 15,10-5-1-15,-3 1-2 0,4 1-1 0,0-4-2 16,4 2 1-16,1-4-1 16,12 0-4-16,1 0-2 0,-1 2 3 0,-9 3-4 15,0 3 0-15,-4 3-1 0,-2 0-1 16,-7 1-3-16,-6 0 1 0,-4 0-6 15,-4 4 1-15,-2-2 1 0,-13 0 3 0,23 0 0 0,-12 0 4 16,-11 0-7-16,18 0 7 16,-18 0 0-16,18 2 0 0,-18-2 3 0,18 2 3 15,-9 2 1-15,3 4-2 0,-2 1 8 16,-3 7-7-16,1 5 10 0,0 11 6 0,-5 6-1 16,1 8 9-16,-4 14 14 0,-2 4 2 15,0 6 8-15,-1 5 5 0,-3 5 20 0,2 19 21 16,2-19 15-16,4 0 10 0,0-1-1 15,6 1 3-15,-3 0-2 0,3-2 10 16,-3 0-2-16,3-6-5 0,0-2-12 0,-3-5-10 16,1-3-5-16,0-7-14 0,-2-2-9 15,-2-13-6-15,0-1-9 0,0-3-4 0,-2-5-3 16,1-5-1-16,-1 0-2 16,0-3-8-16,-1-3 0 0,-1 3-8 0,0-4 2 15,0 2-4-15,-2-1-5 0,0-1-3 16,2 0-4-16,-2-2-2 0,2 1 2 0,-3-1-3 15,3-3-4-15,0-2 0 0,0 2-4 16,0-2 2-16,1-1-2 0,-3-2-2 0,1-1 1 16,1 1-3-16,2-2 0 0,0-7 0 15,-2 12 1-15,1-7-7 0,1-5 3 16,-4 10-1-16,4-10 0 0,-2 7-1 0,2-7 0 16,-5 7 2-16,5-7-1 15,0 0 0-15,-6 7 0 0,6-7 1 0,-12 4 0 16,12-4 2-16,-24 4 0 0,-5-4-1 15,-17-2-3-15,-17 0-1 0,-5 2-2 0,-5-4 1 16,-7 4-2-16,-2 0 0 0,-6 3 1 16,-24-2 3-16,-6 5-3 0,-10-1-2 0,-3 2 1 15,-2 3-1-15,-5 0 3 0,0 2 1 16,-4-1-2-16,6 5-1 0,-4-2 0 0,-1 1-1 16,-1 2 2-16,2-1 2 0,2 2-10 15,0-1 6-15,-2-1 3 0,3-5-4 16,2 3 1-16,-2 2 1 0,3-1-1 0,3 0-1 15,5-1 0-15,2 0-2 0,4-1 0 16,-2 3 2-16,6-3 1 0,-1 1-2 16,-3 1 2-16,0-3 2 0,6 2-3 0,0 2 0 15,1-4-1-15,2 0 2 0,0-6-3 16,4 3 4-16,0-1 1 0,21-2 1 16,-23 3-3-16,20-4-2 0,-21 0 2 0,22-1-1 15,0 0 0-15,1 2-1 0,-1 1-5 16,0-2 6-16,-15 5 0 0,18-3-1 0,0 3 2 15,-17 4-5-15,20-2 0 0,-17 2 5 16,18-2-1-16,-19 3-18 0,23-2 8 0,3-2 0 16,4-1 0-16,4 1 0 15,2-3 3-15,6-1 2 0,1 3-1 0,3-2-1 0,0 3 4 16,0-1 2-16,11 0-1 16,-1-3 2-16,2 3-2 0,2-2-1 0,-2 0 2 15,0 1 4-15,4-1-2 0,-2 0-1 16,4 2 0-16,2-3 5 0,5-3-3 0,4 2 4 15,4-3-5-15,2 1 4 0,4-1-1 16,2 1 0-16,-1-3 0 0,5 1 1 0,-1 0 0 16,10-2 0-16,-15 0 2 0,7 3 5 15,8-3 2-15,-11 1 3 0,11-1 8 16,0 0 9-16,-12 0-9 0,12 0 0 0,0 0-2 16,-7-6-2-16,1 1-3 15,4-2-2-15,0-5-1 0,-3-3-1 0,2-2-4 16,1 0 2-16,0-9-1 0,1-10-2 15,-1-7-5-15,0-5-1 0,-2-12-5 0,-1-6 5 16,1-6 3-16,2-10-8 0,0-24-7 16,2-9-6-16,2-7 4 0,2-5-2 0,1-3 1 15,-3 1 1-15,-4 7 1 0,-3 1-1 16,-5 4 3-16,0 6-1 0,-6 7 2 0,-4 11-1 16,5 26 1-16,0 9 1 0,2 5 5 15,1 18-7-15,3 2 4 0,1 9-16 0,4 5-39 16,0 8-37-16,0 2-34 0,-1 5-36 15,5 4-51-15,0 0-73 0,-27 19-96 16,10 5-207-16,-4 4-75 0,-4 7 82 16,-2 2-289-16,-3 4-362 0</inkml:trace>
  <inkml:trace contextRef="#ctx0" brushRef="#br0" timeOffset="-156916.52">6261 6814 2533 0,'0'-9'129'0,"0"9"-16"16,-2-6-50-16,2 6-22 0,0 0 13 0,0 0 30 16,0 0 30-16,0 0 14 0,-5 37-12 15,3-16 5-15,2 14 4 0,2 7-8 16,0-1 7-16,3 0-12 0,1 0-7 15,2-1-8-15,1-5-6 0,-1 2-8 0,2-6-5 16,1 0-9-16,0-6-6 0,-1-4-3 16,-2-4-9-16,-1-3 3 0,-1-4-9 15,2 0-7-15,-2-3 4 0,-1 0 6 0,2-4 3 16,-7-3-8-16,14 0-1 0,-14 0-9 16,13-10-1-16,-4-2-3 0,-4-3-10 0,2-6 4 15,-5-16-3-15,0 8-3 16,-2-10-2-16,-4 0 0 0,1 2-5 0,-4-1 0 15,0 3 2-15,-4 6-1 0,3 7-7 0,0 5 1 16,1 5-3-16,-2 3 0 0,-2 7 1 16,0 4 1-16,-3 8 9 0,-8 13 3 15,3 8 6-15,-1 8 3 0,0 7 5 16,9-7-2-16,1 10-1 0,6-6-1 0,2 0-3 16,4-2-3-16,6-2-8 0,4-1 3 15,-3-3 0-15,8-6 4 0,-2 0-2 0,6-4-2 16,-2-7-1-16,-2-3-2 0,-1-5 1 15,-3-6-2-15,-2-4 2 0,3-2-2 0,-3-3 1 16,5-9-6-16,-3-4 7 0,-2-9-6 16,1-4 3-16,-7-5-1 0,-3-2-3 15,-4-4-2-15,-9-10 2 0,-3 3-1 0,-6 3 0 16,-3 2 1-16,-2 5-2 0,2 13 8 16,0 4 5-16,3 10 4 0,-2 7-3 15,3 6 2-15,-12 17 5 0,-5 7 12 16,4 9-3-16,2 7 0 0,5 1-3 0,8 3-2 15,5 3-3-15,8-9-4 0,8 0-2 16,2 2 3-16,4-4-4 0,4-5-4 0,4-3-2 16,3-3 4-16,6-5-1 0,-1-7 0 15,1-9-5-15,-6 1 3 0,0-6 2 0,-4 0-3 16,2-3 0-16,-2-2 4 0,-5-4-7 16,-1 1 14-16,-6-2-10 0,-5 3-8 0,0-4 1 15,-5 0 4-15,-6 3-9 0,-1-2-4 16,-5 5-26-16,0-1-35 0,-4 4-48 15,0 2-57-15,0 2-81 0,2 2-88 16,-4 2-87-16,8-4-161 0,3 1-112 16,5-3 72-16,7 0-438 0,0 0-534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7:03:38.3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2924 3659 3504 0,'-5'-17'519'0,"-1"5"-79"0,1 3-31 0,1 1-21 0,2 2-56 15,2 6-44-15,-6-8-45 0,6 8-44 0,0 0 50 16,0 0 21-16,-8 32-6 0,8-6-14 16,2 13-11-16,0 7-13 0,4 6-26 15,-2 3-29-15,2 0-171 0,1-2 0 0,-1 0 0 16,1-13 0-16,-2-1 0 16,0-4 0-16,1-10 0 0,-1-3 0 0,-1-2 0 0,0-5 0 15,0-1-109-15,-2-5-302 16,2 0-87-16,-2-4-112 0,1-1-144 0,-3-4-69 15,0 0 74-15,0 0-692 0,0 0-891 16</inkml:trace>
  <inkml:trace contextRef="#ctx0" brushRef="#br0" timeOffset="250.07">2809 3623 3957 0,'0'-17'-15'0,"2"0"67"0,1 6 31 16,3-1 35-16,1 2 23 0,5 2 18 0,1-1 3 15,2 4 2-15,6 1-9 0,-1 1-13 16,3 5-10-16,1-1 2 0,1 3-13 16,0 1-21-16,-4 2-10 0,-4 0 2 0,-3 0 8 15,-2 3 5-15,-4 2 9 0,0-1-1 16,-2 3-5-16,-3 0-14 0,-3 2-7 16,-5 2-12-16,-4 1 0 0,-2 7-46 15,0-4-42-15,-1-5-58 0,3-1-60 0,-2-3-72 16,-1-2-85-16,1-2-107 0,2-5-148 15,0 0-196-15,4-2 48 0,5-2 73 0,0 0-401 16,0 0-493-16</inkml:trace>
  <inkml:trace contextRef="#ctx0" brushRef="#br0" timeOffset="716.54">3297 3957 3124 0,'-9'13'168'0,"2"-3"50"0,3-2 25 15,2 0 19-15,-1-3 22 0,3-5 18 0,-6 12-6 16,6-12-26-16,-2 6-26 0,2-6-24 16,0 0-15-16,0 0-18 0,0 0-14 0,13 6-15 15,-13-6-14-15,22-2-13 0,-22 2-22 16,18-10-6-16,-8 6-4 0,-1-4-10 0,-3 2-12 16,-1-1-6-16,-1-3-7 0,-2-2-12 15,-2-1 0-15,-6-3-11 0,-1-3 2 16,-6-8-8-16,1 6-3 0,3 4-7 15,0-1 1-15,-5 5-1 0,6 3-10 16,-3-2-7-16,5 6-3 0,-1 0-7 0,-1-1 0 16,4 1-10-16,4 6-13 0,-8-10-12 15,8 10-10-15,-2-6-9 0,2 6-1 0,0 0 8 16,10-11 5-16,3 5 7 0,3 2 3 16,3-2 1-16,4 1 5 0,-4 2 2 0,-1 0 6 15,2 1 1-15,-5 2 3 0,2 3 14 16,1 0 26-16,-5 4 26 0,4 3 29 0,-4 3 6 15,-2 3 1-15,3-2 3 0,-5 3 2 16,2 3-9-16,-2-1-11 0,4 6-7 16,-3-2-3-16,-1-3-15 0,0-3-34 15,-3-1-55-15,2-3-61 0,-2-1-64 16,3 2-68-16,-2-3-69 0,4-2-84 0,-2-1-89 16,-2-4-127-16,5-4-169 0,-1 3 29 15,4-6 95-15,3-3-505 0,1-2-623 0</inkml:trace>
  <inkml:trace contextRef="#ctx0" brushRef="#br0" timeOffset="1033.24">3891 3660 3020 0,'-6'-5'27'0,"3"-1"43"0,3 6 31 0,-8-7 31 0,8 7 41 16,0 0 36-16,0 0 27 16,0 0 7-16,-21 13-2 0,15-4-2 0,4 1-14 15,-1 3-4-15,-2 0-18 0,3 0-29 16,2-1-15-16,2 2-11 0,3 2-15 15,0 0-13-15,1-4-9 0,3-3-10 0,3 1-3 16,1-2-22-16,3-4-21 0,-1 0-26 16,-3-2-8-16,4-2-3 0,-16 0-1 0,27-6 10 15,-18 2-4-15,3-1 10 0,-3-2 28 16,-5 0 12-16,0-3 14 0,-4 0 5 16,-2-2-3-16,-4-2-9 0,-3-4-5 0,-3 1-16 15,-3-6-4-15,0 6-13 16,2 2-16-16,1 3-32 0,1 4-61 0,0 1-66 15,0 2-68-15,2 5-79 0,9 0-77 16,-19 5-93-16,11 0-137 0,-1 3-189 0,4-2 54 16,3 2 92-16,2-8-463 0,3 11-563 15</inkml:trace>
  <inkml:trace contextRef="#ctx0" brushRef="#br0" timeOffset="1250.27">4299 3517 3122 0,'0'0'103'0,"0"0"31"16,-10-5 22-16,10 5 34 0,0 0 28 16,0 0 23-16,-25 19 23 0,18-7-6 15,-3 5-19-15,3 1-18 0,0 1-26 0,0 0-18 16,3-2-14-16,1 2-20 0,1-1-14 16,2-4-17-16,0 2-29 0,2-3-59 0,1 4-53 15,3-5-68-15,2 1-104 0,3 3-93 16,-1-6-124-16,3-2-215 0,0-1-64 15,3-3 69-15,-3 2-452 0,0-2-551 0</inkml:trace>
  <inkml:trace contextRef="#ctx0" brushRef="#br0" timeOffset="1885.74">4573 3518 3257 0,'-12'3'123'0,"5"3"40"0,2 1 22 16,-3-2 6-16,8-5 3 0,-6 9-13 0,4-3-16 16,2-6-11-16,0 9-17 0,0-9-6 15,6 8-14-15,4-4-10 0,-10-4-9 0,14 5-8 16,-2-5-13-16,-12 0-7 16,29-5-6-16,-16 0-3 0,4-1-5 0,-4 0 0 15,-2-3 1-15,1 2 10 0,-4 0 9 0,-3-1 9 16,1-1 0-16,-3-1 1 15,-1 2-3-15,-4-4 3 0,-1 5-5 0,-1-3-12 16,1 4-17-16,3 6-9 0,-15-3-2 16,15 3-6-16,-23 9-8 0,5 3 1 0,3 1-1 15,-4 8-2-15,4-4-12 0,3 0 4 16,3 0-3-16,2-1 2 0,1-3-3 16,4-1-2-16,2-1 3 0,4-1 0 0,3-2 1 15,2-1 5-15,9-3-9 0,0-3 2 16,2-2 4-16,14-7 0 0,0-3-12 15,3-3-9-15,-3-5-14 0,4-3-13 0,0-4-8 16,-6-2 4-16,-5 5 3 0,-4-4 2 16,-3 1 5-16,-4-2 5 0,-2-1 0 15,-3 0 4-15,-3 7 13 0,-5 2 14 0,1 7 7 16,-2 1 5-16,1 0-12 0,-1 5-3 16,-2 7 0-16,0 0-1 0,0 0 5 15,0 0-3-15,0 0 3 0,-22 33-5 0,17-18 0 16,3-1 2-16,2 0 5 0,6 3 14 15,-1 1 14-15,6-2 7 0,9 6 10 0,3 1 62 16,3-3 20-16,3 0 15 0,0 0-6 16,-2 0 23-16,-2 1 13 0,-2-3 15 15,-3 2-139-15,-5-3-62 0,-5-4 0 16,-3 1 0-16,-3 1 0 0,-2-1 0 0,-6 1 0 16,0 1 0-16,-4 1 0 0,-1-1 0 15,-4-1 0-15,-3-3 0 0,1-1 0 16,1-3 0-16,2-1 0 0,0-6 0 0,0-2-264 15,12 1-599-15,-14-15-88 0,9-2 94 16,3-1-931-16,6-6-1216 0</inkml:trace>
  <inkml:trace contextRef="#ctx0" brushRef="#br0" timeOffset="2266">5467 3700 4818 0,'5'1'-10'0,"-5"-1"71"15,0 0 59-15,0 0 51 0,14-13 44 0,-6 6 23 0,-3-2-11 0,4-3-22 16,3-3-22-16,3-7-22 0,3-6-20 16,-4 1-35-16,4-7-37 0,3-9-26 15,-4-3-19-15,2-8-15 0,-6 1-5 0,1-2 4 16,-5 7 0-16,1 13-1 0,-4 8-1 16,-2 7-7-16,-2 6-7 0,-1 2-5 0,-2 3 6 15,1 9 3-15,-11-1 3 0,11 1 0 16,-18 22 2-16,0 4 20 0,2 0 28 0,0 0 14 15,7-2 6-15,3-6 7 0,6 3 14 16,0-2 17-16,4 3 3 0,5 6-7 16,0-6-7-16,7 3-5 0,-1-1-10 15,4-2-8-15,-1-1-5 0,-3-1-3 0,-1-5 3 16,-3 0-1-16,-2 1-1 0,1-2-18 16,-6 2-48-16,-1 2 0 0,-3-2 0 15,-7 4 0-15,-7 8 0 0,-1-5 0 0,-10 2-48 16,-7 5-234-16,-9-1-140 0,-6-2-176 15,-3 0-233-15,-9 2-24 0,-2 0 94 0,-22 11-733 16,-6 5-942-16</inkml:trace>
  <inkml:trace contextRef="#ctx0" brushRef="#br0" timeOffset="2866.35">3473 4667 3964 0,'14'-1'63'0,"-3"1"57"0,-11 0 46 0,16-2 50 0,-16 2 74 16,0 0 61-16,13-2 41 0,-13 2 19 16,0 0 5-16,0 0 1 0,0 0-13 0,0 0-27 15,10-3-24-15,-10 3-102 0,0 0-251 16,0 0 0-16,0 0 0 0,0 0 0 0,0 0 0 16,-39-2 0-16,19 5 0 0,-3 1 0 15,-10 3 0-15,-1 3 0 0,-1 2 0 16,1 1 0-16,3 3 0 0,-1 1 0 0,3 2 0 15,1 1 0-15,4 3 0 16,1 0 0-16,5 2 0 0,5-4 0 0,6-3 0 16,2 5 0-16,8-4 0 0,4 3 0 15,6 5 0-15,10 1 0 0,15-1 0 0,8-3 0 16,0 0 0-16,5-2 0 0,-1-2 0 16,-1-1 0-16,-1-1 0 0,-12-2 0 0,-5 1 0 15,-3 0 0-15,-6 0 0 0,-7 1 0 16,-8 2 0-16,-5-2 0 0,-2 3 0 0,-9 10 0 15,-6 1 0-15,-10 9 0 0,-6-2 0 16,-5-3 0-16,-3 3 0 0,0-5 0 0,-3-3 0 16,-2-2 0-16,4-7 0 15,8-5 0-15,3-1 0 0,6-10 0 0,4 1 0 0,2-3 0 16,3-4 0-16,1 0 0 16,0-2 0-16,1-1 0 0,3-1 0 0,-5 2 0 0,5-4 0 15,0 0 0-15,-2 1 0 16,2-2-693-16,2 2-305 0,-2-1-1212 0,2 0-1616 15</inkml:trace>
  <inkml:trace contextRef="#ctx0" brushRef="#br0" timeOffset="5532.21">24411 13162 1607 0,'0'0'918'0,"0"0"-280"0,-13 14-162 0,13-14-80 16,0 0-40-16,0 0-13 0,0 0-4 0,0 0-20 15,-2 6 6-15,2-6-5 16,0 0-22-16,0 0-22 0,0 0-19 0,33-6-20 16,-22 2-12-16,0-2-17 0,-1 2-8 15,-1 1-7-15,2-3-5 0,0 3-116 0,-4 0-72 16,-7 3 0-16,11-6 0 0,-11 6 0 16,8-6 0-16,-8 6 0 0,0 0 0 0,0 0 0 15,11 10 0-15,-11-10 0 0,-3 17 0 16,1-3 0-16,-4 6 0 0,3 4 0 0,-4 9 0 15,4-1 0-15,-3 2 0 0,0 1 0 16,3-8 0-16,1-2 0 0,0-5 0 0,-3-1 0 16,5 0 0-16,0-7 0 0,-1 1 0 15,-1-1 0-15,2-4 0 0,-2 1 0 16,2 0 0-16,-2-2 0 0,0-1 0 16,2 0 0-16,-2 0 0 0,2-6 0 0,-1 11 0 15,-5-6 0-15,0 0 0 0,-4 2 0 16,-3 1 0-16,2 0 0 0,-3 0 0 0,3-3 0 15,3 2 0-15,1-2 0 0,-1-1 0 16,3 0 0-16,1 0 0 0,4-4 0 0,-7 5 0 16,7-5 0-16,0 0 0 0,7 10 0 15,0-6 0-15,-7-4 0 0,17 3 0 0,-3-3 0 16,-3 3 0-16,5-3 0 0,-2 0 0 16,4 0 0-16,-3 0 0 0,0 0 0 15,-2 0 0-15,-1-3 0 0,-12 3 0 16,21 0 0-16,-11 0 0 0,-10 0 0 0,13-1 0 15,-13 1 0-15,12-2 0 0,-12 2 0 16,5-4 0-16,-5 4 0 0,2-5 0 0,-2 5-701 16,0 0-279-16,0 0-1234 0,0 0-1618 15</inkml:trace>
  <inkml:trace contextRef="#ctx0" brushRef="#br0" timeOffset="6082.01">24114 12726 6370 0,'-21'-5'-100'0,"6"0"34"0,2 1 50 16,1 1 59-16,3-1 63 0,3 3 35 16,6 1 12-16,-9-4-7 0,9 4-2 0,0 0 5 15,0 0 13-15,0 0 5 0,61-2-6 16,2 6-13-16,12-2-17 0,44-2-14 16,6 1-13-16,9-1-17 0,-3 2-55 0,-1-7-64 15,-8 0-52-15,-2 6 2 0,-2-2 2 16,0-1 6-16,-3 0 11 0,-34 2 6 15,-10 0 10-15,-18-1 38 0,-11 2 43 0,-7-1 38 16,-10 0 19-16,-7 2 9 0,-4-2-1 16,-1 0-4-16,-1-2-46 0,-12 2-49 0,16 0 0 15,-16 0 0-15,14 2 0 0,-14-2 0 16,6 2 0-16,-6-2 0 0,0 0-5 0,0 0-372 16,-20 12-188-16,8-7-235 0,-4 0-90 15,-5 2 92-15,-2 0-820 0,-7 3-1056 16</inkml:trace>
  <inkml:trace contextRef="#ctx0" brushRef="#br0" timeOffset="6648.56">24390 12141 4770 0,'3'-8'44'0,"2"1"20"0,3-2 33 0,3-1 38 0,3-4 31 15,2 4 17-15,4 0-1 0,-1 3-9 16,3-2-19-16,1 6-17 0,2 0-10 0,-2 3-15 16,2 6-3-16,-3 1-7 0,0 2 2 15,-8 4 6-15,0 3 25 0,-4 3 15 0,-9 1 21 16,-2 6 20-16,-10 7 12 0,-5 2 14 16,-11 3 12-16,-1 4-103 0,-5-6-126 15,4-2 0-15,7-8 0 0,3-3 0 16,2-6 0-16,5-1 0 0,5-6 0 0,-1 2 0 0,8-1 0 15,2-3 0-15,8 2 0 16,7-3 0-16,15 3 0 0,6-2 0 0,10-4 0 16,-1 0 0-16,7-2 0 0,-2-2 0 15,-1 0 0-15,0 0 0 0,-4-2 0 0,-4 1 0 16,-13-2 0-16,-5 3 0 0,-4 0 0 16,-4 0 0-16,-2 0 0 0,-1 0 0 0,-14 0 0 15,19-2 0-15,-19 2 0 0,17 0 0 16,-12-2 0-16,-5 2 0 0,0 0 0 0,12-2 0 15,-12 2 0-15,0 0 0 16,0 0-787-16,0 0-178 0,0 0-1225 16,0 0-1595-16</inkml:trace>
  <inkml:trace contextRef="#ctx0" brushRef="#br0" timeOffset="7815.49">24149 11435 1684 0,'-20'-1'484'16,"3"-3"-154"-16,0 0-69 0,3 0-38 0,0 4 6 16,-2-4-6-16,3 2 1 0,-3-2-11 15,3 2 0-15,2 2-6 0,1-3-13 0,10 3-12 16,-15-3-16-16,10 2-15 0,5 1-13 15,0 0 25-15,0 0 31 0,0 0 17 0,22 11-4 16,22-3-5-16,28 4-15 16,36-1-23-16,17-1-15 0,14 0-18 0,6 3-14 15,5-5-12-15,1-2-19 0,-2-1-10 16,-13 0-22-16,0-2 8 0,-3 2-5 0,-7-1-9 16,-12-3-6-16,-28 1 1 0,-9 0-2 15,-9-2-2-15,-20 2 0 0,-8-2 23 0,-9 1 20 16,-9 0 3-16,-5-2-4 0,1 1-6 15,-5 0-10-15,-4 0-9 0,1 0-6 0,-10 0-6 16,19 0-8-16,-14 1-20 16,-5-1-16-16,14 6 0 0,-6-2 0 0,-5-1-30 15,4 0-174-15,-2 1-128 0,1 1-163 16,-2-2-209-16,-4-3-180 0,7 7 85 0,-7-7 85 16,5 7-656-16,-5-7-825 0</inkml:trace>
  <inkml:trace contextRef="#ctx0" brushRef="#br0" timeOffset="22278.7">4149 5085 3044 0,'-14'-7'323'0,"10"3"-77"0,0-4-65 16,4 2-24-16,-2-3 4 0,4-1-5 15,2 0-9-15,1-4-21 0,4 0-9 0,4 0-15 16,10-4-9-16,-1 6-12 0,-1 3-7 16,13 1-7-16,-7 6-8 0,0 2-5 0,-2 2-5 15,7 10-3-15,-5 3 3 0,-4 5 15 16,-4 9 23-16,-7 6 8 0,-7 1 19 0,-3 3 25 16,-9 12 13-16,-7 1-15 0,-6 1 15 15,-2-1 10-15,-1-3 7 0,2-4 2 16,2-2-1-16,2-12 1 0,6-4-10 0,2-6-10 15,4-4-6-15,1-3 10 0,2-4 8 16,4-1 11-16,6-3-47 0,2 0-127 16,8-4 0-16,9-4 0 0,16-4 0 15,0-2 0-15,12-4 0 0,-1 0 0 0,-3-2 0 16,1 1 0-16,-16 2 0 0,-4 2 0 16,-3 3 0-16,-12 0 0 0,0 3 0 15,-5 0 0-15,-1 0 0 0,-4 1 0 0,-7 2 0 16,16-4 0-16,-16 4 0 0,9-2 0 0,-9 2 0 15,0 0 0-15,0 0 0 16,0 0 0-16,0 0 0 0,0 0 0 0,0 0-384 16,-2 16-497-16,2-9-80 0,0-7 111 0,0 12-890 15,0-4-1171-15</inkml:trace>
  <inkml:trace contextRef="#ctx0" brushRef="#br0" timeOffset="24962.2">19141 7002 1114 0,'0'0'259'0,"0"0"-48"0,0 0-30 0,7-5-1 0,-7 5 8 15,0 0 2-15,11-1 21 0,-11 1 3 16,0 0 25-16,16 0 13 0,-16 0 20 16,9-4 12-16,-9 4 9 0,0 0 11 15,20-1 7-15,-20 1 4 0,9-2-2 0,-9 2-11 16,0 0-5-16,13-2-15 0,-13 2-7 15,0 0-20-15,12-5-22 0,-12 5-22 0,0 0-20 16,7-5-20-16,-7 5-16 0,7-6-14 16,-7 6-15-16,8-6-12 0,-8 6-11 0,3-9-99 15,-3 9-4-15,0 0 0 0,0-8 0 16,0 8 0-16,0 0 0 0,0 0 0 0,0 0 0 16,-39 17 0-16,22-4 0 0,0 8 0 15,-2 5 0-15,3-2 0 0,5-2 0 16,-1 7 0-16,7-7 0 0,1 1 0 15,2-5 0-15,4 0 0 0,4-3 0 0,-3 2 0 16,6-3 0-16,-4-1 0 0,4-3 0 16,3 2 0-16,0-7 0 0,-1 0 0 0,1-3 0 15,-1-2 0-15,-11 0 0 0,25-7 0 16,-12 0 0-16,-1-3 0 0,2-1 0 16,-3-3 0-16,2 0 0 0,-4-2 0 0,-4-1 0 15,2 0 0-15,-4 2 0 0,-3 3 0 16,0 0 0-16,0 0 0 0,-3 5 0 0,-4-1 0 15,0 4 0-15,-2 3 0 0,9 1 0 16,-27 9 0-16,7 2 0 0,-3 7 0 16,5 3 0-16,-2 1 0 0,9-3 0 0,-1-2 0 15,7 3 0-15,-1-1 0 0,4-2 0 16,1-1 0-16,1 1 0 0,1-2 0 16,3 1 0-16,2-3 0 0,0-1 0 0,3-2 0 15,1-2 0-15,2-4 0 0,-3 0 0 16,0-1 0-16,3-1 0 0,-12-2 0 0,19-2 0 15,-19 2 0-15,15-2 0 0,-5 1 0 16,-10 1 0-16,11 0 0 0,-11 0 0 0,0 0 0 16,14 0 0-16,-14 0 0 0,3 7 0 15,-3-7 0-15,-2 14 0 0,2-4 0 0,-1 1 0 16,-1 4 0-16,2 3 0 16,-2 0 0-16,2 1 0 0,2-2 0 0,0 0 0 15,-1 0 0-15,5 0 0 0,-2-1 0 16,1-3 0-16,3-1 0 0,4-1 0 0,-3-3 0 15,5-5 0-15,-1-1 0 0,0-2 0 16,4-2 0-16,2-1 0 0,-4-1 0 0,-1-2 0 16,-1 2 0-16,-1 2 0 0,-3-3 0 15,1 2 0-15,-3-1 0 0,-1 3 0 16,-6 1 0-16,11-4 0 0,-11 4 0 16,0 0 0-16,0 0 0 0,8 9 0 0,-8-9 0 15,-4 16 0-15,0-8 0 0,3 2 0 16,-1 1 0-16,-2 0 0 0,2 0 0 0,2-1 0 15,-2-1 0-15,2 0 0 0,0-1 0 16,2-2 0-16,4 0 0 0,-3 0 0 0,5-6 0 16,-8 0 0-16,19 0 0 0,-8-2 0 15,7-5 0-15,-2-2 0 0,2-2 0 0,2 3 0 16,-4-4 0-16,0 2 0 0,-5-1 0 16,-2 5 0-16,1-1 0 0,0 2 0 0,-3-1 0 15,-2 3 0-15,-5 3 0 0,5-4 0 16,-5 4 0-16,0 0 0 0,0 0 0 0,0 0 0 15,0 0 0-15,0 0 0 0,0 0 0 16,-10 17 0-16,10-17 0 0,-4 8 0 16,2-2 0-16,2-6 0 0,0 7 0 0,0-7 0 15,4 8 0-15,-4-8 0 0,7 2 0 16,-7-2 0-16,14-1 0 0,-14 1 0 16,25-12 0-16,-12 6 0 0,7-4 0 0,-6-2 0 15,2 1 0-15,-5 3 0 0,5-7 0 16,-5 5 0-16,-2 1 0 0,1 1 0 15,-4 1 0-15,-1 2 0 0,3-2 0 0,-4 4 0 16,0-2 0-16,-4 5 0 0,0 0 0 16,9-2 0-16,-9 2 0 0,0 0 0 0,0 0 0 15,0 0 0-15,6 10 0 0,-6-10 0 0,2 5 0 16,-2-5 0-16,3 4 0 0,-3-4 0 16,8 4 0-16,-8-4 0 0,0 0 0 15,17-5 0-15,-7 1 0 0,2-5 0 0,1 0 0 16,2-3 0-16,6-5 0 0,-2 1 0 15,-1 3 0-15,-5-1 0 0,-1 1 0 0,-1 3 0 16,0-2 0-16,-4 4 0 0,1-1 0 16,-4 5 0-16,2-2 0 0,-3 2 0 0,-3 4 0 15,6-6 0-15,-6 6 0 0,0 0 0 16,0 0 0-16,0 0 0 0,0 0 0 0,0 0 0 16,0 0 0-16,0 0 0 0,0 0 0 15,-6 20 0-15,6-20 0 0,0 0 0 0,0 0 0 16,0 0 0-16,0 0 0 15,0 0 0-15,0 0 0 0,23-10 0 0,-15 3 0 16,-3-1 0-16,4 0 0 0,-2-2 0 16,2-1 0-16,-1-1 0 0,-3-2 0 0,4-1 0 15,-4 1 0-15,1-2 0 0,-3 1 0 16,1 0 0-16,1-2 0 0,-2 3 0 0,-3 0 0 16,2 1 0-16,0 1 0 0,-2 5 0 15,4-1 0-15,-4 0 0 0,0 2 0 0,0 6 0 16,2-10 0-16,-2 10 0 0,1-7 0 15,-1 7 0-15,0 0 0 0,-1-8 0 0,1 8 0 16,0 0 0-16,0 0 0 16,-2-7 0-16,2 7 0 0,0 0 0 0,0 0 0 15,0 0 0-15,0 0 0 0,0-9 0 16,0 9 0-16,0 0 0 0,0 0 0 0,0 0 0 16,0 0 0-16,-4-5 0 0,4 5 0 15,0 0 0-15,-2-12 0 0,2 12 0 0,-2-10 0 16,1 1 0-16,-4 1 0 0,1-2 0 15,0-1 0-15,3 1 0 0,-3 2 0 0,2 1 0 16,0-2 0-16,-1 4 0 0,1-2 0 16,-5 2 0-16,7 5 0 0,-5-8 0 0,3 2 0 15,-4 3 0-15,6 3 0 0,-7-7 0 16,7 7 0-16,-7-5 0 0,7 5 0 16,-11-5 0-16,10 0 0 0,-3 1 0 15,-4-1 0-15,8 5 0 0,-12-8 0 0,5 3 0 16,0-1 0-16,-4 0 0 0,-3 0 0 15,-3 0 0-15,-2-1 0 0,-3-1 0 0,2 4 0 16,-1-4 0-16,-2 6 0 0,1-2 0 16,6 0 0-16,-5 2 0 0,6 1 0 0,-5 1 0 15,6 3 0-15,-6 1 0 16,5 0 0-16,0 2 0 0,-5 0 0 0,4 0-694 0,-2 1-269 16,-1-1 70-16,2 0 98 15,1 0-853-15,4 2-1086 0</inkml:trace>
  <inkml:trace contextRef="#ctx0" brushRef="#br0" timeOffset="26778.45">24451 12155 1929 0,'0'0'602'0,"0"0"-139"0,14-2-83 0,-14 2-10 15,0 0-20-15,9 5-24 0,-9-5-31 16,0 0-23-16,14 7-4 0,-9-5-6 0,-5-2-9 16,12 4-18-16,-4-3-16 0,-8-1-15 15,13 3-20-15,-13-3-9 0,16-3-15 0,-16 3-16 16,20-1-7-16,-20 1-15 0,17-6-6 16,-9 3-6-16,-3-4-5 0,1 2 4 15,0-2 3-15,-6 7-1 0,6-12-4 0,-6 4-36 16,0 8-71-16,-2-12 0 0,-2 5 0 15,0 3 0-15,4 4 0 0,-11-3 0 16,11 3 0-16,-20 5 0 0,9 2 0 0,-2 1 0 16,-1 8 0-16,3 1 0 0,-1 2 0 15,5-1 0-15,-1 3 0 0,5 0 0 0,1-3 0 16,0 1 0-16,6 0 0 0,-1 1 0 16,5-3 0-16,1 0 0 0,5-5 0 0,3 0 0 15,-2-6 0-15,3-2 0 0,0-2 0 16,2-2 0-16,0-4 0 0,1-1 0 0,1 0 0 15,-4-5 0-15,1 3 0 16,-5-3 0-16,1-4 0 0,-6 4 0 0,1-3 0 16,-2-2 0-16,-4 1 0 0,-3 0 0 15,-1 1 0-15,0 1 0 0,-3 1 0 0,-3 1 0 16,-1 3 0-16,-5 4 0 0,-1 3 0 16,-3 3 0-16,-2 6 0 0,-9 10 0 0,2-1 0 15,2 8 0-15,2 4 0 0,4-1 0 16,6 2 0-16,-1-1 0 0,6-4 0 0,4-4 0 15,4-5 0-15,2 2 0 16,3-2 0-16,5-1 0 0,3-5 0 0,5-2 0 0,1-4 0 16,-3-1 0-16,4-4 0 0,3-4 0 15,7-4 0-15,-4-1 0 0,1-4 0 0,-5-3 0 16,-3 3 0-16,-3 0 0 16,-5 1 0-16,1-1 0 0,-5 1 0 0,-4-5 0 15,1 0 0-15,-4 1 0 0,0 1 0 16,-4 0 0-16,0 1 0 0,-5 0 0 0,1 4 0 15,-4 3 0-15,1 2 0 0,-4 2 0 16,-7 7 0-16,4 4 0 0,-11 5 0 0,2 6 0 16,2 3 0-16,3 1 0 0,6 0 0 15,3 0 0-15,2-5 0 0,6-2 0 0,1 1 0 16,4-4 0-16,1 1 0 0,4-2 0 16,2-1 0-16,0-5 0 0,7 0 0 15,-3-2 0-15,3-4 0 0,2-4 0 16,3 0 0-16,2-4 0 0,-4 0 0 0,8-7 0 15,-10 3 0-15,0 1 0 0,-1 0 0 16,-4-1 0-16,-1 0 0 0,-6 0 0 0,3 0 0 16,-7 0 0-16,-1-2 0 0,0 2 0 15,-5-3 0-15,-2 1 0 0,-4 1 0 0,0 3 0 16,-4-2 0-16,-4 5 0 0,-4 3 0 16,2 4 0-16,-6 2 0 0,-7 5 0 0,1 3 0 15,5 2 0-15,-1 3 0 0,7 3 0 16,4-5 0-16,7 1 0 0,3 0 0 0,2-1 0 15,6-2 0-15,0 0 0 0,6 0 0 16,2-2 0-16,5-3 0 0,7-2 0 16,-2-2 0-16,3-2 0 0,4-4 0 15,0-3 0-15,-3 0 0 0,3 0 0 0,-5-1 0 16,-4-1 0-16,-2 1 0 0,-3-1 0 16,1 1 0-16,-6-3 0 0,-2 3 0 0,-3-1 0 15,-2-3 0-15,-7 0 0 0,0-1 0 16,-7 1 0-16,-1-1 0 0,-4 4 0 0,1 3 0 15,-3 3 0-15,2 3 0 0,-5 5 0 16,-9 4 0-16,2 9-478 0,-1 1-467 0,5 4 28 16,-6 6 103-16,3 1-899 0,2 5-1147 15</inkml:trace>
  <inkml:trace contextRef="#ctx0" brushRef="#br0" timeOffset="31993.68">16535 10011 1075 0,'0'0'611'0,"0"0"-131"15,0 0-77-15,12 3-31 0,-12-3-30 0,0 0-19 16,0 0-18-16,0 0-19 0,0 0 11 16,0 0-1-16,0 0 26 0,0 0-15 0,0 0-13 15,0 0-14-15,0 0-20 0,0 0-21 16,0 0-18-16,0 0-22 0,0 0-18 0,0 0-19 15,0 0-15-15,0 0-15 16,0 0-10-16,0 0-5 0,0 0-6 0,0 0-5 16,0 0 7-16,0 0-25 0,0 0-88 15,0 0 0-15,-22 10 0 0,22-10 0 0,-9 4 0 16,9-4 0-16,-11 6 0 0,5-2 0 16,6-4 0-16,-12 6 0 0,5-2 0 0,1 1 0 15,-2-2 0-15,3 1 0 0,-3-1 0 16,3 3 0-16,-3-3 0 0,0 0 0 0,2 1 0 15,-1-1 0-15,2 1 0 0,-4-1 0 16,4 2 0-16,-3-3 0 0,3 3 0 0,-3-2 0 16,0 3 0-16,-1-1 0 15,0-1 0-15,-4 2 0 0,2-1 0 0,0 0 0 16,-1 2 0-16,1-2 0 0,1 0 0 16,3 0 0-16,-3 0 0 0,1 1 0 0,-1-1 0 15,4-2 0-15,1 2 0 0,-1-1 0 16,6-4 0-16,-12 7 0 0,7-4 0 0,-1 2 0 15,3-1 0-15,3-4 0 0,-10 8 0 16,6-2 0-16,-2 0 0 0,1 1 0 0,-1-2 0 16,2 0 0-16,1 3 0 0,-4-4 0 15,4 3 0-15,-3 1 0 0,2-2 0 16,-1 0 0-16,1 0 0 0,0 1 0 16,0-3 0-16,0 4 0 0,0-3 0 0,1 0 0 15,-1 0 0-15,2 1 0 0,2-6 0 16,-4 8 0-16,1-2 0 0,-2-2 0 0,5-4 0 15,-4 11 0-15,3-5 0 0,-1 2 0 16,0-3 0-16,-2 2 0 0,2-1 0 0,2 3 0 16,-1-2 0-16,-1 0 0 0,0 1 0 15,0-1 0-15,0 0 0 0,2 1 0 0,-2-1 0 16,0 0 0-16,2 0 0 16,0 1 0-16,0-1 0 0,0 0 0 0,0 0 0 0,0 0 0 15,0 0 0-15,0-1 0 16,0 2 0-16,0 0 0 0,0 1 0 0,2-2 0 0,-2 2 0 15,2-2 0-15,0 3 0 16,0-4 0-16,2 5 0 0,-4-3 0 0,1 2 0 16,1-3 0-16,0 4 0 0,0-6 0 15,0 5 0-15,0-2 0 0,-1 0 0 0,-1 0 0 16,2-1 0-16,0 0 0 0,-2 0 0 16,3-1 0-16,-1 3 0 0,0-2 0 0,-1 0 0 15,-1 0 0-15,0-1 0 0,2 1 0 16,0 0 0-16,0 2 0 0,0-3 0 0,0 2 0 15,0-4 0-15,-2 3 0 0,1 0 0 16,1 0 0-16,0 1 0 0,2-4 0 0,-2 4 0 16,0-3 0-16,-2 3 0 15,4 0 0-15,0-1 0 0,-2-1 0 0,1 4 0 0,-1-4 0 16,2 1 0-16,0-1 0 16,-3 2 0-16,3 2 0 0,3-3 0 0,-4 1 0 15,1 2 0-15,2 0 0 0,-5-3 0 16,7 3 0-16,-4-4 0 0,4 3 0 0,-5-2 0 15,5 1 0-15,-3-1 0 0,6 2 0 16,-6-1 0-16,4 1 0 0,3 0 0 16,-1-2 0-16,-1-1 0 0,-3 1 0 0,3 2 0 15,-1-2 0-15,4-1 0 0,-4 2 0 0,2-1 0 16,-2-5 0-16,3 4 0 0,3-3 0 16,-1 0 0-16,-1 1 0 0,1 0 0 15,-2-3 0-15,2 2 0 0,1-3 0 0,1 0 0 16,-1 3 0-16,-2-3 0 0,2 0 0 15,1 0 0-15,-1-3 0 0,-2 3 0 0,0 0 0 16,4-4 0-16,-1 0 0 0,1 0 0 16,-4-1 0-16,2 0 0 0,3 2 0 0,-3-1 0 15,-2-4 0-15,0 3 0 0,3 0 0 16,-1-1 0-16,-1-1 0 0,-2 3 0 0,1-3 0 16,-2 0 0-16,0 2 0 0,-1-1 0 15,-1-1 0-15,0 2 0 0,1-1 0 0,0-1 0 16,1 0 0-16,-3 0 0 0,1 2 0 15,1-2 0-15,0-2 0 0,-3 3 0 16,4-4 0-16,-1 4 0 0,-2-1 0 16,-1-1 0-16,2 0 0 0,0 1 0 0,-2-5 0 15,0 4 0-15,-1 0 0 0,2-1 0 16,-4 1 0-16,3 0 0 0,-3-2 0 0,2 0 0 16,-3 1 0-16,1-4 0 0,3 3 0 15,-6-4 0-15,3 2 0 0,-2 0 0 0,0-2 0 16,0 1 0-16,-1 1 0 0,-1 0 0 15,0 0 0-15,2 0 0 0,-4-1 0 0,2 5 0 16,0-2 0-16,-1-3 0 0,-1 4 0 16,-2-2 0-16,2-2 0 0,0 4 0 15,-1-3 0-15,-2 0 0 0,1-3 0 16,1 1 0-16,-3-2 0 0,2 2 0 0,1-1 0 16,-3 0 0-16,2-1 0 0,-2 1 0 0,2 3 0 15,1-3 0-15,-1 4 0 0,0-1 0 16,1 2 0-16,-4-2 0 0,3 3 0 0,3-1 0 15,-3 0 0-15,-4-1 0 0,5 1 0 16,-3-1 0-16,2 1 0 0,-6 0 0 0,3-1 0 16,0-1 0-16,-5 0 0 15,2 1 0-15,-4 2 0 0,2 0 0 0,-8 1 0 16,2-1 0-16,-4 5 0 0,-3 0 0 16,3 0 0-16,1 3 0 0,2 1 0 0,0 0 0 15,3 0 0-15,2 0 0 0,0 1 0 16,1-1 0-16,-3 0 0 0,3 0 0 0,-2-1-372 15,-2-1-653-15,-1-1 120 0,2 1-1098 16,0 2-1419-16</inkml:trace>
  <inkml:trace contextRef="#ctx0" brushRef="#br0" timeOffset="33293.25">4956 4977 1981 0,'0'0'295'0,"2"7"-73"0,-2-7-19 15,0 0 21-15,0 0 26 0,0 0-7 16,0 0-11-16,0 0-14 0,0 0 3 16,28-9-3-16,-24 5-9 0,4-1-6 0,-2-2-5 15,1 2-4-15,-1-4-11 16,2 2-13-16,-2 0-6 0,-1-1-4 0,3-2-3 16,-5 6-2-16,1-3 0 0,1 1-14 15,-5 6 0-15,7-10-9 0,-7 10-8 0,4-6-12 16,-4 6-15-16,0 0-16 0,0 0-3 15,0 0 8-15,0 0 14 0,7 22 8 16,-5-1 1-16,0 2-9 0,3 17 15 0,2 1 15 16,2 10-4-16,2-1-6 0,5 0-84 15,1-3-36-15,-2-1 0 0,5-5 0 0,-6-8 0 16,-1 0 0-16,1-7 0 0,-5-2 0 16,0-8 0-16,-4-3 0 0,1 1 0 0,-2-3 0 15,-1-3 0-15,-1-2 0 0,0 2 0 16,-2-1 0-16,0-7 0 0,-2 12 0 0,-2-6 0 15,-1 0 0-15,-1 1 0 0,-2-2 0 16,8-5 0-16,-9 7 0 0,5-2 0 16,4-5 0-16,-7 7 0 0,7-7 0 0,-4 5 0 15,4-5 0-15,0 0 0 0,0 0 0 16,0 0 0-16,38-9 0 0,-15 1 0 16,7-1 0-16,8-1 0 0,-3 0 0 15,-5-1 0-15,-5 5 0 0,-7-2 0 0,0 4 0 16,-7 0 0-16,1 0 0 0,-3 2 0 15,1 0 0-15,-4 0 0 0,-6 2 0 0,9-3 0 16,-9 3 0-16,0 0 0 0,0 0 0 16,0 0-301-16,0 0-746 0,6 9 111 0,-6-9-1073 15,0 0-1425-15</inkml:trace>
  <inkml:trace contextRef="#ctx0" brushRef="#br0" timeOffset="35060.17">27782 9247 3123 0,'0'-15'352'16,"-2"1"-107"-16,2 3-31 0,0 3-7 0,0 1 6 15,0 7-3-15,0-10-12 0,0 10-17 16,-1-8-6-16,1 8-15 0,0 0-22 0,-2-9-16 15,2 9-2-15,0 0 33 0,0 0-1 16,3 46 6-16,-1-7-5 0,2 18 24 16,3 8 4-16,-2 6 9 0,1 9 6 15,3 21-2-15,1 1-6 0,1 5 0 0,2-1-16 16,-3 4-11-16,-1 0-13 0,1-1-26 16,-7-3-122-16,2-2 0 0,-8-2 0 0,1 0 0 15,-3 5 0-15,-4-4 0 0,-1-2 0 16,-4-4 0-16,0 3 0 0,-2-6 0 0,-1-2 0 15,3-17 0-15,2-4 0 0,-2 0 0 16,1 0 0-16,1 0 0 0,3-2 0 0,1-2 0 16,4-3 0-16,-1 0 0 0,3-2 0 15,2-6 0-15,2 2 0 0,0-12 0 16,1-3 0-16,-1-2 0 0,4 0 0 16,-2-5 0-16,-3-7 0 0,1-7 0 0,0-4 0 15,0 0 0-15,-2-4 0 0,2-3 0 0,1 0 0 16,-3 0 0-16,1-4 0 0,-1 3 0 15,0-4 0-15,0 2 0 0,0-8 0 16,0 9 0-16,2-3 0 0,-2-6 0 0,0 10 0 16,2-6 0-16,-2-4 0 0,0 10 0 15,0-10 0-15,0 7 0 0,0-7 0 0,2 8 0 16,-2-8 0-16,4 7 0 0,-3-4 0 16,5 3 0-16,1-3 0 0,2-1 0 0,4 1 0 15,6-2 0-15,8 3 0 16,14-2 0-16,9 0 0 0,15 1 0 0,3 0 0 0,4-1 0 15,9 0 0-15,3 0 0 16,2-2 0-16,-1 3 0 0,-1-3 0 0,-2 4 0 16,-2-2 0-16,0 0 0 0,-9 2 0 15,-4-2 0-15,-17-2 0 0,-2 1 0 0,-2-1 0 16,-6-1 0-16,0-1 0 0,-9-2 0 16,-5 1 0-16,3 0 0 0,-4-2 0 0,0-1 0 15,-1 0 0-15,-1 2 0 0,-4 0 0 16,0 0 0-16,-3 0 0 0,0 1 0 0,-2-1 0 15,-3 2 0-15,1-2 0 0,-3 4 0 16,1-2 0-16,-10 2 0 0,13-2 0 16,-13 2 0-16,12-4 0 0,-12 4 0 15,9-1 0-15,-9 1 0 0,10-3 0 0,-10 3 0 16,7-6 0-16,-1 1 0 0,-1-1 0 16,2-6 0-16,-3-1 0 0,3-8 0 0,0-11 0 15,1-6 0-15,-4-5 0 0,6-17 0 16,-3-10 0-16,-1-9 0 0,2-24 0 0,-3-9 0 15,-1-14 0-15,2-6 0 0,-8-3 0 16,4-6 0-16,-1-5 0 0,1 1 0 0,10-6 0 16,-1 2 0-16,0 3 0 0,2 2 0 15,-4 10 0-15,-2 16 0 0,2 11 0 16,-8 27 0-16,3 6 0 0,0 6 0 0,-6 10 0 16,2 12 0-16,0 7 0 0,0 6 0 15,0 11 0-15,-2 3 0 0,2 2 0 0,0 3 0 16,0 3 0-16,0-1 0 0,0 2 0 15,0 3 0-15,0-3 0 0,0 5 0 16,0 5 0-16,0-12 0 0,0 12 0 0,2-5 0 16,-2 5 0-16,0 0 0 0,0 0 0 15,0 0-222-15,0 32-449 0,-2-17-273 0,-2 4 61 16,-4 12 95-16,-3 3-805 0,-7 12-1033 16</inkml:trace>
  <inkml:trace contextRef="#ctx0" brushRef="#br0" timeOffset="35693.11">27920 11956 4581 0,'-16'-5'-51'0,"3"1"29"0,1 1 44 16,3 0 55-16,2 3 52 0,7 0 46 0,-11-6 18 15,11 6 11-15,0 0-6 0,-12 0 5 16,12 0 14-16,0 0 9 0,0 0-1 0,50 2-10 16,-3 2-24-16,20-4-19 0,9-2-19 15,17 0-16-15,25-2-16 0,4-2-46 0,2-5-46 16,-2 1-54-16,-7 0-53 16,-4 1-28-16,-30 1-10 0,-4 1 5 0,-9-2 10 0,-7 4 11 15,-15 0 22-15,-6 2 28 0,-8-1 37 16,-11 1 35-16,0 1 45 0,-6-1 37 15,0 1 20-15,-1 0 12 0,-3 1 0 16,-4-1-10-16,-7 2-10 0,14-2-16 0,-14 2-8 16,13-1-19-16,-13 1-35 0,0 0-54 15,14-2-73-15,-14 2-94 0,0 0-100 16,0 0-121-16,9 2-130 0,-9-2-135 0,0 0-164 16,0 0 76-16,0 0-718 0,-19 15-914 15</inkml:trace>
  <inkml:trace contextRef="#ctx0" brushRef="#br0" timeOffset="36208.68">28139 11240 3733 0,'-9'-1'-46'0,"9"1"43"0,-20-3 20 16,20 3 30-16,-14-3 45 0,3-1 45 15,11 4 39-15,-14-6 33 0,8 5 12 0,6 1 3 16,-12-3 1-16,12 3-4 0,0 0 5 16,-13-5 2-16,13 5-3 0,0 0-1 0,0 0 0 15,0 0 10-15,0 0-2 0,45 5-10 16,3-2-18-16,23 1-22 0,15-2-15 0,28-2-16 16,14-2-19-16,6-1-13 0,4 2-22 15,-5-2-34-15,-5-2-55 0,-12 1-8 16,-28 1 0-16,-10 1 0 0,-7 2 0 15,-22-2 0-15,-7 0 0 0,-10 1 0 0,-9-1 0 16,-1 2 0-16,-8-1 0 0,0 1 0 16,-14 0 0-16,17-3 0 0,-17 3 0 0,5-1 0 15,-5 1 0-15,0 0 0 0,0 0 0 16,0 0 0-16,0 0-175 0,-23-8-241 0,23 8-154 16,-20-3-195-16,4 3-102 0,3-2 88 15,-4 2-792-15,-2 0-1013 0</inkml:trace>
  <inkml:trace contextRef="#ctx0" brushRef="#br0" timeOffset="41575.28">28532 12109 1370 0,'0'0'344'0,"0"0"-81"0,1-9-16 16,-1 9-7-16,0 0 15 0,0 0 10 0,2-6-7 15,-2 6-14-15,0 0 15 0,0 0 2 16,0 0 8-16,0 0-2 0,0 0-11 0,0-11-6 15,0 11 1-15,0 0-8 0,0 0-12 16,0 0-11-16,0 0-13 0,0 0-12 0,0 0-11 16,-3-8-19-16,3 8-9 15,0 0-10-15,0 0-17 0,0 0-12 0,-27 22-8 0,18-12-10 16,-3 4-11-16,-1 3-4 16,-5 3-5-16,1 4-4 0,4 0-4 0,0 3-1 15,3-8-1-15,4 2 0 0,0-1 0 16,3 0-52-16,3-1-17 0,2 3 0 0,3 0 0 15,2-1 0-15,5 3 0 0,8-2 0 16,2-2 0-16,3-4 0 0,5-1 0 0,1-5 0 16,-2-6 0-16,-3 0 0 15,-1-4 0-15,4 0 0 0,7-6 0 0,-2 0 0 16,-1-3 0-16,-3-3 0 0,-3-2 0 0,-2-1 0 16,-2-4 0-16,-5-1 0 0,2-3 0 15,-7-1 0-15,-3-5 0 0,-5 4 0 16,-3 0 0-16,-4-2 0 0,-1-8 0 0,-8 1 0 15,0 0 0-15,-1 5 0 0,-4 3 0 16,-4 4 0-16,-2 3 0 0,-1 8 0 16,0 5 0-16,-4 4 0 0,0 2 0 0,-12 7 0 15,-3 1 0-15,3 5 0 0,7-1 0 16,0-2-303-16,7 0-242 0,4-3-114 0,6 0-184 16,4-2 8-16,1-1 90 0,2 1-704 15,8-5-899-15</inkml:trace>
  <inkml:trace contextRef="#ctx0" brushRef="#br0" timeOffset="42341.62">28508 11451 3707 0,'0'0'-106'0,"-7"-3"49"0,7 3 45 16,-7-3 49-16,7 3 46 0,0 0 35 15,-10-6 25-15,10 6 17 0,-4-3 16 0,4 3 12 16,0 0 5-16,0 0-9 0,-6-8-10 16,6 8-18-16,0 0-11 0,0 0-18 0,10-12-8 15,-10 12-13-15,12-6-18 0,-12 6-5 16,12 0-9-16,-12 0-7 0,0 0-5 0,29 8-12 15,-22-4 1-15,6 8-9 16,-6-3-1-16,-2 7-1 0,1-3 3 0,-4 5 9 16,-2-1 14-16,-4-1 13 0,-1 5 10 15,-5 0 14-15,3-2 11 0,-5 1 5 0,3-3 4 16,0-3 3-16,0-2 0 0,4-1-4 16,-1-2 2-16,2-1 7 0,3-2-3 0,-1 0-7 15,2-6-6-15,-2 10-11 0,2-10-37 16,11 8-67-16,2-8 0 0,4 0 0 0,8-2 0 15,2-2 0-15,9-2 0 0,0 0 0 16,0-1 0-16,-7 2 0 0,-6 0 0 16,-5 3 0-16,-6-2 0 0,1 4 0 0,-2 0 0 15,-4-2 0-15,-7 2 0 0,13-2 0 16,-13 2 0-16,0 0 0 0,0 0 0 16,0 0-111-16,0 0-353 0,2 7-166 15,-2-7-235-15,0 0 8 0,-4 12 92 0,4-12-765 16,-4 11-975-16</inkml:trace>
  <inkml:trace contextRef="#ctx0" brushRef="#br0" timeOffset="43075.22">28618 10621 4145 0,'-2'-14'-4'0,"0"1"58"0,2 4 54 0,0 2 51 0,0-1 39 16,0 8 27-16,-2-8 5 0,2 8-8 16,-5-9-25-16,5 9-7 0,0 0 16 15,0 0 4-15,-2 25-4 0,1-6-19 0,-1-1-14 16,0 7-13-16,2 3-17 0,-2 10-7 16,4-7-16-16,-4-4-10 0,4 11-14 15,-2-11-6-15,0-3-9 0,2-3-8 0,0-2-5 16,-2-2-9-16,0-1-8 0,1-4-4 15,-1 2-18-15,0-6-19 0,2 0-21 0,-4 1-19 16,2-9-34-16,0 7-31 0,0-7-36 16,0 0-38-16,0 0-44 0,0 0-50 0,0 0-56 15,-1-29-54-15,1 13-38 0,1-6-30 16,-1-5-38-16,2-12-15 0,3-2-18 16,-1-15-22-16,3 5 3 0,-3 11-459 0,1 1-465 15</inkml:trace>
  <inkml:trace contextRef="#ctx0" brushRef="#br0" timeOffset="43357.28">28646 10469 2655 0,'0'-18'-23'0,"2"4"53"0,-2 4 45 15,0 1 46-15,-2 2 37 0,0 0 24 16,2 7 14-16,-6-5 22 0,6 5 22 16,0 0 13-16,-29 7 5 0,11 4 4 15,-7 4 2-15,-4 4 13 0,0 1 8 0,3 2 8 16,1 1-3-16,3-3-5 0,-2-1-13 16,12-4-11-16,1-3-11 0,4 0-5 0,1-1-7 15,5-5 1-15,2 4-3 0,3-3-105 16,5-3-131-16,9 2 0 0,11-5 0 0,12-1 0 15,9-1 0-15,13-3 0 0,2-2 0 16,-1 1 0-16,1-1 0 0,-8 0 0 0,-12 2 0 16,-8-2 0-16,-6 4 0 15,-11 0 0-15,0-1 0 0,-9 2 0 0,-1 1 0 0,-3-2 0 16,-7 2 0-16,0 0 0 16,0 0 0-16,0 0 0 0,0 0 0 0,0 0-353 15,-23 14-199-15,12-9-156 0,-5 4-178 16,3-2 83-16,-2 5 78 0,-2 0-691 0,-6 6-868 15</inkml:trace>
  <inkml:trace contextRef="#ctx0" brushRef="#br0" timeOffset="51156.85">20206 13077 1737 0,'0'0'523'0,"0"0"-130"0,7-6-48 0,-7 6-27 16,0 0-13-16,0 0-11 0,2-8-17 15,-2 8-16-15,0 0 5 0,0 0-6 0,0 0-2 16,0-8-9-16,0 8-6 0,0 0-2 16,0 0-5-16,0 0 0 0,0 0-15 15,0 0-8-15,4-7-9 0,-4 7-7 16,0 0-2-16,0 0-5 0,0 0-6 0,0 0-9 16,0 0-7-16,0 0-166 0,0 0-2 15,0 0 0-15,0 0 0 0,0 0 0 0,0 0 0 16,0 0 0-16,0 0 0 0,-23-2 0 15,23 2 0-15,-17 0 0 0,17 0 0 0,-17 0 0 16,17 0 0-16,-25 0 0 0,12 2 0 16,-1-2 0-16,-3 0 0 0,3 0 0 0,14 0 0 15,-26 2 0-15,11-2 0 0,2 2 0 16,-3-2 0-16,5 2 0 0,11-2 0 0,-27 0 0 16,13 1 0-16,3 2 0 0,-2-3 0 15,-1 2 0-15,3 1 0 0,-6-1 0 16,0 2 0-16,0 2 0 0,0-4 0 15,-1 4 0-15,4-2 0 0,-4 0 0 0,4-1 0 16,1 3 0-16,2-2 0 0,-1-2 0 16,1 4 0-16,0-2 0 0,3-2 0 0,-1 1 0 15,-1 0 0-15,-2 1 0 0,7-2 0 16,-6 1 0-16,0 3 0 0,0 0 0 0,0-4 0 16,1 4 0-16,1 0 0 0,0-1 0 15,-2 3 0-15,0-1 0 0,2-2 0 16,-1 0 0-16,1 2 0 0,1-2 0 0,-1-1 0 15,1 2 0-15,0 1 0 0,-1-2 0 16,4 1 0-16,-2-1 0 0,2 0 0 16,-1 0 0-16,2 0 0 0,-3 2 0 0,2 0 0 15,0-1 0-15,-1 0 0 0,3 1 0 16,-3-1 0-16,2 2 0 0,1-2 0 0,-2-1 0 16,1 2 0-16,4 0 0 0,-3 1 0 15,1-1 0-15,-2 0 0 0,2 0 0 16,0 1 0-16,2-1 0 0,-1 3 0 15,-1-4 0-15,2 2 0 0,-2 2 0 0,0-3 0 16,2 1 0-16,0 0 0 0,0 0 0 0,0 1 0 16,0 2 0-16,0-2 0 0,0 2 0 15,0-1 0-15,0 1 0 0,0 1 0 0,2 0 0 16,0 0 0-16,-2 0 0 16,2-2 0-16,-1 2 0 0,-1 0 0 0,2 0 0 15,0-1 0-15,2-2 0 0,-2 3 0 16,1 0 0-16,-1 0 0 0,2 1 0 0,1-1 0 15,-4-3 0-15,3 3 0 0,0 2 0 16,-1-5 0-16,1 2 0 0,0-2 0 0,1 0 0 16,0 2 0-16,1-2 0 0,-3 1 0 15,5-3 0-15,-5 5 0 0,3-4 0 0,0 1 0 16,0-1 0-16,-1 2 0 0,3 1 0 16,0-1 0-16,0 0 0 0,-3-1 0 0,1-1 0 15,-1 1 0-15,4-2 0 0,-4 2 0 16,2-3 0-16,-1 3 0 0,1-3 0 15,0 3 0-15,-2-2 0 0,3 1 0 16,-5-3 0-16,8 3 0 0,-4-4 0 0,0 6 0 16,3-3 0-16,-2-3 0 0,1 4 0 15,0-4 0-15,3 5 0 0,0-5 0 0,-3 2 0 16,1 0 0-16,-1-1 0 0,2 0 0 16,-1-1 0-16,2 2 0 0,-3-2 0 0,-1-1 0 15,3 1 0-15,0 0 0 0,-1 0 0 16,1 0 0-16,2-4 0 0,-1 5 0 0,1-4 0 15,1 1 0-15,-1 0 0 16,1-2 0-16,-1 2 0 0,0-1 0 0,3 1 0 16,-4-2 0-16,2 2 0 0,-1-4 0 15,1 4 0-15,1-4 0 0,3 0 0 0,-4-1 0 16,4-1 0-16,-2 1 0 0,0 0 0 16,1-1 0-16,0 0 0 0,-1-1 0 0,-1-1 0 15,1 0 0-15,-2 2 0 0,4-2 0 16,-3-2 0-16,-1 2 0 0,-2 0 0 0,1 1 0 15,1-3 0-15,-1 1 0 0,1 0 0 16,-3 0 0-16,3-3 0 0,-3 0 0 16,0 3 0-16,1-1 0 0,-3-1 0 15,2 0 0-15,0 3 0 0,-2-3 0 0,-2 3 0 0,3-2 0 16,-2 3 0-16,-3-2 0 16,3 2 0-16,-3-3 0 0,4 3 0 0,-4-4 0 15,3 2 0-15,-1 1 0 0,-1-3 0 16,-2-1 0-16,4 1 0 0,-1-5 0 0,-2 0 0 15,0 1 0-15,2-3 0 0,1 2 0 16,-4-2 0-16,1-1 0 0,-1 2 0 0,0 1 0 16,0-3 0-16,0 0 0 0,-2 1 0 15,-1 2 0-15,-1 0 0 0,0 0 0 16,2 0 0-16,-4 1 0 0,2-1 0 0,0 1 0 16,-1-5 0-16,-1 3 0 0,-2-1 0 15,0 1 0-15,3-3 0 0,-6 4 0 0,3-1 0 16,-1-2 0-16,-1 3 0 0,3 2 0 15,-6-5 0-15,6 5 0 0,-5-1 0 0,3-1 0 16,-1 2 0-16,1 2 0 0,-6-4 0 16,6 2 0-16,-4 0 0 0,-3-3 0 15,2 1 0-15,-3 1 0 0,1-1 0 16,1 0 0-16,-3 1 0 0,2 1 0 0,-1-1 0 16,-1 3 0-16,-3-1 0 0,0 3 0 0,-5 2 0 15,-3 2 0-15,0 2 0 0,-16 2 0 16,-1 4 0-16,-4 3 0 0,-7 2 0 0,5 8 0 15,-2-2 0-15,14-3 0 0,0 0 0 16,13-4 0-16,3 1 0 0,2-4-1016 16,9-2 54-16,1-1-1151 0,8-2-1523 15</inkml:trace>
  <inkml:trace contextRef="#ctx0" brushRef="#br0" timeOffset="52955.83">30681 10413 3659 0,'-5'-24'185'0,"-2"4"33"0,4 4-5 15,1 3-3-15,-2-1-14 0,0 5-10 16,3-1-8-16,-1 0 0 0,0 4-13 16,2 6-18-16,-4-11-10 0,2 5-17 15,2 6-14-15,0 0-11 0,0 0-2 0,0 0 51 16,0 0 17-16,6 60 1 0,-2-4 25 15,-1 8 12-15,3 8 15 0,-1 5 8 0,2 26 3 16,-2 3-7-16,-5 4-3 0,0 3-57 16,-1 0-158-16,-3 1 0 0,-3-3 0 0,-2-4 0 15,-2-1 0-15,-1-3 0 0,1-2 0 16,0-5 0-16,3-20 0 0,0-3 0 0,1-4 0 16,-1-2 0-16,0-3 0 15,3-6 0-15,-1-5 0 0,0-14 0 0,5-2 0 16,-3-1 0-16,-1-9 0 0,3-6 0 15,1-4 0-15,-3 1 0 0,4-6 0 0,-2-1 0 16,-2 1 0-16,4-4 0 0,0 1 0 16,0-3 0-16,0 0 0 0,0 2 0 0,0-8 0 15,0 9 0-15,4-3 0 0,0 0 0 16,1-1 0-16,-5-5 0 0,18 7 0 16,-5-4 0-16,1-3 0 0,4 2 0 0,5 0 0 15,2-4 0-15,6 2 0 0,12 0 0 16,5 0 0-16,4 2 0 0,14 2 0 0,5 3 0 15,0 0 0-15,-1 0 0 0,-4 2 0 16,-3-4 0-16,-4 3 0 0,-11-3 0 16,-2 1 0-16,0-1 0 0,-5 0 0 0,1-2 0 15,-1 1 0-15,-11-3 0 0,-1 1 0 16,-7 0 0-16,1-2 0 0,0 0 0 0,-2-2 0 16,-2 2 0-16,-2-2 0 0,3 1 0 15,-4-1 0-15,0-2 0 0,-3 4 0 0,-2-1 0 16,1-3 0-16,-3 3 0 15,2-3 0-15,0 3 0 0,-4-3 0 0,0-1 0 16,4 0 0-16,-4-2 0 0,0-3 0 0,3-2 0 16,-4-3 0-16,2-8 0 0,-1-10 0 15,-2-4 0-15,4-17 0 0,-2-4 0 16,-1-7 0-16,-1-13 0 0,1-21 0 0,-3-5 0 16,4-7 0-16,-2-5 0 0,3-4 0 15,-3 0 0-15,4 0 0 0,0 1 0 0,0 5 0 16,0 8 0-16,-2 8 0 0,-2 28 0 15,-1 5 0-15,-2 19 0 0,-2 4 0 0,2 11 0 16,-4 5 0-16,2 8 0 0,2 0 0 16,-2 3 0-16,2 3 0 0,-2 0 0 0,0 2 0 15,0 1 0-15,0 4 0 0,0 5 0 16,-6-5 0-16,6 5 0 0,0 0 0 0,-16 12-404 16,9-1-390-16,-4 4-165 15,-7 13 98-15,-8 14-898 0,-5 7-1191 0</inkml:trace>
  <inkml:trace contextRef="#ctx0" brushRef="#br0" timeOffset="53473.29">30868 12034 5053 0,'-14'0'-59'0,"-1"-2"40"0,15 2 42 0,-19 0 50 0,19 0 45 15,-13-2 35-15,13 2 13 0,0 0 3 16,0 0-3-16,-14 0-5 0,14 0 12 16,0 0 22-16,0 0 8 0,0 0-17 15,73 10-17-15,-10-6-18 0,15-1-16 0,7-4-16 16,30-3-11-16,-4-4-23 0,-1-1-39 15,-26 3-30-15,-4-2-14 0,-6 2-7 0,-7-2 3 16,-8 2 2-16,-15 0 10 0,-6 2-6 16,-11 2-2-16,-6-1 5 0,-4 0 12 0,-3 2 10 15,-5-1 7-15,0 2 1 16,-9 0-1-16,12-4-5 0,-12 4-11 0,0 0-39 16,0 0-63-16,0 0-68 0,0 0-103 15,0 0-138-15,0 0-165 0,-32 10-227 0,11-5-33 0,-8 10 95 16,-2-3-655-16,1 2-829 15</inkml:trace>
  <inkml:trace contextRef="#ctx0" brushRef="#br0" timeOffset="53956.28">31153 12235 3749 0,'0'0'-20'0,"0"0"28"0,0 0 31 0,-11-6 42 16,11 6 38-16,0 0 32 0,0 0 24 0,-26 14 12 15,16-6 4-15,2 5 8 0,-1 3 5 16,1 0 17-16,3 1 10 0,-1 0 2 0,4 0-4 16,0 4-15-16,2-3-4 0,4 1-12 15,2 2-4-15,3-1-6 0,11 3-11 0,-2-3-18 16,9-4-16-16,1-3-13 0,7-6-14 16,-5-3-11-16,-1-4-9 0,7-6-7 15,3 1-13-15,-5-7-8 0,0 0-37 16,-5-1-31-16,-3-3 0 0,-5-1 0 0,0-3 0 15,-10 1 0-15,-1 0 0 0,-4-2 0 16,-4-2 0-16,-2-3 0 0,-6-9 0 16,-1 2 0-16,-7 3 0 0,-3 2 0 0,-2 6 0 15,-8 3 0-15,-2 2 0 0,-3 9-32 16,-4 1-208-16,5 3-74 0,3 4-92 0,-12 4-95 16,1-2-125-16,5 6-183 0,0 1 35 15,11-2 73-15,4-3-587 0,5 2-748 16</inkml:trace>
  <inkml:trace contextRef="#ctx0" brushRef="#br0" timeOffset="54456.45">31177 11490 3687 0,'-6'-10'80'0,"6"10"31"0,0-9 11 0,0 9 21 0,7-7 18 0,3 2 8 16,2 1-9-16,-1 0-13 0,4 1-11 16,2 2-13-16,-1 2-12 0,0 2-12 15,2 3-4-15,-3 1 1 0,-1 7 7 0,-3 1 15 16,-8 2 19-16,1 4 32 0,-8 1 21 16,-7 9 19-16,-6 3 15 0,-4 4 15 15,2-7 12-15,-10 4 6 0,13-10-1 0,-4-1-10 16,6-7-18-16,5-3-104 0,2-2-124 15,3-4 0-15,2 1 0 0,2-2 0 0,0-7 0 16,11 12 0-16,3-7 0 0,8-2 0 16,3 2 0-16,4-3 0 0,13 0 0 0,-4-2 0 15,4-5 0-15,-4 3 0 0,-4-1 0 16,-9 1-131-16,-2-2-511 0,-3 3-125 16,-8-1-150-16,-2 0 85 0,-10 2-835 15,8-2-1104-15</inkml:trace>
  <inkml:trace contextRef="#ctx0" brushRef="#br0" timeOffset="55156.78">30723 11215 4190 0,'-11'-1'-161'0,"11"1"39"0,-20-4 27 16,13 3 45-16,7 1 48 16,-16-4 46-16,11 2 46 0,5 2 16 0,-11-2 11 15,11 2 4-15,-8-3-1 0,8 3-4 16,0 0-4-16,0 0-4 0,0 0 6 0,0 0 7 15,0 0 3-15,0 0-6 0,42 7-11 16,-1-3-12-16,19 1-5 0,8-2-11 16,12 1-10-16,8-2-7 0,2 3-7 0,3-4-7 15,-3 1-10-15,-3-2-10 0,-4 2-5 16,-9 1-6-16,-8-3-1 0,-18 2-2 16,-6-2 3-16,-10 0-4 0,-9 1 9 0,-3-1 17 15,-4 0 19-15,-2 0 13 0,-1 1 16 0,-2-1 9 16,-11 0-6-16,18-1 0 15,-9 2-14-15,-9-1-6 0,16 0-10 0,-16 0-8 16,16 0-2-16,-8 3-4 0,-8-3-1 16,17 0 2-16,-17 0-19 0,16 0-2 0,-16 0-1 15,11 1 0-15,-11-1-1 0,11 2-5 16,-11-2-11-16,10 2 4 0,-10-2 6 0,0 0 4 16,11 0 1-16,-11 0 6 0,0 0-1 15,0 0 7-15,9 2 6 0,-9-2 7 0,0 0 1 16,0 0-10-16,0 0-5 0,0 0-4 15,0 0-5-15,12 0-19 0,-12 0-54 0,0 0-62 16,0 0-82-16,0 0-125 16,0 0-182-16,0 0-251 0,0 0-64 0,0 0 80 15,-39-4-651-15,39 4-837 0</inkml:trace>
  <inkml:trace contextRef="#ctx0" brushRef="#br0" timeOffset="56122.16">32068 10732 3464 0,'-9'7'-156'15,"0"-2"37"-15,-2 0 25 0,4 0 27 16,2-1 28-16,1-1 31 0,4-3 20 0,-9 3 18 15,9-3 7-15,0 0 4 0,-7 7 9 16,7-7 10-16,0 0 20 0,0 0 7 0,0 0 14 16,-7 5 15-16,7-5 2 0,0 0 14 15,0 0 12-15,0 0 15 0,0 0 10 0,0 0 9 16,0 0 11-16,0 0 14 0,0 0 18 16,0 0 19-16,0 0-3 0,0 0-23 15,0 0-24-15,-13-16-6 0,13 7-4 16,0-3-11-16,0-5-17 0,2-4-17 0,-1-3-14 15,3-13-13-15,-2-4-13 0,4-2-4 16,1-9-11-16,-1-3-9 0,4-4-10 16,-1 5-6-16,-4-1-3 0,4 13-10 0,-6 5 1 15,3 10-6-15,-4 4-5 0,0 6-6 16,0 0-1-16,-1 5-2 0,-1 0-7 0,2 2-8 16,-2 1-23-16,0 3-32 0,0 6-38 15,-2-12-36-15,2 12-58 0,0 0-81 0,0 0-104 16,0 0-120-16,0 0-162 0,-5 22-167 15,5-12 80-15,2 2-644 0,0 0-830 0</inkml:trace>
  <inkml:trace contextRef="#ctx0" brushRef="#br0" timeOffset="57238.67">31177 10692 3998 0,'1'-10'5'0,"3"3"41"0,0-1 33 15,4-1 28-15,1 1 11 0,2-2 5 0,1 4-3 16,3-2-9-16,1 5-8 0,-1-1-9 16,-1 2-12-16,-1 0-11 0,-13 2-9 15,23 2-5-15,-12 0-4 0,-1 2-5 16,-3-1-4-16,-1 5-1 0,-3-2-4 0,1 4-1 15,-8 0-1-15,3 2 4 0,-9 5-2 16,-2 0 4-16,-4 5 2 0,-4 1 6 0,6-6 12 16,0-4 13-16,1 2 6 0,3-4 7 15,0-2 4-15,5-1 9 0,-3-1 13 16,5-2 19-16,3-5 5 0,-3 11 1 0,3-11-10 16,10 10-11-16,-2-3-13 0,1-3-9 15,1 0-10-15,1 0-12 0,0 0-5 0,3 2-4 16,-5 0 4-16,0-1 7 0,0-3 6 15,-2 4 10-15,-1-1 19 0,-6-5 17 0,7 11 18 16,-7-11-147-16,-5 11 0 16,-1-4 0-16,-3 2 0 0,-5 0 0 0,-5 1 0 15,2-2 0-15,-4 1 0 0,-8 4 0 16,-2-2 0-16,9-2 0 0,1-4 0 0,2 0 0 16,0-3 0-16,3-1 0 0,5 1 0 15,0-4 0-15,11 2 0 0,-15-3-209 0,15 3-662 16,-6-4-90-16,6 4 103 0,0 0-942 15,0 0-1228-15</inkml:trace>
  <inkml:trace contextRef="#ctx0" brushRef="#br0" timeOffset="58505.11">30647 9912 5028 0,'-2'-17'-214'0,"0"3"48"0,0 2 56 15,0 2 66-15,0 0 31 0,0 0 31 0,2-1 28 16,-4 2 32-16,4 3 23 0,-1-3 8 16,1 4-8-16,-2-2-6 0,2 7-13 15,0 0-7-15,0 0 30 0,0 0 17 16,0 0 31-16,5 38 5 0,3 0 28 0,-2 13 4 15,3 2 11-15,1 6-14 0,0-4 0 16,-3 3 2-16,-1-4-10 0,-3-1-6 0,-1-7-3 16,0-3-7-16,-6-2-8 0,3-2-14 15,-3-5-9-15,-2-7-13 0,6-3-24 0,-1-5-95 16,-1-1 0-16,0-7 0 16,2 4 0-16,-3-5 0 0,6 0 0 0,-3-1 0 15,0-3 0-15,0-6 0 0,0 11 0 0,4-6-119 16,-4-5-307-16,9 4-164 0,-9-4-196 15,0 0-91-15,13-2 97 0,-13 2-789 16,0 0-1011-16</inkml:trace>
  <inkml:trace contextRef="#ctx0" brushRef="#br0" timeOffset="63837.25">21820 10272 1219 0,'5'-4'493'0,"-5"4"-123"0,0 0-79 0,10-3-35 0,-10 3-6 16,0 0-11-16,0 0-16 15,0 0-13-15,3-5 7 0,-3 5-1 0,0 0 2 16,0 0-5-16,0 0-7 0,0 0-5 16,0 0 5-16,0 0-7 0,0 0-9 0,0 0 7 15,0 0-10-15,0 0-8 0,0 0-15 16,0 0-9-16,0 0-13 0,0 0-16 0,0 0-9 15,0 0-13-15,-16-4-4 0,16 4-6 16,-22 4-6-16,13 0 1 0,-3-3-10 0,3 2-4 16,-2 3-9-16,-1-2-2 0,-3 3-3 15,4-5-4-15,-5 5-2 0,3-2-11 0,1 3 3 16,1-4-6-16,-3 2-5 16,5 1 1-16,0-3-7 0,-3 6-4 0,3-5-1 15,-2 4 4-15,0-4 5 0,0 5 0 16,0-2-1-16,-1 1-1 0,3 1 1 0,2-3 0 15,-5 3-5-15,2-1-6 0,1-1-11 16,-1 1-11-16,1 1 0 0,0 0 0 0,-2 0 0 16,0-2 0-16,4 2 0 0,-2-2 0 15,-2 3 0-15,2-3 0 0,-3 2 0 16,3-1 0-16,2-1 0 0,-1 2 0 0,2-3 0 16,-2 2 0-16,3-2 0 0,-3 3 0 15,5-1 0-15,-6-1 0 0,6 2 0 16,-3-2 0-16,1 1 0 0,1-1 0 0,-2 1 0 15,5 1 0-15,-8-2 0 0,5 3 0 16,-1-2 0-16,-1 2 0 0,3-4 0 0,-4 4 0 16,4-3 0-16,-1 2 0 0,-2 1 0 15,4-3 0-15,-1 1 0 0,-3 2 0 16,4-5 0-16,2 2 0 0,-1 1 0 16,-2-1 0-16,3 1 0 0,-2-2 0 0,2 1 0 15,0 1 0-15,-2-1 0 0,2 2 0 16,2-4 0-16,-2 3 0 0,0-1 0 0,0 0 0 15,2 0 0-15,-2-2 0 0,0 5 0 0,3-5 0 16,-2 4 0-16,1-1 0 0,2-1 0 16,0 0 0-16,-3 1 0 0,3-2 0 15,-2-1 0-15,4 3 0 0,-3 0 0 16,2-1 0-16,0 1 0 0,-1-1 0 0,2-1 0 16,-1 2 0-16,1-3 0 0,0 3 0 15,2 0 0-15,-1-2 0 0,0-1 0 0,4 1 0 16,-2 0 0-16,-4 0 0 0,7 1 0 15,-1-1 0-15,0 0 0 0,2-2 0 0,-2 1 0 16,-2-2 0-16,3 0 0 0,-1 2 0 16,-2-3 0-16,1-2 0 0,1 2 0 0,0 0 0 15,-2-2 0-15,2 3 0 16,-1 0 0-16,-1-4 0 0,-9 0 0 0,19 0 0 16,-7 2 0-16,-1 0 0 0,-1-2 0 15,3 0 0-15,-2 2 0 0,3-2 0 0,-14 0 0 16,25 0 0-16,-12-2 0 0,0 2 0 15,-13 0 0-15,19-2 0 0,-8 2 0 0,-1-2 0 16,-10 2 0-16,21 0 0 0,-21 0 0 16,17 0 0-16,-6-3 0 0,-11 3 0 0,22-1 0 15,-22 1 0-15,17-2 0 0,-17 2 0 16,20-2 0-16,-9 2 0 0,0-1 0 0,0-2 0 16,3 3 0-16,-3-3 0 0,1 0 0 15,-1 0 0-15,0-1 0 0,1 0 0 16,-3 0 0-16,0 0 0 0,3 0 0 0,0-1 0 15,-3 2 0-15,1-2 0 0,-1 1 0 16,-1 1 0-16,2-2 0 0,-3 0 0 0,0 0 0 16,1 1 0-16,-2 0 0 0,2-2 0 15,-3-1 0-15,3 4 0 0,-3-2 0 0,2-1 0 16,-2-1 0-16,3 1 0 16,-3 0 0-16,4-2 0 0,-4-1 0 0,1 1 0 0,-1 1 0 15,1-1 0-15,-1-1 0 0,2-1 0 16,-2 1 0-16,1 0 0 0,-3-1 0 0,3 2 0 15,0-3 0-15,-2 3 0 0,2-2 0 16,-3 3 0-16,1-3 0 0,0 1 0 16,-1 0 0-16,-1-2 0 0,3 3 0 0,-1 0 0 15,-3-1 0-15,-1-1 0 0,2 1 0 16,0-1 0-16,-2-2 0 0,2 0 0 16,-2 0 0-16,0-2 0 0,0 0 0 15,0-2 0-15,-2-2 0 0,0 0 0 0,0 0 0 16,2 1 0-16,-1-1 0 0,-1 4 0 0,-3-3 0 15,1 2 0-15,1 1 0 0,-3 2 0 16,-1-1 0-16,-1 1 0 0,-2 0 0 0,-1 3 0 16,-5-3 0-16,-2 4 0 0,-5 1 0 15,0 0 0-15,-2 4 0 0,-4-1 0 0,3 3 0 16,0 1 0-16,-3 0 0 0,0 3 0 16,-7 1 0-16,6 4 0 0,1-1-319 15,1 3-704-15,3 0 100 0,5-2-1092 16,4 1-1432-16</inkml:trace>
  <inkml:trace contextRef="#ctx0" brushRef="#br0" timeOffset="66471.11">28729 13919 3941 0,'-3'-7'-12'0,"1"6"-18"0,2 1 26 15,-8 15 53-15,1 19 60 16,-3 20 32-16,1 8 3 0,-2 32 2 0,-3 6 11 15,3 10 16-15,-1 7 21 0,4 4 5 16,-3 7-14-16,-5 1-7 0,3 1-15 16,6-6-9-16,-7-3 30 0,5-11-4 0,3-12-6 15,1-22 1-15,3-3 4 0,-5-9-9 16,7-1-10-16,-3-7-9 0,3-13-9 0,-2-4-2 16,2-6-14-16,-2-7-11 0,2-3-10 15,-2-2-8-15,0-1-6 0,2-3-8 0,0 0-51 16,-1-2-32-16,-1-1 0 0,2 0 0 15,-2-3 0-15,2 1 0 0,-2-3 0 0,2-1 0 16,0 1 0-16,2-2 0 16,0 1 0-16,1-3 0 0,1 2 0 0,3-2 0 15,6 1 0-15,1-3 0 0,8 0 0 16,4-1 0-16,16-3 0 0,8 0 0 0,14-3 0 16,7-4 0-16,4 3 0 0,-2-2 0 15,8 2 0-15,-4-1 0 0,-2-1 0 0,3 3 0 16,-3-2 0-16,-5 4 0 0,-4-5 0 15,-5 2 0-15,-13 0 0 0,-2 1 0 0,-4 1 0 16,-2-2-9-16,-4-2-12 0,-7 2 6 16,-4 0 2-16,-2 1 5 0,0-1 1 15,-3-4 8-15,3 3 8 0,-2-1 5 16,8-5 3-16,-5-2 4 0,1-1-10 0,-2 3-11 16,-2-6 0-16,1-1 0 0,0-2 0 15,-5-4 0-15,0-4 0 0,-1-4 0 0,-2-13 0 16,-2-7 0-16,-2-9 0 0,-5-10 0 15,-1-7 0-15,-2-27 0 0,0-7 0 0,-4 0 0 16,2-2 0-16,2 1 0 0,0 2 0 16,0 7 0-16,0 24 0 0,0 7 0 0,0 9 0 15,0 18 0-15,-1 7 0 0,-1 11 0 16,0 7 0-16,0 5-80 0,-1 5-188 16,-1 6-46-16,-4 6-71 0,6 0-77 15,-17 11-109-15,6 4-180 0,-5 9-42 0,-4 7 78 16,4 12-595-16,-5 5-768 0</inkml:trace>
  <inkml:trace contextRef="#ctx0" brushRef="#br0" timeOffset="67057.45">29297 15530 3510 0,'-1'-11'26'16,"1"11"20"-16,-4-7 9 0,4 7 15 0,0 0 35 0,-9-3 33 0,9 3 29 15,0 0 16-15,-22 19 6 0,15-7 9 16,-5 5 0-16,3 2 9 0,0 1 7 0,-3 9-8 15,6-8 1-15,4-1-6 0,-2-3-9 16,8 2-9-16,0-1-18 0,1-1-9 0,7 0-10 16,-1-1-13-16,5-3-16 0,3-1-7 15,-2-5-11-15,5 0-8 0,-2-5-8 16,1-2-12-16,4-2-8 0,0-3-12 0,3-5-7 16,-5-1-9-16,2-2-4 15,-6-3-7-15,-6 0-3 0,-4 0-7 0,1-6-4 16,-6-1-5-16,-2-2-4 0,-4-14-19 15,-2 3-20-15,-4 0-25 0,-3 4-16 0,0 1-22 16,-7 6-25-16,0 4-32 0,4 5-47 16,-5 6-51-16,-4 4-53 0,4 6-64 0,-4 0-72 15,-13 4-106-15,-4 4-188 0,2 2 49 16,-2 1 61-16,-4 9-386 0,12-10-491 16</inkml:trace>
  <inkml:trace contextRef="#ctx0" brushRef="#br0" timeOffset="67453.33">28703 15294 2972 0,'-23'0'102'0,"6"-4"8"0,2 4 3 16,3 0 46-16,12 0 24 16,-17-2 16-16,17 2 1 0,0 0-8 0,-14-2-6 15,14 2-5-15,0 0-2 0,0 0-14 16,75-9-15-16,-6 2-16 0,15 0-15 16,29-2-7-16,8-5-13 0,5-3-34 0,2 1-36 15,-6-1-21-15,-6 2-12 0,-12-6-12 16,-25 8 2-16,-13-2 5 0,-7 4 0 0,-19 2 7 15,-6 3 24-15,-7 0 14 0,-7 4 12 16,-8-1 3-16,2 0 2 0,-6 3-2 0,-8 0-7 16,0 0-6-16,0 0-24 0,0 0-41 15,0 0-52-15,0 0-90 0,0 0-109 16,0 0-132-16,-27 14-213 0,14-12-72 16,-1 5 72-16,-1-1-417 0,0-1-512 15</inkml:trace>
  <inkml:trace contextRef="#ctx0" brushRef="#br0" timeOffset="69036.47">29071 14829 2890 0,'-10'-3'7'0,"10"3"20"0,0 0 32 15,-13-6 36-15,8 1 69 0,5 5 14 0,-4-7 21 16,4 7 4-16,-5-11-7 0,5 4-10 16,0 7-14-16,7-15-9 0,0 8-4 15,-1-2-10-15,5 1-12 0,3 1-9 0,0 0-19 16,4 4-10-16,-1-1-11 16,0 4-4-16,2 2-13 0,0 2-6 0,-2 2-6 15,3 4 6-15,-5 3 7 0,-4 5 14 16,-1-1 16-16,-8 1 20 0,-2 1 36 0,-4 5 17 15,-6 8 16-15,-5 1 7 0,-1-2 8 16,-2-4 12-16,0 1 3 0,4-4 0 0,2-6-9 16,2-6-11-16,5-1-145 0,-3-2-56 15,7-1 0-15,-2-2 0 0,3-6 0 0,3 12 0 16,4-9 0-16,4 2 0 0,5-1 0 16,0-2 0-16,6-2 0 0,3 3 0 15,1-3 0-15,-2 0 0 0,5 0 0 16,-2 3 0-16,0-3 0 0,-6 1 0 15,-1-1 0-15,-4 0 0 0,-1 2 0 0,-1-2 0 16,-2 2-262-16,0-2-309 0,-12 0-118 16,17 0-208-16,-17 0 58 0,14-2 88 0,-14 2-671 15,15-6-874-15</inkml:trace>
  <inkml:trace contextRef="#ctx0" brushRef="#br0" timeOffset="69618.8">30147 13958 3685 0,'6'-32'-114'0,"-4"6"42"0,1 2 36 0,2 0 47 0,-1 2 60 16,-2 0 51-16,1 5 32 0,1 0 23 0,0 2 17 15,-2 2 7-15,-1 1-8 0,-1 4-10 16,2-2-16-16,0 2-16 0,-2 8-19 16,3-4 2-16,-3 4 29 0,0 0 9 15,5 29 15-15,-5-3 14 0,4 16 1 0,-4 16 0 16,-2 6 10-16,0 0-1 0,-1-1 5 15,-2 2-3-15,1-2 1 0,-1 0-7 16,1-7-7-16,2-11-4 0,-1-3-154 0,1-4-42 16,0-3 0-16,2-7 0 0,0-7 0 15,0-4 0-15,-2-1 0 0,2-5 0 0,0 0 0 16,0-2 0-16,0 1 0 0,0-3 0 16,2 3 0-16,-2-10 0 0,0 12 0 0,0-8 0 15,0-4 0-15,4 3 0 0,-4-3-543 16,0 0-166-16,0 0-177 0,0 0 20 15,0 0 99-15,0 0-736 0,0 0-950 0</inkml:trace>
  <inkml:trace contextRef="#ctx0" brushRef="#br0" timeOffset="70186">28802 14454 3853 0,'-14'-3'-132'0,"3"1"26"0,4 1 18 0,7 1 30 0,-12-6 33 0,12 6 28 0,0 0 29 16,-11-3 15-16,11 3 6 0,0 0 9 15,0 0 10-15,0 0-6 0,0 0 9 16,0 0 3-16,28-16 4 0,10 11-5 0,21-1-3 16,10-3-8-16,9-1-10 0,30-1-7 15,5 1-3-15,9-3-5 0,4 4-2 16,0-1-10-16,-7 0-1 0,-4 2-7 0,-33 2-2 16,-6 1-2-16,-8-1 3 0,-23 2-6 15,-6 2 3-15,-7 0 25 0,-10 0 21 16,-4 0 9-16,-5 0 4 0,-1 0 0 0,-3 2-1 15,-9 0-3-15,13 0-8 0,-13 0-6 16,0 0-4-16,4 8-5 0,-4-8-9 16,0 0-30-16,0 8-52 0,0-8-74 0,0 0-116 15,-6 11-130-15,4-3-174 0,-2-3-131 16,1 0 71-16,-1 1-366 0,-3-1-439 16</inkml:trace>
  <inkml:trace contextRef="#ctx0" brushRef="#br0" timeOffset="72068.61">29244 13691 2989 0,'-11'-8'170'0,"2"0"24"0,0 4 36 16,6-1 38-16,3 5 2 0,-6-11-5 15,4 4-1-15,2 7-29 0,4-13-19 0,1 7-20 16,4 0-28-16,0 0-16 0,4 3-16 16,4 0-16-16,1 3-14 0,0 3-11 0,4 2-2 15,-1 5-9-15,-3-3-9 0,6 12-5 16,-12-2-2-16,0 0 19 0,-8 2 1 15,-4 3 33-15,-7 10 23 0,-7 2 21 16,-3 0 18-16,-8 7 13 0,0-1 6 0,6-10 12 16,-3-5 7-16,2-2-115 0,5-4-106 15,4-6 0-15,1-1 0 0,7-3 0 16,-4-4 0-16,5 1 0 0,2-6 0 0,7 12 0 16,4-8 0-16,8-1 0 0,5-3 0 15,21 0 0-15,-4-1 0 0,5-3 0 0,0-1 0 16,0 0 0-16,-6 1 0 0,-10 1 0 15,-5-1 0-15,-5 3 0 0,-4-2 0 16,0 1 0-16,-5-2 0 0,-2 2 0 0,-9 2 0 16,18-4 0-16,-15 4 0 0,-3 0 0 15,0 0 0-15,0 0 0 0,15 3 0 0,-15-3 0 16,0 0-399-16,-4 10-643 0,4-10 115 16,-3 12-1053-16,-5-5-1399 0</inkml:trace>
  <inkml:trace contextRef="#ctx0" brushRef="#br0" timeOffset="77867.75">5823 4935 2858 0,'0'0'158'0,"0"0"20"0,-17-10 16 16,17 10-4-16,-4-12-4 0,4 5-14 16,4-5-5-16,0-2-28 0,4-3-7 15,5-8-4-15,6-1-6 0,3 5-12 0,1-2-14 16,1 4-6-16,1 2-8 0,-5 7-11 16,-3 1-9-16,5 4-3 0,-6 2-3 0,0 1-9 15,-3 2-3-15,3 3-4 0,-2 1-2 16,-2 3-2-16,0 3-1 0,-1 2 0 0,-8 2-5 15,4 3 0-15,-5 0-7 16,-4 7 2-16,0 3-2 0,-5 5-2 0,0-2-1 16,2-2-3-16,-1-6-3 0,2-6 3 15,2 1-6-15,1-4-1 0,-1-1 4 16,4 0-3-16,1 2 7 0,5-2 5 0,5 2-1 16,0 0-1-16,12 3-1 0,-1 1 1 15,5-1 0-15,0-2 0 0,-3-1 1 0,-1 2 11 16,-3-3 7-16,-8-1 15 15,0 3 28-15,-6-3 8 0,-5 0 39 0,-3 1 7 16,-1 3-1-16,-9 3-8 0,-11 5-13 16,-2-2-2-16,-4 0-15 0,-1-1-11 0,-5-2-1 15,1-1-16-15,0-3-2 0,-1-1-9 16,3-4-8-16,5-3-4 0,6-1-8 16,2-2-25-16,0-2-61 0,5-2-59 0,1 3-74 15,1-2-108-15,10-1-154 0,-13 2-176 16,13-2-231-16,0 0 69 0,0 0 80 0,0 0-541 15,-4-10-704-15</inkml:trace>
  <inkml:trace contextRef="#ctx0" brushRef="#br0" timeOffset="83333.16">31042 14314 3123 0,'-10'-14'171'0,"4"3"-28"0,-1 1 18 16,1 3 29-16,1-1 4 0,2 2 11 15,-1-2-10-15,4 8-11 0,-6-9 9 0,6 9 0 16,-3-12-10-16,3 12-19 0,-4-6-12 16,4 6-15-16,-2-7-12 0,2 7-11 15,0 0-17-15,0 0-13 0,0 0 8 0,0 0 31 16,0 0 10-16,4 36 4 0,0 3 14 15,1 17 11-15,1 7 17 0,-4 4 5 0,-1 8 8 16,2 6 5-16,-3 22-4 16,0-18-7-16,2-2-2 0,0-1-114 0,0-2-70 0,0-5 0 15,-1 0 0-15,-1-7 0 16,0-4 0-16,0-17 0 0,2-1 0 0,0-5 0 16,0-4 0-16,-2-8 0 0,0-5 0 15,2-5 0-15,-2-3 0 0,0-3 0 0,0-1 0 16,0-2 0-16,0 0 0 0,2-2 0 15,-2-2 0-15,0-6 0 0,0 14 0 16,0-8 0-16,0-6 0 0,0 9 0 0,0-9 0 16,2 9 0-16,-2-9 0 0,0 8 0 15,0-8 0-15,0 0 0 0,1 8 0 16,-1-8 0-16,0 0 0 0,0 0 0 0,0 9 0 16,0-9 0-16,0 0 0 0,7 6 0 0,-7-6 0 15,11 3 0-15,-2 0 0 16,-9-3 0-16,31 0 0 0,-10 0 0 0,8 0 0 15,14-4 0-15,5 1 0 0,-1-1 0 16,14 3 0-16,-9-3 0 0,0 3 0 16,-4 1 0-16,1-2 0 0,-3 2 0 0,-5 2 0 15,-6-2 0-15,-11 0 0 0,1 0 0 16,-6 0 0-16,-2-2 0 0,0 4 0 0,-3-2 0 16,1 0 0-16,-3 0 0 0,-1 0 0 15,-11 0 0-15,17 1 0 0,-7-1 0 16,-10 0 0-16,12 0 0 0,-12 0 0 0,13 0 0 15,-13 0 0-15,0 0 0 0,12 0 0 0,-12 0 0 16,0 0 0-16,12-1 0 16,-12 1 0-16,12-6 0 0,-9 0 0 0,3 0 0 15,0-5 0-15,0-1 0 0,-1-8 0 16,3-12 0-16,-5-5 0 0,3-7 0 16,-1-12 0-16,-4-12 0 0,-1-7 0 0,0-6 0 15,0-25 0-15,0 1 0 0,-6 1 0 16,4 19 0-16,-2 7 0 0,1 5 0 15,-1 5 0-15,-1 10 0 0,5 15 0 0,-4 5 0 16,4 11 0-16,-2 5 0 0,0 7 0 16,2-1 0-16,-2 4 0 0,2 2 0 15,-3 1 0-15,2 2 0 0,1 7 0 0,-4-5 0 16,4 5 0-16,0 0-236 0,-13 18-327 16,4-3-104-16,-3 4-202 0,-1 8 17 15,-1 0 86-15,-3 4-675 0,2-2-892 0</inkml:trace>
  <inkml:trace contextRef="#ctx0" brushRef="#br0" timeOffset="83884.25">31236 15200 3978 0,'-16'-3'-31'0,"-1"1"23"0,3-1 35 0,2 1 61 0,1 0 55 16,11 2 36-16,-20 0 25 0,20 0 13 16,-18-4-13-16,18 4-8 0,-11 0-13 0,11 0-7 15,0 0-12-15,-11-2-17 0,11 2 3 16,0 0-3-16,0 0-1 0,0 0-11 0,53-2-10 15,-9 2-11-15,12 0-17 0,12-2-12 16,6 0-11-16,3-2-9 0,-2 2-6 0,-3 0-20 16,-6 2-18-16,-12 0-13 0,-9 0 3 15,-2 0-4-15,-13 0 0 0,-6 0-4 16,-6-2 1-16,-3 4 0 0,-2-2-2 16,-13 0 3-16,20 0 1 0,-20 0-5 15,11 2 8-15,-11-2-10 0,0 0-20 0,3 2-34 16,-3-2-48-16,0 0-64 0,0 0-82 15,0 0-96-15,-9 12-127 0,4-6-183 0,-4-3-131 16,0 3 79-16,0 2-528 0,-3 1-696 16</inkml:trace>
  <inkml:trace contextRef="#ctx0" brushRef="#br0" timeOffset="84533.14">31432 15344 3175 0,'0'-10'-52'0,"0"10"32"0,-2-9 20 0,2 9 33 0,-2-8 45 0,2 8 41 15,-4-9 18-15,4 9 11 0,0 0-5 0,-2-8-5 0,2 8-7 16,0 0-3-16,0 0-9 0,-2-6 0 16,2 6-10-16,0 0 0 0,0 0-7 0,0 0-2 15,0 0 0-15,0 0 12 0,0 0 18 16,-26 13 9-16,16-5 15 16,-3 6 4-16,1-1 1 0,-9 8 7 0,5 2 3 15,2-5 2-15,-1 7-1 0,6-5-7 16,0-1-10-16,6-3-8 0,-1 0-6 0,4 0-7 15,4-2-8-15,-1 1-3 0,6-1-8 16,0-3-9-16,2 1-8 0,5-4-7 16,-1-2-7-16,6-1-13 0,-2-3-1 0,1-2-15 15,2-4 3-15,1 0-16 0,-3-5-40 16,1 2 0-16,-1-5 0 0,0-5 0 16,-2 0 0-16,-7-3 0 0,-1 2 0 15,-4-4 0-15,-3 0 0 0,-5-4 0 0,-1 1 0 16,-8-6 0-16,-1 3 0 0,1 7 0 15,-3 6 0-15,1 4 0 0,-9 0 0 0,6 5-81 16,-4 3-245-16,-1 6-126 0,-2 3-165 16,-7 5-271-16,4 2 41 0,-1 0 87 15,2 4-675-15,4 3-886 0</inkml:trace>
  <inkml:trace contextRef="#ctx0" brushRef="#br0" timeOffset="87068.48">6738 4708 2699 0,'-5'21'168'0,"-6"-8"10"15,-2 13 15-15,-4 3-1 0,4 6-6 16,-7 11-10-16,8 1-25 0,2-6-17 0,4 0-13 15,6-2 5-15,6 0 0 0,4 0-5 16,7 2-3-16,7-4-10 0,5-4-7 16,10-4-7-16,2-5-13 0,4-4-7 0,-2-10-3 15,0-1-9-15,0-5-8 16,-2-3 0-16,-3-4-6 0,-2-4-6 0,-1-5-3 16,0-3 3-16,-7-6 18 0,-1-3 9 15,-5-3 20-15,-2-4 14 0,-7-6 6 0,-5 0 8 16,-6-7-10-16,-6 1-14 0,-6-15-7 15,-9-2-6-15,-2 2-13 0,-8 0-3 0,-1 4-7 16,-2 9-9-16,-4 6 10 0,0 10-27 16,2 10-6-16,-2 9 1 0,-2 9-20 0,-3 10-32 15,-11 5-39-15,6 8-55 0,4 4-76 16,3 3-123-16,4 3-149 0,5-1-244 16,11-3-44-16,-1-5 85 0,7 4-527 0,10-5-661 15</inkml:trace>
  <inkml:trace contextRef="#ctx0" brushRef="#br0" timeOffset="89815.29">3214 10524 3536 0,'-1'-22'38'16,"-1"5"-2"-16,0 5-6 0,0 3-24 16,0 9 8-16,2 0 32 0,-10 28 48 0,-3 23 29 0,-3 16 20 15,-6 36 22-15,-6 23 7 0,-1 21-5 16,-8 53 7-16,5-1-17 0,6-4-12 16,8-45 11-16,5-1 30 0,3-3 23 15,5-9 20-15,1-8 15 0,6-11 16 0,1-9-4 16,1-9-18-16,2-21-12 0,0-4-11 15,0-2-11-15,-3-3-10 0,-1-5-18 16,0-5-12-16,-2-2-19 0,0-11-102 0,-4 11-43 16,1-2 0-16,-3 1 0 0,-2 2 0 15,0-4 0-15,1-1 0 0,0-11 0 0,0-4 0 16,2-3 0-16,-1-3 0 0,2-8 0 16,1-4 0-16,3-7 0 0,-2-3 0 15,0-1 0-15,2 2 0 0,0-6 0 16,0 1 0-16,0-7 0 0,4 10 0 0,1-4 0 15,3-4 0-15,2 1 0 0,1 0 0 16,4-1 0-16,4 0 0 0,8-4 0 0,14 0 0 16,9-1 0-16,11-4 0 0,11 2 0 15,9-4 0-15,30-2 0 0,9 2 0 16,5-4 0-16,10 0 0 0,3-1 0 0,4 1 0 16,1-1 0-16,1 1 0 0,-4 3 0 15,-6-2 0-15,-8 4 0 0,-10-1 0 0,-6 3 0 16,-30 4 0-16,-3-4 0 0,-10 3 0 15,-10-2 0-15,-16 1 0 0,-8 3 0 16,-8-3 0-16,-2-1 0 0,-5 0 0 16,3-4 0-16,-3-1 0 0,-1-3 0 0,0-11 0 15,0-1 0-15,-3-5 0 0,-3-8 0 16,-6-16 0-16,1-6 0 0,-6-8 0 0,-4-7 0 16,-3-26 0-16,-4-11 0 0,-3-9 0 15,-1-12 0-15,-1-4 0 0,0-7 0 0,0-3 0 16,3-8 0-16,-1 1 0 0,3 3 0 15,4 7 0-15,-5 10 0 0,3 16 0 0,-1 17-82 16,5 34-16-16,-4 11-20 16,4 19-44-16,1 13-55 0,-1 9-61 0,-3 8-78 15,-2 10-76-15,-3 9-93 0,-4 12-140 16,-5 8-111-16,0 10 78 0,-3 8-589 16,2 7-746-16</inkml:trace>
  <inkml:trace contextRef="#ctx0" brushRef="#br0" timeOffset="90491.34">3356 13075 3701 0,'-9'-8'75'0,"9"8"14"0,-7-5-2 16,3 1 5-16,4 4 10 0,0 0 20 16,-13-4 36-16,13 4 19 0,0 0 0 15,-10-6-7-15,10 6-5 0,0 0-13 16,0 0-12-16,16-8-12 0,4 8-8 0,23-4-14 16,23 4-8-16,17-2-7 0,28-1-8 15,13-5-13-15,10-1-25 0,-3 0-15 0,7-1-33 16,-3 0-7-16,6-4-4 0,-6 6 1 15,-9-4-1-15,-2 1 6 0,-14 1-3 0,-26 3 2 16,-6-1 5-16,-9 2 0 0,-22 2 0 16,-4 0 3-16,-13 0 14 0,-6 0 18 15,-6 4 6-15,-2 0 12 0,-3-4 2 16,-4 4-2-16,-9 0-4 0,17-3 1 0,-17 3-5 16,13-4-7-16,-13 4-4 0,9-3-34 15,-9 3-41-15,0 0-66 0,11-3-82 16,-11 3-118-16,0 0-135 0,0 0-174 0,0 0-110 0,0 0 84 15,0 0-512-15,0 0-623 16</inkml:trace>
  <inkml:trace contextRef="#ctx0" brushRef="#br0" timeOffset="95997.07">4003 13247 3075 0,'0'0'-35'0,"0"0"27"15,0 0 15-15,-12 14 25 0,12-14 23 16,0 0 28-16,0 0 17 0,0 0 27 0,0 0 3 16,0 0-10-16,0 0 5 0,0 0 5 15,0 0 2-15,0 0 11 0,0 0 6 16,0 0 7-16,0 0-4 0,0 0 3 0,0 0 2 15,0 0-3-15,0 0-9 16,0 0-15-16,0 0-8 0,0 0-18 0,0 0-10 16,0 0-8-16,25-19-9 0,-16 16-6 15,-9 3-7-15,18-5-12 0,-9 3-3 0,5 2-5 16,-14 0 0-16,27 0-2 0,-16 2-11 16,3 1-5-16,-5 2-2 0,2 0-1 0,1 1-1 15,-4 0 2-15,-1 3 8 0,-1 1 12 16,-5 2 9-16,-1 2 12 0,-1 3 19 15,-5-2 4-15,-3 7 8 0,-5 3-2 0,-1 0 11 16,4-5-1-16,1-5 3 0,1-1-3 16,1-5-7-16,5 1-6 0,-4 0-7 0,3-2-2 15,3-2-6-15,1-6-5 0,-4 9-8 16,4-9-7-16,2 11-3 0,-2-11-8 16,9 7-3-16,-1 0-4 0,0-2-34 0,1 0-4 15,-1 2 0-15,2-2 0 0,-3 2 0 16,0-1 0-16,2 1 0 0,-4 0 0 15,1 2 0-15,-3-1 0 0,1-1 0 0,-2 0 0 16,-2-7 0-16,-6 17 0 16,3-7 0-16,-5-1 0 0,0-1 0 0,-3 2 0 15,-2-3 0-15,-1 1 0 0,-1-2 0 16,-6 2 0-16,-2-4 0 0,1 1 0 16,2-1 0-16,-1-2 0 0,1 0 0 0,4-2 0 15,0 0 0-15,2 0 0 0,-2 2 0 0,3-4-326 16,2 4-258-16,11-2-144 0,-21-4-178 15,13 2 84-15,0-2 78 0,8 4-644 16,-7-5-841-16</inkml:trace>
  <inkml:trace contextRef="#ctx0" brushRef="#br0" timeOffset="97214.4">4321 12440 3703 0,'0'0'-109'0,"2"-9"24"0,-2 9 28 15,0 0 24-15,0 0 30 0,-7-10 42 16,7 10 23-16,-22-4 17 0,11 4 10 16,-8 0 9-16,-1 4 6 0,-7-1 11 0,-7 4 12 0,1 2 0 15,-1-1 0-15,9 1-6 16,4-1-11-16,2-1-5 0,2 2-10 0,1-1-7 15,5-1-6-15,2 1-3 0,2 0-1 16,2 1 4-16,1-3 3 0,6 4 2 0,2 3-4 16,4 1-7-16,11 6-3 0,-2 1-8 15,8-4-9-15,4 5-1 0,-3-3-6 16,-2 1-7-16,-2 1-4 0,1-4 0 0,-7-2-7 16,-5-1 8-16,-4-2 7 0,0 1 13 15,-5-1 15-15,0 1 15 0,-4-1-14 16,-3 3 18-16,-3-1 13 0,-4 0 3 0,-1 1-2 15,-4-3-3-15,0-1-6 0,-2-1-9 16,0 0-7-16,-2-3-12 0,0-1-8 16,1 0-5-16,4-1-10 0,-4-2-2 0,6-1-17 15,-2 0-44-15,3-2-47 0,-1 2-50 16,5-2-53-16,9 0-75 0,-20 0-107 0,11 0-120 16,0-6-169-16,9 6-156 0,-18-3 79 15,9 0-620-15,2-1-789 0</inkml:trace>
  <inkml:trace contextRef="#ctx0" brushRef="#br0" timeOffset="97981.31">3933 11745 3864 0,'-19'-3'-38'0,"19"3"13"15,-14-2 29-15,14 2 31 0,0 0 47 16,0 0 14-16,-7-5-5 0,7 5-10 0,0 0-10 16,19-19-5-16,-6 13-7 0,6-3-5 15,4 4-5-15,-6 2-2 0,4 3-11 0,4 3 0 16,0 2-8-16,6 12 4 0,-3 4-5 15,-7 5-9-15,-4 6 4 0,-4 5 8 16,-6 1 2-16,0 3 1 0,-7-2 5 0,-2 2 3 16,-3-2 0-16,2-3 3 0,-3-2-3 15,1 0-7-15,-1-8 1 0,3-4-7 0,-4-1-5 16,3-3 5-16,2-2-7 0,-1-1-10 16,1-3-28-16,0-2-39 0,0 1-58 15,2-5-77-15,0 2-93 0,0-8-120 16,4 4-159-16,-4-4-60 0,0 0 74 0,0 0-272 15,14-20-308-15</inkml:trace>
  <inkml:trace contextRef="#ctx0" brushRef="#br0" timeOffset="98164.2">4055 12086 2300 0,'0'0'120'0,"-19"2"21"0,19-2 6 0,-11-3 7 15,11 3 13-15,0 0 27 0,0 0 30 16,-10-5 6-16,10 5-16 0,0 0-21 0,0 0-18 15,0 0-16-15,34-14-29 16,-13 9-53-16,2-2-71 0,9 0-104 0,4-1-133 16,-3-1-171-16,-1 1-231 0,-7 5 43 15,-4 0 75-15,-10 1-221 0,-1 2-226 0</inkml:trace>
  <inkml:trace contextRef="#ctx0" brushRef="#br0" timeOffset="98947.6">3132 12337 2008 0,'-11'-2'47'0,"11"2"18"0,-19 0 6 15,11 0 18-15,8 0 20 0,0 0 19 16,-19-1 10-16,19 1 1 0,0 0-1 0,-13-2-16 16,13 2 0-16,0 0-14 15,0 0-10-15,0 0-4 0,43-4-8 0,2 1-6 16,21 0-9-16,10-1-8 0,10-3-4 16,34 1-21-16,4-2-44 0,-2-2-33 0,3 2-26 15,-3 1-8-15,3-1 4 0,-5 0 1 16,-6-1 4-16,-3 5 3 0,-23-4 9 0,-9 2 5 15,-8 0 4-15,-8 1 4 0,-18 1 7 16,-4 2 13-16,-11-2 11 0,-8 2 7 16,-4 1 12-16,-5 0 1 0,-1-2-4 0,-3 2 2 15,-9 1-16-15,18-4-32 16,-18 4-59-16,16-4-102 0,-16 4-132 0,12-5-175 0,-12 5 46 16,12-3-81-16,-12 3-45 0</inkml:trace>
  <inkml:trace contextRef="#ctx0" brushRef="#br0" timeOffset="99652.04">5192 10960 1719 0,'-5'-36'138'0,"3"-2"7"16,-2 1 12-16,3 0 19 0,-1 1 26 15,2 6 15-15,0 2 9 0,0 2 7 16,2 1 6-16,-1 4-2 0,-1 3-14 0,0 4-15 15,0 1-23-15,2 3-25 0,-2 7-13 16,0 3 24-16,0 0 14 0,9 35 9 0,-3 2 9 16,1 21-12-16,2 11 1 0,0 5 1 15,5 22 2-15,-3-3-5 0,4-4-20 0,-5-17-4 16,5-1-10-16,-2-3-7 0,0-8-14 16,1-6-16-16,-6-13-9 0,-1-2-11 0,0-3-13 15,2-7-9-15,-4-3-6 16,-1-9-13-16,2-1-34 0,-5-4-43 0,1-2-61 15,0-1-60-15,-2-3-67 0,2-1-107 16,-2-5-137-16,0 0-143 0,0 0-200 0,-11 2 27 16,11-2 86-16,-20-9-577 0,8 2-719 15</inkml:trace>
  <inkml:trace contextRef="#ctx0" brushRef="#br0" timeOffset="100847.01">3227 11373 2955 0,'-9'-6'110'0,"2"0"-40"0,1 3-32 0,6 3-12 16,-12-4-17-16,12 4-2 0,-5-3 6 15,5 3 0-15,0 0-1 0,0 0-2 0,0 0 8 16,0 0 6-16,39-4 12 0,9 7-8 16,24-2 3-16,20 0 6 0,35-1-5 15,7 2-6-15,11 2-9 0,4-6-18 0,2 0-22 16,-3 0-12-16,-7-3-10 0,-8 0-4 15,-11 0 4-15,-13-2 5 0,-29 0 5 0,-8 2 6 16,-9-3 17-16,-15 2 16 16,-8 2 27-16,-10-2 31 0,-6 4 18 0,-6-1 20 15,1-4-1-15,-3 4-12 0,-3-1-3 16,0-2-9-16,-3 4-12 0,1-1-5 0,-2-1-38 16,-9 4-38-16,14-5-64 0,-8 3-93 15,-1-1-145-15,-5 3-263 0,6-6 52 16,-6 6 58-16,0 0-132 0,3-8-105 0</inkml:trace>
  <inkml:trace contextRef="#ctx0" brushRef="#br0" timeOffset="103465.62">4097 11788 1804 0,'0'0'75'0,"0"0"-5"0,0 0 7 0,0 0 42 16,0 0 29-16,0 0 40 0,-2 26 15 16,0-21-5-16,0 2 0 0,2 1-15 0,-2 4-9 15,2-3-21-15,0 1-11 0,0 0-15 16,2-3-9-16,0 7-10 0,2-4-13 0,-1-1-8 15,1-2-5-15,0 1-8 0,2 1-2 16,-2-2-9-16,2-2-4 0,-1 0-4 16,-5-5-6-16,11 2-3 0,-11-2-6 15,0 0 2-15,21-7-6 0,-13-1-2 0,-2 0-9 16,0-4 1-16,-1 0-4 0,-5 1-1 16,2-3-3-16,-4 3 1 0,2-4 3 15,-3 3 0-15,1 2 0 0,-2 1-4 0,-1 2 3 16,0 2-3-16,-1 2 7 0,6 3 8 15,-19 0 12-15,19 0 7 0,-26 8 6 0,12 1 7 16,1 1 3-16,3 2 6 0,1 2-6 16,3 3-7-16,-1-1 1 0,5 0 0 15,2 3-2-15,4-3 8 0,0-3-3 0,3 4 2 16,4-1-1-16,3-3-4 0,-3-4-15 16,8 0 4-16,-6-3 0 0,3-1 4 15,-3-5-5-15,3-2 17 0,-2-1-20 16,0-5 10-16,-1 0-4 0,-1-2-3 0,1-5-3 15,-4-2-10-15,-5 3 1 0,1-4-8 16,-5 1-1-16,-3 0-1 0,-3-4-1 0,1 3-2 16,-2-2-9-16,-6 5-5 0,1 2 2 15,-1 4-2-15,-3 4-1 0,-1 1-1 0,-2 6-2 16,-4 3 7-16,-8 5 4 16,4 6-1-16,1 3 1 0,4 4 0 0,0 3 8 15,8 3 1-15,3 0-8 0,10-2 4 16,1-6 7-16,3 2 4 0,6 5 1 15,7-3 0-15,7-2 5 0,6-5 0 0,1-4-5 16,5-4 3-16,1-3 0 0,-6-7-7 0,8-3 1 16,4-6-4-16,-6-3-3 0,-1-3-1 15,-5-6 4-15,-5-1-2 0,-2-1 0 16,-3-2-2-16,-4-2-8 0,-10 0 0 0,-3 5-3 16,-6-2 2-16,-5-6-5 15,-6 1 2-15,-4-1-6 0,-5 3 1 0,-2 3-6 0,-2 5-1 16,0 5-5-16,-7 4 0 15,7 6 1-15,1 4-1 0,0 2-2 0,-11 4 6 0,6 6-4 16,1 0 1-16,3 5-2 16,7 0 0-16,4 0-3 0,7-2 7 0,3 1 2 15,4-2-1-15,2-1 0 0,4 3 7 0,5-5 0 16,2 3 6-16,7-4-3 0,3-1 3 16,0-3-3-16,-2-5 5 0,2 0 0 15,-1-2-5-15,-2-3 5 0,-2 0 3 0,-1-4 18 16,-6 0 0-16,1-3-1 0,-4 1-1 15,-5 0-1-15,-1-2-16 0,-3-1-16 0,-5-1 0 16,-6-2 0-16,1 1 0 16,-4 3 0-16,-3 2 0 0,2 0 0 0,0 8 0 15,0 0 0-15,-3 2-15 0,-2 4-105 0,1 4-67 16,0 0-86-16,-3 8-127 16,8 1-128-16,8-5-143 0,1 4-188 0,4-3 87 15,4 3-713-15,2-3-932 0</inkml:trace>
  <inkml:trace contextRef="#ctx0" brushRef="#br0" timeOffset="105063.15">7744 4229 3772 0,'0'0'-196'0,"-11"2"41"0,11-2 28 15,-8 2 38-15,8-2 36 0,-10 2 33 16,10-2 35-16,-12 1 20 0,3 1 13 0,9-2 13 16,-13 4 4-16,13-4 2 15,-11 3 13-15,11-3 12 0,0 0 13 0,-12 4 3 16,12-4 3-16,0 0 8 0,0 0 20 16,0 0 12-16,0 0-4 0,0 0-12 15,32-7-11-15,-10 3-15 0,3-1-11 0,7-4-8 16,-1 5-11-16,-10-2-9 0,-3 3-9 15,0-1-9-15,-3 4-8 0,-5 0 1 0,1 2-10 16,-4 3 3-16,2 6-2 0,-8 0 1 16,-2 8 11-16,-10 10 12 0,-3 15 15 0,-8 3 17 15,-1 7 10-15,3 4-1 0,-3 5-3 16,3 0-13-16,-1 1-1 0,5 1-11 16,6 0 4-16,2-5 11 0,2-2-4 0,6-10-5 15,0-6-4-15,0-1-8 16,2-5-7-16,0-8-9 0,0-6-3 0,0-5-6 15,3-1 1-15,-4-3-2 0,-1-2-6 16,2 1 6-16,-2-6-5 0,2 0-13 0,-2-6-34 16,0 0-41-16,0 0-49 0,0 0-59 15,9-19-93-15,-7 3-101 0,-2-2-100 0,0-3-99 16,-2-3-124-16,0 2-61 0,1-3 81 16,-5 1-440-16,2 4-568 0</inkml:trace>
  <inkml:trace contextRef="#ctx0" brushRef="#br0" timeOffset="105279.18">7579 4896 2869 0,'-16'3'-4'0,"1"-3"64"0,15 0 39 16,-19 1 29-16,19-1 45 0,0 0 29 0,-15 0 26 15,15 0 47-15,0 0 61 0,0 0 4 16,0 0-2-16,0 0-15 0,74-4-28 0,-29-2-23 16,12-2-29-16,4-3-25 0,2 1-22 15,3-1-21-15,-1 2-17 0,-8-4-34 0,-16 5-36 16,-5 0-54-16,-9 3-43 0,-5 3-42 15,-8-2-65-15,-2 0-83 0,-8 2-82 16,-4 2-78-16,0 0-74 0,0 0-111 0,0 0-236 16,-27-3 68-16,11 3 83 0,-4 0-411 15,-5 4-513-15</inkml:trace>
  <inkml:trace contextRef="#ctx0" brushRef="#br0" timeOffset="108145.18">4825 11483 2627 0,'3'-3'-101'0,"-3"3"42"0,0 0 38 16,6-8 37-16,-6 8 37 0,6-3 46 15,-6 3 46-15,0 0 33 0,13-6 33 0,-13 6 30 16,8-4 18-16,-8 4 13 0,9-5 10 15,-9 5 11-15,10-6-2 0,-10 6 2 0,9-1-5 16,-9 1-2-16,10-4-5 0,-10 4-12 16,0 0-6-16,12-4-4 0,-12 4-14 0,0 0-9 15,0 0-11-15,0 0-7 16,11-3-9-16,-11 3-11 0,0 0-63 0,0 0-135 16,0 0 0-16,0 0 0 0,0 0 0 15,0 0 0-15,0 0 0 0,0 0 0 16,0 0 0-16,0 0 0 0,0 0 0 0,0 0 0 15,0 0 0-15,-15 21 0 0,11-14 0 16,4-7 0-16,-12 12 0 0,7-5 0 0,-3 2 0 16,0-3 0-16,2 3 0 0,-1-2 0 15,2 1 0-15,-3 1 0 0,2-2 0 16,0 1 0-16,1 1 0 0,-1 0 0 16,-1 0 0-16,0 4 0 0,0-1 0 0,-1-1 0 15,3 3 0-15,-2 0 0 0,-2 5 0 16,2-2 0-16,-1 3 0 0,0-1 0 0,4 3 0 15,-3-2 0-15,3 1 0 0,2 1 0 16,-1-4 0-16,3 3 0 0,0-2 0 0,2 5 0 16,-1 1 0-16,3-2 0 0,2-3 0 15,-1 3 0-15,7 3 0 0,-1-4 0 0,0-6 0 16,3-2 0-16,-1 1 0 0,5-5 0 16,-2-3 0-16,4 3 0 0,-3-7 0 15,0 2 0-15,2-5 0 0,-4 0 0 16,3-1 0-16,-1-3 0 0,-2 3 0 0,-2-5 0 15,3 0 0-15,-5-1 0 0,1-2 0 16,-3 0 0-16,0-2 0 0,-2 2 0 0,-2-4 0 16,-3 2 0-16,0-1 0 0,-2 0 0 15,-2 1 0-15,-2-1 0 0,-2 0 0 0,-1 1 0 16,-3 5 0-16,1-2 0 0,-5 3 0 16,1 1 0-16,-1 4 0 0,-2 0 0 0,-2 3 0 15,0-1 0-15,0 0 0 0,1 3 0 16,0 0 0-16,1 1 0 0,2-1 0 15,0 0 0-15,-1 2 0 0,1-1 0 16,3-4-587-16,2 4-369 0,0-2 40 16,0-4 99-16,9 0-855 0,-7 5-1107 0</inkml:trace>
  <inkml:trace contextRef="#ctx0" brushRef="#br0" timeOffset="108878.54">4888 11426 4234 0,'0'0'-202'0,"0"0"69"0,3-4 57 0,-3 4 61 0,0 0 52 16,0 0 43-16,0 0 30 0,0 0 20 0,0 0 12 16,4-12 5-16,-4 12-1 0,0 0 0 15,0 0-6-15,0 0-3 0,0 0-6 0,0 0-5 0,0 0-6 16,0 0-8-16,0 0 6 15,0 0 4-15,0 0 6 0,0 0 2 0,0 0 5 16,0 0-24-16,-20 22 7 0,13-15 8 16,3 2 7-16,-3 0 0 0,0 5 1 0,-3 1-5 15,0 3 0-15,1 0-5 0,0 0-8 16,0 2 0-16,-2 0-7 0,2 8-6 16,1-3-9-16,0-4-8 0,3 1 0 0,-1 1 5 15,3 0-7-15,-2-2-60 16,3 4-24-16,2-5 0 0,2 1 0 0,-2 3 0 15,5-2 0-15,-2 0 0 0,3 1 0 16,1-2 0-16,4 5 0 0,1 3 0 0,-1-12 0 16,3 1 0-16,-3-3 0 0,1-1 0 15,1 0 0-15,-2-2 0 0,3-3 0 0,-3-1 0 16,0-1 0-16,2 0 0 0,-2-2 0 16,1 0 0-16,-1-3 0 0,3 0 0 0,0-2 0 15,-14 0 0-15,27-4 0 0,-10 1 0 16,-2-1 0-16,-2 1 0 0,-1-2 0 0,1-2 0 15,-2 2 0-15,-2-4 0 16,0-1 0-16,-2 3 0 0,-3-3 0 0,1 0 0 0,-2-2 0 16,-3-2 0-16,-3 2 0 0,0-1 0 15,1 2 0-15,-2 1 0 0,-1 0 0 16,-1 2 0-16,-1 1 0 0,-1 3 0 16,-4 0 0-16,1 0 0 0,1 2 0 0,-5 4 0 15,2 0 0-15,-4 1 0 0,-2 2 0 16,2 1 0-16,1-1 0 0,1 0 0 15,-2 0-541-15,6 1-464 0,2-4 94 0,0 2 99 16,9-4-862-16,0 0-1110 0</inkml:trace>
  <inkml:trace contextRef="#ctx0" brushRef="#br0" timeOffset="112577.76">11809 7802 4338 0,'0'0'-152'0,"0"0"60"16,9-4 40-16,-9 4 40 0,9-3 54 16,-9 3 42-16,0 0 32 0,5-5 32 0,-5 5 16 15,0 0 11-15,0 0 2 16,8-2-7-16,-8 2-1 0,0 0-1 0,0 0 0 15,0 0-3-15,0 0-11 0,0 0-4 0,0 0-12 16,0 0-11-16,0 0-20 0,0 0-5 16,0 0-9-16,0 0-2 0,-20-6-8 15,20 6 5-15,0 0 2 0,-22 6-8 0,10-1 2 16,1-2 4-16,-5 3-2 0,0 2 4 16,-6-1-2-16,1 1 1 0,-1 0-3 15,-7 5-3-15,4-5-5 0,-3 5-10 0,-3-3-5 16,8 2-8-16,5-2-5 0,-2 1-4 15,1-2-3-15,2 4-30 0,1 0-13 0,2-2 0 16,2 1 0-16,1 2 0 0,-1 1 0 16,0 3 0-16,3-1 0 0,2 0 0 0,-2-1 0 15,6 2 0-15,-3-1 0 16,4 0 0-16,1 2 0 0,1-1 0 0,-2 1 0 16,2 2 0-16,-2-1 0 0,2-1 0 15,0 2 0-15,0-1 0 0,2-1 0 0,0 1 0 16,-2-3 0-16,1 2 0 0,-1-3 0 15,2 0 0-15,0-1 0 0,0 3 0 0,2-3 0 16,-3-1 0-16,2 1 0 0,1 0 0 16,0 3 0-16,-1-5 0 0,3 5 0 0,-1-3 0 15,-1 1 0-15,3-3 0 0,-4 3 0 16,3-1 0-16,1-1 0 0,1 2 0 0,-2-3 0 16,3 1 0-16,-3-3 0 15,1 3 0-15,2-1 0 0,-4-2 0 0,4 1 0 16,-1-1 0-16,0-1 0 0,1 2 0 0,1-2 0 15,0 0 0-15,-1 1 0 0,2-3 0 16,1 2 0-16,-1-1 0 0,0-1 0 16,3 0 0-16,-3 1 0 0,3-3 0 15,-1 1 0-15,3-2 0 0,-3 1 0 0,1-4 0 16,4 2 0-16,-2-4 0 0,-2 2 0 16,-1-2 0-16,3 2 0 0,2-2 0 0,-4 0 0 15,2 0 0-15,-1 0 0 0,2 0 0 16,-4-2 0-16,3 0 0 0,-3 1 0 0,5-2 0 15,-4-1 0-15,2-2 0 0,-1 2 0 16,2-2 0-16,0-3 0 0,1 1 0 16,-4 2 0-16,4-7 0 0,0 3 0 0,0-2 0 15,0-2 0-15,-6 2 0 0,6 0 0 0,-5 0 0 16,1 2 0-16,-1-4 0 0,0 2 0 16,-5 0 0-16,3 0 0 0,-2 0 0 15,1-1 0-15,-4 1 0 0,3-5 0 0,0 5 0 16,0-5 0-16,-4 3 0 0,3-1 0 15,-3-2 0-15,4 1 0 0,-4-4 0 16,2 5 0-16,-3-6 0 0,4 3 0 0,-4-3 0 16,0 0 0-16,1 1 0 0,-1-4 0 15,-2 0 0-15,2-1 0 0,-2-1 0 0,-1-1 0 16,-1 2 0-16,0-2 0 0,0 2 0 16,0-2 0-16,0 2 0 0,0 2 0 15,-1-1 0-15,-3 2 0 0,0 0 0 0,0 0 0 16,3 5 0-16,-7 0 0 0,0-1 0 15,-3-1 0-15,-3 3 0 0,-1 1 0 0,-10-4 0 16,-2 3 0-16,-5 5 0 0,-2-1 0 16,-2 5 0-16,-2 2 0 0,-5 1 0 0,2 4 0 15,-2 4 0-15,0 1 0 0,3 2 0 16,1 0 0-16,3 3 0 0,4 0 0 0,7-1 0 16,9-2-701-16,2 0-290 0,3-2 105 15,3-1-1023-15,8-4-1331 0</inkml:trace>
  <inkml:trace contextRef="#ctx0" brushRef="#br0" timeOffset="113827.16">11344 11339 5019 0,'0'0'-144'0,"10"-2"73"16,-10 2 57-16,0 0 48 0,0 0 53 15,0 0 41-15,0 0 42 0,0 0 20 0,0 0 28 16,0 0 4-16,0 0-4 0,1-8-16 15,-1 8-15-15,0 0-10 0,0 0-3 0,0 0-6 16,-11-11-11-16,11 11-12 0,-10-3-16 16,10 3-12-16,-15-4-8 0,15 4-11 0,-19 2-8 15,4 0-10-15,-1 1-7 0,-2 1-4 16,0 1-2-16,-1-2-5 0,-1 4-32 16,0-4-30-16,-1 3 0 0,4-1 0 15,-6 2 0-15,2-1 0 0,5-2 0 0,-4 1 0 16,2 2 0-16,-4 2 0 0,5-1 0 15,-2 0 0-15,-2 5 0 0,-4 3 0 0,2 1 0 16,6-4 0-16,-4 6 0 0,5-2 0 16,2-3 0-16,-1 1 0 0,3 2 0 0,3-1 0 15,-2 2 0-15,0 0 0 16,2 1 0-16,4-1 0 0,-3-2 0 0,5 5 0 16,0-3 0-16,1 0 0 0,2 2 0 0,0 0 0 15,0 3 0-15,4 0 0 0,-3 4 0 16,2-4 0-16,5 2 0 0,-5-3 0 15,1 2 0-15,3 7 0 0,0-5 0 16,-2-5 0-16,1 0 0 0,1-1 0 0,1-3 0 16,0 3 0-16,1-1 0 0,2 0 0 15,1-2 0-15,-1-2 0 0,7 7 0 0,4-3 0 16,1 0 0-16,0-4 0 0,4 2 0 16,0-3 0-16,3-3 0 0,1-3 0 0,3 2 0 15,-3-6 0-15,-5-1 0 0,1-1 0 16,2-2 0-16,0 0 0 0,10-5 0 0,-1 1 0 15,0-4 0-15,-2 4 0 0,-1-8 0 16,-3 5 0-16,3-3 0 0,-10 2 0 16,5-3 0-16,-8 1 0 0,-1 0 0 15,4-4 0-15,-1 3 0 0,-2-7 0 0,-5 3 0 16,-2 0 0-16,3-6 0 0,-1-1 0 16,-4-4 0-16,0-2 0 0,-3-2 0 0,-2-6 0 15,-3-3 0-15,-3-6 0 0,-2-3 0 16,-4-15 0-16,-3-1 0 0,-7 3 0 0,-1 7 0 15,-2 4 0-15,-7 6 0 0,-10 6 0 16,-4 9 0-16,-7 5 0 0,-7 6 0 0,-7 8 0 16,-2 8 0-16,0 6 0 0,6 4 0 15,0 2 0-15,6 4 0 0,-3 1 0 0,18-1-70 16,1 4-668-16,3-1-212 16,9 0 61-16,4-3 99 0,3-1-827 0,9 1-1056 15</inkml:trace>
  <inkml:trace contextRef="#ctx0" brushRef="#br0" timeOffset="115777.34">9309 3889 3990 0,'4'-9'-283'0,"0"2"49"0,-3 0 40 0,-1 1 38 16,0 6 39-16,0-7 32 0,0 7 38 15,-1-7 23-15,1 7 28 0,-6-7 9 16,6 7 6-16,-8-2 0 0,8 2-1 0,-23 9 15 16,-7 9 23-16,-13 13 12 0,-16 21 19 15,-2 14 23-15,-7 5 9 0,-4 8 9 0,3 8-3 16,0 5-6-16,10-2-10 16,10-2-8-16,9-1-7 0,13-5-10 0,12-15-2 15,11-2-7-15,12 2-1 0,9-3-7 16,12-6-4-16,14 7-12 0,4-19-1 15,15 3-5-15,-9-19-3 0,6-5-5 0,4-5 1 16,-2-11-6-16,-2-4-3 0,-9-7-1 16,5-9-1-16,-6-7-5 0,-2-10-4 0,-10-1 2 15,-6-1-4-15,-12-2 3 0,-10 0-5 16,-7 4-6-16,-13-8 0 0,-14-3-6 0,-13 2 3 16,-10 0-2-16,-9 8-9 0,-2 7 4 15,-6 9-6-15,-1 7 8 0,-3 8 6 0,0 7-13 16,4 5-27-16,8 3-34 0,6 3-43 15,17-3-70-15,7 4-81 0,14-5-117 16,7 0-283-16,13-5 53 0,5-7 79 0,12 5-211 16,15-4-232-16</inkml:trace>
  <inkml:trace contextRef="#ctx0" brushRef="#br0" timeOffset="117576.26">15722 13387 3227 0,'0'0'568'0,"0"0"-135"15,0 0-63-15,0 0-27 0,0 0-14 0,0 0 5 16,0 0-27-16,0 0-31 16,0 0 1-16,-12-12-15 0,12 12-18 0,0 0-20 15,0 0-14-15,0 0-18 0,0 0-19 16,0 0-15-16,-12-4-14 0,12 4-24 0,0 0-120 16,0 0 0-16,0 0 0 0,0 0 0 15,-26 4 0-15,26-4 0 0,-11 2 0 0,11-2 0 16,0 0 0-16,-18 2 0 0,18-2 0 15,0 0 0-15,-17 0 0 0,17 0 0 0,-15 2 0 16,15-2 0-16,-17 2 0 0,17-2 0 16,-19 4 0-16,8-2 0 0,-1 2 0 15,-1 2 0-15,2-1 0 0,-3-1 0 0,1 2 0 16,-1 2 0-16,1 0 0 0,-1-3 0 16,1 5 0-16,-1-2 0 0,0 1 0 15,2-3 0-15,-3 5 0 0,2-1 0 16,-1-1 0-16,3 1 0 0,1-1 0 0,-1-1 0 15,1 1 0-15,0-3 0 0,-1 5 0 16,4-1 0-16,-2-2 0 0,-2 3 0 0,2-3 0 16,5 1 0-16,-6 3 0 0,5-4 0 15,-5 4 0-15,1-3 0 0,3 1 0 0,-4 0 0 16,5-2 0-16,-1 1 0 0,-1-3 0 16,2 2 0-16,-2 2 0 0,3-3 0 0,1 1 0 15,-3-1 0-15,2 2 0 0,0-2 0 16,-2 3 0-16,4 0 0 0,-1 0 0 0,-3-1 0 15,2 4 0-15,1-2 0 16,-1 0 0-16,-1 0 0 0,2 3 0 0,-1-3 0 16,2 3 0-16,-2 1 0 0,3 1 0 15,-3-1 0-15,2 3 0 0,0-2 0 0,0 1 0 16,2 0 0-16,0 1 0 0,0-1 0 16,0 3 0-16,2-3 0 0,0 1 0 0,0-3 0 15,2 3 0-15,-3-1 0 0,3-2 0 16,2 1 0-16,-3-1 0 0,6-1 0 0,-4-1 0 15,5 1 0-15,2 1 0 0,-1 1 0 16,2-3 0-16,0 3 0 0,2-3 0 0,8 1 0 16,0 1 0-16,-4-6 0 15,2-2 0-15,2 1 0 0,0-2 0 0,-1 0 0 0,3-1 0 16,-1-3 0-16,-3-2 0 16,1 0 0-16,-1 0 0 0,4-2 0 0,0-1 0 15,-3-3 0-15,1 0 0 0,0 0 0 16,6-4 0-16,-4 0 0 0,-5 1 0 0,3 1 0 15,4-7 0-15,-2 1 0 0,-4 2 0 16,-2 3 0-16,-2-3 0 0,0-1 0 0,1 1 0 16,-5-3 0-16,0 1 0 15,2 1 0-15,3-11 0 0,-7 3 0 0,5-4 0 16,-4-1 0-16,2-6 0 0,-3 1 0 0,0-4 0 16,-4-4 0-16,0 1 0 0,1-2 0 15,-5 1 0-15,-3 2 0 0,0-1 0 16,-7 2 0-16,0-1 0 0,-7 6 0 0,-3-1 0 15,-8-4 0-15,2 9 0 0,-4 2 0 16,1 2 0-16,-7 2 0 0,5 6 0 0,-5-2 0 16,6 12 0-16,3 1 0 0,1 6 0 15,-3 0 0-15,2 3 0 0,-12 9 0 0,4 3-312 16,3 1-521-16,1 3-117 0,3-2 91 16,2 1-922-16,2-1-1211 0</inkml:trace>
  <inkml:trace contextRef="#ctx0" brushRef="#br0" timeOffset="118860.34">4724 11315 1102 0,'7'6'575'0,"-3"-2"-189"0,0 6-58 16,1-1-31-16,-1 1-29 16,4 9-10-16,3 7-16 0,1 7-17 0,1 0 5 15,9 11 6-15,-2-3-10 0,3 1-22 16,2-1-15-16,-2-2-12 0,1-1-18 0,1-1-14 15,-2-9-16-15,-2 1-14 0,0-5-11 16,2-4-8-16,-6-3-13 0,0-5-3 16,1-3-15-16,-4-2-2 0,-2-6-4 15,1-2-1-15,-13 1-10 0,29-9 2 0,-13 0-8 16,-5-6-7-16,0-1 3 0,-1 0 5 16,-3-5 21-16,-1 0-11 0,-6 3 10 15,-2-3-9-15,0 2 8 0,-3 3 5 0,-1 5-13 16,0 3-8-16,-4 4-5 0,-1 4 0 15,-3 8-9-15,-9 7-1 0,3 10 2 0,-1 3 6 16,-2 16 11-16,4-3 9 0,7-7-9 16,3 3 1-16,3-6-4 0,6 0-7 0,2-6-9 15,4-3 9-15,8 5-8 0,-3-8-6 16,2-5-4-16,4-4 4 0,-4-3 8 0,5-3-12 16,-2-4-5-16,2-2 3 0,0-3 10 15,-2-5 0-15,2-4 4 0,5-2 10 16,-8-1 15-16,-6 0 7 0,1-2 10 0,-4-1 3 15,-5-3 4-15,-2 5-7 16,-5-7-64-16,-4-6-12 0,-5 2 0 0,-4 4 0 16,-5 0 0-16,2 7 0 0,1 7 0 15,0 8 0-15,2 3 0 0,-6 7 0 0,-11 7 0 16,-2 13 0-16,0 5 0 0,5 6 0 16,5 0 0-16,5-1 0 0,8-5 0 0,9-6 0 15,5-6 0-15,2-3 0 0,3-2 0 16,3-1 0-16,4-5 0 0,5-3 0 0,2-4 0 15,2-4 0-15,11-8 0 16,-1-7 0-16,1-3 0 0,-8-2 0 0,-2-2 0 16,-3-1 0-16,-7 4 0 0,-6-1 0 15,-1 5 0-15,-6 1 0 0,-4-4 0 0,-4 3 0 16,-8-4 0-16,-5 4 0 0,-4 4 0 16,-2 1 0-16,2 6 0 0,2 5 0 0,1 6 0 15,-8 5-184-15,0 5-203 0,5 6-113 16,0 1-117-16,2 4-153 0,6 2-52 0,4-3 84 15,1 2-681-15,11-6-871 0</inkml:trace>
  <inkml:trace contextRef="#ctx0" brushRef="#br0" timeOffset="122226.28">6410 11221 4180 0,'-9'-23'39'0,"0"7"2"16,-2 2 4-16,4 3 12 0,3 1 17 0,-1 2 19 15,1-1 6-15,-1 1-8 0,2 5-15 16,3 3 6-16,0 0 33 0,-4 36 31 0,6 23 16 16,3 19-1-16,6 33 3 0,-2 14 11 15,7 11 13-15,-5 9 19 0,0 10-7 16,1 0-3-16,1 2-8 0,-2 1-5 16,6 42-3-16,-6-51 0 0,0-6 8 0,-2-4 3 15,2-11 7-15,-1-9 4 0,-1-10-122 16,2-13-81-16,-2-26 0 0,-2-9 0 15,0-8 0-15,-1-11 0 0,1-14 0 0,-4-5 0 16,1-6 0-16,1-1 0 0,-3-7 0 16,4-5 0-16,4-4 0 0,1-1 0 0,0-4 0 15,3-2 0-15,4-5 0 0,-2 2 0 16,7-7 0-16,-1 0 0 0,2-3 0 0,1 3 0 16,-1-1 0-16,1-1 0 15,4 1 0-15,2 1 0 0,-1-2 0 0,6 5 0 16,11-8 0-16,3 5 0 0,2-2 0 15,2 0 0-15,4 1 0 0,-3 1 0 0,2-4 0 16,-3 1 0-16,-1 1 0 0,-2-1 0 16,-5 1 0-16,-2-2 0 0,-8 3 0 0,-6 3 0 15,-3-3 0-15,2 3 0 0,-10 1 0 16,4-3 0-16,-6 2 0 0,-1-1 0 0,0-6 0 16,-2-3 0-16,-3-3 0 0,-2-4 0 15,-5-8 0-15,-4-3 0 0,0-15 0 0,-4-9 0 16,-7-29 0-16,-2-5 0 15,-4-7 0-15,-3-8 0 0,4-6 0 0,-9-7 0 16,2-2 0-16,6-1 0 0,3 13 0 16,-6 16 0-16,6 32 0 0,5 15 0 0,3 15 0 15,-2 6 0-15,3 12 0 0,-5 5 0 16,3 9-175-16,0 5-105 0,-2 7-57 0,-2 5-84 16,-1 8-82-16,-5 10-126 0,4 4-186 15,-2 5 70-15,-5 12 77 0,2-1-563 0,-1 10-692 16</inkml:trace>
  <inkml:trace contextRef="#ctx0" brushRef="#br0" timeOffset="123591.94">6837 12920 3491 0,'-29'0'92'0,"1"0"32"16,4 2 13-16,-1-1 17 0,5 2 24 0,-1-1 32 16,4-2 37-16,0 2 37 15,4 0 8-15,4 0-11 0,9-2-18 0,0 0 6 16,0 0-7-16,0 0-18 0,56-2-23 15,13-7-21-15,14-1-21 0,28-4-17 0,0-3-27 16,-3-1-48-16,-2-1-44 0,-11-1-40 16,-27 7-34-16,-5 1-34 0,-11 1-19 0,-14 3 3 15,-12 2 4-15,-3 2-1 0,-6 2-11 16,-1-2-25-16,-5 1-23 0,-6 1-38 0,-5 2-55 16,5-3-71-16,-5 3-75 0,0 0-80 15,0 0-146-15,-29-5-99 0,15 3 70 0,-7 0-502 16,1 2-600-16</inkml:trace>
  <inkml:trace contextRef="#ctx0" brushRef="#br0" timeOffset="123825.99">6564 12436 3688 0,'-38'2'398'0,"6"1"13"15,7-3-8-15,6 2-4 0,4 1-2 0,4-3-22 16,-1 0-23-16,12 0-18 0,0 0-22 16,0 0-31-16,46-18-30 0,19 1-44 15,35-4-71-15,13 0-100 0,5 0-134 0,4 1-160 16,-9 0-191-16,-7 3-214 0,-23 9-224 16,-13 5 89-16,-18 3 83 0,-13 5-684 15,-1 3-850-15</inkml:trace>
  <inkml:trace contextRef="#ctx0" brushRef="#br0" timeOffset="133724.18">19895 6440 1088 0,'0'0'602'0,"0"0"-189"15,-15-2-125-15,15 2-60 0,-9-5-25 0,0 1-14 16,6 0-23-16,-3-1-18 0,0-4-9 16,5 0-11-16,-3-2-15 0,4-5-12 15,2-3-9-15,1-12-11 0,10-4-11 0,9-9-4 16,3 0-16-16,1-1-13 0,9 2-29 15,1 0-4-15,1 4-14 0,1 2-4 0,1 5-9 16,-3 1 0-16,-5 9 7 16,-5 1 1-16,-2 4-3 0,-8 5-4 0,-2 2 2 15,-3 2 5-15,-2 3 3 0,0-3-1 16,-2 4-5-16,-1 0 7 0,-1-1-18 0,1 2-18 16,-6 3-29-16,6-4-39 15,-6 4-59-15,0 0-78 0,0 0-100 0,0 0-180 0,0 0 52 16,0 16-176-16,0-16-151 15</inkml:trace>
  <inkml:trace contextRef="#ctx0" brushRef="#br0" timeOffset="134023.63">20199 5620 1999 0,'-5'-6'111'0,"-3"0"11"0,7 1 5 15,1 5-14-15,-6-5 0 0,6 5 6 16,0 0-1-16,0 0-2 0,20-12-6 0,-4 10-8 16,4 1-9-16,0 2-11 0,14 6-8 15,-5 0-12-15,3 5-6 0,-2 3-3 0,-3 3 5 16,-2-1-5-16,-2 3 37 0,-1 1 2 16,-8-4 14-16,-4 1-2 0,0-1 15 15,-7 0 4-15,1-1-2 0,-4 4-12 16,-2-1-7-16,-1 1-13 0,-3 2-12 0,-2-3-36 15,-1 2-50-15,-3-4-70 0,2-2-107 16,3-3-107-16,-1 0-157 0,1-5-167 16,2-3 54-16,5-4-341 0,0 0-385 0</inkml:trace>
  <inkml:trace contextRef="#ctx0" brushRef="#br0" timeOffset="150737.12">5558 4859 1387 0,'0'0'406'0,"-3"-4"-81"0,3 4-34 15,-8-10-24-15,8 10-23 0,-8-7-13 0,4 5-17 16,4 2-13-16,-5-8-3 0,5 8-7 15,-8-7-16-15,8 7-21 0,-3-3-16 16,3 3-20-16,0 0-15 0,-6-6-8 0,6 6-10 16,0 0-6-16,0 0-12 0,0 0 2 15,15 26-11-15,-6-9 4 0,7 8 6 0,-2 4 21 16,6 10-1-16,1 2 7 16,-1 4 10-16,0-2-4 0,-1 1-8 0,0 0 3 15,0-5 8-15,-6-6-5 0,1-1-10 16,-3-5-6-16,3 1 0 0,-7-7-7 0,1-5-13 15,-3-2-5-15,4-2-1 0,-6 0-9 0,3-2-3 16,-3-3-7-16,1 1 1 16,-2-4-3-16,0 4 1 0,-2-8-13 0,5 10 0 15,-5-10-1-15,5 7-2 0,-5-7 0 16,4 4-14-16,-4-4-22 0,0 0-38 0,0 8-44 16,0-8-44-16,0 0-59 0,0 0-70 15,0 0-73-15,0 0-68 0,-29-17-87 16,19 7-99-16,-3-2-99 0,0-1 61 0,-1-1-390 15,1 0-498-15</inkml:trace>
  <inkml:trace contextRef="#ctx0" brushRef="#br0" timeOffset="151170.48">5444 4919 2632 0,'-6'-6'-73'16,"2"2"50"-16,1 1 36 0,3 3 30 15,0 0 33-15,-8-7 22 0,8 7 17 0,0 0-9 16,-6-5 4-16,6 5-17 0,0 0-8 16,0 0-8-16,0 0 17 0,0 0 16 0,-4 19 25 15,6-7 14-15,-2 5 14 0,-2 7 16 16,2 1 14-16,0 2 7 0,0 9 0 16,-2 2-5-16,4-9-26 0,-2-3-13 0,2-3-14 15,3-1-13-15,-2-5 0 0,-3-1-22 16,2-3-3-16,2-1 6 0,1-2 6 15,-1-3 15-15,4-3 7 0,-8-4-14 16,26-4-6-16,-3-4-15 0,8-9-12 0,5 0-9 16,7-6-11-16,-11 7-8 0,6-7-6 15,-10 9 1-15,-3 3-6 0,-6 1-10 16,0 2-8-16,-6 0 0 0,1 5-6 0,-5-2 1 16,0 4-8-16,0-3-3 0,-4 0-3 15,-5 4-4-15,11-4-1 0,-5 2 5 16,-6 2-8-16,10-6 3 0,-10 6-2 0,7-1-1 15,-7 1 0-15,6-4-26 0,-6 4-27 16,7-3-52-16,-7 3-36 0,0 0-58 16,0 0-66-16,9-1-81 0,-9 1-90 0,0 0-123 15,0 0-207-15,0 0 26 0,0 0 87 16,0 0-480-16,0 0-595 0</inkml:trace>
  <inkml:trace contextRef="#ctx0" brushRef="#br0" timeOffset="205358.7">26481 947 653 0,'10'-9'275'0,"-6"6"-59"16,-4 3 1-16,0 0-9 0,0 0 5 15,11-8 3-15,-11 8 4 0,5-4 6 16,-5 4 16-16,0 0 9 0,10-6 6 16,-10 6 2-16,6-4 1 0,-6 4-7 0,0 0 2 15,5-4-11-15,-5 4-6 0,0 0-13 16,0 0-9-16,0 0 0 0,0 0-2 0,0 0-14 16,0 0-20-16,0 0-18 0,-30-3-13 15,10 3-13-15,-3 4-5 0,-15 1-14 16,10 1-17-16,2-4-12 0,3 4-2 0,-4-2-14 15,8-2-7-15,-2 1-7 0,4-1-7 16,-1 1-3-16,5-1-7 0,0 0-7 0,3-1 9 16,10-1-9-16,-18 2-6 0,18-2 1 15,-18 2-2-15,18-2-13 0,-13 0 5 16,13 0 4-16,0 0-6 0,-15 0-2 16,15 0-4-16,0 0-2 0,-13 3 0 15,13-3-1-15,0 0 3 0,0 0-1 0,0 0 0 16,-16 0-3-16,16 0 5 0,0 0-1 15,0 0-4-15,0 0 6 0,0 0-8 16,0 0 6-16,0 0 0 0,0 0 3 0,0 0 5 16,0 0-3-16,-15-3 4 0,15 3-4 15,0 0 9-15,0 0-4 0,0 0 5 16,0 0 1-16,0 0-2 0,0 0-2 0,0 0-3 16,0 0 1-16,0 0 1 0,0 0-5 15,0 0-2-15,0 0 4 0,0 0-6 0,0 0-3 16,0 0-1-16,0 0 1 15,0 0-4-15,0 0-2 0,0 0-4 0,0 0 0 16,-8 6 3-16,8 5 5 0,-2 1-3 16,2 1 2-16,0 3-4 0,0-1 0 15,0 1 2-15,2 1 5 0,-2 1 0 0,3-1-1 16,0-1 3-16,-3-1 1 0,4-3-3 16,-2 0-1-16,2 0-9 0,-1-1 0 0,3 1 0 15,-3-3 0-15,6-3 0 16,0 0 0-16,0-1 0 0,3 0 0 0,3-1 0 15,5-1 0-15,-2-1 0 0,7 6 0 16,0-4 0-16,7 8 0 0,1-3 0 16,-5 5 0-16,1 0 0 0,-4 1 0 0,-2 4 0 15,-7-3 0-15,-2-3 0 0,-6 1 0 16,-3 1 0-16,-1-1 0 0,-6 3 0 0,-3-2 0 16,-11 11 0-16,-3-1 0 0,-4 2 0 15,-11 0 0-15,-4-1 0 0,-1 0 0 0,-2-6 0 16,5-4 0-16,0-3 0 0,2 0 0 15,0-5 0-15,10-1 0 0,1-4 0 16,6-1 0-16,2 0 0 0,-1-1 0 16,3-1 0-16,4 0 0 0,9 0 0 15,-19 0 0-15,9 0 0 0,10 0 0 0,-15-1 0 16,15 1 0-16,-13-2 0 0,13 2 0 16,-10-2 0-16,10 2 0 0,-10-1 0 0,10 1 0 15,-7-5-351-15,7 5-713 0,0 0 113 16,0 0-1030-16,-19 5-1399 0</inkml:trace>
  <inkml:trace contextRef="#ctx0" brushRef="#br0" timeOffset="206708.6">26900 1553 5205 0,'0'0'-194'0,"-9"-5"30"0,9 5 35 0,-8-3 55 16,8 3 63-16,-10-4 53 0,10 4 46 16,0 0 30-16,-7-6 12 0,7 6 13 15,0 0 1-15,0 0-9 0,-7-4-10 16,7 4-9-16,0 0 9 0,0 0 29 15,0 0 22-15,41 27 12 0,-1-6-5 0,12 3-11 16,12 1-13-16,28 8-19 0,9-1-12 16,7 1-15-16,1 1-13 0,8-2-7 0,-4 0-9 15,4 1-8-15,-6-2-4 0,-3-4-6 16,-7 0 20-16,-7-5 8 0,-22-4-2 16,-13-1-3-16,-4-3-12 0,-15-4-27 0,-11-4-50 15,-8-1 0-15,-3-1 0 0,-4 0 0 16,-3 0 0-16,1-2 0 0,-1 2 0 15,-1-2 0-15,-10-2 0 0,15 4 0 16,-15-4 0-16,13 2 0 0,-13-2 0 0,12 3 0 16,-12-3 0-16,10 0 0 0,-10 0 0 15,0 0 0-15,11 4 0 0,-11-4 0 0,0 0 0 16,0 0 0-16,0 0-580 0,0 0-220 16,0 0-148-16,0 0 92 0,0 0-847 15,0 0-1137-15</inkml:trace>
  <inkml:trace contextRef="#ctx0" brushRef="#br0" timeOffset="207375.91">28878 1876 4859 0,'0'0'-111'0,"-9"-6"56"0,9 6 61 0,0 0 55 0,0 0 40 16,-2-8 29-16,2 8 0 0,0 0 9 15,15-10-3-15,0 5 4 0,3 1-8 0,0 0-14 16,2 4-14-16,-2 0-8 0,7 4-2 15,-2 1 13-15,-1 4-4 0,2 6 10 0,-9 1 7 16,3 8 12-16,-11-1 21 16,-3 1 14-16,-10 13 12 0,-2 1 17 0,-12 5 11 15,-5 4 11-15,-2-7 7 0,0 1-34 16,0-2-191-16,5-12 0 0,5 0 0 16,-3-4 0-16,11-6 0 0,0-1 0 0,3-4 0 15,2-1 0-15,2-1 0 0,7-2 0 16,2 3 0-16,6-5 0 0,8 3 0 0,15-2 0 15,4-2 0-15,2-3 0 0,4-2 0 16,-2 3 0-16,-1-6 0 0,0 3 0 0,-3-2 0 16,-8 2 0-16,-9-2 0 15,-5 2 0-15,-4-1 0 0,1 1 0 0,-15 0 0 16,21 0 0-16,-21 0 0 0,18 0 0 16,-18 0 0-16,11-2 0 0,-11 2 0 15,0 0 0-15,0 0 0 0,13 0 0 0,-13 0 0 16,0 0 0-16,0 0 0 0,0 0 0 15,0 0 0-15,-31 7-832 0,31-7-173 0,-18 3 109 16,4-2-960-16,-1 1-1282 0</inkml:trace>
  <inkml:trace contextRef="#ctx0" brushRef="#br0" timeOffset="209192.22">26346 2060 4867 0,'0'0'-176'0,"-8"-8"49"16,8 8 52-16,-3-6 59 0,3 6 53 15,-5-6 52-15,5 6 42 0,0 0 30 16,-5-9 27-16,5 9 10 0,0 0 0 15,-6-6-6-15,6 6 1 0,0 0-4 16,0 0-11-16,0 0-13 0,0 0-5 0,0 0 42 16,-9 35 14-16,7 5-2 0,-5 19-6 15,4 4-3-15,-5 5 4 0,5 6-3 0,-1 0-27 16,-2-2-179-16,6-2 0 0,-1-4 0 16,-1 0 0-16,-1-4 0 0,6-6 0 0,-3-11 0 15,0-6 0-15,0-7 0 0,0-5 0 16,0-3 0-16,0-3 0 0,0-4 0 0,0-4 0 15,-3 1 0-15,3-4 0 16,0-1 0-16,0-2 0 0,0-7 0 0,0 0 0 16,0 0 0-16,0 0 0 0,0 0 0 15,0 0 0-15,0 0 0 0,0 0 0 0,0 0 0 16,0 0-685-16,0 0-228 0,0 0-11 16,0 0 101-16,0 0-825 0,0 0-1086 0</inkml:trace>
  <inkml:trace contextRef="#ctx0" brushRef="#br0" timeOffset="209776.68">26111 3326 4699 0,'-5'5'106'0,"1"5"26"16,2-4 38-16,-2 2 59 0,4-8 55 15,-1 12 34-15,1-12 18 0,0 11 0 0,0-11-1 16,5 10-13-16,-1-5-16 0,-4-5-29 15,14 7-20-15,-3-6-173 0,0-1-84 16,-11 0 0-16,23 2 0 0,-12-2 0 0,1 2 0 16,-12-2 0-16,18 8 0 0,-7-3 0 15,-2 4 0-15,0 6 0 0,-2 2 0 16,2 3 0-16,-6 3 0 0,1 12 0 0,2 1 0 16,-4 0 0-16,1 2 0 0,1-1 0 15,-1-2 0-15,-1-6 0 0,-2-3 0 16,0-2 0-16,0-4 0 0,0-1 0 0,0-1 0 15,0-3 0-15,0-1 0 0,1-3 0 16,-2 0 0-16,1-1 0 0,0-1 0 0,-2 1 0 16,-3-2 0-16,1 2 0 0,-1-1 0 15,-3 1 0-15,-4 2 0 0,3-3 0 0,-6 3 0 16,0 0 0-16,0-1 0 0,-3-1 0 16,5-3 0-16,1 2 0 0,1-3 0 0,2-1 0 15,1 1 0-15,0-3 0 0,8-3 0 16,-5 9 0-16,5-9 0 0,0 0 0 0,0 0 0 15,27 2 0-15,-7-4 0 0,5-2 0 16,11-4 0-16,5 2 0 0,-4-2 0 16,3-1 0-16,1 3 0 0,-1-4 0 15,-3 3 0-15,-10 3 0 0,-4-1 0 0,-4 2 0 16,-3-1 0-16,-5 0 0 0,1 2 0 16,-3 0 0-16,-2 1 0 0,-7 1 0 0,16-4 0 15,-16 4 0-15,9-1 0 0,-9 1 0 16,9-2 0-16,-9 2 0 0,0 0 0 0,0 0 0 15,0 0 0-15,0 0 0 16,0 0 0-16,0 0 0 0,0 0 0 0,0 0-219 16,0 0-823-16,-24-5 109 0,24 5-1106 15,-19-1-1455-15</inkml:trace>
  <inkml:trace contextRef="#ctx0" brushRef="#br0" timeOffset="213291.57">26760 4338 5437 0,'-14'-2'-160'0,"14"2"25"15,-15-4 26-15,15 4 53 0,0 0 47 0,-18-2 50 16,18 2 25-16,-9 0 21 0,9 0 6 16,0 0 4-16,0 0-7 0,0 0 12 0,-8 6 39 15,8-6 35-15,19 35 11 0,10-1-1 16,1 9-19-16,12 5-15 0,13 11-13 0,6 5-10 15,4 0-32-15,4-1-8 16,2-2-6-16,-1 2 3 0,1 2 13 0,3 0 36 16,-4-7 4-16,-1-4 6 0,0-1-4 15,-19-14 0-15,-1-3 5 0,-5-3-77 0,-6-6-69 16,-11-5 0-16,-5-3 0 0,-5-6 0 16,-4-1 0-16,-3-3 0 0,0-2 0 15,-3 0 0-15,1-1 0 0,-2-2 0 0,-1 0 0 16,-5-4 0-16,10 6 0 0,-7-4 0 15,-3-2 0-15,0 0 0 0,9 3 0 0,-9-3 0 16,0 0 0-16,0 0 0 16,0 0 0-16,0 0-121 0,0 0-624 0,0 0-215 15,3 4 81-15,-3-4 100 0,0 0-822 0,0 0-1041 16</inkml:trace>
  <inkml:trace contextRef="#ctx0" brushRef="#br0" timeOffset="213924.85">28329 5459 4805 0,'-3'-10'116'0,"1"3"-8"0,-2 3 5 0,4 4 22 0,-4-8 19 0,4 8 28 16,0 0 64-16,0 0 40 0,0 0 20 15,-1 41-5-15,1-3-18 0,1 3-29 0,-1 2-18 16,4 1-24-16,2 3-23 0,-5-3-15 16,3-1-83-16,0 0-91 0,0-3 0 0,-4-1 0 15,0-7 0-15,0-6 0 0,0 1 0 16,-1-8 0-16,-2 1 0 0,1-3 0 16,0-3 0-16,0-3 0 0,0-3 0 0,-1 0 0 15,3-8 0-15,0 0 0 0,0 0 0 16,0 0 0-16,-15-29 0 0,12 4-264 15,6-12-123-15,-1-8-44 0,3-13-14 0,3-7 5 16,-5-1 23-16,8 0 43 0,-6-1 36 16,1 4 38-16,-3 11 53 0,1 11 50 15,-4 10 60-15,0 5 61 0,-4 7 67 0,4 2 44 16,-3 0 33-16,-3 9 27 0,1-1 35 16,-6 4 31-16,0 5 34 0,11 0 33 0,-32 12 31 15,3 5 9-15,1 5 18 0,-8 12 10 16,-1 5 7-16,3 2 2 0,-1 0 9 0,5 2 5 15,1-3-1-15,9 0-9 16,4-11-136-16,9-5-173 0,3 1 0 0,8-6 0 16,1 3 0-16,13 1 0 0,8-2 0 15,7-5 0-15,7-6 0 0,5-3 0 0,1-4 0 16,19-1 0-16,-4-7 0 0,0 5 0 16,-11-4 0-16,-5-1 0 0,-5 2 0 0,-1-1 0 15,-13 1 0-15,-4 1 0 0,-6 2 0 16,-3-2 0-16,1 0 0 0,-14 2 0 0,18 0 0 15,-18 0 0-15,14 0 0 0,-14 0 0 16,10 0 0-16,-10 0 0 0,0 0 0 0,0 0 0 16,0 0 0-16,0 0 0 0,0 0 0 15,-20 14-569-15,11-8-430 0,-2-3 107 16,-1 4-1057-16,-1 0-1369 0</inkml:trace>
  <inkml:trace contextRef="#ctx0" brushRef="#br0" timeOffset="-212739.51">28783 5389 4850 0,'-6'12'-264'0,"3"-4"56"15,-3 1 38-15,1-1 46 0,0 0 46 0,-1 0 43 16,3 0 41-16,-3-1 32 0,2 3 14 15,1-4 14-15,-2 0 10 0,5-6 4 0,-4 9 9 16,4-9 10-16,-5 8 9 0,5-8 6 16,0 0 7-16,-2 8 6 0,2-8 5 15,0 0 8-15,0 0 3 0,0 0 4 0,0 0-11 16,23-22-12-16,-10 7-7 0,5-8-7 16,0-7-11-16,9-6-8 0,2-5-13 0,-1-8-4 15,4-4-12-15,11-15-8 0,-1-4-7 16,-1 4 8-16,-8 15-17 0,-2 0-5 0,-2 4-2 15,-4 3-4-15,-1 9 2 16,-9 8 1-16,0 5 13 0,-6 5 24 0,0 4-11 16,-4 4 5-16,1 1-10 0,-3 0-4 15,1 5 10-15,0-1-15 0,-1 0-12 0,-2 0 1 16,3 0-6-16,-4 6 1 0,4-7-13 16,-4 7-2-16,3-7-6 0,-3 7-17 0,2-7-20 15,-2 7-26-15,0 0-34 0,0 0-51 16,0 0-72-16,0 0-119 0,0 0-155 15,0 0-215-15,0 0-72 0,-25 9 83 0,16-6-586 16,0 2-739-16</inkml:trace>
  <inkml:trace contextRef="#ctx0" brushRef="#br0" timeOffset="-212256.32">29610 3972 3698 0,'0'0'78'0,"-4"-10"1"0,4 10 5 0,-2-7-5 16,2 7 1-16,4-14 2 0,2 6 4 0,0 0-1 16,1 3-2-16,2-2-12 0,5 1-5 15,-3 1-11-15,3 5-1 0,-1-2-7 0,0 2-4 16,1 2-3-16,-3 2-5 15,-1-1-1-15,0 6 1 0,-5-1 7 0,-1 3 6 16,-2 2 8-16,-6 7 8 0,-2 2 10 16,-8 11 3-16,3 1 6 0,-3-2 5 15,0 1 4-15,-1-6 7 0,5-5 1 0,2-3 6 16,3-5-1-16,3-2 0 0,2-1 6 16,4 2 12-16,-1-2 4 0,5 0-8 0,6 5 0 15,0-3-9-15,0 1-7 0,3-2-3 16,1 1-9-16,-2 1-8 0,-2-1 7 0,-1-1 3 15,-1 0 16-15,-5 0 19 16,1-1 14-16,-5 3 10 0,-3-2 5 0,-1 4-4 16,-7 2-125-16,-1 1-28 0,-9 5 0 15,-3-1 0-15,1-5 0 0,-5 2 0 0,0-4 0 16,-2-2 0-16,7-3 0 0,0-5 0 16,5 0 0-16,-2-4 0 0,1 1 0 0,3-3 0 15,2-3 0-15,-1 1-53 0,3-2-472 16,-3-2-166-16,5-2-242 0,1 2 75 15,1-1 100-15,1-1-729 0,4 8-935 0</inkml:trace>
  <inkml:trace contextRef="#ctx0" brushRef="#br0" timeOffset="-208939.57">25955 3767 3914 0,'0'0'-133'0,"0"0"27"16,0 0 31-16,0 0 43 0,0 0 41 0,0 0 39 15,0 0 25-15,0 0 23 16,0 0 9-16,0 0 2 0,0 0 0 0,0 0 3 16,0 0-2-16,0 0 3 0,0 0 2 15,0 0-2-15,0 0 2 0,0 0-4 0,0 0-3 16,0 0-3-16,0 0 4 0,0 0-3 16,-36 0-5-16,24-4 8 0,-7 0 3 15,-4-3-1-15,-5-3 3 0,-6-2-12 0,-2 1 4 16,-2-1 6-16,-9-6-2 15,-1 1-9-15,-1 0-6 0,0-5-2 0,-5 1-3 0,-2-2-30 16,2 2 15-16,0-1 0 16,1-1 2-16,2 5 8 0,3-3 6 0,10 8-20 15,4-3 3-15,0 3-14 0,0 1-6 0,7-1 3 16,2 3-5-16,4 3-1 0,-1 0 12 16,6 1 2-16,-6-3-6 0,8 3-4 15,-2 0-3-15,3 0-2 0,-1-1-2 16,1 4-5-16,3-2-4 0,1 2-1 0,9 3-4 15,-20-5-4-15,15 3-1 0,5 2-5 16,-15-5-1-16,15 5-4 0,-10-4 1 0,10 4-5 16,-11-3 1-16,11 3-1 0,0 0-13 15,-9-4 0-15,9 4 0 0,0 0 0 0,-11-5 0 16,11 5 0-16,0 0 0 16,0 0 0-16,0 0 0 0,-9-2 0 0,9 2 0 15,0 0 0-15,0 0 0 0,0 0 0 16,0 0 0-16,0 0 0 0,0 0 0 0,-7-5 0 15,7 5 0-15,0 0 0 0,0 0 0 16,0 0 0-16,0 0-40 0,0 0-99 0,0 0-67 16,0 0-81-16,0 0-93 0,0 0-91 15,0 0-120-15,0 0-236 0,5 23 34 16,1-12 88-16,-2-2-571 0,0 3-736 0</inkml:trace>
  <inkml:trace contextRef="#ctx0" brushRef="#br0" timeOffset="-208306.49">24160 2871 3403 0,'-18'-8'-106'0,"5"4"20"0,0 1 18 0,0 2 27 15,0 1 34-15,-3 1 34 0,-2 2 22 16,0 5 26-16,-9 7 5 0,2 8 28 0,-3 7 17 16,1 8 5-16,3 5 1 0,3 5-4 15,3 1 0-15,3 3-1 0,8 2-3 0,0-10-8 16,9-1-5-16,5 0-7 15,2-4-2-15,8 5 4 0,7-5 2 0,5-2 2 16,5-8-1-16,9-6-11 0,0-3-3 16,2-12-10-16,2-3-5 0,3-5-5 15,11-8-6-15,0-4 2 0,0-5 2 0,-2-4 9 16,-6-2 10-16,-6-6 9 0,-2-1 8 16,-11-6 17-16,-4-3-10 0,-9-6-7 0,-7-1-10 15,-13 5-9-15,-4-5-6 0,-13-8-12 16,-9-1-9-16,-7 1-7 0,-17-10-7 0,-7 8-14 15,6 15-1-15,-5 7 4 0,-1 10-16 16,-3 7 3-16,-1 12-17 0,10 9-30 16,-10 9-33-16,2 8-48 0,5 7-67 15,4 2-87-15,4 3-116 0,7 1-132 0,6-1-189 16,7-7-81-16,9-2 87 0,0 0-521 16,8-6-673-16</inkml:trace>
  <inkml:trace contextRef="#ctx0" brushRef="#br0" timeOffset="-207008.11">24425 3774 3449 0,'-6'-11'-82'0,"-4"3"36"15,9-1 45-15,-5 5 39 0,6 4 34 16,-6-10 21-16,6 10 6 0,-6-5 1 16,6 5-4-16,0 0 11 0,0 0 49 0,0 0 19 15,-13 32 6-15,9-6 0 0,1 18 10 16,-3 11 0-16,1 4-12 0,0 3 6 0,-1 1 18 15,1 1-26-15,-1-1 2 0,3-5 2 16,-2-12-3-16,1-3-9 0,2 1-14 0,1-1-18 16,1-6-8-16,0-7-15 0,0-6-7 15,0-6-14-15,-2-1-9 0,2-2-7 16,0-3-5-16,0-2-9 0,0-2-14 16,2 1-32-16,-2-9-59 0,0 8-73 15,0-8-79-15,0 0-94 0,0 0-106 0,0 0-131 16,0 0-188-16,0-27-70 0,0 21 85 15,0-2-593-15,-2 2-750 0</inkml:trace>
  <inkml:trace contextRef="#ctx0" brushRef="#br0" timeOffset="-206674.36">24153 4708 3904 0,'-11'5'102'0,"6"-1"2"0,-1-1 18 0,6-3 33 15,0 0 26-15,-3 5 13 0,3-5 12 16,0 0 8-16,0 0 2 0,0 0-12 16,18 2-23-16,-2-2-13 0,1 0-3 15,0 2-33-15,2-2-15 0,4 5-10 0,-2 2-4 16,-4 3 10-16,8 7 7 0,-6 6-4 16,-2 0-2-16,-4 4 6 0,-5-1 3 0,0 6-1 15,-2 0 0-15,-5 4 4 0,-1-5 7 16,2-5-12-16,-4-1-13 0,2 1-9 0,0 0-20 15,0-3-79-15,0-4 0 0,0-1 0 16,0-1 0-16,0-3 0 0,0-4 0 0,0 1 0 16,0-3 0-16,0 0-97 0,2 0-178 15,-2-8-105-15,2 5-113 0,-2-5-104 0,0 0-123 16,0 0-86-16,0 0 71 16,6-25-655-16,-6 12-844 0</inkml:trace>
  <inkml:trace contextRef="#ctx0" brushRef="#br0" timeOffset="-206490.28">24298 5085 3921 0,'-14'2'55'0,"1"0"28"16,1 0 40-16,12-2 53 0,-19 4 46 0,19-4 33 15,-15 0 28-15,15 0-4 0,0 0-13 16,-11 0-19-16,11 0-11 0,0 0-10 0,0 0-24 16,0 0-17-16,30-8-20 0,2-1-16 15,4-1-45-15,10 2-76 0,4-6-86 0,-1 2-104 16,-7 3-138-16,-2 1-167 15,-5 3-179-15,-9 3-152 0,-9 0 75 0,-6 6-655 16,-4 1-831-16</inkml:trace>
  <inkml:trace contextRef="#ctx0" brushRef="#br0" timeOffset="-206023.58">24501 5666 4081 0,'-2'-15'60'0,"2"3"11"0,-2 2 24 15,2-1 40-15,2 1 49 0,-2 4 34 0,0 6 29 16,2-14 22-16,0 9 3 0,-2 5-9 16,2-10-15-16,-2 10-17 0,0-7-14 15,0 7-23-15,0 0-3 0,0 0 19 0,0 0 12 16,15 37-5-16,-7-1-14 0,-1 3-11 16,3 13-21-16,-1 3-171 0,1 0 0 15,-3 0 0-15,1 1 0 0,2-3 0 0,-5-9 0 16,1-5 0-16,0-1 0 0,2-4 0 15,-5-8 0-15,3-4 0 0,-3-7 0 0,-1 0 0 16,2-3 0-16,1-1 0 0,-3-1 0 16,-1-2 0-16,1-2 0 0,-2-6 0 0,4 8 0 15,-4-8 0-15,4 3 0 16,-4-3 0-16,0 0 0 0,0 0 0 0,0 0 0 0,9-15 0 16,-9 15 0-16,0-6 0 15,0 6-385-15,0-11-330 0,0 11-189 0,-2-6 44 16,2 6 99-16,-4-11-792 0,4 11-996 15</inkml:trace>
  <inkml:trace contextRef="#ctx0" brushRef="#br0" timeOffset="-205055.93">25320 6024 4176 0,'0'0'-39'0,"0"0"33"16,4-5 30-16,-4 5 30 0,0 0 30 0,0 0 24 16,0 0 19-16,0 0 16 0,-17 11 9 15,9 3 11-15,-9 9 9 0,0 4 11 0,-3 4 6 16,-4 6 5-16,0 4 12 0,0 5 8 15,2-4 5-15,1 1-5 0,2 0-8 0,4 0-6 16,3-7-13-16,3-4-14 0,1 0-10 16,4-7-11-16,3-5-11 0,1-3-8 0,1-1-9 15,1-3-10-15,4 1-93 16,-1-5-21-16,5-1 0 0,0-4 0 0,3-2 0 16,-13-2 0-16,36-8 0 0,-17 2 0 15,1-3 0-15,-6 1 0 0,-3 0 0 0,3 0 0 16,-4-3 0-16,-3 1 0 0,-1 0 0 15,-4 1 0-15,-2-1 0 0,0 2 0 0,-2-3 0 16,-6 5 0-16,-1 2 0 0,-2-1 0 16,-3 3 0-16,-3 4 0 0,2 1 0 15,-4-1 0-15,2 4 0 0,-1-3-231 16,1 3-414-16,3 0-225 0,3-3-15 0,0 0 107 16,3-1-848-16,8-2-1066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7:10:45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24684 11029 1211 0,'-11'-14'63'0,"-1"5"-9"0,-1 0 8 0,0 4 24 16,-1-5 9-16,-3 2 4 0,2 1-6 15,-7 0-11-15,2 0 10 0,2 4-6 16,-5-1 4-16,1 4 1 0,-3 2 0 16,-14 5 10-16,5 3 8 0,-9 7 10 0,-3 5 11 15,0 7 12-15,0 6 6 0,5 7 1 16,-6 1-2-16,0 19-5 0,-1 4-2 16,7 4-6-16,8-14-9 0,7 2-11 15,2 3 4-15,8-5-7 0,4 1-4 0,4-3-1 0,14 4-8 16,8-12-8-16,11 1-5 0,7-5-8 15,12-5-3-15,13-6-8 0,6-6-6 16,7-3-4-16,7-9-5 0,5-2-7 16,3-11-4-16,-5-6 0 0,1-8-4 0,10-8-1 15,-12-7-6-15,-18-2 0 0,-3-5-5 16,-12-5 1-16,5-17-2 0,-19 5 4 0,-7-9-6 16,-9-3-5-16,-11-10-1 0,-7 1-5 15,-12-21 0-15,-9 4-18 0,-14 8-15 0,-9 9-16 16,-9 14-16-16,-8 14-30 0,4 18-29 15,-9 9-45-15,-7 13-34 0,-5 12-39 0,-21 15-34 16,5 13-52-16,1 12-69 0,8 12-176 16,1 8 13-16,6 11 62 0,0 5-205 15,2 1-188-15</inkml:trace>
  <inkml:trace contextRef="#ctx0" brushRef="#br0" timeOffset="665.32">24640 12617 2013 0,'-25'-8'63'0,"4"4"3"0,-2 4 2 0,-3 3 22 15,-11 2 35-15,-1 4 33 0,0 3 34 0,-8 11 18 16,-4 7 2-16,1 2 1 0,4 11-4 15,-8 19-9-15,5 5-14 0,8 1-12 0,4 4-15 16,11-12-16-16,5 6-8 0,9 0-13 16,4 1-15-16,9-7-12 0,3 2-8 0,17-6-9 15,2-6-14-15,4-2-29 0,13-10-37 16,0-6-47-16,9-8-58 0,8-7-59 16,1-7-35-16,5-6-34 0,3-11-20 15,-1-5 9-15,-1-6 24 0,-2-7 42 0,10-14 39 16,-8-5 42-16,-4-6 46 0,-8-9 42 15,-8-6 44-15,0-7 26 0,-9-8 24 16,-8-5-9-16,-7-7-9 0,-5-4 2 0,-11-8-10 16,-10-1-14-16,-9 6 7 0,-9 10-13 15,-14 15-14-15,0 24-23 0,-19 16-39 16,-10 10-53-16,-10 13-67 0,-12 11-97 0,-19 14-155 16,-1 13-107-16,1 11 45 0,2 9-167 15,0 5-136-15</inkml:trace>
  <inkml:trace contextRef="#ctx0" brushRef="#br0" timeOffset="2632.83">24653 11589 2036 0,'-14'-3'285'0,"5"1"-81"0,9 2-11 0,-9-4 2 15,9 4 15-15,-11-3 11 0,11 3-2 16,-8-2-6-16,8 2 6 0,-8-3-6 0,8 3-4 15,0 0-6-15,0 0-9 16,0 0-7-16,-13-3-8 0,13 3 1 0,0 0-1 16,0 0 1-16,0 0 4 0,0 0-4 15,45 4-9-15,2 0-22 0,3-2-13 0,22-1-12 16,3 1-10-16,9-2-16 0,2-2-9 16,6 1-7-16,-6 1-25 0,3 0-3 0,1 1-8 15,0 1 0-15,-5 0-10 0,-3 0 3 16,-5-1-9-16,-11-2 2 0,-17-1-3 15,-8 2-1-15,-11 0 11 0,-5 2 12 0,-6-2 4 16,-4 0 15-16,0 0-1 0,-3 0 7 16,-12 0-2-16,18 0 3 0,-10 0-2 15,-8 0-3-15,14 1-10 0,-14-1-34 0,9 2-28 16,-9-2 0-16,7 4 0 0,-7-4 0 16,9 1 0-16,-9-1 0 0,0 0 0 15,9 2 0-15,-9-2 0 0,0 0 0 0,0 0 0 16,7 2 0-16,-7-2 0 0,0 0 0 15,0 0 0-15,0 0 0 0,0 0 0 0,0 0 0 16,11 2 0-16,-11-2 0 0,0 0 0 16,0 0-43-16,0 0-351 0,0 0-171 0,0 0-225 15,-33 1-90-15,33-1 83 0,-16-1-809 16,16 1-1046-16</inkml:trace>
  <inkml:trace contextRef="#ctx0" brushRef="#br0" timeOffset="4681.72">23902 10291 2262 0,'-18'-4'164'0,"0"3"-55"16,3 0-24-16,2-2 2 0,1 3 23 0,12 0 4 16,-15-1 13-16,15 1-8 15,-11-1 7-15,11 1 17 0,0 0 5 0,0 0-5 0,55 7-9 16,13 0-11-16,41 2-8 16,23 2-14-16,24-1-8 0,14-2-13 0,54 4-10 15,-45-6-25-15,3 1-38 0,-9-1-13 16,-9 0 1-16,-16-3-3 0,-16-3 1 0,-43 0 2 15,-12 0 7-15,-22 0 3 0,-9-3 15 16,-7 3 11-16,-8 0 5 0,-8 0 4 0,-5-2-6 16,-6 2-5-16,-1-2-4 0,-11 2-3 15,9-4-6-15,-9 4-25 0,0 0-44 16,0 0-57-16,0 0-78 0,0 0-89 0,-38-6-111 16,19 8-203-16,-6 2 48 0,0 0 58 15,-9 3-226-15,-3 0-204 0</inkml:trace>
  <inkml:trace contextRef="#ctx0" brushRef="#br0" timeOffset="147636.66">6618 3012 3446 0,'-15'-6'120'0,"-6"2"-50"16,3 4-8-16,0 4 59 0,-5 2 27 15,-10 10 7-15,-13 11 14 0,-1 9-3 0,-10 15-7 16,1 5 11-16,3 4 6 15,4 1-17-15,12-8-15 0,6 2 1 0,11 1-22 16,6-4-6-16,12-7-13 0,14 3-3 0,14-5-9 16,13-4-13-16,17-10-1 15,27-1-11-15,16-11 0 0,10-10-9 0,9-9-15 0,6-10-26 16,-2-9-25-16,-8-5-16 16,-10-8-2-16,-12-2 4 0,-14-4 6 0,-28 4 4 15,-8-6 15-15,-12 0 9 0,-15-10 2 16,-12-5-2-16,-15 1 0 0,-13-4-7 15,-24-15 1-15,-12 7-2 0,-5 8-11 0,-6 16-8 16,13 15-24-16,-5 10-34 0,-3 12-48 16,-1 11-65-16,-2 13-57 0,-13 15-81 0,3 16-103 15,3 8-167-15,7 8-95 0,-2 1 70 16,7 7-394-16,14 0-489 0</inkml:trace>
  <inkml:trace contextRef="#ctx0" brushRef="#br0" timeOffset="147936.93">6281 3739 2841 0,'3'-9'188'16,"-1"3"21"-16,-2 6-11 0,0 0-4 16,0 0 13-16,0 0 30 0,-32 39 33 15,1 4 13-15,-12 21 17 0,-11 11 9 0,-3 10-14 16,-6 9-11-16,-7 6-14 0,1 4 2 15,-24 28-5-15,17-33-10 0,-1-8-22 16,9-2-20-16,1-2-22 0,4-2-9 16,1-8-22-16,10-11-19 0,16-19-17 0,4-3-74 15,-1-5-52-15,12-10 0 0,3-5 0 16,5-7-131-16,4-4-128 0,1-1-95 0,2-3-114 16,1-6-154-16,1 1-213 15,4-4 28-15,-7 7 90 0,2-2-643 0,5-5-814 16</inkml:trace>
  <inkml:trace contextRef="#ctx0" brushRef="#br0" timeOffset="148370.01">4689 5738 3984 0,'6'-14'6'0,"-6"8"17"0,0 6 38 16,0 0 37-16,0 0 38 0,-49 28 31 0,13 5 26 15,-9 11 24-15,-11 16 16 0,-3 6-11 16,0 2 12-16,1 0-6 0,7 1-8 0,7-6-20 16,15-12-10-16,3-2-19 15,10-3-16-15,10-9-16 0,6-8-12 0,8 1-13 16,11-6-11-16,10-4-12 0,11-9-14 15,9-10-33-15,24-11-43 0,16-12-40 0,13-11-30 16,-2-8-29-16,1-5-32 0,-4-6-22 16,-11 1 16-16,-15-1 27 0,-20 13 39 0,-13-5 32 15,-9 4 48-15,-12-4 32 0,-11 4 18 16,-14-3 11-16,-11-10 3 0,-13-3-1 16,-22-11-5-16,-4 3-14 0,-8 7-8 0,1 8-3 15,15 16-8-15,-4 8-11 0,2 8-19 16,9 9-29-16,-3 10-34 0,-6 10-36 0,5 11-59 15,1 6-64-15,4 7-103 16,10 7-112-16,5-4-156 0,9 1-187 0,5-8 70 16,10-4 75-16,3-10-459 0,7-4-560 15</inkml:trace>
  <inkml:trace contextRef="#ctx0" brushRef="#br0" timeOffset="148787.75">6333 3933 2968 0,'-2'-8'82'0,"-1"1"8"0,1 1 7 0,2 6 7 0,-6-10 34 15,6 10 28-15,0 0 15 0,-3-7-1 0,3 7 21 16,0 0 20-16,17 38 14 0,5 1 25 16,7 14-13-16,23 16-4 0,13 7-18 15,11 7-14-15,5 3-22 0,34 26-8 16,-22-25-23-16,27 23-13 0,-26-26-13 15,-3 0-13-15,-3 0-9 0,-9-7-15 0,-11-5-3 16,-11-3-44-16,-12-8-26 0,-14-15-38 16,-10-4-18-16,-10-7-38 0,-2-1-46 0,-6-9-68 15,-3-4-69-15,0-8-113 0,-2-1-120 16,-3-8-199-16,0-2-49 0,5-2 77 0,0 0-539 16,0 0-661-16</inkml:trace>
  <inkml:trace contextRef="#ctx0" brushRef="#br0" timeOffset="149137.07">7581 5389 3750 0,'-24'18'219'0,"-4"5"-18"0,-1 14 16 15,-5 7 34-15,0 2 48 0,2 2 29 16,-1 1 11-16,5 4-12 0,4-5-15 15,7-1-31-15,9-7-24 0,10-3-23 0,4-2-24 16,10 0-12-16,9 0-23 0,7-6-14 0,9-6-27 16,4-5-42-16,-4-9-40 15,-1-5-42-15,6-8-40 0,8-5-59 0,-2-7-29 0,-2-1-24 16,0-5-2-16,-6-2 17 16,-6-2 26-16,-4-1 26 0,-15 1 23 0,-3-3 27 15,-7-1 10-15,-9-8 12 0,-5-2-1 16,-13-12 4-16,-5 1-3 0,-8 3 5 0,-5 6-5 15,-5 4-3-15,-7 4-16 0,-6 7-22 16,-2 13-30-16,-1 3-40 0,-3 7-58 0,11 2-86 16,1 4-106-16,0 2-108 0,5 3-196 15,0 1-79-15,2 0 79 0,5-2-526 16,9-6-657-16</inkml:trace>
  <inkml:trace contextRef="#ctx0" brushRef="#br0" timeOffset="149453.26">7089 3873 3763 0,'-21'-9'257'0,"1"1"-25"0,8 3-22 16,-1 2-6-16,6-2-27 0,3 4-12 0,4 1-15 15,0 0 17-15,31 9 10 0,24 6-9 16,39 6-13-16,26 6-10 0,29 0-19 0,66 4-9 16,9 7-23-16,11 11-12 0,9-5-11 15,5 2-6-15,1 0-27 0,-5 4-14 16,-14-9-14-16,-12 1-8 0,-56-16-22 0,-11-9-33 16,-13 7-44-16,-17-7-49 0,-38-7-68 15,-12-5-83-15,-20-1-62 0,-8-6-58 0,-15-3-75 16,-11 1-160-16,-6-3 16 0,-3 2 60 15,-7-3-322-15,-2 8-380 0</inkml:trace>
  <inkml:trace contextRef="#ctx0" brushRef="#br0" timeOffset="149786.73">10288 4418 2886 0,'-23'16'269'0,"-11"11"1"15,-2 9 10-15,0 5 30 0,-3 5 47 16,3 1 11-16,0 3 14 0,6 0-6 0,7-4-24 16,12 2-27-16,7-8-30 0,13-1-27 15,12 5-25-15,13-4-20 0,10-8-32 0,9-4-48 16,12-6-37-16,3-5-27 0,6-7-38 16,-8-8-60-16,1-6-23 0,-5-4-29 15,-3-2 5-15,-5-6 10 0,-4-1 10 16,-10 4 30-16,-12-6 26 0,-1-4 26 15,-8-2 16-15,-6-4 11 0,-7-4 11 0,-8-2-6 16,-9-14 2-16,-12-3-9 0,-6 3-7 16,-7 0-11-16,-12 6-8 0,-20 2-20 0,9 14-40 15,-8 5-60-15,-1 8-106 0,0 4-143 16,2 6-197-16,1 4-276 0,17 4-54 0,-3-3 100 16,-8 8-747-16,0 4-954 0</inkml:trace>
  <inkml:trace contextRef="#ctx0" brushRef="#br0" timeOffset="150405.37">4634 6968 3480 0,'-3'-18'158'0,"-4"6"-42"0,2 7-10 0,-1 3 54 16,6 2 35-16,-23 17 31 0,-4 20 16 16,-9 13-15-16,-9 21 18 0,-5 9 47 15,-3 8 13-15,-5 6 4 0,-1 5-7 16,-9 4-13-16,-22 30-16 0,16-28-4 15,-1-3-11-15,3-5-21 0,4-4-21 0,5-6-26 16,11-4-94-16,4-8-96 0,14-20 0 16,7-5 0-16,2-6 0 0,11-12 0 0,1-3 0 15,4-10-121-15,2-4-269 0,3-7-137 16,1-2-176-16,-1-6-193 0,4 0 90 0,0 0 79 16,0 0-641-16,0 0-821 0</inkml:trace>
  <inkml:trace contextRef="#ctx0" brushRef="#br0" timeOffset="150770.07">3361 8824 4279 0,'0'0'250'0,"0"0"-21"0,-12-8-3 15,12 8 10-15,0 0 3 0,-24 17-5 16,5 7 6-16,1 5-2 0,-6 10-7 0,3 7-7 15,2 2-18-15,2 1-20 0,5-1-19 16,8-7-14-16,4-2-19 0,6-2-9 0,8-1-16 16,13 0-7-16,10-6-10 0,9-12-36 15,11-7-47-15,6-10-62 0,8-10-71 0,3-8-55 16,17-12-39-16,-5-5-23 0,-12-2 26 16,-20 3 21-16,-12 0 44 0,-11-2 38 15,-16 6 31-15,-14 1 23 0,-8-4 10 16,-20-8 12-16,-13 3 6 0,-11-1 11 0,-26-7-2 15,-1 8 2-15,16 12 3 0,-3 3-1 16,2 10-2-16,0 5-8 0,13 11-23 16,-7 4-36-16,5 11-58 0,3 3-97 0,7 3-121 15,4 6-168-15,6 8-190 0,1 4 78 16,6 1-485-16,4 6-595 0</inkml:trace>
  <inkml:trace contextRef="#ctx0" brushRef="#br0" timeOffset="151103.04">2942 9857 3497 0,'7'-10'194'0,"-3"5"-18"0,-2 5-9 0,-2 0 18 0,-6 24 47 16,-12 17 50-16,-11 14 46 0,-17 19 7 15,-11 9 1-15,-6 8-7 0,-7 4-17 16,-5-1-18-16,3-1-19 0,-5-3-20 0,7-5-22 16,5-8-26-16,6-5-22 0,7-2-18 15,15-18-21-15,4-6-90 0,6-3-56 0,2-9 0 16,7-10 0-16,2-5-66 0,7-4-183 15,-2-4-120-15,1-2-138 0,-5-5-143 0,3 0-169 16,-1-4 7-16,-1 1 79 0,-1 2-623 16,3-1-810-16</inkml:trace>
  <inkml:trace contextRef="#ctx0" brushRef="#br0" timeOffset="151485.44">2069 11172 4141 0,'-25'4'146'0,"3"5"-13"15,-21 11 21-15,-6 11 42 0,-22 17 77 0,3 8 40 16,-6 9 15-16,3 4-10 0,-3 5-7 16,7 1-9-16,5 5-8 0,4-3-22 0,10 0-15 15,18-23-29-15,5-1-22 0,12-5-23 16,11-9-47-16,9-4-136 0,22 0 0 15,14-8 0-15,13-8 0 0,15-10 0 0,10-13 0 16,23-13 0-16,2-15 0 16,-1-6 0-16,-2-8-200 0,-6-6-140 0,-9 0 5 15,-16 4 21-15,-21 12 55 0,-16 4 56 16,-12 5 66-16,-10 0 60 0,-9 5 40 0,-10 5 35 16,-13-4 23-16,-6-1 9 0,-7 7 3 15,-6 3-3-15,-4 2-2 0,0 4-4 0,-6 5-6 16,1 1-18-16,-10 7-31 0,10-2-38 15,4 4-56-15,3 1-88 0,3 1-121 0,7 4-128 16,10-3-223-16,6-2-30 0,6-3 69 16,5-4-439-16,3-3-557 0</inkml:trace>
  <inkml:trace contextRef="#ctx0" brushRef="#br0" timeOffset="152103.37">3944 9571 3379 0,'2'-15'207'0,"2"3"-12"0,-2 3-15 0,1 2-11 0,-1 6 23 15,-2 1 43-15,14 15 30 0,3 12 7 16,8 14-14-16,1 9-17 0,12 24-26 0,7 7-17 16,0 11 3-16,12 2-12 15,4 4-15-15,4 3-12 0,4 2 2 0,1-2-9 16,2-7-13-16,-5-1-12 0,-1-3-15 16,-12-10-18-16,-8-10-29 0,-8 0-34 0,-11-18-45 15,-6-6-34-15,-8-12-46 0,1-3-52 16,-5-5-76-16,-1-6-84 0,-5-4-111 0,1-6-115 15,-1-1-162-15,-3-3-67 0,0-2 79 16,0-4-598-16,0 0-736 0</inkml:trace>
  <inkml:trace contextRef="#ctx0" brushRef="#br0" timeOffset="152435.18">4914 11073 3962 0,'-23'-5'241'0,"7"1"25"0,-4 7 17 0,3 1 12 16,-12 10 1-16,0 8 7 0,-1 13 3 16,2 5 0-16,3 7-2 0,4 8-9 15,6 1-17-15,3 7-17 0,9-2-25 0,6-4-27 16,9-3-18-16,9-4-32 0,9-2-159 16,6-9 0-16,7-4 0 0,0-9 0 0,3-9 0 15,-8-7 0-15,4-6 0 0,-2-10 0 16,0-2 0-16,3-11 0 0,-2-5 0 0,-7-5 0 15,-9 4 0-15,-3-14 0 16,-8 7 0-16,-3-4 0 0,-9-2 0 0,-4-5 0 16,-9-7 0-16,-12-2 0 0,-9-1 0 15,-18-8 0-15,-5 6 0 0,6 18 0 0,-9 8-80 16,-5 9-110-16,2 7-92 0,-5 10-97 16,-1 6-106-16,-6 9-93 0,3 9-172 0,-14 14-39 15,0 5 78-15,3 4-631 0,4 8-799 16</inkml:trace>
  <inkml:trace contextRef="#ctx0" brushRef="#br0" timeOffset="153285.59">1778 11410 3978 0,'-7'-11'53'0,"4"5"1"16,1 0 5-16,2 6 9 0,2-11 31 15,3 6 34-15,5 1 11 0,5-3 2 16,8-1-3-16,13-2-9 0,9 3-10 0,14-3-14 15,2 7-27-15,3 3-6 0,1 3-12 16,-4 7-26-16,-2 2-27 0,-7 9-32 16,-7 4-34-16,-9 8-38 0,-9 2-26 0,-11-3-46 15,-9 3-41-15,-5 2-53 0,-6-1-76 16,-6-2-114-16,-1-2-170 0,2-10 47 0,1-8-327 16,-2-7-379-16</inkml:trace>
  <inkml:trace contextRef="#ctx0" brushRef="#br0" timeOffset="154069.09">3055 11693 2715 0,'-29'4'92'0,"2"0"10"16,4 0 18-16,2 1 10 0,4-3 4 0,0 4 8 15,2-2-5-15,3-1-15 0,3 0-11 16,3-1-5-16,6-2-13 0,0 0-9 0,0 0-11 16,34 10-16-16,8-13-17 0,27-2-7 15,12-5-3-15,28-9-23 0,8-5-14 16,3 1-23-16,0 0-14 0,-10-2-6 0,-5 3 3 15,-13 3 6-15,-28 3 2 0,-8 4 14 16,-15 2 26-16,-8 3 56 0,-10 0 34 16,-4 2 30-16,-6 0 13 0,-2 4 4 15,-4-3-8-15,-7 4-14 0,7-3-11 0,-7 3-10 16,0 0-13-16,8-7-39 0,-8 7-48 16,0 0-80-16,3-7-102 0,-3 7-141 15,0 0-162-15,4-5-165 0,-4 5 78 0,0 0-386 16,0 0-441-16</inkml:trace>
  <inkml:trace contextRef="#ctx0" brushRef="#br0" timeOffset="154919.04">7518 6102 2892 0,'7'-13'94'0,"1"3"5"0,-7 2 15 0,1 2 16 15,0 4 13-15,-2 2 61 0,0 0 39 16,2 39 32-16,-8 15 12 0,-3 10 2 16,-7 31 14-16,-4 3 2 0,-1 4-14 0,1 3-14 15,-4 2-28-15,3-2-16 0,2-4-18 16,2-7-21-16,3-21-24 0,1 0-16 15,1-6-17-15,3-4-13 0,0-5-10 0,3-13-14 16,-2-6-13-16,4-6-35 0,-1-7-32 16,3-5-51-16,0-5-52 0,0-4-72 0,0 0-78 15,1-5-112-15,-1-2-123 0,-2 0-143 16,4-5-208-16,-6 8 83 0,0-1 78 0,0 0-586 16,-1 3-704-16</inkml:trace>
  <inkml:trace contextRef="#ctx0" brushRef="#br0" timeOffset="155269.07">7266 7720 3903 0,'-27'0'227'0,"1"8"-2"15,-5 6 29-15,-1 5 40 0,-7 10 24 16,5 8 4-16,-2 10 6 0,6 4-5 0,-1 6-10 15,6 1-16-15,7 2-12 16,4-2-21-16,6 2-24 0,10-2-21 0,7-4-23 0,13-5-17 16,6-6-175-16,10-5-4 0,8-7 0 15,3-11 0-15,5-5 0 0,-4-15 0 16,-1-4 0-16,16-12 0 0,-3-8 0 16,-3-7-47-16,-1-3-59 0,-7-4 13 0,-2-3 25 15,-12-2 29-15,-6-3 12 0,-8 0 22 16,-14 6 9-16,-7-1 11 0,-9 0 10 0,-15-12 7 15,-10 2-5-15,-16-12-3 0,-9 7-4 16,-8 10-7-16,8 18 1 0,-4 9-34 0,-4 6-46 16,-3 10-72-16,3 6-81 0,2 6-103 15,4 4-132-15,0 6-175 0,9 2-199 0,5 1 67 16,7 2 79-16,9-3-631 0,4-3-771 16</inkml:trace>
  <inkml:trace contextRef="#ctx0" brushRef="#br0" timeOffset="157617.65">7518 2635 3527 0,'0'0'-75'0,"0"0"7"16,0 0 20-16,0 0 23 0,0 0 17 15,0 0 24-15,-10 25 15 0,6-10 23 16,0-1 13-16,4 7 25 0,-2-1 10 15,1-2-10-15,-3 1-2 0,4 0-6 0,-2 0 3 16,0-2 10-16,0 0-9 0,0 0-10 16,1-4-3-16,-2-6-2 0,1 2 19 0,2 0 13 15,0-9 4-15,-4 11-10 0,4-11-13 16,0 0-6-16,0 0-13 0,0 0-4 16,0 0-5-16,-11-27-10 0,11 12-6 0,2-4-4 15,4-13-5-15,3-6-4 0,7-10-6 16,-2-1-3-16,8 3-2 0,-3 3-6 15,1 2 0-15,-4 12 0 0,2 2-3 16,-7 8 0-16,0 2-2 0,1 3-7 16,-1 4-1-16,0 3-1 0,3 1-1 0,-1 4 3 15,1 4 0-15,-14-2 0 0,26 6 0 16,-15 3 0-16,0 1 2 0,-4 4 1 0,0 1-2 16,-7 2 1-16,-1 7-2 0,-8-1 4 15,0 6 5-15,-4-2-3 0,-3-2 8 16,5-7-2-16,-1-5 7 0,5-1 13 0,-1 0 15 15,3-4 10-15,-1-1 2 16,2 0-2-16,0-2-5 0,4-5-6 0,-6 10-9 0,6-10-6 16,-3 10-9-16,1-3 0 15,2 4-1-15,0 0 12 0,4 5-3 0,-3 1-1 16,5 3-2-16,2 1-3 0,-2-1 1 16,3 1-1-16,-2-2-20 0,4-1 4 15,-6-4-6-15,4 1 0 0,-5-3-8 0,2-5-14 16,-2 3-13-16,-2-4-21 0,2 0-35 15,-4-6-53-15,0 0-70 0,0 0-66 0,0 0-72 16,0 0-98-16,9-16-144 0,-9 5-89 16,-2-7 62-16,2-1-311 0,-2-16-409 15</inkml:trace>
  <inkml:trace contextRef="#ctx0" brushRef="#br0" timeOffset="157984.97">7672 2222 2442 0,'-27'0'-12'0,"0"8"30"0,-9 1 31 16,-13 13 46-16,-7 9 41 0,-14 15 30 0,-7 10 20 15,5 5 11-15,4 6 7 0,5 3-4 16,11 2-6-16,9-1 8 0,12-13-5 16,8 0-8-16,9 1-9 0,14 1-20 0,14-4 6 15,17-4-5-15,20 6-6 0,10-6-13 16,11-13-15-16,-7-12-10 0,21-1-12 15,-14-12-5-15,3-4-9 0,-1-8-9 16,4-7-11-16,-2-7 0 0,1-2-9 0,12-17-4 16,-4-5 5-16,-8-5 6 0,-9-6 33 15,-7-2 7-15,-20 2 15 0,-7-4 3 0,-7-11-12 16,-12-3-12-16,-8-4-13 0,-16-2-11 16,-16-12-14-16,-16 7-15 0,-20 13-11 15,-14 10-20-15,-14 14-44 0,-11 10-45 0,-6 12-53 16,-9 15-64-16,-5 10-67 0,-2 9-87 15,10 6-87-15,4 4-131 0,6 2-252 0,21 0 55 16,25-3 82-16,10 1-427 0,8 4-571 16</inkml:trace>
  <inkml:trace contextRef="#ctx0" brushRef="#br0" timeOffset="160801.92">3566 5634 3090 0,'5'-14'14'0,"-3"2"36"0,-2 4 27 16,0-1 64-16,0 9 37 0,-4-10 32 16,4 10 11-16,-3-7-3 0,3 7-10 15,0 0 17-15,-22 17 38 0,-3 8 16 0,-5 8-10 16,-4 0-16-16,-2 3-20 0,-1 1-11 16,2 0-4-16,5-1-25 0,3 0-17 0,7-9-14 15,1 2-16-15,2-4-12 0,3-7-14 16,3-1-9-16,1-2-12 0,4-3-11 0,1 0-5 15,1-7-5-15,-2 1-6 0,6-6-1 16,-3 6-5-16,3-6-12 0,0 0 4 16,0 0-15-16,9-23-3 0,-2 5-12 15,9-11-28-15,-1-5 0 0,6-10 0 16,6-2 0-16,-5-6 0 0,1 6 0 0,0 3 0 16,-5 12 0-16,-2 6 0 0,-2 4 0 15,-6 7 0-15,-3 4 0 0,1 1 0 0,-1 7 0 16,-5 2 0-16,0 0 0 0,23 11 0 15,-9 3 0-15,5 4 0 0,2 4 0 0,2 2 0 16,1-3 0-16,1 1 0 0,0-1 0 16,-2 0 0-16,-6-7 0 0,-2-3 0 0,-5 0 0 15,0-4 0-15,-3 0 0 0,-1-2 0 16,-1 0 0-16,1 0 0 0,-6-5 0 16,4 9 0-16,-4-9 0 0,-10 8 0 15,1-1 0-15,-7 0 0 0,-2 1 0 16,-13 3 0-16,-3-1 0 0,-3 2 0 0,1-2 0 15,0 0 0-15,2 1 0 0,9-3 0 16,2-2 0-16,8-2 0 0,1 0 0 0,3 1 0 16,0-3 0-16,3 1 0 0,8-3 0 15,-15 3 0-15,15-3 0 0,-12 4 0 0,12-4 0 16,-7 2 0-16,7-2 0 0,0 0 0 16,0 0-316-16,0 0-361 0,0 0-222 0,-6-12 6 15,6 12 91-15,0-9-764 16,0 9-1008-16</inkml:trace>
  <inkml:trace contextRef="#ctx0" brushRef="#br0" timeOffset="162350.92">2621 8350 4251 0,'-3'-15'-48'0,"1"4"45"0,2 2 51 0,-2 0 43 15,0 0 50-15,2 9 14 0,-2-8-4 16,2 8-17-16,0 0-17 0,0 0-11 0,0 0 4 16,0 0 15-16,-11 43-4 0,9-8-15 15,-4 5-7-15,6-1-3 0,-2 1-13 16,2 0-12-16,0-9-11 0,0-4-5 16,0-2-29-16,0-4-30 0,0-2-34 0,0-1-45 15,2-2-54-15,-2-4-46 0,2-2-37 16,-2-1-59-16,0-4-64 0,0-5-70 15,0 0-63-15,0 0-78 0,0 0-37 0,0 0-353 16,-6-27-422-16</inkml:trace>
  <inkml:trace contextRef="#ctx0" brushRef="#br0" timeOffset="162700.53">2618 8261 2448 0,'3'-18'-30'16,"-1"6"42"-16,0-1 21 0,1 3 14 0,1 3 9 15,-3-2 1-15,5 4 0 0,-1 0-2 16,5 0 6-16,-10 5-3 0,19-4 8 15,-5 4-4-15,-1 6 6 0,0 1 8 0,3 1 2 16,-4 6-5-16,1 1 26 0,-6 5-4 16,0 1 18-16,-1 12 1 0,-8 2-12 0,-4 6 3 15,-3-4-20-15,2-1 9 16,-5-3 8-16,4-2 12 0,1-10 6 0,0-3 0 16,6-5-2-16,-1-1-6 0,0-2-9 15,0-2-10-15,4-1-2 0,0 3 5 16,4-1-5-16,2 1-5 0,-1 4-6 0,4 0 1 15,3 3-2-15,-5-4 8 16,3 4 11-16,-2 1 14 0,-3 0 6 0,-2-1 24 16,-3-1 0-16,-2 3-8 0,-2 0-4 0,-3 2-13 15,-2 1-8-15,-7 5-11 0,-1-4-8 16,-5 6-13-16,4-7-29 0,-7-3-40 0,5-2-55 16,3-5-65-16,-4 0-74 15,2-4-90-15,0-4-120 0,0-3-128 0,1-1-193 16,2 2-31-16,0 0 88 0,-1-2-501 15,-1 5-628-15</inkml:trace>
  <inkml:trace contextRef="#ctx0" brushRef="#br0" timeOffset="163433.29">1249 11075 3419 0,'0'-7'42'0,"0"0"23"0,0 7 38 0,-5-15 31 0,1 9 40 16,-1-2 17-16,-2 1 13 0,0 0 0 0,-4-1-12 16,-1 2-19-16,-3-1-16 0,-3 6-21 15,0 2-17-15,-7 6-14 0,-6 7-11 16,-6 14-6-16,1 4-11 0,2 4-10 0,2 3-4 16,3 5 1-16,7 2-5 0,3-2 0 15,10-6-7-15,3 1-8 0,3-2 3 0,6-8 1 16,4 2-6-16,6-4 2 0,3-1 7 15,4-4 5-15,7-3 8 16,4-5-1-16,1-4-8 0,3-5-6 0,-7-2-2 16,-1-3-2-16,-6 0 0 0,0 0-13 15,-4-1 4-15,-3 1 1 0,-2-2-34 0,-2 2-42 16,-10 0-75-16,0 0-86 0,14 2-109 16,-14-2-130-16,0 0-144 0,0 0-196 15,0 0 74-15,0 0-547 0,0 0-713 0</inkml:trace>
  <inkml:trace contextRef="#ctx0" brushRef="#br0" timeOffset="165600.25">5625 10992 700 0,'0'-10'367'0,"0"10"-100"0,0-7-68 16,0 7-26-16,-2-7 4 0,2 7-5 0,-4-5 13 15,4 5 24-15,0 0 20 0,-5-6 14 16,5 6 9-16,-4-5 7 0,4 5 7 0,0 0 2 15,0 0-1-15,-7-6-7 0,7 6-7 16,0 0-8-16,-9 19-11 0,6 3-2 16,-5 12-5-16,10 5-15 0,-4 5-9 15,2 3-17-15,0 11-21 0,2 0-12 0,0 0-18 16,3-4-14-16,-5-14-8 0,4 2-15 16,-2-9-23-16,0-5-23 0,1-7-36 15,-1-4-35-15,-2-5-48 0,0 0-55 0,0-3-64 16,0-6-81-16,0-3-91 0,0 0-82 15,0 0-81-15,-14-25-104 0,6 4-72 0,-3-8 60 16,-1-6-477-16,1 0-582 0</inkml:trace>
  <inkml:trace contextRef="#ctx0" brushRef="#br0" timeOffset="165816.9">5398 10958 3208 0,'0'-10'98'15,"4"1"29"-15,2 0 18 0,1 3 31 0,3-1 38 16,5 0 28-16,4 4 22 0,3 1 13 15,5 4 20-15,12 5-13 0,1 3-17 16,8 12-25-16,-5 4-19 0,2 5-21 0,-6 1-21 16,-10 6-14-16,-4-1-14 0,-12-2-14 15,-6 0-8-15,-5 2-17 0,-4-1-21 0,-5 3-27 16,-6-6-34-16,-3 2-39 0,-5-6-62 16,-1 0-79-16,-3-8-79 0,-6 1-110 0,-1-7-107 15,-2-6-130-15,-3-4-195 16,5-9 53-16,-6-2 71 0,-6-15-514 0,7-8-624 15</inkml:trace>
  <inkml:trace contextRef="#ctx0" brushRef="#br0" timeOffset="166532.75">8465 5741 3453 0,'-6'-17'99'16,"3"0"16"-16,-2 7 37 0,1 0 31 16,2 3 24-16,0 2 0 0,2 5-19 0,-1-9-19 15,1 9-18-15,0 0-10 0,0 0 17 16,0 0-1-16,0 0-16 0,-8 29-13 15,6-15-11-15,1 3-9 0,-1 3-15 0,-2-1-3 16,-1 1-12-16,0 1-25 0,-1-2-37 16,-1 3-46-16,-3 7-68 0,-3-3-88 15,-2-3-101-15,1-3-106 0,3-5-121 16,-3-3-193-16,3-6 63 0,0-2 74 0,5-2-374 16,6-2-423-16</inkml:trace>
  <inkml:trace contextRef="#ctx0" brushRef="#br0" timeOffset="166750.01">8390 5589 2802 0,'6'-11'178'0,"-2"2"12"0,-2 2-15 16,2 4-14-16,-4 3 18 0,0 0 37 15,0 0 34-15,26 19 7 0,-7 3 6 0,0 5 1 16,3 6 1-16,-4 10 0 0,0 2-17 16,-9-5-15-16,1 0-23 0,-5 1-8 15,-3 4-20-15,-4-1-14 0,-8 9-20 16,-1 1-13-16,-6-6-16 0,-2-2-42 0,-4 0-51 15,-7-2-67-15,1-2-85 0,0 1-86 16,-3-4-110-16,3 1-114 0,-5-4-109 16,2 0-168-16,1 1-13 0,-1 0 88 0,2 0-537 15,-5 5-640-15</inkml:trace>
  <inkml:trace contextRef="#ctx0" brushRef="#br0" timeOffset="167049.79">7898 7686 3410 0,'0'-22'128'0,"-3"5"33"16,3 2 26-16,-2 4 12 0,0 1 17 15,0 3 16-15,2 7-4 0,0 0 23 0,0 0 44 16,0 0 19-16,0 0 1 15,13 39-9-15,-5-8-24 0,-6 4-25 0,2 5-24 16,0-1-25-16,-3 0-19 0,1 1-19 16,2-1-20-16,-2-2-15 0,-2-6-37 0,0-6-36 15,-2-6-47-15,2-2-52 0,0-3-62 0,-2-2-72 16,4-2-87-16,-4-6-115 16,2-4-116-16,0 0-123 0,0 0-151 0,0 0 3 15,-4-31 71-15,4 11-600 0,2-7-748 16</inkml:trace>
  <inkml:trace contextRef="#ctx0" brushRef="#br0" timeOffset="167216.99">7925 7620 3470 0,'0'0'192'15,"-15"-2"70"-15,15 2 19 0,0 0 18 0,-13-4 0 16,13 4 8-16,0 0-16 0,-10-4-28 16,10 4-21-16,0 0-27 0,15-14-22 15,1 7-21-15,14-3-64 0,3-4-78 16,4 3-94-16,3 2-100 0,-1-4-135 15,3 1-153-15,-5 7-185 0,-6 1-98 0,-6 3 82 16,-6 2-578-16,0 8-694 0</inkml:trace>
  <inkml:trace contextRef="#ctx0" brushRef="#br0" timeOffset="167400.82">7920 8061 3810 0,'-16'10'247'16,"5"-2"5"-16,3-4 6 0,3-1 3 15,5-3 13-15,-10 4-8 0,10-4-25 0,0 0-19 16,0 0-25-16,0 0-21 0,0 0-60 16,34-16-86-16,-2 3-108 0,3-1-129 15,5-9-152-15,2-1-190 0,2-4-186 16,-2-1 58-16,-3 2 75 0,-2-2-467 0,-1 0-541 16</inkml:trace>
  <inkml:trace contextRef="#ctx0" brushRef="#br0" timeOffset="169249.97">3555 2251 3285 0,'-9'-10'136'0,"4"1"-4"15,1 4-17-15,4 5 0 0,-7-9-12 0,7 9-16 16,0 0 15-16,0 0 51 0,-5 31 28 16,5-10-16-16,2 14-13 0,0 4-17 15,1 4-8-15,-1 0-13 0,3-1-10 16,-2-2-17-16,1 1-7 0,0-6-34 0,1 0-44 15,-5-6-39-15,4-6-68 0,-2-4-65 16,0-3-70-16,1 2-57 0,0-5-54 16,-3-2-58-16,0-6-136 0,-3 0-48 0,3-5 50 15,0 0-182-15,0 0-217 0</inkml:trace>
  <inkml:trace contextRef="#ctx0" brushRef="#br0" timeOffset="169499.89">3542 2368 2015 0,'0'-30'56'0,"0"5"20"16,0 6 33-16,0 3 2 0,0 5-5 0,0-1-11 15,2 3 0-15,4 0 14 16,1 2 5-16,7 7-7 0,-1 0-1 0,10 2-5 16,11 10-4-16,2 3-2 0,12 8 0 15,-4 6-7-15,2 4-9 0,1 0-4 16,-9 6 12-16,-5-2-12 0,-9 1-1 0,-1 1 16 16,-13-4 9-16,-6 2 6 0,-8 0-2 15,-11 7-8-15,-8-1-14 0,-8 0-2 0,-5-5-10 16,-4-3-5-16,0-4-25 0,0-4-22 15,8-8-25-15,1-4-41 0,1-5-45 16,5-8-59-16,5-2-66 0,6-5-77 16,-4-6-106-16,1-11-172 0,4-10-11 0,5-6-240 15,5-5-312-15</inkml:trace>
  <inkml:trace contextRef="#ctx0" brushRef="#br0" timeOffset="169703.26">3954 2212 2538 0,'10'-11'189'15,"-3"6"14"-15,1 0-6 0,-8 5-7 0,5-2-18 16,-5 2-17-16,0 0-21 0,0 0 3 16,14 14 33-16,-9 1 0 0,-1 6-11 15,5 11-14-15,3 4-13 0,-2 1-14 0,1 8-8 16,3 1-13-16,-5-5-9 0,7 5-9 16,-7-9-21-16,0-4-39 0,1 2-54 15,-4-4-60-15,-1-8-94 0,3-2-94 16,-7-5-111-16,3-3-182 0,-2-3-71 15,-2-4 71-15,0-6-263 0,0 0-323 0</inkml:trace>
  <inkml:trace contextRef="#ctx0" brushRef="#br0" timeOffset="169882.54">4172 2181 2692 0,'-3'-22'218'0,"3"2"-6"0,0 5-9 15,2 1-8-15,-1 2-10 0,4 1-15 16,-1-1-20-16,5-3-20 0,0 1-8 15,7 2-12-15,11-5-17 0,5 5-51 16,4 3-68-16,4 1-79 0,2 4-100 16,2 4-122-16,0 1-182 0,-4 8-100 0,-6 2 56 15,-7 9-191-15,-11 1-236 0</inkml:trace>
  <inkml:trace contextRef="#ctx0" brushRef="#br0" timeOffset="170049.63">4197 2556 2430 0,'-12'3'234'0,"2"-1"1"0,0-2-9 16,10 0-8-16,-9 2-9 0,9-2-24 16,0 0-20-16,0 0-18 0,0 0-20 0,0 0-32 15,34-21-70-15,-2 11-78 0,6-2-93 16,16-7-107-16,5 0-158 0,2 1-208 16,2-3 57-16,1-1-204 0,15-10-256 15</inkml:trace>
  <inkml:trace contextRef="#ctx0" brushRef="#br0" timeOffset="170348.82">5232 1756 2346 0,'-4'-16'98'15,"-3"4"7"-15,2 3 11 0,-1 3 3 16,-1 0-3-16,7 6-9 0,-16 2-1 16,16-2 13-16,-34 17 13 0,11 5 10 15,-12 7 6-15,5 6-9 0,1 0-6 0,4 1-13 16,12-4-10-16,5 4-6 0,6 1 2 15,6 2 16-15,8-3 8 0,6 7-6 16,6-1-6-16,2-6-6 0,1 0-5 0,-6-7 4 16,-2-2 1-16,-3-2 1 0,-5-3-3 15,-4-5 11-15,0-1 20 0,-6-1 23 0,-2 1-22 16,-6 1 2-16,-6 9-12 0,-4-4-13 16,-9 3-16-16,-8 1-2 0,-5 1-21 15,-5-4-27-15,-2 0-53 0,1-1-51 0,-5-6-66 16,3 5-86-16,-5-5-90 15,6-1-111-15,8 0-157 0,0-1-209 0,0 0 53 16,10 1 88-16,3 1-419 0,3 3-520 16</inkml:trace>
  <inkml:trace contextRef="#ctx0" brushRef="#br0" timeOffset="171881.49">5307 3614 3073 0,'7'-7'66'16,"1"1"3"-16,-2 2-4 0,-6 4-1 15,6-5 3-15,-6 5 7 0,0 0 0 0,0 0-9 16,0 0-14-16,0 0 2 0,-25 15 2 16,2 4-4-16,-6 2 9 0,-7 12 5 0,-4 0-3 15,-2 0 4-15,-2 4 2 0,-2-2 4 16,8 0-7-16,-7 1-4 0,1 1 6 15,0 1-19-15,0 1 5 0,-1 0 3 16,0 0-2-16,2 0-5 0,-3-3-3 16,4 3-5-16,-1-3-6 0,4 3-1 0,-3-2-2 15,6 1 0-15,-1 1-3 0,1 1-2 16,2-3-3-16,2-3-1 0,3-1 3 0,1 4-10 16,4-10-3-16,4 2-4 0,-7 5 4 15,2 2 7-15,2-7-6 0,-3 9 1 0,-5 1 2 16,2 0 2-16,0-1 3 0,-3 1 3 15,0 0-1-15,0 2 4 0,-1 2-3 16,-3-1-3-16,-1 1-2 0,-1-1 4 0,5-5 16 16,-4 5 0-16,1-1-1 15,2 1 0-15,-2-1-1 0,2-6 15 0,-2 6 1 0,1-4-4 16,-1 1-3-16,3-3 1 16,-1-1-10-16,4 0-3 0,-3 0-5 0,1 3 1 15,3-4-3-15,3-2-6 0,4-2-4 16,-6 5-3-16,4 2 3 0,-3 3-2 15,-2 0 1-15,4-1-3 0,0-1-3 0,0 2 0 16,-1 0 2-16,0 1-7 0,-3 1 4 16,1-4-3-16,-1-1 9 0,0 3-9 0,1 0-1 15,-3 2-4-15,3-4 1 0,1-1 3 16,0 0 0-16,0 0 0 0,2 2-7 0,-1-4 2 16,5-5 0-16,2-1 5 15,-2 2-4-15,0-1-4 0,-4 5-2 0,2-5 2 16,-2 7 6-16,5-9 0 0,0 2-7 15,-1 0 4-15,-7 3 1 0,5 5-4 16,0-10 2-16,2-1-3 0,-1 2 8 0,-5 6-4 16,6-5 1-16,1-2-1 0,0 1-1 15,1-2 2-15,1-3-3 0,0 2 2 0,0-2-1 16,3 2-2-16,-2-1 2 0,4-5 3 16,1-2-3-16,3 0 2 0,-1 1-5 0,-5 5 3 15,4-3 2-15,-3 6 2 0,-1-2-4 16,2 1 1-16,-1 0-4 0,3-4 1 15,-3 5 0-15,3 3 3 0,-3-4-2 16,5-1 5-16,0-5-4 0,-3 8 5 0,-1-1-2 16,2-6-3-16,-3 6 4 0,3-7-2 15,-1 2 0-15,-1 3-4 0,0 2 16 16,-1-1-14-16,1 3 1 0,-1-2-2 0,-1 4-2 16,0-1 3-16,0 0 0 0,1 3 1 15,-1-3-5-15,1 0 6 0,0 0-3 0,0 0-1 16,1-1 1-16,0-1 5 0,-1 0-5 15,3-4 3-15,-5 3-2 0,3 1 1 0,-1 0 0 16,3 1 3-16,-4-2-5 0,5 5-1 16,-2-2 0-16,-2 0 0 0,1 0 2 15,-1 2 1-15,1 0-1 0,2-2 0 16,-3 0 3-16,1 0-4 0,1-1 1 16,3-6-4-16,0-2 4 0,-2-1 1 0,4 2-2 15,0-1 0-15,-1-1 1 0,0 1 1 16,2-1-4-16,-1-1 7 0,0 3-4 0,-4 8-2 15,4-6 2-15,0-2 10 0,-1 0-8 16,0-1-3-16,1 9 4 0,-4 0-3 0,-2 0 2 16,6-4 0-16,0-4-2 0,-1-3 4 15,-2 2-2-15,5 1-2 0,-6 8 3 16,0-6-2-16,6-1 3 0,-3-1-4 0,1 1 1 16,-3 10-2-16,4-3 3 15,-3 2 1-15,4 1 1 0,-1-6-4 0,3-1 4 16,-4 8 12-16,1 2 9 0,1 0 5 15,-1-1 9-15,4 3 7 0,-6-4 0 0,4 4-7 16,-3-3-2-16,1 2-1 0,3 0-3 16,-4 0-7-16,5-2-1 0,-3 3-4 0,1-2 0 15,-1 2 3-15,3 0-8 0,-2-1-1 16,2-5 1-16,0 3 0 0,2-2 2 0,0-7-2 16,0 2 5-16,-4-2 5 15,4 2-2-15,0-2 3 0,0-3-5 0,-2-1-4 16,0-2-5-16,2-2 4 0,0-2-11 0,0-1-24 15,0 0-26-15,-2-4-26 16,2 0-30-16,-2-1-51 0,-1-2-62 0,3-2-56 0,0-5-61 16,0 7-112-16,0-7-116 15,0 0-173-15,-20-13 57 0,11 3-486 0,0-1-625 16</inkml:trace>
  <inkml:trace contextRef="#ctx0" brushRef="#br0" timeOffset="172185.15">934 9968 3496 0,'1'-15'130'0,"-1"3"20"0,2 0 6 0,0 5 8 15,0 0 8-15,-2 7 8 0,2-5 3 0,-2 5-9 0,0 0-2 0,0 0-15 16,3 29-8-16,-1 10-4 0,0 7 12 16,2 11 2-16,-1-1-1 0,-2 2 5 15,7-2-19-15,-3-14-10 0,-1 1-11 16,0-5-12-16,3-6-12 0,0-5-13 0,0-6-8 15,2-2-3-15,5-3-7 0,-5-5-13 16,2-1 1-16,3-2 1 0,1-4-9 0,-1-4-7 16,1 0 0-16,0-3-5 0,2-2-26 15,-3-2-38-15,-3 4-35 0,3-1-50 0,-5 1-55 16,0 1-57-16,-9 2-55 0,12-3-50 16,-12 3-48-16,13 1-52 0,-13-1-63 15,11 4-114-15,-4-1-70 0,-2 2 67 16,-1 0-385-16,3-1-471 0</inkml:trace>
  <inkml:trace contextRef="#ctx0" brushRef="#br0" timeOffset="173915.14">5000 9056 2499 0,'10'-13'-112'0,"-1"-4"19"0,1-1 9 15,5-9 15-15,4-4 8 0,4-10 1 16,1-3 7-16,3-10 11 0,0-4-1 16,9-19-6-16,-2-5-5 0,-2-11-12 15,3-10 11-15,-2-6 9 0,1-12 18 0,0-7 30 16,-2-8 11-16,-1-4 23 0,9-41 21 16,-12 40 28-16,3 3 25 0,-3 3 19 15,-1 6 17-15,-2 13 19 0,2 9 29 0,-4 11 7 16,-1 7 10-16,0 22-7 0,-5 2-7 15,0 3-10-15,0 3-10 0,2 1-11 0,0 3-16 16,2 9-14-16,-4 4-11 0,-1 11-12 16,-5 2-13-16,5 3-6 0,-7 7-10 0,0 3-8 15,1 0-8-15,-1 1-7 0,2 4-10 16,0-1-3-16,-2 1-6 0,2 1-7 0,5-4 2 16,-2 4-10-16,4-2-13 0,-1 0-14 15,-2 0-17-15,10-5 2 0,-3-2 1 16,3 0-1-16,2-3 1 0,2 0-2 15,3-7 0-15,0-2 1 0,4-2 4 0,-3-2-2 16,2 0-6-16,-1-5 10 0,2 3 6 16,-2-4 3-16,2-2 12 0,0-1 1 15,0 2 2-15,-4 4 6 0,-2 4 3 0,-9 8 1 16,-2 0 10-16,-1 4 18 16,-5 3 19-16,-6 4 10 0,0 3-6 0,0 2-8 0,-2-1-3 15,-1 3-5-15,2 0-8 16,-3 1-5-16,1 1-4 0,-2 2-8 0,2-2-3 15,-4 6-4-15,8-8-6 0,-3 2-1 16,-3 1-1-16,-2 5-3 0,9-6-6 0,-9 6-1 16,0 0 0-16,12 11 1 0,-10 7 3 15,-2 9-2-15,-2 14 0 0,-1 21-1 0,-6 6-3 16,0 7 4-16,0 22-2 0,-5 0 3 16,5 5-4-16,-4-1 2 0,3 0 3 0,1-5-2 15,3-20-2-15,2 1 2 0,-4-2-4 16,2-3 0-16,-1-2 5 0,-2-1 0 15,-1-6 9-15,-1-1 9 0,-9-5 7 0,4-2 5 16,-4-4-2-16,4-5 0 0,-2 2-3 16,0-5-4-16,5-5-2 0,-6 3 0 0,8-5-3 15,-8 9-9-15,8-10 8 0,-1 2-11 16,-3 9 2-16,0 0 1 0,1-1-8 16,-1 3-2-16,0-1 5 0,-2 2 0 15,-1 0 0-15,-1 1-3 0,2 0-4 0,-2 0-1 16,2 2-5-16,-2 1 4 0,1-1 3 15,2 2-2-15,-2-1 2 0,0 3-2 0,2 2-4 16,1-6-2-16,1 6 2 0,3-4 2 16,-1 2-6-16,3-1-5 0,0-1 6 0,1 4-3 15,-2-4-3-15,1 0 2 0,3-11 1 16,3-1-5-16,-4-2 4 0,2-6-3 16,3-5 3-16,-2-6-5 0,2-3-3 0,1-5-11 15,-1-1-6-15,4-2-8 0,-6-2-14 16,4-1-19-16,-2-2-15 0,2-7-15 15,-4 3-15-15,4-3-7 0,0 0-13 16,0 0-6-16,-10-24-10 0,8 12-13 0,0-3-1 16,2-2 7-16,-5-1 10 0,3 3 22 15,0-1 27-15,-1 1 32 0,-3 1 30 0,1 1 18 16,0 3 29-16,-1 0 28 0,4 1 24 16,-3 4 25-16,1-2 15 0,1 3 10 0,3 4 11 15,-9-4 6-15,9 4 1 0,0 0 1 16,0 0-11-16,0 0-3 0,0 0-8 15,0 0-8-15,0 0-13 0,0 0-8 16,0 16-9-16,0-16-7 0,0 0-15 0,16 7-22 16,-16-7-17-16,11 2-30 0,-4 0-30 15,-7-2-45-15,16 0-45 0,-16 0-73 0,0 0-79 16,19-4-85-16,-15 2-115 0,5-1-208 16,-1-3 60-16,4-2 73 0,1 2-394 15,4-4-440-15</inkml:trace>
  <inkml:trace contextRef="#ctx0" brushRef="#br0" timeOffset="174698.33">8036 8693 3068 0,'-21'-3'214'0,"15"-2"-52"0,4-4-50 0,2-3-54 16,0 0-18-16,6-5-1 0,1-3 5 15,9-5-14-15,1-3 0 0,2-3-4 0,6-6-13 16,-3-1-25-16,3-6-13 0,-4-3 4 16,-1-7-2-16,-4-8 6 0,2-6-1 15,-1-27 4-15,0-11 0 0,3-9-1 16,-4-12 4-16,9-9 4 0,0-13 10 0,13-46 0 15,0-6-3-15,4-1 2 0,0-4-4 16,-1 2 9-16,0 10-4 0,-9 52 19 0,-3 11 6 16,2 10 11-16,-6 17 17 0,-1 12 15 15,-9 33 19-15,-2 9 16 0,-3 14 19 0,-4 4 14 16,-1 9 7-16,1 4 1 0,-1 1-1 16,-3 7-5-16,3-1-13 0,-3 2-9 15,3-1-6-15,-5 3-10 0,4-1-3 16,-2 2-6-16,0 0-15 0,0 3-6 0,-2 4-10 15,3-9-7-15,-3 9-6 0,6-4-3 16,-6 4 5-16,17 7 2 0,7 14-4 0,4 14-3 16,8 16-4-16,9 20 1 0,3 15-1 15,1 8-4-15,-4 8-5 0,1 7 3 16,-4 4-5-16,-5-6 1 0,-1 2-7 0,-5-5-3 16,-4-8 4-16,-2-11 3 0,-8-21 8 15,-4-6 12-15,-2-6 25 0,-1-13 18 0,-4-7 18 16,-2-8 11-16,-1-3 3 15,-1-5-2-15,2-5-3 0,-2 2-3 0,1-4-4 0,-2 0-1 16,1-1-4-16,0-2-8 16,-2 0-7-16,2 0-6 0,-2-6-53 0,4 7-34 15,-4-7 0-15,0 0 0 0,0 0 0 16,0 0 0-16,0 0 0 0,5-28 0 0,-3 14 0 16,4-11 0-16,-5-11 0 0,6-8 0 15,-2-15 0-15,1-6 0 0,1-6 0 0,5-28 0 16,-1-5 0-16,2-8 0 0,5-6 0 15,-3-11 0-15,2-4 0 0,1 3-36 0,-5 4-67 16,0 16 15-16,-7 34 13 0,2 8 3 16,-7 10 2-16,1 14 2 0,0 9-11 0,0 8-8 15,-4 8-7-15,0 7-6 0,-1 6-12 16,-5 6-14-16,8 0-31 0,-21 29-37 0,3-2-63 16,4 7-60-16,-8 7-61 15,1 5-63-15,3 0-82 0,0-3-154 0,7-5 27 16,2-1 69-16,0-5-408 0,2-1-464 15</inkml:trace>
  <inkml:trace contextRef="#ctx0" brushRef="#br0" timeOffset="176848.93">26396 2292 342 0,'18'-25'-180'0,"5"-3"124"0,6-3 19 16</inkml:trace>
  <inkml:trace contextRef="#ctx0" brushRef="#br0" timeOffset="177231.28">27346 1498 773 0,'-9'-4'398'0,"-8"6"-101"0,-16 8-36 0,-7 2-23 0,-11 11 0 16,-7 0 10-16,5 7 24 16,-3-2-1-16,11 5-4 0,5 0-11 15,14 0-18-15,10-3-14 0,14-4-21 0,9 6-13 16,22 6-9-16,12-2-22 0,11-2-16 15,29 2-15-15,5-4-3 0,3-6-11 0,5-3-12 16,-19-11-11-16,4 0-11 0,-5-10-7 16,-1-2-6-16,-9-4-4 0,-6-6-6 15,-11-5-3-15,-12 1-3 0,-11-4-7 0,-6-8-7 16,-13 0-2-16,-10-9-5 0,-13-13-5 16,-11-6-8-16,-5 2-1 0,-17-13-4 15,-6 7-7-15,5 19-3 0,-5 7-16 16,-2 6-32-16,-2 9-45 0,-4 5-63 0,-1 12-72 15,-3 12-87-15,0 8-101 0,-12 11-154 16,-1 9-135-16,5-1 48 0,10 3-332 16,20-4-463-16</inkml:trace>
  <inkml:trace contextRef="#ctx0" brushRef="#br0" timeOffset="177465.46">27144 2102 3034 0,'0'0'137'16,"0"0"43"-16,-40 22 52 0,1 6 55 0,-13 4 41 16,-25 14 31-16,-11 4-8 0,-5 8-12 15,-13 5-22-15,-3 5-22 0,-8 1-31 0,-27 18-24 16,33-23-21-16,9-3-24 0,4-3-19 16,13-3-17-16,6-5-19 0,17-5-27 15,14-14-54-15,6-1-92 0,6-2-97 0,9-8-97 16,8-6-113-16,6-2-128 0,2-7-185 15,1-2-163-15,0-3 73 0,10 0-622 16,0 0-820-16</inkml:trace>
  <inkml:trace contextRef="#ctx0" brushRef="#br0" timeOffset="177797.05">25549 3052 4125 0,'-19'-7'110'0,"0"7"26"0,-4 0 53 15,0 7 61-15,-15 8 54 0,-10 9 9 16,0 9 4-16,1 8-4 0,-8 13-19 0,13-5-25 16,-8 14-24-16,14-7-21 0,4-1-25 15,5 1-17-15,10 0-19 0,7-3-13 0,9-10-18 16,6-2-12-16,13 6-16 16,8-8-52-16,11-4-52 0,2-8 0 0,9-7 0 0,3-6 0 15,-7-7 0-15,4-7 0 16,-4-3 0-16,-3-3 0 0,-5-5 0 0,-2-3 0 15,-12-5 0-15,-5-6 0 0,-5-2 0 16,-11-2 0-16,-4-7 0 0,-10-12 0 0,-8-2 0 16,-3-6 0-16,-4 2 0 0,-5 2 0 15,-1-2 0-15,2 7-95 0,1 4-65 0,5 9-50 16,11 8-78-16,-1 9-102 0,9 5-138 16,3 1-153-16,6 1-173 0,5-1 85 15,11-3-665-15,20-11-884 0</inkml:trace>
  <inkml:trace contextRef="#ctx0" brushRef="#br0" timeOffset="178015.19">27354 2573 4454 0,'-27'0'236'0,"20"3"-4"15,-3 1 37-15,4 4 48 0,4 5 26 0,4 3 4 16,8 13-12-16,17 8-22 0,18 1-25 15,28 12-27-15,18-3-29 0,12 4-37 0,3 3-55 16,7 4-50-16,2 1-82 0,-1-1-137 16,3 3-140-16,-8-1-158 0,0 3-193 0,118 85-299 15,-191-107 86 1,-20-6 95-16,-18-2-665 0,-12 3-855 0</inkml:trace>
  <inkml:trace contextRef="#ctx0" brushRef="#br0" timeOffset="178364.43">28291 3520 4256 0,'-3'-28'167'15,"-5"9"16"-15,0 5 40 0,-3 1 58 0,-2 6 42 16,-6 6 14-16,-17 8 19 0,-14 10 14 16,-2 9-7-16,-3 9-10 0,6 5-16 15,0 4-16-15,13 6-30 0,10 3-261 16,7 4-30-16,14-1 0 0,8 3 0 0,12 0 0 15,10-4 0-15,7-3 0 0,6-6 0 16,5-6 0-16,-2-6 0 0,3-5 0 0,2-10 0 16,-8-6 0-16,3-4 0 0,-5-4 0 15,-10-5 0-15,-4 0 0 0,-6-5 0 16,-3-2 0-16,-5 0 0 0,-8-8 0 0,-13-11 0 16,-16-9 0-16,-11-3 0 0,-23-12 0 15,-5-5 0-15,-7-3 0 0,1-4 0 0,5 0 0 16,4-2 0-16,12 1 0 15,4 0 0-15,16 15 0 0,10 0 0 0,16 11-526 16,3-4-452-16,12-9 43 0,11 1 99 16,9 2-836-16,12-2-1108 0</inkml:trace>
  <inkml:trace contextRef="#ctx0" brushRef="#br0" timeOffset="178580.59">28291 2573 5049 0,'-19'-2'138'0,"4"-2"-5"0,6 2 10 16,9 2 13-16,0 0 42 0,-3 11 30 15,26 9 3-15,27 7-16 0,34 10-20 16,19 5-17-16,21 1-18 0,15 1-19 0,44 16-16 16,4-4-42-16,1-3-57 0,-5 5-102 15,2-5-117-15,-51-9-128 0,-1-2-146 16,-8-6-200-16,-10-4-158 0,-12 1 80 0,-14-2-651 15,-22-6-849-15</inkml:trace>
  <inkml:trace contextRef="#ctx0" brushRef="#br0" timeOffset="178897.04">30595 3496 4220 0,'-19'-8'138'0,"1"4"27"0,2 1 28 16,1 1 40-16,-1 2 18 0,0 2 5 15,-4 5 11-15,1 5 8 0,-3 8-9 0,2 6-22 16,6 5-16-16,9 4-25 0,9 2-19 16,8 1-15-16,6 7-16 0,11 0-16 0,3-5-12 15,5-4-12-15,-1-7-11 0,2-4-8 16,-9-7-6-16,-3-5-7 0,-4-4-75 0,-4-6-6 16,-4-3 0-16,-14 0 0 0,18-12 0 15,-12 0 0-15,-3-5 0 0,-8-5 0 16,-10-12 0-16,-10-11 0 0,-5-1 0 15,-8 0 0-15,-2-3 0 0,-6 5 0 16,1 3 0-16,-3 7 0 0,0 3 0 0,3 2 0 16,-2 8 0-16,11 7-53 0,4 6-426 15,3 1-171-15,4 5-230 0,0-2 2 0,7 2 84 16,0 2-722-16,2 0-961 0</inkml:trace>
  <inkml:trace contextRef="#ctx0" brushRef="#br0" timeOffset="179697.75">25257 1526 3995 0,'-62'-5'-163'16,"-7"0"20"-16,-4 1 15 0,1 2 17 0,4 4 50 15,18-4 54-15,8 1 37 0,12 1 3 16,11 1-1-16,9 1-6 0,10-2 4 16,0 0 5-16,56 11-3 0,7-1-2 0,18-2-1 15,35 3 1-15,18-1-5 0,10 4-3 16,7-4 3-16,-6 3-11 0,-4-2 22 16,-13-1-47-16,-39-5-25 0,-11-2-30 15,-11-1-34-15,-19-2-46 0,-12-3-70 16,-11-6-106-16,-13 1-235 0,-11-1 33 0,-2-1-100 15,-8-4-121-15</inkml:trace>
  <inkml:trace contextRef="#ctx0" brushRef="#br0" timeOffset="179930.73">26301 1306 1959 0,'0'0'115'16,"0"0"-17"-16,12 4-13 0,-8 1 14 15,2 5 17-15,1 7 13 0,1 2-1 16,3 13-3-16,-1 5-5 0,-7 0-11 0,-3 2-12 16,-7 2 0-16,-11 3-13 0,-11-3 16 15,-10 3-27-15,-8-1-13 0,-20 3-25 0,-9-1-33 16,-6-5-44-16,-5-2-72 0,1-6-77 16,-4-1-124-16,4-4-214 15,18-6 3-15,0-3-125 0,2-1-148 0</inkml:trace>
  <inkml:trace contextRef="#ctx0" brushRef="#br0" timeOffset="180179.96">22395 3389 2353 0,'-40'-5'393'0,"-2"1"-41"16,6-4-32-16,8 6-13 0,6-2 29 16,7 0 5-16,3 1-36 0,3 1-16 0,9 2-45 15,0 0-27-15,33-7-23 0,29 6-5 16,22 4-44-16,33 0-68 0,12 6-91 0,6-2-116 16,1 0-144-16,-9 2-154 15,-5-5-177-15,-13 5-121 0,-27-8 75 0,-15-2-449 16,-20 2-570-16</inkml:trace>
  <inkml:trace contextRef="#ctx0" brushRef="#br0" timeOffset="180415.56">23536 3139 2804 0,'12'0'-72'0,"-1"3"17"0,3-1 16 15,-1 7 26-15,7 3 33 0,4 7 23 0,1 3 19 16,-2 3 14-16,-4 2 20 15,-2 0 11-15,-12-3 27 0,2-2 17 0,-14 4 11 16,-4 6 0-16,-10 9-16 0,-11-4-10 16,-4-2-9-16,-4 2-20 0,-6-6-10 0,0 0-21 15,-5-2-50-15,-1-4-60 0,-3-6-86 16,6 2-98-16,-5-7-133 0,12-6-232 16,5 0 14-16,5-3 70 0,4-3-174 15,5 4-169-15</inkml:trace>
  <inkml:trace contextRef="#ctx0" brushRef="#br0" timeOffset="181030.03">23789 5175 2258 0,'-11'9'249'0,"-3"3"-23"0,-11 5-17 0,-4 3 22 0,-1 1 33 15,3-2 6-15,0-1-7 0,5 1-24 16,1 0-24-16,5-2-18 0,8-5-21 16,5 2-13-16,5-3-15 0,5 1-14 0,11-3-8 15,3 0-13-15,17-2-12 0,3-6-9 16,7-1-14-16,11-5-7 0,2-4-9 0,0-3-16 16,-10-1-13-16,-1 1-10 0,-18 0 0 15,3-1-1-15,-9-3-3 0,-8 4-3 0,-7-3-3 16,-5-1 0-16,-5-1-2 0,-6-6-2 15,-8-10-6-15,-3-1 2 0,-11-3 2 0,1 4-7 16,2 9 0-16,-5 5-6 0,0 2-13 16,-1 9-21-16,1 6-34 0,2 5-49 15,-9 8-78-15,-10 10-84 0,6 8-96 16,3 4-167-16,1-2-139 0,16-2 72 16,6 0-456-16,12-8-543 0</inkml:trace>
  <inkml:trace contextRef="#ctx0" brushRef="#br0" timeOffset="181416.8">27283 5589 3519 0,'-23'14'331'0,"-7"1"-37"0,-8 12-28 15,-3-2-30-15,3 0-12 0,1 4-4 0,1-3-17 16,9-3-3-16,6 3-22 0,4 0-18 16,9-2-23-16,8-2-7 0,8 7-17 0,10-2-7 15,17 4-14-15,7-3-9 0,9-7-22 16,8-4-25-16,-2-5-18 0,2-6-18 0,-11-4-7 16,-2-4 8-16,-18 1 7 15,-5-4 18-15,-8-5 14 0,1-1 6 0,-11-5 6 0,-3-3 6 16,-4-6 7-16,-12-18-8 15,-11-5 0-15,-2-5-7 0,-7-3-9 0,-11-10 2 16,8 16-10-16,-1 7-4 0,4 6-10 16,-1 7-8-16,7 10-39 0,-1 7-43 0,4 9-53 15,6 4-86-15,4 4-115 16,1 4-128-16,7 2-145 0,5 1-186 0,5-1 73 0,13 4 77 16,17-3-488-16,15 3-590 0</inkml:trace>
  <inkml:trace contextRef="#ctx0" brushRef="#br0" timeOffset="181713.68">29382 5550 3548 0,'0'0'282'0,"0"0"1"16,0 0 11-16,0 0 46 0,-36 28 29 0,11-6 9 15,1 2-5-15,1 1-28 0,7 0-41 16,7 4-31-16,2-6-25 0,9 1-26 0,10 8-21 15,4-3-19-15,15 3-15 0,1-4-24 16,3-8-20-16,7-1-21 0,-2-5-88 0,0-4-14 16,0-3 0-16,-9-5 0 15,-6-2 0-15,-7 0 0 0,-2-6 0 0,-5-2 0 16,-8-1 0-16,-1-4 0 0,-7-6 0 16,-14-12 0-16,-11-8 0 0,-9-4 0 0,-6-2 0 15,-20-10 0-15,-6 5-80 0,-8 6-315 16,-6 6-120-16,-4 8-150 0,-12 1-209 15,-15 4 61-15,-12-2 94 0,-20 2-686 0,-71-8-856 16</inkml:trace>
  <inkml:trace contextRef="#ctx0" brushRef="#br0" timeOffset="181963.1">21108 4913 4504 0,'-11'3'322'16,"8"-3"-104"-16,3 0-29 0,0 0-26 16,0 0-18-16,64-7-9 0,-6 0-18 0,8 1-11 15,6-2-12-15,10 4-31 0,4 0-106 16,4-2-136-16,0 3-147 0,-4 2-158 0,-1 1-205 15,-1 0 1-15,-4 0 81 0,-10 0-432 16,-3 0-512-16</inkml:trace>
  <inkml:trace contextRef="#ctx0" brushRef="#br0" timeOffset="182179.93">22588 4867 3432 0,'5'-4'365'0,"-5"4"-23"16,8 0 3-16,-8 0-10 0,0 0-16 0,0 0-18 15,8 9 22-15,-8 5-1 0,-6 9-22 16,-4 13-30-16,-8 14-24 0,-9 3-23 0,-4 0-23 16,-5 0-22-16,-10 10-31 0,6-13-55 15,-8 12-62-15,-5-4-85 0,9-11-84 0,-2-4-76 16,1-3-93-16,-3-3-105 0,3-2-123 16,-2-7-182-16,6-6-61 0,3-8 84 15,2-1-636-15,-1-7-786 0</inkml:trace>
  <inkml:trace contextRef="#ctx0" brushRef="#br0" timeOffset="182446.72">21522 6837 4227 0,'-37'8'282'0,"0"-4"-34"0,9 2-17 16,5-2 6-16,3-2 4 0,7 0-23 15,3 3-19-15,8 2-16 0,9 0-15 0,9 6-15 16,27-4-17-16,22 2-13 0,14-6-42 16,13-5-81-16,26-1-100 0,-5-1-143 0,-3-2-155 15,-27 2-145-15,3-2-229 0,-7-5 66 16,-13 3 85-16,-14-6-516 0,-16 2-606 0</inkml:trace>
  <inkml:trace contextRef="#ctx0" brushRef="#br0" timeOffset="182665.22">22237 6764 3647 0,'0'0'329'0,"4"7"-17"0,-2 1 5 16,2 4 18-16,-2 4 14 0,-1 3-1 0,1 4-24 15,2 3-31-15,0 8-29 0,-3 3-29 16,-1-1-24-16,0 2-26 0,-3-1-34 0,-5 1-56 16,3-1-59-16,-7 0-66 0,-1 5-81 15,0-5-77-15,-5-6-81 0,-5 8-87 0,0-12-92 16,-3-4-102-16,1-2-175 0,-1-7 20 16,2-10 72-16,3-4-529 0,8-4-628 15</inkml:trace>
  <inkml:trace contextRef="#ctx0" brushRef="#br0" timeOffset="182996.98">23403 7014 3840 0,'0'0'388'0,"-15"17"-28"0,5-11-5 0,-1 4 25 15,1-1 19-15,1 1-8 0,0 1-28 16,1-2-32-16,4 2-32 0,2 0-35 0,4 1-24 15,2 0-19-15,9 2-24 16,5-1-34-16,2-3-163 0,11-1 0 0,1 1 0 16,-3-8 0-16,-6 4 0 0,-2-4 0 15,-3 0 0-15,-4 0 0 0,-3-4 0 0,-2 0 0 16,-4-4 0-16,-5-2 0 0,-6-5 0 16,-15-9 0-16,-9-10 0 0,-11 1 0 0,-2 1 0 15,-5 5 0-15,1 2 0 0,-3 6 0 16,6 8 0-16,2 4 0 0,-2 6 0 0,7 8 0 15,-4 1 0-15,-1 11-8 16,6 4-197-16,13 0-73 0,4 0-102 0,10-1-94 0,5-2-98 16,8 0-162-16,11 3-56 15,9-4 82-15,7-7-667 0,1 1-828 0</inkml:trace>
  <inkml:trace contextRef="#ctx0" brushRef="#br0" timeOffset="183213.12">24781 7182 4291 0,'0'0'265'15,"0"0"-15"-15,0 0-13 0,-34-1-16 0,34 1-14 16,-19 0-17-16,19 0-18 0,-16 0-30 16,16 0-31-16,-11 1-53 0,11-1-70 0,-3 8-90 15,3-8-110-15,0 0-122 16,18 5-132-16,3-8-236 0,15-3 34 0,6-5 71 15,12-3-441-15,6-2-511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98090C-932D-4BED-BD00-5EA019A2606C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543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BFE2FC-9B4C-4F06-86D9-D7ED0BE4FEA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9724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A4976F-FD93-4705-A3D4-659BD8404706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797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customXml" Target="../ink/ink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22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0" b="1266"/>
          <a:stretch/>
        </p:blipFill>
        <p:spPr>
          <a:xfrm rot="16200000">
            <a:off x="2914131" y="-2413246"/>
            <a:ext cx="6372355" cy="1163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2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5" t="-210" r="2034" b="1196"/>
          <a:stretch/>
        </p:blipFill>
        <p:spPr>
          <a:xfrm rot="16200000">
            <a:off x="2752356" y="-2487184"/>
            <a:ext cx="6454743" cy="117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4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11615" y="-2198454"/>
            <a:ext cx="6417141" cy="114227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65913" y="6178163"/>
            <a:ext cx="6496216" cy="679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00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3" t="122" r="1193" b="2836"/>
          <a:stretch/>
        </p:blipFill>
        <p:spPr>
          <a:xfrm rot="16200000">
            <a:off x="2752196" y="-2400252"/>
            <a:ext cx="6494129" cy="1160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3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1" t="780" r="933" b="2292"/>
          <a:stretch/>
        </p:blipFill>
        <p:spPr>
          <a:xfrm rot="16200000">
            <a:off x="2775354" y="-2448656"/>
            <a:ext cx="6400801" cy="11727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4F5C12-00E8-CE7D-9599-4DFBE5A38336}"/>
                  </a:ext>
                </a:extLst>
              </p14:cNvPr>
              <p14:cNvContentPartPr/>
              <p14:nvPr/>
            </p14:nvContentPartPr>
            <p14:xfrm>
              <a:off x="1106280" y="4735800"/>
              <a:ext cx="3448800" cy="165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4F5C12-00E8-CE7D-9599-4DFBE5A383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6920" y="4726440"/>
                <a:ext cx="3467520" cy="167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25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1"/>
          <a:stretch/>
        </p:blipFill>
        <p:spPr>
          <a:xfrm rot="16200000">
            <a:off x="2776734" y="-2417554"/>
            <a:ext cx="6573619" cy="1171504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EECF8-4A86-461B-83F1-0DE71EF5452E}" type="datetime1">
              <a:rPr lang="en-US" smtClean="0"/>
              <a:t>11/2/2025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1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23832-A743-B086-97AF-493D5E84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FCE6FC-1B73-7156-2818-DC28944B7439}"/>
                  </a:ext>
                </a:extLst>
              </p14:cNvPr>
              <p14:cNvContentPartPr/>
              <p14:nvPr/>
            </p14:nvContentPartPr>
            <p14:xfrm>
              <a:off x="966240" y="416520"/>
              <a:ext cx="10760400" cy="5923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FCE6FC-1B73-7156-2818-DC28944B74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880" y="407160"/>
                <a:ext cx="10779120" cy="59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894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62494" y="426458"/>
            <a:ext cx="111833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data structure used to represent a graph where each node in the graph stores a list of its neighboring vertices.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005012"/>
            <a:ext cx="7210425" cy="28479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2123" y="4967606"/>
            <a:ext cx="1051837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build an Adjacency List?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easy and simple to construct an adjacency list for a graph there are certain steps given below that you need to follow: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AC27AF-86BA-8F28-3F14-D519166AE6AE}"/>
                  </a:ext>
                </a:extLst>
              </p14:cNvPr>
              <p14:cNvContentPartPr/>
              <p14:nvPr/>
            </p14:nvContentPartPr>
            <p14:xfrm>
              <a:off x="531000" y="2628720"/>
              <a:ext cx="11139480" cy="2792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AC27AF-86BA-8F28-3F14-D519166AE6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640" y="2619360"/>
                <a:ext cx="11158200" cy="28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219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8" y="914401"/>
            <a:ext cx="11451887" cy="42732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E25EDF-38B8-19B6-23FE-AB6C516DB2EF}"/>
                  </a:ext>
                </a:extLst>
              </p14:cNvPr>
              <p14:cNvContentPartPr/>
              <p14:nvPr/>
            </p14:nvContentPartPr>
            <p14:xfrm>
              <a:off x="6009480" y="1604880"/>
              <a:ext cx="935280" cy="405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E25EDF-38B8-19B6-23FE-AB6C516DB2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0120" y="1595520"/>
                <a:ext cx="954000" cy="42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25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15" y="1704109"/>
            <a:ext cx="9277312" cy="328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7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45DDF-329F-E382-84F4-8AFC6B0A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40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8" r="464" b="36958"/>
          <a:stretch/>
        </p:blipFill>
        <p:spPr>
          <a:xfrm rot="16200000">
            <a:off x="2865092" y="-566674"/>
            <a:ext cx="4010742" cy="748027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5C90-C4C9-4CF9-AB8E-5C5AA3A7015F}" type="datetime1">
              <a:rPr lang="en-US" smtClean="0"/>
              <a:t>11/2/2025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49285B5-D85E-FFC2-E0C1-E510BD428404}"/>
                  </a:ext>
                </a:extLst>
              </p14:cNvPr>
              <p14:cNvContentPartPr/>
              <p14:nvPr/>
            </p14:nvContentPartPr>
            <p14:xfrm>
              <a:off x="5803920" y="3487320"/>
              <a:ext cx="3475080" cy="252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49285B5-D85E-FFC2-E0C1-E510BD4284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4560" y="3477960"/>
                <a:ext cx="3493800" cy="254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7788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06300-4291-A066-02AF-8091D032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29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1" b="2607"/>
          <a:stretch/>
        </p:blipFill>
        <p:spPr>
          <a:xfrm rot="16200000">
            <a:off x="2740321" y="-2226792"/>
            <a:ext cx="6439551" cy="1119945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1C7C-D6CE-40B6-A9C4-92344F65C27C}" type="datetime1">
              <a:rPr lang="en-US" smtClean="0"/>
              <a:t>11/2/2025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384C3E-443A-A4CD-53F6-B97D64E55AC9}"/>
                  </a:ext>
                </a:extLst>
              </p14:cNvPr>
              <p14:cNvContentPartPr/>
              <p14:nvPr/>
            </p14:nvContentPartPr>
            <p14:xfrm>
              <a:off x="418320" y="2198880"/>
              <a:ext cx="11119320" cy="3617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384C3E-443A-A4CD-53F6-B97D64E55A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960" y="2189520"/>
                <a:ext cx="11138040" cy="36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7103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1" r="1379" b="810"/>
          <a:stretch/>
        </p:blipFill>
        <p:spPr>
          <a:xfrm rot="16200000">
            <a:off x="2796628" y="-2356478"/>
            <a:ext cx="6558357" cy="11577631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F53-E67E-4FF2-8377-F3335703C415}" type="datetime1">
              <a:rPr lang="en-US" smtClean="0"/>
              <a:t>11/2/2025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04EB9A8-A760-BAD3-D9C2-8389C3CFC218}"/>
                  </a:ext>
                </a:extLst>
              </p14:cNvPr>
              <p14:cNvContentPartPr/>
              <p14:nvPr/>
            </p14:nvContentPartPr>
            <p14:xfrm>
              <a:off x="3135600" y="1540080"/>
              <a:ext cx="8489880" cy="4641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04EB9A8-A760-BAD3-D9C2-8389C3CFC2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6240" y="1530720"/>
                <a:ext cx="8508600" cy="466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21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3" b="3745"/>
          <a:stretch/>
        </p:blipFill>
        <p:spPr>
          <a:xfrm rot="16200000">
            <a:off x="2813253" y="-2408917"/>
            <a:ext cx="6568314" cy="116924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19111" y="485422"/>
            <a:ext cx="474133" cy="846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38BF-117D-48A8-B583-05BDC0C51FD9}" type="datetime1">
              <a:rPr lang="en-US" smtClean="0"/>
              <a:t>11/2/2025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ADB442-0DBC-34EF-79B6-B45BD9E81359}"/>
                  </a:ext>
                </a:extLst>
              </p14:cNvPr>
              <p14:cNvContentPartPr/>
              <p14:nvPr/>
            </p14:nvContentPartPr>
            <p14:xfrm>
              <a:off x="170640" y="1360440"/>
              <a:ext cx="2048040" cy="3420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ADB442-0DBC-34EF-79B6-B45BD9E813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280" y="1351080"/>
                <a:ext cx="2066760" cy="343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1ED370-A041-AAE1-CE04-2D9854E02255}"/>
                  </a:ext>
                </a:extLst>
              </p14:cNvPr>
              <p14:cNvContentPartPr/>
              <p14:nvPr/>
            </p14:nvContentPartPr>
            <p14:xfrm>
              <a:off x="4299120" y="2092680"/>
              <a:ext cx="5015520" cy="3805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1ED370-A041-AAE1-CE04-2D9854E022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9760" y="2083320"/>
                <a:ext cx="5034240" cy="38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23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9EF4EF-E0C5-D45A-1FD6-60584676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FD3A77-433E-5636-CAEB-375758E2AA42}"/>
                  </a:ext>
                </a:extLst>
              </p14:cNvPr>
              <p14:cNvContentPartPr/>
              <p14:nvPr/>
            </p14:nvContentPartPr>
            <p14:xfrm>
              <a:off x="694800" y="635400"/>
              <a:ext cx="10265760" cy="451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FD3A77-433E-5636-CAEB-375758E2AA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440" y="626040"/>
                <a:ext cx="10284480" cy="45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4629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Start with Node 5</a:t>
            </a:r>
          </a:p>
        </p:txBody>
      </p:sp>
      <p:sp>
        <p:nvSpPr>
          <p:cNvPr id="481283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284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85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86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87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88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89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0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1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2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3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4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295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1296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1297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1298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1299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1300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1301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1302" name="Text Box 22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</a:t>
            </a:r>
          </a:p>
        </p:txBody>
      </p:sp>
      <p:sp>
        <p:nvSpPr>
          <p:cNvPr id="481303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304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53C5E-4FB8-4B6C-A03A-3AA6C86275E5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19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3E8D14-C7F8-C6FD-9BE8-C92FD3C825DE}"/>
                  </a:ext>
                </a:extLst>
              </p14:cNvPr>
              <p14:cNvContentPartPr/>
              <p14:nvPr/>
            </p14:nvContentPartPr>
            <p14:xfrm>
              <a:off x="288360" y="207360"/>
              <a:ext cx="10986480" cy="6519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3E8D14-C7F8-C6FD-9BE8-C92FD3C825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000" y="198000"/>
                <a:ext cx="11005200" cy="653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723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Node one-away</a:t>
            </a:r>
          </a:p>
        </p:txBody>
      </p:sp>
      <p:sp>
        <p:nvSpPr>
          <p:cNvPr id="482307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2308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09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0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1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2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3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4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5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6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7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19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2320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2321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2322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2323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2324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2325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2326" name="Text Box 22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</a:t>
            </a:r>
          </a:p>
        </p:txBody>
      </p:sp>
      <p:sp>
        <p:nvSpPr>
          <p:cNvPr id="482327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2328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82329" name="Freeform 25"/>
          <p:cNvSpPr>
            <a:spLocks/>
          </p:cNvSpPr>
          <p:nvPr/>
        </p:nvSpPr>
        <p:spPr bwMode="auto">
          <a:xfrm>
            <a:off x="5181601" y="2057400"/>
            <a:ext cx="2730500" cy="2387600"/>
          </a:xfrm>
          <a:custGeom>
            <a:avLst/>
            <a:gdLst/>
            <a:ahLst/>
            <a:cxnLst>
              <a:cxn ang="0">
                <a:pos x="0" y="1104"/>
              </a:cxn>
              <a:cxn ang="0">
                <a:pos x="480" y="1392"/>
              </a:cxn>
              <a:cxn ang="0">
                <a:pos x="1584" y="432"/>
              </a:cxn>
              <a:cxn ang="0">
                <a:pos x="1296" y="0"/>
              </a:cxn>
            </a:cxnLst>
            <a:rect l="0" t="0" r="r" b="b"/>
            <a:pathLst>
              <a:path w="1720" h="1504">
                <a:moveTo>
                  <a:pt x="0" y="1104"/>
                </a:moveTo>
                <a:cubicBezTo>
                  <a:pt x="108" y="1304"/>
                  <a:pt x="216" y="1504"/>
                  <a:pt x="480" y="1392"/>
                </a:cubicBezTo>
                <a:cubicBezTo>
                  <a:pt x="744" y="1280"/>
                  <a:pt x="1448" y="664"/>
                  <a:pt x="1584" y="432"/>
                </a:cubicBezTo>
                <a:cubicBezTo>
                  <a:pt x="1720" y="200"/>
                  <a:pt x="1344" y="72"/>
                  <a:pt x="129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ADEF-F8F3-47C9-8CC8-9EDB47CC1882}" type="datetime1">
              <a:rPr lang="en-US" smtClean="0"/>
              <a:t>11/2/2025</a:t>
            </a:fld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20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A842DE-B8D3-653A-D5C0-1335276D3961}"/>
                  </a:ext>
                </a:extLst>
              </p14:cNvPr>
              <p14:cNvContentPartPr/>
              <p14:nvPr/>
            </p14:nvContentPartPr>
            <p14:xfrm>
              <a:off x="173520" y="210960"/>
              <a:ext cx="11667960" cy="627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A842DE-B8D3-653A-D5C0-1335276D39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201600"/>
                <a:ext cx="11686680" cy="629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17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53" name="Rectangle 25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Visit 1 and 2</a:t>
            </a:r>
          </a:p>
        </p:txBody>
      </p:sp>
      <p:sp>
        <p:nvSpPr>
          <p:cNvPr id="483354" name="Oval 26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3355" name="Line 27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56" name="Line 28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57" name="Line 29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58" name="Line 30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59" name="Line 31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0" name="Line 32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1" name="Line 33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2" name="Line 34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3" name="Line 35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4" name="Line 36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5" name="Line 37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66" name="Oval 38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3367" name="Oval 39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3368" name="Oval 40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3369" name="Oval 41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3370" name="Oval 42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3371" name="Oval 43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3372" name="Oval 44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3373" name="Text Box 45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</a:t>
            </a:r>
          </a:p>
        </p:txBody>
      </p:sp>
      <p:sp>
        <p:nvSpPr>
          <p:cNvPr id="483374" name="Line 46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3375" name="Oval 47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FABED-038E-4C96-BCAA-1B4892FB85E3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869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5" name="Rectangle 3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Nodes two-away</a:t>
            </a:r>
          </a:p>
        </p:txBody>
      </p:sp>
      <p:sp>
        <p:nvSpPr>
          <p:cNvPr id="484356" name="Oval 4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4357" name="Line 5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58" name="Line 6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59" name="Line 7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0" name="Line 8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1" name="Line 9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2" name="Line 10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3" name="Line 11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4" name="Line 12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5" name="Line 13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6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7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68" name="Oval 16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4369" name="Oval 17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4370" name="Oval 18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4371" name="Oval 19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4372" name="Oval 20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4373" name="Oval 21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4374" name="Oval 22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4375" name="Text Box 23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</a:t>
            </a:r>
          </a:p>
        </p:txBody>
      </p:sp>
      <p:sp>
        <p:nvSpPr>
          <p:cNvPr id="484376" name="Line 24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4377" name="Oval 25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84379" name="Freeform 27"/>
          <p:cNvSpPr>
            <a:spLocks/>
          </p:cNvSpPr>
          <p:nvPr/>
        </p:nvSpPr>
        <p:spPr bwMode="auto">
          <a:xfrm>
            <a:off x="3060700" y="2438400"/>
            <a:ext cx="5003800" cy="3479800"/>
          </a:xfrm>
          <a:custGeom>
            <a:avLst/>
            <a:gdLst/>
            <a:ahLst/>
            <a:cxnLst>
              <a:cxn ang="0">
                <a:pos x="472" y="0"/>
              </a:cxn>
              <a:cxn ang="0">
                <a:pos x="376" y="384"/>
              </a:cxn>
              <a:cxn ang="0">
                <a:pos x="2728" y="2016"/>
              </a:cxn>
              <a:cxn ang="0">
                <a:pos x="2920" y="1440"/>
              </a:cxn>
            </a:cxnLst>
            <a:rect l="0" t="0" r="r" b="b"/>
            <a:pathLst>
              <a:path w="3152" h="2192">
                <a:moveTo>
                  <a:pt x="472" y="0"/>
                </a:moveTo>
                <a:cubicBezTo>
                  <a:pt x="236" y="24"/>
                  <a:pt x="0" y="48"/>
                  <a:pt x="376" y="384"/>
                </a:cubicBezTo>
                <a:cubicBezTo>
                  <a:pt x="752" y="720"/>
                  <a:pt x="2304" y="1840"/>
                  <a:pt x="2728" y="2016"/>
                </a:cubicBezTo>
                <a:cubicBezTo>
                  <a:pt x="3152" y="2192"/>
                  <a:pt x="2888" y="1536"/>
                  <a:pt x="2920" y="144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BEF2-35AB-4B3D-AA16-DCB50B1A761D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92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Visit 0 and 4</a:t>
            </a:r>
          </a:p>
        </p:txBody>
      </p:sp>
      <p:sp>
        <p:nvSpPr>
          <p:cNvPr id="485379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5380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1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2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3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4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7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8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90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391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5392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5393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5394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5395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5396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5397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5398" name="Text Box 22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5  1  2  0  4</a:t>
            </a:r>
          </a:p>
        </p:txBody>
      </p:sp>
      <p:sp>
        <p:nvSpPr>
          <p:cNvPr id="485399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5400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687120" y="3025080"/>
              <a:ext cx="4664880" cy="1650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6320" y="3018960"/>
                <a:ext cx="4689000" cy="16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3DAF96-49C7-F074-7465-B4C74CB16AA3}"/>
                  </a:ext>
                </a:extLst>
              </p14:cNvPr>
              <p14:cNvContentPartPr/>
              <p14:nvPr/>
            </p14:nvContentPartPr>
            <p14:xfrm>
              <a:off x="3801240" y="2884680"/>
              <a:ext cx="2253240" cy="2772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3DAF96-49C7-F074-7465-B4C74CB16A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1880" y="2875320"/>
                <a:ext cx="2271960" cy="27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048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Nodes three-away</a:t>
            </a:r>
          </a:p>
        </p:txBody>
      </p:sp>
      <p:sp>
        <p:nvSpPr>
          <p:cNvPr id="486403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6404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05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06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07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08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09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0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1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2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3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15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6416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6417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6418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6419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6420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6421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6422" name="Text Box 22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5  1  2  0  4</a:t>
            </a:r>
          </a:p>
        </p:txBody>
      </p:sp>
      <p:sp>
        <p:nvSpPr>
          <p:cNvPr id="486423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6424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86426" name="Freeform 26"/>
          <p:cNvSpPr>
            <a:spLocks/>
          </p:cNvSpPr>
          <p:nvPr/>
        </p:nvSpPr>
        <p:spPr bwMode="auto">
          <a:xfrm>
            <a:off x="2679701" y="3505201"/>
            <a:ext cx="6616700" cy="1257300"/>
          </a:xfrm>
          <a:custGeom>
            <a:avLst/>
            <a:gdLst/>
            <a:ahLst/>
            <a:cxnLst>
              <a:cxn ang="0">
                <a:pos x="568" y="288"/>
              </a:cxn>
              <a:cxn ang="0">
                <a:pos x="520" y="768"/>
              </a:cxn>
              <a:cxn ang="0">
                <a:pos x="3688" y="432"/>
              </a:cxn>
              <a:cxn ang="0">
                <a:pos x="3400" y="0"/>
              </a:cxn>
            </a:cxnLst>
            <a:rect l="0" t="0" r="r" b="b"/>
            <a:pathLst>
              <a:path w="4168" h="792">
                <a:moveTo>
                  <a:pt x="568" y="288"/>
                </a:moveTo>
                <a:cubicBezTo>
                  <a:pt x="284" y="516"/>
                  <a:pt x="0" y="744"/>
                  <a:pt x="520" y="768"/>
                </a:cubicBezTo>
                <a:cubicBezTo>
                  <a:pt x="1040" y="792"/>
                  <a:pt x="3208" y="560"/>
                  <a:pt x="3688" y="432"/>
                </a:cubicBezTo>
                <a:cubicBezTo>
                  <a:pt x="4168" y="304"/>
                  <a:pt x="3784" y="152"/>
                  <a:pt x="3400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BC9C-9EB6-4B41-A6E4-DDAD7BD19EDF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425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50" name="Rectangle 26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Visit nodes 3 and 7</a:t>
            </a:r>
          </a:p>
        </p:txBody>
      </p:sp>
      <p:sp>
        <p:nvSpPr>
          <p:cNvPr id="487451" name="Oval 27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7452" name="Line 28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3" name="Line 29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4" name="Line 30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5" name="Line 31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6" name="Line 32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7" name="Line 33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8" name="Line 34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59" name="Line 35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60" name="Line 36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61" name="Line 37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62" name="Line 38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63" name="Oval 39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7464" name="Oval 40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7465" name="Oval 41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7466" name="Oval 42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7467" name="Oval 43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7468" name="Oval 44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7469" name="Oval 45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7470" name="Text Box 46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5  1  2  0  4  3  7</a:t>
            </a:r>
          </a:p>
        </p:txBody>
      </p:sp>
      <p:sp>
        <p:nvSpPr>
          <p:cNvPr id="487471" name="Line 47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7472" name="Oval 48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AAFF-709F-4D8B-A811-3171856C6E9F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52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Node four-away</a:t>
            </a:r>
          </a:p>
        </p:txBody>
      </p:sp>
      <p:sp>
        <p:nvSpPr>
          <p:cNvPr id="488451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8452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3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4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5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6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7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8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59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60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61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62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63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8464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8465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8466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8467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8468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8469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8470" name="Text Box 22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5  1  2  0  4  3  7</a:t>
            </a:r>
          </a:p>
        </p:txBody>
      </p:sp>
      <p:sp>
        <p:nvSpPr>
          <p:cNvPr id="488471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8472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88473" name="Freeform 25"/>
          <p:cNvSpPr>
            <a:spLocks/>
          </p:cNvSpPr>
          <p:nvPr/>
        </p:nvSpPr>
        <p:spPr bwMode="auto">
          <a:xfrm>
            <a:off x="4876800" y="4889500"/>
            <a:ext cx="1219200" cy="584200"/>
          </a:xfrm>
          <a:custGeom>
            <a:avLst/>
            <a:gdLst/>
            <a:ahLst/>
            <a:cxnLst>
              <a:cxn ang="0">
                <a:pos x="96" y="88"/>
              </a:cxn>
              <a:cxn ang="0">
                <a:pos x="96" y="280"/>
              </a:cxn>
              <a:cxn ang="0">
                <a:pos x="672" y="328"/>
              </a:cxn>
              <a:cxn ang="0">
                <a:pos x="672" y="40"/>
              </a:cxn>
              <a:cxn ang="0">
                <a:pos x="672" y="88"/>
              </a:cxn>
            </a:cxnLst>
            <a:rect l="0" t="0" r="r" b="b"/>
            <a:pathLst>
              <a:path w="768" h="368">
                <a:moveTo>
                  <a:pt x="96" y="88"/>
                </a:moveTo>
                <a:cubicBezTo>
                  <a:pt x="48" y="164"/>
                  <a:pt x="0" y="240"/>
                  <a:pt x="96" y="280"/>
                </a:cubicBezTo>
                <a:cubicBezTo>
                  <a:pt x="192" y="320"/>
                  <a:pt x="576" y="368"/>
                  <a:pt x="672" y="328"/>
                </a:cubicBezTo>
                <a:cubicBezTo>
                  <a:pt x="768" y="288"/>
                  <a:pt x="672" y="80"/>
                  <a:pt x="672" y="40"/>
                </a:cubicBezTo>
                <a:cubicBezTo>
                  <a:pt x="672" y="0"/>
                  <a:pt x="672" y="44"/>
                  <a:pt x="672" y="8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82AC-3D48-4CD9-9098-53BCAD1A3368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0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BFS: Visit 6</a:t>
            </a:r>
          </a:p>
        </p:txBody>
      </p:sp>
      <p:sp>
        <p:nvSpPr>
          <p:cNvPr id="489475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9476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77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78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79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0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1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2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3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4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5" name="Line 13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6" name="Line 14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87" name="Oval 1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89488" name="Oval 1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89489" name="Oval 1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89490" name="Oval 1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89491" name="Oval 1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89492" name="Oval 2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89493" name="Oval 2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89494" name="Text Box 22"/>
          <p:cNvSpPr txBox="1">
            <a:spLocks noChangeArrowheads="1"/>
          </p:cNvSpPr>
          <p:nvPr/>
        </p:nvSpPr>
        <p:spPr bwMode="auto">
          <a:xfrm>
            <a:off x="4953000" y="5638802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5  1  2  0  4  3  7  6</a:t>
            </a:r>
          </a:p>
        </p:txBody>
      </p:sp>
      <p:sp>
        <p:nvSpPr>
          <p:cNvPr id="489495" name="Line 23"/>
          <p:cNvSpPr>
            <a:spLocks noChangeShapeType="1"/>
          </p:cNvSpPr>
          <p:nvPr/>
        </p:nvSpPr>
        <p:spPr bwMode="auto">
          <a:xfrm flipV="1">
            <a:off x="43434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9496" name="Oval 2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D6FF-BB88-4F75-8ED9-DB529C10F876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27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972C71-5E99-AF47-8D4C-9BFDEAAA65EC}"/>
                  </a:ext>
                </a:extLst>
              </p14:cNvPr>
              <p14:cNvContentPartPr/>
              <p14:nvPr/>
            </p14:nvContentPartPr>
            <p14:xfrm>
              <a:off x="8576280" y="743400"/>
              <a:ext cx="3047040" cy="519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972C71-5E99-AF47-8D4C-9BFDEAAA65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6920" y="734040"/>
                <a:ext cx="3065760" cy="521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45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1524000" y="44077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bg1"/>
          </a:solidFill>
          <a:ln w="31750" cmpd="sng">
            <a:solidFill>
              <a:schemeClr val="bg1">
                <a:lumMod val="50000"/>
              </a:schemeClr>
            </a:solidFill>
            <a:prstDash val="solid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Example of BFS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914401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98032" y="1482726"/>
            <a:ext cx="3176440" cy="3144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4" name="Group 23"/>
          <p:cNvGrpSpPr/>
          <p:nvPr/>
        </p:nvGrpSpPr>
        <p:grpSpPr>
          <a:xfrm>
            <a:off x="225409" y="5409183"/>
            <a:ext cx="9298004" cy="721210"/>
            <a:chOff x="531795" y="4768850"/>
            <a:chExt cx="4717939" cy="721209"/>
          </a:xfrm>
        </p:grpSpPr>
        <p:grpSp>
          <p:nvGrpSpPr>
            <p:cNvPr id="23" name="Group 22"/>
            <p:cNvGrpSpPr/>
            <p:nvPr/>
          </p:nvGrpSpPr>
          <p:grpSpPr>
            <a:xfrm>
              <a:off x="531795" y="4768850"/>
              <a:ext cx="4326456" cy="721209"/>
              <a:chOff x="531795" y="4768850"/>
              <a:chExt cx="4326456" cy="721209"/>
            </a:xfrm>
          </p:grpSpPr>
          <p:pic>
            <p:nvPicPr>
              <p:cNvPr id="19" name="Picture 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674032" y="4768850"/>
                <a:ext cx="3184219" cy="669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531795" y="4782174"/>
                <a:ext cx="1142236" cy="707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/>
                  <a:t>Order of</a:t>
                </a:r>
              </a:p>
              <a:p>
                <a:pPr algn="ctr"/>
                <a:r>
                  <a:rPr lang="en-US" sz="2000" dirty="0"/>
                  <a:t>Traversal</a:t>
                </a:r>
              </a:p>
            </p:txBody>
          </p:sp>
        </p:grp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784235" y="5026026"/>
              <a:ext cx="346549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rtl="0"/>
              <a:r>
                <a:rPr lang="en-US" b="1" dirty="0"/>
                <a:t>A    B    D    E     C    G    F    H    I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616951" y="2924177"/>
            <a:ext cx="1728788" cy="3008313"/>
            <a:chOff x="7092950" y="2924175"/>
            <a:chExt cx="1728788" cy="3008313"/>
          </a:xfrm>
        </p:grpSpPr>
        <p:graphicFrame>
          <p:nvGraphicFramePr>
            <p:cNvPr id="1026" name="Object 15"/>
            <p:cNvGraphicFramePr>
              <a:graphicFrameLocks noChangeAspect="1"/>
            </p:cNvGraphicFramePr>
            <p:nvPr/>
          </p:nvGraphicFramePr>
          <p:xfrm>
            <a:off x="7235825" y="3500438"/>
            <a:ext cx="1527175" cy="2432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martDraw" r:id="rId4" imgW="1526760" imgH="2432160" progId="">
                    <p:embed/>
                  </p:oleObj>
                </mc:Choice>
                <mc:Fallback>
                  <p:oleObj name="SmartDraw" r:id="rId4" imgW="1526760" imgH="2432160" progId="">
                    <p:embed/>
                    <p:pic>
                      <p:nvPicPr>
                        <p:cNvPr id="102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5825" y="3500438"/>
                          <a:ext cx="1527175" cy="2432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7092950" y="2924175"/>
              <a:ext cx="17287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rtl="0">
                <a:spcBef>
                  <a:spcPct val="50000"/>
                </a:spcBef>
              </a:pPr>
              <a:r>
                <a:rPr lang="en-US" dirty="0"/>
                <a:t>BFS-tree: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3BC6-E8FE-4519-AA65-50B2CB72C03C}" type="datetime1">
              <a:rPr lang="en-US" smtClean="0"/>
              <a:t>11/2/2025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F0718-C240-4421-B2FD-0971E23690BF}" type="slidenum">
              <a:rPr lang="en-IN" smtClean="0"/>
              <a:t>28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229F41-1AE4-E76E-527F-11A75B89B51E}"/>
                  </a:ext>
                </a:extLst>
              </p14:cNvPr>
              <p14:cNvContentPartPr/>
              <p14:nvPr/>
            </p14:nvContentPartPr>
            <p14:xfrm>
              <a:off x="3751560" y="1417680"/>
              <a:ext cx="6921720" cy="3466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229F41-1AE4-E76E-527F-11A75B89B5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42200" y="1408320"/>
                <a:ext cx="6940440" cy="348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14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6" t="-42" r="2654" b="1441"/>
          <a:stretch/>
        </p:blipFill>
        <p:spPr>
          <a:xfrm rot="16200000">
            <a:off x="2792678" y="-2391159"/>
            <a:ext cx="6450838" cy="11539478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150A-D39A-4F95-98E0-8FB0B46ACAE9}" type="datetime1">
              <a:rPr lang="en-US" smtClean="0"/>
              <a:t>11/2/2025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564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7" t="2414" r="3004" b="2606"/>
          <a:stretch/>
        </p:blipFill>
        <p:spPr>
          <a:xfrm rot="16200000">
            <a:off x="2772378" y="-2507204"/>
            <a:ext cx="6473418" cy="11794145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93CF-8E4D-4E3A-B99F-3484EDBD0021}" type="datetime1">
              <a:rPr lang="en-US" smtClean="0"/>
              <a:t>11/2/2025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F1F22B-4314-D245-8F8B-D4F6C46E1E47}"/>
                  </a:ext>
                </a:extLst>
              </p14:cNvPr>
              <p14:cNvContentPartPr/>
              <p14:nvPr/>
            </p14:nvContentPartPr>
            <p14:xfrm>
              <a:off x="299520" y="1644120"/>
              <a:ext cx="10460160" cy="4555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F1F22B-4314-D245-8F8B-D4F6C46E1E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160" y="1634760"/>
                <a:ext cx="10478880" cy="45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011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 dirty="0">
                <a:solidFill>
                  <a:schemeClr val="tx2"/>
                </a:solidFill>
              </a:rPr>
              <a:t>DFS: Start with Node 5</a:t>
            </a:r>
          </a:p>
        </p:txBody>
      </p:sp>
      <p:sp>
        <p:nvSpPr>
          <p:cNvPr id="494595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4596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597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598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1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6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7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08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4609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4610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4611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4612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4613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4614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4615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4616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/>
          </a:p>
        </p:txBody>
      </p:sp>
      <p:sp>
        <p:nvSpPr>
          <p:cNvPr id="494617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18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19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4620" name="Text Box 28"/>
          <p:cNvSpPr txBox="1">
            <a:spLocks noChangeArrowheads="1"/>
          </p:cNvSpPr>
          <p:nvPr/>
        </p:nvSpPr>
        <p:spPr bwMode="auto">
          <a:xfrm>
            <a:off x="8610600" y="2286001"/>
            <a:ext cx="8382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4621" name="Text Box 29"/>
          <p:cNvSpPr txBox="1">
            <a:spLocks noChangeArrowheads="1"/>
          </p:cNvSpPr>
          <p:nvPr/>
        </p:nvSpPr>
        <p:spPr bwMode="auto">
          <a:xfrm>
            <a:off x="8382000" y="5181601"/>
            <a:ext cx="1295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5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E45C7-8199-4453-A489-8B2ED9CB4D10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31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CBE29F-FD62-1AEA-B104-803C72771588}"/>
                  </a:ext>
                </a:extLst>
              </p14:cNvPr>
              <p14:cNvContentPartPr/>
              <p14:nvPr/>
            </p14:nvContentPartPr>
            <p14:xfrm>
              <a:off x="504720" y="1706760"/>
              <a:ext cx="11381400" cy="4620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CBE29F-FD62-1AEA-B104-803C727715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360" y="1697400"/>
                <a:ext cx="11400120" cy="463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7994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0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1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2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3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6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7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8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29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30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31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5633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5634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5635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5636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5637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5638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5639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5640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</a:t>
            </a:r>
          </a:p>
        </p:txBody>
      </p:sp>
      <p:sp>
        <p:nvSpPr>
          <p:cNvPr id="495641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42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43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5644" name="Text Box 28"/>
          <p:cNvSpPr txBox="1">
            <a:spLocks noChangeArrowheads="1"/>
          </p:cNvSpPr>
          <p:nvPr/>
        </p:nvSpPr>
        <p:spPr bwMode="auto">
          <a:xfrm>
            <a:off x="8610600" y="2286001"/>
            <a:ext cx="8382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</a:t>
            </a:r>
          </a:p>
        </p:txBody>
      </p:sp>
      <p:sp>
        <p:nvSpPr>
          <p:cNvPr id="495645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Pop/Visit/Mark 5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483E-616A-4A15-B355-A1C272B40B40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32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AB6E23-D419-FF52-50F1-6FC2F240928D}"/>
                  </a:ext>
                </a:extLst>
              </p14:cNvPr>
              <p14:cNvContentPartPr/>
              <p14:nvPr/>
            </p14:nvContentPartPr>
            <p14:xfrm>
              <a:off x="1011240" y="326160"/>
              <a:ext cx="10533600" cy="549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AB6E23-D419-FF52-50F1-6FC2F24092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1880" y="316800"/>
                <a:ext cx="10552320" cy="55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773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3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6644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45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46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47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48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49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0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1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2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3" name="Line 13"/>
          <p:cNvSpPr>
            <a:spLocks noChangeShapeType="1"/>
          </p:cNvSpPr>
          <p:nvPr/>
        </p:nvSpPr>
        <p:spPr bwMode="auto">
          <a:xfrm flipV="1">
            <a:off x="4419600" y="2514599"/>
            <a:ext cx="914399" cy="4572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4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5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56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6657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6658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6659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6660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6661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6662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6663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6664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</a:t>
            </a:r>
          </a:p>
        </p:txBody>
      </p:sp>
      <p:sp>
        <p:nvSpPr>
          <p:cNvPr id="496665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66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67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6668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496669" name="Text Box 29"/>
          <p:cNvSpPr txBox="1">
            <a:spLocks noChangeArrowheads="1"/>
          </p:cNvSpPr>
          <p:nvPr/>
        </p:nvSpPr>
        <p:spPr bwMode="auto">
          <a:xfrm>
            <a:off x="7848600" y="5181601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2, Push 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6424C-9653-4476-8CA9-95D80DDFBD47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33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54AF29-E11F-ADC9-5A0F-A8BD377FDFB5}"/>
                  </a:ext>
                </a:extLst>
              </p14:cNvPr>
              <p14:cNvContentPartPr/>
              <p14:nvPr/>
            </p14:nvContentPartPr>
            <p14:xfrm>
              <a:off x="311040" y="470160"/>
              <a:ext cx="10754640" cy="445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54AF29-E11F-ADC9-5A0F-A8BD377FDF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680" y="460800"/>
                <a:ext cx="10773360" cy="44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0199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7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7668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69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0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1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2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3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4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5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6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7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8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79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80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7681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7682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7683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7684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7685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7686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7687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7688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</a:t>
            </a:r>
          </a:p>
        </p:txBody>
      </p:sp>
      <p:sp>
        <p:nvSpPr>
          <p:cNvPr id="497689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90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91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7692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497693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Pop/Visit/Mark 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8816A-7A46-45B7-80BA-4146CBCADC76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136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1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8692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3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4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5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6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7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8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699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00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01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02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03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04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8705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8706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8707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8708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8709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8710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8711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8712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</a:t>
            </a:r>
          </a:p>
        </p:txBody>
      </p:sp>
      <p:sp>
        <p:nvSpPr>
          <p:cNvPr id="498713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14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15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8716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 dirty="0"/>
          </a:p>
          <a:p>
            <a:pPr>
              <a:spcBef>
                <a:spcPct val="50000"/>
              </a:spcBef>
              <a:buFontTx/>
              <a:buNone/>
            </a:pPr>
            <a:endParaRPr lang="en-US" sz="2400" dirty="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 dirty="0"/>
              <a:t>0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 dirty="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 dirty="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 dirty="0"/>
              <a:t>2</a:t>
            </a:r>
          </a:p>
        </p:txBody>
      </p:sp>
      <p:sp>
        <p:nvSpPr>
          <p:cNvPr id="498717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4, Push 2, Push 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DF47-A915-40D2-B997-B83FC16CA472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69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5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9716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17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18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19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0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1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2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3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4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5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6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7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28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499729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499730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499731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499732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499733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499734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499735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499736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</a:t>
            </a:r>
          </a:p>
        </p:txBody>
      </p:sp>
      <p:sp>
        <p:nvSpPr>
          <p:cNvPr id="499737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38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39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9740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499741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Pop/Visit/Mark 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027-91AF-4B1E-81D8-DA011FDCE0F4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27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0740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1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2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3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4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5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6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7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8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49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50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51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52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0753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0754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0755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0756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0757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0758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0759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0760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</a:t>
            </a:r>
          </a:p>
        </p:txBody>
      </p:sp>
      <p:sp>
        <p:nvSpPr>
          <p:cNvPr id="500761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62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63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0764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3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7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0765" name="Text Box 29"/>
          <p:cNvSpPr txBox="1">
            <a:spLocks noChangeArrowheads="1"/>
          </p:cNvSpPr>
          <p:nvPr/>
        </p:nvSpPr>
        <p:spPr bwMode="auto">
          <a:xfrm>
            <a:off x="7848600" y="5181601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7, Push 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C52CB-563C-464E-B7AB-781E1F2BE4BE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951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3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764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65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66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67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68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69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0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1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2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3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4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5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76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1777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1778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1779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1780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1781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1782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1783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1784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</a:t>
            </a:r>
          </a:p>
        </p:txBody>
      </p:sp>
      <p:sp>
        <p:nvSpPr>
          <p:cNvPr id="501785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86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87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788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7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1789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Pop/Visit/Mark 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C35E-9908-44D9-8F47-6DFBC1FC4496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76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7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2788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89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0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1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2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3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4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5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6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7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8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799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800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2801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2802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2803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2804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2805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2806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2807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2808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</a:t>
            </a:r>
          </a:p>
        </p:txBody>
      </p:sp>
      <p:sp>
        <p:nvSpPr>
          <p:cNvPr id="502809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810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811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812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7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2813" name="Text Box 29"/>
          <p:cNvSpPr txBox="1">
            <a:spLocks noChangeArrowheads="1"/>
          </p:cNvSpPr>
          <p:nvPr/>
        </p:nvSpPr>
        <p:spPr bwMode="auto">
          <a:xfrm>
            <a:off x="7848600" y="5181601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EC6-8355-4CA0-ADBE-2C23739E4C35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37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1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12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3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4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5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6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7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8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19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20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21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22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23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24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3825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3826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3827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3828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3829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3830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3831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3832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</a:t>
            </a:r>
          </a:p>
        </p:txBody>
      </p:sp>
      <p:sp>
        <p:nvSpPr>
          <p:cNvPr id="503833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34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35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3836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7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3837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Pop/Mark/Visit 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349-BC12-4156-A0DF-1B637C42F511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802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5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4836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37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38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39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0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1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2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3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4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5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6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7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48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4849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4850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4851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4852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4853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4854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4855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4856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</a:t>
            </a:r>
          </a:p>
        </p:txBody>
      </p:sp>
      <p:sp>
        <p:nvSpPr>
          <p:cNvPr id="504857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58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59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4860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4861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Pop/Mark/Visit 7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E396A-2873-4F60-BDB4-59FC476E5B8E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05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3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6884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85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86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87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88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89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0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1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2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3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4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5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896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6897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6898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6899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6900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6901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6902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6903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6904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</a:t>
            </a:r>
          </a:p>
        </p:txBody>
      </p:sp>
      <p:sp>
        <p:nvSpPr>
          <p:cNvPr id="506905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906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907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6908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6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6909" name="Text Box 29"/>
          <p:cNvSpPr txBox="1">
            <a:spLocks noChangeArrowheads="1"/>
          </p:cNvSpPr>
          <p:nvPr/>
        </p:nvSpPr>
        <p:spPr bwMode="auto">
          <a:xfrm>
            <a:off x="7848600" y="5181601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Push 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B8C8A-E7F4-4CA1-B2D1-DA72719D7C6B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64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7908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09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0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1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2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3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4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5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6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7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8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19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20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7921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7922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7923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7924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7925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7926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7927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7928" name="Text Box 24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5  1  0  3  2  7  6</a:t>
            </a:r>
          </a:p>
        </p:txBody>
      </p:sp>
      <p:sp>
        <p:nvSpPr>
          <p:cNvPr id="507929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30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31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7932" name="Text Box 28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07933" name="Text Box 29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Pop/Mark/Visit 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7AAB-E655-41CB-B14F-FE22CB977EEB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664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5" name="Oval 5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26" name="Line 6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27" name="Line 7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28" name="Line 8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29" name="Line 9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0" name="Line 10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1" name="Line 11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2" name="Line 12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3" name="Line 13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4" name="Line 14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5" name="Line 15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6" name="Line 16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7" name="Line 17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38" name="Oval 18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17139" name="Oval 19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17140" name="Oval 20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17141" name="Oval 21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17142" name="Oval 22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17143" name="Oval 23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17144" name="Oval 24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17145" name="Oval 25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17146" name="Text Box 26"/>
          <p:cNvSpPr txBox="1">
            <a:spLocks noChangeArrowheads="1"/>
          </p:cNvSpPr>
          <p:nvPr/>
        </p:nvSpPr>
        <p:spPr bwMode="auto">
          <a:xfrm>
            <a:off x="4953000" y="56388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5  1  0  3  2  7  6</a:t>
            </a:r>
          </a:p>
        </p:txBody>
      </p:sp>
      <p:sp>
        <p:nvSpPr>
          <p:cNvPr id="517147" name="Line 27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48" name="Line 28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49" name="Line 29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150" name="Text Box 30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4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17151" name="Text Box 31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 (don’t visit) 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AAB-7358-4603-86D6-C27F5939EF49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11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8" name="Rectangle 4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 dirty="0">
                <a:solidFill>
                  <a:schemeClr val="tx2"/>
                </a:solidFill>
              </a:rPr>
              <a:t>DFS: Start with Node 5</a:t>
            </a:r>
          </a:p>
        </p:txBody>
      </p:sp>
      <p:sp>
        <p:nvSpPr>
          <p:cNvPr id="518149" name="Oval 5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150" name="Line 6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1" name="Line 7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2" name="Line 8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3" name="Line 9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4" name="Line 10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5" name="Line 11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6" name="Line 12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7" name="Line 13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8" name="Line 14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59" name="Line 15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60" name="Line 16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61" name="Line 17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62" name="Oval 18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18163" name="Oval 19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18164" name="Oval 20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18165" name="Oval 21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18166" name="Oval 22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18167" name="Oval 23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18168" name="Oval 24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18169" name="Oval 25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18170" name="Text Box 26"/>
          <p:cNvSpPr txBox="1">
            <a:spLocks noChangeArrowheads="1"/>
          </p:cNvSpPr>
          <p:nvPr/>
        </p:nvSpPr>
        <p:spPr bwMode="auto">
          <a:xfrm>
            <a:off x="4953000" y="5638802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5  1  0  3  2  7  6  4</a:t>
            </a:r>
          </a:p>
        </p:txBody>
      </p:sp>
      <p:sp>
        <p:nvSpPr>
          <p:cNvPr id="518171" name="Line 27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72" name="Line 28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73" name="Line 29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8174" name="Text Box 30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2</a:t>
            </a:r>
          </a:p>
        </p:txBody>
      </p:sp>
      <p:sp>
        <p:nvSpPr>
          <p:cNvPr id="518175" name="Text Box 31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 dirty="0"/>
              <a:t>Pop/Mark/Visit 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8183-309E-4561-84F2-7F56A4680317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158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58" name="Rectangle 30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Preorder DFS: Start with Node 5</a:t>
            </a:r>
          </a:p>
        </p:txBody>
      </p:sp>
      <p:sp>
        <p:nvSpPr>
          <p:cNvPr id="508959" name="Oval 31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8960" name="Line 32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1" name="Line 33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2" name="Line 34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3" name="Line 35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4" name="Line 36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5" name="Line 37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6" name="Line 38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7" name="Line 39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8" name="Line 40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69" name="Line 41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70" name="Line 42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71" name="Line 43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72" name="Oval 44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8973" name="Oval 45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8974" name="Oval 46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8975" name="Oval 47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8976" name="Oval 48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8977" name="Oval 49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8978" name="Oval 50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8979" name="Oval 51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8980" name="Text Box 52"/>
          <p:cNvSpPr txBox="1">
            <a:spLocks noChangeArrowheads="1"/>
          </p:cNvSpPr>
          <p:nvPr/>
        </p:nvSpPr>
        <p:spPr bwMode="auto">
          <a:xfrm>
            <a:off x="4953000" y="5638802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5  1  0  3  2  7  6  4</a:t>
            </a:r>
          </a:p>
        </p:txBody>
      </p:sp>
      <p:sp>
        <p:nvSpPr>
          <p:cNvPr id="508981" name="Line 53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82" name="Line 54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83" name="Line 55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8984" name="Text Box 56"/>
          <p:cNvSpPr txBox="1">
            <a:spLocks noChangeArrowheads="1"/>
          </p:cNvSpPr>
          <p:nvPr/>
        </p:nvSpPr>
        <p:spPr bwMode="auto">
          <a:xfrm>
            <a:off x="8610600" y="1752600"/>
            <a:ext cx="8382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endParaRPr lang="en-US" sz="240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2400"/>
              <a:t>  </a:t>
            </a:r>
          </a:p>
        </p:txBody>
      </p:sp>
      <p:sp>
        <p:nvSpPr>
          <p:cNvPr id="508985" name="Text Box 57"/>
          <p:cNvSpPr txBox="1">
            <a:spLocks noChangeArrowheads="1"/>
          </p:cNvSpPr>
          <p:nvPr/>
        </p:nvSpPr>
        <p:spPr bwMode="auto">
          <a:xfrm>
            <a:off x="7848600" y="518160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Pop (don’t visit) 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2995-EDC4-4B57-A2B2-7C924E0048BD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52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4400">
                <a:solidFill>
                  <a:schemeClr val="tx2"/>
                </a:solidFill>
              </a:rPr>
              <a:t>Preorder DFS: Start with Node 5</a:t>
            </a:r>
          </a:p>
        </p:txBody>
      </p:sp>
      <p:sp>
        <p:nvSpPr>
          <p:cNvPr id="509955" name="Oval 3"/>
          <p:cNvSpPr>
            <a:spLocks noChangeArrowheads="1"/>
          </p:cNvSpPr>
          <p:nvPr/>
        </p:nvSpPr>
        <p:spPr bwMode="auto">
          <a:xfrm>
            <a:off x="4114800" y="3048000"/>
            <a:ext cx="5334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9956" name="Line 4"/>
          <p:cNvSpPr>
            <a:spLocks noChangeShapeType="1"/>
          </p:cNvSpPr>
          <p:nvPr/>
        </p:nvSpPr>
        <p:spPr bwMode="auto">
          <a:xfrm flipV="1">
            <a:off x="6019800" y="2743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57" name="Line 5"/>
          <p:cNvSpPr>
            <a:spLocks noChangeShapeType="1"/>
          </p:cNvSpPr>
          <p:nvPr/>
        </p:nvSpPr>
        <p:spPr bwMode="auto">
          <a:xfrm>
            <a:off x="56388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58" name="Line 6"/>
          <p:cNvSpPr>
            <a:spLocks noChangeShapeType="1"/>
          </p:cNvSpPr>
          <p:nvPr/>
        </p:nvSpPr>
        <p:spPr bwMode="auto">
          <a:xfrm flipV="1">
            <a:off x="4191000" y="38862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59" name="Line 7"/>
          <p:cNvSpPr>
            <a:spLocks noChangeShapeType="1"/>
          </p:cNvSpPr>
          <p:nvPr/>
        </p:nvSpPr>
        <p:spPr bwMode="auto">
          <a:xfrm>
            <a:off x="4114800" y="44196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0" name="Line 8"/>
          <p:cNvSpPr>
            <a:spLocks noChangeShapeType="1"/>
          </p:cNvSpPr>
          <p:nvPr/>
        </p:nvSpPr>
        <p:spPr bwMode="auto">
          <a:xfrm flipH="1">
            <a:off x="4114800" y="3124200"/>
            <a:ext cx="152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1" name="Line 9"/>
          <p:cNvSpPr>
            <a:spLocks noChangeShapeType="1"/>
          </p:cNvSpPr>
          <p:nvPr/>
        </p:nvSpPr>
        <p:spPr bwMode="auto">
          <a:xfrm>
            <a:off x="6019800" y="39624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2" name="Line 10"/>
          <p:cNvSpPr>
            <a:spLocks noChangeShapeType="1"/>
          </p:cNvSpPr>
          <p:nvPr/>
        </p:nvSpPr>
        <p:spPr bwMode="auto">
          <a:xfrm flipV="1">
            <a:off x="7315200" y="4114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3" name="Line 11"/>
          <p:cNvSpPr>
            <a:spLocks noChangeShapeType="1"/>
          </p:cNvSpPr>
          <p:nvPr/>
        </p:nvSpPr>
        <p:spPr bwMode="auto">
          <a:xfrm flipH="1" flipV="1">
            <a:off x="7239000" y="2743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4" name="Line 12"/>
          <p:cNvSpPr>
            <a:spLocks noChangeShapeType="1"/>
          </p:cNvSpPr>
          <p:nvPr/>
        </p:nvSpPr>
        <p:spPr bwMode="auto">
          <a:xfrm>
            <a:off x="5715000" y="2362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5" name="Line 13"/>
          <p:cNvSpPr>
            <a:spLocks noChangeShapeType="1"/>
          </p:cNvSpPr>
          <p:nvPr/>
        </p:nvSpPr>
        <p:spPr bwMode="auto">
          <a:xfrm flipV="1">
            <a:off x="4419600" y="2514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6" name="Line 14"/>
          <p:cNvSpPr>
            <a:spLocks noChangeShapeType="1"/>
          </p:cNvSpPr>
          <p:nvPr/>
        </p:nvSpPr>
        <p:spPr bwMode="auto">
          <a:xfrm>
            <a:off x="4419600" y="3124200"/>
            <a:ext cx="3200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7" name="Line 15"/>
          <p:cNvSpPr>
            <a:spLocks noChangeShapeType="1"/>
          </p:cNvSpPr>
          <p:nvPr/>
        </p:nvSpPr>
        <p:spPr bwMode="auto">
          <a:xfrm flipH="1" flipV="1">
            <a:off x="4419600" y="3200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68" name="Oval 16"/>
          <p:cNvSpPr>
            <a:spLocks noChangeArrowheads="1"/>
          </p:cNvSpPr>
          <p:nvPr/>
        </p:nvSpPr>
        <p:spPr bwMode="auto">
          <a:xfrm>
            <a:off x="40386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0</a:t>
            </a:r>
          </a:p>
        </p:txBody>
      </p:sp>
      <p:sp>
        <p:nvSpPr>
          <p:cNvPr id="509969" name="Oval 17"/>
          <p:cNvSpPr>
            <a:spLocks noChangeArrowheads="1"/>
          </p:cNvSpPr>
          <p:nvPr/>
        </p:nvSpPr>
        <p:spPr bwMode="auto">
          <a:xfrm>
            <a:off x="3810000" y="4038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7</a:t>
            </a:r>
          </a:p>
        </p:txBody>
      </p:sp>
      <p:sp>
        <p:nvSpPr>
          <p:cNvPr id="509970" name="Oval 18"/>
          <p:cNvSpPr>
            <a:spLocks noChangeArrowheads="1"/>
          </p:cNvSpPr>
          <p:nvPr/>
        </p:nvSpPr>
        <p:spPr bwMode="auto">
          <a:xfrm>
            <a:off x="5715000" y="3581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1</a:t>
            </a:r>
          </a:p>
        </p:txBody>
      </p:sp>
      <p:sp>
        <p:nvSpPr>
          <p:cNvPr id="509971" name="Oval 19"/>
          <p:cNvSpPr>
            <a:spLocks noChangeArrowheads="1"/>
          </p:cNvSpPr>
          <p:nvPr/>
        </p:nvSpPr>
        <p:spPr bwMode="auto">
          <a:xfrm>
            <a:off x="5334000" y="2209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5</a:t>
            </a:r>
          </a:p>
        </p:txBody>
      </p:sp>
      <p:sp>
        <p:nvSpPr>
          <p:cNvPr id="509972" name="Oval 20"/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4</a:t>
            </a:r>
          </a:p>
        </p:txBody>
      </p:sp>
      <p:sp>
        <p:nvSpPr>
          <p:cNvPr id="509973" name="Oval 21"/>
          <p:cNvSpPr>
            <a:spLocks noChangeArrowheads="1"/>
          </p:cNvSpPr>
          <p:nvPr/>
        </p:nvSpPr>
        <p:spPr bwMode="auto">
          <a:xfrm>
            <a:off x="7620000" y="3657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3</a:t>
            </a:r>
          </a:p>
        </p:txBody>
      </p:sp>
      <p:sp>
        <p:nvSpPr>
          <p:cNvPr id="509974" name="Oval 22"/>
          <p:cNvSpPr>
            <a:spLocks noChangeArrowheads="1"/>
          </p:cNvSpPr>
          <p:nvPr/>
        </p:nvSpPr>
        <p:spPr bwMode="auto">
          <a:xfrm>
            <a:off x="6858000" y="2362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2</a:t>
            </a:r>
          </a:p>
        </p:txBody>
      </p:sp>
      <p:sp>
        <p:nvSpPr>
          <p:cNvPr id="509975" name="Oval 23"/>
          <p:cNvSpPr>
            <a:spLocks noChangeArrowheads="1"/>
          </p:cNvSpPr>
          <p:nvPr/>
        </p:nvSpPr>
        <p:spPr bwMode="auto">
          <a:xfrm>
            <a:off x="5334000" y="4800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Tx/>
              <a:buNone/>
            </a:pPr>
            <a:r>
              <a:rPr lang="en-US" sz="2400"/>
              <a:t>6</a:t>
            </a:r>
          </a:p>
        </p:txBody>
      </p:sp>
      <p:sp>
        <p:nvSpPr>
          <p:cNvPr id="509976" name="Text Box 24"/>
          <p:cNvSpPr txBox="1">
            <a:spLocks noChangeArrowheads="1"/>
          </p:cNvSpPr>
          <p:nvPr/>
        </p:nvSpPr>
        <p:spPr bwMode="auto">
          <a:xfrm>
            <a:off x="4953000" y="5638802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None/>
            </a:pPr>
            <a:r>
              <a:rPr lang="en-US"/>
              <a:t>5  1  0  3  2  7  6  4</a:t>
            </a:r>
          </a:p>
        </p:txBody>
      </p:sp>
      <p:sp>
        <p:nvSpPr>
          <p:cNvPr id="509977" name="Line 25"/>
          <p:cNvSpPr>
            <a:spLocks noChangeShapeType="1"/>
          </p:cNvSpPr>
          <p:nvPr/>
        </p:nvSpPr>
        <p:spPr bwMode="auto">
          <a:xfrm>
            <a:off x="86106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78" name="Line 26"/>
          <p:cNvSpPr>
            <a:spLocks noChangeShapeType="1"/>
          </p:cNvSpPr>
          <p:nvPr/>
        </p:nvSpPr>
        <p:spPr bwMode="auto">
          <a:xfrm>
            <a:off x="9448800" y="2362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79" name="Line 27"/>
          <p:cNvSpPr>
            <a:spLocks noChangeShapeType="1"/>
          </p:cNvSpPr>
          <p:nvPr/>
        </p:nvSpPr>
        <p:spPr bwMode="auto">
          <a:xfrm>
            <a:off x="8610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9981" name="Text Box 29"/>
          <p:cNvSpPr txBox="1">
            <a:spLocks noChangeArrowheads="1"/>
          </p:cNvSpPr>
          <p:nvPr/>
        </p:nvSpPr>
        <p:spPr bwMode="auto">
          <a:xfrm>
            <a:off x="7848600" y="5181601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US"/>
              <a:t>Done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E7848-B0EF-4D27-8259-FB4DE1EC46A3}" type="datetime1">
              <a:rPr lang="en-US" smtClean="0"/>
              <a:t>11/2/2025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523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AF59B5-A92F-4FFD-BCE2-423BB25C6DB8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Problem: Laying Telephone Wire</a:t>
            </a:r>
          </a:p>
        </p:txBody>
      </p:sp>
      <p:grpSp>
        <p:nvGrpSpPr>
          <p:cNvPr id="33795" name="Group 3"/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3796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98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00" name="Group 8"/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3801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2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3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4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05" name="Group 13"/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3806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7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8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09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10" name="Group 18"/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3811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2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3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4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15" name="Group 23"/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3816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7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8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19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20" name="Group 28"/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3821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2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3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4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25" name="Group 33"/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3826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7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8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29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30" name="Group 38"/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3831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32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33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34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35" name="Group 43"/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3836" name="Rectangle 44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37" name="Rectangle 45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38" name="Rectangle 46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39" name="Rectangle 47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0" name="Rectangle 48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1" name="Rectangle 49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2" name="Rectangle 50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3" name="Rectangle 51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4" name="Rectangle 52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5" name="Rectangle 53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3846" name="Rectangle 54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3847" name="Text Box 55"/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3848" name="Group 56"/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3849" name="AutoShape 5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0" name="Rectangle 5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1" name="Rectangle 5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2" name="Rectangle 6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853" name="Group 61"/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3854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5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6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857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534557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47F7FC-FF42-46BA-9068-30FE78243D1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Wiring: Naive Approach</a:t>
            </a:r>
          </a:p>
        </p:txBody>
      </p:sp>
      <p:grpSp>
        <p:nvGrpSpPr>
          <p:cNvPr id="34819" name="Group 3"/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4820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1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24" name="Group 8"/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4825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6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7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28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29" name="Group 13"/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4830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1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3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34" name="Group 18"/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4835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6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7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38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39" name="Group 23"/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4840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1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2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3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44" name="Group 28"/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4845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6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7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48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49" name="Group 33"/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4850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1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2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3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54" name="Group 38"/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4855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6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7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58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4859" name="Text Box 43"/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4860" name="Group 44"/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4861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2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3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4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4865" name="Group 49"/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4866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7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8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69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34870" name="AutoShape 54"/>
          <p:cNvCxnSpPr>
            <a:cxnSpLocks noChangeShapeType="1"/>
            <a:stCxn id="34888" idx="0"/>
            <a:endCxn id="34831" idx="2"/>
          </p:cNvCxnSpPr>
          <p:nvPr/>
        </p:nvCxnSpPr>
        <p:spPr bwMode="auto">
          <a:xfrm flipH="1" flipV="1">
            <a:off x="5143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1" name="AutoShape 55"/>
          <p:cNvCxnSpPr>
            <a:cxnSpLocks noChangeShapeType="1"/>
            <a:stCxn id="34888" idx="0"/>
            <a:endCxn id="34841" idx="3"/>
          </p:cNvCxnSpPr>
          <p:nvPr/>
        </p:nvCxnSpPr>
        <p:spPr bwMode="auto">
          <a:xfrm flipH="1" flipV="1">
            <a:off x="4346576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2" name="AutoShape 56"/>
          <p:cNvCxnSpPr>
            <a:cxnSpLocks noChangeShapeType="1"/>
            <a:stCxn id="34888" idx="0"/>
            <a:endCxn id="34856" idx="3"/>
          </p:cNvCxnSpPr>
          <p:nvPr/>
        </p:nvCxnSpPr>
        <p:spPr bwMode="auto">
          <a:xfrm flipH="1">
            <a:off x="3965576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3" name="AutoShape 57"/>
          <p:cNvCxnSpPr>
            <a:cxnSpLocks noChangeShapeType="1"/>
            <a:stCxn id="34888" idx="0"/>
            <a:endCxn id="34820" idx="5"/>
          </p:cNvCxnSpPr>
          <p:nvPr/>
        </p:nvCxnSpPr>
        <p:spPr bwMode="auto">
          <a:xfrm flipH="1">
            <a:off x="2838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4" name="AutoShape 58"/>
          <p:cNvCxnSpPr>
            <a:cxnSpLocks noChangeShapeType="1"/>
            <a:stCxn id="34846" idx="3"/>
            <a:endCxn id="34888" idx="0"/>
          </p:cNvCxnSpPr>
          <p:nvPr/>
        </p:nvCxnSpPr>
        <p:spPr bwMode="auto">
          <a:xfrm>
            <a:off x="3127376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5" name="AutoShape 59"/>
          <p:cNvCxnSpPr>
            <a:cxnSpLocks noChangeShapeType="1"/>
            <a:stCxn id="34888" idx="0"/>
            <a:endCxn id="34851" idx="2"/>
          </p:cNvCxnSpPr>
          <p:nvPr/>
        </p:nvCxnSpPr>
        <p:spPr bwMode="auto">
          <a:xfrm flipH="1" flipV="1">
            <a:off x="3619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6" name="AutoShape 60"/>
          <p:cNvCxnSpPr>
            <a:cxnSpLocks noChangeShapeType="1"/>
            <a:stCxn id="34888" idx="0"/>
            <a:endCxn id="34825" idx="0"/>
          </p:cNvCxnSpPr>
          <p:nvPr/>
        </p:nvCxnSpPr>
        <p:spPr bwMode="auto">
          <a:xfrm>
            <a:off x="6477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7" name="AutoShape 61"/>
          <p:cNvCxnSpPr>
            <a:cxnSpLocks noChangeShapeType="1"/>
            <a:stCxn id="34888" idx="0"/>
            <a:endCxn id="34866" idx="1"/>
          </p:cNvCxnSpPr>
          <p:nvPr/>
        </p:nvCxnSpPr>
        <p:spPr bwMode="auto">
          <a:xfrm>
            <a:off x="6477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8" name="AutoShape 62"/>
          <p:cNvCxnSpPr>
            <a:cxnSpLocks noChangeShapeType="1"/>
            <a:stCxn id="34888" idx="0"/>
            <a:endCxn id="34861" idx="1"/>
          </p:cNvCxnSpPr>
          <p:nvPr/>
        </p:nvCxnSpPr>
        <p:spPr bwMode="auto">
          <a:xfrm>
            <a:off x="6477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79" name="AutoShape 63"/>
          <p:cNvCxnSpPr>
            <a:cxnSpLocks noChangeShapeType="1"/>
            <a:stCxn id="34888" idx="0"/>
            <a:endCxn id="34836" idx="1"/>
          </p:cNvCxnSpPr>
          <p:nvPr/>
        </p:nvCxnSpPr>
        <p:spPr bwMode="auto">
          <a:xfrm flipV="1">
            <a:off x="64770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880" name="Group 64"/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4881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4882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3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4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5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6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7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8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89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90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4891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4892" name="Text Box 76"/>
          <p:cNvSpPr txBox="1">
            <a:spLocks noChangeArrowheads="1"/>
          </p:cNvSpPr>
          <p:nvPr/>
        </p:nvSpPr>
        <p:spPr bwMode="auto">
          <a:xfrm>
            <a:off x="5133975" y="5410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7013" indent="-227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</a:rPr>
              <a:t>Expensive!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323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48B94F-E0CC-4EDD-8D7F-3EF804AFF49F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Wiring: Better Approach</a:t>
            </a:r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5844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48" name="Group 8"/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5849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53" name="Group 13"/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5854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5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6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57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58" name="Group 18"/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5859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0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1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2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63" name="Group 23"/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5864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5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6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67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68" name="Group 28"/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5869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0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1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2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73" name="Group 33"/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5874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5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6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77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78" name="Group 38"/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5879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0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1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2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5883" name="Text Box 43"/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5884" name="Group 44"/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5885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6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7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88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5889" name="Group 49"/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5890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91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92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893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35894" name="AutoShape 54"/>
          <p:cNvCxnSpPr>
            <a:cxnSpLocks noChangeShapeType="1"/>
            <a:stCxn id="35912" idx="0"/>
            <a:endCxn id="35860" idx="1"/>
          </p:cNvCxnSpPr>
          <p:nvPr/>
        </p:nvCxnSpPr>
        <p:spPr bwMode="auto">
          <a:xfrm flipV="1">
            <a:off x="64770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95" name="AutoShape 55"/>
          <p:cNvCxnSpPr>
            <a:cxnSpLocks noChangeShapeType="1"/>
            <a:stCxn id="35912" idx="0"/>
            <a:endCxn id="35849" idx="0"/>
          </p:cNvCxnSpPr>
          <p:nvPr/>
        </p:nvCxnSpPr>
        <p:spPr bwMode="auto">
          <a:xfrm>
            <a:off x="6477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96" name="AutoShape 56"/>
          <p:cNvCxnSpPr>
            <a:cxnSpLocks noChangeShapeType="1"/>
            <a:stCxn id="35912" idx="0"/>
            <a:endCxn id="35855" idx="2"/>
          </p:cNvCxnSpPr>
          <p:nvPr/>
        </p:nvCxnSpPr>
        <p:spPr bwMode="auto">
          <a:xfrm flipH="1" flipV="1">
            <a:off x="5143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97" name="AutoShape 57"/>
          <p:cNvCxnSpPr>
            <a:cxnSpLocks noChangeShapeType="1"/>
            <a:stCxn id="35855" idx="2"/>
            <a:endCxn id="35864" idx="5"/>
          </p:cNvCxnSpPr>
          <p:nvPr/>
        </p:nvCxnSpPr>
        <p:spPr bwMode="auto">
          <a:xfrm flipH="1">
            <a:off x="4286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98" name="AutoShape 58"/>
          <p:cNvCxnSpPr>
            <a:cxnSpLocks noChangeShapeType="1"/>
            <a:stCxn id="35864" idx="1"/>
            <a:endCxn id="35870" idx="3"/>
          </p:cNvCxnSpPr>
          <p:nvPr/>
        </p:nvCxnSpPr>
        <p:spPr bwMode="auto">
          <a:xfrm flipH="1" flipV="1">
            <a:off x="3127376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99" name="AutoShape 59"/>
          <p:cNvCxnSpPr>
            <a:cxnSpLocks noChangeShapeType="1"/>
            <a:stCxn id="35870" idx="3"/>
            <a:endCxn id="35875" idx="2"/>
          </p:cNvCxnSpPr>
          <p:nvPr/>
        </p:nvCxnSpPr>
        <p:spPr bwMode="auto">
          <a:xfrm flipV="1">
            <a:off x="3127376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00" name="AutoShape 60"/>
          <p:cNvCxnSpPr>
            <a:cxnSpLocks noChangeShapeType="1"/>
            <a:stCxn id="35865" idx="2"/>
            <a:endCxn id="35879" idx="5"/>
          </p:cNvCxnSpPr>
          <p:nvPr/>
        </p:nvCxnSpPr>
        <p:spPr bwMode="auto">
          <a:xfrm flipH="1">
            <a:off x="3905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01" name="AutoShape 61"/>
          <p:cNvCxnSpPr>
            <a:cxnSpLocks noChangeShapeType="1"/>
            <a:stCxn id="35880" idx="1"/>
            <a:endCxn id="35845" idx="3"/>
          </p:cNvCxnSpPr>
          <p:nvPr/>
        </p:nvCxnSpPr>
        <p:spPr bwMode="auto">
          <a:xfrm flipH="1" flipV="1">
            <a:off x="2898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02" name="AutoShape 62"/>
          <p:cNvCxnSpPr>
            <a:cxnSpLocks noChangeShapeType="1"/>
            <a:stCxn id="35850" idx="3"/>
            <a:endCxn id="35891" idx="1"/>
          </p:cNvCxnSpPr>
          <p:nvPr/>
        </p:nvCxnSpPr>
        <p:spPr bwMode="auto">
          <a:xfrm flipV="1">
            <a:off x="6784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03" name="AutoShape 63"/>
          <p:cNvCxnSpPr>
            <a:cxnSpLocks noChangeShapeType="1"/>
            <a:stCxn id="35891" idx="3"/>
            <a:endCxn id="35886" idx="1"/>
          </p:cNvCxnSpPr>
          <p:nvPr/>
        </p:nvCxnSpPr>
        <p:spPr bwMode="auto">
          <a:xfrm>
            <a:off x="8156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904" name="Group 64"/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5905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906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07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08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09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0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1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2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3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4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35915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5916" name="Text Box 76"/>
          <p:cNvSpPr txBox="1">
            <a:spLocks noChangeArrowheads="1"/>
          </p:cNvSpPr>
          <p:nvPr/>
        </p:nvSpPr>
        <p:spPr bwMode="auto">
          <a:xfrm>
            <a:off x="2057401" y="5410200"/>
            <a:ext cx="8048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Minimize the total length of wire connecting the customers</a:t>
            </a:r>
          </a:p>
        </p:txBody>
      </p:sp>
    </p:spTree>
    <p:extLst>
      <p:ext uri="{BB962C8B-B14F-4D97-AF65-F5344CB8AC3E}">
        <p14:creationId xmlns:p14="http://schemas.microsoft.com/office/powerpoint/2010/main" val="104082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4154</TotalTime>
  <Words>751</Words>
  <Application>Microsoft Office PowerPoint</Application>
  <PresentationFormat>Widescreen</PresentationFormat>
  <Paragraphs>465</Paragraphs>
  <Slides>50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Calibri</vt:lpstr>
      <vt:lpstr>Aptos</vt:lpstr>
      <vt:lpstr>Arial</vt:lpstr>
      <vt:lpstr>Times New Roman</vt:lpstr>
      <vt:lpstr>Arial Unicode MS</vt:lpstr>
      <vt:lpstr>Aptos Display</vt:lpstr>
      <vt:lpstr>Office Theme</vt:lpstr>
      <vt:lpstr>SmartDraw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Problem: Laying Telephone Wire</vt:lpstr>
      <vt:lpstr>Wiring: Naive Approach</vt:lpstr>
      <vt:lpstr>Wiring: Better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159</cp:revision>
  <dcterms:created xsi:type="dcterms:W3CDTF">2023-01-02T04:30:03Z</dcterms:created>
  <dcterms:modified xsi:type="dcterms:W3CDTF">2025-11-02T07:22:43Z</dcterms:modified>
</cp:coreProperties>
</file>