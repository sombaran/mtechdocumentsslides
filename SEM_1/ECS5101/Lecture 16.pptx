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25"/>
  </p:notesMasterIdLst>
  <p:sldIdLst>
    <p:sldId id="405" r:id="rId2"/>
    <p:sldId id="719" r:id="rId3"/>
    <p:sldId id="720" r:id="rId4"/>
    <p:sldId id="721" r:id="rId5"/>
    <p:sldId id="722" r:id="rId6"/>
    <p:sldId id="723" r:id="rId7"/>
    <p:sldId id="724" r:id="rId8"/>
    <p:sldId id="754" r:id="rId9"/>
    <p:sldId id="756" r:id="rId10"/>
    <p:sldId id="759" r:id="rId11"/>
    <p:sldId id="757" r:id="rId12"/>
    <p:sldId id="758" r:id="rId13"/>
    <p:sldId id="726" r:id="rId14"/>
    <p:sldId id="760" r:id="rId15"/>
    <p:sldId id="733" r:id="rId16"/>
    <p:sldId id="734" r:id="rId17"/>
    <p:sldId id="735" r:id="rId18"/>
    <p:sldId id="761" r:id="rId19"/>
    <p:sldId id="762" r:id="rId20"/>
    <p:sldId id="763" r:id="rId21"/>
    <p:sldId id="736" r:id="rId22"/>
    <p:sldId id="737" r:id="rId23"/>
    <p:sldId id="73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2" roundtripDataSignature="AMtx7mg1RiiH1V00hBFey73LGlFy9jFH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DD8AF4-2FC3-4096-9BE3-466A046FB0F8}" v="13" dt="2025-10-18T04:05:43.350"/>
    <p1510:client id="{831DEA28-01CA-4967-B56D-25EC4BA7E0BF}" v="1" dt="2025-10-17T17:24:03.581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103" Type="http://schemas.openxmlformats.org/officeDocument/2006/relationships/presProps" Target="presProps.xml"/><Relationship Id="rId10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07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10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10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5BEE9467-BEE1-463A-ACAA-8D19ED3E1345}"/>
    <pc:docChg chg="delSld">
      <pc:chgData name="Rahul Mishra" userId="57c6469e-ac64-4888-811b-35f0aabddbad" providerId="ADAL" clId="{5BEE9467-BEE1-463A-ACAA-8D19ED3E1345}" dt="2024-10-04T18:25:53.055" v="4" actId="47"/>
      <pc:docMkLst>
        <pc:docMk/>
      </pc:docMkLst>
      <pc:sldChg chg="del">
        <pc:chgData name="Rahul Mishra" userId="57c6469e-ac64-4888-811b-35f0aabddbad" providerId="ADAL" clId="{5BEE9467-BEE1-463A-ACAA-8D19ED3E1345}" dt="2024-10-04T18:25:43.822" v="0" actId="47"/>
        <pc:sldMkLst>
          <pc:docMk/>
          <pc:sldMk cId="2819216235" sldId="727"/>
        </pc:sldMkLst>
      </pc:sldChg>
      <pc:sldChg chg="del">
        <pc:chgData name="Rahul Mishra" userId="57c6469e-ac64-4888-811b-35f0aabddbad" providerId="ADAL" clId="{5BEE9467-BEE1-463A-ACAA-8D19ED3E1345}" dt="2024-10-04T18:25:46.040" v="1" actId="47"/>
        <pc:sldMkLst>
          <pc:docMk/>
          <pc:sldMk cId="2187513785" sldId="728"/>
        </pc:sldMkLst>
      </pc:sldChg>
      <pc:sldChg chg="del">
        <pc:chgData name="Rahul Mishra" userId="57c6469e-ac64-4888-811b-35f0aabddbad" providerId="ADAL" clId="{5BEE9467-BEE1-463A-ACAA-8D19ED3E1345}" dt="2024-10-04T18:25:47.418" v="2" actId="47"/>
        <pc:sldMkLst>
          <pc:docMk/>
          <pc:sldMk cId="1904412074" sldId="729"/>
        </pc:sldMkLst>
      </pc:sldChg>
      <pc:sldChg chg="del">
        <pc:chgData name="Rahul Mishra" userId="57c6469e-ac64-4888-811b-35f0aabddbad" providerId="ADAL" clId="{5BEE9467-BEE1-463A-ACAA-8D19ED3E1345}" dt="2024-10-04T18:25:49.131" v="3" actId="47"/>
        <pc:sldMkLst>
          <pc:docMk/>
          <pc:sldMk cId="2959901174" sldId="730"/>
        </pc:sldMkLst>
      </pc:sldChg>
      <pc:sldChg chg="del">
        <pc:chgData name="Rahul Mishra" userId="57c6469e-ac64-4888-811b-35f0aabddbad" providerId="ADAL" clId="{5BEE9467-BEE1-463A-ACAA-8D19ED3E1345}" dt="2024-10-04T18:25:53.055" v="4" actId="47"/>
        <pc:sldMkLst>
          <pc:docMk/>
          <pc:sldMk cId="1392852137" sldId="731"/>
        </pc:sldMkLst>
      </pc:sldChg>
    </pc:docChg>
  </pc:docChgLst>
  <pc:docChgLst>
    <pc:chgData name="Rahul Mishra" userId="57c6469e-ac64-4888-811b-35f0aabddbad" providerId="ADAL" clId="{3C51EBFE-9C35-4409-96DB-F0D02B2A0E50}"/>
    <pc:docChg chg="undo redo custSel addSld delSld modSld sldOrd">
      <pc:chgData name="Rahul Mishra" userId="57c6469e-ac64-4888-811b-35f0aabddbad" providerId="ADAL" clId="{3C51EBFE-9C35-4409-96DB-F0D02B2A0E50}" dt="2024-08-12T10:46:41.631" v="235" actId="47"/>
      <pc:docMkLst>
        <pc:docMk/>
      </pc:docMkLst>
      <pc:sldChg chg="addSp delSp modSp mod">
        <pc:chgData name="Rahul Mishra" userId="57c6469e-ac64-4888-811b-35f0aabddbad" providerId="ADAL" clId="{3C51EBFE-9C35-4409-96DB-F0D02B2A0E50}" dt="2024-08-11T15:31:04.879" v="37" actId="21"/>
        <pc:sldMkLst>
          <pc:docMk/>
          <pc:sldMk cId="109857222" sldId="256"/>
        </pc:sldMkLst>
      </pc:sldChg>
      <pc:sldChg chg="del">
        <pc:chgData name="Rahul Mishra" userId="57c6469e-ac64-4888-811b-35f0aabddbad" providerId="ADAL" clId="{3C51EBFE-9C35-4409-96DB-F0D02B2A0E50}" dt="2024-08-10T17:32:32.862" v="14" actId="47"/>
        <pc:sldMkLst>
          <pc:docMk/>
          <pc:sldMk cId="3133156807" sldId="262"/>
        </pc:sldMkLst>
      </pc:sldChg>
      <pc:sldChg chg="del">
        <pc:chgData name="Rahul Mishra" userId="57c6469e-ac64-4888-811b-35f0aabddbad" providerId="ADAL" clId="{3C51EBFE-9C35-4409-96DB-F0D02B2A0E50}" dt="2024-08-10T17:32:33.607" v="15" actId="47"/>
        <pc:sldMkLst>
          <pc:docMk/>
          <pc:sldMk cId="3544179579" sldId="263"/>
        </pc:sldMkLst>
      </pc:sldChg>
      <pc:sldChg chg="del">
        <pc:chgData name="Rahul Mishra" userId="57c6469e-ac64-4888-811b-35f0aabddbad" providerId="ADAL" clId="{3C51EBFE-9C35-4409-96DB-F0D02B2A0E50}" dt="2024-08-12T10:46:41.631" v="235" actId="47"/>
        <pc:sldMkLst>
          <pc:docMk/>
          <pc:sldMk cId="398065041" sldId="264"/>
        </pc:sldMkLst>
      </pc:sldChg>
      <pc:sldChg chg="del">
        <pc:chgData name="Rahul Mishra" userId="57c6469e-ac64-4888-811b-35f0aabddbad" providerId="ADAL" clId="{3C51EBFE-9C35-4409-96DB-F0D02B2A0E50}" dt="2024-08-12T10:46:40.909" v="234" actId="47"/>
        <pc:sldMkLst>
          <pc:docMk/>
          <pc:sldMk cId="2891437468" sldId="265"/>
        </pc:sldMkLst>
      </pc:sldChg>
      <pc:sldChg chg="addSp delSp modSp mod">
        <pc:chgData name="Rahul Mishra" userId="57c6469e-ac64-4888-811b-35f0aabddbad" providerId="ADAL" clId="{3C51EBFE-9C35-4409-96DB-F0D02B2A0E50}" dt="2024-08-11T17:47:59.027" v="169" actId="6549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3C51EBFE-9C35-4409-96DB-F0D02B2A0E50}" dt="2024-08-10T17:32:36.624" v="16" actId="47"/>
        <pc:sldMkLst>
          <pc:docMk/>
          <pc:sldMk cId="3580903429" sldId="277"/>
        </pc:sldMkLst>
      </pc:sldChg>
      <pc:sldChg chg="del">
        <pc:chgData name="Rahul Mishra" userId="57c6469e-ac64-4888-811b-35f0aabddbad" providerId="ADAL" clId="{3C51EBFE-9C35-4409-96DB-F0D02B2A0E50}" dt="2024-08-10T17:32:37.347" v="17" actId="47"/>
        <pc:sldMkLst>
          <pc:docMk/>
          <pc:sldMk cId="287585719" sldId="278"/>
        </pc:sldMkLst>
      </pc:sldChg>
      <pc:sldChg chg="del">
        <pc:chgData name="Rahul Mishra" userId="57c6469e-ac64-4888-811b-35f0aabddbad" providerId="ADAL" clId="{3C51EBFE-9C35-4409-96DB-F0D02B2A0E50}" dt="2024-08-10T17:32:38.653" v="19" actId="47"/>
        <pc:sldMkLst>
          <pc:docMk/>
          <pc:sldMk cId="2028208407" sldId="280"/>
        </pc:sldMkLst>
      </pc:sldChg>
      <pc:sldChg chg="del">
        <pc:chgData name="Rahul Mishra" userId="57c6469e-ac64-4888-811b-35f0aabddbad" providerId="ADAL" clId="{3C51EBFE-9C35-4409-96DB-F0D02B2A0E50}" dt="2024-08-10T17:32:39.949" v="21" actId="47"/>
        <pc:sldMkLst>
          <pc:docMk/>
          <pc:sldMk cId="858677780" sldId="282"/>
        </pc:sldMkLst>
      </pc:sldChg>
      <pc:sldChg chg="delSp modSp add mod">
        <pc:chgData name="Rahul Mishra" userId="57c6469e-ac64-4888-811b-35f0aabddbad" providerId="ADAL" clId="{3C51EBFE-9C35-4409-96DB-F0D02B2A0E50}" dt="2024-08-11T17:49:08.408" v="182" actId="14100"/>
        <pc:sldMkLst>
          <pc:docMk/>
          <pc:sldMk cId="0" sldId="283"/>
        </pc:sldMkLst>
      </pc:sldChg>
      <pc:sldChg chg="delSp modSp add mod modNotes">
        <pc:chgData name="Rahul Mishra" userId="57c6469e-ac64-4888-811b-35f0aabddbad" providerId="ADAL" clId="{3C51EBFE-9C35-4409-96DB-F0D02B2A0E50}" dt="2024-08-11T17:50:32.669" v="190" actId="33524"/>
        <pc:sldMkLst>
          <pc:docMk/>
          <pc:sldMk cId="0" sldId="28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6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7"/>
        </pc:sldMkLst>
      </pc:sldChg>
      <pc:sldChg chg="del">
        <pc:chgData name="Rahul Mishra" userId="57c6469e-ac64-4888-811b-35f0aabddbad" providerId="ADAL" clId="{3C51EBFE-9C35-4409-96DB-F0D02B2A0E50}" dt="2024-08-12T10:46:38.986" v="232" actId="47"/>
        <pc:sldMkLst>
          <pc:docMk/>
          <pc:sldMk cId="4169999109" sldId="28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89"/>
        </pc:sldMkLst>
      </pc:sldChg>
      <pc:sldChg chg="del">
        <pc:chgData name="Rahul Mishra" userId="57c6469e-ac64-4888-811b-35f0aabddbad" providerId="ADAL" clId="{3C51EBFE-9C35-4409-96DB-F0D02B2A0E50}" dt="2024-08-10T17:32:20.776" v="3" actId="47"/>
        <pc:sldMkLst>
          <pc:docMk/>
          <pc:sldMk cId="2075130990" sldId="2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0"/>
        </pc:sldMkLst>
      </pc:sldChg>
      <pc:sldChg chg="del">
        <pc:chgData name="Rahul Mishra" userId="57c6469e-ac64-4888-811b-35f0aabddbad" providerId="ADAL" clId="{3C51EBFE-9C35-4409-96DB-F0D02B2A0E50}" dt="2024-08-10T17:32:22.590" v="5" actId="47"/>
        <pc:sldMkLst>
          <pc:docMk/>
          <pc:sldMk cId="1375468095" sldId="2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291"/>
        </pc:sldMkLst>
      </pc:sldChg>
      <pc:sldChg chg="del">
        <pc:chgData name="Rahul Mishra" userId="57c6469e-ac64-4888-811b-35f0aabddbad" providerId="ADAL" clId="{3C51EBFE-9C35-4409-96DB-F0D02B2A0E50}" dt="2024-08-10T17:32:24.211" v="7" actId="47"/>
        <pc:sldMkLst>
          <pc:docMk/>
          <pc:sldMk cId="2738630986" sldId="291"/>
        </pc:sldMkLst>
      </pc:sldChg>
      <pc:sldChg chg="modSp add del mod">
        <pc:chgData name="Rahul Mishra" userId="57c6469e-ac64-4888-811b-35f0aabddbad" providerId="ADAL" clId="{3C51EBFE-9C35-4409-96DB-F0D02B2A0E50}" dt="2024-08-11T15:54:55.830" v="59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3C51EBFE-9C35-4409-96DB-F0D02B2A0E50}" dt="2024-08-10T17:32:24.996" v="8" actId="47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3C51EBFE-9C35-4409-96DB-F0D02B2A0E50}" dt="2024-08-10T17:32:25.786" v="9" actId="47"/>
        <pc:sldMkLst>
          <pc:docMk/>
          <pc:sldMk cId="2936543862" sldId="293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3C51EBFE-9C35-4409-96DB-F0D02B2A0E50}" dt="2024-08-10T17:32:26.588" v="10" actId="47"/>
        <pc:sldMkLst>
          <pc:docMk/>
          <pc:sldMk cId="1116881268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502611286" sldId="29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3C51EBFE-9C35-4409-96DB-F0D02B2A0E50}" dt="2024-08-10T17:32:28.393" v="12" actId="47"/>
        <pc:sldMkLst>
          <pc:docMk/>
          <pc:sldMk cId="2876906665" sldId="29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615098788" sldId="296"/>
        </pc:sldMkLst>
      </pc:sldChg>
      <pc:sldChg chg="modSp add del modNotes">
        <pc:chgData name="Rahul Mishra" userId="57c6469e-ac64-4888-811b-35f0aabddbad" providerId="ADAL" clId="{3C51EBFE-9C35-4409-96DB-F0D02B2A0E50}" dt="2024-08-11T18:07:31.581" v="196" actId="47"/>
        <pc:sldMkLst>
          <pc:docMk/>
          <pc:sldMk cId="0" sldId="297"/>
        </pc:sldMkLst>
      </pc:sldChg>
      <pc:sldChg chg="modSp mod">
        <pc:chgData name="Rahul Mishra" userId="57c6469e-ac64-4888-811b-35f0aabddbad" providerId="ADAL" clId="{3C51EBFE-9C35-4409-96DB-F0D02B2A0E50}" dt="2024-08-11T15:54:54.663" v="57" actId="14100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3C51EBFE-9C35-4409-96DB-F0D02B2A0E50}" dt="2024-08-11T17:46:24.274" v="142" actId="13926"/>
        <pc:sldMkLst>
          <pc:docMk/>
          <pc:sldMk cId="2187071181" sldId="303"/>
        </pc:sldMkLst>
      </pc:sldChg>
      <pc:sldChg chg="modSp mod">
        <pc:chgData name="Rahul Mishra" userId="57c6469e-ac64-4888-811b-35f0aabddbad" providerId="ADAL" clId="{3C51EBFE-9C35-4409-96DB-F0D02B2A0E50}" dt="2024-08-11T17:47:25.648" v="164" actId="14100"/>
        <pc:sldMkLst>
          <pc:docMk/>
          <pc:sldMk cId="2669860053" sldId="30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1419033139" sldId="305"/>
        </pc:sldMkLst>
      </pc:sldChg>
      <pc:sldChg chg="add del">
        <pc:chgData name="Rahul Mishra" userId="57c6469e-ac64-4888-811b-35f0aabddbad" providerId="ADAL" clId="{3C51EBFE-9C35-4409-96DB-F0D02B2A0E50}" dt="2024-08-12T10:46:25.065" v="230" actId="47"/>
        <pc:sldMkLst>
          <pc:docMk/>
          <pc:sldMk cId="175949506" sldId="306"/>
        </pc:sldMkLst>
      </pc:sldChg>
      <pc:sldChg chg="add del">
        <pc:chgData name="Rahul Mishra" userId="57c6469e-ac64-4888-811b-35f0aabddbad" providerId="ADAL" clId="{3C51EBFE-9C35-4409-96DB-F0D02B2A0E50}" dt="2024-08-12T10:46:13.497" v="229" actId="47"/>
        <pc:sldMkLst>
          <pc:docMk/>
          <pc:sldMk cId="1740424806" sldId="307"/>
        </pc:sldMkLst>
      </pc:sldChg>
      <pc:sldChg chg="add del">
        <pc:chgData name="Rahul Mishra" userId="57c6469e-ac64-4888-811b-35f0aabddbad" providerId="ADAL" clId="{3C51EBFE-9C35-4409-96DB-F0D02B2A0E50}" dt="2024-08-12T10:46:12.758" v="228" actId="47"/>
        <pc:sldMkLst>
          <pc:docMk/>
          <pc:sldMk cId="1905279178" sldId="308"/>
        </pc:sldMkLst>
      </pc:sldChg>
      <pc:sldChg chg="add del">
        <pc:chgData name="Rahul Mishra" userId="57c6469e-ac64-4888-811b-35f0aabddbad" providerId="ADAL" clId="{3C51EBFE-9C35-4409-96DB-F0D02B2A0E50}" dt="2024-08-12T10:46:11.862" v="227" actId="47"/>
        <pc:sldMkLst>
          <pc:docMk/>
          <pc:sldMk cId="772241850" sldId="309"/>
        </pc:sldMkLst>
      </pc:sldChg>
      <pc:sldChg chg="add del">
        <pc:chgData name="Rahul Mishra" userId="57c6469e-ac64-4888-811b-35f0aabddbad" providerId="ADAL" clId="{3C51EBFE-9C35-4409-96DB-F0D02B2A0E50}" dt="2024-08-12T10:46:10.950" v="226" actId="47"/>
        <pc:sldMkLst>
          <pc:docMk/>
          <pc:sldMk cId="2832749223" sldId="310"/>
        </pc:sldMkLst>
      </pc:sldChg>
      <pc:sldChg chg="add del">
        <pc:chgData name="Rahul Mishra" userId="57c6469e-ac64-4888-811b-35f0aabddbad" providerId="ADAL" clId="{3C51EBFE-9C35-4409-96DB-F0D02B2A0E50}" dt="2024-08-12T10:46:09.990" v="225" actId="47"/>
        <pc:sldMkLst>
          <pc:docMk/>
          <pc:sldMk cId="3069650673" sldId="311"/>
        </pc:sldMkLst>
      </pc:sldChg>
      <pc:sldChg chg="add del">
        <pc:chgData name="Rahul Mishra" userId="57c6469e-ac64-4888-811b-35f0aabddbad" providerId="ADAL" clId="{3C51EBFE-9C35-4409-96DB-F0D02B2A0E50}" dt="2024-08-12T10:46:09.047" v="224" actId="47"/>
        <pc:sldMkLst>
          <pc:docMk/>
          <pc:sldMk cId="3317796520" sldId="312"/>
        </pc:sldMkLst>
      </pc:sldChg>
      <pc:sldChg chg="add del">
        <pc:chgData name="Rahul Mishra" userId="57c6469e-ac64-4888-811b-35f0aabddbad" providerId="ADAL" clId="{3C51EBFE-9C35-4409-96DB-F0D02B2A0E50}" dt="2024-08-12T10:46:08.324" v="223" actId="47"/>
        <pc:sldMkLst>
          <pc:docMk/>
          <pc:sldMk cId="2718135778" sldId="313"/>
        </pc:sldMkLst>
      </pc:sldChg>
      <pc:sldChg chg="add del">
        <pc:chgData name="Rahul Mishra" userId="57c6469e-ac64-4888-811b-35f0aabddbad" providerId="ADAL" clId="{3C51EBFE-9C35-4409-96DB-F0D02B2A0E50}" dt="2024-08-12T10:46:07.268" v="222" actId="47"/>
        <pc:sldMkLst>
          <pc:docMk/>
          <pc:sldMk cId="1470101792" sldId="314"/>
        </pc:sldMkLst>
      </pc:sldChg>
      <pc:sldChg chg="add del">
        <pc:chgData name="Rahul Mishra" userId="57c6469e-ac64-4888-811b-35f0aabddbad" providerId="ADAL" clId="{3C51EBFE-9C35-4409-96DB-F0D02B2A0E50}" dt="2024-08-12T10:46:06.531" v="221" actId="47"/>
        <pc:sldMkLst>
          <pc:docMk/>
          <pc:sldMk cId="3620885810" sldId="315"/>
        </pc:sldMkLst>
      </pc:sldChg>
      <pc:sldChg chg="modSp add del modNotes">
        <pc:chgData name="Rahul Mishra" userId="57c6469e-ac64-4888-811b-35f0aabddbad" providerId="ADAL" clId="{3C51EBFE-9C35-4409-96DB-F0D02B2A0E50}" dt="2024-08-11T18:12:00.833" v="216" actId="47"/>
        <pc:sldMkLst>
          <pc:docMk/>
          <pc:sldMk cId="0" sldId="316"/>
        </pc:sldMkLst>
      </pc:sldChg>
      <pc:sldChg chg="del">
        <pc:chgData name="Rahul Mishra" userId="57c6469e-ac64-4888-811b-35f0aabddbad" providerId="ADAL" clId="{3C51EBFE-9C35-4409-96DB-F0D02B2A0E50}" dt="2024-08-10T17:32:21.739" v="4" actId="47"/>
        <pc:sldMkLst>
          <pc:docMk/>
          <pc:sldMk cId="2813401871" sldId="349"/>
        </pc:sldMkLst>
      </pc:sldChg>
      <pc:sldChg chg="del">
        <pc:chgData name="Rahul Mishra" userId="57c6469e-ac64-4888-811b-35f0aabddbad" providerId="ADAL" clId="{3C51EBFE-9C35-4409-96DB-F0D02B2A0E50}" dt="2024-08-10T17:32:23.330" v="6" actId="47"/>
        <pc:sldMkLst>
          <pc:docMk/>
          <pc:sldMk cId="2787916344" sldId="350"/>
        </pc:sldMkLst>
      </pc:sldChg>
      <pc:sldChg chg="del">
        <pc:chgData name="Rahul Mishra" userId="57c6469e-ac64-4888-811b-35f0aabddbad" providerId="ADAL" clId="{3C51EBFE-9C35-4409-96DB-F0D02B2A0E50}" dt="2024-08-10T17:32:29.132" v="13" actId="47"/>
        <pc:sldMkLst>
          <pc:docMk/>
          <pc:sldMk cId="97832908" sldId="352"/>
        </pc:sldMkLst>
      </pc:sldChg>
      <pc:sldChg chg="del">
        <pc:chgData name="Rahul Mishra" userId="57c6469e-ac64-4888-811b-35f0aabddbad" providerId="ADAL" clId="{3C51EBFE-9C35-4409-96DB-F0D02B2A0E50}" dt="2024-08-12T10:46:37.683" v="231" actId="47"/>
        <pc:sldMkLst>
          <pc:docMk/>
          <pc:sldMk cId="4132747667" sldId="353"/>
        </pc:sldMkLst>
      </pc:sldChg>
      <pc:sldChg chg="del">
        <pc:chgData name="Rahul Mishra" userId="57c6469e-ac64-4888-811b-35f0aabddbad" providerId="ADAL" clId="{3C51EBFE-9C35-4409-96DB-F0D02B2A0E50}" dt="2024-08-10T17:32:37.990" v="18" actId="47"/>
        <pc:sldMkLst>
          <pc:docMk/>
          <pc:sldMk cId="3662123702" sldId="354"/>
        </pc:sldMkLst>
      </pc:sldChg>
      <pc:sldChg chg="del">
        <pc:chgData name="Rahul Mishra" userId="57c6469e-ac64-4888-811b-35f0aabddbad" providerId="ADAL" clId="{3C51EBFE-9C35-4409-96DB-F0D02B2A0E50}" dt="2024-08-10T17:32:39.285" v="20" actId="47"/>
        <pc:sldMkLst>
          <pc:docMk/>
          <pc:sldMk cId="3397808700" sldId="355"/>
        </pc:sldMkLst>
      </pc:sldChg>
      <pc:sldChg chg="del">
        <pc:chgData name="Rahul Mishra" userId="57c6469e-ac64-4888-811b-35f0aabddbad" providerId="ADAL" clId="{3C51EBFE-9C35-4409-96DB-F0D02B2A0E50}" dt="2024-08-10T17:32:41.582" v="22" actId="47"/>
        <pc:sldMkLst>
          <pc:docMk/>
          <pc:sldMk cId="3297649533" sldId="356"/>
        </pc:sldMkLst>
      </pc:sldChg>
      <pc:sldChg chg="del">
        <pc:chgData name="Rahul Mishra" userId="57c6469e-ac64-4888-811b-35f0aabddbad" providerId="ADAL" clId="{3C51EBFE-9C35-4409-96DB-F0D02B2A0E50}" dt="2024-08-10T17:32:42.352" v="23" actId="47"/>
        <pc:sldMkLst>
          <pc:docMk/>
          <pc:sldMk cId="676390616" sldId="357"/>
        </pc:sldMkLst>
      </pc:sldChg>
      <pc:sldChg chg="del">
        <pc:chgData name="Rahul Mishra" userId="57c6469e-ac64-4888-811b-35f0aabddbad" providerId="ADAL" clId="{3C51EBFE-9C35-4409-96DB-F0D02B2A0E50}" dt="2024-08-10T17:32:43.124" v="24" actId="47"/>
        <pc:sldMkLst>
          <pc:docMk/>
          <pc:sldMk cId="922770136" sldId="358"/>
        </pc:sldMkLst>
      </pc:sldChg>
      <pc:sldChg chg="del">
        <pc:chgData name="Rahul Mishra" userId="57c6469e-ac64-4888-811b-35f0aabddbad" providerId="ADAL" clId="{3C51EBFE-9C35-4409-96DB-F0D02B2A0E50}" dt="2024-08-10T17:32:43.861" v="25" actId="47"/>
        <pc:sldMkLst>
          <pc:docMk/>
          <pc:sldMk cId="2717827387" sldId="359"/>
        </pc:sldMkLst>
      </pc:sldChg>
      <pc:sldChg chg="del">
        <pc:chgData name="Rahul Mishra" userId="57c6469e-ac64-4888-811b-35f0aabddbad" providerId="ADAL" clId="{3C51EBFE-9C35-4409-96DB-F0D02B2A0E50}" dt="2024-08-10T17:32:44.647" v="26" actId="47"/>
        <pc:sldMkLst>
          <pc:docMk/>
          <pc:sldMk cId="2796676358" sldId="360"/>
        </pc:sldMkLst>
      </pc:sldChg>
      <pc:sldChg chg="del">
        <pc:chgData name="Rahul Mishra" userId="57c6469e-ac64-4888-811b-35f0aabddbad" providerId="ADAL" clId="{3C51EBFE-9C35-4409-96DB-F0D02B2A0E50}" dt="2024-08-12T10:46:39.869" v="233" actId="47"/>
        <pc:sldMkLst>
          <pc:docMk/>
          <pc:sldMk cId="3694793066" sldId="361"/>
        </pc:sldMkLst>
      </pc:sldChg>
      <pc:sldChg chg="del">
        <pc:chgData name="Rahul Mishra" userId="57c6469e-ac64-4888-811b-35f0aabddbad" providerId="ADAL" clId="{3C51EBFE-9C35-4409-96DB-F0D02B2A0E50}" dt="2024-08-10T17:32:51.393" v="27" actId="47"/>
        <pc:sldMkLst>
          <pc:docMk/>
          <pc:sldMk cId="4090776321" sldId="362"/>
        </pc:sldMkLst>
      </pc:sldChg>
      <pc:sldChg chg="del">
        <pc:chgData name="Rahul Mishra" userId="57c6469e-ac64-4888-811b-35f0aabddbad" providerId="ADAL" clId="{3C51EBFE-9C35-4409-96DB-F0D02B2A0E50}" dt="2024-08-10T17:32:52.398" v="28" actId="47"/>
        <pc:sldMkLst>
          <pc:docMk/>
          <pc:sldMk cId="533411327" sldId="363"/>
        </pc:sldMkLst>
      </pc:sldChg>
      <pc:sldChg chg="del">
        <pc:chgData name="Rahul Mishra" userId="57c6469e-ac64-4888-811b-35f0aabddbad" providerId="ADAL" clId="{3C51EBFE-9C35-4409-96DB-F0D02B2A0E50}" dt="2024-08-10T17:32:53.470" v="29" actId="47"/>
        <pc:sldMkLst>
          <pc:docMk/>
          <pc:sldMk cId="3170865946" sldId="364"/>
        </pc:sldMkLst>
      </pc:sldChg>
      <pc:sldChg chg="del">
        <pc:chgData name="Rahul Mishra" userId="57c6469e-ac64-4888-811b-35f0aabddbad" providerId="ADAL" clId="{3C51EBFE-9C35-4409-96DB-F0D02B2A0E50}" dt="2024-08-10T17:32:54.443" v="30" actId="47"/>
        <pc:sldMkLst>
          <pc:docMk/>
          <pc:sldMk cId="1426566100" sldId="365"/>
        </pc:sldMkLst>
      </pc:sldChg>
      <pc:sldChg chg="del">
        <pc:chgData name="Rahul Mishra" userId="57c6469e-ac64-4888-811b-35f0aabddbad" providerId="ADAL" clId="{3C51EBFE-9C35-4409-96DB-F0D02B2A0E50}" dt="2024-08-10T17:32:27.434" v="11" actId="47"/>
        <pc:sldMkLst>
          <pc:docMk/>
          <pc:sldMk cId="2123376252" sldId="373"/>
        </pc:sldMkLst>
      </pc:sldChg>
      <pc:sldChg chg="addSp delSp modSp add del mod">
        <pc:chgData name="Rahul Mishra" userId="57c6469e-ac64-4888-811b-35f0aabddbad" providerId="ADAL" clId="{3C51EBFE-9C35-4409-96DB-F0D02B2A0E50}" dt="2024-08-12T10:46:02.082" v="220" actId="47"/>
        <pc:sldMkLst>
          <pc:docMk/>
          <pc:sldMk cId="3459647960" sldId="374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079535757" sldId="375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2983673248" sldId="376"/>
        </pc:sldMkLst>
      </pc:sldChg>
      <pc:sldChg chg="add del">
        <pc:chgData name="Rahul Mishra" userId="57c6469e-ac64-4888-811b-35f0aabddbad" providerId="ADAL" clId="{3C51EBFE-9C35-4409-96DB-F0D02B2A0E50}" dt="2024-08-11T15:54:55.830" v="59"/>
        <pc:sldMkLst>
          <pc:docMk/>
          <pc:sldMk cId="3694120147" sldId="377"/>
        </pc:sldMkLst>
      </pc:sldChg>
      <pc:sldChg chg="modSp add del">
        <pc:chgData name="Rahul Mishra" userId="57c6469e-ac64-4888-811b-35f0aabddbad" providerId="ADAL" clId="{3C51EBFE-9C35-4409-96DB-F0D02B2A0E50}" dt="2024-08-11T18:23:23.928" v="219" actId="1076"/>
        <pc:sldMkLst>
          <pc:docMk/>
          <pc:sldMk cId="3465334699" sldId="378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79"/>
        </pc:sldMkLst>
      </pc:sldChg>
      <pc:sldChg chg="modSp add del modNotes">
        <pc:chgData name="Rahul Mishra" userId="57c6469e-ac64-4888-811b-35f0aabddbad" providerId="ADAL" clId="{3C51EBFE-9C35-4409-96DB-F0D02B2A0E50}" dt="2024-08-11T18:07:07.496" v="191" actId="47"/>
        <pc:sldMkLst>
          <pc:docMk/>
          <pc:sldMk cId="0" sldId="380"/>
        </pc:sldMkLst>
      </pc:sldChg>
      <pc:sldChg chg="modSp add del modNotes">
        <pc:chgData name="Rahul Mishra" userId="57c6469e-ac64-4888-811b-35f0aabddbad" providerId="ADAL" clId="{3C51EBFE-9C35-4409-96DB-F0D02B2A0E50}" dt="2024-08-11T18:07:09.679" v="192" actId="47"/>
        <pc:sldMkLst>
          <pc:docMk/>
          <pc:sldMk cId="0" sldId="381"/>
        </pc:sldMkLst>
      </pc:sldChg>
      <pc:sldChg chg="modSp add del modNotes">
        <pc:chgData name="Rahul Mishra" userId="57c6469e-ac64-4888-811b-35f0aabddbad" providerId="ADAL" clId="{3C51EBFE-9C35-4409-96DB-F0D02B2A0E50}" dt="2024-08-11T18:07:18.374" v="193" actId="47"/>
        <pc:sldMkLst>
          <pc:docMk/>
          <pc:sldMk cId="0" sldId="382"/>
        </pc:sldMkLst>
      </pc:sldChg>
      <pc:sldChg chg="modSp add del modNotes">
        <pc:chgData name="Rahul Mishra" userId="57c6469e-ac64-4888-811b-35f0aabddbad" providerId="ADAL" clId="{3C51EBFE-9C35-4409-96DB-F0D02B2A0E50}" dt="2024-08-11T18:07:28.662" v="195" actId="47"/>
        <pc:sldMkLst>
          <pc:docMk/>
          <pc:sldMk cId="0" sldId="383"/>
        </pc:sldMkLst>
      </pc:sldChg>
      <pc:sldChg chg="modSp add del modNotes">
        <pc:chgData name="Rahul Mishra" userId="57c6469e-ac64-4888-811b-35f0aabddbad" providerId="ADAL" clId="{3C51EBFE-9C35-4409-96DB-F0D02B2A0E50}" dt="2024-08-11T18:07:22.080" v="194" actId="47"/>
        <pc:sldMkLst>
          <pc:docMk/>
          <pc:sldMk cId="0" sldId="384"/>
        </pc:sldMkLst>
      </pc:sldChg>
      <pc:sldChg chg="modSp add del modNotes">
        <pc:chgData name="Rahul Mishra" userId="57c6469e-ac64-4888-811b-35f0aabddbad" providerId="ADAL" clId="{3C51EBFE-9C35-4409-96DB-F0D02B2A0E50}" dt="2024-08-11T18:07:32.774" v="197" actId="47"/>
        <pc:sldMkLst>
          <pc:docMk/>
          <pc:sldMk cId="0" sldId="385"/>
        </pc:sldMkLst>
      </pc:sldChg>
      <pc:sldChg chg="modSp add del modNotes">
        <pc:chgData name="Rahul Mishra" userId="57c6469e-ac64-4888-811b-35f0aabddbad" providerId="ADAL" clId="{3C51EBFE-9C35-4409-96DB-F0D02B2A0E50}" dt="2024-08-11T18:07:53.799" v="206" actId="47"/>
        <pc:sldMkLst>
          <pc:docMk/>
          <pc:sldMk cId="0" sldId="386"/>
        </pc:sldMkLst>
      </pc:sldChg>
      <pc:sldChg chg="modSp add del modNotes">
        <pc:chgData name="Rahul Mishra" userId="57c6469e-ac64-4888-811b-35f0aabddbad" providerId="ADAL" clId="{3C51EBFE-9C35-4409-96DB-F0D02B2A0E50}" dt="2024-08-11T18:07:58.716" v="207" actId="47"/>
        <pc:sldMkLst>
          <pc:docMk/>
          <pc:sldMk cId="0" sldId="387"/>
        </pc:sldMkLst>
      </pc:sldChg>
      <pc:sldChg chg="modSp add del modNotes">
        <pc:chgData name="Rahul Mishra" userId="57c6469e-ac64-4888-811b-35f0aabddbad" providerId="ADAL" clId="{3C51EBFE-9C35-4409-96DB-F0D02B2A0E50}" dt="2024-08-11T18:07:45.733" v="203" actId="47"/>
        <pc:sldMkLst>
          <pc:docMk/>
          <pc:sldMk cId="0" sldId="388"/>
        </pc:sldMkLst>
      </pc:sldChg>
      <pc:sldChg chg="modSp add del modNotes">
        <pc:chgData name="Rahul Mishra" userId="57c6469e-ac64-4888-811b-35f0aabddbad" providerId="ADAL" clId="{3C51EBFE-9C35-4409-96DB-F0D02B2A0E50}" dt="2024-08-11T18:08:03.663" v="208" actId="47"/>
        <pc:sldMkLst>
          <pc:docMk/>
          <pc:sldMk cId="0" sldId="389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0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1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2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3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4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5"/>
        </pc:sldMkLst>
      </pc:sldChg>
      <pc:sldChg chg="modSp add modNotes">
        <pc:chgData name="Rahul Mishra" userId="57c6469e-ac64-4888-811b-35f0aabddbad" providerId="ADAL" clId="{3C51EBFE-9C35-4409-96DB-F0D02B2A0E50}" dt="2024-08-11T15:58:34.276" v="65"/>
        <pc:sldMkLst>
          <pc:docMk/>
          <pc:sldMk cId="0" sldId="396"/>
        </pc:sldMkLst>
      </pc:sldChg>
      <pc:sldChg chg="modSp add del modNotes">
        <pc:chgData name="Rahul Mishra" userId="57c6469e-ac64-4888-811b-35f0aabddbad" providerId="ADAL" clId="{3C51EBFE-9C35-4409-96DB-F0D02B2A0E50}" dt="2024-08-11T18:11:48.631" v="211" actId="47"/>
        <pc:sldMkLst>
          <pc:docMk/>
          <pc:sldMk cId="0" sldId="397"/>
        </pc:sldMkLst>
      </pc:sldChg>
      <pc:sldChg chg="modSp add del modNotes">
        <pc:chgData name="Rahul Mishra" userId="57c6469e-ac64-4888-811b-35f0aabddbad" providerId="ADAL" clId="{3C51EBFE-9C35-4409-96DB-F0D02B2A0E50}" dt="2024-08-11T18:11:50.357" v="212" actId="47"/>
        <pc:sldMkLst>
          <pc:docMk/>
          <pc:sldMk cId="0" sldId="398"/>
        </pc:sldMkLst>
      </pc:sldChg>
      <pc:sldChg chg="modSp add del modNotes">
        <pc:chgData name="Rahul Mishra" userId="57c6469e-ac64-4888-811b-35f0aabddbad" providerId="ADAL" clId="{3C51EBFE-9C35-4409-96DB-F0D02B2A0E50}" dt="2024-08-11T18:11:52.538" v="213" actId="47"/>
        <pc:sldMkLst>
          <pc:docMk/>
          <pc:sldMk cId="0" sldId="399"/>
        </pc:sldMkLst>
      </pc:sldChg>
      <pc:sldChg chg="modSp add del modNotes">
        <pc:chgData name="Rahul Mishra" userId="57c6469e-ac64-4888-811b-35f0aabddbad" providerId="ADAL" clId="{3C51EBFE-9C35-4409-96DB-F0D02B2A0E50}" dt="2024-08-11T18:11:55.476" v="214" actId="47"/>
        <pc:sldMkLst>
          <pc:docMk/>
          <pc:sldMk cId="0" sldId="400"/>
        </pc:sldMkLst>
      </pc:sldChg>
      <pc:sldChg chg="modSp add ord modNotes">
        <pc:chgData name="Rahul Mishra" userId="57c6469e-ac64-4888-811b-35f0aabddbad" providerId="ADAL" clId="{3C51EBFE-9C35-4409-96DB-F0D02B2A0E50}" dt="2024-08-11T18:19:07.275" v="218"/>
        <pc:sldMkLst>
          <pc:docMk/>
          <pc:sldMk cId="0" sldId="401"/>
        </pc:sldMkLst>
      </pc:sldChg>
      <pc:sldChg chg="modSp add del modNotes">
        <pc:chgData name="Rahul Mishra" userId="57c6469e-ac64-4888-811b-35f0aabddbad" providerId="ADAL" clId="{3C51EBFE-9C35-4409-96DB-F0D02B2A0E50}" dt="2024-08-11T18:11:59.764" v="215" actId="47"/>
        <pc:sldMkLst>
          <pc:docMk/>
          <pc:sldMk cId="0" sldId="402"/>
        </pc:sldMkLst>
      </pc:sldChg>
      <pc:sldChg chg="addSp modSp new mod setBg">
        <pc:chgData name="Rahul Mishra" userId="57c6469e-ac64-4888-811b-35f0aabddbad" providerId="ADAL" clId="{3C51EBFE-9C35-4409-96DB-F0D02B2A0E50}" dt="2024-08-11T16:32:30.182" v="80" actId="688"/>
        <pc:sldMkLst>
          <pc:docMk/>
          <pc:sldMk cId="739300501" sldId="403"/>
        </pc:sldMkLst>
      </pc:sldChg>
      <pc:sldChg chg="addSp modSp new mod">
        <pc:chgData name="Rahul Mishra" userId="57c6469e-ac64-4888-811b-35f0aabddbad" providerId="ADAL" clId="{3C51EBFE-9C35-4409-96DB-F0D02B2A0E50}" dt="2024-08-11T17:45:23.043" v="129" actId="1076"/>
        <pc:sldMkLst>
          <pc:docMk/>
          <pc:sldMk cId="1992141454" sldId="404"/>
        </pc:sldMkLst>
      </pc:sldChg>
      <pc:sldMasterChg chg="delSldLayout">
        <pc:chgData name="Rahul Mishra" userId="57c6469e-ac64-4888-811b-35f0aabddbad" providerId="ADAL" clId="{3C51EBFE-9C35-4409-96DB-F0D02B2A0E50}" dt="2024-08-12T10:46:39.869" v="233" actId="47"/>
        <pc:sldMasterMkLst>
          <pc:docMk/>
          <pc:sldMasterMk cId="3966668556" sldId="2147483678"/>
        </pc:sldMasterMkLst>
        <pc:sldLayoutChg chg="del">
          <pc:chgData name="Rahul Mishra" userId="57c6469e-ac64-4888-811b-35f0aabddbad" providerId="ADAL" clId="{3C51EBFE-9C35-4409-96DB-F0D02B2A0E50}" dt="2024-08-12T10:46:39.869" v="233" actId="47"/>
          <pc:sldLayoutMkLst>
            <pc:docMk/>
            <pc:sldMasterMk cId="3966668556" sldId="2147483678"/>
            <pc:sldLayoutMk cId="435949403" sldId="2147483690"/>
          </pc:sldLayoutMkLst>
        </pc:sldLayoutChg>
      </pc:sldMasterChg>
    </pc:docChg>
  </pc:docChgLst>
  <pc:docChgLst>
    <pc:chgData name="Rahul Mishra" userId="57c6469e-ac64-4888-811b-35f0aabddbad" providerId="ADAL" clId="{6CD110FC-ECB1-4188-A54A-469E6335FF4B}"/>
    <pc:docChg chg="custSel addSld delSld modSld">
      <pc:chgData name="Rahul Mishra" userId="57c6469e-ac64-4888-811b-35f0aabddbad" providerId="ADAL" clId="{6CD110FC-ECB1-4188-A54A-469E6335FF4B}" dt="2024-08-08T17:07:15.046" v="45" actId="1076"/>
      <pc:docMkLst>
        <pc:docMk/>
      </pc:docMkLst>
      <pc:sldChg chg="modSp mod">
        <pc:chgData name="Rahul Mishra" userId="57c6469e-ac64-4888-811b-35f0aabddbad" providerId="ADAL" clId="{6CD110FC-ECB1-4188-A54A-469E6335FF4B}" dt="2024-08-07T06:11:09.270" v="7" actId="14100"/>
        <pc:sldMkLst>
          <pc:docMk/>
          <pc:sldMk cId="109857222" sldId="256"/>
        </pc:sldMkLst>
      </pc:sldChg>
      <pc:sldChg chg="del">
        <pc:chgData name="Rahul Mishra" userId="57c6469e-ac64-4888-811b-35f0aabddbad" providerId="ADAL" clId="{6CD110FC-ECB1-4188-A54A-469E6335FF4B}" dt="2024-08-07T06:14:05.233" v="35" actId="47"/>
        <pc:sldMkLst>
          <pc:docMk/>
          <pc:sldMk cId="0" sldId="270"/>
        </pc:sldMkLst>
      </pc:sldChg>
      <pc:sldChg chg="del">
        <pc:chgData name="Rahul Mishra" userId="57c6469e-ac64-4888-811b-35f0aabddbad" providerId="ADAL" clId="{6CD110FC-ECB1-4188-A54A-469E6335FF4B}" dt="2024-08-07T06:14:10.261" v="36" actId="47"/>
        <pc:sldMkLst>
          <pc:docMk/>
          <pc:sldMk cId="4069218776" sldId="275"/>
        </pc:sldMkLst>
      </pc:sldChg>
      <pc:sldChg chg="del">
        <pc:chgData name="Rahul Mishra" userId="57c6469e-ac64-4888-811b-35f0aabddbad" providerId="ADAL" clId="{6CD110FC-ECB1-4188-A54A-469E6335FF4B}" dt="2024-08-07T06:14:04.023" v="34" actId="47"/>
        <pc:sldMkLst>
          <pc:docMk/>
          <pc:sldMk cId="3514271712" sldId="276"/>
        </pc:sldMkLst>
      </pc:sldChg>
      <pc:sldChg chg="del">
        <pc:chgData name="Rahul Mishra" userId="57c6469e-ac64-4888-811b-35f0aabddbad" providerId="ADAL" clId="{6CD110FC-ECB1-4188-A54A-469E6335FF4B}" dt="2024-08-07T06:13:58.696" v="28" actId="47"/>
        <pc:sldMkLst>
          <pc:docMk/>
          <pc:sldMk cId="3852848067" sldId="279"/>
        </pc:sldMkLst>
      </pc:sldChg>
      <pc:sldChg chg="del">
        <pc:chgData name="Rahul Mishra" userId="57c6469e-ac64-4888-811b-35f0aabddbad" providerId="ADAL" clId="{6CD110FC-ECB1-4188-A54A-469E6335FF4B}" dt="2024-08-07T06:14:34.388" v="40" actId="47"/>
        <pc:sldMkLst>
          <pc:docMk/>
          <pc:sldMk cId="1848721818" sldId="281"/>
        </pc:sldMkLst>
      </pc:sldChg>
      <pc:sldChg chg="del">
        <pc:chgData name="Rahul Mishra" userId="57c6469e-ac64-4888-811b-35f0aabddbad" providerId="ADAL" clId="{6CD110FC-ECB1-4188-A54A-469E6335FF4B}" dt="2024-08-07T06:13:53.610" v="24" actId="47"/>
        <pc:sldMkLst>
          <pc:docMk/>
          <pc:sldMk cId="20482556" sldId="283"/>
        </pc:sldMkLst>
      </pc:sldChg>
      <pc:sldChg chg="del">
        <pc:chgData name="Rahul Mishra" userId="57c6469e-ac64-4888-811b-35f0aabddbad" providerId="ADAL" clId="{6CD110FC-ECB1-4188-A54A-469E6335FF4B}" dt="2024-08-07T06:13:52.242" v="23" actId="47"/>
        <pc:sldMkLst>
          <pc:docMk/>
          <pc:sldMk cId="2580848646" sldId="284"/>
        </pc:sldMkLst>
      </pc:sldChg>
      <pc:sldChg chg="del">
        <pc:chgData name="Rahul Mishra" userId="57c6469e-ac64-4888-811b-35f0aabddbad" providerId="ADAL" clId="{6CD110FC-ECB1-4188-A54A-469E6335FF4B}" dt="2024-08-07T06:13:26.058" v="22" actId="47"/>
        <pc:sldMkLst>
          <pc:docMk/>
          <pc:sldMk cId="2416795455" sldId="285"/>
        </pc:sldMkLst>
      </pc:sldChg>
      <pc:sldChg chg="del">
        <pc:chgData name="Rahul Mishra" userId="57c6469e-ac64-4888-811b-35f0aabddbad" providerId="ADAL" clId="{6CD110FC-ECB1-4188-A54A-469E6335FF4B}" dt="2024-08-07T06:13:24.031" v="21" actId="47"/>
        <pc:sldMkLst>
          <pc:docMk/>
          <pc:sldMk cId="1586066216" sldId="286"/>
        </pc:sldMkLst>
      </pc:sldChg>
      <pc:sldChg chg="del">
        <pc:chgData name="Rahul Mishra" userId="57c6469e-ac64-4888-811b-35f0aabddbad" providerId="ADAL" clId="{6CD110FC-ECB1-4188-A54A-469E6335FF4B}" dt="2024-08-07T06:13:21.297" v="20" actId="47"/>
        <pc:sldMkLst>
          <pc:docMk/>
          <pc:sldMk cId="3123173485" sldId="287"/>
        </pc:sldMkLst>
      </pc:sldChg>
      <pc:sldChg chg="modSp mod">
        <pc:chgData name="Rahul Mishra" userId="57c6469e-ac64-4888-811b-35f0aabddbad" providerId="ADAL" clId="{6CD110FC-ECB1-4188-A54A-469E6335FF4B}" dt="2024-08-07T06:12:13.350" v="19" actId="1076"/>
        <pc:sldMkLst>
          <pc:docMk/>
          <pc:sldMk cId="3770136349" sldId="292"/>
        </pc:sldMkLst>
      </pc:sldChg>
      <pc:sldChg chg="del">
        <pc:chgData name="Rahul Mishra" userId="57c6469e-ac64-4888-811b-35f0aabddbad" providerId="ADAL" clId="{6CD110FC-ECB1-4188-A54A-469E6335FF4B}" dt="2024-08-07T06:14:22.990" v="38" actId="47"/>
        <pc:sldMkLst>
          <pc:docMk/>
          <pc:sldMk cId="3216909728" sldId="296"/>
        </pc:sldMkLst>
      </pc:sldChg>
      <pc:sldChg chg="del">
        <pc:chgData name="Rahul Mishra" userId="57c6469e-ac64-4888-811b-35f0aabddbad" providerId="ADAL" clId="{6CD110FC-ECB1-4188-A54A-469E6335FF4B}" dt="2024-08-07T06:14:20.809" v="37" actId="47"/>
        <pc:sldMkLst>
          <pc:docMk/>
          <pc:sldMk cId="3554936368" sldId="297"/>
        </pc:sldMkLst>
      </pc:sldChg>
      <pc:sldChg chg="del">
        <pc:chgData name="Rahul Mishra" userId="57c6469e-ac64-4888-811b-35f0aabddbad" providerId="ADAL" clId="{6CD110FC-ECB1-4188-A54A-469E6335FF4B}" dt="2024-08-07T06:14:03.166" v="33" actId="47"/>
        <pc:sldMkLst>
          <pc:docMk/>
          <pc:sldMk cId="2406506087" sldId="336"/>
        </pc:sldMkLst>
      </pc:sldChg>
      <pc:sldChg chg="del">
        <pc:chgData name="Rahul Mishra" userId="57c6469e-ac64-4888-811b-35f0aabddbad" providerId="ADAL" clId="{6CD110FC-ECB1-4188-A54A-469E6335FF4B}" dt="2024-08-07T06:14:02.355" v="32" actId="47"/>
        <pc:sldMkLst>
          <pc:docMk/>
          <pc:sldMk cId="2068555102" sldId="337"/>
        </pc:sldMkLst>
      </pc:sldChg>
      <pc:sldChg chg="del">
        <pc:chgData name="Rahul Mishra" userId="57c6469e-ac64-4888-811b-35f0aabddbad" providerId="ADAL" clId="{6CD110FC-ECB1-4188-A54A-469E6335FF4B}" dt="2024-08-07T06:13:57.330" v="27" actId="47"/>
        <pc:sldMkLst>
          <pc:docMk/>
          <pc:sldMk cId="223884994" sldId="339"/>
        </pc:sldMkLst>
      </pc:sldChg>
      <pc:sldChg chg="del">
        <pc:chgData name="Rahul Mishra" userId="57c6469e-ac64-4888-811b-35f0aabddbad" providerId="ADAL" clId="{6CD110FC-ECB1-4188-A54A-469E6335FF4B}" dt="2024-08-07T06:13:56.294" v="26" actId="47"/>
        <pc:sldMkLst>
          <pc:docMk/>
          <pc:sldMk cId="507314074" sldId="340"/>
        </pc:sldMkLst>
      </pc:sldChg>
      <pc:sldChg chg="del">
        <pc:chgData name="Rahul Mishra" userId="57c6469e-ac64-4888-811b-35f0aabddbad" providerId="ADAL" clId="{6CD110FC-ECB1-4188-A54A-469E6335FF4B}" dt="2024-08-07T06:13:55.196" v="25" actId="47"/>
        <pc:sldMkLst>
          <pc:docMk/>
          <pc:sldMk cId="3644562415" sldId="341"/>
        </pc:sldMkLst>
      </pc:sldChg>
      <pc:sldChg chg="del">
        <pc:chgData name="Rahul Mishra" userId="57c6469e-ac64-4888-811b-35f0aabddbad" providerId="ADAL" clId="{6CD110FC-ECB1-4188-A54A-469E6335FF4B}" dt="2024-08-07T06:14:01.555" v="31" actId="47"/>
        <pc:sldMkLst>
          <pc:docMk/>
          <pc:sldMk cId="3048384822" sldId="342"/>
        </pc:sldMkLst>
      </pc:sldChg>
      <pc:sldChg chg="del">
        <pc:chgData name="Rahul Mishra" userId="57c6469e-ac64-4888-811b-35f0aabddbad" providerId="ADAL" clId="{6CD110FC-ECB1-4188-A54A-469E6335FF4B}" dt="2024-08-07T06:14:35.756" v="41" actId="47"/>
        <pc:sldMkLst>
          <pc:docMk/>
          <pc:sldMk cId="3560463952" sldId="345"/>
        </pc:sldMkLst>
      </pc:sldChg>
      <pc:sldChg chg="del">
        <pc:chgData name="Rahul Mishra" userId="57c6469e-ac64-4888-811b-35f0aabddbad" providerId="ADAL" clId="{6CD110FC-ECB1-4188-A54A-469E6335FF4B}" dt="2024-08-07T06:14:36.933" v="42" actId="47"/>
        <pc:sldMkLst>
          <pc:docMk/>
          <pc:sldMk cId="2473714365" sldId="346"/>
        </pc:sldMkLst>
      </pc:sldChg>
      <pc:sldChg chg="del">
        <pc:chgData name="Rahul Mishra" userId="57c6469e-ac64-4888-811b-35f0aabddbad" providerId="ADAL" clId="{6CD110FC-ECB1-4188-A54A-469E6335FF4B}" dt="2024-08-07T06:14:00.617" v="30" actId="47"/>
        <pc:sldMkLst>
          <pc:docMk/>
          <pc:sldMk cId="1116213387" sldId="347"/>
        </pc:sldMkLst>
      </pc:sldChg>
      <pc:sldChg chg="del">
        <pc:chgData name="Rahul Mishra" userId="57c6469e-ac64-4888-811b-35f0aabddbad" providerId="ADAL" clId="{6CD110FC-ECB1-4188-A54A-469E6335FF4B}" dt="2024-08-07T06:13:59.607" v="29" actId="47"/>
        <pc:sldMkLst>
          <pc:docMk/>
          <pc:sldMk cId="164456950" sldId="348"/>
        </pc:sldMkLst>
      </pc:sldChg>
      <pc:sldChg chg="del">
        <pc:chgData name="Rahul Mishra" userId="57c6469e-ac64-4888-811b-35f0aabddbad" providerId="ADAL" clId="{6CD110FC-ECB1-4188-A54A-469E6335FF4B}" dt="2024-08-07T06:14:39.452" v="43" actId="47"/>
        <pc:sldMkLst>
          <pc:docMk/>
          <pc:sldMk cId="3331351185" sldId="371"/>
        </pc:sldMkLst>
      </pc:sldChg>
      <pc:sldChg chg="del">
        <pc:chgData name="Rahul Mishra" userId="57c6469e-ac64-4888-811b-35f0aabddbad" providerId="ADAL" clId="{6CD110FC-ECB1-4188-A54A-469E6335FF4B}" dt="2024-08-07T06:14:32.978" v="39" actId="47"/>
        <pc:sldMkLst>
          <pc:docMk/>
          <pc:sldMk cId="2845789028" sldId="372"/>
        </pc:sldMkLst>
      </pc:sldChg>
      <pc:sldChg chg="addSp modSp new mod setBg">
        <pc:chgData name="Rahul Mishra" userId="57c6469e-ac64-4888-811b-35f0aabddbad" providerId="ADAL" clId="{6CD110FC-ECB1-4188-A54A-469E6335FF4B}" dt="2024-08-08T17:07:15.046" v="45" actId="1076"/>
        <pc:sldMkLst>
          <pc:docMk/>
          <pc:sldMk cId="3459647960" sldId="374"/>
        </pc:sldMkLst>
      </pc:sldChg>
    </pc:docChg>
  </pc:docChgLst>
  <pc:docChgLst>
    <pc:chgData name="Rahul Mishra" userId="57c6469e-ac64-4888-811b-35f0aabddbad" providerId="ADAL" clId="{AFCF1356-6FAB-45E8-91E3-3C93ADA61D1F}"/>
    <pc:docChg chg="undo custSel addSld delSld modSld">
      <pc:chgData name="Rahul Mishra" userId="57c6469e-ac64-4888-811b-35f0aabddbad" providerId="ADAL" clId="{AFCF1356-6FAB-45E8-91E3-3C93ADA61D1F}" dt="2024-09-28T11:37:38.160" v="17" actId="47"/>
      <pc:docMkLst>
        <pc:docMk/>
      </pc:docMkLst>
      <pc:sldChg chg="modSp mod">
        <pc:chgData name="Rahul Mishra" userId="57c6469e-ac64-4888-811b-35f0aabddbad" providerId="ADAL" clId="{AFCF1356-6FAB-45E8-91E3-3C93ADA61D1F}" dt="2024-09-28T11:37:21.820" v="2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AFCF1356-6FAB-45E8-91E3-3C93ADA61D1F}" dt="2024-09-28T11:37:16.293" v="0" actId="47"/>
        <pc:sldMkLst>
          <pc:docMk/>
          <pc:sldMk cId="1145417824" sldId="697"/>
        </pc:sldMkLst>
      </pc:sldChg>
      <pc:sldChg chg="del">
        <pc:chgData name="Rahul Mishra" userId="57c6469e-ac64-4888-811b-35f0aabddbad" providerId="ADAL" clId="{AFCF1356-6FAB-45E8-91E3-3C93ADA61D1F}" dt="2024-09-28T11:37:27.140" v="3" actId="47"/>
        <pc:sldMkLst>
          <pc:docMk/>
          <pc:sldMk cId="1170234801" sldId="698"/>
        </pc:sldMkLst>
      </pc:sldChg>
      <pc:sldChg chg="del">
        <pc:chgData name="Rahul Mishra" userId="57c6469e-ac64-4888-811b-35f0aabddbad" providerId="ADAL" clId="{AFCF1356-6FAB-45E8-91E3-3C93ADA61D1F}" dt="2024-09-28T11:37:27.680" v="4" actId="47"/>
        <pc:sldMkLst>
          <pc:docMk/>
          <pc:sldMk cId="1152963467" sldId="699"/>
        </pc:sldMkLst>
      </pc:sldChg>
      <pc:sldChg chg="del">
        <pc:chgData name="Rahul Mishra" userId="57c6469e-ac64-4888-811b-35f0aabddbad" providerId="ADAL" clId="{AFCF1356-6FAB-45E8-91E3-3C93ADA61D1F}" dt="2024-09-28T11:37:28.986" v="5" actId="47"/>
        <pc:sldMkLst>
          <pc:docMk/>
          <pc:sldMk cId="313190125" sldId="700"/>
        </pc:sldMkLst>
      </pc:sldChg>
      <pc:sldChg chg="del">
        <pc:chgData name="Rahul Mishra" userId="57c6469e-ac64-4888-811b-35f0aabddbad" providerId="ADAL" clId="{AFCF1356-6FAB-45E8-91E3-3C93ADA61D1F}" dt="2024-09-28T11:37:29.776" v="6" actId="47"/>
        <pc:sldMkLst>
          <pc:docMk/>
          <pc:sldMk cId="3326140477" sldId="701"/>
        </pc:sldMkLst>
      </pc:sldChg>
      <pc:sldChg chg="del">
        <pc:chgData name="Rahul Mishra" userId="57c6469e-ac64-4888-811b-35f0aabddbad" providerId="ADAL" clId="{AFCF1356-6FAB-45E8-91E3-3C93ADA61D1F}" dt="2024-09-28T11:37:30.763" v="7" actId="47"/>
        <pc:sldMkLst>
          <pc:docMk/>
          <pc:sldMk cId="2458468115" sldId="702"/>
        </pc:sldMkLst>
      </pc:sldChg>
      <pc:sldChg chg="del">
        <pc:chgData name="Rahul Mishra" userId="57c6469e-ac64-4888-811b-35f0aabddbad" providerId="ADAL" clId="{AFCF1356-6FAB-45E8-91E3-3C93ADA61D1F}" dt="2024-09-28T11:37:31.541" v="8" actId="47"/>
        <pc:sldMkLst>
          <pc:docMk/>
          <pc:sldMk cId="2165929233" sldId="735"/>
        </pc:sldMkLst>
      </pc:sldChg>
      <pc:sldChg chg="del">
        <pc:chgData name="Rahul Mishra" userId="57c6469e-ac64-4888-811b-35f0aabddbad" providerId="ADAL" clId="{AFCF1356-6FAB-45E8-91E3-3C93ADA61D1F}" dt="2024-09-28T11:37:33.500" v="9" actId="47"/>
        <pc:sldMkLst>
          <pc:docMk/>
          <pc:sldMk cId="3906929727" sldId="736"/>
        </pc:sldMkLst>
      </pc:sldChg>
      <pc:sldChg chg="del">
        <pc:chgData name="Rahul Mishra" userId="57c6469e-ac64-4888-811b-35f0aabddbad" providerId="ADAL" clId="{AFCF1356-6FAB-45E8-91E3-3C93ADA61D1F}" dt="2024-09-28T11:37:33.930" v="10" actId="47"/>
        <pc:sldMkLst>
          <pc:docMk/>
          <pc:sldMk cId="2602044277" sldId="737"/>
        </pc:sldMkLst>
      </pc:sldChg>
      <pc:sldChg chg="del">
        <pc:chgData name="Rahul Mishra" userId="57c6469e-ac64-4888-811b-35f0aabddbad" providerId="ADAL" clId="{AFCF1356-6FAB-45E8-91E3-3C93ADA61D1F}" dt="2024-09-28T11:37:34.320" v="11" actId="47"/>
        <pc:sldMkLst>
          <pc:docMk/>
          <pc:sldMk cId="2204806360" sldId="738"/>
        </pc:sldMkLst>
      </pc:sldChg>
      <pc:sldChg chg="del">
        <pc:chgData name="Rahul Mishra" userId="57c6469e-ac64-4888-811b-35f0aabddbad" providerId="ADAL" clId="{AFCF1356-6FAB-45E8-91E3-3C93ADA61D1F}" dt="2024-09-28T11:37:34.640" v="12" actId="47"/>
        <pc:sldMkLst>
          <pc:docMk/>
          <pc:sldMk cId="1280433935" sldId="739"/>
        </pc:sldMkLst>
      </pc:sldChg>
      <pc:sldChg chg="del">
        <pc:chgData name="Rahul Mishra" userId="57c6469e-ac64-4888-811b-35f0aabddbad" providerId="ADAL" clId="{AFCF1356-6FAB-45E8-91E3-3C93ADA61D1F}" dt="2024-09-28T11:37:35.064" v="13" actId="47"/>
        <pc:sldMkLst>
          <pc:docMk/>
          <pc:sldMk cId="770549930" sldId="740"/>
        </pc:sldMkLst>
      </pc:sldChg>
      <pc:sldChg chg="del">
        <pc:chgData name="Rahul Mishra" userId="57c6469e-ac64-4888-811b-35f0aabddbad" providerId="ADAL" clId="{AFCF1356-6FAB-45E8-91E3-3C93ADA61D1F}" dt="2024-09-28T11:37:35.430" v="14" actId="47"/>
        <pc:sldMkLst>
          <pc:docMk/>
          <pc:sldMk cId="1864723585" sldId="741"/>
        </pc:sldMkLst>
      </pc:sldChg>
      <pc:sldChg chg="del">
        <pc:chgData name="Rahul Mishra" userId="57c6469e-ac64-4888-811b-35f0aabddbad" providerId="ADAL" clId="{AFCF1356-6FAB-45E8-91E3-3C93ADA61D1F}" dt="2024-09-28T11:37:35.809" v="15" actId="47"/>
        <pc:sldMkLst>
          <pc:docMk/>
          <pc:sldMk cId="960421760" sldId="742"/>
        </pc:sldMkLst>
      </pc:sldChg>
      <pc:sldChg chg="add del">
        <pc:chgData name="Rahul Mishra" userId="57c6469e-ac64-4888-811b-35f0aabddbad" providerId="ADAL" clId="{AFCF1356-6FAB-45E8-91E3-3C93ADA61D1F}" dt="2024-09-28T11:37:38.160" v="17" actId="47"/>
        <pc:sldMkLst>
          <pc:docMk/>
          <pc:sldMk cId="2708096834" sldId="743"/>
        </pc:sldMkLst>
      </pc:sldChg>
    </pc:docChg>
  </pc:docChgLst>
  <pc:docChgLst>
    <pc:chgData name="Rahul Mishra" userId="57c6469e-ac64-4888-811b-35f0aabddbad" providerId="ADAL" clId="{181BC7F3-2120-400D-B4AA-A1CF5463A9D1}"/>
    <pc:docChg chg="undo custSel addSld delSld modSld">
      <pc:chgData name="Rahul Mishra" userId="57c6469e-ac64-4888-811b-35f0aabddbad" providerId="ADAL" clId="{181BC7F3-2120-400D-B4AA-A1CF5463A9D1}" dt="2024-09-13T18:02:46.289" v="54"/>
      <pc:docMkLst>
        <pc:docMk/>
      </pc:docMkLst>
      <pc:sldChg chg="del">
        <pc:chgData name="Rahul Mishra" userId="57c6469e-ac64-4888-811b-35f0aabddbad" providerId="ADAL" clId="{181BC7F3-2120-400D-B4AA-A1CF5463A9D1}" dt="2024-09-13T17:57:49.309" v="6" actId="47"/>
        <pc:sldMkLst>
          <pc:docMk/>
          <pc:sldMk cId="1701599832" sldId="271"/>
        </pc:sldMkLst>
      </pc:sldChg>
      <pc:sldChg chg="del">
        <pc:chgData name="Rahul Mishra" userId="57c6469e-ac64-4888-811b-35f0aabddbad" providerId="ADAL" clId="{181BC7F3-2120-400D-B4AA-A1CF5463A9D1}" dt="2024-09-13T17:57:50.507" v="7" actId="47"/>
        <pc:sldMkLst>
          <pc:docMk/>
          <pc:sldMk cId="0" sldId="283"/>
        </pc:sldMkLst>
      </pc:sldChg>
      <pc:sldChg chg="del">
        <pc:chgData name="Rahul Mishra" userId="57c6469e-ac64-4888-811b-35f0aabddbad" providerId="ADAL" clId="{181BC7F3-2120-400D-B4AA-A1CF5463A9D1}" dt="2024-09-13T17:57:51.679" v="8" actId="47"/>
        <pc:sldMkLst>
          <pc:docMk/>
          <pc:sldMk cId="0" sldId="284"/>
        </pc:sldMkLst>
      </pc:sldChg>
      <pc:sldChg chg="del">
        <pc:chgData name="Rahul Mishra" userId="57c6469e-ac64-4888-811b-35f0aabddbad" providerId="ADAL" clId="{181BC7F3-2120-400D-B4AA-A1CF5463A9D1}" dt="2024-09-13T17:57:52.484" v="9" actId="47"/>
        <pc:sldMkLst>
          <pc:docMk/>
          <pc:sldMk cId="0" sldId="285"/>
        </pc:sldMkLst>
      </pc:sldChg>
      <pc:sldChg chg="del">
        <pc:chgData name="Rahul Mishra" userId="57c6469e-ac64-4888-811b-35f0aabddbad" providerId="ADAL" clId="{181BC7F3-2120-400D-B4AA-A1CF5463A9D1}" dt="2024-09-13T17:57:53.224" v="10" actId="47"/>
        <pc:sldMkLst>
          <pc:docMk/>
          <pc:sldMk cId="0" sldId="286"/>
        </pc:sldMkLst>
      </pc:sldChg>
      <pc:sldChg chg="del">
        <pc:chgData name="Rahul Mishra" userId="57c6469e-ac64-4888-811b-35f0aabddbad" providerId="ADAL" clId="{181BC7F3-2120-400D-B4AA-A1CF5463A9D1}" dt="2024-09-13T17:57:55.037" v="12" actId="47"/>
        <pc:sldMkLst>
          <pc:docMk/>
          <pc:sldMk cId="0" sldId="287"/>
        </pc:sldMkLst>
      </pc:sldChg>
      <pc:sldChg chg="del">
        <pc:chgData name="Rahul Mishra" userId="57c6469e-ac64-4888-811b-35f0aabddbad" providerId="ADAL" clId="{181BC7F3-2120-400D-B4AA-A1CF5463A9D1}" dt="2024-09-13T17:57:56.566" v="14" actId="47"/>
        <pc:sldMkLst>
          <pc:docMk/>
          <pc:sldMk cId="0" sldId="289"/>
        </pc:sldMkLst>
      </pc:sldChg>
      <pc:sldChg chg="del">
        <pc:chgData name="Rahul Mishra" userId="57c6469e-ac64-4888-811b-35f0aabddbad" providerId="ADAL" clId="{181BC7F3-2120-400D-B4AA-A1CF5463A9D1}" dt="2024-09-13T17:57:57.525" v="15" actId="47"/>
        <pc:sldMkLst>
          <pc:docMk/>
          <pc:sldMk cId="0" sldId="290"/>
        </pc:sldMkLst>
      </pc:sldChg>
      <pc:sldChg chg="del">
        <pc:chgData name="Rahul Mishra" userId="57c6469e-ac64-4888-811b-35f0aabddbad" providerId="ADAL" clId="{181BC7F3-2120-400D-B4AA-A1CF5463A9D1}" dt="2024-09-13T17:57:57.934" v="16" actId="47"/>
        <pc:sldMkLst>
          <pc:docMk/>
          <pc:sldMk cId="0" sldId="291"/>
        </pc:sldMkLst>
      </pc:sldChg>
      <pc:sldChg chg="del">
        <pc:chgData name="Rahul Mishra" userId="57c6469e-ac64-4888-811b-35f0aabddbad" providerId="ADAL" clId="{181BC7F3-2120-400D-B4AA-A1CF5463A9D1}" dt="2024-09-13T17:58:03.419" v="27" actId="47"/>
        <pc:sldMkLst>
          <pc:docMk/>
          <pc:sldMk cId="1685752519" sldId="292"/>
        </pc:sldMkLst>
      </pc:sldChg>
      <pc:sldChg chg="del">
        <pc:chgData name="Rahul Mishra" userId="57c6469e-ac64-4888-811b-35f0aabddbad" providerId="ADAL" clId="{181BC7F3-2120-400D-B4AA-A1CF5463A9D1}" dt="2024-09-13T17:58:03.939" v="28" actId="47"/>
        <pc:sldMkLst>
          <pc:docMk/>
          <pc:sldMk cId="4267650275" sldId="293"/>
        </pc:sldMkLst>
      </pc:sldChg>
      <pc:sldChg chg="del">
        <pc:chgData name="Rahul Mishra" userId="57c6469e-ac64-4888-811b-35f0aabddbad" providerId="ADAL" clId="{181BC7F3-2120-400D-B4AA-A1CF5463A9D1}" dt="2024-09-13T17:58:04.411" v="29" actId="47"/>
        <pc:sldMkLst>
          <pc:docMk/>
          <pc:sldMk cId="2502611286" sldId="294"/>
        </pc:sldMkLst>
      </pc:sldChg>
      <pc:sldChg chg="del">
        <pc:chgData name="Rahul Mishra" userId="57c6469e-ac64-4888-811b-35f0aabddbad" providerId="ADAL" clId="{181BC7F3-2120-400D-B4AA-A1CF5463A9D1}" dt="2024-09-13T17:58:04.933" v="30" actId="47"/>
        <pc:sldMkLst>
          <pc:docMk/>
          <pc:sldMk cId="1901015964" sldId="295"/>
        </pc:sldMkLst>
      </pc:sldChg>
      <pc:sldChg chg="del">
        <pc:chgData name="Rahul Mishra" userId="57c6469e-ac64-4888-811b-35f0aabddbad" providerId="ADAL" clId="{181BC7F3-2120-400D-B4AA-A1CF5463A9D1}" dt="2024-09-13T17:58:05.451" v="31" actId="47"/>
        <pc:sldMkLst>
          <pc:docMk/>
          <pc:sldMk cId="615098788" sldId="296"/>
        </pc:sldMkLst>
      </pc:sldChg>
      <pc:sldChg chg="del">
        <pc:chgData name="Rahul Mishra" userId="57c6469e-ac64-4888-811b-35f0aabddbad" providerId="ADAL" clId="{181BC7F3-2120-400D-B4AA-A1CF5463A9D1}" dt="2024-09-13T17:57:48.378" v="5" actId="47"/>
        <pc:sldMkLst>
          <pc:docMk/>
          <pc:sldMk cId="2187071181" sldId="303"/>
        </pc:sldMkLst>
      </pc:sldChg>
      <pc:sldChg chg="del">
        <pc:chgData name="Rahul Mishra" userId="57c6469e-ac64-4888-811b-35f0aabddbad" providerId="ADAL" clId="{181BC7F3-2120-400D-B4AA-A1CF5463A9D1}" dt="2024-09-13T17:58:08.830" v="36" actId="47"/>
        <pc:sldMkLst>
          <pc:docMk/>
          <pc:sldMk cId="1419033139" sldId="305"/>
        </pc:sldMkLst>
      </pc:sldChg>
      <pc:sldChg chg="del">
        <pc:chgData name="Rahul Mishra" userId="57c6469e-ac64-4888-811b-35f0aabddbad" providerId="ADAL" clId="{181BC7F3-2120-400D-B4AA-A1CF5463A9D1}" dt="2024-09-13T17:58:06.060" v="32" actId="47"/>
        <pc:sldMkLst>
          <pc:docMk/>
          <pc:sldMk cId="2079535757" sldId="375"/>
        </pc:sldMkLst>
      </pc:sldChg>
      <pc:sldChg chg="del">
        <pc:chgData name="Rahul Mishra" userId="57c6469e-ac64-4888-811b-35f0aabddbad" providerId="ADAL" clId="{181BC7F3-2120-400D-B4AA-A1CF5463A9D1}" dt="2024-09-13T17:58:06.665" v="33" actId="47"/>
        <pc:sldMkLst>
          <pc:docMk/>
          <pc:sldMk cId="2983673248" sldId="376"/>
        </pc:sldMkLst>
      </pc:sldChg>
      <pc:sldChg chg="del">
        <pc:chgData name="Rahul Mishra" userId="57c6469e-ac64-4888-811b-35f0aabddbad" providerId="ADAL" clId="{181BC7F3-2120-400D-B4AA-A1CF5463A9D1}" dt="2024-09-13T17:58:07.171" v="34" actId="47"/>
        <pc:sldMkLst>
          <pc:docMk/>
          <pc:sldMk cId="3694120147" sldId="377"/>
        </pc:sldMkLst>
      </pc:sldChg>
      <pc:sldChg chg="del">
        <pc:chgData name="Rahul Mishra" userId="57c6469e-ac64-4888-811b-35f0aabddbad" providerId="ADAL" clId="{181BC7F3-2120-400D-B4AA-A1CF5463A9D1}" dt="2024-09-13T17:58:07.674" v="35" actId="47"/>
        <pc:sldMkLst>
          <pc:docMk/>
          <pc:sldMk cId="3465334699" sldId="378"/>
        </pc:sldMkLst>
      </pc:sldChg>
      <pc:sldChg chg="del">
        <pc:chgData name="Rahul Mishra" userId="57c6469e-ac64-4888-811b-35f0aabddbad" providerId="ADAL" clId="{181BC7F3-2120-400D-B4AA-A1CF5463A9D1}" dt="2024-09-13T17:57:55.997" v="13" actId="47"/>
        <pc:sldMkLst>
          <pc:docMk/>
          <pc:sldMk cId="0" sldId="379"/>
        </pc:sldMkLst>
      </pc:sldChg>
      <pc:sldChg chg="del">
        <pc:chgData name="Rahul Mishra" userId="57c6469e-ac64-4888-811b-35f0aabddbad" providerId="ADAL" clId="{181BC7F3-2120-400D-B4AA-A1CF5463A9D1}" dt="2024-09-13T17:57:58.328" v="17" actId="47"/>
        <pc:sldMkLst>
          <pc:docMk/>
          <pc:sldMk cId="0" sldId="388"/>
        </pc:sldMkLst>
      </pc:sldChg>
      <pc:sldChg chg="del">
        <pc:chgData name="Rahul Mishra" userId="57c6469e-ac64-4888-811b-35f0aabddbad" providerId="ADAL" clId="{181BC7F3-2120-400D-B4AA-A1CF5463A9D1}" dt="2024-09-13T17:57:59.211" v="18" actId="47"/>
        <pc:sldMkLst>
          <pc:docMk/>
          <pc:sldMk cId="0" sldId="390"/>
        </pc:sldMkLst>
      </pc:sldChg>
      <pc:sldChg chg="del">
        <pc:chgData name="Rahul Mishra" userId="57c6469e-ac64-4888-811b-35f0aabddbad" providerId="ADAL" clId="{181BC7F3-2120-400D-B4AA-A1CF5463A9D1}" dt="2024-09-13T17:57:59.684" v="19" actId="47"/>
        <pc:sldMkLst>
          <pc:docMk/>
          <pc:sldMk cId="0" sldId="391"/>
        </pc:sldMkLst>
      </pc:sldChg>
      <pc:sldChg chg="del">
        <pc:chgData name="Rahul Mishra" userId="57c6469e-ac64-4888-811b-35f0aabddbad" providerId="ADAL" clId="{181BC7F3-2120-400D-B4AA-A1CF5463A9D1}" dt="2024-09-13T17:58:00.220" v="20" actId="47"/>
        <pc:sldMkLst>
          <pc:docMk/>
          <pc:sldMk cId="0" sldId="392"/>
        </pc:sldMkLst>
      </pc:sldChg>
      <pc:sldChg chg="del">
        <pc:chgData name="Rahul Mishra" userId="57c6469e-ac64-4888-811b-35f0aabddbad" providerId="ADAL" clId="{181BC7F3-2120-400D-B4AA-A1CF5463A9D1}" dt="2024-09-13T17:58:00.645" v="21" actId="47"/>
        <pc:sldMkLst>
          <pc:docMk/>
          <pc:sldMk cId="0" sldId="393"/>
        </pc:sldMkLst>
      </pc:sldChg>
      <pc:sldChg chg="del">
        <pc:chgData name="Rahul Mishra" userId="57c6469e-ac64-4888-811b-35f0aabddbad" providerId="ADAL" clId="{181BC7F3-2120-400D-B4AA-A1CF5463A9D1}" dt="2024-09-13T17:58:01.086" v="22" actId="47"/>
        <pc:sldMkLst>
          <pc:docMk/>
          <pc:sldMk cId="0" sldId="394"/>
        </pc:sldMkLst>
      </pc:sldChg>
      <pc:sldChg chg="del">
        <pc:chgData name="Rahul Mishra" userId="57c6469e-ac64-4888-811b-35f0aabddbad" providerId="ADAL" clId="{181BC7F3-2120-400D-B4AA-A1CF5463A9D1}" dt="2024-09-13T17:58:01.529" v="23" actId="47"/>
        <pc:sldMkLst>
          <pc:docMk/>
          <pc:sldMk cId="0" sldId="395"/>
        </pc:sldMkLst>
      </pc:sldChg>
      <pc:sldChg chg="del">
        <pc:chgData name="Rahul Mishra" userId="57c6469e-ac64-4888-811b-35f0aabddbad" providerId="ADAL" clId="{181BC7F3-2120-400D-B4AA-A1CF5463A9D1}" dt="2024-09-13T17:58:02.490" v="25" actId="47"/>
        <pc:sldMkLst>
          <pc:docMk/>
          <pc:sldMk cId="0" sldId="397"/>
        </pc:sldMkLst>
      </pc:sldChg>
      <pc:sldChg chg="del">
        <pc:chgData name="Rahul Mishra" userId="57c6469e-ac64-4888-811b-35f0aabddbad" providerId="ADAL" clId="{181BC7F3-2120-400D-B4AA-A1CF5463A9D1}" dt="2024-09-13T17:58:02.931" v="26" actId="47"/>
        <pc:sldMkLst>
          <pc:docMk/>
          <pc:sldMk cId="0" sldId="398"/>
        </pc:sldMkLst>
      </pc:sldChg>
      <pc:sldChg chg="del">
        <pc:chgData name="Rahul Mishra" userId="57c6469e-ac64-4888-811b-35f0aabddbad" providerId="ADAL" clId="{181BC7F3-2120-400D-B4AA-A1CF5463A9D1}" dt="2024-09-13T17:58:02.008" v="24" actId="47"/>
        <pc:sldMkLst>
          <pc:docMk/>
          <pc:sldMk cId="0" sldId="401"/>
        </pc:sldMkLst>
      </pc:sldChg>
      <pc:sldChg chg="del">
        <pc:chgData name="Rahul Mishra" userId="57c6469e-ac64-4888-811b-35f0aabddbad" providerId="ADAL" clId="{181BC7F3-2120-400D-B4AA-A1CF5463A9D1}" dt="2024-09-13T17:57:46.596" v="4" actId="47"/>
        <pc:sldMkLst>
          <pc:docMk/>
          <pc:sldMk cId="1992141454" sldId="404"/>
        </pc:sldMkLst>
      </pc:sldChg>
      <pc:sldChg chg="delSp modSp mod">
        <pc:chgData name="Rahul Mishra" userId="57c6469e-ac64-4888-811b-35f0aabddbad" providerId="ADAL" clId="{181BC7F3-2120-400D-B4AA-A1CF5463A9D1}" dt="2024-09-13T17:57:42.036" v="3" actId="20577"/>
        <pc:sldMkLst>
          <pc:docMk/>
          <pc:sldMk cId="545609971" sldId="405"/>
        </pc:sldMkLst>
      </pc:sldChg>
      <pc:sldChg chg="del">
        <pc:chgData name="Rahul Mishra" userId="57c6469e-ac64-4888-811b-35f0aabddbad" providerId="ADAL" clId="{181BC7F3-2120-400D-B4AA-A1CF5463A9D1}" dt="2024-09-13T17:59:12.293" v="37" actId="47"/>
        <pc:sldMkLst>
          <pc:docMk/>
          <pc:sldMk cId="1740156467" sldId="406"/>
        </pc:sldMkLst>
      </pc:sldChg>
      <pc:sldChg chg="del">
        <pc:chgData name="Rahul Mishra" userId="57c6469e-ac64-4888-811b-35f0aabddbad" providerId="ADAL" clId="{181BC7F3-2120-400D-B4AA-A1CF5463A9D1}" dt="2024-09-13T17:59:15.004" v="38" actId="47"/>
        <pc:sldMkLst>
          <pc:docMk/>
          <pc:sldMk cId="658975334" sldId="40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303821214" sldId="407"/>
        </pc:sldMkLst>
      </pc:sldChg>
      <pc:sldChg chg="del">
        <pc:chgData name="Rahul Mishra" userId="57c6469e-ac64-4888-811b-35f0aabddbad" providerId="ADAL" clId="{181BC7F3-2120-400D-B4AA-A1CF5463A9D1}" dt="2024-09-13T17:59:15.891" v="39" actId="47"/>
        <pc:sldMkLst>
          <pc:docMk/>
          <pc:sldMk cId="832144480" sldId="408"/>
        </pc:sldMkLst>
      </pc:sldChg>
      <pc:sldChg chg="del">
        <pc:chgData name="Rahul Mishra" userId="57c6469e-ac64-4888-811b-35f0aabddbad" providerId="ADAL" clId="{181BC7F3-2120-400D-B4AA-A1CF5463A9D1}" dt="2024-09-13T17:59:16.756" v="40" actId="47"/>
        <pc:sldMkLst>
          <pc:docMk/>
          <pc:sldMk cId="4711899" sldId="409"/>
        </pc:sldMkLst>
      </pc:sldChg>
      <pc:sldChg chg="del">
        <pc:chgData name="Rahul Mishra" userId="57c6469e-ac64-4888-811b-35f0aabddbad" providerId="ADAL" clId="{181BC7F3-2120-400D-B4AA-A1CF5463A9D1}" dt="2024-09-13T17:59:17.831" v="41" actId="47"/>
        <pc:sldMkLst>
          <pc:docMk/>
          <pc:sldMk cId="1349400572" sldId="410"/>
        </pc:sldMkLst>
      </pc:sldChg>
      <pc:sldChg chg="del">
        <pc:chgData name="Rahul Mishra" userId="57c6469e-ac64-4888-811b-35f0aabddbad" providerId="ADAL" clId="{181BC7F3-2120-400D-B4AA-A1CF5463A9D1}" dt="2024-09-13T17:59:18.464" v="42" actId="47"/>
        <pc:sldMkLst>
          <pc:docMk/>
          <pc:sldMk cId="2231131565" sldId="411"/>
        </pc:sldMkLst>
      </pc:sldChg>
      <pc:sldChg chg="del">
        <pc:chgData name="Rahul Mishra" userId="57c6469e-ac64-4888-811b-35f0aabddbad" providerId="ADAL" clId="{181BC7F3-2120-400D-B4AA-A1CF5463A9D1}" dt="2024-09-13T17:59:19.018" v="43" actId="47"/>
        <pc:sldMkLst>
          <pc:docMk/>
          <pc:sldMk cId="897648036" sldId="412"/>
        </pc:sldMkLst>
      </pc:sldChg>
      <pc:sldChg chg="del">
        <pc:chgData name="Rahul Mishra" userId="57c6469e-ac64-4888-811b-35f0aabddbad" providerId="ADAL" clId="{181BC7F3-2120-400D-B4AA-A1CF5463A9D1}" dt="2024-09-13T17:59:19.975" v="44" actId="47"/>
        <pc:sldMkLst>
          <pc:docMk/>
          <pc:sldMk cId="2939944465" sldId="413"/>
        </pc:sldMkLst>
      </pc:sldChg>
      <pc:sldChg chg="delSp add del mod">
        <pc:chgData name="Rahul Mishra" userId="57c6469e-ac64-4888-811b-35f0aabddbad" providerId="ADAL" clId="{181BC7F3-2120-400D-B4AA-A1CF5463A9D1}" dt="2024-09-13T17:59:25.517" v="47" actId="478"/>
        <pc:sldMkLst>
          <pc:docMk/>
          <pc:sldMk cId="1214863930" sldId="414"/>
        </pc:sldMkLst>
      </pc:sldChg>
      <pc:sldChg chg="delSp mod">
        <pc:chgData name="Rahul Mishra" userId="57c6469e-ac64-4888-811b-35f0aabddbad" providerId="ADAL" clId="{181BC7F3-2120-400D-B4AA-A1CF5463A9D1}" dt="2024-09-13T17:59:28.322" v="48" actId="478"/>
        <pc:sldMkLst>
          <pc:docMk/>
          <pc:sldMk cId="2118251881" sldId="415"/>
        </pc:sldMkLst>
      </pc:sldChg>
      <pc:sldChg chg="delSp mod">
        <pc:chgData name="Rahul Mishra" userId="57c6469e-ac64-4888-811b-35f0aabddbad" providerId="ADAL" clId="{181BC7F3-2120-400D-B4AA-A1CF5463A9D1}" dt="2024-09-13T17:59:30.485" v="49" actId="478"/>
        <pc:sldMkLst>
          <pc:docMk/>
          <pc:sldMk cId="2560525014" sldId="416"/>
        </pc:sldMkLst>
      </pc:sldChg>
      <pc:sldChg chg="delSp mod">
        <pc:chgData name="Rahul Mishra" userId="57c6469e-ac64-4888-811b-35f0aabddbad" providerId="ADAL" clId="{181BC7F3-2120-400D-B4AA-A1CF5463A9D1}" dt="2024-09-13T17:59:33.470" v="50" actId="478"/>
        <pc:sldMkLst>
          <pc:docMk/>
          <pc:sldMk cId="1508322553" sldId="417"/>
        </pc:sldMkLst>
      </pc:sldChg>
      <pc:sldChg chg="del">
        <pc:chgData name="Rahul Mishra" userId="57c6469e-ac64-4888-811b-35f0aabddbad" providerId="ADAL" clId="{181BC7F3-2120-400D-B4AA-A1CF5463A9D1}" dt="2024-09-13T17:57:54.394" v="11" actId="47"/>
        <pc:sldMkLst>
          <pc:docMk/>
          <pc:sldMk cId="4154801453" sldId="44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624487864" sldId="66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534343136" sldId="669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5107067" sldId="670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88985167" sldId="671"/>
        </pc:sldMkLst>
      </pc:sldChg>
      <pc:sldChg chg="delSp add setBg delDesignElem">
        <pc:chgData name="Rahul Mishra" userId="57c6469e-ac64-4888-811b-35f0aabddbad" providerId="ADAL" clId="{181BC7F3-2120-400D-B4AA-A1CF5463A9D1}" dt="2024-09-13T18:02:46.289" v="54"/>
        <pc:sldMkLst>
          <pc:docMk/>
          <pc:sldMk cId="1632104634" sldId="67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862732049" sldId="67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4739878" sldId="67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635984662" sldId="67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02975413" sldId="67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162057113" sldId="67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806669630" sldId="67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774752012" sldId="680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522852980" sldId="681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058856468" sldId="682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526344510" sldId="683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469525153" sldId="684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1217440676" sldId="685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928924749" sldId="686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072301149" sldId="687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77943677" sldId="688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2118591328" sldId="689"/>
        </pc:sldMkLst>
      </pc:sldChg>
      <pc:sldChg chg="add">
        <pc:chgData name="Rahul Mishra" userId="57c6469e-ac64-4888-811b-35f0aabddbad" providerId="ADAL" clId="{181BC7F3-2120-400D-B4AA-A1CF5463A9D1}" dt="2024-09-13T18:02:46.289" v="54"/>
        <pc:sldMkLst>
          <pc:docMk/>
          <pc:sldMk cId="3393512214" sldId="691"/>
        </pc:sldMkLst>
      </pc:sldChg>
    </pc:docChg>
  </pc:docChgLst>
  <pc:docChgLst>
    <pc:chgData name="Rahul Mishra" userId="57c6469e-ac64-4888-811b-35f0aabddbad" providerId="ADAL" clId="{21FFD693-4E0E-4C6A-9B31-7A4B381D4AA0}"/>
    <pc:docChg chg="undo custSel addSld modSld">
      <pc:chgData name="Rahul Mishra" userId="57c6469e-ac64-4888-811b-35f0aabddbad" providerId="ADAL" clId="{21FFD693-4E0E-4C6A-9B31-7A4B381D4AA0}" dt="2024-08-31T18:40:31.090" v="18" actId="1076"/>
      <pc:docMkLst>
        <pc:docMk/>
      </pc:docMkLst>
      <pc:sldChg chg="delSp add mod">
        <pc:chgData name="Rahul Mishra" userId="57c6469e-ac64-4888-811b-35f0aabddbad" providerId="ADAL" clId="{21FFD693-4E0E-4C6A-9B31-7A4B381D4AA0}" dt="2024-08-31T17:30:57.514" v="13" actId="478"/>
        <pc:sldMkLst>
          <pc:docMk/>
          <pc:sldMk cId="3580903429" sldId="277"/>
        </pc:sldMkLst>
      </pc:sldChg>
      <pc:sldChg chg="modSp mod">
        <pc:chgData name="Rahul Mishra" userId="57c6469e-ac64-4888-811b-35f0aabddbad" providerId="ADAL" clId="{21FFD693-4E0E-4C6A-9B31-7A4B381D4AA0}" dt="2024-08-31T18:38:41.288" v="14" actId="1076"/>
        <pc:sldMkLst>
          <pc:docMk/>
          <pc:sldMk cId="0" sldId="283"/>
        </pc:sldMkLst>
      </pc:sldChg>
      <pc:sldChg chg="modSp mod">
        <pc:chgData name="Rahul Mishra" userId="57c6469e-ac64-4888-811b-35f0aabddbad" providerId="ADAL" clId="{21FFD693-4E0E-4C6A-9B31-7A4B381D4AA0}" dt="2024-08-31T18:38:50.743" v="15" actId="1076"/>
        <pc:sldMkLst>
          <pc:docMk/>
          <pc:sldMk cId="0" sldId="284"/>
        </pc:sldMkLst>
      </pc:sldChg>
      <pc:sldChg chg="modSp mod">
        <pc:chgData name="Rahul Mishra" userId="57c6469e-ac64-4888-811b-35f0aabddbad" providerId="ADAL" clId="{21FFD693-4E0E-4C6A-9B31-7A4B381D4AA0}" dt="2024-08-31T18:40:31.090" v="18" actId="1076"/>
        <pc:sldMkLst>
          <pc:docMk/>
          <pc:sldMk cId="0" sldId="285"/>
        </pc:sldMkLst>
      </pc:sldChg>
      <pc:sldChg chg="modSp mod">
        <pc:chgData name="Rahul Mishra" userId="57c6469e-ac64-4888-811b-35f0aabddbad" providerId="ADAL" clId="{21FFD693-4E0E-4C6A-9B31-7A4B381D4AA0}" dt="2024-08-31T17:30:54.298" v="5" actId="27636"/>
        <pc:sldMkLst>
          <pc:docMk/>
          <pc:sldMk cId="2182143427" sldId="298"/>
        </pc:sldMkLst>
      </pc:sldChg>
      <pc:sldChg chg="modSp mod">
        <pc:chgData name="Rahul Mishra" userId="57c6469e-ac64-4888-811b-35f0aabddbad" providerId="ADAL" clId="{21FFD693-4E0E-4C6A-9B31-7A4B381D4AA0}" dt="2024-08-31T17:30:54.307" v="6" actId="27636"/>
        <pc:sldMkLst>
          <pc:docMk/>
          <pc:sldMk cId="3430712330" sldId="299"/>
        </pc:sldMkLst>
      </pc:sldChg>
      <pc:sldChg chg="modSp mod">
        <pc:chgData name="Rahul Mishra" userId="57c6469e-ac64-4888-811b-35f0aabddbad" providerId="ADAL" clId="{21FFD693-4E0E-4C6A-9B31-7A4B381D4AA0}" dt="2024-08-31T17:30:54.313" v="7" actId="27636"/>
        <pc:sldMkLst>
          <pc:docMk/>
          <pc:sldMk cId="2853893709" sldId="300"/>
        </pc:sldMkLst>
      </pc:sldChg>
      <pc:sldChg chg="modSp mod">
        <pc:chgData name="Rahul Mishra" userId="57c6469e-ac64-4888-811b-35f0aabddbad" providerId="ADAL" clId="{21FFD693-4E0E-4C6A-9B31-7A4B381D4AA0}" dt="2024-08-31T17:30:54.329" v="8" actId="27636"/>
        <pc:sldMkLst>
          <pc:docMk/>
          <pc:sldMk cId="242180997" sldId="301"/>
        </pc:sldMkLst>
      </pc:sldChg>
      <pc:sldChg chg="modSp mod">
        <pc:chgData name="Rahul Mishra" userId="57c6469e-ac64-4888-811b-35f0aabddbad" providerId="ADAL" clId="{21FFD693-4E0E-4C6A-9B31-7A4B381D4AA0}" dt="2024-08-31T17:30:54.329" v="9" actId="27636"/>
        <pc:sldMkLst>
          <pc:docMk/>
          <pc:sldMk cId="3799010131" sldId="302"/>
        </pc:sldMkLst>
      </pc:sldChg>
      <pc:sldChg chg="modSp mod">
        <pc:chgData name="Rahul Mishra" userId="57c6469e-ac64-4888-811b-35f0aabddbad" providerId="ADAL" clId="{21FFD693-4E0E-4C6A-9B31-7A4B381D4AA0}" dt="2024-08-31T17:30:54.345" v="10" actId="27636"/>
        <pc:sldMkLst>
          <pc:docMk/>
          <pc:sldMk cId="2187071181" sldId="303"/>
        </pc:sldMkLst>
      </pc:sldChg>
      <pc:sldChg chg="add">
        <pc:chgData name="Rahul Mishra" userId="57c6469e-ac64-4888-811b-35f0aabddbad" providerId="ADAL" clId="{21FFD693-4E0E-4C6A-9B31-7A4B381D4AA0}" dt="2024-08-31T17:30:54.156" v="0"/>
        <pc:sldMkLst>
          <pc:docMk/>
          <pc:sldMk cId="4132747667" sldId="353"/>
        </pc:sldMkLst>
      </pc:sldChg>
      <pc:sldChg chg="modSp mod">
        <pc:chgData name="Rahul Mishra" userId="57c6469e-ac64-4888-811b-35f0aabddbad" providerId="ADAL" clId="{21FFD693-4E0E-4C6A-9B31-7A4B381D4AA0}" dt="2024-08-31T17:30:54.251" v="1" actId="27636"/>
        <pc:sldMkLst>
          <pc:docMk/>
          <pc:sldMk cId="3256313146" sldId="366"/>
        </pc:sldMkLst>
      </pc:sldChg>
      <pc:sldChg chg="modSp mod">
        <pc:chgData name="Rahul Mishra" userId="57c6469e-ac64-4888-811b-35f0aabddbad" providerId="ADAL" clId="{21FFD693-4E0E-4C6A-9B31-7A4B381D4AA0}" dt="2024-08-31T17:30:54.266" v="2" actId="27636"/>
        <pc:sldMkLst>
          <pc:docMk/>
          <pc:sldMk cId="3617587182" sldId="367"/>
        </pc:sldMkLst>
      </pc:sldChg>
      <pc:sldChg chg="modSp mod">
        <pc:chgData name="Rahul Mishra" userId="57c6469e-ac64-4888-811b-35f0aabddbad" providerId="ADAL" clId="{21FFD693-4E0E-4C6A-9B31-7A4B381D4AA0}" dt="2024-08-31T17:30:54.266" v="3" actId="27636"/>
        <pc:sldMkLst>
          <pc:docMk/>
          <pc:sldMk cId="1559975623" sldId="368"/>
        </pc:sldMkLst>
      </pc:sldChg>
      <pc:sldChg chg="modSp mod">
        <pc:chgData name="Rahul Mishra" userId="57c6469e-ac64-4888-811b-35f0aabddbad" providerId="ADAL" clId="{21FFD693-4E0E-4C6A-9B31-7A4B381D4AA0}" dt="2024-08-31T17:30:54.282" v="4" actId="27636"/>
        <pc:sldMkLst>
          <pc:docMk/>
          <pc:sldMk cId="3336479956" sldId="369"/>
        </pc:sldMkLst>
      </pc:sldChg>
      <pc:sldChg chg="modSp mod">
        <pc:chgData name="Rahul Mishra" userId="57c6469e-ac64-4888-811b-35f0aabddbad" providerId="ADAL" clId="{21FFD693-4E0E-4C6A-9B31-7A4B381D4AA0}" dt="2024-08-31T17:30:54.360" v="11" actId="27636"/>
        <pc:sldMkLst>
          <pc:docMk/>
          <pc:sldMk cId="2983673248" sldId="376"/>
        </pc:sldMkLst>
      </pc:sldChg>
      <pc:sldChg chg="modSp mod">
        <pc:chgData name="Rahul Mishra" userId="57c6469e-ac64-4888-811b-35f0aabddbad" providerId="ADAL" clId="{21FFD693-4E0E-4C6A-9B31-7A4B381D4AA0}" dt="2024-08-31T17:30:54.360" v="12" actId="27636"/>
        <pc:sldMkLst>
          <pc:docMk/>
          <pc:sldMk cId="3694120147" sldId="377"/>
        </pc:sldMkLst>
      </pc:sldChg>
    </pc:docChg>
  </pc:docChgLst>
  <pc:docChgLst>
    <pc:chgData name="Rahul Mishra" userId="57c6469e-ac64-4888-811b-35f0aabddbad" providerId="ADAL" clId="{E081F030-6696-4BF5-AB21-B181E8010C26}"/>
    <pc:docChg chg="undo custSel addSld delSld modSld">
      <pc:chgData name="Rahul Mishra" userId="57c6469e-ac64-4888-811b-35f0aabddbad" providerId="ADAL" clId="{E081F030-6696-4BF5-AB21-B181E8010C26}" dt="2024-09-14T18:17:40.165" v="272" actId="1076"/>
      <pc:docMkLst>
        <pc:docMk/>
      </pc:docMkLst>
      <pc:sldChg chg="addSp modSp">
        <pc:chgData name="Rahul Mishra" userId="57c6469e-ac64-4888-811b-35f0aabddbad" providerId="ADAL" clId="{E081F030-6696-4BF5-AB21-B181E8010C26}" dt="2024-09-14T17:52:41.347" v="168"/>
        <pc:sldMkLst>
          <pc:docMk/>
          <pc:sldMk cId="3668127952" sldId="428"/>
        </pc:sldMkLst>
      </pc:sldChg>
      <pc:sldChg chg="modSp mod">
        <pc:chgData name="Rahul Mishra" userId="57c6469e-ac64-4888-811b-35f0aabddbad" providerId="ADAL" clId="{E081F030-6696-4BF5-AB21-B181E8010C26}" dt="2024-09-14T17:23:56.442" v="2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E081F030-6696-4BF5-AB21-B181E8010C26}" dt="2024-09-14T18:13:59.532" v="242" actId="14100"/>
        <pc:sldMkLst>
          <pc:docMk/>
          <pc:sldMk cId="912258523" sldId="435"/>
        </pc:sldMkLst>
      </pc:sldChg>
      <pc:sldChg chg="addSp delSp modSp mod">
        <pc:chgData name="Rahul Mishra" userId="57c6469e-ac64-4888-811b-35f0aabddbad" providerId="ADAL" clId="{E081F030-6696-4BF5-AB21-B181E8010C26}" dt="2024-09-14T18:14:25.813" v="248" actId="14100"/>
        <pc:sldMkLst>
          <pc:docMk/>
          <pc:sldMk cId="1650621397" sldId="436"/>
        </pc:sldMkLst>
      </pc:sldChg>
      <pc:sldChg chg="addSp delSp modSp mod">
        <pc:chgData name="Rahul Mishra" userId="57c6469e-ac64-4888-811b-35f0aabddbad" providerId="ADAL" clId="{E081F030-6696-4BF5-AB21-B181E8010C26}" dt="2024-09-14T18:12:15.271" v="212" actId="14100"/>
        <pc:sldMkLst>
          <pc:docMk/>
          <pc:sldMk cId="3054585423" sldId="697"/>
        </pc:sldMkLst>
      </pc:sldChg>
      <pc:sldChg chg="new del">
        <pc:chgData name="Rahul Mishra" userId="57c6469e-ac64-4888-811b-35f0aabddbad" providerId="ADAL" clId="{E081F030-6696-4BF5-AB21-B181E8010C26}" dt="2024-09-14T18:15:16.770" v="263" actId="47"/>
        <pc:sldMkLst>
          <pc:docMk/>
          <pc:sldMk cId="1721347195" sldId="698"/>
        </pc:sldMkLst>
      </pc:sldChg>
      <pc:sldChg chg="addSp delSp modSp add mod">
        <pc:chgData name="Rahul Mishra" userId="57c6469e-ac64-4888-811b-35f0aabddbad" providerId="ADAL" clId="{E081F030-6696-4BF5-AB21-B181E8010C26}" dt="2024-09-14T18:15:08.792" v="261" actId="1076"/>
        <pc:sldMkLst>
          <pc:docMk/>
          <pc:sldMk cId="3261997853" sldId="699"/>
        </pc:sldMkLst>
      </pc:sldChg>
      <pc:sldChg chg="addSp delSp modSp add mod">
        <pc:chgData name="Rahul Mishra" userId="57c6469e-ac64-4888-811b-35f0aabddbad" providerId="ADAL" clId="{E081F030-6696-4BF5-AB21-B181E8010C26}" dt="2024-09-14T18:17:40.165" v="272" actId="1076"/>
        <pc:sldMkLst>
          <pc:docMk/>
          <pc:sldMk cId="2555987876" sldId="700"/>
        </pc:sldMkLst>
      </pc:sldChg>
      <pc:sldChg chg="delSp add del mod">
        <pc:chgData name="Rahul Mishra" userId="57c6469e-ac64-4888-811b-35f0aabddbad" providerId="ADAL" clId="{E081F030-6696-4BF5-AB21-B181E8010C26}" dt="2024-09-14T18:15:13.956" v="262" actId="47"/>
        <pc:sldMkLst>
          <pc:docMk/>
          <pc:sldMk cId="1817206990" sldId="701"/>
        </pc:sldMkLst>
      </pc:sldChg>
    </pc:docChg>
  </pc:docChgLst>
  <pc:docChgLst>
    <pc:chgData name="Rahul Mishra" userId="57c6469e-ac64-4888-811b-35f0aabddbad" providerId="ADAL" clId="{77054C20-5B73-411C-AF9F-27685B677E1A}"/>
    <pc:docChg chg="undo custSel addSld delSld modSld">
      <pc:chgData name="Rahul Mishra" userId="57c6469e-ac64-4888-811b-35f0aabddbad" providerId="ADAL" clId="{77054C20-5B73-411C-AF9F-27685B677E1A}" dt="2025-10-17T17:29:25.588" v="28" actId="47"/>
      <pc:docMkLst>
        <pc:docMk/>
      </pc:docMkLst>
      <pc:sldChg chg="del">
        <pc:chgData name="Rahul Mishra" userId="57c6469e-ac64-4888-811b-35f0aabddbad" providerId="ADAL" clId="{77054C20-5B73-411C-AF9F-27685B677E1A}" dt="2025-10-11T13:53:34.655" v="3" actId="47"/>
        <pc:sldMkLst>
          <pc:docMk/>
          <pc:sldMk cId="3045213416" sldId="709"/>
        </pc:sldMkLst>
      </pc:sldChg>
      <pc:sldChg chg="del">
        <pc:chgData name="Rahul Mishra" userId="57c6469e-ac64-4888-811b-35f0aabddbad" providerId="ADAL" clId="{77054C20-5B73-411C-AF9F-27685B677E1A}" dt="2025-10-11T13:53:35.298" v="4" actId="47"/>
        <pc:sldMkLst>
          <pc:docMk/>
          <pc:sldMk cId="2075406528" sldId="710"/>
        </pc:sldMkLst>
      </pc:sldChg>
      <pc:sldChg chg="del">
        <pc:chgData name="Rahul Mishra" userId="57c6469e-ac64-4888-811b-35f0aabddbad" providerId="ADAL" clId="{77054C20-5B73-411C-AF9F-27685B677E1A}" dt="2025-10-11T13:53:35.643" v="5" actId="47"/>
        <pc:sldMkLst>
          <pc:docMk/>
          <pc:sldMk cId="3924947299" sldId="711"/>
        </pc:sldMkLst>
      </pc:sldChg>
      <pc:sldChg chg="del">
        <pc:chgData name="Rahul Mishra" userId="57c6469e-ac64-4888-811b-35f0aabddbad" providerId="ADAL" clId="{77054C20-5B73-411C-AF9F-27685B677E1A}" dt="2025-10-11T13:53:35.878" v="6" actId="47"/>
        <pc:sldMkLst>
          <pc:docMk/>
          <pc:sldMk cId="1979303573" sldId="712"/>
        </pc:sldMkLst>
      </pc:sldChg>
      <pc:sldChg chg="del">
        <pc:chgData name="Rahul Mishra" userId="57c6469e-ac64-4888-811b-35f0aabddbad" providerId="ADAL" clId="{77054C20-5B73-411C-AF9F-27685B677E1A}" dt="2025-10-11T13:53:36.349" v="7" actId="47"/>
        <pc:sldMkLst>
          <pc:docMk/>
          <pc:sldMk cId="3160602644" sldId="713"/>
        </pc:sldMkLst>
      </pc:sldChg>
      <pc:sldChg chg="del">
        <pc:chgData name="Rahul Mishra" userId="57c6469e-ac64-4888-811b-35f0aabddbad" providerId="ADAL" clId="{77054C20-5B73-411C-AF9F-27685B677E1A}" dt="2025-10-11T13:53:36.615" v="8" actId="47"/>
        <pc:sldMkLst>
          <pc:docMk/>
          <pc:sldMk cId="2459852433" sldId="714"/>
        </pc:sldMkLst>
      </pc:sldChg>
      <pc:sldChg chg="del">
        <pc:chgData name="Rahul Mishra" userId="57c6469e-ac64-4888-811b-35f0aabddbad" providerId="ADAL" clId="{77054C20-5B73-411C-AF9F-27685B677E1A}" dt="2025-10-11T13:53:36.882" v="9" actId="47"/>
        <pc:sldMkLst>
          <pc:docMk/>
          <pc:sldMk cId="29153037" sldId="715"/>
        </pc:sldMkLst>
      </pc:sldChg>
      <pc:sldChg chg="del">
        <pc:chgData name="Rahul Mishra" userId="57c6469e-ac64-4888-811b-35f0aabddbad" providerId="ADAL" clId="{77054C20-5B73-411C-AF9F-27685B677E1A}" dt="2025-10-11T13:53:37.274" v="10" actId="47"/>
        <pc:sldMkLst>
          <pc:docMk/>
          <pc:sldMk cId="33564639" sldId="716"/>
        </pc:sldMkLst>
      </pc:sldChg>
      <pc:sldChg chg="del">
        <pc:chgData name="Rahul Mishra" userId="57c6469e-ac64-4888-811b-35f0aabddbad" providerId="ADAL" clId="{77054C20-5B73-411C-AF9F-27685B677E1A}" dt="2025-10-11T13:53:37.603" v="11" actId="47"/>
        <pc:sldMkLst>
          <pc:docMk/>
          <pc:sldMk cId="1318773504" sldId="717"/>
        </pc:sldMkLst>
      </pc:sldChg>
      <pc:sldChg chg="add del">
        <pc:chgData name="Rahul Mishra" userId="57c6469e-ac64-4888-811b-35f0aabddbad" providerId="ADAL" clId="{77054C20-5B73-411C-AF9F-27685B677E1A}" dt="2025-10-11T13:53:40.473" v="13" actId="47"/>
        <pc:sldMkLst>
          <pc:docMk/>
          <pc:sldMk cId="2113216562" sldId="719"/>
        </pc:sldMkLst>
      </pc:sldChg>
      <pc:sldChg chg="delSp mod">
        <pc:chgData name="Rahul Mishra" userId="57c6469e-ac64-4888-811b-35f0aabddbad" providerId="ADAL" clId="{77054C20-5B73-411C-AF9F-27685B677E1A}" dt="2025-10-17T17:23:28.755" v="15" actId="478"/>
        <pc:sldMkLst>
          <pc:docMk/>
          <pc:sldMk cId="848781093" sldId="720"/>
        </pc:sldMkLst>
        <pc:inkChg chg="del">
          <ac:chgData name="Rahul Mishra" userId="57c6469e-ac64-4888-811b-35f0aabddbad" providerId="ADAL" clId="{77054C20-5B73-411C-AF9F-27685B677E1A}" dt="2025-10-17T17:23:28.755" v="15" actId="478"/>
          <ac:inkMkLst>
            <pc:docMk/>
            <pc:sldMk cId="848781093" sldId="720"/>
            <ac:inkMk id="4" creationId="{8087155E-8E17-FABF-856D-131F3F7EB078}"/>
          </ac:inkMkLst>
        </pc:inkChg>
      </pc:sldChg>
      <pc:sldChg chg="delSp mod">
        <pc:chgData name="Rahul Mishra" userId="57c6469e-ac64-4888-811b-35f0aabddbad" providerId="ADAL" clId="{77054C20-5B73-411C-AF9F-27685B677E1A}" dt="2025-10-17T17:23:31.913" v="16" actId="478"/>
        <pc:sldMkLst>
          <pc:docMk/>
          <pc:sldMk cId="3230534890" sldId="721"/>
        </pc:sldMkLst>
        <pc:inkChg chg="del">
          <ac:chgData name="Rahul Mishra" userId="57c6469e-ac64-4888-811b-35f0aabddbad" providerId="ADAL" clId="{77054C20-5B73-411C-AF9F-27685B677E1A}" dt="2025-10-17T17:23:31.913" v="16" actId="478"/>
          <ac:inkMkLst>
            <pc:docMk/>
            <pc:sldMk cId="3230534890" sldId="721"/>
            <ac:inkMk id="4" creationId="{9C15246B-5691-F0F2-F7EB-588A2449334E}"/>
          </ac:inkMkLst>
        </pc:inkChg>
      </pc:sldChg>
      <pc:sldChg chg="delSp mod">
        <pc:chgData name="Rahul Mishra" userId="57c6469e-ac64-4888-811b-35f0aabddbad" providerId="ADAL" clId="{77054C20-5B73-411C-AF9F-27685B677E1A}" dt="2025-10-17T17:23:38.103" v="17" actId="478"/>
        <pc:sldMkLst>
          <pc:docMk/>
          <pc:sldMk cId="1425846408" sldId="724"/>
        </pc:sldMkLst>
        <pc:spChg chg="topLvl">
          <ac:chgData name="Rahul Mishra" userId="57c6469e-ac64-4888-811b-35f0aabddbad" providerId="ADAL" clId="{77054C20-5B73-411C-AF9F-27685B677E1A}" dt="2025-10-17T17:23:38.103" v="17" actId="478"/>
          <ac:spMkLst>
            <pc:docMk/>
            <pc:sldMk cId="1425846408" sldId="724"/>
            <ac:spMk id="3" creationId="{00000000-0000-0000-0000-000000000000}"/>
          </ac:spMkLst>
        </pc:spChg>
        <pc:spChg chg="del topLvl">
          <ac:chgData name="Rahul Mishra" userId="57c6469e-ac64-4888-811b-35f0aabddbad" providerId="ADAL" clId="{77054C20-5B73-411C-AF9F-27685B677E1A}" dt="2025-10-17T17:23:38.103" v="17" actId="478"/>
          <ac:spMkLst>
            <pc:docMk/>
            <pc:sldMk cId="1425846408" sldId="724"/>
            <ac:spMk id="4" creationId="{00000000-0000-0000-0000-000000000000}"/>
          </ac:spMkLst>
        </pc:spChg>
        <pc:grpChg chg="del">
          <ac:chgData name="Rahul Mishra" userId="57c6469e-ac64-4888-811b-35f0aabddbad" providerId="ADAL" clId="{77054C20-5B73-411C-AF9F-27685B677E1A}" dt="2025-10-17T17:23:38.103" v="17" actId="478"/>
          <ac:grpSpMkLst>
            <pc:docMk/>
            <pc:sldMk cId="1425846408" sldId="724"/>
            <ac:grpSpMk id="2" creationId="{00000000-0000-0000-0000-000000000000}"/>
          </ac:grpSpMkLst>
        </pc:grpChg>
      </pc:sldChg>
      <pc:sldChg chg="delSp del mod">
        <pc:chgData name="Rahul Mishra" userId="57c6469e-ac64-4888-811b-35f0aabddbad" providerId="ADAL" clId="{77054C20-5B73-411C-AF9F-27685B677E1A}" dt="2025-10-17T17:23:26.331" v="14" actId="47"/>
        <pc:sldMkLst>
          <pc:docMk/>
          <pc:sldMk cId="1084067486" sldId="725"/>
        </pc:sldMkLst>
      </pc:sldChg>
      <pc:sldChg chg="add del">
        <pc:chgData name="Rahul Mishra" userId="57c6469e-ac64-4888-811b-35f0aabddbad" providerId="ADAL" clId="{77054C20-5B73-411C-AF9F-27685B677E1A}" dt="2025-10-17T17:26:27.251" v="19" actId="47"/>
        <pc:sldMkLst>
          <pc:docMk/>
          <pc:sldMk cId="1525392253" sldId="725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3904702079" sldId="726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386311936" sldId="733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568568229" sldId="734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698715214" sldId="735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1393041626" sldId="736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1423949858" sldId="737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2498461132" sldId="738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4163506021" sldId="739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1909693532" sldId="740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1465082518" sldId="741"/>
        </pc:sldMkLst>
      </pc:sldChg>
      <pc:sldChg chg="add del">
        <pc:chgData name="Rahul Mishra" userId="57c6469e-ac64-4888-811b-35f0aabddbad" providerId="ADAL" clId="{77054C20-5B73-411C-AF9F-27685B677E1A}" dt="2025-10-17T17:29:21.898" v="23" actId="47"/>
        <pc:sldMkLst>
          <pc:docMk/>
          <pc:sldMk cId="1683140541" sldId="742"/>
        </pc:sldMkLst>
      </pc:sldChg>
      <pc:sldChg chg="add del">
        <pc:chgData name="Rahul Mishra" userId="57c6469e-ac64-4888-811b-35f0aabddbad" providerId="ADAL" clId="{77054C20-5B73-411C-AF9F-27685B677E1A}" dt="2025-10-17T17:29:22.489" v="24" actId="47"/>
        <pc:sldMkLst>
          <pc:docMk/>
          <pc:sldMk cId="3474919120" sldId="743"/>
        </pc:sldMkLst>
      </pc:sldChg>
      <pc:sldChg chg="add del">
        <pc:chgData name="Rahul Mishra" userId="57c6469e-ac64-4888-811b-35f0aabddbad" providerId="ADAL" clId="{77054C20-5B73-411C-AF9F-27685B677E1A}" dt="2025-10-17T17:29:23.345" v="25" actId="47"/>
        <pc:sldMkLst>
          <pc:docMk/>
          <pc:sldMk cId="872093479" sldId="744"/>
        </pc:sldMkLst>
      </pc:sldChg>
      <pc:sldChg chg="add del">
        <pc:chgData name="Rahul Mishra" userId="57c6469e-ac64-4888-811b-35f0aabddbad" providerId="ADAL" clId="{77054C20-5B73-411C-AF9F-27685B677E1A}" dt="2025-10-17T17:29:24.023" v="26" actId="47"/>
        <pc:sldMkLst>
          <pc:docMk/>
          <pc:sldMk cId="880959548" sldId="745"/>
        </pc:sldMkLst>
      </pc:sldChg>
      <pc:sldChg chg="add del">
        <pc:chgData name="Rahul Mishra" userId="57c6469e-ac64-4888-811b-35f0aabddbad" providerId="ADAL" clId="{77054C20-5B73-411C-AF9F-27685B677E1A}" dt="2025-10-17T17:29:24.672" v="27" actId="47"/>
        <pc:sldMkLst>
          <pc:docMk/>
          <pc:sldMk cId="1974807155" sldId="746"/>
        </pc:sldMkLst>
      </pc:sldChg>
      <pc:sldChg chg="add del">
        <pc:chgData name="Rahul Mishra" userId="57c6469e-ac64-4888-811b-35f0aabddbad" providerId="ADAL" clId="{77054C20-5B73-411C-AF9F-27685B677E1A}" dt="2025-10-17T17:29:25.588" v="28" actId="47"/>
        <pc:sldMkLst>
          <pc:docMk/>
          <pc:sldMk cId="4031836108" sldId="751"/>
        </pc:sldMkLst>
      </pc:sldChg>
      <pc:sldChg chg="add del">
        <pc:chgData name="Rahul Mishra" userId="57c6469e-ac64-4888-811b-35f0aabddbad" providerId="ADAL" clId="{77054C20-5B73-411C-AF9F-27685B677E1A}" dt="2025-10-17T17:26:28.748" v="20" actId="47"/>
        <pc:sldMkLst>
          <pc:docMk/>
          <pc:sldMk cId="3501516492" sldId="752"/>
        </pc:sldMkLst>
      </pc:sldChg>
      <pc:sldChg chg="add del">
        <pc:chgData name="Rahul Mishra" userId="57c6469e-ac64-4888-811b-35f0aabddbad" providerId="ADAL" clId="{77054C20-5B73-411C-AF9F-27685B677E1A}" dt="2025-10-17T17:26:29.849" v="21" actId="47"/>
        <pc:sldMkLst>
          <pc:docMk/>
          <pc:sldMk cId="4200792523" sldId="753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2254294700" sldId="754"/>
        </pc:sldMkLst>
      </pc:sldChg>
      <pc:sldChg chg="add del">
        <pc:chgData name="Rahul Mishra" userId="57c6469e-ac64-4888-811b-35f0aabddbad" providerId="ADAL" clId="{77054C20-5B73-411C-AF9F-27685B677E1A}" dt="2025-10-17T17:26:31.907" v="22" actId="47"/>
        <pc:sldMkLst>
          <pc:docMk/>
          <pc:sldMk cId="296743775" sldId="755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1308099797" sldId="756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3225865518" sldId="757"/>
        </pc:sldMkLst>
      </pc:sldChg>
      <pc:sldChg chg="add">
        <pc:chgData name="Rahul Mishra" userId="57c6469e-ac64-4888-811b-35f0aabddbad" providerId="ADAL" clId="{77054C20-5B73-411C-AF9F-27685B677E1A}" dt="2025-10-17T17:24:03.564" v="18"/>
        <pc:sldMkLst>
          <pc:docMk/>
          <pc:sldMk cId="3704667933" sldId="758"/>
        </pc:sldMkLst>
      </pc:sldChg>
    </pc:docChg>
  </pc:docChgLst>
  <pc:docChgLst>
    <pc:chgData name="Rahul Mishra" userId="57c6469e-ac64-4888-811b-35f0aabddbad" providerId="ADAL" clId="{0AB29906-FC17-43A0-9F50-748EB40EBA55}"/>
    <pc:docChg chg="custSel addSld delSld modSld">
      <pc:chgData name="Rahul Mishra" userId="57c6469e-ac64-4888-811b-35f0aabddbad" providerId="ADAL" clId="{0AB29906-FC17-43A0-9F50-748EB40EBA55}" dt="2024-09-07T03:49:40.126" v="34"/>
      <pc:docMkLst>
        <pc:docMk/>
      </pc:docMkLst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1701599832" sldId="271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5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28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685752519" sldId="292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4267650275" sldId="29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502611286" sldId="294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901015964" sldId="29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615098788" sldId="296"/>
        </pc:sldMkLst>
      </pc:sldChg>
      <pc:sldChg chg="addSp modSp mod">
        <pc:chgData name="Rahul Mishra" userId="57c6469e-ac64-4888-811b-35f0aabddbad" providerId="ADAL" clId="{0AB29906-FC17-43A0-9F50-748EB40EBA55}" dt="2024-09-07T02:51:14.813" v="32"/>
        <pc:sldMkLst>
          <pc:docMk/>
          <pc:sldMk cId="2187071181" sldId="303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1419033139" sldId="305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2079535757" sldId="375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2983673248" sldId="376"/>
        </pc:sldMkLst>
      </pc:sldChg>
      <pc:sldChg chg="addSp modSp mod">
        <pc:chgData name="Rahul Mishra" userId="57c6469e-ac64-4888-811b-35f0aabddbad" providerId="ADAL" clId="{0AB29906-FC17-43A0-9F50-748EB40EBA55}" dt="2024-09-07T03:22:40.897" v="33"/>
        <pc:sldMkLst>
          <pc:docMk/>
          <pc:sldMk cId="3694120147" sldId="37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3465334699" sldId="37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79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0" sldId="393"/>
        </pc:sldMkLst>
      </pc:sldChg>
      <pc:sldChg chg="del">
        <pc:chgData name="Rahul Mishra" userId="57c6469e-ac64-4888-811b-35f0aabddbad" providerId="ADAL" clId="{0AB29906-FC17-43A0-9F50-748EB40EBA55}" dt="2024-09-06T17:23:25.619" v="26" actId="47"/>
        <pc:sldMkLst>
          <pc:docMk/>
          <pc:sldMk cId="0" sldId="396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7"/>
        </pc:sldMkLst>
      </pc:sldChg>
      <pc:sldChg chg="addSp">
        <pc:chgData name="Rahul Mishra" userId="57c6469e-ac64-4888-811b-35f0aabddbad" providerId="ADAL" clId="{0AB29906-FC17-43A0-9F50-748EB40EBA55}" dt="2024-09-07T03:22:40.897" v="33"/>
        <pc:sldMkLst>
          <pc:docMk/>
          <pc:sldMk cId="0" sldId="398"/>
        </pc:sldMkLst>
      </pc:sldChg>
      <pc:sldChg chg="addSp">
        <pc:chgData name="Rahul Mishra" userId="57c6469e-ac64-4888-811b-35f0aabddbad" providerId="ADAL" clId="{0AB29906-FC17-43A0-9F50-748EB40EBA55}" dt="2024-09-07T02:51:14.813" v="32"/>
        <pc:sldMkLst>
          <pc:docMk/>
          <pc:sldMk cId="1992141454" sldId="404"/>
        </pc:sldMkLst>
      </pc:sldChg>
      <pc:sldChg chg="addSp">
        <pc:chgData name="Rahul Mishra" userId="57c6469e-ac64-4888-811b-35f0aabddbad" providerId="ADAL" clId="{0AB29906-FC17-43A0-9F50-748EB40EBA55}" dt="2024-09-06T05:49:27.780" v="0"/>
        <pc:sldMkLst>
          <pc:docMk/>
          <pc:sldMk cId="545609971" sldId="405"/>
        </pc:sldMkLst>
      </pc:sldChg>
      <pc:sldChg chg="addSp modSp mod">
        <pc:chgData name="Rahul Mishra" userId="57c6469e-ac64-4888-811b-35f0aabddbad" providerId="ADAL" clId="{0AB29906-FC17-43A0-9F50-748EB40EBA55}" dt="2024-09-07T03:49:40.126" v="34"/>
        <pc:sldMkLst>
          <pc:docMk/>
          <pc:sldMk cId="1740156467" sldId="40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658975334" sldId="407"/>
        </pc:sldMkLst>
      </pc:sldChg>
      <pc:sldChg chg="modSp mod">
        <pc:chgData name="Rahul Mishra" userId="57c6469e-ac64-4888-811b-35f0aabddbad" providerId="ADAL" clId="{0AB29906-FC17-43A0-9F50-748EB40EBA55}" dt="2024-09-06T05:49:28.151" v="4" actId="27636"/>
        <pc:sldMkLst>
          <pc:docMk/>
          <pc:sldMk cId="832144480" sldId="408"/>
        </pc:sldMkLst>
      </pc:sldChg>
      <pc:sldChg chg="modSp mod">
        <pc:chgData name="Rahul Mishra" userId="57c6469e-ac64-4888-811b-35f0aabddbad" providerId="ADAL" clId="{0AB29906-FC17-43A0-9F50-748EB40EBA55}" dt="2024-09-06T05:49:28.157" v="5" actId="27636"/>
        <pc:sldMkLst>
          <pc:docMk/>
          <pc:sldMk cId="4711899" sldId="409"/>
        </pc:sldMkLst>
      </pc:sldChg>
      <pc:sldChg chg="modSp mod">
        <pc:chgData name="Rahul Mishra" userId="57c6469e-ac64-4888-811b-35f0aabddbad" providerId="ADAL" clId="{0AB29906-FC17-43A0-9F50-748EB40EBA55}" dt="2024-09-06T05:49:28.181" v="6" actId="27636"/>
        <pc:sldMkLst>
          <pc:docMk/>
          <pc:sldMk cId="1349400572" sldId="410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231131565" sldId="411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939944465" sldId="413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214863930" sldId="414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118251881" sldId="415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2560525014" sldId="416"/>
        </pc:sldMkLst>
      </pc:sldChg>
      <pc:sldChg chg="addSp">
        <pc:chgData name="Rahul Mishra" userId="57c6469e-ac64-4888-811b-35f0aabddbad" providerId="ADAL" clId="{0AB29906-FC17-43A0-9F50-748EB40EBA55}" dt="2024-09-07T03:49:40.126" v="34"/>
        <pc:sldMkLst>
          <pc:docMk/>
          <pc:sldMk cId="1508322553" sldId="417"/>
        </pc:sldMkLst>
      </pc:sldChg>
      <pc:sldChg chg="modSp mod">
        <pc:chgData name="Rahul Mishra" userId="57c6469e-ac64-4888-811b-35f0aabddbad" providerId="ADAL" clId="{0AB29906-FC17-43A0-9F50-748EB40EBA55}" dt="2024-09-06T17:26:44.347" v="27" actId="1076"/>
        <pc:sldMkLst>
          <pc:docMk/>
          <pc:sldMk cId="619737420" sldId="418"/>
        </pc:sldMkLst>
      </pc:sldChg>
      <pc:sldChg chg="modSp mod">
        <pc:chgData name="Rahul Mishra" userId="57c6469e-ac64-4888-811b-35f0aabddbad" providerId="ADAL" clId="{0AB29906-FC17-43A0-9F50-748EB40EBA55}" dt="2024-09-06T05:49:28.204" v="7" actId="27636"/>
        <pc:sldMkLst>
          <pc:docMk/>
          <pc:sldMk cId="2076925815" sldId="423"/>
        </pc:sldMkLst>
      </pc:sldChg>
      <pc:sldChg chg="modSp mod">
        <pc:chgData name="Rahul Mishra" userId="57c6469e-ac64-4888-811b-35f0aabddbad" providerId="ADAL" clId="{0AB29906-FC17-43A0-9F50-748EB40EBA55}" dt="2024-09-06T17:30:48.906" v="28" actId="732"/>
        <pc:sldMkLst>
          <pc:docMk/>
          <pc:sldMk cId="3782739295" sldId="433"/>
        </pc:sldMkLst>
      </pc:sldChg>
      <pc:sldChg chg="modSp mod">
        <pc:chgData name="Rahul Mishra" userId="57c6469e-ac64-4888-811b-35f0aabddbad" providerId="ADAL" clId="{0AB29906-FC17-43A0-9F50-748EB40EBA55}" dt="2024-09-06T05:49:28.204" v="8" actId="27636"/>
        <pc:sldMkLst>
          <pc:docMk/>
          <pc:sldMk cId="630843957" sldId="434"/>
        </pc:sldMkLst>
      </pc:sldChg>
      <pc:sldChg chg="modSp mod">
        <pc:chgData name="Rahul Mishra" userId="57c6469e-ac64-4888-811b-35f0aabddbad" providerId="ADAL" clId="{0AB29906-FC17-43A0-9F50-748EB40EBA55}" dt="2024-09-06T17:31:59.605" v="30" actId="14100"/>
        <pc:sldMkLst>
          <pc:docMk/>
          <pc:sldMk cId="1474668071" sldId="441"/>
        </pc:sldMkLst>
      </pc:sldChg>
      <pc:sldChg chg="modSp mod">
        <pc:chgData name="Rahul Mishra" userId="57c6469e-ac64-4888-811b-35f0aabddbad" providerId="ADAL" clId="{0AB29906-FC17-43A0-9F50-748EB40EBA55}" dt="2024-09-06T17:32:27.644" v="31" actId="14100"/>
        <pc:sldMkLst>
          <pc:docMk/>
          <pc:sldMk cId="39282603" sldId="443"/>
        </pc:sldMkLst>
      </pc:sldChg>
      <pc:sldChg chg="addSp modSp new mod">
        <pc:chgData name="Rahul Mishra" userId="57c6469e-ac64-4888-811b-35f0aabddbad" providerId="ADAL" clId="{0AB29906-FC17-43A0-9F50-748EB40EBA55}" dt="2024-09-07T02:51:14.813" v="32"/>
        <pc:sldMkLst>
          <pc:docMk/>
          <pc:sldMk cId="4154801453" sldId="446"/>
        </pc:sldMkLst>
      </pc:sldChg>
    </pc:docChg>
  </pc:docChgLst>
  <pc:docChgLst>
    <pc:chgData name="Rahul Mishra" userId="57c6469e-ac64-4888-811b-35f0aabddbad" providerId="ADAL" clId="{2587B58E-4F3B-47AB-B3EB-62407C9160B0}"/>
    <pc:docChg chg="addSld delSld modSld">
      <pc:chgData name="Rahul Mishra" userId="57c6469e-ac64-4888-811b-35f0aabddbad" providerId="ADAL" clId="{2587B58E-4F3B-47AB-B3EB-62407C9160B0}" dt="2025-10-18T14:20:44.829" v="19" actId="47"/>
      <pc:docMkLst>
        <pc:docMk/>
      </pc:docMkLst>
      <pc:sldChg chg="addSp">
        <pc:chgData name="Rahul Mishra" userId="57c6469e-ac64-4888-811b-35f0aabddbad" providerId="ADAL" clId="{2587B58E-4F3B-47AB-B3EB-62407C9160B0}" dt="2025-10-18T03:12:07.812" v="1"/>
        <pc:sldMkLst>
          <pc:docMk/>
          <pc:sldMk cId="545609971" sldId="405"/>
        </pc:sldMkLst>
        <pc:inkChg chg="add">
          <ac:chgData name="Rahul Mishra" userId="57c6469e-ac64-4888-811b-35f0aabddbad" providerId="ADAL" clId="{2587B58E-4F3B-47AB-B3EB-62407C9160B0}" dt="2025-10-18T03:12:07.812" v="1"/>
          <ac:inkMkLst>
            <pc:docMk/>
            <pc:sldMk cId="545609971" sldId="405"/>
            <ac:inkMk id="4" creationId="{F48696F6-2B79-546B-BE99-56AF0DD2123E}"/>
          </ac:inkMkLst>
        </pc:inkChg>
      </pc:sldChg>
      <pc:sldChg chg="addSp">
        <pc:chgData name="Rahul Mishra" userId="57c6469e-ac64-4888-811b-35f0aabddbad" providerId="ADAL" clId="{2587B58E-4F3B-47AB-B3EB-62407C9160B0}" dt="2025-10-12T03:46:49.728" v="0"/>
        <pc:sldMkLst>
          <pc:docMk/>
          <pc:sldMk cId="848781093" sldId="720"/>
        </pc:sldMkLst>
      </pc:sldChg>
      <pc:sldChg chg="addSp">
        <pc:chgData name="Rahul Mishra" userId="57c6469e-ac64-4888-811b-35f0aabddbad" providerId="ADAL" clId="{2587B58E-4F3B-47AB-B3EB-62407C9160B0}" dt="2025-10-18T03:12:07.812" v="1"/>
        <pc:sldMkLst>
          <pc:docMk/>
          <pc:sldMk cId="3230534890" sldId="721"/>
        </pc:sldMkLst>
        <pc:inkChg chg="add">
          <ac:chgData name="Rahul Mishra" userId="57c6469e-ac64-4888-811b-35f0aabddbad" providerId="ADAL" clId="{2587B58E-4F3B-47AB-B3EB-62407C9160B0}" dt="2025-10-18T03:12:07.812" v="1"/>
          <ac:inkMkLst>
            <pc:docMk/>
            <pc:sldMk cId="3230534890" sldId="721"/>
            <ac:inkMk id="4" creationId="{7F637D22-EEE3-FC17-DD05-3AB305F100AF}"/>
          </ac:inkMkLst>
        </pc:inkChg>
      </pc:sldChg>
      <pc:sldChg chg="addSp">
        <pc:chgData name="Rahul Mishra" userId="57c6469e-ac64-4888-811b-35f0aabddbad" providerId="ADAL" clId="{2587B58E-4F3B-47AB-B3EB-62407C9160B0}" dt="2025-10-18T03:12:07.812" v="1"/>
        <pc:sldMkLst>
          <pc:docMk/>
          <pc:sldMk cId="2302197020" sldId="722"/>
        </pc:sldMkLst>
        <pc:inkChg chg="add">
          <ac:chgData name="Rahul Mishra" userId="57c6469e-ac64-4888-811b-35f0aabddbad" providerId="ADAL" clId="{2587B58E-4F3B-47AB-B3EB-62407C9160B0}" dt="2025-10-18T03:12:07.812" v="1"/>
          <ac:inkMkLst>
            <pc:docMk/>
            <pc:sldMk cId="2302197020" sldId="722"/>
            <ac:inkMk id="4" creationId="{76202A39-0915-064F-88D8-1FD76BC5D2CC}"/>
          </ac:inkMkLst>
        </pc:inkChg>
      </pc:sldChg>
      <pc:sldChg chg="addSp">
        <pc:chgData name="Rahul Mishra" userId="57c6469e-ac64-4888-811b-35f0aabddbad" providerId="ADAL" clId="{2587B58E-4F3B-47AB-B3EB-62407C9160B0}" dt="2025-10-18T03:22:01.624" v="3"/>
        <pc:sldMkLst>
          <pc:docMk/>
          <pc:sldMk cId="3904702079" sldId="726"/>
        </pc:sldMkLst>
        <pc:inkChg chg="add">
          <ac:chgData name="Rahul Mishra" userId="57c6469e-ac64-4888-811b-35f0aabddbad" providerId="ADAL" clId="{2587B58E-4F3B-47AB-B3EB-62407C9160B0}" dt="2025-10-18T03:22:01.624" v="3"/>
          <ac:inkMkLst>
            <pc:docMk/>
            <pc:sldMk cId="3904702079" sldId="726"/>
            <ac:inkMk id="4" creationId="{D452F08A-A420-0275-D047-B57C9E40EE11}"/>
          </ac:inkMkLst>
        </pc:inkChg>
      </pc:sldChg>
      <pc:sldChg chg="addSp">
        <pc:chgData name="Rahul Mishra" userId="57c6469e-ac64-4888-811b-35f0aabddbad" providerId="ADAL" clId="{2587B58E-4F3B-47AB-B3EB-62407C9160B0}" dt="2025-10-18T03:48:16.001" v="11"/>
        <pc:sldMkLst>
          <pc:docMk/>
          <pc:sldMk cId="386311936" sldId="733"/>
        </pc:sldMkLst>
        <pc:inkChg chg="add">
          <ac:chgData name="Rahul Mishra" userId="57c6469e-ac64-4888-811b-35f0aabddbad" providerId="ADAL" clId="{2587B58E-4F3B-47AB-B3EB-62407C9160B0}" dt="2025-10-18T03:48:16.001" v="11"/>
          <ac:inkMkLst>
            <pc:docMk/>
            <pc:sldMk cId="386311936" sldId="733"/>
            <ac:inkMk id="4" creationId="{E89E453B-FE50-4850-D10E-10BE9921179E}"/>
          </ac:inkMkLst>
        </pc:inkChg>
      </pc:sldChg>
      <pc:sldChg chg="addSp">
        <pc:chgData name="Rahul Mishra" userId="57c6469e-ac64-4888-811b-35f0aabddbad" providerId="ADAL" clId="{2587B58E-4F3B-47AB-B3EB-62407C9160B0}" dt="2025-10-18T03:48:16.001" v="11"/>
        <pc:sldMkLst>
          <pc:docMk/>
          <pc:sldMk cId="568568229" sldId="734"/>
        </pc:sldMkLst>
        <pc:inkChg chg="add">
          <ac:chgData name="Rahul Mishra" userId="57c6469e-ac64-4888-811b-35f0aabddbad" providerId="ADAL" clId="{2587B58E-4F3B-47AB-B3EB-62407C9160B0}" dt="2025-10-18T03:48:16.001" v="11"/>
          <ac:inkMkLst>
            <pc:docMk/>
            <pc:sldMk cId="568568229" sldId="734"/>
            <ac:inkMk id="4" creationId="{4F78465E-3880-39E1-64FD-AA7B33AF4016}"/>
          </ac:inkMkLst>
        </pc:inkChg>
      </pc:sldChg>
      <pc:sldChg chg="del">
        <pc:chgData name="Rahul Mishra" userId="57c6469e-ac64-4888-811b-35f0aabddbad" providerId="ADAL" clId="{2587B58E-4F3B-47AB-B3EB-62407C9160B0}" dt="2025-10-18T14:20:42.738" v="17" actId="47"/>
        <pc:sldMkLst>
          <pc:docMk/>
          <pc:sldMk cId="4163506021" sldId="739"/>
        </pc:sldMkLst>
      </pc:sldChg>
      <pc:sldChg chg="del">
        <pc:chgData name="Rahul Mishra" userId="57c6469e-ac64-4888-811b-35f0aabddbad" providerId="ADAL" clId="{2587B58E-4F3B-47AB-B3EB-62407C9160B0}" dt="2025-10-18T14:20:43.766" v="18" actId="47"/>
        <pc:sldMkLst>
          <pc:docMk/>
          <pc:sldMk cId="1909693532" sldId="740"/>
        </pc:sldMkLst>
      </pc:sldChg>
      <pc:sldChg chg="del">
        <pc:chgData name="Rahul Mishra" userId="57c6469e-ac64-4888-811b-35f0aabddbad" providerId="ADAL" clId="{2587B58E-4F3B-47AB-B3EB-62407C9160B0}" dt="2025-10-18T14:20:44.829" v="19" actId="47"/>
        <pc:sldMkLst>
          <pc:docMk/>
          <pc:sldMk cId="1465082518" sldId="741"/>
        </pc:sldMkLst>
      </pc:sldChg>
      <pc:sldChg chg="addSp">
        <pc:chgData name="Rahul Mishra" userId="57c6469e-ac64-4888-811b-35f0aabddbad" providerId="ADAL" clId="{2587B58E-4F3B-47AB-B3EB-62407C9160B0}" dt="2025-10-18T03:22:01.624" v="3"/>
        <pc:sldMkLst>
          <pc:docMk/>
          <pc:sldMk cId="2254294700" sldId="754"/>
        </pc:sldMkLst>
        <pc:inkChg chg="add">
          <ac:chgData name="Rahul Mishra" userId="57c6469e-ac64-4888-811b-35f0aabddbad" providerId="ADAL" clId="{2587B58E-4F3B-47AB-B3EB-62407C9160B0}" dt="2025-10-18T03:22:01.624" v="3"/>
          <ac:inkMkLst>
            <pc:docMk/>
            <pc:sldMk cId="2254294700" sldId="754"/>
            <ac:inkMk id="6" creationId="{BBFCB83B-5335-B78A-6D71-4240DC5F6FF4}"/>
          </ac:inkMkLst>
        </pc:inkChg>
      </pc:sldChg>
      <pc:sldChg chg="addSp">
        <pc:chgData name="Rahul Mishra" userId="57c6469e-ac64-4888-811b-35f0aabddbad" providerId="ADAL" clId="{2587B58E-4F3B-47AB-B3EB-62407C9160B0}" dt="2025-10-18T03:12:07.812" v="1"/>
        <pc:sldMkLst>
          <pc:docMk/>
          <pc:sldMk cId="1308099797" sldId="756"/>
        </pc:sldMkLst>
        <pc:inkChg chg="add">
          <ac:chgData name="Rahul Mishra" userId="57c6469e-ac64-4888-811b-35f0aabddbad" providerId="ADAL" clId="{2587B58E-4F3B-47AB-B3EB-62407C9160B0}" dt="2025-10-18T03:12:07.812" v="1"/>
          <ac:inkMkLst>
            <pc:docMk/>
            <pc:sldMk cId="1308099797" sldId="756"/>
            <ac:inkMk id="3" creationId="{E55BB892-B9C2-F630-411B-6EA2491AD8B5}"/>
          </ac:inkMkLst>
        </pc:inkChg>
      </pc:sldChg>
      <pc:sldChg chg="addSp">
        <pc:chgData name="Rahul Mishra" userId="57c6469e-ac64-4888-811b-35f0aabddbad" providerId="ADAL" clId="{2587B58E-4F3B-47AB-B3EB-62407C9160B0}" dt="2025-10-18T03:22:01.624" v="3"/>
        <pc:sldMkLst>
          <pc:docMk/>
          <pc:sldMk cId="3225865518" sldId="757"/>
        </pc:sldMkLst>
        <pc:inkChg chg="add">
          <ac:chgData name="Rahul Mishra" userId="57c6469e-ac64-4888-811b-35f0aabddbad" providerId="ADAL" clId="{2587B58E-4F3B-47AB-B3EB-62407C9160B0}" dt="2025-10-18T03:22:01.624" v="3"/>
          <ac:inkMkLst>
            <pc:docMk/>
            <pc:sldMk cId="3225865518" sldId="757"/>
            <ac:inkMk id="4" creationId="{1D14C040-2D4D-00C1-F40B-AFB1889EC069}"/>
          </ac:inkMkLst>
        </pc:inkChg>
      </pc:sldChg>
      <pc:sldChg chg="addSp modSp mod">
        <pc:chgData name="Rahul Mishra" userId="57c6469e-ac64-4888-811b-35f0aabddbad" providerId="ADAL" clId="{2587B58E-4F3B-47AB-B3EB-62407C9160B0}" dt="2025-10-18T03:37:26.073" v="10"/>
        <pc:sldMkLst>
          <pc:docMk/>
          <pc:sldMk cId="3704667933" sldId="758"/>
        </pc:sldMkLst>
        <pc:grpChg chg="mod">
          <ac:chgData name="Rahul Mishra" userId="57c6469e-ac64-4888-811b-35f0aabddbad" providerId="ADAL" clId="{2587B58E-4F3B-47AB-B3EB-62407C9160B0}" dt="2025-10-18T03:37:26.073" v="10"/>
          <ac:grpSpMkLst>
            <pc:docMk/>
            <pc:sldMk cId="3704667933" sldId="758"/>
            <ac:grpSpMk id="8" creationId="{0B0DA1F5-B4DC-CC96-42AD-EDA0C80E2654}"/>
          </ac:grpSpMkLst>
        </pc:grpChg>
        <pc:inkChg chg="add">
          <ac:chgData name="Rahul Mishra" userId="57c6469e-ac64-4888-811b-35f0aabddbad" providerId="ADAL" clId="{2587B58E-4F3B-47AB-B3EB-62407C9160B0}" dt="2025-10-18T03:31:17.652" v="5"/>
          <ac:inkMkLst>
            <pc:docMk/>
            <pc:sldMk cId="3704667933" sldId="758"/>
            <ac:inkMk id="3" creationId="{E4201A67-39CE-02E9-3B2F-B10CF70BEA9F}"/>
          </ac:inkMkLst>
        </pc:inkChg>
        <pc:inkChg chg="add mod">
          <ac:chgData name="Rahul Mishra" userId="57c6469e-ac64-4888-811b-35f0aabddbad" providerId="ADAL" clId="{2587B58E-4F3B-47AB-B3EB-62407C9160B0}" dt="2025-10-18T03:37:26.073" v="10"/>
          <ac:inkMkLst>
            <pc:docMk/>
            <pc:sldMk cId="3704667933" sldId="758"/>
            <ac:inkMk id="4" creationId="{9B4E14F4-30CE-AD24-1E79-7E39D3AA0444}"/>
          </ac:inkMkLst>
        </pc:inkChg>
        <pc:inkChg chg="add mod">
          <ac:chgData name="Rahul Mishra" userId="57c6469e-ac64-4888-811b-35f0aabddbad" providerId="ADAL" clId="{2587B58E-4F3B-47AB-B3EB-62407C9160B0}" dt="2025-10-18T03:37:26.073" v="10"/>
          <ac:inkMkLst>
            <pc:docMk/>
            <pc:sldMk cId="3704667933" sldId="758"/>
            <ac:inkMk id="5" creationId="{AAFC67A0-00B9-6EA4-E94A-6C5783B67249}"/>
          </ac:inkMkLst>
        </pc:inkChg>
        <pc:inkChg chg="add mod">
          <ac:chgData name="Rahul Mishra" userId="57c6469e-ac64-4888-811b-35f0aabddbad" providerId="ADAL" clId="{2587B58E-4F3B-47AB-B3EB-62407C9160B0}" dt="2025-10-18T03:37:26.073" v="10"/>
          <ac:inkMkLst>
            <pc:docMk/>
            <pc:sldMk cId="3704667933" sldId="758"/>
            <ac:inkMk id="6" creationId="{F26C87A8-DDF0-3D53-B598-A46B165DDCB2}"/>
          </ac:inkMkLst>
        </pc:inkChg>
        <pc:inkChg chg="add mod">
          <ac:chgData name="Rahul Mishra" userId="57c6469e-ac64-4888-811b-35f0aabddbad" providerId="ADAL" clId="{2587B58E-4F3B-47AB-B3EB-62407C9160B0}" dt="2025-10-18T03:37:26.073" v="10"/>
          <ac:inkMkLst>
            <pc:docMk/>
            <pc:sldMk cId="3704667933" sldId="758"/>
            <ac:inkMk id="7" creationId="{C8833C2B-977D-7C44-A616-08E07258A7BB}"/>
          </ac:inkMkLst>
        </pc:inkChg>
      </pc:sldChg>
      <pc:sldChg chg="addSp new">
        <pc:chgData name="Rahul Mishra" userId="57c6469e-ac64-4888-811b-35f0aabddbad" providerId="ADAL" clId="{2587B58E-4F3B-47AB-B3EB-62407C9160B0}" dt="2025-10-18T03:48:16.001" v="11"/>
        <pc:sldMkLst>
          <pc:docMk/>
          <pc:sldMk cId="3388938242" sldId="759"/>
        </pc:sldMkLst>
        <pc:inkChg chg="add">
          <ac:chgData name="Rahul Mishra" userId="57c6469e-ac64-4888-811b-35f0aabddbad" providerId="ADAL" clId="{2587B58E-4F3B-47AB-B3EB-62407C9160B0}" dt="2025-10-18T03:22:01.624" v="3"/>
          <ac:inkMkLst>
            <pc:docMk/>
            <pc:sldMk cId="3388938242" sldId="759"/>
            <ac:inkMk id="3" creationId="{C584089F-A1B0-0C69-225C-D1269FB53188}"/>
          </ac:inkMkLst>
        </pc:inkChg>
        <pc:inkChg chg="add">
          <ac:chgData name="Rahul Mishra" userId="57c6469e-ac64-4888-811b-35f0aabddbad" providerId="ADAL" clId="{2587B58E-4F3B-47AB-B3EB-62407C9160B0}" dt="2025-10-18T03:48:16.001" v="11"/>
          <ac:inkMkLst>
            <pc:docMk/>
            <pc:sldMk cId="3388938242" sldId="759"/>
            <ac:inkMk id="4" creationId="{D24ED062-D7FA-48DD-2460-8416D47E2CDC}"/>
          </ac:inkMkLst>
        </pc:inkChg>
      </pc:sldChg>
      <pc:sldChg chg="addSp new">
        <pc:chgData name="Rahul Mishra" userId="57c6469e-ac64-4888-811b-35f0aabddbad" providerId="ADAL" clId="{2587B58E-4F3B-47AB-B3EB-62407C9160B0}" dt="2025-10-18T03:48:16.001" v="11"/>
        <pc:sldMkLst>
          <pc:docMk/>
          <pc:sldMk cId="1392184143" sldId="760"/>
        </pc:sldMkLst>
        <pc:inkChg chg="add">
          <ac:chgData name="Rahul Mishra" userId="57c6469e-ac64-4888-811b-35f0aabddbad" providerId="ADAL" clId="{2587B58E-4F3B-47AB-B3EB-62407C9160B0}" dt="2025-10-18T03:48:16.001" v="11"/>
          <ac:inkMkLst>
            <pc:docMk/>
            <pc:sldMk cId="1392184143" sldId="760"/>
            <ac:inkMk id="3" creationId="{81CF2C7D-DA91-94B8-DCFE-D6F83438BEB2}"/>
          </ac:inkMkLst>
        </pc:inkChg>
      </pc:sldChg>
      <pc:sldChg chg="addSp new">
        <pc:chgData name="Rahul Mishra" userId="57c6469e-ac64-4888-811b-35f0aabddbad" providerId="ADAL" clId="{2587B58E-4F3B-47AB-B3EB-62407C9160B0}" dt="2025-10-18T04:05:43.350" v="16"/>
        <pc:sldMkLst>
          <pc:docMk/>
          <pc:sldMk cId="3364141915" sldId="761"/>
        </pc:sldMkLst>
        <pc:inkChg chg="add">
          <ac:chgData name="Rahul Mishra" userId="57c6469e-ac64-4888-811b-35f0aabddbad" providerId="ADAL" clId="{2587B58E-4F3B-47AB-B3EB-62407C9160B0}" dt="2025-10-18T03:51:21.814" v="15"/>
          <ac:inkMkLst>
            <pc:docMk/>
            <pc:sldMk cId="3364141915" sldId="761"/>
            <ac:inkMk id="3" creationId="{7860A1E3-CAE9-AB9B-CEEE-5589F8EF8587}"/>
          </ac:inkMkLst>
        </pc:inkChg>
        <pc:inkChg chg="add">
          <ac:chgData name="Rahul Mishra" userId="57c6469e-ac64-4888-811b-35f0aabddbad" providerId="ADAL" clId="{2587B58E-4F3B-47AB-B3EB-62407C9160B0}" dt="2025-10-18T04:05:43.350" v="16"/>
          <ac:inkMkLst>
            <pc:docMk/>
            <pc:sldMk cId="3364141915" sldId="761"/>
            <ac:inkMk id="4" creationId="{248D4111-EF2E-9D42-C2F3-A72C685996E3}"/>
          </ac:inkMkLst>
        </pc:inkChg>
      </pc:sldChg>
      <pc:sldChg chg="addSp add">
        <pc:chgData name="Rahul Mishra" userId="57c6469e-ac64-4888-811b-35f0aabddbad" providerId="ADAL" clId="{2587B58E-4F3B-47AB-B3EB-62407C9160B0}" dt="2025-10-18T04:05:43.350" v="16"/>
        <pc:sldMkLst>
          <pc:docMk/>
          <pc:sldMk cId="1385501148" sldId="762"/>
        </pc:sldMkLst>
        <pc:inkChg chg="add">
          <ac:chgData name="Rahul Mishra" userId="57c6469e-ac64-4888-811b-35f0aabddbad" providerId="ADAL" clId="{2587B58E-4F3B-47AB-B3EB-62407C9160B0}" dt="2025-10-18T04:05:43.350" v="16"/>
          <ac:inkMkLst>
            <pc:docMk/>
            <pc:sldMk cId="1385501148" sldId="762"/>
            <ac:inkMk id="3" creationId="{C6CC5747-210B-92D5-B468-8EB5414D38CF}"/>
          </ac:inkMkLst>
        </pc:inkChg>
      </pc:sldChg>
      <pc:sldChg chg="addSp add">
        <pc:chgData name="Rahul Mishra" userId="57c6469e-ac64-4888-811b-35f0aabddbad" providerId="ADAL" clId="{2587B58E-4F3B-47AB-B3EB-62407C9160B0}" dt="2025-10-18T04:05:43.350" v="16"/>
        <pc:sldMkLst>
          <pc:docMk/>
          <pc:sldMk cId="1450195202" sldId="763"/>
        </pc:sldMkLst>
        <pc:inkChg chg="add">
          <ac:chgData name="Rahul Mishra" userId="57c6469e-ac64-4888-811b-35f0aabddbad" providerId="ADAL" clId="{2587B58E-4F3B-47AB-B3EB-62407C9160B0}" dt="2025-10-18T04:05:43.350" v="16"/>
          <ac:inkMkLst>
            <pc:docMk/>
            <pc:sldMk cId="1450195202" sldId="763"/>
            <ac:inkMk id="3" creationId="{37EB2E3A-9617-5CC1-D699-0E13EF5D66F4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2:37:05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16487 10297 1446 0,'2'-8'426'0,"0"0"-129"0,-2 1-47 0,0 1 3 0,0 6 22 0,-2-10-16 0,2 10-11 0,0-7-21 0,0 7-1 0,-2-6-12 0,2 6-17 0,0 0-19 0,0 0 1 0,0 0 2 0,0 0-9 0,-7 23-11 16,5-5-15-16,0 1-14 0,2 4-13 16,-5 10-13-16,8-4-9 0,-3-2-7 0,0-2-7 15,2 0-14-15,-2-5-2 0,2-3-10 16,-2 1-1-16,2-4-8 0,0-1 8 16,0-4 9-16,-2 1 15 0,0-2 18 15,2-2 16-15,-1 0 15 0,-1-6-10 0,0 0-16 16,0 0-6-16,0 0-13 0,0 0-7 15,4-30-11-15,0 11-8 0,-2-4-6 0,4-10-10 16,3-1-3-16,2 0-7 0,3 0 4 16,-1 5-7-16,1-1-9 0,-3 9 5 0,-2 5-9 15,2-1 0-15,-6 2-7 0,4 5 1 16,3 3-4-16,-1 2 6 0,1 3-6 16,0 0 1-16,-1 4-3 0,2 4-5 15,-1-2 2-15,0 4 0 0,2 1 7 0,1 3 0 16,-3-2-7-16,-3 1-1 0,2-1-4 15,0 1-2-15,-6-1 3 0,3-4 7 0,-5 4-3 16,5-6 2-16,-7 4 5 0,6-4 5 16,-1-1 5-16,-6-3 10 0,5 6 8 0,-5-6 3 15,0 0-12-15,0 0-4 0,19-11-1 16,-11-1-4-16,3-2-5 0,3-3-1 0,2-5-3 16,4 1-2-16,-5 6 0 0,-2 2-6 15,-1 3 2-15,0 2-1 0,-1 0-2 16,-2 4-1-16,3 2-3 0,1 2 1 0,-1 3 4 15,1 4-2-15,-2 3 0 0,5 5 0 16,-4-1 1-16,4 9-2 0,1-2 3 16,-1 4-4-16,-4-1 4 0,1-1-3 0,-4-5 5 15,-4 1-4-15,4 0 3 0,-4-2-2 16,1-2-1-16,-4 3-14 0,-1-6-10 16,1 1-32-16,-2-1-32 0,0-2-39 0,0-1-38 15,0-1-50-15,0-2-59 0,0-6-81 16,-2 6-90-16,2-6-90 0,0 0-113 0,0 0-83 15,0 0 66-15,0 0-591 0,2-25-719 16</inkml:trace>
  <inkml:trace contextRef="#ctx0" brushRef="#br0" timeOffset="483.02">17524 10262 3363 0,'4'-6'7'0,"-4"6"38"0,4-5 12 0,-4 5 26 16,6-4 24-16,-6 4 20 0,5-4 19 0,-5 4-7 15,0 0 0-15,20 8-10 0,-15-3-6 16,5 1-6-16,-3 2-11 0,1 2-10 16,-2 3-8-16,-3 1-10 0,1-1-3 0,-2 5-1 15,2-3 1-15,-8 1 3 0,2 2-1 0,-3 3 5 16,-3-1 1-16,-2-1 1 15,1 2-7-15,-2-4 0 0,-1 0 2 0,-1-1 1 16,-3-1 4-16,3-3 2 0,1-4 3 16,1-1-4-16,0-2-3 0,3-5-10 0,8 0-5 15,-21-10-13-15,13-2-8 0,2-7-9 16,1-1-14-16,3-4-8 0,2-2-11 0,4 0-11 16,-2 2 7-16,1 2 0 0,4 3-4 15,-2 2-5-15,1 1 5 0,-1 5 0 0,5 1 0 16,-4 0 0-16,3 4 5 15,2 0 0-15,2 5 1 0,-2 0-2 0,1 2-1 16,4 2 1-16,-1 1 0 0,3 2-1 16,1 4 3-16,-1-2 2 0,2 1-8 0,-4 5 4 15,2-2 4-15,0-1 5 0,-6 3 2 16,1-2-5-16,-1 2 1 0,-1-4-3 0,-2 0-26 16,-2 0-44-16,2-3-57 0,-1 2-67 15,-4-4-95-15,2 0-103 0,0-2-135 0,-6-3-173 16,16 0 30-16,-16 0 73 0,27-8-459 15,-8 1-524-15</inkml:trace>
  <inkml:trace contextRef="#ctx0" brushRef="#br0" timeOffset="667.2">18318 10053 2849 0,'0'-10'-44'0,"-1"1"17"0,-1 1 11 0,2 8-1 0,0-6-4 0,0 6-15 16,-2-6-32-16,2 6-35 0,0 0-55 15,0 0-41-15,2-7-47 0,-2 7-405 0,0 0-148 16</inkml:trace>
  <inkml:trace contextRef="#ctx0" brushRef="#br0" timeOffset="2182.52">17414 10247 1920 0,'2'-8'73'0,"-4"0"20"0,2-1 29 0,-2 5 25 15,2 4 48-15,-2-14 30 0,2 8 16 0,0 6-3 16,0-8-15-16,0 8-15 0,0 0-2 16,0 0 10-16,0 0 6 0,-17 31-5 0,6-1-9 15,0 4 0-15,2 1-6 16,0 5-10-16,5-2-16 0,0 1-7 0,2-3-8 0,4 1-10 15,2-4-11-15,0-6-11 0,2-6-12 16,-1-2-3-16,2-1-8 0,4-3-10 16,-6-1-10-16,4-3 0 0,1-2-10 15,2-2-12-15,-1-4-3 0,3-3 2 0,0 0-9 16,2-5-4-16,4-3-11 0,5-6-1 16,0-6-7-16,0 3 1 0,-3-5-5 0,2 1-2 15,-9 9-5-15,-2-1-1 0,-4 5-5 16,2 0 0-16,-4 2-9 0,-1 2 1 0,-1 1-2 15,-5 3 4-15,0 0-4 0,18 3 4 16,-18-3-5-16,14 10-3 0,-5-2 1 0,-2-2-15 16,2 1-8-16,5 1-2 0,-3-2 1 15,5 0-12-15,-3-4 7 0,3 1 4 0,-2-2 4 16,2-5 4-16,3 2 3 16,-4-4 0-16,4 0 5 0,-2-6 3 0,3 1-2 15,-4-1 6-15,-2-2-3 0,1-1 0 16,3-8 1-16,-5 3-1 0,-4 1 1 0,5-8 1 15,-3-1-7-15,1-2-11 0,-5 7-26 16,0 4-33-16,-3 3-25 0,2 3-38 16,-3 3-45-16,0 2-63 0,-1 0-85 0,-2 4-62 15,0 4-73-15,0 0-82 0,0 0-127 16,0 0 47-16,0 0-517 0,0 0-616 0</inkml:trace>
  <inkml:trace contextRef="#ctx0" brushRef="#br0" timeOffset="2582.39">18329 10293 3000 0,'1'-4'82'0,"-1"4"82"0,4-4 41 0,-4 4 21 0,0 0 45 0,0 0 40 0,0 0 11 16,13 12 1-16,-6-4-6 0,-2 4-23 0,2 1-14 16,-3 9-22-16,4-2-21 0,-7 0-15 15,2 1-20-15,-1 3-17 0,-4-4-18 0,-1 3-17 16,2 1-14-16,-5-2-14 0,0-1-9 15,-3-3-13-15,-1 2-9 0,1-4-2 16,-2 0-14-16,-5-1-17 0,3-3-26 16,-1-4-29-16,3-3-36 0,0-5-29 0,11 0-27 15,-25-14-24-15,15-3-17 0,3-2-9 16,-1-16-4-16,6-2 3 0,2 0 12 16,2 1 13-16,2 11 9 0,1 5 14 0,-3 1 15 15,5 5 15-15,-4-1 15 0,1 6 9 16,4 2 13-16,-3 2 5 0,2 0 4 0,2 2 5 15,-9 3 2-15,16 0 0 0,-5 4 3 16,3 2-2-16,0-1-4 0,5 3-11 0,-2 1-18 16,4 0-20-16,7 2-10 15,-5-2-19-15,0-2-41 0,1-4-59 0,1 1-69 16,-3-4-39-16,4-2-55 0,1-1-82 16,9-3-89-16,-7 1-88 0,-6-2 56 0,7-3-383 15,-3-3-419-15</inkml:trace>
  <inkml:trace contextRef="#ctx0" brushRef="#br0" timeOffset="2799.19">19094 10003 2527 0,'0'-9'85'0,"-1"6"79"0,1 3 45 0,-8-4 52 16,8 4 44-16,0 0 34 0,-15 22 14 0,3-5 24 16,-3 13-6-16,-6 13-8 0,0 5-19 15,-2 3-27-15,5 4-30 0,-4 2-29 16,-1 2-26-16,4-3-25 0,-1-1-20 15,0-2-24-15,5-6-36 0,0-3-46 0,2-8-50 16,4-4-58-16,0-9-63 0,5-5-58 16,-1-2-61-16,-1-3-72 0,3-2-93 0,-4-4-95 15,2-4-85-15,5-3-99 0,-10 0-48 16,10 0 63-16,-5-16-533 0,3-2-638 0</inkml:trace>
  <inkml:trace contextRef="#ctx0" brushRef="#br0" timeOffset="2982.23">18780 10140 3189 0,'-1'-3'53'0,"1"3"83"0,0 0 49 16,0 0 40-16,-14 14 21 0,8-8 3 0,2 5-7 15,1-1-15-15,-1 2-16 0,2 2-26 16,2 0-25-16,0-1-24 0,0 1-54 16,4 1-68-16,0 3-80 0,-3-5-111 0,5 3-114 15,-4-6-129-15,3 1-161 0,1 1-51 16,4 0 69-16,-3-4-393 0,3 1-434 0</inkml:trace>
  <inkml:trace contextRef="#ctx0" brushRef="#br0" timeOffset="3283.05">19758 10367 3191 0,'-6'-6'395'0,"3"2"-2"16,3 4 3-16,0 0 8 0,-7-4 15 0,7 4 4 16,0 0-3-16,0 0-18 0,37 2-24 15,-11-2-22-15,16 2-33 0,2 4-44 0,2-2-20 16,-1 1-106-16,2-2-153 0,-8 1 0 16,1-2 0-16,-10 1 0 0,-3-1 0 15,-6-1 0-15,1 1 0 0,-6-1 0 16,-2 1 0-16,1-2 0 0,-6 0 0 0,5-2-119 15,-3 2-91-15,1-1-59 0,-3-2-63 16,1-1-71-16,-2-1-81 0,-1 0-117 0,-1 0-180 16,-1-1 59-16,-1 0 75 0,0 3-585 15,-4 3-695-15</inkml:trace>
  <inkml:trace contextRef="#ctx0" brushRef="#br0" timeOffset="3865.79">20916 10181 3770 0,'-3'-5'226'0,"1"-2"18"0,2 7 11 16,-8-7 14-16,8 7 27 0,0 0 33 16,0 0 22-16,0 0-1 0,-6 19-17 0,2-8-21 15,6 3-20-15,-4 2-27 0,4 1-24 16,0 4-19-16,-4 0-19 0,-2 1-22 0,4 1-129 15,-1 1-52-15,-1-5 0 0,-2-2 0 16,0-2 0-16,2-1 0 0,1-1 0 0,-1-2 0 16,-5-1 0-16,5-3 0 0,1-1 0 15,-1 0 0-15,2-6 0 0,0 0 0 16,0 0 0-16,0 0 0 0,0 0 0 16,0 0 0-16,10-33 0 0,-1 15 0 0,2-1 0 15,3 3 0-15,-3-1 0 0,3 4 0 16,-5 1 0-16,2 2 0 0,0 0 0 0,-2 5 0 15,-2 0 0-15,2 2 0 0,0 1 0 16,-9 2 0-16,14-2 0 0,-14 2 0 0,14 4 0 16,-8-1 0-16,-1 2 0 0,1-1 0 15,-1 1 0-15,-1-1 0 0,1 2 0 16,-3 0 0-16,1 0 0 0,-1 0 0 0,-2-6 0 16,6 5 0-16,-6-5 0 0,3 6 0 15,-3-6 0-15,0 0 0 0,22-6 0 16,-11 1 0-16,3-4 0 0,2-2 0 0,2-1 0 15,-3 6 0-15,0-3 0 0,0 1 0 16,-3 4 0-16,-1 0 0 0,0 1 0 0,1 2 0 16,-1 1 0-16,-11 0 0 0,23 2 0 15,-11 2 0-15,-2 2 0 0,-3 0 0 0,2 1 0 16,2 0 0-16,-6 2 0 0,2-1 0 16,-1 1 0-16,0 0 0 0,-3-6 0 15,4 7 0-15,-4-3-274 0,-1-2-94 0,4 0-63 16,-4 0-67-16,-2-5-77 0,0 7-157 15,0-7-17-15,0 0 72 0,-2 9-645 0,2-9-779 16</inkml:trace>
  <inkml:trace contextRef="#ctx0" brushRef="#br0" timeOffset="4232.83">21210 9873 3597 0,'-30'-5'-23'0,"-5"3"39"0,-5 5 48 0,-18 9 66 0,1 5 61 0,-1 9 53 0,-15 15 38 16,5 5 36-16,5 12 20 0,4 5-1 0,11 9-14 16,10 6-19-16,5 9-28 0,12-2-26 0,16-15-24 15,7-3-25-15,10 2-19 16,6-4-20-16,9-5-35 0,7-6-60 0,9-5-34 16,2-7-16-16,8-5 2 0,5-8 0 15,1-10-2-15,2-11 3 0,-10-6-7 0,9-9 12 16,0-3-13-16,-1-12 0 0,0-7 2 15,9-18-5-15,0-2 0 0,-9-10 1 0,-7-6 3 16,-2-4-4-16,-6-5-2 0,-7-1-5 16,-5-5 0-16,-7-2-10 0,-10 18-4 0,-8-3 0 15,-3 5-14-15,-12 8-7 0,-3 4-3 16,-10 6 0-16,-7 10-19 0,-12 8-22 0,-12 9-36 16,-5 5-44-16,-6 11-45 15,-7 4-53-15,-7 7-69 0,-18 9-71 0,3 8-75 16,3 2-127-16,-3 3-124 0,8-1 57 15,7 3-588-15,16-8-713 0</inkml:trace>
  <inkml:trace contextRef="#ctx0" brushRef="#br0" timeOffset="5182.21">17371 12339 3292 0,'-14'-5'-146'0,"-2"1"21"0,7 0 29 0,-2 3 24 0,1-2 25 0,0 3 29 0,10 0 22 0,-15-2 15 0,15 2 14 0,-11-3 0 0,11 3 3 0,-10-2-2 15,10 2-2-15,0 0-6 0,0 0 1 16,0 0-5-16,0 0-3 0,0 0-1 16,0 0 0-16,70 3-3 0,1-3 1 0,16-3-2 15,47-4-21-15,23 4-15 0,16-1-9 16,77 0-4-16,10 4-5 0,15 4 1 16,5 3-2-16,2-2 8 0,5 2 5 15,-9-1 7-15,-14 2 12 0,-17-2 12 0,-16 1 3 16,-61-3-2-16,-10 0-1 0,-13 0 1 15,-18-2 1-15,-39 0 0 0,-12-2 0 0,-27 0-2 16,-2 0 3-16,-15-2-1 0,-9 0-5 16,-9 0-14-16,2-4-11 0,-11 3-19 0,-1 1-24 15,-6 2-38-15,0 0-51 0,-15-14-85 16,-1 8-182-16,-4 2-194 0,-9 0-117 16</inkml:trace>
  <inkml:trace contextRef="#ctx0" brushRef="#br0" timeOffset="6947.8">17215 12421 1685 0,'2'-7'-24'0,"-2"-2"23"0,2 2 24 0,2 1 19 0,-2-3 10 0,2 2 12 0,-2-1 16 0,0 1 10 0,0 0 3 0,-2 7-8 0,2-8-9 15,-2 8-7-15,0 0-1 0,0 0 18 16,0 0 14-16,0 0 4 0,-11 23 8 15,6-2 9-15,-2 10 14 0,-3-1 1 0,0 6 5 16,3 0-10-16,-2 1 0 16,-1 0-1-16,4 0-1 0,-3-2-16 0,1 3 0 15,1-4-5-15,-2 0-6 0,6-8-17 16,-3-5-5-16,4 2-7 0,1-9-7 0,-3 3-9 16,2-4-1-16,-2 1-7 0,4-4-3 15,-3 3-9-15,2-5-3 0,1 0 2 0,-2-1-5 16,2-7-2-16,-4 12-2 0,4-12-4 15,0 10 4-15,0-10-3 0,0 7 2 0,0-7-4 16,0 0-3-16,6 7 1 0,-6-7-6 16,0 0 3-16,19 3-8 0,-8-3 3 15,-11 0 0-15,31 0-7 0,-12 0 2 16,6-1 1-16,4-1-4 0,1 2-2 16,14-2-16-16,2 2-4 0,-1 0 2 0,7 0-11 15,11 4 5-15,5-3 2 0,7 4 0 16,0 0 10-16,8 1-4 0,1 1-5 0,2-2 0 15,-3 4-3-15,-3 2-7 0,4-4-3 16,-2 4-3-16,-6 0-3 0,2 1-1 0,-5 0-8 16,-3-5 3-16,-2 1-1 0,-7 0-1 15,3 1 8-15,-8-2 5 0,-6-6-6 16,0 0 7-16,-1 2 0 0,1-3 8 16,-2 0 1-16,-1 0 3 0,1 0 6 0,-4-3 0 15,0 2-1-15,1 0-6 0,0 1-3 16,-4-4 5-16,6 4-10 0,0-2-1 15,1 4-3-15,2 0-2 0,2 0 5 0,11-2-7 16,4 0 7-16,-3 1-1 0,6 3 1 16,2-4 3-16,1 2 2 0,4 0-5 0,4 0 2 15,-4 0-14-15,5-2 3 0,4 4 0 16,-3-4-9-16,3 2-11 0,-2-2-8 0,-1 0-10 16,-4 4-5-16,1-2 0 0,1 0-2 15,-5 2 3-15,-2 1 0 0,-3 1 5 0,-7-2 2 16,-3 1 2-16,-13-2 1 0,-4 1-4 15,-14-2 3-15,-7-1 10 0,-1 1 17 16,-6-2 20-16,2 0 11 0,-5 2 3 16,-2-2 6-16,1 0 9 0,-12 0 4 15,16 0-1-15,-16 0-2 0,18-2-3 0,-9 2 4 16,-9 0-3-16,21 0 0 0,-11 0 0 16,2 2 0-16,-12-2 0 0,22 0-2 0,-12 1 3 15,-1-1 3-15,-9 0 8 0,20 0 6 16,-20 0 14-16,14 2 10 0,-14-2 18 0,12 0 0 15,-12 0 9-15,0 0 5 0,0 0-8 16,19 1 2-16,-19-1-8 0,0 0-5 0,0 0-9 16,18 0-5-16,-18 0-1 15,0 0-8-15,14 0-9 0,-14 0 4 0,0 0-3 16,16 0 0-16,-16 0-6 0,0 0-4 16,13 0 14-16,-13 0 25 0,0 0 14 15,0 0 17-15,0 0 17 0,17-1-8 0,-17 1-6 16,6-5 0-16,-2 0-6 0,-4 5-3 15,7-18-8-15,-5 7-7 0,0-5-8 0,2-7-7 16,-4-1 0-16,2-3-5 0,2-9-5 16,-2-2-7-16,1-2-4 0,1-2-1 0,0 1-2 15,-2-4-4-15,1 1-5 0,4 3-2 16,-3 1-1-16,-3 4-1 0,1 6 2 0,0 7-4 16,2 5-2-16,-4-1 3 15,2 1-5-15,0 5 1 0,-2 0-3 0,0 4 3 16,0-2-6-16,0 2 2 0,1 0 1 15,-1 9-12-15,0-11 10 0,0 6-4 16,0 5 2-16,2-11-4 0,-2 11-2 0,0-8 2 16,0 8-5-16,0 0 2 0,2-9 0 15,-2 9 1-15,0 0 1 0,0 0-1 0,4-7 5 16,-4 7-5-16,0 0 7 0,0 0-4 16,0 0-4-16,0 0 9 0,0 0-4 0,0 0 4 15,0 0 0-15,0 0-1 0,0 0-1 16,0 0 2-16,-8-8-3 0,8 8-2 0,-18-7 3 15,0 3-4-15,1 1 2 16,-2 0 3-16,0 1-4 0,-6-1 2 0,-4 1-4 16,3 0-2-16,2 0-5 0,-5 2-19 15,6 0-18-15,0-1-40 0,2 1-46 0,-2 0-56 16,4 0-64-16,-4-2-100 0,-3 2-185 16,-1-2-40-16,-2 2 52 0,-7-3-252 15,3-1-268-15</inkml:trace>
  <inkml:trace contextRef="#ctx0" brushRef="#br0" timeOffset="9265.02">17142 12964 1955 0,'5'-5'-84'0,"-5"5"30"0,4-6 14 0,-4 6 18 0,3-6 21 16,-3 6 12-16,8-5 13 0,-5 0 10 0,-3 5 12 0,11-5 14 0,-11 5 6 0,7-6 8 16,-7 6 8-16,7-4 3 0,-7 4 3 0,4-4 0 15,-4 4-1-15,0 0-3 0,5-5-7 16,-5 5-4-16,0 0-7 0,0 0-8 16,-29 2-5-16,12-2-6 0,-10 3-4 0,-2 1-3 15,-11-3-8-15,1 4 0 0,-6-3-6 16,4 0 4-16,-4-2-6 0,6-2-4 0,3 2-2 15,-5-2 2-15,1 0 0 16,2-1-8-16,10 0-4 0,-1 0 4 0,4-1-2 0,0-1 0 16,3 2-3-16,-1-3-1 15,4 0 0-15,2 4-4 0,-1-1 10 0,4-1-6 16,0 0 0-16,-1 3-4 0,1-2 0 16,3 1 1-16,2 0-3 0,-1 0 3 15,10 2-4-15,-21 0 1 0,9 2-2 0,1 0 1 16,-1 3 3-16,-1 2-1 0,0 4 2 15,-2 3 4-15,2 1 2 0,-7 13 13 0,3-2-3 16,0-1 3-16,1 3-8 16,3-1 16-16,2-4-3 0,-2 2 3 0,3-3 9 0,0-2 1 15,3-2 1-15,-1 2 4 16,1-3-7-16,1-2 0 0,-2-1-8 0,4-1 3 16,1-1 2-16,-3-2-9 0,2 1-2 15,3-3-3-15,-3 0 0 0,1-2-2 0,1 1-5 16,0 0 10-16,2 0-6 0,0-1 0 15,2 1 1-15,0 3 2 0,5-4 0 16,-2 0-6-16,4 1-4 0,5 0 7 0,-1 0-3 16,8 1-8-16,2-2 5 0,12 5 0 15,4-5-2-15,3 2 4 0,13 0-10 0,6-1 2 16,0-1 0-16,2 2-12 16,6 2-3-16,-2 1 2 0,5 0 3 0,-2 1 1 15,3 0-5-15,-3 0 3 0,1 2 3 16,-4-1-2-16,2 1 2 0,-1-2 0 0,0 2 4 15,0-2-6-15,-4-2 0 0,-1 2 4 16,-2-3 0-16,2 1 5 0,-2-2-5 0,4-1-4 16,-4 1 8-16,1 0-10 0,-1-3 4 15,4 1 2-15,0 1 0 0,-2 0 0 0,-3-1 3 16,6-2-1-16,1-1-10 0,-1 3 10 16,4 0-2-16,0 0 5 0,-2 2 0 15,-1-4-6-15,1 3 4 0,-2-1-11 0,6 0 0 16,-6 3-6-16,2-2-12 15,-3 0 0-15,-2 3-7 0,-2-3 3 0,-2 0-3 0,-2-2 2 16,2 5 5-16,-12-3 0 16,10 0 8-16,0 0-5 0,1-3 5 0,1 2 3 15,-9-3-2-15,0 0 1 0,3-1 5 16,6 3-2-16,-7-3 9 0,11 2-4 0,-2 2-3 16,-12-6 2-16,12 5 2 0,-12-1 2 15,1-1-3-15,9 2 4 0,-1 3-1 0,-13-4 0 16,3 0 0-16,0-2 1 0,3 3 4 15,12-4 0-15,-4 3-3 0,2-1-1 16,-4 4-1-16,-3-4 1 0,5 1-4 0,-7-2 3 16,-4 0-2-16,4 0 2 0,2 0-2 15,-3-2 0-15,-2 2 3 0,1 1 2 0,-3-1 2 16,2 0-3-16,-4 0-3 16,-1-2 2-16,0 2 0 0,2 2-5 0,-1-4 5 15,3 2 0-15,1 2 2 0,10 0-4 16,4-1 2-16,0 1-6 0,1 0-6 0,-6 4 1 15,1 0-2-15,-4 1 6 0,-8-5-8 16,-4 4-1-16,-3-6 3 0,-2 2 1 0,-9 0 5 16,-7-2 3-16,0 0 1 0,-3-2 6 15,-1 0 4-15,2 0 2 0,-1 0 6 16,0 0-3-16,-4 0 11 0,-2 0 0 0,3 0 4 16,-3-2 5-16,-1 0 0 15,-1 0 0-15,-2 2-9 0,-9 0 8 0,20-2-6 16,-11 1 3-16,-9 1-4 0,12-3 3 15,-12 3-5-15,11 0 9 0,-11 0-1 0,17-2 0 16,-17 2 1-16,23 0-8 0,-6 0 1 16,4 0-2-16,2 0-9 0,2 0 10 0,3 0-9 15,3 0-4-15,7 2 3 0,2 4-1 16,-9-2 2-16,-7-2 3 0,-3-2-4 0,-2 4 1 16,0-2-7-16,-5 0-1 15,-1-2 8-15,-13 0 1 0,21 4-4 0,-14-4 13 16,-7 0-5-16,20 0 1 0,-20 0-3 0,20-4 2 15,-10-1-11-15,-1 0 9 16,3-1 6-16,-4-2 3 0,3 1 2 0,0-3 8 16,3 0 7-16,-5-6 11 0,3 0 5 15,5-6 8-15,-3-5 7 0,-1-4 0 0,2-4-4 16,2-11-4-16,1-3-7 0,-4-5-4 16,4 4-3-16,-5 3 1 0,-1 9 14 0,-5 4 2 15,1 1-3-15,-3 8-6 0,-1 4-3 16,0 2-3-16,-4 1 1 0,2 3 0 0,0 1-3 15,0 2-4-15,-2-1-4 0,0 1-4 16,0 1-2-16,0 1-2 0,0 3-6 16,0 7-1-16,0-15-7 0,-2 10-1 15,2 5 0-15,-4-12-9 0,4 12 2 0,-6-7-1 16,6 7-1-16,-9-4 0 0,9 4-3 16,0 0 4-16,-23 0-2 0,23 0-2 15,-21 4 2-15,7-2-2 0,2-1 0 0,-6 1 2 16,-2 0-4-16,-2 0 2 0,-3-2 1 15,-3 1 0-15,-3-2-4 0,-10 1-2 0,-4-2 3 16,-4-2-2-16,-16-3 2 0,-5 2 0 16,-4-3 2-16,-7-1-5 0,3-4 1 0,-2 4 1 15,-4-3-1-15,2 2-1 0,4-4 0 16,4 1 4-16,5 1-1 0,6 3 2 16,6-1-7-16,14 2-1 0,4 1 0 15,10 3 2-15,9 0-2 0,2 0-2 0,6 4-26 16,-2-2-39-16,4 2-38 0,10 0-45 15,-17 0-53-15,17 0-60 0,-13 2-66 0,7 2-96 16,3 0-155-16,3-4-25 0,-4 7 56 16,4-7-315-16,-5 12-350 0</inkml:trace>
  <inkml:trace contextRef="#ctx0" brushRef="#br0" timeOffset="10447.9">17626 13000 2310 0,'0'0'-68'0,"5"-7"30"0,-5 7 19 0,6-8 27 0,-3 5 23 0,-3 3 24 0,4-6 15 0,-4 6 7 16,4-7 1-16,-4 7-9 0,3-5-8 0,-3 5-7 16,0 0-5-16,0 0-9 15,0 0 1-15,0 0 17 0,0 0 13 0,0 21 18 16,-5-1 10-16,-4 11 5 0,-4 4 14 15,1 0 8-15,-10 10-3 0,8-2 7 16,-6 2-3-16,7-11-2 0,-4 10-9 0,4-7-6 16,2-4-5-16,1 1-8 0,0-5-12 15,3-5-9-15,0-4-5 0,4-3-7 0,-3-1-6 16,3-1-7-16,1-3-3 0,-4 0-9 16,3 0 2-16,1-2-6 0,-3 2-4 0,1-5-2 15,2 0-2-15,1 2 0 0,-1-3-5 16,-2 0 0-16,2 0-2 0,0 1-3 0,2-7 0 15,-1 7 0-15,1-7 1 0,-2 7 8 16,2-7-2-16,0 8 3 0,0-8-1 0,0 0-5 16,-4 5-4-16,4-5-6 15,0 0-20-15,0 0-32 0,0 6-55 0,0-6-82 16,0 0-82-16,0 0-82 0,-4 6-133 16,4-6-157-16,-4 6 45 0,4-6-353 0,0 0-419 15</inkml:trace>
  <inkml:trace contextRef="#ctx0" brushRef="#br0" timeOffset="11330.84">18523 13203 2388 0,'1'-6'-69'0,"-1"6"19"0,2-11 17 0,0 4 25 0,3 0 28 15,-3-1 20-15,-2 3 21 0,2-3 18 0,-1 2 10 16,1 0 6-16,-2 6-10 0,4-10-11 16,-4 10-3-16,4-7-11 0,-4 7-2 0,0 0 3 15,0 0 14-15,1 21 15 0,-1-5 6 16,0 9 6-16,-1 0-2 0,-1 13-1 0,-4 2 7 16,3 2 5-16,-4-4-2 15,3 1 3-15,1 0-5 0,-5-2-1 0,3-4-3 16,-1-1-14-16,2-6-2 0,-4-3-10 15,4-5-4-15,1-1-10 0,-3-2-7 16,3 1-3-16,1-3-3 0,-5-1-5 0,3-2-18 16,3-3 7-16,-1 3-8 0,-2-3 0 15,2 2-16-15,0-5-25 0,1 3-29 0,-1-2-51 16,2-5-53-16,-4 9-58 0,4-9-68 16,-2 7-102-16,2-7-186 0,0 0-11 0,0 0 53 15,0 0-242-15,0 0-252 0</inkml:trace>
  <inkml:trace contextRef="#ctx0" brushRef="#br0" timeOffset="11764.45">20045 13147 2056 0,'7'-2'-6'0,"-6"-4"18"0,-1 6 8 0,8-6 5 0,-8 6 17 16,4-4 14-16,-4 4 20 0,0 0 10 15,0 0 9-15,0 0-6 0,5-3-5 0,-5 3-7 16,0 0 5-16,0 0 21 0,0 0 17 15,2 19 8-15,-6-5 8 0,2 3 8 0,-1 8 1 16,-3 8-9-16,1 6 2 0,-4 0-9 16,4 3-1-16,-1-1-9 0,3-3-1 0,-3 1-8 15,-1-2-2-15,6 0-9 0,-5-8-3 16,4-4-14-16,0-2-6 0,1 0-13 16,-1-7 3-16,0 3-8 0,0-1-8 0,0-3-6 15,0-1-5-15,2-3-2 0,-1 1-10 16,1-1-28-16,0-2-38 0,-2-1-43 15,2 1-54-15,0-3-67 0,0 1-67 16,0-7-84-16,2 8-134 0,-2-8-118 0,1 8 53 16,-1-8-318-16,8 3-355 0</inkml:trace>
  <inkml:trace contextRef="#ctx0" brushRef="#br0" timeOffset="12096.77">21162 13247 2661 0,'2'-7'109'0,"-2"7"-12"0,0-6-11 15,0 6-10-15,0 0-5 0,0 0 17 0,0 0 28 16,-4 27 12-16,2-8 6 0,1 5 2 15,-3 12-14-15,0 3-1 0,2 0-8 0,0 2-15 16,2 0-5-16,-1-2-9 0,1-2-7 16,0 3-9-16,0-10-4 0,0 7-10 15,0-6-4-15,-3-6-8 0,3 1-3 16,0-5-17-16,-2 2-30 0,-2 2-34 0,2-5-41 16,-1 1-56-16,-1-2-55 0,0-7-72 15,4 1-87-15,-1-3-143 0,-1-2-57 16,2-4 53-16,0-4-220 0,0 0-211 0</inkml:trace>
  <inkml:trace contextRef="#ctx0" brushRef="#br0" timeOffset="12447.89">22096 13369 2278 0,'4'-7'192'15,"-4"7"-7"-15,3-7-15 0,-3 7-27 0,0 0-3 16,0 0 33-16,0 0 17 0,0 0 23 16,14 28 2-16,-12-7-1 0,0 16-8 0,0 2-12 15,-2 4-12-15,0 0-19 0,0 2-6 16,0 2 0-16,-2-4-21 0,-2 1-5 15,3 0-6-15,-4-1-16 0,1-2-8 0,0-3-9 16,1-3-14-16,-5-2-7 0,7-5-6 16,-5-5-7-16,-4 6-21 0,4-8-38 15,4-1-55-15,1-5-61 0,-3 0-84 16,0-3-92-16,2-2-84 0,-2 3-106 0,-4-7-202 16,5 3 44-16,-1-4 71 0,4-5-366 15,-9 3-415-15</inkml:trace>
  <inkml:trace contextRef="#ctx0" brushRef="#br0" timeOffset="15130.64">17164 13258 1706 0,'-29'6'107'0,"-9"8"-8"0,-17 8-12 0,-21 16-8 0,-10 1 4 0,-4 6 10 0,-1-1 11 16,-2 3 3-16,-1-1 13 0,5-1 2 0,-5-3 2 16,7-1-13-16,4 2-12 0,4-1-11 15,4-3-5-15,20-8-14 0,2 0-1 0,3-4-5 16,7 2-7-16,-2-4-6 16,8-2-4-16,6-3-6 0,4-3-8 0,2-1-14 15,5-3-26-15,4-5-30 0,5 0-26 16,1-2-29-16,3 0-32 0,-1-1-40 15,3-1-52-15,-4-2-59 0,9-2-84 0,-7 6-116 16,7-6-147-16,0 0-122 0</inkml:trace>
  <inkml:trace contextRef="#ctx0" brushRef="#br0" timeOffset="15530.33">18026 13612 1716 0,'1'-16'10'0,"1"-2"17"16,0 5 10-16,0 2 13 0,0 1 16 15,-2 0 7-15,0 5 6 0,0-2-4 16,0 7-4-16,0-11-11 0,0 11-9 0,0 0-1 16,0 0 4-16,0 0 21 0,-29 38 4 15,13-5 11-15,-8 10 4 0,-4 7 11 0,-3 5 7 16,-7 18-1-16,10-17 1 0,-1 2-6 16,-7 14 1-16,9-15-18 0,1-3-5 15,2-2-6-15,3-4-12 0,3-2-5 0,-2-1 2 16,6-2-19-16,0-8-1 0,1-4-16 15,1-2-43-15,3-6-50 0,1-5-56 0,4-3-65 16,1 0-85-16,-2-3-102 0,5-3-155 16,0-4 34-16,0-5-153 0,8 6-144 0</inkml:trace>
  <inkml:trace contextRef="#ctx0" brushRef="#br0" timeOffset="15913.87">19252 13451 1825 0,'0'-18'26'0,"0"6"7"0,0-1 10 15,0 5 11-15,0-1 3 0,0 5 10 16,0 4-4-16,2-10-4 0,-2 10 14 0,0 0 23 16,0 0 17-16,9 18 6 0,-6 3 3 15,3 13-9-15,-1 5 1 0,-1 2-8 0,3 14-3 16,0 1-5-16,0 4-13 0,1-2-2 16,-1 5-9-16,3-7-7 0,-2-1-10 15,-3-1-4-15,1-8-3 0,-4-5-6 0,1 0-2 16,-3-5-9-16,3 1 3 0,-6-6-7 15,3-4-16-15,-2-3-38 0,1 1-42 0,-1-2-45 16,-4 1-52-16,4-7-78 16,-1 0-93-16,-1-2-172 0,0-5 8 0,2-1-181 15,2-2-175-15</inkml:trace>
  <inkml:trace contextRef="#ctx0" brushRef="#br0" timeOffset="16329.94">20846 13670 1815 0,'-8'-16'-6'0,"2"2"6"0,4 3-1 0,1 1 11 0,-1 3 11 0,2 0 4 0,0 7-1 16,-2-5 4-16,2 5 24 0,0 0 26 16,0 0 19-16,5 26 13 0,-3-2 3 15,4 13-7-15,-2 6-3 0,0 20-7 0,4 3-6 16,-1 4-10-16,-2 1-10 0,4 3-3 15,-6-1-4-15,5 3-4 0,-3 0-8 0,1-4-5 16,0-2-4-16,-4-3-7 0,0-5-6 16,4-3 2-16,-6-11-4 0,0-3-1 15,0-2-6-15,-2-4-25 0,2-2-33 0,-2-8-44 16,-2-8-50-16,4 0-80 0,-2-5-92 16,1-3-185-16,-2-2 17 0,6-5-97 0,-3-1-71 15</inkml:trace>
  <inkml:trace contextRef="#ctx0" brushRef="#br0" timeOffset="16616.49">21684 13805 1886 0,'-2'-9'152'16,"2"2"-10"-16,0 2-24 0,0 5-10 16,0 0-9-16,0 0-8 0,-2 21-3 0,4-1 2 15,-2 16 6-15,4 9 1 0,2 11-8 16,5 4-8-16,2 0-8 0,1 5-6 16,1 0-9-16,4-1-3 0,-4 0-8 15,1-1-21-15,-1-5-32 0,0 0-36 0,-4-5-39 16,3-1-40-16,-4-11-55 0,-3-5-72 15,-1-1-95-15,4-5-134 0,-7-8-193 0,-1-4-165 16</inkml:trace>
  <inkml:trace contextRef="#ctx0" brushRef="#br0" timeOffset="16913.5">22953 13909 2252 0,'0'-5'209'15,"0"5"-30"-15,0 0-17 0,0 0 3 0,6 21 12 16,-2 0 4-16,2 10 1 0,0 6-5 16,-3-1-2-16,5 3-8 0,-3 1-13 0,2 2-15 15,0-1-13-15,2 11-14 0,3-2-10 16,1 0-8-16,-3-11-12 0,2-1-10 0,-3-2-26 15,-2-1-39-15,3-10-43 16,-6-4-53-16,0-4-55 0,-1-1-46 0,-3-2-33 16,0-1-58-16,0-2-70 0,-1-2-121 15,-3 0-82-15,-4-3 45 0,4-1-209 0,-2-4-211 16</inkml:trace>
  <inkml:trace contextRef="#ctx0" brushRef="#br0" timeOffset="18080.03">17730 12436 1854 0,'4'-8'-29'0,"-3"-1"25"0,3 1 30 0,-2 1 24 0,3-2 20 0,-2 2 14 0,-1 1 14 0,0 0 1 15,0-1-5-15,-2 7-14 0,4-6-8 16,-4 6-4-16,0 0 20 0,0 0 14 0,0 29 16 16,-6-4-15-16,1 13 4 0,-4 1-4 15,-2 10-9-15,0-1-3 0,3-7 4 0,-2-2-5 16,3-3-8-16,2-3-2 0,-4-1-6 15,6-6-8-15,-1-6-1 0,0-3-9 16,2-2-2-16,0-1-7 0,2-4-3 16,-1 0-5-16,-1-1 0 0,0-1-4 0,0 0-12 15,2-8-3-15,-2 11-32 0,-1-6-45 16,3-5-30-16,0 9-52 0,0-9-59 16,-5 3-76-16,5-3-84 0,0 0-188 0,0 0 32 15,0 0-198-15,0 0-204 0</inkml:trace>
  <inkml:trace contextRef="#ctx0" brushRef="#br0" timeOffset="18428.86">18612 12510 2017 0,'2'-10'20'0,"-2"2"13"0,0 3-5 16,0 5-5-16,2-6-7 0,-2 6 4 0,0 0 28 15,0 0 23-15,0 0 13 0,-7 31 16 16,3-14-3-16,-2 5 2 0,1 11-4 0,-4 3-2 16,6-1-7-16,-3 2-4 0,3-1-7 15,-1 1-7-15,0-1-10 0,-1 0 1 16,2-1-8-16,-1 1-3 0,2-7-4 0,0-3-8 15,-1-2-4-15,-3 0-4 0,3-2-22 16,-1 0-32-16,-3 0-29 0,2-1-40 16,-1-1-35-16,3-5-51 0,-1-5-45 15,0 0-62-15,1-4-130 0,2-1-36 0,1-5-105 16,0 0-62-16</inkml:trace>
  <inkml:trace contextRef="#ctx0" brushRef="#br0" timeOffset="18695.71">18974 12463 1797 0,'2'-8'169'0,"0"1"-16"16,-2 5-15-16,0 2-16 0,0 0-5 0,0 0 23 16,0 0 18-16,-2 23 4 0,0-5 1 15,1 5-8-15,-5 12-3 0,0 0-17 0,3 0-15 16,-4 1-10-16,4 0-8 0,-3-2-9 15,2 2-14-15,1-4-5 0,-3-3-10 0,3-4-1 16,0-2-6-16,-1 4-18 0,0-3-10 16,2-2-26-16,-3-2-31 0,1-3-50 0,2 0-46 15,-1-1-46-15,3-4-57 0,-5 0-66 16,3-4-94-16,0 1-147 0,4-5 31 16,-2-4-194-16,7 4-192 0</inkml:trace>
  <inkml:trace contextRef="#ctx0" brushRef="#br0" timeOffset="19662.03">22555 12451 1835 0,'-2'-17'22'0,"2"0"29"0,-1 4 21 16,-1-1 21-16,0 2 31 0,2 2 20 0,0-3 18 0,0 5 15 0,0 0 22 0,-2-3 10 15,2 5-4-15,0 6-12 0,0-12-23 16,0 7-25-16,0 5-13 0,0 0 1 0,0 0 9 16,0 0 0-16,-6 21-7 15,0-5-8-15,-1 5-6 0,-4 9-4 0,-2-1-10 16,2 0-2-16,2-4-6 0,1-7 2 15,0 4-7-15,-1-5-7 0,0 0-3 0,2-3-4 16,0 1-11-16,2-3 0 0,-1-4-11 16,2 2-1-16,0-2 3 0,-2-3 12 15,6-5 8-15,-4 12 24 0,4-12 2 0,0 0-7 16,0 0-16-16,0 0-11 0,0 0-7 16,13-31-10-16,-1 4-13 0,8-2 2 0,-2 0-2 15,5 0-11-15,1 2 2 0,-4 3-4 16,-1 0-4-16,2 3 0 0,-6 8-3 0,1 1-3 15,-3 3-5-15,1 1-7 16,-1 4 4-16,0-1 0 0,-1 3-6 0,1 2 0 16,-13 0 3-16,26 4-6 0,-12 0 1 15,1 3 0-15,-4 2-8 0,3-2 7 0,-7 4-3 16,4-5 2-16,-4 3 3 0,-2-2 2 16,1 0-4-16,-2-1 1 0,-3 1 11 0,1 0-8 15,-2-7-3-15,7 10-1 0,-7-10 5 16,4 9 2-16,-4-9-5 0,3 7 12 15,-3-7 11-15,0 0-12 0,0 0-3 0,31-11 1 16,-17-1-5-16,13-1 0 0,-2-4 16 16,-4 6 2-16,-2 3-10 0,-3 1-3 0,-3 0 0 15,-3 4-7-15,1-1-3 16,-4 3 0-16,-7 1 4 0,20 5 1 0,-11 0-1 16,3 4-5-16,-3 2 4 0,0 1-4 15,3 4 4-15,-2-1-6 0,-1 0 6 0,-2 3-4 16,3-2 3-16,-2-1 0 0,-3-3-36 15,3-1-55-15,-2 1-62 0,2 0-79 0,-7-3-86 16,3-1-95-16,0 4-95 0,-1-4-116 16,-3 1-112-16,2-3 56 0,5 0-554 0,-3 0-690 15</inkml:trace>
  <inkml:trace contextRef="#ctx0" brushRef="#br0" timeOffset="19829.49">23570 12545 3327 0,'5'-10'107'0,"-1"4"39"0,-2 0 39 0,0 1 36 0,-2 5 23 0,0 0 11 0,1-10-17 0,-1 10-24 16,6-7-25-16,-6 7-26 0,14-7-51 15,-3 5-47-15,5 2-60 0,4 0-73 0,-1 0-94 16,3 0-100-16,3 4-94 0,2-4-122 16,0 2-168-16,0-4 52 0,9-2-394 0,-8 1-465 15</inkml:trace>
  <inkml:trace contextRef="#ctx0" brushRef="#br0" timeOffset="20045.86">24337 12186 2790 0,'17'-17'36'0,"-5"3"59"0,-5 5 68 0,-3-1 30 15,2 3 18-15,-5 1 5 0,-1 6-9 16,6-6 6-16,-6 6 33 0,0 0 12 0,0 0 5 16,3 29-15-16,-6-13-7 0,-1 8-15 15,-1 12-17-15,-3 2-27 0,1 1-4 0,-1 1-23 16,-2-1-21-16,3 2-12 0,0-5-54 15,-4 1-61-15,2-2-62 0,2 0-59 16,-3-4-60-16,-1-2-72 0,0 0-78 16,-3-4-69-16,-1-1-92 0,1-8-149 0,3-3-24 15,2-2 66-15,-1-3-424 0,0-1-490 16</inkml:trace>
  <inkml:trace contextRef="#ctx0" brushRef="#br0" timeOffset="23461.59">6702 12441 918 0,'-2'-13'135'0,"2"1"42"0,0 3 11 0,2 2 1 0,-2 0-8 0,0 7-3 16,2-10 1-16,-2 10 5 0,2-10 8 16,-2 10-2-16,2-7-10 0,-2 7-18 0,0 0-6 15,0 0 27-15,0 0 22 0,0 0-10 16,-18 38-9-16,9-9-11 0,0 5-5 0,-4 3-8 15,4-2-9-15,2 2-16 0,-2 2-10 16,-2-1-12-16,4-4-9 0,2-2-12 16,-3-5-7-16,0-8-11 0,2-1-5 15,4-3-8-15,-3 1 2 0,1-5 17 16,1-1 18-16,-2-2 6 0,3-1-2 0,2-7-9 16,0 0-12-16,0 0-6 0,0 0-13 15,0 0-7-15,-11-28 12 0,13 10-23 0,5-14-4 16,3-2-9-16,1-6 6 0,7-4-20 15,0-2-7-15,4 2-3 0,-6 13 2 0,2 2-3 16,-1 1-2-16,-2 9-5 0,-4 3 3 16,3 4-5-16,-3 4 4 0,1 1-2 0,-1 4 1 15,-1 3 2-15,-10 0-8 0,25 6 7 16,-12 3-3-16,0 1 4 0,-2 4-3 16,1 3-2-16,1 1 2 0,-5-2-3 0,0 1 0 15,-1 2 9-15,-5-2-6 0,0-3-1 16,0-2 3-16,0 1-1 0,0-1 2 15,0-2 2-15,-1-3 5 0,-1 1 4 16,0-4 7-16,0-4 1 0,0 0-3 0,0 0-2 16,0 0-3-16,25-21-2 0,-11 5-7 15,8-5 1-15,1-2 2 0,2 3-5 0,-1 3 3 16,-10 5-3-16,2 0-7 0,-5 6 1 16,1 3-1-16,-3 3 17 0,-9 0-15 0,19 13 1 15,-11 1-5-15,1 5 0 0,-1 2 6 16,0 8-2-16,1 1 6 0,-1 0 0 15,-1-5 5-15,0-2-4 0,-4-1 2 0,3-2 7 16,-1 1-8-16,-1-6 6 16,2 3-6-16,-5-5-3 0,4 1 0 0,-1-3-2 15,-1 1-24-15,-3-4-37 0,4 1-41 16,-2-1-53-16,0-2-56 0,-2 0-81 0,0-6-82 16,2 9-133-16,-2-9-216 0,0 0 15 15,0 0 73-15,0 0-443 0,19-13-547 0</inkml:trace>
  <inkml:trace contextRef="#ctx0" brushRef="#br0" timeOffset="23627.96">7485 12734 3013 0,'6'-8'31'0,"0"-1"41"0,-3 3 44 0,1-1 7 0,1 0 16 16,2-2 3-16,0 1-2 0,4 1-17 0,7-3-8 15,0 0-14-15,11-3-12 0,2 5-24 16,-7-2-45-16,1 6-76 0,-1-1-92 0,-4 3-101 15,-1 0-128-15,1 2-217 0,-6 2 48 16,0 0 61-16,1 3-139 0,-4 2-122 16</inkml:trace>
  <inkml:trace contextRef="#ctx0" brushRef="#br0" timeOffset="23812.12">7678 12915 1955 0,'-8'3'147'0,"8"-3"23"0,-14 2 21 15,14-2 14-15,0 0 6 0,-7 2-1 16,7-2-16-16,0 0-26 0,0 0-23 0,0 0-34 16,0 0-56-16,0 0-71 0,34-5-85 15,-18 1-88-15,0-1-112 0,4-2-130 0,0 2-97 16,5-2 50-16,9-3-107 0,3-1-84 16</inkml:trace>
  <inkml:trace contextRef="#ctx0" brushRef="#br0" timeOffset="24094.58">8246 12695 1699 0,'11'-13'66'16,"-2"2"36"-16,1 1 24 0,-1 0 19 16,-1 1 22-16,2 1 3 0,-3-4 15 0,3 7-4 15,-1-3-10-15,-1 4-12 0,1 0-1 16,-9 4-4-16,20 2 2 0,-20-2-7 0,20 12 10 16,-8-5-3-16,-4 5 1 0,-3 5 12 15,-1-2-6-15,-1 2 9 0,-3 0 6 0,0 0 0 16,0 2 12-16,0-3-21 0,-1-3-1 15,2 1 4-15,-1-2 5 0,0 1 0 16,2-3 1-16,5 1-9 0,2-2-17 0,4 0-13 16,5-5-12-16,1 0-29 0,1-2-42 15,2-2-63-15,-1 0-51 0,5-3-53 0,0 0-54 16,10-3-60-16,-2-1-86 16,-6 0-61-16,3 1-49 0,-7-1-71 0,8-6-121 15,-9 6-73-15,-1 0 71 0,-8 1-411 16,0 0-500-16</inkml:trace>
  <inkml:trace contextRef="#ctx0" brushRef="#br0" timeOffset="24761.82">9458 12682 2664 0,'0'0'-24'0,"0"0"49"0,0 0 35 0,0 0 36 0,0 0 35 0,0 0 16 15,5-16 16-15,-5 16 2 0,10-7 3 16,-1 1-2-16,7 0-9 0,5-4-19 0,9-1-9 16,6 2-14-16,0-3-12 15,2 4-25-15,3 2-34 0,-1-3-48 0,-3 1-64 16,0 0-66-16,-9 4-61 0,-3-2-77 15,-2 3-86-15,-3-3-123 0,-6 6-78 16,-4-2 48-16,-3 2-150 0,-7 0-157 0</inkml:trace>
  <inkml:trace contextRef="#ctx0" brushRef="#br0" timeOffset="24928.88">9697 12676 1741 0,'-16'7'-4'0,"2"-2"28"0,3 0 23 15,1-1 17-15,3-1 22 0,7-3 18 16,-12 5 23-16,12-5 9 0,-7 4 8 15,7-4-3-15,0 0-6 0,0 0-8 16,0 0-5-16,23 10-18 0,-7-8-39 0,11-1-65 16,4 1-70-16,-1-2-85 0,12-3-119 15,-2-1-182-15,-2-1-27 0,0 2-104 16,-9-2-87-16</inkml:trace>
  <inkml:trace contextRef="#ctx0" brushRef="#br0" timeOffset="25195.04">10220 12337 1844 0,'-2'-7'157'0,"2"7"12"0,0-10-6 15,0 10-8-15,-2-7-5 0,2 7-19 0,0 0 34 0,0 0 10 16,0 0-7-16,28 24-4 16,-10 2-9-16,-3 6 2 0,4 11-13 0,-2 2-7 15,-2 2-10-15,-5-5-8 0,-2-1-13 16,-3-1 1-16,-5 0 0 0,-2 0-8 15,-3-4-7-15,-1 3-7 0,-4-8-1 0,-5 4-9 16,1-6-9-16,-2-2-3 0,-4-1-10 16,-1 0-5-16,-1-3-19 0,-3 0-32 0,6-3-48 15,0-5-78-15,3-1-95 0,4-2-102 16,-4-3-130-16,3-1-201 0,5-4 52 0,0 0 76 16,8-4-258-16,0 0-276 15</inkml:trace>
  <inkml:trace contextRef="#ctx0" brushRef="#br0" timeOffset="25461.74">10914 12518 2442 0,'4'-12'153'0,"-3"4"-31"0,-1 2-11 15,0 6-7-15,0 0 18 0,0 0 11 0,0 0 12 16,0 29-7-16,-1-9-9 0,-3 3-11 16,4 6-15-16,-3 8-8 0,3-6-12 15,0 5-8-15,-2-4-9 0,2 4-33 0,-2-1-51 16,0-8-71-16,1-4-84 0,-5 1-89 16,2-2-118-16,-5-3-193 0,5-2 48 15,-2-3-207-15,2-4-224 0</inkml:trace>
  <inkml:trace contextRef="#ctx0" brushRef="#br0" timeOffset="25878.03">11033 12436 1937 0,'12'-14'-32'0,"-1"3"19"15,-4 0 9-15,4 4 14 0,-4 2 6 16,2 2 10-16,0 1 3 0,-9 2-1 0,16 2-1 15,-7 1 0-15,2 4 2 0,-2 3 0 16,-2 2 0-16,2 2 5 0,-4 3 9 0,-3 0 11 16,0 3 10-16,-4-4 6 0,-4 6 8 15,-2 2 2-15,-5 3-1 0,-3-2-1 16,2 1-5-16,-6-2-9 0,9-7-6 16,4-3-6-16,-2-2-8 0,4-4 2 0,-1 1-6 15,5-2 24-15,1 1 18 0,0-1 8 16,1 2 11-16,1 1 3 0,6-2 1 15,-4 1 2-15,4 1-3 0,-1 2-9 0,0-1-3 16,4 1-7-16,-4 1-6 0,2-1-9 16,0 2-4-16,-2-1-6 0,0-1 3 0,-3 1 6 15,2-1-1-15,-5-2-2 0,1 1 3 16,-2 1 7-16,-2-2-7 0,-1 0 0 0,-3-1-6 16,1 1-5-16,-6-1-5 0,0 1-6 15,2-4-8-15,-3 0-16 0,3-1-41 0,0 0-65 16,-3-3-87-16,2-1-111 0,10-1-135 15,-16 0-214-15,16 0 5 0,-16-6 74 16,12 2-285-16,4 4-321 0</inkml:trace>
  <inkml:trace contextRef="#ctx0" brushRef="#br0" timeOffset="26112.12">11470 12719 2483 0,'13'-12'116'0,"-1"2"47"0,-7 3 28 0,3 0 0 0,-4 2-6 0,-4 5-14 16,5-7-9-16,-5 7 35 0,0 0 1 16,0 0-13-16,10 22-17 0,-8-8-18 0,0 3-11 15,-2 2-17-15,0 1-13 0,-4 6-10 16,2-3-10-16,-1-1-38 0,-7 10-42 0,0-2-58 16,1-1-80-16,-3-1-86 15,-1-3-86-15,-1-6-102 0,3-2-141 0,-5-3-61 16,5-2 59-16,-2-2-266 0,3-2-298 15</inkml:trace>
  <inkml:trace contextRef="#ctx0" brushRef="#br0" timeOffset="26261.42">11502 12572 2436 0,'-2'-19'63'0,"1"3"-1"0,-3 4-8 16,2 3-5-16,2-1-5 0,-2 4-12 0,2 6-35 15,2-9-54-15,4 4-68 0,-6 5-81 16,9-7-91-16,-4 5-143 0,-5 2-109 16,0 0-50-16</inkml:trace>
  <inkml:trace contextRef="#ctx0" brushRef="#br0" timeOffset="26627.87">11574 12651 1451 0,'2'8'-28'0,"2"1"26"0,1-1 38 16,-2 1 22-16,1 3 5 15,1 2 21-15,-3 1 15 0,6 0 5 0,-5 2 9 16,2 2-6-16,-1 0 0 0,-1-3-6 16,-1 2-9-16,0-1 5 0,0 0-3 15,-2-5-6-15,2 3-5 0,0-1-8 0,-2-1-7 16,0-1-4-16,0-2-9 0,0-1-6 16,0 0 2-16,0-9 15 0,0 11 25 0,1-5 4 15,-1-6-8-15,0 0-15 0,0 0-4 16,20-21-2-16,-2-1-6 0,7-2-14 0,0-2-3 15,2 2-7-15,-2 1-2 0,0 6 4 16,-3-1 8-16,-4 5-1 0,-5 3-5 16,-1 5-7-16,-5 2-3 0,2 1 0 0,-9 2 4 15,0 0-7-15,21 10-6 16,-15-3 9-16,1 5-2 0,-4-2-2 0,1 6-4 16,0-3-4-16,-3-1 3 0,1 5-3 15,0 3-3-15,0-1-3 0,-2-2-32 0,2 2-55 16,0-2-73-16,-4 0-92 0,0 0-123 15,-4-2-226-15,6-3 39 0,0-1 64 0,0-5-173 16,2 1-154-16</inkml:trace>
  <inkml:trace contextRef="#ctx0" brushRef="#br0" timeOffset="26961.23">12202 12796 2102 0,'-18'-4'156'15,"5"1"22"-15,-1-2 14 0,1 4 11 16,2-1-3-16,11 2-6 0,-21 3-3 0,14 2-13 16,-4 0-13-16,2 5-10 0,4 2-19 15,-1-1-9-15,4 3-14 0,1-2-9 16,1 1-11-16,1 5-12 0,3-3-10 0,-2 3 1 16,5-1-17-16,2 2-8 0,2-6-18 15,0 3-19-15,3-5-17 0,-3 0-18 0,2-4-6 16,1 1-2-16,-5-4 10 15,-2 1 1-15,1-4 6 0,-8-1-5 0,0 0 4 16,13-8 6-16,-9 1-4 0,-2-3-3 0,2-2 8 16,-4-4 0-16,0-2-7 0,0-3-17 15,1-3-27-15,-1 0-20 0,0 3-24 16,0 3-23-16,3 1-30 0,-3 2-46 0,0 1-59 16,0 4-50-16,0 5-50 0,-3 0-100 15,3 5-31-15,-3-5-156 0,3 5-145 16</inkml:trace>
  <inkml:trace contextRef="#ctx0" brushRef="#br0" timeOffset="27379.78">12257 12897 1740 0,'4'11'-13'16,"-1"-1"41"-16,1-2 32 0,2 0 22 15,-3 2 16-15,2-1 15 0,-1-3 15 0,-1 1 0 16,3 0 2-16,1 2-7 16,-1-4-9-16,2 1-13 0,0-1-4 0,1 1-13 15,-1-1-10-15,1 0-1 0,-1-3-10 16,-8-2-10-16,17 3-12 0,-17-3-2 15,0 0-5-15,22-10-6 0,-13 3 0 0,-2-5-8 16,1-3 1-16,-1-4-2 0,3-11-4 16,-1-3 4-16,1 4-4 0,-2-2 1 0,-2 6-5 15,-5 6 8-15,1 5-2 0,-2-1 11 16,0 5-1-16,-2 0-5 0,-1 1 3 0,-1 0 0 16,-3 3 2-16,4 1-9 15,-1-1-1-15,4 6-5 0,-4-7 9 0,4 7 34 16,0 0 16-16,10-8 5 0,2 6-10 15,1 1-6-15,4 1 0 0,3-2-4 16,4 4 9-16,-5-1-7 0,4 4 0 0,-3 2 0 16,2 2-1-16,-5 1 2 0,-2 0 5 15,-2 7 8-15,-5-5-8 0,1 5 6 0,-5 0-8 16,2 3-5-16,-3 1-6 0,0 1-2 16,-1-1-7-16,-2 2 0 0,0 3-7 0,-2 2-5 15,-1-3-19-15,3-1-22 0,-1 2-42 16,1 1-58-16,-2-1-85 0,2-1-60 0,0 2-67 15,3 8-128-15,2-9-192 16,2-3 70-16,4-6-336 0,7 3-389 0</inkml:trace>
  <inkml:trace contextRef="#ctx0" brushRef="#br0" timeOffset="27644.67">13344 12618 2708 0,'-7'-15'82'0,"2"1"32"0,-1 4 19 0,0 5 4 0,-1 3 11 0,7 2 29 0,-39 21 22 0,9 8 12 0,-3 13-1 0,1 5-10 0,-11 21-8 15,-4 6-10-15,4 3-14 0,-1 2-13 16,2 1-17-16,2 5-14 0,3-3-14 16,-2-2-11-16,1-4-8 0,2-4-8 0,7-17-9 15,2-6-13-15,2-2-23 0,1-7-29 16,0 1-28-16,10-14-47 0,-2-1-51 0,7-9-59 15,-1-3-68-15,3-5-77 0,1-3-118 16,0-6-119-16,6 0-84 0,0 0 61 0,-7-19-331 16,7-1-392-16</inkml:trace>
  <inkml:trace contextRef="#ctx0" brushRef="#br0" timeOffset="27811.26">12894 12812 2699 0,'5'-16'64'16,"-1"7"19"-16,0 1 12 0,-3 1-10 15,-1 7-1-15,2-7-7 0,-2 7 6 0,0 0-3 16,0 0-7-16,0 0-5 0,-2 35-8 16,1-11-16-16,-5 10-33 0,2 4-54 15,1 5-75-15,-8 10-105 0,0-2-139 0,-3 4-180 16,-8 2 56-16,-3 3-137 0,-11 13-122 16</inkml:trace>
  <inkml:trace contextRef="#ctx0" brushRef="#br0" timeOffset="28144.67">11171 13946 2085 0,'3'-21'289'0,"-1"3"6"16,0 5-7-16,0 4-19 0,0 0-21 16,0 4-24-16,-2 5-22 0,1-6 26 15,-1 6 16-15,0 0-14 0,11 27-14 16,-10-3-23-16,5 12-16 0,-2 3-17 0,-1 4-14 16,1-1-22-16,-1 2-12 0,-3-1-10 15,0 3-36-15,4-1-39 0,-6 0-47 16,0-2-63-16,-1-3-65 0,-1-4-77 0,1-2-77 15,-5-6-66-15,1-6-82 0,0-5-102 16,-4-1-80-16,4-8 56 0,-2-1-298 0,0-5-357 16</inkml:trace>
  <inkml:trace contextRef="#ctx0" brushRef="#br0" timeOffset="28311.39">11051 14258 2535 0,'-4'-13'98'15,"2"3"48"-15,2 1 41 0,-2 2 26 16,2 7 26-16,0-11 19 0,0 11 7 15,4-11-18-15,1 4-21 0,3-1-27 0,6-1-22 16,2-1-19-16,13-2-38 0,-4 2-55 16,5 1-75-16,-3 0-86 0,-2 4-106 0,4 2-103 15,-2 1-126-15,-3 0-183 0,-1 2 9 16,-4 2 67-16,4 3-255 0,-1 4-282 0</inkml:trace>
  <inkml:trace contextRef="#ctx0" brushRef="#br0" timeOffset="28743.79">11596 14394 2502 0,'0'0'209'0,"-10"4"20"15,10-4 18-15,0 0 16 0,0 0 12 0,-8 7 4 16,8-7-5-16,0 0-39 0,0 0-23 16,0 0-24-16,0 0-17 0,0 0-22 15,0 0-11-15,0 0-17 0,23-16-14 0,-17 9-17 16,2-1-14-16,-1-4-13 0,-1-3-6 15,1-4-9-15,0-4 4 0,-2-12-16 0,-1-2 3 16,2-2-7-16,-5-1-7 0,3 3 1 16,-2 0-5-16,-2 8-2 0,0 8-3 15,-2 5-1-15,2 2-1 0,0 1-4 16,-2 1-1-16,2 3-3 0,-2 1 1 0,-1 2 0 16,3 6 2-16,-9-11 1 0,2 11 2 15,7 0-1-15,-7-6-2 0,7 6 1 16,0 0-2-16,-8-6 6 0,8 6 1 0,0 0 6 15,0 0 3-15,0 0 6 0,0 0 0 16,33 12-2-16,-22-7 3 0,3 4 2 0,-2 0-2 16,2 2 5-16,3 1 1 0,-3 2-4 15,1 1 1-15,-2 2-4 0,0 0-8 0,-3 0 0 16,5 7-5-16,-4-4 8 0,1-2-14 16,-6 0-14-16,3 1-26 0,-1 0-35 15,-2 2-53-15,1-2-62 0,-5-3-86 16,2 1-103-16,0 0-123 0,-2-1-176 15,-2 2-56-15,1-3 75 0,1-1-477 0,-2-2-592 16</inkml:trace>
  <inkml:trace contextRef="#ctx0" brushRef="#br0" timeOffset="29144.98">12270 14130 3440 0,'-6'-1'157'0,"6"1"-12"0,-11-4-13 0,11 4-4 0,0 0-1 0,-8-2 0 0,8 2-5 0,0 0-5 15,0 0 1-15,0 0-12 0,0 0-5 0,0 0-10 16,0 0-9-16,25 11-5 0,-13-9-13 16,-1-1-8-16,0-1-15 0,3-1-17 0,-1-1-16 15,1-2-11-15,1-1-5 0,-1-2-11 16,-3 2 0-16,-2-1-10 0,1-3-3 15,-3-5 1-15,-1 1 1 0,-1-1 6 0,-5 0 3 16,0 4-4-16,-1-2-1 0,-5 1 2 16,1 2 4-16,-8 5 6 0,2-2-5 15,-1 4 7-15,-2 4 6 0,-1 2 2 16,-3 5 14-16,2 3 5 0,0 2 11 0,3 1 1 16,1 2 4-16,3 0 3 0,1 4 3 15,0-3-2-15,6 1-6 0,0-2-1 0,-1 0-4 16,3 0-4-16,0-1-12 0,3-1-20 15,1-1-35-15,3-2-48 0,-4-2-75 0,6-1-92 16,-1-3-121-16,2-1-170 0,3-4-78 16,3-1 67-16,-3 0-288 0,4-4-336 15</inkml:trace>
  <inkml:trace contextRef="#ctx0" brushRef="#br0" timeOffset="29510.42">12630 14055 2578 0,'0'0'99'16,"-9"-4"22"-16,9 4-1 0,0 0 14 16,0 0 10-16,0 0-14 0,0 0 7 0,0 0-18 15,0 0-16-15,0 0-7 0,0 0-6 16,0 0-11-16,0 0-3 0,19-17-12 0,-11 13-10 16,1 0-4-16,0-4-4 0,2 2-7 15,-6-1 1-15,2 1-2 0,-1-4 2 0,0 5 8 16,-5-2 3-16,-1 7-6 15,0-7-7-15,0 7-7 0,-14-6 6 0,14 6 3 0,-35 6 8 16,5 1 13-16,1 11 10 16,3-3 8-16,1 5 11 0,1 3-3 0,2 0-2 15,7 1-4-15,4-2-5 0,3-3-5 16,2 1-5-16,2-3-4 0,2 0-5 16,2 0-10-16,2 0-2 0,0-1-7 0,1-1-19 15,2 0-23-15,3-3-42 0,-1 0-49 16,2-4-67-16,5 1-75 0,-1-1-61 0,3-2-42 15,-3 2-68-15,0-3-53 0,0-1-84 16,-2 2-36-16,3 0-301 0,-1 0-365 0</inkml:trace>
  <inkml:trace contextRef="#ctx0" brushRef="#br0" timeOffset="29760.67">12876 14386 2273 0,'0'0'2'0,"0"0"44"0,0 0 45 0,0 0 42 16,0 0 46-16,0 0 38 0,-54 22 33 15,9-5 22-15,-10 2 14 0,-8 2 3 0,-5 1-4 16,-26 7-8-16,-7 0-3 0,-13 1 2 16,-11-1-14-16,-10 0-6 0,-8 0-13 15,-1-2-16-15,-3-3-17 0,6 4-24 0,4 1-13 16,12-4-22-16,17-2-16 0,21 2-20 16,22-2-12-16,9-2-38 0,8 1-41 15,12-3-44-15,8-4-46 0,1 0-58 16,10-4-59-16,3-3-63 0,5 1-78 0,2-4-66 15,1-2-66-15,6-3-87 0,0 0-189 16,0 0 42-16,0 0 78 0,0 0-379 0,13-18-468 16</inkml:trace>
  <inkml:trace contextRef="#ctx0" brushRef="#br0" timeOffset="31960.43">24329 10907 2759 0,'7'-22'79'0,"-4"2"21"0,1 6-22 0,0 2-25 0,3-1-16 0,-2 1-12 0,4 2 3 0,-2 2-6 16,2 1-3-16,2 1-2 15,-2 1-4-15,2 5-1 0,-11 0-4 0,23 3 3 16,-10 1-2-16,1 1-2 0,-1 3 2 15,-1 1-3-15,-3 0 2 0,0 1-3 0,1 3 3 16,-4-1 3-16,-1-1 6 0,1 3 2 16,-2 2 4-16,-1-1 2 0,4-1-1 0,-3 1 2 15,1-1 19-15,2 4 11 0,6 3 1 16,1 3-3-16,6 2-7 0,-4-1 2 0,4-2 13 16,-3 0 19-16,0-5 3 0,-3-3 6 15,-3 1 6-15,0-3 12 0,-3 0-1 16,2-1 2-16,-7-4 6 0,5 1 7 0,-7-1 6 15,3 1 11-15,-2-2-1 0,-2 1-2 16,-4-1-6-16,2 0-8 0,-1 0-14 16,-3-1-6-16,1 2-14 0,-6-3-7 0,0 1-7 15,0-2-3-15,-1 0-8 0,-1-1-37 16,4-2-36-16,-1 1-57 0,1 0-80 16,9-2-108-16,-22-2-107 0,15-1-119 0,0 0-167 15,-1-3-15-15,0-1 59 0,2 1-386 16,3 0-465-16</inkml:trace>
  <inkml:trace contextRef="#ctx0" brushRef="#br0" timeOffset="36461.11">25107 10570 2443 0,'-23'-39'-185'0,"-8"0"26"0,1 1 22 0,-8 2 32 0,-5 4 17 0,-7 1 22 0,-4 8 17 0,-1 5 17 15,-5 5 13-15,4 5 23 0,4 8 16 16,-10 6 17-16,-3 10 21 0,-19 15 11 15,0 10 16-15,2 12 10 0,-2 7 3 0,2 8 4 16,2 8-3-16,0 8-8 0,7 7-6 16,9 1-7-16,10 1-7 0,20-1-4 0,15-6-7 15,21-13-4-15,15-5-4 0,20 12-4 16,17-11-6-16,14-6-4 0,8-9-4 0,10-8 0 16,7-13 0-16,4-8-2 0,3-8-2 15,-14-13-8-15,4-6 3 0,21-5 12 0,-9-9 9 16,2-9 9-16,-7-6 1 0,-7-8 2 15,-8-5 4-15,-8-6-10 0,-10-5-9 16,-5-5-2-16,-9-8-10 0,-8-1 8 16,-17 9-18-16,-9-6-3 0,-5 0-16 15,-11-6-18-15,-12-3-13 0,-14-16-17 0,-13 3-15 16,-12 6-18-16,-6 4-19 0,-14 13-24 16,-9 6-29-16,-11 7-32 0,-13 11-39 0,-4 8-36 15,1 10-92-15,-6 7-119 0,3 9-91 16,23 7-62-16</inkml:trace>
  <inkml:trace contextRef="#ctx0" brushRef="#br0" timeOffset="38676.33">25656 8374 1397 0,'0'0'-69'0,"0"0"24"0,1-10 32 0,-1 10 30 0,2-8 27 0,-2 8 22 0,6-9 21 0,-3 6 16 16,-3 3 22-16,3-8 15 0,-1 4 7 16,-2 4-2-16,4-6-15 0,-4 6-10 0,0 0-16 15,0 0-11-15,0 0 7 16,0 0 15-16,0 0-5 0,5 18-1 0,-6-6-12 16,-1 1-10-16,0-1-12 0,-2 3-8 15,2 3 0-15,2-3-9 0,-1-1 0 0,-1 1-10 16,-1-1-1-16,3-1-6 0,3-1-2 15,-6 1-4-15,6-1-3 0,-3-3-4 0,0 0-8 16,2 2-24-16,-2-2-30 0,0-1-37 16,1-2-41-16,-1 2-40 0,0-1-53 0,0-7-49 15,0 6-81-15,0-6-175 0,0 0 40 16,0 0-101-16,0 0-71 0</inkml:trace>
  <inkml:trace contextRef="#ctx0" brushRef="#br0" timeOffset="39125.48">25694 8158 1503 0,'-13'-2'-19'0,"0"-1"16"15,-1 3 11-15,1 1 17 0,-3 3 12 16,-2 5 19-16,-9 5 10 0,2 2 12 15,0 5 6-15,0 4 1 0,-5 6-4 16,3 1-4-16,6-2-8 0,-2 10 6 16,6-8 3-16,6 3-10 0,0-1-3 0,2 3-9 15,6-4-3-15,3 0-6 0,1 0-4 16,8-1-3-16,0 1-1 0,0-4-7 0,7-2 0 16,1-1-3-16,4-1-2 0,2-6-4 15,4-1 2-15,0-3-3 0,9-3-5 0,1-4 2 16,3-5-1-16,3-2-1 0,-2-2-5 15,4-6-1-15,0-3 1 0,5-5-3 0,-5-3 2 16,-2-7-1-16,-4-2 0 0,-3-7-3 16,-3-4-5-16,-7-4 5 0,-1-7-1 15,-6-3-3-15,-3 0 0 0,-7-3-3 16,-6 9 1-16,-3 6-1 0,-7-1-3 16,-4 4 3-16,-8-7-1 0,-8 6-3 0,-6 9-6 15,5 9-8-15,-6 6-10 0,-6 4-11 16,-3 3-20-16,2 7-24 0,-4 4-31 0,4 1-26 15,-1 3-40-15,0 3-44 0,4-3-110 16,-2 6-292-16,8-1-123 0</inkml:trace>
  <inkml:trace contextRef="#ctx0" brushRef="#br0" timeOffset="40392.6">26521 8289 1555 0,'2'-7'-77'0,"0"1"32"0,0 0 33 0,-2-3 20 0,2 2 25 0,1 0 16 0,-1 0 15 16,-2 7 26-16,4-9 8 0,-2 1 3 15,-2 8-6-15,2-7-11 0,-2 7-13 0,1-5-1 16,-1 5-13-16,0 0-2 0,0 0 10 16,0 0 11-16,0 0-3 0,0 26-6 0,-1-10-1 15,-1 3 8-15,0 2 0 0,-4 4-4 16,3 7-10-16,-3 1-4 0,2-1-5 0,0-4-4 16,-2-4-3-16,4 0-5 0,-1-1-4 15,-3-4-2-15,1 3 1 0,1-3-12 0,-3-3 2 16,4-3 1-16,-3 2-27 0,1-1-21 15,1-2-37-15,-1-2-39 0,-4-3-44 16,5 3-41-16,1-5-51 0,-1-2-86 16,4-3-153-16,0 0-135 0,0 0-108 0</inkml:trace>
  <inkml:trace contextRef="#ctx0" brushRef="#br0" timeOffset="40641.65">26776 8315 1629 0,'8'-12'-14'0,"-2"2"34"16,0 3 25-16,-3 3 28 0,1 0 2 0,-4 4-6 16,6-4-11-16,-6 4-1 15,0 0 9-15,0 0 5 0,7 12-2 0,-7-5-6 16,-4 7 0-16,2 2-3 0,1 3-6 16,-3 0-5-16,0 6 0 0,1-3-8 0,-8 11-7 15,6-7-3-15,-1-4 2 0,-3 7-6 16,2-7-8-16,-2-2-24 0,2-2-31 15,0-1-28-15,-1-1-58 0,2-4-71 0,0-3-76 16,2 1-163-16,3-2-119 0,-1-1-54 16</inkml:trace>
  <inkml:trace contextRef="#ctx0" brushRef="#br0" timeOffset="40826.07">26893 8307 1484 0,'2'-6'6'0,"3"-2"11"0,2 1 7 16,5-1 8-16,1 2 6 0,1-4-3 15,7 4-2-15,0-3-3 0,0 2-3 0,1 2-3 16,-2 1-19-16,-1-1-36 0,-2 2-55 16,-2 2-68-16,-4-1-147 0,2 2-102 0,-13 0 87 15</inkml:trace>
  <inkml:trace contextRef="#ctx0" brushRef="#br0" timeOffset="41024.6">26883 8504 1260 0,'-4'2'100'16,"4"-2"19"-16,0 0 17 0,0 0 7 15,0 0-1-15,0 0-8 0,0 0-12 0,0 0-16 16,0 0-9-16,0 0-8 0,21-12-10 15,-12 11-12-15,3-1-34 0,-1 0-39 0,1 2-62 16,0-2-95-16,-12 2-125 16,19 0-167-16,-12-1-105 0,-7 1-63 0</inkml:trace>
  <inkml:trace contextRef="#ctx0" brushRef="#br0" timeOffset="44108.12">27685 8419 1429 0,'0'0'-67'0,"-5"12"39"0,5-12 35 0,0 0 28 0,0 0 21 15,9 8 17-15,-9-8 13 0,7 5 3 0,2-1 7 0,-2-2 1 0,2-1 1 16,-1 4-2-16,-8-5 0 0,17 2-2 16,-7 0-11-16,0-1-2 0,-10-1-10 0,20 2-8 15,-10-2-3-15,1 0-7 0,2 0-6 16,1 0 3-16,-1-2-7 0,-1-1-6 0,1 2-3 15,-1-3-6-15,-1-1 2 16,-2-2-2-16,1-2-5 0,-2-2-1 0,-4 0-4 16,-3 1-2-16,-1 0-4 0,-1-4 0 15,-5 2 0-15,-4-2-3 0,-3 2-2 16,-7 4-1-16,0-1-3 0,-3 3 3 0,-4 4-2 16,0 2 3-16,-1 2 3 0,-8 3 4 15,0 1 1-15,3 4-2 0,5 4 3 0,5 3 1 16,6 1 2-16,5-3 1 0,5 4 11 15,3-2 10-15,4 3-3 0,0-3 2 0,4 1-3 16,3 2 1-16,0 0-6 0,11 4-8 16,0-3 8-16,2 2-11 0,1-4 6 15,4-2-2-15,2-2-4 0,3-1 3 16,1-2-17-16,1 0-20 0,2-2-30 0,2-1-31 16,-1-1-43-16,-1-2-39 0,-6-3-44 15,-3-1-47-15,-3-2-39 0,3-4-74 16,-3-1-93-16,-1 0-137 0,0-5-91 0</inkml:trace>
  <inkml:trace contextRef="#ctx0" brushRef="#br0" timeOffset="44474.62">28291 8560 1527 0,'20'-23'-34'0,"-4"2"43"16,2 2 36-16,-7 4 27 0,0 0 25 15,-1 1 19-15,1 2 25 0,-3 0 15 0,0 4 6 16,-2-1-15-16,-3 2-11 0,3 2-21 16,-6 5-9-16,0 0-4 0,0 0 9 0,0 0 8 15,0 0-16-15,0 32-4 16,-8-13-10-16,-3 9-18 0,-1 1-3 0,-1 0-4 15,0 2-7-15,-4-2-6 0,-1-1-9 16,0-3 3-16,-3-1-2 0,-1-2-6 16,-1-1-6-16,5-6 0 0,0-3-15 0,4 0-16 15,-4-5-1-15,5-2-16 0,-5 0-17 16,7-5-13-16,-1 0-20 0,12 0-16 0,-16-6-11 16,8-3-5-16,8-1-5 15,0-4 2-15,2-3 5 0,4-4 11 0,7-8 8 0,1 4 9 16,0 1 18-16,2 7 19 0,-7 2 13 15,2 5 11-15,1 2 10 0,-1 2 11 16,-1 4 3-16,0-1 8 0,-10 3 2 16,23 5 1-16,-10 3-5 0,0-2 1 0,-1 4 0 15,4 3-5-15,-2 3-2 0,9 4-4 16,1 2 6-16,1-3-11 0,0 1-22 0,-2-1-24 16,2-2-24-16,-8-3-48 0,-5-4-59 15,-1-4-76-15,-4-1-145 0,3-4-62 16,-10-1-107-16,12 0-61 0</inkml:trace>
  <inkml:trace contextRef="#ctx0" brushRef="#br0" timeOffset="44758.04">28819 7890 1666 0,'0'-20'52'0,"0"4"22"0,0 6-6 0,0 2-10 0,0 4-1 0,0 4 31 0,0 0 11 0,-7 18 21 16,1 2 8-16,-3 18 23 0,-1 14 9 16,-2 6 1-16,1 9 0 0,-1 4-14 0,-1 22-9 15,0-2-14-15,3-16-10 0,-3-1-13 16,1-2-4-16,3-1-11 0,0-3-9 0,-3-1-9 16,1-3-22-16,-3-9-22 15,1-5-27-15,2-12-13 0,-3-5-25 0,-1-4-30 16,5-7-28-16,3-5-23 0,-1-5-33 15,5-5-53-15,-1-2-55 0,-1-5-54 0,5 0-74 16,0 0-91-16,0-17-163 0,2 3-143 16</inkml:trace>
  <inkml:trace contextRef="#ctx0" brushRef="#br0" timeOffset="45007.91">28709 8540 1722 0,'4'-14'15'15,"-2"6"25"-15,-1 1 16 0,-1 2 10 16,0 5-3-16,6-7-4 0,-6 7 2 0,0 0 2 15,0 0 6-15,0 0-7 0,21 15-3 16,-13-3-9-16,-3 1-3 0,2 1-5 16,-4 1-2-16,1 1-6 0,-4-1-2 15,0-1-3-15,0 0-1 0,-6 1 0 0,0 0-1 16,0-1-3-16,-3-2 0 0,2 0-2 16,-3-2-4-16,0 0-2 0,3-3-1 15,-3 0 2-15,1-4-15 0,-1 1-21 0,3-2-27 16,7-2-36-16,0 0-57 0,-18-11-66 15,15 1-98-15,5-2-142 0,-1-7-96 0,5-13-45 16</inkml:trace>
  <inkml:trace contextRef="#ctx0" brushRef="#br0" timeOffset="45274.49">28980 8028 1545 0,'9'-21'32'15,"-4"5"28"-15,3 2 29 0,-2-1 28 16,0 4 31-16,-2 0 18 0,1 3 1 0,-3 1-28 15,2 0-12-15,-4 7-16 0,0 0 22 16,0 0 19-16,0 0-1 0,-11 38 0 0,-1-4 8 16,-1 11-3-16,-4 6 3 0,1 4-8 15,2 3-14-15,0 3-11 0,-1 0-11 0,1 1-12 16,3-2-8-16,-3-4-10 0,3 0-4 16,2-8-11-16,-1-7-8 0,0-4-9 15,5-1-24-15,-4-3-20 0,2-10-27 16,2-3-28-16,1-5-32 0,0-3-28 0,0-1-19 15,4-3-34-15,0-2-51 0,0-6-49 16,6 6-48-16,-6-6-29 0,0 0-51 0,25-16-80 16,-14 5-17-16,12-11-161 0,-2-3-142 15</inkml:trace>
  <inkml:trace contextRef="#ctx0" brushRef="#br0" timeOffset="45440.89">29019 8647 1787 0,'11'-12'36'0,"0"4"33"16,-6 1 22-16,-1 2 21 0,0 1 6 15,-4 4 4-15,0 0 44 0,0 0 21 0,0 0 6 16,0 0-5-16,0 0-1 0,1 24-12 15,-2-12-22-15,-3 2-8 0,-2 1-13 16,3 2-13-16,-4 4-9 0,2-1-12 16,-1 2-17-16,1-5-35 0,1 3-35 0,-4-2-62 15,4-1-75-15,2-2-78 0,-4-1-98 16,5-2-120-16,-1-5-147 0,2 3 50 16,0-6-207-16,0-4-217 0</inkml:trace>
  <inkml:trace contextRef="#ctx0" brushRef="#br0" timeOffset="45574.85">29225 8468 1880 0,'0'-10'-43'0,"0"2"12"16,-1 1 0-16,1 2 2 0,0 5 5 0,0 0-20 16,0 0-36-16,0 0-62 0,0 0-116 15,0 0-150-15,0 0 82 0</inkml:trace>
  <inkml:trace contextRef="#ctx0" brushRef="#br0" timeOffset="45974.18">29423 8595 1187 0,'-7'8'64'0,"-1"-4"23"0,3 0 22 16,-5 0 20-16,-1 6 15 0,-3-3 10 0,1 5 2 15,-2 0-2-15,-1 1-5 0,2-1-4 0,0 3-16 16,1 1-9-16,1-2-11 15,2 3-16-15,1-2-3 0,3-1-11 0,0 1-5 16,2-1-5-16,3 0-6 0,1-1-12 16,0-2-5-16,1-1-14 0,5-2-24 0,2 1-24 15,0-1-21-15,1-2-25 0,3 0-18 16,1-6-13-16,2 0-8 0,0 0-2 0,3-4 14 16,2-4 5-16,2 0 11 0,4-7 7 15,1-1 7-15,0-3 18 0,-1 4 25 16,-7-1 24-16,-3 6 34 15,-3 2 35-15,-4 3 13 0,-1-1 1 0,0 0-4 16,-5 2-7-16,-3 4-11 0,0 0 30 0,0 0-3 16,0 0-3-16,0 0-8 0,8 17-4 15,-12-7-7-15,-1 4-12 0,-5 3-8 0,0 1 5 16,1 0-27-16,2 2-35 0,-4-2-38 16,4 2-49-16,-2-3-53 0,1 3-55 0,0-3-72 15,4-3-63-15,1-2-71 0,-1-5-77 16,0 0-144-16,4-1-123 0</inkml:trace>
  <inkml:trace contextRef="#ctx0" brushRef="#br0" timeOffset="46123.02">29606 8772 1559 0,'18'-31'-73'16,"-6"0"48"-16,2 0 33 0,-3 4 25 0,-1 7 28 16,-4 3 12-16,0 5 5 0,-3 1-12 15,-1 1-6-15,0 4-9 0,-2 6-5 0,0 0-24 16,0 0-42-16,-5-6-71 0,5 6-88 15,0 0-192-15,0 0-71 0,0 0 50 16</inkml:trace>
  <inkml:trace contextRef="#ctx0" brushRef="#br0" timeOffset="46424.42">29930 8220 1254 0,'-3'-24'62'0,"-1"3"27"0,-2 4 32 16,4 3 20-16,0 3 11 0,0 3-11 16,-4 5-9-16,6 3 28 0,0 0 20 0,-21 10 1 15,8 8 1-15,-2 9 14 0,0 7-6 16,-5 12-5-16,2 6-18 0,2 4-13 0,-1 3-17 16,4-2-17-16,2 2-7 0,-3 0-11 15,3-4-11-15,3-1-19 0,-1-2-24 16,4-11-24-16,-2-5-36 0,3 3-28 15,-1-6-31-15,-3-2-21 0,4-7-26 16,0-5-11-16,0-5-4 0,2-6-28 0,2 1-47 16,0-9-28-16,-1 3-16 0,1-3 0 15,0 0 2-15,0 0 9 0,1-27-8 0,-1 11-414 16,0-2-160-16</inkml:trace>
  <inkml:trace contextRef="#ctx0" brushRef="#br0" timeOffset="46540.92">29667 8853 1695 0,'-2'-22'-43'0,"2"5"35"0,-2 2 38 15,2 3 30-15,0 2 22 0,2 1 18 16,0 1 5-16,0 1-6 0,3 0-10 0,0 0-12 15,2 0-4-15,3 2-12 0,4 0-8 16,-2 0-21-16,10 2-30 0,-4 1-47 16,9-2-62-16,-2 1-83 0,11-2-128 0,5 0-310 15,-2 0-127-15</inkml:trace>
  <inkml:trace contextRef="#ctx0" brushRef="#br0" timeOffset="47689.93">26502 9440 1747 0,'9'-12'125'0,"-1"2"44"0,-2 2 40 0,-2 1 14 0,-1 1-8 0,1 2-10 0,-4 4-21 15,4-6-24-15,-4 6-4 0,0 0 19 0,0 0-6 16,12 18-8-16,-9-9-16 0,-1 8-15 16,4-3-9-16,-2 4-10 0,-3-1-11 0,1 1-12 15,2-3-4-15,-2 2-10 0,1-5-4 16,-3 0-10-16,1 0-5 0,-1-3-4 15,2 1-4-15,0-3-3 0,0-1 2 0,-2 0 25 16,0-6 14-16,4 6-10 0,-4-6-8 16,0 0-5-16,0 0-8 0,21-17-6 15,-8 3-4-15,6-6-5 0,3 0-5 16,0-4-1-16,1 7-5 0,-7 1-3 0,0 3-2 16,-3 1-4-16,-1 4-4 0,-5 2-3 15,4 3-4-15,2-3 1 0,-2 4 0 0,1 2-3 16,-12 0 1-16,22 6-2 0,-10-4-1 15,-1 3 0-15,-2 3-1 0,1-4-2 0,0 4 1 16,-3-4 0-16,0 3 2 0,2-1-1 16,-4-2-2-16,3-1 3 0,-8-3 2 0,9 5 6 15,-3-3-1-15,-6-2-2 16,19-6-4-16,-2-4 1 0,12-5-3 0,1-5-3 16,8-5-8-16,2 2-2 0,-10 1 4 15,1 3-2-15,-6 2 4 0,-6 4-3 0,0 1-1 16,-7 3-1-16,-3 4-3 0,0 3-1 15,1 2 3-15,-10 0 5 0,13 12-2 0,-7-1 3 16,0 4 1-16,-2 5-2 0,2-1 0 16,-3 5 3-16,5 9-23 0,-5-5-31 0,4 2-41 15,-2-5-57-15,-3-1-79 0,6-4-63 16,-3 2-97-16,4-3-115 0,-6-5-142 16,6-1 58-16,-3-1-378 0,1-3-448 0</inkml:trace>
  <inkml:trace contextRef="#ctx0" brushRef="#br0" timeOffset="48406.75">27708 9573 2893 0,'0'0'120'0,"0"0"24"0,0-11 24 0,0 11 27 0,0 0 22 0,0 0 8 0,2-8-23 15,-2 8-21-15,10-4-14 0,-10 4-23 16,13-6-11-16,-2 6-16 0,1-4-13 0,1 3-10 15,0-3-14-15,3 1-12 0,-3 1-8 16,-1-1-8-16,1-1-3 0,-2 0-4 16,-3 0-5-16,2-3-4 0,-3 0-5 15,-2-2-6-15,-3-1-1 0,3 0-9 16,-5-1 5-16,-5 1-6 0,2-1-4 0,-5 3 3 16,-1 0-3-16,-5 0-1 0,-1 6-2 15,-4-1-4-15,-2 6 0 0,-5-1 1 0,-9 10-1 16,2 3-3-16,1 5 3 0,3 1 1 15,1 3 0-15,6 0-3 0,2 0 2 0,5 1-3 16,3-4 0-16,5 1-15 0,3-5-15 16,3 0-12-16,1 1-14 0,1-1-24 15,7-1-22-15,-1-3-42 0,7-1-23 16,1-1-28-16,4-1-30 0,2-4-10 0,3-2-15 16,3 0-18-16,0-6 5 0,2 0 27 15,5-3 23-15,-6-2 25 0,3-3 26 0,-2-1 40 16,-6 1 48-16,-5-1 59 0,2 1 49 15,-7 2 49-15,-1 0 45 0,-1 4 30 16,-3-3 18-16,-1 1 7 0,1 3-6 0,-5 0-10 16,5-1-22-16,-8 4-9 0,0 0 14 15,0 0 4-15,0 0-8 0,12 10-12 0,-10-4-10 16,-2 1-11-16,2 1-14 0,-2 0-6 16,0 2-7-16,1-3-10 0,-1 3-15 0,0-3 1 15,0 0-7-15,2-1-3 16,-2-6-7-16,2 9-2 0,-2-9-3 0,0 10-2 15,2-6-2-15,-2-4-1 0,0 0-2 16,5 5-5-16,-5-5-7 0,0 0 1 0,22-9-5 16,-11 1-2-16,1 0 1 0,1-1-1 15,-1-1-3-15,-1 0 1 0,0 3-2 0,-1-1-1 16,-3 2-6-16,1 2-2 0,-3-2-5 16,4 4-1-16,-9 2 3 0,11 0 0 15,-11 0 1-15,13 2-1 0,-7 4 1 0,2-2-9 16,-1 2-17-16,0 2-19 0,2-1-18 15,-2 1-22-15,0-2-21 0,6 5-22 16,-4-3-26-16,4 1-66 0,2 0-54 16,-4-3-75-16,7-1-100 0,-3 1-181 0,2-3 46 15,2-2-360-15,-2-1-422 0</inkml:trace>
  <inkml:trace contextRef="#ctx0" brushRef="#br0" timeOffset="48924.74">28629 9411 2659 0,'3'-29'35'0,"1"3"45"0,-4 6 48 0,2 3 42 0,-2 2 33 0,0 1 18 0,-2 0 18 0,2 4-4 16,2 1-25-16,-2 1-27 15,0 8-16-15,0 0-11 0,0 0 5 0,0 0-8 16,0 0-10-16,-9 34-17 0,1-3-10 16,3 5-6-16,-4 3-11 0,6 3-12 0,-1 1-11 15,-2-2 1-15,6 0-13 0,-3 0-15 16,3 1-21-16,-4-5-18 0,4 1-25 0,-2-8-23 15,0-5-25-15,1 0-32 0,-4-4-28 16,-1 3-32-16,3-6-18 0,-3-2-25 0,-1-4-18 16,-2 0-17-16,0-3-7 0,0-5-2 15,-1-2 14-15,0-2 25 0,10 0 22 16,-21-12 20-16,10 2 21 0,0-7 24 0,1-2 32 16,3-2 27-16,1 1 36 0,0-1 35 15,3 4 38-15,-1 2 34 0,-1 2 25 16,4 2 21-16,-1-1 11 0,0 2 9 15,2 1 1-15,0 1-17 0,2-4-17 0,1 4-7 16,9-1-15-16,0-3-8 0,7-3-8 16,4 0-9-16,3-1-8 0,1 3-4 0,1 1-11 15,1 0-2-15,-6 3-10 0,-4 2 0 16,-2 4-6-16,-3-1-5 0,-1 3-2 0,-2 4 5 16,1 1 9-16,-1 4 6 0,-2 3 5 15,0 2 3-15,-4 1 2 0,1 3-3 0,-3 3-5 16,3 5-4-16,-4-4-2 15,2 3-6-15,0-1-2 0,-2 2-3 0,0-5-8 16,-2 1-24-16,2-4-25 0,-4 3-35 16,2-3-52-16,-4-1-65 0,2-1-77 0,0 0-81 15,-2-3-94-15,2-5-212 0,-2-2 59 16,4-5 63-16,0 0-268 0,0 0-277 16</inkml:trace>
  <inkml:trace contextRef="#ctx0" brushRef="#br0" timeOffset="49090.18">28933 9598 2145 0,'-3'-15'99'0,"-1"1"28"0,0 2 13 0,1 2 29 0,-1 0 11 0,-3 1 2 0,6 0-1 0,-3 1-19 0,2 3-21 0,2 5-25 16,-4-10-41-16,4 10-81 0,0-6-71 16,0 6-88-16,0 0-112 0,0 0-184 0,0 0-56 15,0 0 53-15,0 0-131 0,0 0-96 16</inkml:trace>
  <inkml:trace contextRef="#ctx0" brushRef="#br0" timeOffset="49706.6">28958 9598 1720 0,'0'0'118'0,"0"0"14"0,0 0 15 16,0 0 28-16,0 0 31 0,0 0 19 15,-43 6 13-15,31 2 10 0,-1 7-9 16,-1-1-8-16,5 5-12 0,-7 6-16 15,9-5-16-15,-2 9-13 0,1-6-19 16,6-1-15-16,-2-3-15 0,4-2-8 0,0-2-15 16,0 1-8-16,0-3-5 0,3-3-5 15,-2 2 4-15,3-5 0 0,0 0 0 0,-1-2-10 16,-3-5-6-16,18 4-6 0,-18-4 0 16,18-6-12-16,-4 1-1 0,1-3-11 0,-6-4-4 15,13-7-4-15,-5-5-4 16,0-2-3-16,0-4-2 0,-4 0-2 0,-3-3-4 15,-2-2-2-15,-3 2-2 0,-5 7 0 16,0 4-3-16,-1 5-2 0,-3 1-6 0,-2 3-2 16,-2 1 2-16,-1 3-1 0,-2 6-2 15,-1-1 3-15,-1 6-4 0,13-2 2 16,-29 9 5-16,13-2-6 0,5 3 0 0,2 0 0 16,-1 0 3-16,2 2 2 0,5-1-1 15,1-1 3-15,4 0 5 0,0-1 4 0,3 1 14 16,7-2 7-16,3-1 5 0,6-2-3 15,2 0 4-15,1-5 3 0,5 0 1 0,12 0 5 16,-9-5 13-16,-5 4-9 16,0-1 3-16,-7 0 1 0,-3 0 0 0,-2 1-15 0,-1 1-3 15,-1 3-3-15,-1 1 10 16,-1 2 0-16,2 0 6 0,-3 2-7 0,-1 3-7 16,-1-1 2-16,-3-2 4 0,6 4-7 15,-6-3 0-15,1 2 1 0,1-2-2 16,0-2-1-16,-2 3 3 0,2-4 5 0,3 5 13 15,2-5-6-15,-1 0-5 0,4 0-7 16,2 0-2-16,1-3-5 0,0 2-4 0,0-3-19 16,-2 1-34-16,4-1-43 0,-5 0-43 15,-2-2-49-15,0 3-52 0,3-3-50 0,-7 1-60 16,1 1-82-16,0 0-76 0,-10-2-89 16,11 4-126-16,-8-1-45 0,-3-3 77 0,7 5-521 15,-7-5-645-15</inkml:trace>
  <inkml:trace contextRef="#ctx0" brushRef="#br0" timeOffset="50473.49">27140 10253 3424 0,'0'0'-27'0,"0"0"31"0,0 0 32 0,-36 17 30 0,9-2 21 0,2 1 25 0,1 3 6 0,0 1 14 0,0 0-5 16,5 4-4-16,2 2-6 0,5-1 1 16,5-1-6-16,3-3-5 0,2-1-11 0,8 2-7 15,0-1-7-15,1 0-5 0,9 3-6 16,-3-5-8-16,2-5-4 0,2-3-4 0,2-3-6 16,3-2-5-16,-4-2-3 0,3-4-3 15,1-2-1-15,-2-3-3 0,3-4-4 0,6-4 3 16,-3-11-2-16,-2-1 1 0,2-11-4 15,-2 0-8-15,-4-5 0 0,-3 0-2 0,-4 5-4 16,-5 2 1-16,-7 8-1 16,4 3-1-16,-3 6-4 0,-4 0-1 0,-3 3-4 15,-2 2-1-15,-2 2-2 0,-5 5-15 16,1 2-28-16,-5 3-35 0,2 5-51 0,-7 2-66 16,-6 7-72-16,2 1-74 0,0 3-86 15,5-1-143-15,5-3-48 0,6 1 63 16,2-3-316-16,6-2-353 0</inkml:trace>
  <inkml:trace contextRef="#ctx0" brushRef="#br0" timeOffset="50906.96">27282 10531 2539 0,'9'-2'83'0,"-9"2"34"0,0 0 27 16,0 0 21-16,9-7 25 0,-9 7 16 0,0 0-3 15,0 0-12-15,7-3-26 0,-7 3-10 16,0 0-14-16,0 0-16 0,0 0-15 0,0 0-9 15,0 0-9-15,0 0-12 0,7-3-6 16,-7 3-5-16,0 0-7 0,6-6-9 16,-6 6-3-16,7-10-4 0,-3 3-5 0,-1-1-4 15,2-6-6-15,-1-1-6 0,-3-2-1 16,1-1 0-16,0 0-7 0,0 1-1 0,-2 0-1 16,-2 1-1-16,0 3 0 15,2-1-6-15,0 2 2 0,-2-1 1 0,2 5-2 0,0-3-3 16,0 5-3-16,0 6 7 0,2-16-5 15,4 9-5-15,-1 1 2 0,9-2-1 16,3 2 1-16,0 0-5 0,0 3 5 16,2 1 0-16,-1-1-3 0,-5 3 2 0,3 2 2 15,-2 1-5-15,1 2 1 0,-1 2 0 16,-1 4-2-16,3 0 3 0,-3 3 2 0,-1 1 0 16,-3 5-1-16,0-3 2 0,-1 3-3 15,0 1 2-15,-3 1-4 0,1 2-8 0,-1 0-21 16,-3 0-27-16,3-2-37 15,-3-3-56-15,0 0-47 0,-2 1-53 0,0-3-54 16,0-1-83-16,0-2-152 0,0-1-53 16,1-2 65-16,3 0-269 0,2-4-285 15</inkml:trace>
  <inkml:trace contextRef="#ctx0" brushRef="#br0" timeOffset="51406.9">28433 10007 2301 0,'3'-16'66'0,"-1"7"35"0,0 3 15 0,0-2 3 0,-2 4-3 0,0 4-1 0,0 0 52 0,0 0 30 0,0 0 8 0,-9 35 7 15,-1-2-14-15,-2 7-1 0,0 6-6 16,-2 4-8-16,-1 3-6 0,1 2-10 15,-1-3-15-15,5 1-12 0,-3-7-15 0,4-9-8 16,-1-3-12-16,1-1-11 0,-1-4-10 16,4-4-6-16,0-9-4 0,3-2-10 0,-1-3-6 15,0-1-5-15,2-2-4 0,1 0-1 16,-1-2-4-16,0 1-1 0,2-7-4 0,0 7-7 16,0-7-6-16,0 0-24 15,0 0-10-15,0 0-12 0,5-20-6 0,-1 7-4 16,-4-3-1-16,2-4 0 0,-2 2 2 15,-2-2 6-15,-3 2 1 0,-4-3 0 0,0 5 3 16,-4-1 2-16,-3 4 1 0,2 1 9 16,-8 1 7-16,5 5 6 0,-4 2 6 0,2 4 6 15,1 0 4-15,-4 5 9 0,3 0 0 16,0 5 7-16,0-1-2 0,3 2-1 0,5-1 1 16,-2 3-6-16,5-1 3 0,2 2-3 15,3-1 0-15,1-2 0 0,2 1-6 16,4-2-3-16,-1 5-17 0,6-2-38 15,-2 0-55-15,2-4-73 0,0 3-111 0,3-1-108 16,0-1-124-16,1-1-185 0,0-1 10 16,3-1 75-16,-3-2-416 0,2-1-496 0</inkml:trace>
  <inkml:trace contextRef="#ctx0" brushRef="#br0" timeOffset="52022.2">28370 10614 2681 0,'0'0'26'0,"0"0"44"0,0-9 34 0,0 9 31 0,0 0 31 16,0 0 26-16,-3-11 8 0,3 11-1 0,0 0-14 16,5-6-14-16,-5 6-14 15,0 0-16-15,11-8-14 0,-4 8-14 0,-7 0-10 16,23-8-10-16,-12 6-7 0,7-3-9 16,-7 2-8-16,3-3-6 0,1 3-4 0,-3-1-3 15,-3-2-5-15,-2 2 1 0,4-4 3 16,-6 1 5-16,1 1 3 0,-1-2-7 15,-5 8-5-15,2-13-5 0,-2 13-7 0,-6-8-5 16,6 8-5-16,-17-4-3 0,2 4 0 16,15 0 2-16,-30 10-5 0,12 0 1 0,-6 4-4 15,1 6 1-15,5-4-1 0,7 1-2 16,1 1 3-16,3-1 2 0,1 0 17 0,6-2 3 16,4 3 2-16,1 0-4 0,6-1 3 15,2-1 6-15,0-2-7 0,4-3-3 16,2-2-3-16,2 0 0 0,2-6-4 15,0 1 4-15,-2-4-5 0,-1 0 11 0,2-2 9 16,-5-2 5-16,5-2 5 0,-2-5 4 16,-3 1 3-16,4-9-3 0,-4 5 1 15,-6-4-6-15,3 1-10 0,-3 0-1 0,-3 3 0 16,-1 3-3-16,0 1-9 0,-4 2 2 16,3-1-6-16,-2 1-7 0,1 4-5 0,-5 4 5 15,8-8-15-15,-4 2-5 0,-4 6-3 16,6-7 4-16,-6 7-2 0,11-6 8 0,-4 2 12 15,-7 4 9-15,20-3 0 0,-8 3 6 16,-12 0 3-16,24 5-10 0,-12-1 3 16,0 1-4-16,1 3 2 0,-2 0-1 15,-2 5 1-15,-2-4-4 0,2 4-3 0,-2 1-1 16,-2-1-3-16,-1 3 1 0,0-5-7 16,-2 3 6-16,1 0-9 0,-3 0-10 0,1 0-21 15,-1-3-35-15,0 3-55 0,0-2-46 16,0 2-58-16,0-2-75 0,0 1-63 0,0-2-75 15,-1 1-67-15,-6-1-89 0,3-2-199 16,1-2 63-16,-1 1 76 0,-2-4-502 16,6-4-609-16</inkml:trace>
  <inkml:trace contextRef="#ctx0" brushRef="#br0" timeOffset="52355.75">29770 10096 3154 0,'0'-22'-21'0,"2"4"41"0,-2 2 41 0,2 7 30 0,0 0 10 0,-2 2-17 16,0 1-18-16,0 6-7 0,0 0 26 0,0 0 37 15,-18 25 4-15,2 8 29 16,-9 15 12-16,-6 10 2 0,-8 25 6 0,-6 4 7 15,6 2-12-15,-4-2 5 0,3 4-21 16,3-2-12-16,-1 1-11 0,1-3-11 0,1-3-10 16,0-5-9-16,0-8-15 0,7-13-5 15,2-4-7-15,0-3-7 0,2-2-8 0,5-7-6 16,-1-3-8-16,5-10-33 0,5-7-30 16,2-5-42-16,1-2-54 0,4-3-58 0,0-1-63 15,0-3-55-15,3-2-79 0,1-6-115 16,0 0-213-16,0 0 57 0,0 0 61 15,25-26-346-15,-4 0-404 0</inkml:trace>
  <inkml:trace contextRef="#ctx0" brushRef="#br0" timeOffset="52824.7">29770 10915 2784 0,'-5'-6'83'0,"-3"0"0"0,2 0-1 0,6 6 11 16,-13 0 24-16,13 0 8 0,0 0 14 15,-23 12-3-15,12-2 1 0,-3 1-13 16,3 5-17-16,1 3 0 0,1-3-10 16,-1 2-8-16,5-6-9 0,-4 7-9 0,4-3-6 15,-1-1-6-15,3 0-6 0,1 2-5 16,0-6-3-16,0 1-3 0,4-3-6 0,0 1-5 15,2-2 1-15,3 0-8 0,0 0-5 16,5-3-6-16,-1-1-10 0,3-1 1 0,-3-2-2 16,4 1-2-16,-3 0 2 0,-1 0 2 15,-2-2 0-15,-9 0 13 0,18 2 3 0,-11-2-5 16,-7 0 4-16,12 5 21 0,-4-2 20 16,-3 1 14-16,3 2 3 0,0 1 0 0,1 2 1 15,-1-1 6-15,4 3 3 16,-1-4-2-16,0 1-4 0,3 1-4 0,2-2-6 15,4-2-13-15,-1-1 0 0,3 2 8 16,0-4-22-16,1-2-2 0,-3 0-5 16,5-4-5-16,-2 0-15 0,-2-2-15 0,0-1-21 15,-2-2-25-15,-1 1-31 0,-4-2-54 16,2-4-63-16,-3 0-95 0,-2-1-87 0,7-10-113 16,-3-1-221-16,0-3 54 0,3 0 79 15,0 4-348-15,2 1-404 0</inkml:trace>
  <inkml:trace contextRef="#ctx0" brushRef="#br0" timeOffset="53222.28">30706 10876 2880 0,'0'0'176'0,"0"0"-7"0,0 0-10 0,0 0 50 0,0 0 45 0,-2 9 18 0,2-9 13 0,-12 22-31 15,7-8-11-15,-1 3-16 0,-2 2 3 16,-1 1-42-16,1 0-18 0,-1 0-19 0,1 0-6 15,-7 7-17-15,6-8-9 0,-11 5-12 16,1 1-9-16,-6-6-5 0,-7 1-10 0,-12 3-12 16,-2-3-7-16,-1-5-5 0,3-5-12 15,4-3-12-15,0-3-13 0,10-3-9 16,7-2-15-16,1-9-15 0,11 3-19 16,4-12-11-16,7-1-1 0,11-11 6 0,14-10 3 15,5 0 8-15,3 10-7 0,1 2 15 16,-5 7 10-16,-4 4 16 0,0 2 19 15,-5 6 5-15,-3 5 6 0,0 1 6 0,-1 4 13 16,-3 2-7-16,2 5 1 0,0 0-12 16,3 3-6-16,3 7 0 0,-4 2-1 0,-4-4-7 15,-1 2-32-15,1 7-32 0,-2-1-29 16,2 6-51-16,-2 0-75 0,-8-3-102 0,1-3-87 16,-4 2-94-16,2-5-128 0,-6-1-123 15,4-2 82-15,0 0-506 0,4-3-624 16</inkml:trace>
  <inkml:trace contextRef="#ctx0" brushRef="#br0" timeOffset="53456.33">31026 11023 3313 0,'2'-27'91'0,"-2"5"54"16,0 3 53-16,-2 3 49 0,2 3 39 16,-2 1 38-16,0 1 7 0,0 1-16 0,2 3-39 15,0 7-38-15,-1-8-26 0,1 8-15 16,0 0-9-16,0 0-22 0,-25 29-15 15,10 0-12-15,-8 7-29 0,0 7-12 16,0 2-9-16,-2-1-14 0,2 3-39 0,0-4-43 16,-2 1-50-16,9-3-46 0,-5-2-47 15,7-6-48-15,-1-3-42 0,1-6-44 16,3-4-42-16,2-6-16 0,1-5-36 0,0-6-70 16,2 0-78-16,6-3-119 0,0 0 35 15,-12-18-380-15,10 7-467 0</inkml:trace>
  <inkml:trace contextRef="#ctx0" brushRef="#br0" timeOffset="53606.25">30723 11178 2735 0,'2'-21'50'0,"1"6"49"16,-3 3 27-16,0 4 27 0,0 0 5 16,0 8-4-16,0-9 1 0,0 9-13 15,0 0-14-15,0 0-14 0,0 0-9 16,0 0-13-16,-12 21-28 0,12-11-45 16,-2 1-63-16,-2 3-78 0,0-1-67 0,2 3-79 15,-4-1-90-15,-1 3-157 0,-3-1-21 16,-7 10 62-16,-4-2-134 0,-10 6-108 0</inkml:trace>
  <inkml:trace contextRef="#ctx0" brushRef="#br0" timeOffset="54406.11">27041 11710 1873 0,'0'-25'127'0,"6"4"39"16,-6 3 43-16,2 1 29 0,0-1 21 15,-2 7 15-15,1 0-7 0,1 1-20 0,0 2-29 16,0 1-26-16,-2 7-19 0,0 0-8 15,0 0-4-15,0 0-12 0,0 0-11 16,-11 41-9-16,7-19-12 0,1 2-14 16,-1 12-8-16,-3-4-9 0,2 4-8 0,-1-1-12 15,1-2-1-15,3-5-10 0,-2-4-3 16,1-1-4-16,-4 0-5 0,3-9-6 16,-1 3-11-16,-1-3-7 0,3-1-12 0,-1-3-16 15,-3-2-7-15,2 0-15 0,-4-2-12 16,-1-5-13-16,10-1-8 0,-23-2-13 0,9-5-6 15,2-5-9-15,-4-3 1 0,-3-7 7 16,5-2 10-16,3 4 7 0,4 3 5 16,2 1 9-16,0 2 10 0,1 4 4 0,0-2 2 15,6 2 13-15,4 1-1 0,0-1 2 16,7 0 4-16,7 0-4 0,12-2 6 16,6 1 3-16,12-4-3 0,2 4 4 0,8-4-5 15,0 1 2-15,6-3-12 0,-1-4-16 16,-2-1-15-16,-2 1-9 0,-4-7 1 0,-5-2 8 15,-3-2 2-15,-8-2 9 0,-2-4 4 16,-9 2 9-16,-4 0 3 0,-6 5 18 16,-5 3 28-16,-4 6 16 0,-1 5 19 0,-7 3 8 15,4 2-1-15,-5 2-13 16,0 5-4-16,-2 5-1 0,0 0 2 0,-18 2 1 0,7 5-5 16,-3 6 0-16,-6 6-2 0,2 5 2 15,2 2-7-15,0 3-2 0,3 1-1 16,-1-1 0-16,3 1-3 0,-3-1-2 15,9-4-3-15,1-2-2 0,-3-2-1 0,5-6-1 16,0 1-4-16,0-3-9 0,0-1 8 16,-1-2 7-16,1-3 4 0,2 3 19 0,2-6 14 15,-2-4 7-15,7 10 8 0,-5-7 8 16,-2-3 9-16,7 5-1 0,-7-5-3 0,7 3-10 16,-7-3-12-16,6 5-4 0,-6-5-10 15,6 5-1-15,-6-5-4 0,6 11 2 16,-4-6-11-16,2 2-4 0,-3 1-3 15,5 1-20-15,-2 0-34 0,-1-1-40 0,4 1-50 16,-4 1-71-16,-1 0-83 0,2-1-86 16,0-1-108-16,-2-2-205 0,1 2 57 15,-1-3 66-15,2 0-319 0,-4-5-351 0</inkml:trace>
  <inkml:trace contextRef="#ctx0" brushRef="#br0" timeOffset="55005.89">28038 11745 2772 0,'-2'-15'247'0,"2"15"20"0,0 0 21 15,-6-8 18-15,6 8 0 0,0 0-22 0,0 0-31 0,0 0-21 0,-6-8-32 0,6 8-14 16,0 0-21-16,0 0-16 0,0 0-17 16,0 0-11-16,31 16-14 0,-19-12-11 15,-3-1-8-15,0 0-12 0,3 0-11 0,-2 1-3 16,-10-4 0-16,14 4-11 0,-14-4-3 15,14 0-1-15,-14 0-3 0,13-6-4 0,-13 6-7 16,10-8-5-16,-6 3-5 0,-4 5 2 16,4-13-9-16,-6 4-6 0,2 9-8 15,-4-11-11-15,1 5-1 0,-6 0-4 0,0 0-2 16,-2 4 0-16,11 2-1 0,-23-3 5 16,9 3 0-16,14 0-2 0,-24 5-3 0,8 1 9 15,3 0-5-15,1 4 2 16,3-1 0-16,0 1 3 0,0 3-5 0,6-3 4 15,-1 0-1-15,4 0 4 0,0 0 2 16,4 0 2-16,-1-2-2 0,6 3 0 0,0-5 3 16,2-1 0-16,3-1 3 0,1-1 2 15,0-2 0-15,-2-1 6 0,7-1 9 0,-4 0 7 16,4-3 17-16,-4 1 11 0,-4-1-3 16,1 3 29-16,-1-3 19 0,-12 4-5 0,17-3 4 15,-9 1-12-15,-8 2-14 0,11-2-6 16,-11 2-12-16,0 0-9 0,13-1-7 15,-13 1-3-15,0 0-5 0,16 3-1 16,-16-3-2-16,15 5-3 0,-7-3-2 16,1 3 0-16,4-2 5 0,3 1-6 0,-3-1 1 15,-1 1 1-15,1-1-8 0,1 1 1 16,1-3-3-16,-2 3-3 0,4-1 2 0,2-1-4 16,0 1-2-16,0 1 2 0,4-1-5 15,2 1-36-15,-4-3-42 0,5 1-46 0,-2 0-47 16,2-2-49-16,3 0-63 0,2 1-98 15,-1-1-119-15,0 0-182 0,-1-1-118 0,-7 1 87 16,1 0-634-16,-1 0-800 0</inkml:trace>
  <inkml:trace contextRef="#ctx0" brushRef="#br0" timeOffset="56022.5">27499 12711 900 0,'5'-9'251'0,"3"4"-60"0,-5 0-32 0,2 1-10 0,-5 4-18 15,4-6-20-15,-4 6-16 0,0-7-12 0,0 7 1 16,0 0-4-16,-14-11 5 0,6 10-3 15,-4-3 5-15,-6 2 3 0,-1 4 8 16,-8 2 5-16,-7 4 7 0,-4 1 9 16,-2 4 6-16,-4 6 3 0,9-2-1 0,3 2 1 15,3 0-14-15,4 3 4 0,11-7 0 16,-4 6-6-16,9-1-1 0,2-6-8 0,5 3-6 16,2-4-6-16,2-1-10 0,1 4-10 15,6-5-2-15,-1-2-9 0,4 0-8 16,3-2-25-16,6-1-41 0,2-4-51 0,4-2-64 15,11-3-55-15,0-6-47 0,-1-3-47 16,10-5-29-16,-4-6-15 0,0 0-18 0,-4-6-29 16,-3-2-23-16,0-8-326 0,-2-2-209 15</inkml:trace>
  <inkml:trace contextRef="#ctx0" brushRef="#br0" timeOffset="56372.43">27744 12521 1838 0,'18'-40'-31'0,"-9"9"53"0,0 3 43 16,-5 6 48-16,-2 5 40 0,0 2 30 0,-2 2 14 15,0 4-2-15,-2 0-10 0,-2 2-14 16,4 7 5-16,-11-8-4 0,11 8-7 15,0 0-6-15,-38 18-3 0,19 6 0 0,-10 12-11 16,4 4-11-16,0 3-10 0,1 3-14 16,-2 1-8-16,1-1-11 0,-2 0-11 0,6-3-5 15,4-2-7-15,1-9-4 0,5-2-12 16,4-7-2-16,0-3-6 0,6-7-4 0,-3-1-1 16,2-1 0-16,0-3-12 0,2-8-2 15,6 7 0-15,-6-7-3 0,0 0-2 16,26-11 0-16,-10 2-4 0,1-3-3 15,8-5 1-15,-2 3 0 0,-5-1-1 0,0 3 1 16,-7 4 8-16,1-1 1 0,-1 2-4 16,-4 2-5-16,2 3-3 0,-2 2-2 15,-7 0 3-15,0 0-5 0,17 9 2 0,-11-1-2 16,-2 2 0-16,2-2 1 0,-3 5-2 16,3 2-3-16,-3-1-3 0,4-2-18 0,-3 0-12 15,-1-3-23-15,5-1-25 0,-5 4-39 16,1-4-62-16,3 1-76 0,-6-4-76 0,5 0-116 15,-1-2-218-15,3 1 53 16,-8-4 64-16,16 2-261 0,-7-2-297 0</inkml:trace>
  <inkml:trace contextRef="#ctx0" brushRef="#br0" timeOffset="56739.21">28017 12876 2293 0,'0'0'168'0,"0"0"22"0,0 0-1 0,0 0-4 0,0 0 12 0,0 0 5 0,0 0-6 15,0 0-7-15,0 0-17 0,0 0-17 0,0 0-12 16,0 0-8-16,0 0-12 0,0 0-9 16,0 0-7-16,0 0-3 0,0 0-1 15,21 3-7-15,-21-3-7 0,0 0-9 16,17-3-9-16,-17 3-4 0,14-6-10 0,-9 0-6 16,3 4-5-16,-1-5-4 0,1-1-5 15,-2 2-5-15,-1-1-4 0,1 0-2 16,-4 1-5-16,2-1 0 0,-4 7-7 0,0-10-4 15,0 10-4-15,0 0 0 0,-17-3 2 16,17 3-3-16,-29 9-3 0,15-1 3 0,-2 1 1 16,0 3 2-16,3 4 0 0,2-3 2 15,-1 3-3-15,5-4 3 0,-1 1-1 0,5 0-3 16,-2-1 4-16,3 0-2 0,2 0-1 16,0-4 0-16,4 2-3 0,0 1-13 0,2-3-39 15,3 1-56-15,2-2-90 16,5-1-99-16,-1 0-101 0,0-4-120 0,5-2-170 15,-3-2 63-15,2 2-408 0,1-2-502 16</inkml:trace>
  <inkml:trace contextRef="#ctx0" brushRef="#br0" timeOffset="56988.91">28358 12896 2801 0,'-2'-8'11'16,"-3"-1"47"-16,1 2 33 0,0 1 27 15,4 6 31-15,-8-9 19 0,2 2 3 0,1 2-7 16,5 5-13-16,-13-6-9 0,13 6-6 15,-20 0-4-15,20 0-10 0,-25 8-12 16,13 0-12-16,-4 5-5 0,3 1-13 16,1 3-7-16,-3 7-5 0,6-5-6 15,1-3-9-15,4-1-5 0,2 2-1 0,0-3-8 16,4 3-9-16,0-2-20 0,3-1-33 16,4-2-37-16,0-3-51 0,6-3-67 0,0 0-56 15,7-5-53-15,3-2-47 0,7-10-27 16,4-1-10-16,7-10-9 0,2-2-8 0,0-7-462 15,-2-1-334-15</inkml:trace>
  <inkml:trace contextRef="#ctx0" brushRef="#br0" timeOffset="57371.85">28722 12750 2162 0,'30'-50'-66'0,"-1"4"43"16,0-9 40-16,-3-1 38 0,9-18 46 15,-10 14 28-15,-4 2 38 0,-6 4 38 16,-6 17 27-16,-3 0 22 0,2 12 15 0,-5 4 5 16,1 4-4-16,-2 3-9 0,0 1-19 15,0 2-25-15,-1 3-27 0,-1 8-23 0,-7-5 5 16,7 5-17-16,-23 14-8 0,3 13-12 15,-9 9 6-15,0 7 1 0,1 4-5 0,-5 7-6 16,5 1-17-16,3 1-9 0,-2-1-10 16,2 2-6-16,3-2-16 0,-1-2-7 0,3-2-15 15,2-1-38-15,0-2-26 0,6-3-50 16,1-9-33-16,2-5-49 0,4-6-47 16,1-8-21-16,2-3-10 0,-3-4-15 15,7-3-21-15,3-4-2 0,-5-3 20 16,0 0 24-16,0 0 25 0,24-11 32 0,-12 4 39 15,-3-4 46-15,0 1 39 0,3 0 41 16,-1 0 46-16,-1-3 38 0,2 2 25 0,1-3 22 16,1 1 9-16,-2-1 7 0,4-2 4 15,4-5-9-15,2 0-19 0,3-3-11 0,0 1-3 16,7-6-22-16,2 0-26 0,0 0-42 16,-3 8-47-16,1-1-60 0,-5 1-74 0,0 4-74 15,-2 2-54-15,-7 3-52 0,-4 4-27 16,-7 4-6-16,-1 2-32 0,-6 2-34 15,0 0-10-15,0 0-420 0,0 0-350 16</inkml:trace>
  <inkml:trace contextRef="#ctx0" brushRef="#br0" timeOffset="57539.51">28957 12661 2260 0,'-10'10'-39'0,"2"-3"46"15,1 0 46-15,3 0 55 0,-2-2 46 16,3 2 34-16,1 0 22 0,0 1 18 0,-1 1 11 16,1 1 6-16,2 4-6 0,-2-1-14 15,2 5-23-15,-1-1-18 0,-1 1-19 0,0 5-15 16,0-5-14-16,0 2-16 0,0-2-11 15,2 2-33-15,-1-3-35 0,1-4-41 0,-2 3-53 16,2-4-76-16,-2-2-77 0,2 0-100 16,0-5-144-16,0-5-210 0,-2 7 54 15,2-7 67-15,0 0-261 0,0 0-287 16</inkml:trace>
  <inkml:trace contextRef="#ctx0" brushRef="#br0" timeOffset="58355.89">29844 12334 2437 0,'0'-21'88'15,"0"5"21"-15,0 2 3 0,0 3-6 16,2 3 6-16,0-2 10 0,-4 3-18 0,2 7-7 16,0 0 6-16,0 0 26 0,0 0 14 15,0 0-1-15,-15 38 4 0,3-3-9 0,3 4-8 16,-4 13-16-16,-1-5-8 0,1 3-7 16,1-2-9-16,0-1-15 0,2-10 0 15,0-1-8-15,3 0-12 0,-6-7 1 0,4-5-5 16,6-5-5-16,-1-2-4 15,-1-6-2-15,1 2-3 0,-2-3-5 0,2 0 10 16,2-2 12-16,-4-3 0 0,-1 1-2 16,7-6-6-16,-16 4-3 0,9-2-7 0,-2-2 0 15,9 0-6-15,-25-6-1 0,10 4-3 16,5-3-3-16,-1-1-2 0,1 2 1 0,2 0-3 16,1 0-5-16,1 0-4 0,6 4-8 15,-5-8-14-15,6 2-10 0,9-3-6 0,4 1-12 16,4-2-14-16,14-1-24 0,16-7-20 15,-1-1-9-15,5-3-18 0,2 0-10 0,-1-4 2 16,0-3 4-16,2-5 15 0,12-11 14 16,-6-2 10-16,-17 3 14 0,7-12 14 15,-10 8 19-15,-3-3 17 0,-4-3 14 16,-4 2 23-16,-3 7 25 0,-6 2 16 16,-6 13 16-16,-1 3 3 0,-7 7-6 0,-3 6-8 15,-4 3-5-15,-4 7 6 0,4 4 5 16,-23 3 17-16,-4 12 12 0,-10 11 4 0,-5 5 8 15,0 6 0-15,-2 6 4 0,3 2-6 16,2 3-7-16,3 2-6 0,2-1-6 0,5-1-8 16,4-2-9-16,0-3-7 0,12-8-2 15,-1-2-8-15,5-2-3 0,3-8-1 16,3-4-7-16,-1-2-1 0,2-5-5 0,0 0-3 16,0-2-2-16,0-1-1 0,2-2 6 15,-2 0 21-15,2-7 21 0,0 12 39 16,0-12 12-16,4 8-4 0,-2-3 6 15,-2-5-3-15,0 0-20 0,8 6-12 0,-8-6-14 16,2 6-2-16,-2-6-9 0,5 13-4 16,-1-7-6-16,0 6-6 0,-1-3-5 0,2 1-9 15,0 0-4-15,1 2-1 0,-1 3-10 16,3-5-30-16,-2 1-46 0,4-1-40 0,-1 2-56 16,3-7-61-16,1 7-73 0,0-6-92 15,1-2-107-15,-2-2-121 0,2-1-195 16,1-1 66-16,3-1 82 0,-2-3-474 15,6-1-593-15</inkml:trace>
  <inkml:trace contextRef="#ctx0" brushRef="#br0" timeOffset="58737.71">30373 12835 3365 0,'0'0'91'0,"0"0"8"0,0 0 7 0,0 0 22 0,0 0 21 0,0 0 3 0,0 0-8 0,0 0-8 0,0 0-2 0,11 8 5 0,-11-8 0 0,0 0-14 15,19 2-12-15,-19-2-8 0,21 0-12 0,-21 0-7 16,21-4-7-16,-8 2-12 16,-1-2-5-16,1 2-5 0,-3-4-9 0,3 0-1 15,-4-3-7-15,-2-2-1 0,4-1-7 16,-6 2-3-16,-1 2-2 0,-2-3-3 0,-4 5-8 16,-4-2-1-16,-1 0-3 0,-5 4 0 15,-3 3 0-15,-4 1 4 0,-6 5 13 0,-8 7 23 16,3 1 27-16,-1 5 23 0,7 1 21 15,1 2 25-15,6 1 18 0,4-1 10 16,5-3 4-16,4-3-4 0,0 3-5 0,4 1-5 16,2-2-14-16,0 0-15 0,2-2-11 15,2 0-14-15,1-1-11 0,1 0-44 0,1-4-57 16,-1 2 0-16,0-5 0 0,-1 1 0 16,-1-2 0-16,-2 0-198 0,0 0-78 15,-2 0-97-15,-2-6-103 0,0 9-129 16,-4-1-199-16,-4-2 4 0,-5 2 78 0,-12 7-617 15,-6 2-795-15</inkml:trace>
  <inkml:trace contextRef="#ctx0" brushRef="#br0" timeOffset="59505.33">26925 13840 3544 0,'-7'-27'-114'0,"1"2"53"0,1 2 61 0,0 4 59 0,1 3 56 0,1 2 23 0,1 2 5 0,0 1-10 0,0 2-17 15,2 9 3-15,0 0 45 0,0 0 20 16,0 0-4-16,-19 40-9 0,8-5-14 0,-2 2-9 15,1 11-12-15,-4 0-11 0,1-1-11 16,-1-3-9-16,3-9-11 0,2 0-9 16,-1-4-3-16,1 0-13 0,4-10 1 0,-1-3-14 15,2-4-2-15,0-2-5 0,3-2 6 16,-3 0 20-16,4-4 30 0,2-6 28 0,-1 6-16 16,1-6-14-16,0 0-10 0,0 0-14 15,12-35-12-15,4 5-27 0,1-2 3 0,6-7-10 16,2 3-5-16,-7 6 2 0,4 4-3 15,-8 4-6-15,-2 6-6 0,-1 3-6 16,-3 3-12-16,-2 3 0 0,2 3 0 16,-8 4 3-16,13 2-3 0,-13-2 3 0,15 15 0 15,-5-1-1-15,-3 3 0 0,-1 0 4 16,0 3-10-16,0-1-21 0,-1-2-14 16,-1 3-26-16,-1-2-30 0,-1-3-30 0,3 0-42 15,-1 1-41-15,-3-4-48 0,1 0-39 16,2-4-30-16,-2 1-20 0,2-4-42 0,-4-5-60 15,10 2-64-15,-10-2-92 0,22-13 8 16,-6 2-339-16,2-8-416 0</inkml:trace>
  <inkml:trace contextRef="#ctx0" brushRef="#br0" timeOffset="59804.41">27190 13991 2514 0,'9'-14'-1'0,"-1"5"47"0,-3-1 34 16,2 6 22-16,-3 0 19 0,-4 4 8 16,3-7-13-16,-3 7 27 0,0 0 9 15,0 0 1-15,0 0-19 0,0 0-8 0,-3 25-8 16,1-16-11-16,0 1-3 0,0 0-5 15,0 1-10-15,2-3-6 0,0 2-9 0,-3 0-8 16,6-1-6-16,-1-1-3 0,-2-8-5 16,4 11-1-16,-1-6-6 0,-3-5-4 0,13 7-1 15,-3-7-6-15,-10 0-13 0,24 0-2 16,-13-4-4-16,0-1-1 0,0 0-1 16,-1 0-2-16,-3-6 7 0,1 3-3 15,0-2-1-15,-6-2 11 0,0 4 4 0,-2 0-1 16,0-1-3-16,-9 1-2 0,6 0-7 15,-5 1-3-15,1 3 1 0,-5 0-5 16,12 4-25-16,-24 0-20 0,24 0-53 0,-27 6-51 16,11-1-75-16,4 1-71 0,-2 1-104 15,1 0-130-15,4-3-96 0,0 2 64 0,5-3-263 16,4-3-303-16</inkml:trace>
  <inkml:trace contextRef="#ctx0" brushRef="#br0" timeOffset="60205.51">27823 13594 2294 0,'6'-18'161'16,"-1"5"52"-16,-3 1 13 0,0 3 3 0,-2 1-2 15,0 8-14-15,2-4-16 0,-2 4 31 16,0 0 23-16,-17 29-16 0,1-1-13 0,2 6-22 16,-8 11-13-16,1 1 4 0,-2 1-13 15,3 5-30-15,-5 0-17 0,3-4-6 0,2-1-25 16,-1-4-2-16,5-8-15 0,3-4-4 15,6-9-6-15,-3-3-9 0,6-5-7 16,-2 0-1-16,3-4-6 0,-1 0 1 0,0-3-5 16,2 0-1-16,2-7 4 15,-1 7-10-15,1-7-8 0,0 0-28 0,0 0-9 16,0 0-6-16,0 0-7 0,3-28-5 16,-3 16-1-16,-2-2 2 0,1 0 12 0,-6 1-13 15,0 3 7-15,-4 0-6 0,-5 3 3 16,-1 3 3-16,-2 4-2 0,-6 6 0 0,-6 3 2 15,3 4 3-15,-3 3 4 0,6 4-2 16,3 2 2-16,3 0 1 0,-1 2 1 0,9-4-1 16,4-2 9-16,0-3-7 0,2-1-2 15,3-2 2-15,0-1-20 0,4 1-29 16,5-2-50-16,-4-3-67 0,8-1-101 16,2-2-102-16,3-2-132 0,3-6-223 0,4-2 48 15,2 2 82-15,9-6-377 0,0-3-454 16</inkml:trace>
  <inkml:trace contextRef="#ctx0" brushRef="#br0" timeOffset="60556.86">27727 14223 3027 0,'0'0'175'0,"0"0"0"0,0 0 7 0,0 0 12 0,0 0 8 0,0 0-10 0,0 0-14 0,0 0-14 0,0 0-15 0,0 0-15 0,0 0-11 0,0 0-14 15,0 0-8-15,5-11-9 0,-5 11-11 0,11-6-3 16,-11 6-10-16,11-9-10 0,-8 4-1 16,4-2-10-16,-2 0-9 0,-1 0-7 15,0-3-4-15,-2 1-3 0,-4-1-6 0,0 0-4 16,-4 1-1-16,-1 1-2 0,-7 1-1 16,-1 4-1-16,-2 1-3 0,-3 4 0 15,2 0-3-15,0 0 5 0,2 4 6 0,-4 2-1 16,1 1 3-16,6 0 0 0,-3 4-1 15,7-1 0-15,0 0-1 0,1 0 1 0,2 2-7 16,2-2 2-16,2 1 0 0,2-1-1 16,2 1-21-16,2-1-34 0,2 0-55 15,4-1-101-15,1 0-115 0,3-4-139 16,0-1-186-16,4-3-41 0,0-1 76 0,0 0-377 16,1 2-461-16</inkml:trace>
  <inkml:trace contextRef="#ctx0" brushRef="#br0" timeOffset="61054.81">28436 14036 2888 0,'-7'-10'93'0,"-1"2"37"0,0 4 6 15,8 4-7-15,-11-4-5 0,11 4 9 16,-17 12 4-16,7 0-6 0,-2 5-6 15,1 3-13-15,-2 5-7 0,1 2-15 0,7-3-9 16,-2 6-6-16,1-5-9 0,1-4-5 16,3-3-6-16,1-1-8 0,1 1-2 0,-2-5-3 15,2 2-4-15,2-5-2 0,-1 2-4 16,-1-4 0-16,7 1-3 0,-1-2-1 0,-1-2-3 16,2-1-11-16,1-1-4 0,0 0-13 15,0-1-9-15,1 2-3 0,-9-4 3 16,17 3 1-16,-7-3 0 0,-10 0-1 0,13 3-2 15,-13-3 5-15,11 3-5 16,-11-3 8-16,13 6 0 0,-6-3-3 0,-2 2 0 16,5 1 4-16,-1-1 5 0,-3 2-3 15,4-2 2-15,-3 1 1 0,0 0 0 0,5-1 2 16,-2-2 5-16,-1 1 4 0,3-3 0 16,-3-1 0-16,5 0-1 0,-1-3 5 0,5 0-4 15,-4-3-2-15,6-2 1 0,-6-1-1 16,6-1-1-16,-5 0 0 0,0-3 3 0,-4 0-8 15,3-1-1-15,-3-1-10 0,0-1-15 16,0 3-35-16,-6-1-43 0,1 0-63 16,-3 1-48-16,3 0-61 0,-4 3-80 15,1 2-113-15,-6-3-128 0,3 6 62 16,-2-4-234-16,2 3-255 0</inkml:trace>
  <inkml:trace contextRef="#ctx0" brushRef="#br0" timeOffset="61320.82">29079 14093 2334 0,'1'-7'128'0,"-1"7"28"0,6-10 18 0,-6 10 0 0,4-4-10 0,-4 4-20 0,0 0 17 0,0 0 15 15,0 0-8-15,-10 41-12 0,-3-10-12 16,1 2-17-16,-2 11-13 0,-2 1-7 0,-1-2-13 15,2 1-10-15,2-8-9 0,-3 0-8 16,3-3-6-16,-1-3-17 0,1-2-23 0,4-5-28 16,1-7-34-16,2-1-38 0,1-3-64 15,1-5-64-15,2 1-88 0,-2-5-109 16,4-3-116-16,0 0-59 0,0 0 59 0,0 0-187 16,17-28-200-16</inkml:trace>
  <inkml:trace contextRef="#ctx0" brushRef="#br0" timeOffset="61470.77">29213 13984 2108 0,'5'-24'91'0,"-1"5"33"16,-2 1 29-16,-1 4 30 0,3-1 13 15,-2 3 1-15,0 1-19 0,-2 3-14 0,0-1-19 16,2 2-23-16,-2 7-37 0,1-11-46 16,-1 11-54-16,2-7-52 0,-2 7-66 0,11-4-78 15,-11 4-122-15,0 0-223 0,11 2 47 16,-11-2-158-16,0 0-163 0</inkml:trace>
  <inkml:trace contextRef="#ctx0" brushRef="#br0" timeOffset="62220.68">29801 13551 2026 0,'-2'-7'116'0,"2"7"22"0,0 0 0 16,-8-10 14-16,8 10 12 0,0 0 32 0,-19 15 18 15,7 2 25-15,-4 9-1 0,-6 13-4 16,-3 5 11-16,3 5-9 0,-1 3-24 0,0 6-18 16,-4-4-15-16,6 1-18 0,-1-1-15 15,-1-4-12-15,3-3-14 0,2-4-14 0,0-10-13 16,5-3-6-16,-2-1-9 0,4-10-4 16,1-1-2-16,0-5-8 0,3-1-6 15,-1-2-3-15,3 0-5 0,-3-5-3 16,-2-1-3-16,3 0-12 0,-1-2-16 0,8-2-17 15,-17 0-16-15,17 0-21 0,-18-6-8 16,11 2-11-16,2-1 1 0,-1-1-5 16,1 2 5-16,5 4 0 0,-7-12 0 0,7 7 2 15,0 5 4-15,10-14 4 0,-1 2 4 16,11-1 5-16,6-3-3 0,7-4 0 0,10-4-10 16,7 0-6-16,1-5-9 0,4 0-2 15,1-3-3-15,16-13 6 0,1 0 5 0,1-1 2 16,-4-2 6-16,-1-5 9 15,-2-1-2-15,-8 0 5 0,-16 9 6 0,0 2 3 16,-7 5 16-16,-11 11 14 0,-7 3 13 16,-2 5 11-16,-5 6-1 0,-7 1-3 0,-2 7-4 15,-2 5 7-15,-15-6 9 0,-4 10 8 16,-16 7 11-16,-8 9 6 0,-7 5 9 16,-2 4 9-16,0 5 1 0,-2 3-4 0,-11 10-1 15,4 5-2-15,15-9-5 0,3-2-1 16,5 4-10-16,3-2-6 0,2-2 2 0,11-2-5 15,5-6-1-15,-3-4-8 0,7 0 0 16,4-7-5-16,3-3-1 0,2-4 1 0,0-2 15 16,6-3 30-16,2-2 17 0,6-1 8 15,1-3-10-15,5-4 5 0,0-2 6 16,6 0 26-16,-4 0 5 0,0 1 7 16,-5-1-3-16,1 0-12 0,-14 2-9 0,21 0-22 15,-12 4 5-15,-2-1 3 0,3 4 0 16,-2 2 0-16,-1 2-2 0,-1 1-1 15,-1-2-83-15,2-1-15 0,-2 1 0 0,1 0 0 16,0-2 0-16,-1-1 0 0,3-1 0 16,-2 0 0-16,1-1 0 0,4-1 0 0,1-1 0 15,-1-3 0-15,3 2 0 0,-14-2 0 16,31-2 0-16,-18-1 0 0,3 0 0 0,-2-1 0 16,-3 0 0-16,5 0 0 15,-5 2-419-15,1-4-238 0,-3 3-176 0,2 0-53 16,0-2 92-16,-4 3-771 0,-7 2-1008 15</inkml:trace>
  <inkml:trace contextRef="#ctx0" brushRef="#br0" timeOffset="62854.47">26988 14800 4426 0,'5'-17'-117'0,"1"5"58"0,-1 4 37 0,-4 2 27 0,-1 0 9 0,0 6-6 16,4-9-8-16,-4 9 52 0,0 0 45 0,0 0 21 16,-21 48 6-16,3-17-7 0,4 2-5 15,-6 8-7-15,2 4-2 0,-2-2-8 16,1-3-8-16,0 0-5 0,5-6-10 15,0-2-7-15,0-3-7 0,1 0-5 0,2-3-10 16,1-5-2-16,2-5-5 0,5-3-3 16,-3-2-1-16,2-2 0 0,3-2-5 0,-1-1 4 15,2-6-3-15,0 9-4 0,0-9 0 16,0 0-4-16,0 0 7 0,0 0-11 0,36-15-4 16,-23 9 0-16,-1 1 0 0,-1 0-3 15,-2 0-1-15,-2-1-4 0,4 2-3 16,-11 4 3-16,14 0 12 0,-14 0 7 15,23 4 2-15,-13 2 2 0,3 1-2 16,0 3 1-16,1 2-4 0,-1 2-4 0,3-1-1 16,-5 3-1-16,2 0-3 0,1-2-2 15,-5 2-3-15,0-3-30 0,0-1-22 0,0 0-33 16,-6-3-34-16,5-1-48 0,-3 2-38 16,-2-3-46-16,1 1-36 0,-2-4-53 15,-2-4-73-15,0 10-113 0,0-10-139 0,0 0 62 16,-8 4-316-16,8-4-393 15</inkml:trace>
  <inkml:trace contextRef="#ctx0" brushRef="#br0" timeOffset="63588.03">27287 15290 2324 0,'2'-6'-81'0,"0"-1"38"0,2-1 37 0,1-2 36 0,2-1 38 0,-4-1 39 0,5 1 31 15,-3 2 32-15,3 0 7 0,-5 2 10 16,4 2 1-16,-7 5-4 0,3-11-21 0,-3 11 3 15,0 0 23-15,0 0 10 0,0 0-13 16,10 17-11-16,-10-5-17 0,0 3-16 16,-2 0-12-16,0 4-17 0,-4-2-7 15,5 2-12-15,-3-2-11 0,-3 4-28 0,4-3-50 16,-1-2-60-16,0 1-88 0,1-4-78 16,1 2-87-16,0-5-103 0,0 0-129 15,0-4-97-15,2 0 56 0,0-6-273 0,0 0-339 16</inkml:trace>
  <inkml:trace contextRef="#ctx0" brushRef="#br0" timeOffset="63737.78">27546 15091 2335 0,'12'-32'19'0,"-3"10"37"0,-3 4 28 0,0 0 17 16,-2 3 19-16,0 1-8 0,-3 1-2 16,1 4-7-16,0 0-20 0,0 2-30 15,0 1-40-15,-2 6-31 0,2-7-43 16,-2 7-60-16,0 0-90 0,0 0-112 0,0 0-175 15,0 0-168-15,0 0-161 0</inkml:trace>
  <inkml:trace contextRef="#ctx0" brushRef="#br0" timeOffset="64220">27794 15054 2069 0,'0'0'128'0,"0"0"17"0,-8 15 26 16,2-9 25-16,-3 2 20 0,0 3 9 15,1 1-4-15,-2 0-13 0,1 5-14 16,3-1-22-16,-2-1-15 0,5 1-13 0,-1-1-16 16,0 0-17-16,4-2-8 0,-2 0-9 15,2-3-7-15,0 1-15 0,2-3-3 0,0 1-5 16,2-1-7-16,0-1-5 0,1-2-6 16,3-1-16-16,-8-4-6 0,19 1-4 15,-19-1-2-15,19-1-2 0,-19 1-1 0,19-6 2 16,-9 3-3-16,-10 3 1 0,13-3-1 15,-13 3-1-15,12-4-5 0,-12 4-8 0,0 0 7 16,0 0 9-16,4 17 8 0,-8 1 4 16,-6 13 3-16,0 2 9 0,-5 13 7 15,0 0 13-15,-1 3 8 0,1 1 8 16,-2 1 1-16,0-3 6 0,0 1 6 16,0-3-1-16,1-2 11 0,3-9-14 0,-2-6 10 15,4-2 13-15,-3-1 11 0,1-7 2 16,2-4 0-16,-5-1-1 0,-1-4-9 0,-2-2-8 15,-2 0-9-15,-4-3-5 0,-4-3-12 16,2-4-4-16,-12-2-8 0,3-2-12 0,2-5-3 16,-1-1-6-16,7-1-16 0,1-5-22 15,2-1-26-15,7-3-36 0,0 0-35 16,7 3-33-16,2 2-38 0,6 2-43 0,1 3-61 16,2-2-64-16,2 2-79 15,3-4-100-15,15-6-151 0,-1-2-98 0,8 3 73 16,3-1-490-16,12-3-639 0</inkml:trace>
  <inkml:trace contextRef="#ctx0" brushRef="#br0" timeOffset="64603.85">28238 14984 3541 0,'3'-25'148'0,"-3"6"58"0,2 3 53 0,0 4 39 0,1 1-1 0,-3 3-23 0,0 2-39 16,0 6-22-16,0 0-6 0,0 0-10 15,-18 32-16-15,6 1-17 0,-2 3-17 16,-3 10-17-16,-1 3-11 0,6 0-16 0,-6-1-6 16,2 1-13-16,1-1-9 0,4-10-8 15,-2 1-10-15,1-7-4 0,0-3 0 16,7-6-5-16,-3-6-5 0,5-4-4 0,1-1-7 16,-2-2 0-16,2-3-7 0,2 0-9 15,0-7-10-15,0 7-7 0,0-7 8 0,11 1-12 16,-11-1 1-16,0 0 0 0,22-5-5 15,-22 5 4-15,13-3-5 0,-13 3 4 0,9-2-4 16,-9 2-2-16,0 0-1 16,14 3 6-16,-11 1-2 0,3 3 2 0,-2-2 11 15,-1 4-8-15,4 1-1 0,-2 0-2 16,-1 2-12-16,2 0-34 0,-5 2-50 16,5-1-47-16,1 1-56 0,-6 0-57 0,3-2-75 15,0 1-73-15,-2-4-88 0,-1 3-142 16,3-4-96-16,-2 0 79 0,2-1-451 0,-1-3-579 15</inkml:trace>
  <inkml:trace contextRef="#ctx0" brushRef="#br0" timeOffset="65269.8">28480 15554 3320 0,'-6'-6'89'16,"6"6"25"-16,-11-8 17 0,11 8-8 15,-6-6 2-15,6 6-15 0,0 0-12 16,-8-6-12-16,8 6-15 0,0 0-5 0,0 0-15 16,0 0-22-16,0 0-24 0,0 0-5 15,16-7-20-15,-16 7-2 0,15-5 4 0,-5 1-5 16,1-1-1-16,-4 0 14 0,3-2-2 16,0-1 4-16,-5 1-2 0,3-3 10 15,-3 4 16-15,2 0 11 0,-3 1 0 0,-4 5-2 16,1-9-1-16,-1 9-8 15,0 0-4-15,0 0-4 0,0 0 4 0,-40 22-2 16,18-4-1-16,-2 5 3 0,1-2-8 16,3 3 1-16,-3 0 2 0,4-1-4 0,2 3 1 15,5-5-6-15,3-4 7 0,1-1-6 16,5 0 3-16,-2-5 1 0,5-1 1 0,0 1 2 16,5-3 2-16,-2 1 0 0,7-6 4 15,1 3-2-15,2-6 2 0,2 0-7 16,8-6 3-16,10-4 2 0,-5-3-4 0,6-5 2 15,6-8 0-15,1-2 1 0,-1-7-2 16,-4 0 0-16,1-4-3 0,-5 7 3 0,-8 8 10 16,-7 1 7-16,0 10 16 0,-7-1 0 15,0 6 1-15,-5-1-8 0,2 4-1 16,-7 5-6-16,0 0 0 0,0 0-9 16,0 0 2-16,0 0-2 0,0 0-6 15,-18 23 0-15,12-10-4 0,3 2 2 0,-2 1-2 16,1-1 0-16,1 6-5 0,-3-1 11 15,2 1 21-15,1-1 23 0,-3 0 27 0,3 1 28 16,-4-1 27-16,0 0 28 0,1-1 18 16,1-3-2-16,-2-2 13 0,2 1-2 15,-1-2 1-15,-1 1-4 0,-1-2-13 0,2-2-14 16,0 0-16-16,1-1-13 0,-1 0-14 16,3-1-11-16,-3-4-8 0,-1 4-9 0,7-8-9 15,-11 10-13-15,6-8-26 16,5-2-31-16,-20 5-44 0,8-7-47 0,12 2-79 0,-29-6-66 15,15-3-80-15,3-1-74 16,4-7-74-16,3-2-77 0,9-15-87 16,8-16-161-16,12-4 56 0,17-18-570 0,6-3-749 15</inkml:trace>
  <inkml:trace contextRef="#ctx0" brushRef="#br0" timeOffset="65537.14">29326 14648 3475 0,'16'-30'-19'0,"-5"11"60"0,-4 3 60 0,-1 3 46 0,-2 4 27 0,0 0 8 15,-2 4 1-15,-2 5-8 0,0 0 45 16,0 0 29-16,0 0 26 0,-21 53 1 0,-1-3 5 16,-4 8-11-16,-14 24-5 0,-2 6-5 15,-2 5-16-15,-3-1-20 0,1 3-26 0,2-1-19 16,2-4-17-16,4-6-17 0,0-3-15 16,9-19-16-16,4-4-18 0,-3-2-32 0,1-2-36 15,2-7-36-15,3-5-56 0,4-11-62 16,2-4-48-16,2-6-49 0,7-3-36 15,1-7-36-15,-1-3-63 0,0-2-52 0,3-4-36 16,4-2-32-16,0 0-31 0,-5-16-13 16,3 2-15-16,4-4 15 0,0-8-569 0,5-10-562 15</inkml:trace>
  <inkml:trace contextRef="#ctx0" brushRef="#br0" timeOffset="65670.45">28713 15745 2762 0,'2'-33'-69'0,"-1"7"72"0,-1 3 70 0,0 6 59 16,0 2 66-16,0 3 44 0,0 0 30 15,2 1 14-15,0 3-1 0,-2-1-4 0,2 0-22 16,0 4-15-16,1-5-31 0,8 0-20 15,2-1-17-15,2 1-32 0,2-1-55 16,2 2-65-16,8-5-77 0,-7 2-92 0,9-2-114 16,-2-1-143-16,-10 3-215 0,0 0-87 15,1-1 71-15,-6 1-385 0,4-1-494 0</inkml:trace>
  <inkml:trace contextRef="#ctx0" brushRef="#br0" timeOffset="68256.7">29677 15507 556 0,'0'0'334'0,"0"0"-97"0,0 0-66 0,9-3-28 0,-9 3-4 0,0 0-6 0,0 0-4 0,0 0 0 16,0 0 5-16,11-4 2 0,-11 4-3 15,0 0 6-15,0 0-12 0,0 0-9 16,7-8-10-16,-7 8-6 0,6-8-6 16,-6 8 12-16,5-9 12 0,-3 4 6 15,-2 5 0-15,0-12 0 0,0 12-10 0,-6-13-8 16,1 5-17-16,-5 3-7 0,-3-1-9 15,-5 4-7-15,-5 0-6 0,-5 4-3 0,-10 3-6 16,-2 7-2-16,-10 2 6 0,3 6-3 16,4 2 2-16,5 0-8 0,10 0 1 0,3 2-6 15,6-3 3-15,5 0 8 0,9-3 3 16,3-2 5-16,2-1-4 0,4 2-4 16,1 3-5-16,7-1-5 0,-1-2-5 0,3-2-5 15,3-1-2-15,-1-2-24 0,8 2-32 16,-3-1-43-16,0-6-56 0,0 0-83 15,2-5-75-15,2 3-95 0,1-4-93 16,1-4-112-16,-2-1-15 0,-3-3-274 0,9-3-354 16</inkml:trace>
  <inkml:trace contextRef="#ctx0" brushRef="#br0" timeOffset="68689.86">29977 15219 2289 0,'7'-27'-39'0,"-3"3"46"16,-1 3 43-16,1 6 38 0,-2-1 37 0,0 4 2 15,-2 0 3-15,1 3-24 16,-1 5-9-16,0 4 7 0,0 0 30 0,0 0-13 16,-9 29 4-16,2 1-1 0,0 4-9 15,-6 6-3-15,2 10 4 0,-2 0-2 0,0 1-11 16,-1-2-11-16,1 0-7 0,2-3-8 16,-1-10-6-16,2 0-7 0,-1-4-5 15,1-3-7-15,3-6 1 0,-1-3 4 0,0-8 1 16,1 2-2-16,3-1-3 0,-1-3-3 15,1-4 7-15,4 1 12 0,-2 1 11 0,2-8-4 16,0 0-9-16,0 0-9 0,0 0-7 16,0 0 1-16,29-12-11 0,-18 1-2 15,0 3-5-15,3 1-4 0,-7 1-4 16,0 1-4-16,0 1-7 0,-7 4-6 0,11-5-1 16,-11 5 2-16,0 0-1 0,0 0 1 15,17 14-4-15,-13-8 1 0,2 3 0 16,-3 1-1-16,1-3 0 0,-2 5-1 0,2-4 0 15,-2-1-3-15,-1 1-21 0,3-1-26 16,-1 0-22-16,1-2-29 0,-4-5-38 0,5 10-27 16,-3-6-36-16,2-1-41 0,-4-3-39 15,11 4-35-15,-11-4-33 0,15-3-19 16,-4-1 1-16,3-1 2 0,3-4 28 0,2-2-507 16,1 2-326-16</inkml:trace>
  <inkml:trace contextRef="#ctx0" brushRef="#br0" timeOffset="68820.2">30131 15737 2153 0,'18'-13'-77'0,"0"1"54"0,-7 4 45 16,-2 4 32-16,-2-1 26 0,-2 1 11 15,-5 4-3-15,9-8-18 0,-9 8 4 0,0 0 6 16,0 0-2-16,0 0-5 0,0 0-12 16,8 19-2-16,-12-9-7 0,0 2-11 15,-1 1-29-15,-3 1-27 0,3 0-43 0,-3 1-43 16,4-3-50-16,-3 1-60 0,1-2-54 16,-1-1-70-16,6-3-295 0,-1-4-128 15</inkml:trace>
  <inkml:trace contextRef="#ctx0" brushRef="#br0" timeOffset="68969.53">30323 15652 1687 0,'7'-21'2'0,"1"3"18"15,-4 4 24-15,-2 5 16 0,2-2 10 16,-2 6-3-16,-2-4-10 0,2 3-1 16,-2 6-13-16,1-9-12 0,-1 9-23 0,0 0-28 15,0 0-44-15,0 0-62 0,-7-9-75 16,7 9-389-16,-8-1-90 0</inkml:trace>
  <inkml:trace contextRef="#ctx0" brushRef="#br0" timeOffset="69220.98">30510 15144 1746 0,'3'-18'63'0,"3"7"27"0,-3 0 3 16,2 4-4-16,-5 2-11 0,0 5 40 0,0 0 48 15,0 0 39-15,0 24 11 0,-5 1 0 16,-6 14-3-16,-2 10-7 0,-2 6-14 16,-2-2-8-16,0 3-21 0,-1-4-17 0,0 0-13 15,-2-2-13-15,2-3-13 0,-4-4-13 16,5-1-30-16,2-9-32 0,-1-4-40 0,3 0-52 16,6-9-66-16,-1-5-66 15,4-1-55-15,-2-5-66 0,5-1-91 0,1-8-135 16,3 2-19-16,-3-2-220 0,0 0-267 15</inkml:trace>
  <inkml:trace contextRef="#ctx0" brushRef="#br0" timeOffset="69620.55">31049 14962 2350 0,'4'-10'82'0,"-2"5"-3"0,-2 5 23 15,0 0 52-15,0 0 61 0,-29 24 23 0,6 1 7 16,-6 13 1-16,1 3 1 15,-3 4-6-15,1 1-12 0,-1 0-18 0,2 1-19 16,-1 2-12-16,4-3-21 0,1-2-19 16,4-5-13-16,4-6-9 0,0-4-16 0,4-2-5 15,-1-1-14-15,5-9-6 0,-1-2-8 16,4-3-3-16,2-3-10 0,2-2 2 16,-1 0-22-16,-1-1-7 0,4-6-24 0,0 0-19 15,0 0-8-15,0 0-2 0,0 0-1 16,0 0 1-16,0 0 0 0,0-29 4 0,-2 23-2 15,2 6 1-15,-7-11-1 16,-1 9 4-16,8 2-2 0,-21 2 2 0,6 2 0 16,2 3 6-16,-3 1-2 0,1 2 5 0,-1 2 0 15,7 0-1-15,-3-2 3 16,5 2 0-16,-1 0 4 0,3-5 1 0,1 3 0 16,-2 0-1-16,2-3 1 0,2 1 0 15,0-1-6-15,0 0-36 0,2-7-58 0,-3 13-63 16,3-7-73-16,0 0-69 0,-2 1-86 15,2-7-127-15,-4 12-158 0,2-5 72 0,-3 0-346 16,-4 0-430-16</inkml:trace>
  <inkml:trace contextRef="#ctx0" brushRef="#br0" timeOffset="70136.3">28688 16312 2899 0,'-18'4'111'0,"3"4"-1"0,0-2 12 0,4 0 12 0,1-1-2 0,3-1-6 0,0 0-2 0,0 1-4 0,7-5-5 15,-4 11-16-15,1-6 1 0,3-5-1 16,-2 10-5-16,2-10 6 0,0 0-1 15,7 10-3-15,-7-10-5 0,11 4-5 16,-11-4-10-16,18 0-2 0,-18 0-8 0,19-4-9 16,-8-1-4-16,-1 3-6 0,-10 2-5 15,15-5-4-15,-7 2-1 0,-8 3-8 0,0 0-9 16,14-2 1-16,-14 2 4 0,0 0-3 16,9 14-6-16,-7-4 5 0,0 2-9 15,-1 0-3-15,3 3-1 0,2 1 1 0,-3-3-6 16,6 3 6-16,0-1-1 0,2 0 1 15,-1-2 1-15,3 0-2 0,1-4 3 0,1-1-3 16,0-2 2-16,2 0 1 0,2-3 2 16,0-2-5-16,0-1 1 0,1 0 0 15,-4-1-1-15,4-2 3 0,-6 1-3 16,2-4-2-16,1 0 0 0,-1 0-2 16,-4 0-11-16,4-7-15 0,-1 1-16 0,-3 3-21 15,1-3-30-15,-1-3-44 0,-3 3-53 16,0 2-48-16,2 0-49 0,-4-1-59 0,-2-1-86 15,3 4-133-15,-4-4-36 0,-1 3 57 16,2 1-205-16,-1 1-235 0</inkml:trace>
  <inkml:trace contextRef="#ctx0" brushRef="#br0" timeOffset="70720.36">29236 16270 2283 0,'8'-10'125'0,"-3"4"28"16,0 4 18-16,-5 2 6 0,0 0 18 0,0 0 22 15,0 0 17-15,0 0-1 0,25 14-15 16,-21-5-12-16,-1 5-14 0,3 2-6 0,-2-1-18 16,-3 2-11-16,-1 0-17 0,0-1-8 15,0-1-11-15,-1 1-4 0,-1-3-11 16,-2 3-4-16,0-4-6 0,-1-2-12 0,-2 3-9 16,0-4-3-16,0 1-7 0,-3-3-7 15,2 0-5-15,-1-3-14 0,9-4-21 0,-13 2-22 16,13-2-18-16,0 0-5 0,-14-18-13 15,16 5 4-15,3-5-2 0,4-1 5 16,4-6 1-16,1 6 5 0,-5 4 10 16,0 1 10-16,-2 4 11 0,4 1 8 15,-2 4 8-15,0 2 8 0,-1 1 3 0,-8 2 1 16,21 3-3-16,-7 1-1 0,-3 2-5 16,2 3-1-16,0 1-7 0,2 1-21 0,1-1-30 15,5 7-30-15,-2-2-42 0,4 2-39 16,3 2-51-16,-1-3-23 0,0 1-25 15,-6-3-21-15,-2-5-6 0,-2-1 2 0,-1-2 13 16,-3-2 19-16,2 0 27 0,-1-4 29 16,-12 0 27-16,27-9 29 0,-12-2 32 0,6-7 31 15,2-3 31-15,-5-5 32 16,2 1 27-16,-3-3 31 0,2-1 29 0,-3 4 41 16,-5 4 38-16,-2 6 44 0,-3 3 19 15,2 2 0-15,-5 1-11 0,-1 1-25 16,-2 8-3-16,0 0 17 0,0 0 17 0,-17 29-3 15,0-2-14-15,-2 4-16 0,-6 8-20 16,3 0-15-16,-5 3-15 0,2-4-18 0,0 3-12 16,2-2-7-16,4 2-20 0,-4-3-35 15,6-7-45-15,2-1-46 0,-1 0-47 16,1-5-53-16,4-3-54 0,-1-6-60 0,5-3-33 16,0-1-29-16,-2-5-25 15,2 1-22-15,-1-8-24 0,8 0-2 0,0 0 5 16,-15-15 16-16,11-1 30 0,0-5-584 15</inkml:trace>
  <inkml:trace contextRef="#ctx0" brushRef="#br0" timeOffset="70886.37">29482 16716 2275 0,'6'-55'-141'0,"6"1"75"0,-1 1 68 0,-2 5 57 0,3 9 45 0,-3 8 29 0,-3 6 52 0,-1 6 25 0,-4 4 18 0,1 3 8 0,0 0 3 0,0 4-21 16,-2 2-11-16,0 6 9 0,0 0-5 16,0 0-17-16,0 0-22 0,0 0-16 15,0 0-18-15,-14 20-15 0,14-20-34 0,-4 14-48 16,4-5-57-16,0-3-78 0,0-6-65 15,-1 14-78-15,-1-7-66 0,0-4-105 16,2-3-212-16,0 0 12 0,-8 7 69 16,8-7-225-16,0 0-253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2:38:35.7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21619 12208 1493 0,'6'-3'377'0,"-6"3"-113"0,0 0-58 0,5-4-35 0,-5 4-2 16,0 0-15-16,0 0-17 0,0 0-19 15,0 0 37-15,0 0 5 0,0 0-4 0,3 15-3 16,-1-4-6-16,0-1-5 0,-2 3-6 16,2-1 0-16,0 2 1 0,-2-3-8 0,1 3-8 15,-1-2-3-15,0 0 0 0,0 0-4 16,2-2-13-16,-2-2-6 0,0 1-12 16,0-2-4-16,0 2-7 0,2-3-10 15,-2-6-2-15,-2 11-8 0,2-6-2 0,0-5-8 16,-2 10-4-16,2-5-5 0,0-5-20 15,-1 9-28-15,1-9-33 0,0 7-46 16,0-7-81-16,0 0-87 0,-8 3-82 0,8-3-91 16,0 0-123-16,0 0-72 0,0 0 60 15,-14-14-335-15,13 9-386 0</inkml:trace>
  <inkml:trace contextRef="#ctx0" brushRef="#br0" timeOffset="484.27">21578 11886 2437 0,'-9'-7'-29'0,"-2"3"2"0,6 0 6 15,-4 2 5-15,9 2 22 0,-20 0 23 0,9 6 18 16,-5-1 23-16,-9 11 12 0,1 6 16 15,-6 11 7-15,-3 3 16 0,0 5 13 16,5 2 4-16,-3 5 1 0,5 0 3 16,1 1-11-16,8 3-5 0,0 0-8 0,9 1-1 15,2-10-1-15,8 1-13 0,4 1-6 16,6 3-6-16,9 0-11 0,7-5-5 0,7-4-8 16,5-3-5-16,3-3-6 0,7-8-4 15,2-2-2-15,-2-5-4 0,4-7-3 16,1-5-5-16,-5-4-5 0,10-6-2 0,-2-7-2 15,-3-3 0-15,-1-5 0 0,-3-3-8 16,-5-4 2-16,-4-6 1 0,-6-6-3 0,-2-3 7 16,-7-5 4-16,-2-5-6 0,-6-5-4 15,-6-5-2-15,-3-1 1 0,-8-3-5 16,-10-2-5-16,1 5 0 0,-11 6-1 16,-3 6-5-16,-8 6-5 0,-5 6 0 0,-4 9-1 15,-5 4 0-15,-9 12-14 0,12 4-12 16,-8 6-16-16,2 4-26 0,1 5-37 0,-12 4-41 15,5 3-41-15,3 7-43 0,3-3-47 16,2 3-75-16,14-4-114 0,-1 2-118 0,6 2 54 16,2 0-259-16,9-3-279 0</inkml:trace>
  <inkml:trace contextRef="#ctx0" brushRef="#br0" timeOffset="3666.79">22866 12123 2328 0,'1'-8'62'0,"-1"2"18"0,0 6 14 0,0-7 0 0,0 7 2 0,0 0-14 0,2-8-1 0,-2 8 45 0,0 0 31 16,0 0 3-16,-2 29-6 0,2-11-7 15,-3 4 0-15,1 2-1 0,-4 1-4 16,5-2-4-16,-3 2-6 0,0-2-5 0,1 2-8 16,-2-3-8-16,1-1-12 0,0-4-5 15,3-2-8-15,-1-1-4 0,0-2-6 16,-2-2-2-16,2-1 9 0,1-1 5 0,1-1 13 16,-2 0 10-16,2-7 9 0,-2 8 10 15,2-8-12-15,0 0-13 0,0 0-7 0,0 0-17 16,0 0-8-16,0-27-9 0,4 12-6 15,-1-6-10-15,3-3-8 0,-1 1-8 0,3 3 3 16,-4 2-7-16,2 1-5 0,-1 4-1 16,-3-1-1-16,4 4 1 0,-4 1-8 15,-1 1-6-15,1 2-6 0,3 0 4 16,-5 6-2-16,7-5-4 0,-7 5 1 0,0 0-2 16,13 1 2-16,-13-1 1 0,12 4-1 15,-4 2-2-15,-8-6 1 0,11 6 3 0,-6-2-5 16,2 0 6-16,-7-4-4 0,7 3 2 15,-7-3-3-15,8 4 4 0,-8-4 1 0,9 2 2 16,-9-2 0-16,0 0-2 0,28-11-3 16,-14 1-5-16,5-2-1 0,0-5 5 0,4-3-6 15,0 1 3-15,-6 5-1 0,-3 2 1 16,-3 5-1-16,-2 1-4 0,1-1-6 16,-2 0 1-16,-5 5 2 0,-3 2 0 0,0 0 5 15,22 7-2-15,-17 3 3 0,3 2 2 16,-1 0-1-16,1 6-1 0,2 0-2 15,-3 3 4-15,0-2 1 0,4 2-1 16,-4-3 2-16,0 3 1 0,2-2-3 0,-2-1 0 16,0 2 4-16,-1-7-5 0,-2-1-24 15,-1 2-29-15,2-4-43 0,-1 0-67 0,-3-1-88 16,3-1-94-16,-2-1-101 0,0-2-101 16,-2-5-157-16,4 7 62 0,-4-7-493 0,0 0-607 15</inkml:trace>
  <inkml:trace contextRef="#ctx0" brushRef="#br0" timeOffset="4083.58">23606 12241 2995 0,'2'-4'43'0,"-2"4"19"0,3-7-2 0,-3 7 0 0,0 0-3 0,0 0 38 0,0 0 24 0,0 0 20 0,0 0 3 0,19 15-13 16,-13-9-12-16,2 3 1 0,-5-1-10 15,1 3-5-15,0-1-8 0,-3 0 3 0,-1 1-11 16,0 1-4-16,-1 0-5 0,-1 0-8 16,-6-1-5-16,3 1-7 0,-5 1-3 0,0-2-4 15,-4 1-4-15,2-3-7 16,-3-2-1-16,1 0-1 0,3-6-10 0,0 1 4 16,-5-5-6-16,7-3-11 0,-1-4-16 15,-1-7-11-15,3-5-4 0,6-3 2 0,2 2-2 16,0 1 4-16,2 2-1 0,2 1 1 15,-4 7 0-15,2 1-3 0,-2-1 0 16,3 5 1-16,1 0 6 0,-4 7 1 0,12-3 0 16,-12 3 3-16,0 0 4 0,31 13 0 15,-17-3 2-15,6 5 1 0,2 1 0 0,5 3-1 16,-2 1 0-16,2 0-2 16,-3 1 3-16,1-3-2 0,-2 1-3 0,0 0-12 15,-8-4-28-15,-2-3-43 0,-1-1-46 16,-2-1-68-16,1-2-65 0,-6 1-82 0,4-1-115 15,-2-4-142-15,-2 0 54 0,-5-4-299 16,14 2-334-16</inkml:trace>
  <inkml:trace contextRef="#ctx0" brushRef="#br0" timeOffset="4333.41">24000 12279 2296 0,'2'-6'99'15,"-2"6"26"-15,2-11 7 0,2 5 15 0,-4 6 22 16,5-6 13-16,-5 6 10 0,9-5 1 15,-9 5 1-15,20 2-8 0,-20-2-4 0,17 11-12 16,-8-3-5-16,3 2-6 16,-7 3-11-16,3 1-11 0,-2 0-16 0,0 1-10 15,-5 0-7-15,-1 1-11 0,0-1-7 16,-1 0-7-16,-3 1-9 0,-2-1-5 0,1 1-8 16,3-5-7-16,-6 3-6 0,-2-2-26 15,3-2-29-15,-1-1-39 0,0-1-47 0,-1-4-60 16,3-2-77-16,6-2-67 0,-13-2-80 15,13 2-85-15,-11-14-135 0,9 3 13 16,0-3-394-16,4-2-460 0</inkml:trace>
  <inkml:trace contextRef="#ctx0" brushRef="#br0" timeOffset="4567.14">24198 12126 2631 0,'7'-11'-37'15,"0"3"40"-15,-4 1 29 0,-1 1 27 16,-2 6 12-16,6-6-4 0,-6 6-8 0,0 0 14 15,0 0 26-15,0 0 9 0,0 0-5 16,-11 35-8-16,2-17-3 0,4 4-4 16,-3 1 7-16,1 7-5 0,3-1-5 0,0-6-13 15,0 2 2-15,4-1-6 0,0-6-7 16,0 1-14-16,4 2 2 0,0-3-1 16,0 0-7-16,2-5-4 0,5 4-31 15,-1-5-45-15,-1-3-70 0,4 0-82 0,5-3-105 16,-6-4-99-16,4 0-173 0,3-4 51 15,-2 0-232-15,1-3-239 0</inkml:trace>
  <inkml:trace contextRef="#ctx0" brushRef="#br0" timeOffset="4800.49">24535 12134 2018 0,'0'-6'50'0,"0"6"30"15,0-7 12-15,0 7 11 0,0 0 5 16,0 0 2-16,0 0 33 0,0 0 27 15,0 0 10-15,0 0-1 0,0 0-4 16,-6 34-14-16,6-17-3 0,0 0-12 0,-1 2-16 16,-1 0-11-16,0 1-16 0,-4 1-6 15,6-2-14-15,-1-1-21 0,-3-1-26 0,1 1-34 16,1-4-39-16,0 0-65 0,1-2-65 16,-1 0-76-16,0-2-97 0,0-3-167 0,-2 0-42 15,4-7 53-15,0 5-206 0,0-5-196 16</inkml:trace>
  <inkml:trace contextRef="#ctx0" brushRef="#br0" timeOffset="4966.54">24506 11993 2123 0,'-3'-14'58'15,"-1"-1"-3"-15,0 3 4 0,2 4 0 0,2-1-4 16,-1 3-8-16,-1-1-29 0,2 7-59 15,0-9-94-15,0 9-114 0,0 0-186 16,2-7-114-16,-2 7-52 0</inkml:trace>
  <inkml:trace contextRef="#ctx0" brushRef="#br0" timeOffset="5567.9">24535 12187 1876 0,'0'0'197'0,"18"-12"8"16,-18 12-15-16,1-6-3 0,-1 6-8 0,0 0-6 16,0 0 14-16,0 0 11 0,20 10-12 15,-15-2-19-15,5 1-9 0,-1 1-14 16,-1 5-5-16,1-6-2 0,-1 6-1 0,-1-4-5 16,0 3 2-16,-4-1-5 0,1 0-6 15,-2-1-8-15,0 0-11 0,-2-4-11 0,2 3-10 16,-2-2-6-16,0-2-7 0,0 2-5 15,0-4-4-15,0-5-2 0,0 11-1 16,0-11 10-16,1 5-7 0,-1-5-4 16,0 0-2-16,0 0-3 0,6-19-12 0,-1 4 0 15,6-1-5-15,0-2-7 0,6-6 1 16,-4 4-4-16,-1 7-2 0,-1-2-4 0,-1 3-5 16,0 2 4-16,-1 2-8 0,-2-1-4 15,1 4-2-15,-2 2 2 0,-6 3 1 0,17-4-3 16,-17 4 1-16,14 4-2 0,-9-1-1 15,3 2 2-15,-1 1 1 0,-3 0-2 0,2 1-2 16,0-2 2-16,-3 4 1 0,1-3-2 16,0 0 2-16,-2 1-5 0,0-1 2 15,-2-6 0-15,1 8 2 0,-1-8-1 16,4 7 3-16,-2-3 1 0,-2-4 1 16,5 6 8-16,-5-6-4 0,0 0-1 0,0 0-6 15,18-10 4-15,-8 1 2 0,1 1-6 16,2-3 2-16,-1 5 3 0,3-2-1 0,-5 4 0 15,-1-2 2-15,1 1-3 0,-10 5 1 16,15-1-4-16,-15 1 1 0,0 0 3 0,22 9 0 16,-13-4-3-16,-4 5 2 0,1-3-2 15,-2 3 2-15,-1 0-1 0,4 0-2 0,-5 1 0 16,1 1-8-16,-1 0-16 16,0 1-23-16,2-1-35 0,-4-3-46 0,2 4-57 15,-2-1-80-15,-2 0-96 0,0-2-107 16,-2 3-150-16,0-5-56 0,3-1 67 0,-6-2-448 15,3 0-526-15</inkml:trace>
  <inkml:trace contextRef="#ctx0" brushRef="#br0" timeOffset="5933.39">25204 12196 2801 0,'0'0'-9'0,"0"0"23"0,-19 4 28 0,16 1 39 0,-6 2 40 0,6 2 24 0,-5 0 6 15,5 6 10-15,-1-2 1 0,0 2-9 16,4-1-9-16,2 0-14 0,0 2-10 0,0-1-10 16,1 0-6-16,3 1-11 0,0-3-8 15,1-1-7-15,-1 2-7 0,4-2-7 0,-3-2-3 16,3-1-7-16,1-2-4 0,0-1-3 15,1-4-6-15,1 0-2 0,1-1-9 16,1-2 1-16,-2-1-5 0,-1 0-5 0,1-4 0 16,1-3-5-16,-1-3-4 0,1-2-7 15,-3-3 2-15,3-8-10 0,2-3-9 0,-3-2-12 16,-5 1-10-16,0 4-14 16,-3 4-21-16,-1 5-39 0,-2-2-51 0,-2 4-46 15,-2 4-57-15,-4-2-81 0,1 5-88 16,-3 2-162-16,-2 3 57 0,5-1-299 0,5 3-321 15</inkml:trace>
  <inkml:trace contextRef="#ctx0" brushRef="#br0" timeOffset="6516.42">25414 12172 2400 0,'0'0'82'0,"0"0"31"0,13-1 11 16,-13 1 31-16,0 0 20 0,13 1 34 0,-13-1 11 15,10 7-5-15,-2-2-8 0,-1 2-19 16,1 0-13-16,1 3-12 0,-1 0-17 16,2 2-15-16,-3-3-9 0,-2 3-11 0,4-1-12 15,-6-1-8-15,3 0-6 0,-2 1-3 16,-2-3-4-16,-1-1-4 0,-1 2-7 0,2-4-5 16,-2 1-3-16,0-6-7 0,2 11-1 15,-2-11 6-15,2 8 16 0,-2-8 7 0,0 0-4 16,0 0-11-16,0 0-4 0,0 0-9 15,17-25-1-15,-5 8 10 0,0 3 0 16,-1-1 12-16,1-1 5 0,-3 3 14 0,-2 1 2 16,3 4-15-16,-4-1-12 0,0 5-13 15,-3 0-1-15,-3 4 2 0,0 0-11 16,0 0-4-16,17 8 3 0,-14-1-12 0,0 1 1 16,-1-2-1-16,2 5-9 0,0-5-3 15,-3 4 3-15,-1-3 1 0,4-1-7 0,-2-2 3 16,-2-4 13-16,4 10 24 0,-2-7 33 15,-2-3 26-15,6 5 4 0,-6-5-13 0,0 0-9 16,24-8-12-16,-12 6-4 0,1-2-30 16,-1-1-51-16,-3 2 0 0,0 0 0 0,3-1 0 15,-2 2 0-15,-10 2 0 16,13-4 0-16,-13 4 0 0,15 0 0 0,-15 0 0 16,11 2 0-16,-11-2 0 0,14 2 0 15,-4-2 0-15,-10 0 0 0,11 3 0 0,-1-3 0 16,-10 0 0-16,15 3 0 0,-15-3 0 15,17 0 0-15,-17 0 0 0,19-4 0 16,-9 2 0-16,-5 0 0 0,6-2 0 0,-2-2 0 16,-4 0 0-16,4-1-278 0,-3-5-284 15,1 0-145-15,0-1-183 0,-2-3 76 0,5-1 82 16,4-10-699-16,2 2-882 0</inkml:trace>
  <inkml:trace contextRef="#ctx0" brushRef="#br0" timeOffset="7199.25">26855 12158 3663 0,'0'0'-144'0,"0"0"37"0,13 2 31 0,-13-2 27 0,0 0 30 0,0 0 23 0,11-3 19 0,-11 3 16 16,4-6 3-16,-4 6-5 0,0 0 5 0,6-8-9 15,-6 8-6-15,2-9 1 0,-2 9 6 16,0-13 2-16,0 13 7 0,-6-12 0 16,4 5 0-16,-4-1 2 0,-3 2-16 15,-4 1 3-15,-5 0 3 0,2 3 1 0,-4 2 2 16,-7 4-1-16,2-1 4 0,-11 7 12 15,6 2 8-15,-4 4 1 0,3 1 6 16,6 2 6-16,2 1 1 0,5 3-10 0,-3-1-6 16,11-1 9-16,7-2-1 0,0-2 6 15,6 0 4-15,0 2-10 0,7-2 5 0,7 5-5 16,3-3-7-16,5-2-5 0,4-3-7 16,5-6-21-16,4 1-29 0,3-4-53 0,-7-5-45 15,7-2-69-15,2-3-65 0,-1-2-57 16,-3-5-68-16,7-6-56 0,0-5-92 0,-4-2-42 15,0-6-319-15,-4-4-352 16</inkml:trace>
  <inkml:trace contextRef="#ctx0" brushRef="#br0" timeOffset="7765.8">27413 11580 2351 0,'-4'-16'9'16,"0"2"35"-16,-1 3 22 0,-2 3 34 15,4 0 20-15,-5 4 20 0,8 4 14 0,-13 0 9 16,13 0 18-16,-28 29 18 0,8 0 1 15,-5 11-6-15,2 5-19 0,5 5-4 0,-2 2-20 16,4 3-13-16,0 2-8 0,3-4-14 16,3 1-12-16,3-3-10 0,1-12-11 0,2 0-6 15,3-3-8-15,-1-7-8 16,0-5-7-16,0-3-5 0,2-6-2 0,0 0-4 16,-2-3-8-16,2 0-1 0,2-5-5 15,-2 3-6-15,0-4-4 0,4-2-8 0,-4-4-9 16,0 0-6-16,0 0-4 0,0 0-3 15,34-10 1-15,-23 0 0 0,1 3-1 16,-1-1 2-16,-4 2-2 0,4-2 5 0,-2 4-4 16,-4-1-1-16,3 1-2 0,-8 4 3 15,12-2 5-15,-12 2 0 0,0 0 1 0,15 8 4 16,-10-3 0-16,3 5-2 0,-2-2 1 16,0 1-1-16,-1 3 3 0,1-2-1 15,2 2-3-15,-3 0 2 0,3-2-10 16,-3 1-13-16,-1-2-9 0,3 0-17 0,-2-2-24 15,1 2-19-15,-3-4-26 0,1 0-22 16,0 0-22-16,-1 0-26 0,-3-5-31 0,11 2-28 16,-11-2-26-16,0 0-11 0,26-9 12 15,-15 1 33-15,7-2 45 0,-3-4 44 0,-1 0 43 16,0 1 46-16,-3 1 43 0,0 5 46 16,0-3 34-16,-6 2 38 0,4 2 22 15,-4 0 15-15,1 1 6 0,-6 5-12 0,9-7-2 16,-5 7 4-16,-4 0-10 0,0 0-9 15,0 0-7-15,14 10-11 0,-13-2-10 0,-1 0-23 16,2 1-29-16,-2 1-35 0,2-2-61 16,-2 5-56-16,0-1-63 0,0-4-66 15,0 2-77-15,0-1-96 0,2-2-88 16,2-2 49-16,-3 0-146 0,-1-5-105 0</inkml:trace>
  <inkml:trace contextRef="#ctx0" brushRef="#br0" timeOffset="7898.8">27786 12162 1611 0,'7'-21'51'0,"0"3"26"0,-3 6 13 0,-3-1 6 0,1 3 0 0,2 2-12 15,-4 3-8-15,2-2-24 0,-2 7-34 0,0-9-49 16,0 9-71-16,-6-5-91 16,6 5-153-16,0 0-191 0,-5-3-41 0</inkml:trace>
  <inkml:trace contextRef="#ctx0" brushRef="#br0" timeOffset="8168.4">27922 11497 1609 0,'5'-17'135'16,"-1"8"7"-16,-2 1-7 15,2 2-12-15,-3 3 37 0,-1 3 53 0,0 0 33 16,7 18 17-16,-7 2 8 0,2 7 2 15,-4 14 1-15,-5 16-13 0,2 1-18 0,-1 7-21 16,-3 0-22-16,4-1-18 0,-6 0-19 16,4-1-17-16,-2-5-15 0,0-3-16 0,2-4-25 15,2-7-29-15,-1-1-38 0,1-7-39 16,-2 1-54-16,1-3-64 0,3-8-82 16,1-4-82-16,0-7-88 0,2-3-106 0,-4 0-152 15,6-5 55-15,2-2-376 0,-4-5-442 16</inkml:trace>
  <inkml:trace contextRef="#ctx0" brushRef="#br0" timeOffset="8615.62">28499 11550 2897 0,'2'-6'69'0,"-2"6"17"15,0 0 70-15,0 0 50 0,-7 27 41 0,-2-6 18 16,-4 10 4-16,-4 14 1 0,-2 3-26 15,4 1-12-15,-6 3-18 0,2 3-20 0,1-2-21 16,2-2-16-16,-4-5-14 0,8 0-13 16,-1-10-13-16,2-6-12 0,0 1-10 0,5-7-8 15,-2-5-10-15,5-4-10 16,-3-1-5-16,3-1 1 0,-1-3-9 0,2-2-4 16,-3 0 0-16,3-4-14 0,2-4-18 15,0 0-16-15,0 0-17 0,0 0-4 0,0 0-5 16,0 0-11-16,-7-20-13 0,5 7-7 15,0 1-2-15,-1-1-4 0,-5-1 0 0,0 2 3 16,-3 2 3-16,-7 5 6 0,-4 0 4 16,-5 4 5-16,-1 1 5 0,-10 6 6 15,3 2 9-15,1 4 12 0,1 2 8 0,6 4 7 16,2 0 3-16,3 1 6 0,7-2 7 16,4-3 13-16,1 2-5 0,2-3-2 15,4-1 2-15,2 0-1 0,4-2 0 16,2 2-2-16,3-2-5 0,0 1 1 0,2-3-8 15,2 1-18-15,3-2-30 0,1-2-44 16,2 2-58-16,1-4-79 0,-1-1-99 0,4 0-102 16,0-1-147-16,-1-4-151 0,3 1 64 15,2-3-492-15,8-4-607 0</inkml:trace>
  <inkml:trace contextRef="#ctx0" brushRef="#br0" timeOffset="9099.44">28642 12264 2963 0,'-10'-4'34'0,"3"0"37"0,7 4 32 0,-18-5 19 0,18 5 25 16,-9-4 22-16,9 4 2 0,0 0-4 0,-15 0 2 16,15 0-7-16,-12 7-10 0,12-7-13 15,-5 10-13-15,3-2-11 0,0-1-13 0,2 1-6 16,0 1-14-16,4 0-7 0,-1 1-7 15,-1 0-5-15,2-1-9 0,3-1-11 16,-4 1-6-16,3-3-6 0,-1 0-8 0,3-1-3 16,2-4-6-16,-1 1-2 0,-9-2-1 15,21-2-1-15,-8-1-1 0,0 0 0 16,1 1-2-16,-3-2-1 0,-1 1 6 16,0 0 3-16,-1 0-2 0,-9 3 0 0,15-2 2 15,-15 2 4-15,12 0 16 0,-12 0 13 16,12 5 7-16,-7-5 5 0,-5 0 9 0,13 8 2 15,-6-6 7-15,2 1 1 0,0 1 8 16,0-1-4-16,3 1-4 0,1-3 1 0,5 3-6 16,-4-4-2-16,4 0-5 0,0-2-12 15,4 0-7-15,1-1-7 0,-5 1-1 16,2-3-4-16,-3 2 0 0,0-5 8 0,1 4-19 16,-6-3 2-16,0-2-17 0,0-1-25 15,-3 0-25-15,1-2-25 0,-5 0-39 16,5 0-38-16,-3-1-59 0,-3 1-71 15,0 5-77-15,0-3-89 0,-2 3-102 0,-2 7-122 16,-2-7-9-16,2 7 72 0,0 0-411 16,0 0-486-16</inkml:trace>
  <inkml:trace contextRef="#ctx0" brushRef="#br0" timeOffset="9298.26">29185 12177 2647 0,'12'-8'-30'0,"-3"1"40"0,0 0 40 15,1 0 34-15,-2 0 44 0,1 2 35 16,-1 0 19-16,2-3 3 0,-3 6-2 0,-2-2-16 15,-5 4-8-15,14-3-8 16,-14 3-5-16,0 0-6 0,13 12-16 0,-9-4-9 0,-4 5-9 16,-2 2-14-16,-2 2-16 15,-1 5-32-15,-4 6-42 0,-2 1-44 0,-1-2-58 16,-2 3-71-16,1-5-66 0,2-6-73 16,1-2-61-16,4-3-115 0,-1 1-68 0,3-4 45 15,-2-3-220-15,6-1-222 0</inkml:trace>
  <inkml:trace contextRef="#ctx0" brushRef="#br0" timeOffset="9465.94">29393 12016 2030 0,'13'-35'40'0,"0"1"21"0,-1 2 10 16,-2 3 15-16,1 1 18 0,-4 4 12 15,0 5 3-15,-4 6-15 0,5-1-9 0,-5 4-27 16,-3 3-33-16,4 1-27 0,-4 6-40 15,0 0-61-15,0 0-95 0,0 0-132 16,-20 18-153-16,4-7-150 0,-3 10-121 0</inkml:trace>
  <inkml:trace contextRef="#ctx0" brushRef="#br0" timeOffset="9765.16">29486 11737 1735 0,'-2'-7'137'0,"-2"-1"20"0,4 8 0 16,-1-8-11-16,1 8 39 0,0 0 42 0,0 0 27 16,0 0 16-16,-13 25 2 0,6-9 2 15,3 5-14-15,-3 12-10 0,3 4-18 0,-1 1-18 16,-1 3-31-16,0 0-14 0,0 1-16 15,3-2-17-15,-3 0-16 0,0-2-29 0,3-2-32 16,-6 0-37-16,6-4-41 0,-5 2-51 16,1-5-53-16,-1-5-66 0,2-4-67 15,2-2-68-15,-1-2-83 0,3-4-108 16,-2-3-98-16,4-3 47 0,2-2-326 0,-2-4-373 16</inkml:trace>
  <inkml:trace contextRef="#ctx0" brushRef="#br0" timeOffset="10032.16">29854 11544 2660 0,'6'-13'115'15,"-4"3"15"-15,0 3 1 0,0 0 8 16,-2 7 11-16,0 0 23 0,0 0 31 0,0 0 10 16,0 0 11-16,3 26-1 15,-5-4 2-15,1 15-9 0,-3 0-4 0,-2 4-9 16,-4 11-22-16,1 2-15 0,-2 1-41 15,1 0-1-15,-1-2-10 0,-1-1-24 0,2-3 0 16,-3-1-12-16,5-10-2 0,-1-1-13 16,0-2-24-16,-3 0-28 0,2-4-25 0,3-2-34 15,3-4-44-15,-1-4-56 0,-2-6-78 16,4-1-91-16,1-2-90 0,-2-2-121 0,2-2-169 16,2-4 63-16,0-4-487 0,0 0-589 15</inkml:trace>
  <inkml:trace contextRef="#ctx0" brushRef="#br0" timeOffset="10514.88">30517 11500 3330 0,'-6'-7'58'15,"6"7"5"-15,0 0 41 0,-16 14 53 16,6-2 45-16,-3 15 30 0,-3 6 18 15,-2 11 2-15,2 8-15 0,-3 3-16 0,4 5-25 16,0 0-22-16,-1-4-14 0,1 2-16 16,1-4-14-16,2-3-12 0,0-5-12 15,-3-1-8-15,1-11-8 0,1-3-13 16,-1-2-8-16,1-4-4 0,2-7-5 0,1-4 1 16,3-3-10-16,1-1 2 0,0-2 1 15,3-2-10-15,3-6-1 0,-9 5-24 0,9-5-19 16,0 0-4-16,0 0-5 0,12-21-12 15,1 4-7-15,10-5-9 0,4-1 0 0,0 2 6 16,0 1-2-16,-9 7 13 0,-2 3-4 16,-1 2 6-16,-6 3 15 0,3 3 11 15,-5 0 5-15,-7 2 11 0,0 0 4 16,25 11 16-16,-21-4-3 0,0 3 8 16,-2 0 0-16,-1 0 1 0,-2 2-5 0,-1 5-2 15,-2-5 4-15,0 3 10 0,-1-1 5 16,-4-1 6-16,2 1-3 0,0-2-2 0,-2-2-2 15,-2 0-12-15,2 1-5 0,-2-3-24 16,1-1-27-16,1-2-39 0,-4-2-54 0,1-1-62 16,2 2-71-16,-1-3-94 0,11-1-121 15,-17-1-143-15,17 1-210 0,-8-9 62 16,8 2 81-16,4-3-523 0,3-7-645 0</inkml:trace>
  <inkml:trace contextRef="#ctx0" brushRef="#br0" timeOffset="10914.99">30700 12162 3301 0,'0'0'20'0,"0"0"29"0,0 0 45 0,0 0 37 0,0 0 38 0,0 0 25 0,0 0 7 0,0 0-3 0,0 0-11 0,0 0-14 15,0 0-13-15,0 0-15 0,10 5-16 16,-10-5-11-16,11 0-12 0,-11 0-10 0,18-2-11 15,-11 0-12-15,0-1-10 16,3-2-11-16,0 0-7 0,-3-2-5 0,2-5-2 16,-3 3-4-16,-1-2-3 0,-2 0-6 15,-3 1-5-15,0 0-6 0,-8 3-1 0,-1 0-1 16,-6 2-2-16,-8-1 12 0,2 6 14 16,-15 6 18-16,0 4 19 0,0 5 23 0,1 3 18 15,-3 7 23-15,11-3 5 0,5 3 5 16,-1 0 5-16,7 1 3 0,7-3-3 0,3-5-4 15,2 1-13-15,4-1-10 0,0-3-8 16,4 2-16-16,2-3-7 0,-1-1-6 16,2-1-11-16,6-2-77 0,-2 1 0 0,2-3 0 15,0-1 0-15,3-2-160 0,-1 0-99 16,-1-3-105-16,1 0-130 0,-2-2-150 16,2 0-210-16,1 0 58 0,-1 0 83 15,0 0-616-15,0 0-785 0</inkml:trace>
  <inkml:trace contextRef="#ctx0" brushRef="#br0" timeOffset="11900.22">31432 12293 3754 0,'0'-10'51'0,"0"10"33"0,-4-10 25 0,4 10 9 0,-2-7 13 0,2 7 4 0,0 0-1 0,0 0 26 0,0 0 25 16,0 0 19-16,0 0 4 0,-9 19-10 16,5-8-17-16,2 1-22 0,0 2-6 15,1-2-22-15,-1 1-13 0,0 1-13 0,2-2-5 16,-3-2-15-16,1 2-9 0,2-3-3 16,0-1-6-16,-4-1 3 0,4-7 5 0,0 12 26 15,0-12 11-15,0 9 6 16,0-9 3-16,0 0-9 0,0 0-11 0,0 0-11 15,0 0-9-15,0 0-11 0,25-26-6 16,-11 14-8-16,1-2-6 0,3 2-6 0,-4 0-3 16,-3 2 2-16,2 0-2 0,-4 3 0 15,-2 2-4-15,2-2-33 0,-4 4-4 0,-5 3 0 16,11-4 0-16,-11 4 0 0,0 0 0 16,21 8 0-16,-13 0 0 0,-1 0 0 15,1 1 0-15,0 1 0 0,-3-2 0 0,3 1 0 16,0-2 0-16,-2 0 0 0,-3-1 0 15,1 0 0-15,-4-6 0 0,7 8 0 0,-7-8 0 16,9 7 0-16,-9-7 0 16,9 2 0-16,-9-2 0 0,0 0 0 0,30-9 0 15,-15 4 0-15,1 0 0 0,-3 1 0 16,-1 1 0-16,-1-2 0 0,-4 3 0 0,4-3 0 16,-11 5 0-16,20-3 0 0,-10 1 0 15,-10 2 0-15,20 2 0 0,-2 1 0 0,1-1 0 16,2-1 0-16,5 1 0 0,3 0 0 15,2-2 0-15,8 0 0 0,4-4 0 0,-5 1 0 16,-2 0 0-16,-8-2 0 0,-5-2 0 16,1 2 0-16,-6-4 0 0,-2 2 0 0,-5-1 0 15,1-1 0-15,-5 1 0 16,-3 3 0-16,-2-2-577 0,-2 0-440 0,0 7 105 16,0 0 92-16,-10-10-835 0,10 10-1091 15</inkml:trace>
  <inkml:trace contextRef="#ctx0" brushRef="#br0" timeOffset="13015.32">20781 13547 2133 0,'12'-10'-13'0,"-3"3"13"0,-1 0 3 0,-1 2 25 0,5 2 14 0,-3-3 8 0,3 2-9 0,-5 4-6 0,-7 0-7 16,20 0 2-16,-20 0 13 0,16 6 13 15,-6 0 11-15,1 0 6 0,-3 0 7 0,-3 2 3 16,6 1 15-16,-6-3 12 16,1 3 3-16,-3-2 21 0,3 1 9 0,-4-1 4 15,2-2 9-15,-4 3 4 0,6-4 3 16,-4 3-3-16,0-2 4 0,1 0-3 0,1 3 2 15,2-4 0-15,-3 0-13 0,6 1-11 16,0 0-16-16,0 0-9 0,7 1-15 0,-2-2-44 16,2-2-49-16,4 0-62 0,-4 0-89 15,2-2-98-15,-3 0-89 0,2-4-105 0,3-1-163 16,0-4-32-16,-1-1 71 0,3-9-287 16,0-2-334-16</inkml:trace>
  <inkml:trace contextRef="#ctx0" brushRef="#br0" timeOffset="13380.98">20947 13170 2296 0,'-54'21'-8'16,"2"6"43"-16,-6 6 47 0,-13 10 46 16,3 9 39-16,-1 3 35 0,8 3 16 0,6-2 7 15,21-8 2-15,5 0-13 0,12-1-6 16,11-4 2-16,10-1-3 0,12 8-12 0,8-4-9 15,14-3-19-15,9-4-17 16,9-8-17-16,7-4-14 0,4-7-27 0,2-7-24 16,1-7-19-16,0-3-20 0,3-8-14 15,3-3-18-15,-1-5-8 0,-3-5-5 0,-4-1 2 16,-5-4 6-16,-8-6-4 0,-3-2 1 16,-11 2 3-16,-4-9 3 0,-6 1 0 0,-7-12 1 15,-8-2 0-15,-7-6-3 0,-7-1-1 16,-10 2 2-16,-6-3-1 0,-10 5-1 15,-4 5 2-15,-8 8-6 0,-10 7-15 0,-4 10-20 16,-7 8-35-16,-2 6-33 0,-4 10-56 16,-6 5-48-16,-1 7-62 0,3 2-93 15,1 1-138-15,0 4-104 0,10 1 55 0,4-1-274 16,8 0-320-16</inkml:trace>
  <inkml:trace contextRef="#ctx0" brushRef="#br0" timeOffset="15381.37">22186 13305 2450 0,'5'-11'32'0,"1"0"15"0,-3 4 4 0,-1 2-10 16,0 0-5-16,-2 5 9 0,0 0 48 15,0 0 43-15,8 16 13 0,-8-1 10 16,0 5-6-16,0 6 3 0,0 14-3 0,0-2 3 16,-1 0-15-16,-1 1-9 0,0-3-7 15,-1 3-10-15,-1-1-10 0,1-3-8 0,-3-9-13 16,1 6-6-16,-3-2-12 0,-2 0-5 15,3-6-13-15,-1-3-37 0,-2 0-36 16,-1-4-57-16,4 2-74 0,-2 0-68 0,0-4-71 16,4-6-77-16,3-2-132 0,-4-6-84 15,6-1 59-15,0 0-201 0,0 0-221 0</inkml:trace>
  <inkml:trace contextRef="#ctx0" brushRef="#br0" timeOffset="15547.82">22281 13635 2168 0,'9'-19'55'0,"1"3"30"0,-1-1 25 15,4 0 22-15,1-5 39 0,3-4 2 16,0 6 1-16,3-2-3 0,-5 5-16 0,-1 1-19 16,-2 3-10-16,-1 1-16 0,0 0-13 15,-2 6-38-15,-4 1-52 0,3-1-85 16,-2 4-63-16,-6 2-54 0,0 0-88 0,0 0-106 16,0 0-157-16,0 0 55 0,0 0-124 15,-23 17-112-15</inkml:trace>
  <inkml:trace contextRef="#ctx0" brushRef="#br0" timeOffset="15731.12">22241 13629 1751 0,'0'4'14'15,"-2"3"10"-15,2-1 43 0,0-6 44 0,0 14 20 16,0-6 15-16,0-8 9 0,2 15 18 16,0-7-2-16,2 2-9 0,-1 1-11 0,5 3-17 15,-3-3-11-15,5 2-10 0,-2-1-16 16,-1-2-7-16,3 2-22 0,-4 0-43 15,1-3-45-15,1 3-56 0,-5-4-63 16,4 3-98-16,-2-3-112 0,-3-1-200 0,2-2 53 16,-2 0-130-16,2 0-124 0</inkml:trace>
  <inkml:trace contextRef="#ctx0" brushRef="#br0" timeOffset="16116.54">22713 13811 2008 0,'10'-6'187'0,"-10"6"12"16,6-5-8-16,-2 1 6 0,3 1-1 0,0-2-1 15,5 1-10-15,-1-4-12 0,5 4-17 16,3-1-13-16,-2-3-19 0,6 2-9 0,-2 0-9 16,-2 0-12-16,-2 1-6 0,0-1-8 15,-1 2-10-15,1-6-1 0,-6 4-10 16,1-3-6-16,-5 1-3 0,-1-1-11 0,-3 0-5 15,-1 0-1-15,-4 1-6 0,-3 0-8 16,-3 1 4-16,-5 4-6 0,-2 1 0 16,-7 0-5-16,0 4-1 0,-3 1 1 15,-11 6-6-15,1 1 0 0,5 2 0 0,4 3 9 0,-3-1 3 16,4 1-6-16,8 2 5 0,4-3 0 16,1 1 3-16,4-1 10 0,3-1 11 15,1 3 6-15,2-3-3 0,4-1 2 16,4 2-3-16,3 1-7 0,5 2-2 0,9 1-4 15,1 0-22-15,6-1-36 0,7-3-55 16,-2 1-72-16,2-3-84 0,3-5-85 16,3 3-107-16,-4-4-174 0,1-4-19 0,-8-4 73 15,5-4-272-15,-6 2-308 0</inkml:trace>
  <inkml:trace contextRef="#ctx0" brushRef="#br0" timeOffset="16363.65">23579 13683 2164 0,'5'-19'16'15,"1"3"40"-15,-2 4 47 0,-3 2 44 0,-1 1 34 16,0 3 14-16,0 6-1 0,2-11-20 16,-2 11-11-16,0 0 22 0,0 0 11 0,-28 23-4 15,7 0-11-15,2 2-3 0,-4 10 1 16,-1 6-12-16,-1 3-17 0,0 2-12 16,4 2-17-16,0-2-12 0,0 0-9 0,2-1-10 15,0-2-10-15,5-8-8 0,1-3-28 16,0-1-25-16,0-2-31 0,-1-4-40 0,5-1-54 15,-2-7-68-15,0-3-67 0,2 1-70 16,0-7-93-16,0-2-108 0,2-3-118 0,2-2 56 16,5-1-303-16,0 0-360 0</inkml:trace>
  <inkml:trace contextRef="#ctx0" brushRef="#br0" timeOffset="16531.24">23231 13803 2425 0,'-1'-15'78'0,"-3"6"22"0,0 1 2 15,4 2 6-15,0 6 11 0,-2-10 1 0,2 10-5 16,0 0-12-16,0 0-7 0,0 0-12 16,0 0-15-16,0 0 0 0,0 0-7 0,0 0-12 15,22 24-33-15,-15-14-46 0,2 2-70 16,3 4-90-16,-1-1-128 0,-1 2-235 16,0-1 42-16,-3 1 56 0,1 1-79 15,-1 1-37-15</inkml:trace>
  <inkml:trace contextRef="#ctx0" brushRef="#br0" timeOffset="16764.43">23790 13764 1885 0,'0'-13'318'0,"0"3"-22"0,10 2-29 0,-1-1-23 15,7 1-21-15,5 0-24 16,3 1-21-16,13 1-19 0,1 2-16 0,-10 2-40 16,1 2-57-16,-2 2-80 0,-1 0-87 15,-1 4-80-15,-4-4-102 0,-2 3-127 0,-2 3-124 16,-3 0 57-16,-3 0-157 0,-6 1-149 16</inkml:trace>
  <inkml:trace contextRef="#ctx0" brushRef="#br0" timeOffset="16931.02">23916 13991 1995 0,'-9'6'138'0,"0"-4"33"16,9-2 27-16,-12 0 18 0,12 0 23 15,0 0 0-15,0 0-11 0,-12 1-25 0,12-1-19 16,0 0-22-16,0 0-24 0,0 0-43 16,0 0-73-16,30 4-111 0,-16-4-148 15,2 1-205-15,6-1-159 0,-3 2 61 16,1-2-249-16,0 0-277 0</inkml:trace>
  <inkml:trace contextRef="#ctx0" brushRef="#br0" timeOffset="17564.2">24524 13798 2225 0,'-9'-9'153'0,"0"2"26"0,2 5-13 0,7 2-24 16,-9-4-17-16,9 4 31 0,0 0 19 15,-14 13 16-15,8-4-2 0,3 2-1 0,-1 5-9 16,-2 3-9-16,0-4-14 0,-1 6-13 16,3-1-5-16,-5 3-1 0,5-3 0 0,-3-3-6 15,4-2-3-15,-5 1-7 0,5-2 2 16,-3-3 2-16,2 1 2 0,1-4 15 15,0 1-12-15,-1-3 16 0,4-6 11 16,-3 8-7-16,3-8-13 0,0 0-20 16,0 0-11-16,0 0-11 0,0-26 0 0,7 9-22 15,-1-4-7-15,9-4-9 0,3-4-7 16,-3 4-7-16,-2 6-5 0,-1 4-2 0,-3 4-11 16,1-1 0-16,-5 4-15 0,5 3-1 15,-5 1 0-15,-5 4-2 0,20 0 3 0,-20 0-5 16,21 10 1-16,-14-4-5 0,2 4 2 15,4 0 1-15,-2 2-1 0,-2-2 9 0,-3-3-12 16,4 2 1-16,-7 0 1 0,5-5-3 16,-5 4 1-16,1-4 1 0,3 1 1 15,-7-5 4-15,5 12 3 0,-5-12 1 0,7 6 6 16,-7-6 0-16,0 0-6 0,14-2-6 16,-14 2 1-16,22-14-3 0,-8 5 5 15,3-4-5-15,1 3 6 0,-2 0-4 16,0 0 0-16,-3 2-9 0,-1 2 8 0,-7 0-6 15,5 1-7-15,-10 5 0 0,13 0 11 16,-13 0 13-16,13 7-1 0,-5 0 5 0,-5 2-8 16,6 1 2-16,-4 3-2 0,1 3-2 15,-1-3-3-15,6 5 9 0,-4-5-33 0,0 1-24 16,3 0-25-16,-2-3-29 0,-1 1-42 16,2-2-54-16,2-2-70 0,-2-1-106 0,-2-1-106 15,4-3-130-15,0-1-175 16,1-1 63-16,1-1-606 0,-13 0-781 0</inkml:trace>
  <inkml:trace contextRef="#ctx0" brushRef="#br0" timeOffset="17747.64">25292 13941 3768 0,'5'-10'101'0,"-5"10"40"0,0 0 36 0,0-8 41 0,0 8 32 0,4-7-4 15,-4 7-11-15,12-9-25 0,-5 4-18 0,4 0-29 16,1 2-14-16,5-3-25 0,1 1-33 15,-4 2-40-15,4-1-55 0,-1 1-52 0,2 1-70 16,-1-1-88-16,-4 1-79 16,4 1-79-16,-5-3-92 0,1 1-125 0,-3 1-72 15,1-3 66-15,-3 0-338 0,-2-1-412 16</inkml:trace>
  <inkml:trace contextRef="#ctx0" brushRef="#br0" timeOffset="18031.08">25706 13658 2499 0,'5'-12'55'0,"1"1"57"0,-5 5 49 0,1 0 24 15,-2 6 39-15,2-9 19 0,-2 9 12 16,0 0-8-16,0 0 0 0,0 0 49 0,0 0 46 16,0 0 13-16,2 29-3 0,-4-8 1 15,-2 4 7-15,-1 12 1 0,-1-1-13 16,1 2-4-16,-3 2-11 0,2-2-20 16,0 0-107-16,3-2-206 0,1-7 0 0,-2-5 0 15,4-5 0-15,-2-1 0 0,2-5 0 16,-1 1 0-16,1-3 0 0,0 0 0 0,0-2 0 15,0-1 0-15,0 1 0 0,0-9 0 16,0 12 0-16,1-7 0 0,-1-5 0 16,-1 8 0-16,1-8 0 0,-2 10 0 0,2-10 0 15,0 7 0-15,0-7-705 0,-5 4-295 16,5-4 99-16,0 0 92 0,-15 2-815 0,15-2-1064 16</inkml:trace>
  <inkml:trace contextRef="#ctx0" brushRef="#br0" timeOffset="20280.18">21938 14815 2432 0,'7'-13'203'0,"-1"1"-6"0,0 5-14 0,-5-3 12 16,6 5 2-16,-5-4-13 0,1 2-7 0,-3 3-1 15,2-2-14-15,-2 6-11 0,8-10-13 16,-6 7-15-16,-2 3-20 0,0 0-6 16,0 0 14-16,0 0 20 0,3 21 7 0,-3-6-3 15,2 8-8-15,-4 5 4 0,2 11 10 16,4-1-6-16,-4 2 4 0,2-2 6 0,-2-9 3 16,-2-4-6-16,2 1-11 0,0-4-12 15,0-1-4-15,0-3-12 0,0-4-4 0,0 1-12 16,0-2-12-16,0-3-4 0,0 1-7 15,-4-4-8-15,6 1 1 0,-2-8-8 0,0 11-5 16,0-11-9-16,2 11-22 16,-2-11-34-16,-2 9-44 0,2-9-32 0,2 5-60 15,-2-5-78-15,0 0-85 0,0 0-87 16,0 0-94-16,0 0-108 0,0 0-162 16,0 0 77-16,-6-22-524 0,6 13-682 0</inkml:trace>
  <inkml:trace contextRef="#ctx0" brushRef="#br0" timeOffset="21063.45">22082 14626 3155 0,'-7'-8'-122'0,"7"8"46"0,-6-2 28 0,6 2 29 0,0 0 28 0,0 0 21 0,-7-9 17 16,7 9 5-16,0 0 11 0,0 0-4 0,-4-7 5 15,4 7-1-15,0 0-1 16,15-7 0-16,-1 5-3 0,4-2-2 0,7 1-4 15,6 2-4-15,8 0-1 0,2-1-7 16,3 2-4-16,-5 2-2 0,-4-2-1 0,-9 1-9 16,-1 0-1-16,-2 2-1 0,-3-3-6 15,-4 2-3-15,0-2-3 0,-3 2 5 16,-13-2-4-16,21 2 10 0,-12-2 0 0,-9 0 7 16,0 0 7-16,22 0-4 0,-22 0-4 15,11 4-12-15,-11-4 7 0,10 8 11 0,-5 3 24 16,-3 3 13-16,2 6 10 15,-2 4 12-15,-2 13 5 0,-2 6 3 0,0 3 0 16,-2 12-5-16,1-3-5 0,1 3-8 16,-3-2-4-16,2-3-8 0,-1-7-7 0,2-2-1 15,0-3 13-15,-1-2 4 0,1-10-1 16,2-3-8-16,-2-4-2 0,0-3 3 16,2-2 10-16,-2-3 13 0,2-2 19 0,0-1 17 15,-2-3 21-15,2 0 15 0,0-8 10 16,-2 13 2-16,2-13-8 0,0 8-10 0,0-8-22 15,0 0-8-15,0 0-16 16,-2 7-13-16,2-7-9 0,0 0-11 0,0 0-13 0,0 0-5 16,0 0-10-16,0 0-8 15,-28-12-6-15,16 9-8 0,-5-1-32 0,-2 1 0 0,-6 1 0 16,-13-2 0-16,-2 3 0 16,0 1 0-16,-4 0 0 0,0-3 0 0,2 3 0 15,6 3 0-15,8-6 0 0,-1 3 0 16,6 3 0-16,2-6 0 0,6 3 0 15,-3 0 0-15,5 0 0 0,13 0 0 0,-21 0 0 16,21 0 0-16,-15 0 0 0,15 0 0 16,-13 0 0-16,13 0 0 0,0 0 0 0,-12-3 0 15,12 3 0-15,0 0 0 0,0 0 0 16,0 0 0-16,-9-5 0 0,9 5 0 0,0 0-184 16,0 0-66-16,0 0-57 0,0 0-77 15,0 0-83-15,0 0-99 0,0 0-147 16,13-9-87-16,-13 9 85 0,6-8-579 15,-6 8-753-15</inkml:trace>
  <inkml:trace contextRef="#ctx0" brushRef="#br0" timeOffset="21729.84">22155 14648 3193 0,'0'0'-215'0,"0"0"37"16,0 0 27-16,0 0 27 0,0 0 29 0,0 0 27 0,-19-10 21 0,10 8 17 15,9 2 18-15,-24-2 6 0,12 2 4 0,12 0 6 16,-27-1 7-16,11 1 0 0,7 0 5 16,9 0 0-16,-23-3 0 0,13 3 1 0,10 0 5 15,-17 0-1-15,17 0 4 0,-11 0 3 16,11 0 0-16,-13-1 1 0,13 1 2 16,0 0-5-16,0 0-2 0,-18-1-1 0,18 1-3 15,0 0-2-15,0 0 0 0,-11-2-3 16,11 2-2-16,0 0-3 0,0 0-2 0,-12-2-19 15,12 2-25-15,0 0-33 16,0 0-60-16,-15 2-72 0,15-2-79 0,-8 3-397 16,8-3-171-16</inkml:trace>
  <inkml:trace contextRef="#ctx0" brushRef="#br0" timeOffset="23846.51">21877 15373 1702 0,'0'0'-45'0,"0"0"33"0,9-4 17 0,-9 4 16 0,0 0 16 0,8-4 19 0,-8 4 16 16,0 0 10-16,0 0 5 0,0 0 1 15,5-3-9-15,-5 3 1 0,0 0-1 16,0 0 3-16,0 0-3 0,0 0 7 0,0 0 5 16,0 0 7-16,0 0 15 0,0 0 8 15,0 0-9-15,0 0 1 0,-38 1 0 0,24-1-8 16,-8 2-2-16,1-2-8 0,-6-2-4 16,2 1-13-16,-4-1-12 0,-12-1 2 15,1 0-11-15,8-1-4 0,5 2-7 16,2-2-5-16,0 1 0 0,3 2-8 0,5-3 0 15,-1 2-3-15,3 0-9 0,2 0 3 16,1 1-3-16,3-1 1 0,9 2 1 16,-16-2-5-16,7 2-1 0,9 0-5 0,-11 0-3 15,11 0-5-15,-12-2-5 0,12 2-3 16,0 0 4-16,-15 7-4 0,10 3 31 0,-3 1-17 16,-4 7 7-16,3 0 3 0,-5 7 9 15,1 4 11-15,1-2 15 0,-1 2 9 0,2-3-9 16,-1-4 4-16,5-2-5 0,0-2 2 15,-4-2-9-15,8-2 2 0,-5 0 7 16,5-4-2-16,-3 1-5 0,2-3 1 16,0 2-8-16,2-5 0 0,-2 3-8 15,2-4 0-15,-1 2-8 0,3-6 0 0,-4 11-3 16,2-9-2-16,2-2-2 0,-4 10-4 16,4-4 1-16,0-6-3 0,0 11-1 0,0-5-2 15,2 0 0-15,0 0 1 0,4 3 0 16,-1 0-1-16,7-1 0 0,5 1-2 15,2 1 2-15,15 0 0 0,6-1 0 0,6-1 0 16,12 1-2-16,5-1-1 0,-1-1 1 16,12 0 0-16,7-2-4 0,1 1 2 15,6-2-2-15,22-2 2 0,-21 1 0 16,4-1-2-16,-3 0-2 0,-2-2 0 0,-4-2 0 16,-7 0-2-16,0 1 1 0,-1-2 2 15,-7-1-1-15,1 3 8 0,-3-3-10 0,-4 0 3 16,-13 3 0-16,-1-3-2 0,-3 1 0 15,-5-1-2-15,2 3 3 0,-11-3 1 16,-5 4-3-16,0-3 2 0,-1 1 0 0,-5-1 0 16,-4 3-2-16,0-2 2 0,-1 0-2 15,-3 2 0-15,-1-1 0 0,-1 1 1 0,-11 0 2 16,17-2-3-16,-9 2 4 0,-8 0-1 16,13 0 1-16,-13 0 0 0,10-2 3 15,-10 2-2-15,0 0 3 0,13-1 3 16,-13 1 5-16,0 0 4 0,11 0 6 0,-11 0 8 15,0 0 15-15,0 0 8 0,0 0 18 16,14-5 4-16,-14 5 19 0,0 0 18 0,0 0-14 16,5-4-9-16,-5 4-10 0,0 0-5 15,0-14-12-15,0 6-7 0,-2-4 0 16,2-2-14-16,-1-6 0 0,-1-3-11 0,0-2 3 16,-4-10-6-16,2 2-2 0,-4 2-11 15,-1-1 3-15,-3 3-4 0,-3 0-1 0,0 5-9 16,-8 2 2-16,0 2-6 15,-5 6 5-15,-5-1-2 0,1 6 8 0,-6 2-10 16,1 1-2-16,-3 2 2 0,6 4-2 16,-4 0 0-16,4 0 4 0,6 0-4 0,1 0-1 15,0 3 2-15,6-3 4 0,0 1-9 16,2 1-1-16,3 0 3 0,3 0 6 16,-2-2-5-16,2 2 7 0,13-2-8 0,-22 0-19 15,11 0-21-15,11 0-29 0,-17 0-25 16,9 0-38-16,8 0-47 0,-16 3-53 0,8-1-71 15,8-2-81-15,-15 2-93 0,7 0-115 16,-2 0-143-16,10-2 68 0,-16 6-485 0,4-3-620 16</inkml:trace>
  <inkml:trace contextRef="#ctx0" brushRef="#br0" timeOffset="24312.8">22152 15468 3029 0,'3'-9'-56'0,"-1"3"53"0,-2 6 36 0,4-9 30 0,-4 9 26 0,2-7 22 0,-2 7 20 0,0 0-21 0,0 0 13 16,1-8-25-16,-1 8 0 0,0 0 29 15,0 0 25-15,0 26-2 0,0-11-1 0,-1 3 7 16,-1 5 0-16,0 0 1 0,-2 2-3 15,2-2-6-15,1 0-3 0,-3-3-13 16,-1 3-6-16,1-5-12 0,3-1-3 0,-3 0-14 16,0-5-10-16,2 3-8 15,-1-4-5-15,1 0-11 0,-2-1-3 0,2-1-7 16,-2-1-4-16,0-1-17 0,0 0-33 16,4-7-37-16,-5 11-54 0,-1-7-54 0,6-4-93 15,-9 7-101-15,9-7-110 0,-14 6-140 16,7-5-127-16,-1 3 76 0,-6-3-428 0,2 1-541 15</inkml:trace>
  <inkml:trace contextRef="#ctx0" brushRef="#br0" timeOffset="24778.81">21702 15756 3130 0,'3'-11'13'15,"-1"3"17"-15,2 1 20 0,-4 7 14 0,2-8 16 16,-2 8 3-16,0 0 9 0,-10-7 0 16,10 7 25-16,-43 14 12 0,4-2 17 15,-12 12 19-15,-8-1 18 0,-2 5 25 16,-17 9 0-16,-4 5 15 0,-2 0 5 15,-1 2 9-15,-3 2 2 0,2 0-4 0,0 0-3 16,2 0-7-16,1-3-12 0,0 3-11 16,1-5-19-16,10 1-16 0,15-9-14 0,0-4-13 15,8-2-15-15,1-1-10 0,3-1-13 16,13-8-10-16,1 0-6 0,6-4-13 0,5-2-2 16,4-3-11-16,5-2-60 0,2-1 0 15,1 1 0-15,0-2 0 0,3-2 0 0,5-2 0 16,-11 6 0-16,2-4 0 0,9-2 0 15,-5 5 0-15,5-5 0 0,0 0 0 16,-9 4 0-16,9-4 0 0,-6 3-107 16,6-3-143-16,0 0-54 0,0 0-64 0,0 0-56 15,0 0-65-15,0 0-94 0,0 0-145 16,0 0-52-16,0 0 94 0,0 0-495 16,36-3-646-16</inkml:trace>
  <inkml:trace contextRef="#ctx0" brushRef="#br0" timeOffset="27062.66">22249 14911 3008 0,'1'-11'-134'0,"-1"11"42"16,0 0 41-16,2-9 35 0,-2 9 32 0,4-7 28 0,-4 7 28 0,2-6 26 0,-2 6 24 0,0 0 11 0,2-10 11 16,-2 10 7-16,0-7 4 0,0 7 3 15,1-6 0-15,-1 6-7 0,0 0-10 16,0 0-14-16,2-8-14 0,-2 8-16 16,0 0-5-16,0 0 9 0,0 0 7 0,0 0 1 15,-5 33-3-15,-1-13-1 0,3 1 1 16,-1 1-1-16,-2 2-1 0,-2 5 6 0,1-3-3 15,1-4-6-15,0-1-8 0,1 0-9 16,-2-3-7-16,2-2 2 0,1-3-9 16,1 3-12-16,-1-4-3 0,0-3-8 0,0 3-7 15,0-2-4-15,0-2-3 0,0 3-30 16,3-4-39-16,-3 0-33 0,0-2-49 0,2 3-56 16,2-3-61-16,0-5-61 0,-3 11-57 15,3-11-85-15,-4 1-88 0,4-1-131 16,0 0 27-16,0 0-388 0,0 0-492 15</inkml:trace>
  <inkml:trace contextRef="#ctx0" brushRef="#br0" timeOffset="27229.99">22168 15197 2634 0,'0'0'-73'0,"8"-7"33"0,-8 7 28 16,10-10 20-16,-5 2 33 0,6-2 23 16,1 1 19-16,1-3 10 0,10-7 8 0,0 1-10 15,-6 3-7-15,1 3-7 0,-5 1-11 16,0-1-4-16,-1 4-22 0,-3-2-30 15,-1 3-36-15,-1 1-50 0,1 3-52 16,-4-2-72-16,-4 5-65 0,1-7-80 16,-1 7-136-16,0 0-134 0,0 0-114 0</inkml:trace>
  <inkml:trace contextRef="#ctx0" brushRef="#br0" timeOffset="27445.33">22212 15070 1631 0,'0'0'23'16,"-3"3"25"-16,3-3 8 0,0 0 15 0,-9 6 25 15,9-6 41-15,0 0 18 0,0 8 19 16,0-8 18-16,2 10-4 0,-2-10-6 0,7 15 4 16,-4-9-25-16,1 5-9 0,0-3-19 15,1 0-9-15,1 2-13 0,0 1-9 16,2 1-14-16,-3-2-19 0,3 2-33 16,-5 0-33-16,4-1-52 0,-2 0-47 15,-1 0-49-15,0 1-53 0,-2-2-74 0,0 0-94 16,-2 1-180-16,-2-1 36 0,-2 0-149 15,-2 2-154-15</inkml:trace>
  <inkml:trace contextRef="#ctx0" brushRef="#br0" timeOffset="28461.12">22552 15732 1621 0,'-2'-7'-73'15,"2"7"48"-15,0 0 24 0,0 0 20 0,0 0 10 0,-2-7 4 0,2 7 2 16,0 0 6-16,0 0-2 0,0 0-2 15,0 0-7-15,0 0 1 0,0 0-3 16,0 0 8-16,0 0 8 0,0 0 7 0,0 0 12 16,0-6 11-16,0 6 7 0,0 0 9 15,0 0 8-15,0 0 7 0,0 0 17 0,0 0 7 16,0 0 4-16,-4-10 13 0,4 10 4 16,0 0 5-16,0 0 7 0,-4-7 5 15,4 7 2-15,0 0 6 0,0 0 0 0,0 0-2 16,-2-8-3-16,2 8-11 0,0 0-9 15,0 0-15-15,0 0-16 0,0 0-15 16,0 0-8-16,0 0 19 0,0 0 23 16,10 25 22-16,-3-3-17 0,6 9-8 0,8 11 8 15,1 4 23-15,1 4-4 0,5 1-6 16,3 3-15-16,-2 3-11 0,8 11-12 16,-8-11-14-16,0-3-10 0,-1 0-1 0,-2-7-14 15,-1-2-11-15,-2-5-6 0,-5-9-9 16,-2-4-3-16,-2-4-4 0,-3-3-7 0,-5-6 3 15,-1-3-5-15,4-1 15 0,-6 0 16 16,3-3 13-16,-2-1 11 0,-2 0 6 16,-2-6-47-16,5 10-51 0,-5-10 0 15,4 8 0-15,-4-8 0 0,0 7 0 0,0-7 0 16,0 0 0-16,6 7 0 0,-6-7 0 16,0 0 0-16,6 5 0 0,-6-5 0 0,0 0 0 15,3 5 0-15,-3-5-117 0,0 0-305 16,0 0-120-16,0 0-138 0,0 0-225 15,0 0 75-15,0 0 96 0,0 0-613 0,0 0-803 16</inkml:trace>
  <inkml:trace contextRef="#ctx0" brushRef="#br0" timeOffset="30061.9">22324 16951 3423 0,'-24'-2'-181'0,"24"2"38"0,-12-3 32 0,12 3 34 0,0 0 20 0,-11-3 32 0,11 3 24 0,0 0 14 16,0 0 12-16,-9-4 22 15,9 4 12-15,0 0-7 0,0 0-10 0,24-10-5 16,15 3-4-16,24-2 0 0,10-1-5 16,33 2-2-16,7-3 1 0,20 5-6 15,5 0-1-15,16 3-2 0,7 0 3 0,6 7-5 16,2 2-1-16,-4 1 4 0,-5 3-4 15,-3-2 6-15,-9-1-9 0,-13 0 0 0,-11 0 0 16,-34-5-1-16,-10 1-2 0,-11-1 1 16,-21-2 12-16,-5 0 14 0,-11 0 13 15,-5 0-5-15,-8-2-1 0,0-1-3 0,-5 1-1 16,-3 0-17-16,0 0-21 0,-11 2-35 16,12-8-42-16,-12 8-52 0,2-5-55 0,-2 5-85 15,0 0-124-15,-21-7-136 16,6 7 42-16,-6 1-87 0,-10-1-73 0</inkml:trace>
  <inkml:trace contextRef="#ctx0" brushRef="#br0" timeOffset="31061.62">22042 16958 1442 0,'0'0'-58'0,"0"0"46"0,0 0 44 0,0 0 28 0,13 15 41 16,-12-8 24-16,-1 5 17 0,2 3 17 0,-2 2 7 15,2 4 4-15,-2 3-6 0,0 1-8 16,-2 1-6-16,2 3-9 0,-2-4-11 15,2 0-5-15,-4 0-14 0,0 2-5 0,0-5-1 16,2 2-8-16,-1-2-13 0,1-5-12 16,0 1-4-16,0-5-12 0,0-1-3 0,2 0-4 15,-1-3-1-15,1-1-14 0,-2 2 1 16,2-10-7-16,0 15-9 0,2-8 7 0,-1-2 2 16,5-1-5-16,1 2-3 0,7-1 2 15,6-1-4-15,7-2-9 0,18-2-9 16,5 0-13-16,22-4-17 0,2-1-11 15,2 2 3-15,7 1 3 0,5-1 5 16,25-1 2-16,3 2 4 0,2-1 8 0,4 3-3 16,2 1-1-16,0-1 5 0,0 4 8 15,0 0-6-15,-2 1 2 0,-1 3 2 0,1-1 1 16,-3 3 4-16,-5 1 0 0,-6 2-7 16,0 3 7-16,-11-1 0 0,-25-3-1 15,-3-2 10-15,-10 0-1 0,-5 1 6 0,-15-4 11 16,-10-1 15-16,-9-4 23 0,-2 1 20 15,-5-1 18-15,1 0 17 0,-3 0 4 0,-2-1-4 16,-1 1-4-16,-8-2-5 16,15 2-2-16,-15-2-5 0,10 1-3 0,-10-1-7 15,9 2-4-15,-9-2-11 0,0 0-9 16,11 2-6-16,-11-2-2 0,0 0-6 0,0 0-9 16,11 0 3-16,-11 0-4 0,0 0-9 15,0 0-4-15,7-9 0 0,-3 1-2 16,-2-2-1-16,-1-2 4 0,1-7-4 0,2-5-1 15,0-12-2-15,-1-3 1 0,2-4-6 16,1-12 0-16,-1-2-5 0,2-1 0 0,4 0-2 16,-4 0 0-16,-1 16 3 0,-3 4-5 15,3 12-1-15,-4 1-1 0,-1 8-5 0,2-1-14 16,-3 7-18-16,0-1-24 0,2 0-38 16,0 5-57-16,-2-2-58 0,0 0-74 15,0 9-58-15,-2-6-68 0,2 6-94 16,0 0-163-16,-10-2 61 0,10 2-304 15,0 0-390-15</inkml:trace>
  <inkml:trace contextRef="#ctx0" brushRef="#br0" timeOffset="34677.36">22778 14616 2239 0,'-4'-3'-149'0,"4"3"29"0,-5-9 31 0,3 5 21 0,2 4 21 0,-8-7 26 0,8 7 22 16,-5-6 8-16,0 2 30 0,5 4 7 15,0 0 8-15,-5-8 6 0,5 8 1 0,-4-5 7 16,4 5 4-16,0 0 5 0,-4-6 2 16,4 6-3-16,0 0 3 0,0 0-3 15,-2-6-5-15,2 6 0 0,0 0-4 0,0 0-1 16,0 0-6-16,0 0-4 0,0 0 0 16,15-6-7-16,-1 3 0 0,6 3 0 0,5-4 1 15,14 2-3-15,6 0-6 0,2 2-3 16,2-2 0-16,0 2-7 0,5-2-3 0,-1 4-5 15,9 0 1-15,-13-2-4 0,0 2-3 16,-1 0 1-16,-6 0-4 0,-8 0 0 16,-5-2-1-16,-11 1-6 0,2-1 5 15,-5 0 0-15,-2 0 2 0,-2 2 1 16,-11-2 1-16,22 0-2 0,-22 0-2 0,17 2 2 16,-17-2-5-16,13 0-1 0,-13 0 4 15,11 1-2-15,-11-1-4 0,0 0 1 0,16 0-10 16,-16 0 2-16,0 0-1 0,9 3-1 15,-9-3 4-15,8 6-2 0,-8-6-1 0,8 14 3 16,-6-5 22-16,2 5 1 0,-3 5 15 16,-1 6 11-16,0 2 8 0,0 13 9 15,-3 5 5-15,-3 10 0 0,0-1-1 16,-2-1-1-16,6-9-1 0,-1 1 0 16,-3-2-2-16,4-2-6 0,-3-1-5 0,-2-2 2 15,5-1 2-15,1-10 2 0,-1-2-2 16,0-7-3-16,-2-1-3 0,2 0-6 0,1-5-2 15,-1-1-4-15,2 1-4 0,-2-4-5 16,2 1-1-16,-2-2-2 0,0 0-4 0,2-7-1 16,0 10-3-16,0-10-2 0,-2 8 0 15,-1-3-3-15,3-5-2 0,0 0-1 16,0 12-3-16,0-12 1 0,0 4-4 0,0-4 0 16,0 0 0-16,-1 8 4 15,1-8-3-15,0 0 0 0,0 0-3 0,0 8 1 16,0-8-3-16,0 0 4 0,0 0-4 15,0 0-1-15,0 6 3 0,0-6-1 0,0 0-4 16,0 0 3-16,0 0 0 0,0 0 2 16,0 0-3-16,0 0 0 0,0 0 0 0,0 0 2 15,0 0-1-15,0 0-1 0,0 0 1 16,0 0 1-16,-2 7-1 0,2-7 2 16,0 0-4-16,0 0 0 0,0 0 3 0,0 0-4 15,0 0 2-15,0 0-3 0,-9 4 3 16,9-4-5-16,0 0 2 0,-13 4 0 15,4-4-3-15,9 0 3 0,-11 2 1 0,11-2-1 16,-11 3 0-16,11-3 3 0,0 0-2 16,-12 1 2-16,12-1 1 0,0 0 1 15,-9 2 0-15,9-2 3 0,0 0 2 0,-9 2 0 16,9-2-2-16,0 0-2 0,-18 1 1 16,18-1-4-16,-17 0 3 0,5 0-4 15,12 0 2-15,-23-1-3 0,10-1 5 0,-2 0-2 16,0 1 1-16,-4-2-1 0,-2 2 1 15,2-2-2-15,-4-3 1 0,0 2 0 0,-1-2 2 16,-12-3 2-16,0 1-4 0,2 2 4 16,0-4-7-16,-4 3 3 0,2 1-2 0,-1 0 1 15,3 0 0-15,5 0 0 16,5 4 0-16,0-2 2 0,0 1-2 0,5-1 0 16,1 3 0-16,4-2 0 0,1 3 2 15,-1-3 1-15,3 2-2 0,2-1 1 0,-2 0 0 16,11 2 3-16,-18-4-5 0,6 3 2 15,1 0 0-15,0-3 5 0,-3 2 6 16,1-2-1-16,-5 1-1 0,5 1 0 0,-2 0 4 16,-4-2 3-16,4-2-3 0,-2 5 3 15,-1-3-1-15,1 1 1 0,4-1 5 0,-3 3 2 16,3-1-3-16,0 0-3 16,1 0-4-16,12 2 2 0,-23-4-1 0,14 2-6 15,9 2 2-15,-18-4-4 0,5 4 1 16,13 0-6-16,-23-2 5 0,10 2-3 0,13 0-1 15,-21 0-3-15,21 0 3 0,-18 0-4 16,18 0 0-16,-18-3 1 0,18 3-1 16,-13 3 1-16,13-3 1 0,0 0-2 0,-15-3-2 15,15 3 2-15,0 0-2 0,0 0-5 16,0 0-30-16,-17 0-33 0,17 0-58 0,0 0-73 16,-8 3-91-16,8-3-54 0,-6 2-74 15,6-2-68-15,-5 7-176 0,1-2 37 0,4-5-395 16,-4 11-494-16</inkml:trace>
  <inkml:trace contextRef="#ctx0" brushRef="#br0" timeOffset="35760.83">22652 15601 2508 0,'-5'-7'-155'0,"-5"1"38"0,5 1 22 0,-2 1 18 0,0 2 22 0,0-1 25 0,7 3 18 0,-22-2 16 0,9 4 10 16,-2 0 11-16,-4-1 6 0,2 5 6 0,-3-1 6 15,0 1 5-15,1-1-1 16,4 3 3-16,-3-3-2 0,5 2-3 0,-1 1-5 16,3-1-3-16,1 0-2 0,5 0 3 15,-1 1-2-15,4-1-1 0,4 1 1 16,4 0-6-16,2 2-2 0,5-4-3 0,5 5-1 16,2-5-4-16,5 2-1 0,7 1-2 15,-3-4-3-15,-2-2-5 0,-1-2-5 0,3 2-5 16,-2-3-1-16,-1 0 1 0,-1-3-1 15,-2 2 3-15,0-4-1 0,-7 0 5 0,2-2-4 16,-5-1 8-16,1-2-2 0,-3 3 8 16,-1-5 5-16,-3 2 7 15,-1 3 2-15,-2-3 11 0,-3 2 2 0,-1 0-6 16,-3 0-5-16,-3 1-2 0,-1-1-3 16,-7 2-4-16,-4-4 1 0,-6 4-5 0,-1 2 3 15,0-1 1-15,-3 2-3 0,-12 2-1 16,10-2 2-16,3 3-3 0,0 3 1 0,8-3-7 15,0 0-1-15,3 1-6 0,5 2 4 16,2-1 2-16,9-2-5 0,-14 6 4 16,14-6 2-16,0 0 1 0,0 0-1 0,23 11 2 15,-8-8-5-15,6 1-1 0,6-3 2 16,-2 1-3-16,6 0-2 0,-3-2 1 0,1 0-1 16,0 0-3-16,-3-2 5 0,-3 2 0 15,-2-2 1-15,-4 1-2 0,-2 1 5 16,-4 0 15-16,-11 0 2 0,21-4 8 0,-21 4 10 15,14 0-4-15,-14 0-10 16,0 0-4-16,0 0-4 0,0 0 1 0,0 0 1 16,0 0-5-16,-50-1 9 0,35 1 0 15,-2 0-5-15,-2 0-1 0,2 0-9 0,1 1 4 16,3-1-6-16,0 3-5 0,13-3 1 16,-19 1-3-16,19-1 7 0,-14 3-4 15,14-3-1-15,0 0-2 0,-3 8-1 0,3-8 4 16,0 0-7-16,0 0 5 0,0 0-6 15,26 6-6-15,-26-6-13 0,13 2-2 16,-13-2-16-16,14 0-6 0,-14 0-15 16,0 0-12-16,13 0-19 0,-13 0-33 0,0 0-44 15,0 0-45-15,0 0-71 0,10-2-112 16,-10 2-136-16,0 0-148 0,0 0-173 16</inkml:trace>
  <inkml:trace contextRef="#ctx0" brushRef="#br0" timeOffset="36176.92">22685 15670 1656 0,'10'-4'-115'0,"-10"4"15"0,7 0 22 0,-7 0 18 0,0 0 19 0,9-4 12 0,-9 4 7 16,0 0-2-16,0 0 0 0,8-2 9 16,-8 2-3-16,0 0 0 0,0 0-11 0,0 0-12 15,0 0-22-15,0 0-21 0,0 0-40 16,0 0-139-16,0 0 219 0</inkml:trace>
  <inkml:trace contextRef="#ctx0" brushRef="#br0" timeOffset="37759.9">22336 15029 745 0,'0'0'33'0,"0"0"8"0,0 0 0 0,6-7 1 0,-6 7 10 0,0 0 3 0,0 0 2 0,0 0 5 16,0 0 3-16,0 0-1 0,0 0 5 0,0 0-2 15,0 0 0-15,0 0-3 0,0 0-8 16,0 0 1-16,0 0-3 0,5-5-8 0,-5 5-6 15,0 0-3-15,0 0-4 16,0 0-15-16,0 0-8 0,0 0-21 0,0 0-19 16,0 0-31-16,0 0-27 0,0 0-34 15,0 0-36-15,0 0-320 0,0 0 15 16</inkml:trace>
  <inkml:trace contextRef="#ctx0" brushRef="#br0" timeOffset="38559.74">23049 14787 1343 0,'1'-10'31'0,"1"-1"24"0,3 2 22 0,-3-4 16 0,0 1 25 0,1 2 15 0,1 0 32 0,-2-1 16 16,0 3 2-16,-1 1-8 0,1 3-18 15,-2 4-17-15,0 0 45 0,0 0 12 16,0 0 7-16,0 0 4 0,2 23-11 16,-6-6-1-16,3 9-12 0,-3 9-8 0,-2 2-14 15,5 1-13-15,-3 1-8 0,-1-2-18 16,2 1-9-16,1-9-11 0,0-1-13 15,2-3-9-15,-4-2-3 0,0-3-11 0,4-2-1 16,-1-1-11-16,-1-4-7 0,0 0-2 16,2-3-6-16,0-2-2 0,-2 0-2 0,0 1-22 15,0-2-22-15,2-2-34 0,0-5-29 16,-2 11-60-16,2-11-72 0,-6 3-61 0,6-3-51 16,0 0-62-16,0 0-48 0,0 0-96 15,-17-14-86-15,16 9 47 0,-1 0-231 16,-3-2-279-16</inkml:trace>
  <inkml:trace contextRef="#ctx0" brushRef="#br0" timeOffset="38793.75">23032 15065 2144 0,'0'0'22'15,"4"-7"25"-15,-3 0 23 0,3 0 22 16,4 0 26-16,0-1 26 0,1-1 16 15,0 0-6-15,3-1-11 0,1 0-15 16,-2-2-13-16,5 4-18 0,-1-4-6 16,-1 5-16-16,-1-4-28 0,1 4-33 0,-2-1-29 15,-1 1-39-15,0-1-32 0,0-2-35 16,-6 4-26-16,2 1-19 0,-3-2-27 0,-4 7-42 16,1-7-19-16,-1 7-11 0,0 0-31 15,0 0-326-15,-15-4-121 0</inkml:trace>
  <inkml:trace contextRef="#ctx0" brushRef="#br0" timeOffset="38993.3">23144 14900 1573 0,'0'0'-59'0,"0"0"45"0,3 9 41 0,-2-2 34 16,1-1 24-16,4 5 25 0,-1 4 23 15,3 4 4-15,-3 2 10 0,4 2 3 16,-6-2-9-16,6 8-4 0,1 2 0 16,-2 1-13-16,1-3-7 0,-1-4-25 0,0 6-2 15,-2-7-10-15,-3-3-9 0,3-5-5 16,-4 2-2-16,-1-3-14 0,3-1 3 0,-2-2-15 15,0-1-33-15,0-1-36 0,-2 0-42 16,1-1-46-16,-2-1-55 0,1-2-67 16,0 0-100-16,0-6-181 0,0 11 50 0,0-11-87 15,-2 4-60-15</inkml:trace>
  <inkml:trace contextRef="#ctx0" brushRef="#br0" timeOffset="40108.61">23434 14741 1517 0,'3'-11'-4'0,"-1"1"32"0,0 2 32 0,0 1 24 0,2 0 22 0,-2-2 20 0,-2 9 27 16,2-15 16-16,-2 8 15 0,0 7 26 15,2-12-5-15,-2 12 5 0,0-10-10 16,0 10-22-16,2-7-10 0,-2 7-20 0,0 0-11 15,0 0 18-15,0 0 9 0,0 0-7 16,-6 29-11-16,4-13-6 0,-4 4-4 0,4 4-4 16,2-5-11-16,-2 3-5 0,2 0-11 15,0 0-7-15,0-5-4 0,2 3-7 0,-2-1-9 16,0-5-9-16,2-1-6 0,-2-1-10 16,0-1-1-16,0-1-7 0,0-2-5 15,-2-1 11-15,2-7-12 0,0 14-46 16,0-14-37-16,0 12-50 0,-2-7-44 15,2-5-61-15,-1 14-62 0,-3-8-61 0,-2 0-81 16,1-1-82-16,-3 1-179 0,0-2 55 16,3 1-341-16,-5 0-430 0</inkml:trace>
  <inkml:trace contextRef="#ctx0" brushRef="#br0" timeOffset="41926.37">25966 14372 2466 0,'-11'-7'-87'0,"4"1"29"0,3 4 32 0,4 2 3 0,7-10 3 16,15 3 7-16,19-4 5 0,27-2 10 0,42-2 11 15,17-2 1-15,24 1-3 0,14 0-3 16,10 3-2-16,62-3 10 0,-2 5-1 0,-2 5 0 15,-53 2-2-15,-3 2 2 0,-5 2-3 16,-14 0 0-16,-13 0-4 0,-21-5 4 16,-38 2-1-16,-16-1-2 0,-9 1 6 15,-20 0 4-15,-10 1-2 0,-8-1-1 16,-6-1-3-16,-4 2-4 0,-2-1-19 0,-6 1-26 16,-5 2-37-16,0 0-49 0,0 0-63 15,0 0-90-15,-30-1-341 0,8 2-115 0</inkml:trace>
  <inkml:trace contextRef="#ctx0" brushRef="#br0" timeOffset="42792.78">26079 14309 1599 0,'9'-5'0'0,"-2"0"14"0,-4 1-3 0,-3 4 0 0,0 0 13 0,0 0 41 0,8 18 27 0,-12-7 19 0,-2 10 15 16,-2 11 10-16,-1 3 6 0,-2-1 3 0,0 3-10 16,2-1-10-16,0 3-3 0,2 0-13 15,-2 0-11-15,4-3-15 0,-1 3-1 0,3-4-8 16,-1 2-8-16,0-8-4 0,1-6-9 15,3 0-7-15,3-1 2 0,-1-3-12 0,2 1 4 16,3 1-4-16,4-4-3 0,10 3 0 16,6-3-11-16,7-3 2 0,20 1-27 15,7-2-15-15,7-7-19 0,13 2-17 16,30-4 3-16,11 0 1 0,14-1 11 16,9 1-1-16,10 2 6 0,10 3 4 0,10 0 1 15,5-1 0-15,44 7-1 0,-57-7-10 16,-6 1-2-16,-7 3 0 0,-9-2 2 0,-8-3 3 15,-10 1 3-15,-17-4 4 0,-30-2 2 16,-12 2 3-16,-16-4 5 0,-8 0 9 0,-10 0 17 16,-9-1 15-16,-2-2 18 0,-6 1 6 15,-2 2 9-15,-2-2 1 0,1 0 8 16,-3-2 1-16,-3 3-5 0,-8 1-2 0,15-3-3 16,-9 3-11-16,-6 0-3 0,10-3-4 15,-10 3-1-15,0 0-1 0,13-2 4 0,-13 2-3 16,3-4 4-16,-3 4 1 15,2-11-1-15,-2 2 2 0,0 2 2 0,-2-7-3 16,2-3 1-16,-1-5-3 0,1-6-1 16,-2-8-9-16,2-6 5 0,2 1-9 0,-1-3-5 15,1-13-6-15,4 2 7 0,-1 0-10 16,-4-1 2-16,3 14-1 0,-6 1-3 16,0 10 4-16,2 7 0 0,-1 2-1 0,-2 6 0 15,-1 0-8-15,-2 1 2 16,1 3-7-16,-4 1 8 0,-1 1-4 0,-2 2-4 0,3 2-5 15,-1 1-5-15,1 0-9 0,1 3-9 16,0-1-5-16,8 3-7 0,-15-6 9 16,10 5 5-16,5 1 5 0,-12-3-1 15,12 3 7-15,-11-4-1 0,11 4 5 0,-11-1-25 16,2-1-33-16,9 2-42 0,-16-4-47 16,6 4-55-16,10 0-69 0,-24 0-71 15,8-1-154-15,5 1 1 0,-3 1-113 0,-1-1-120 16</inkml:trace>
  <inkml:trace contextRef="#ctx0" brushRef="#br0" timeOffset="43241.82">27527 14372 1684 0,'4'-17'-2'0,"2"4"30"0,-3 1 29 0,1 4 18 0,-2 0 9 0,2 3 2 0,-4 0-11 15,0 5-6-15,4-5 26 0,-4 5 33 0,0 0 16 16,0 0 34-16,6 31 11 0,-6-6 1 16,-4 13 10-16,0 3 3 0,1 2-5 0,-6 9-5 15,4-9-6-15,-3 9-4 0,3-9-11 16,-2-2-14-16,2-1-11 0,-3-2-15 0,3-3-11 16,-1-3-8-16,0-2-10 0,-2-4-12 15,3-6-8-15,-1 1-12 0,3-6-4 16,1 2-9-16,-5-5-5 0,7-1-25 0,-3-1-39 15,-1 0-38-15,0-1-54 16,2-2-62-16,-1 0-57 0,1-1-73 0,2-6-125 0,-7 3-167 16,7-3-64-16,0 0 62 15,-24-11-278-15,12 5-351 0</inkml:trace>
  <inkml:trace contextRef="#ctx0" brushRef="#br0" timeOffset="43625.71">26821 14473 2253 0,'0'-8'8'0,"2"2"58"0,-2 6 14 0,0 0-3 0,1-8-9 0,-1 8-12 0,0 0 9 0,0 0 46 0,0 0 10 16,0 0 14-16,-14 26 10 0,11-13-3 16,-5 3-11-16,3-1-7 0,-4 5-1 15,4-3-16-15,-4 3-4 0,1-1-10 16,0 0-9-16,1-1-13 0,-1 1-3 15,1-1-7-15,-3-2-7 0,2 2-24 0,-1-1-35 16,-1-2-50-16,3-1-62 0,-3 0-56 16,3 0-62-16,-1-6-77 0,2 0-65 0,-1-1-184 15,-1-1 29-15,8-6-152 0,-8 1-177 16</inkml:trace>
  <inkml:trace contextRef="#ctx0" brushRef="#br0" timeOffset="43809.33">26643 14766 1868 0,'4'-9'8'0,"0"3"28"0,-3-1 20 0,11-1 22 16,0-3 28-16,4-2 22 0,7-5 12 16,6 0 2-16,0-1-12 0,1 0-14 15,-1-1-13-15,-1 2-14 0,1-2-2 0,-2 1-7 16,-5-1-27-16,-4 8-29 0,-6-1-45 16,0 3-49-16,-2-1-49 0,-5 4-61 15,-3 1-60-15,-2 6-51 0,-4-7-108 0,4 7-256 16,0 0-150-16</inkml:trace>
  <inkml:trace contextRef="#ctx0" brushRef="#br0" timeOffset="44008.93">26757 14604 1796 0,'-6'5'-4'0,"6"2"48"16,-2-3 48-16,2-4 30 0,0 14 20 16,0-14 24-16,4 16 20 0,0-8 13 0,2 1-2 15,0 1-7-15,-1 2-15 0,5-1-17 16,2 1-13-16,-3-1-12 0,2 3-15 0,1-3-11 15,-3 0-12-15,0 0-11 0,0-1-29 16,-2-2-25-16,-1 1-40 0,-3-2-38 0,5 1-47 16,-5 0-39-16,-2-2-45 0,1 1-70 15,0-1-84-15,-2-6-187 0,0 8-19 16,0-8 66-16,4 6-88 0,-4-6-64 0</inkml:trace>
  <inkml:trace contextRef="#ctx0" brushRef="#br0" timeOffset="44342.5">27922 14630 1606 0,'11'-14'97'0,"-4"-1"29"16,2 3 24-16,-4 1 13 0,1 1 4 0,-1 0 18 15,1 2 3-15,-2 1-11 16,2 1-15-16,-6 6-16 0,7-5-10 0,-7 5 25 16,0 0 12-16,8 23 1 0,-6-8-2 15,-2 2-6-15,-2 9-7 0,-2-1-9 0,-1 6-12 16,-5 3-12-16,7 0-15 0,-6 0-10 16,2-1-11-16,-2 0-8 0,-2-2-6 15,0-2-21-15,0 0-43 0,3-7-45 0,-3 4-59 16,0-6-52-16,2-1-61 0,4-5-50 15,-2-1-53-15,3-5-45 0,-2-2-81 0,5-1-129 16,1-5-3-16,0 0-215 0,0 0-270 16</inkml:trace>
  <inkml:trace contextRef="#ctx0" brushRef="#br0" timeOffset="44509.09">27910 14941 2093 0,'4'-12'-4'0,"-4"2"47"0,0 0 41 0,2 1 26 15,4 0 26-15,-2 0 18 0,3-3 13 16,5-3 1-16,1 1-6 0,10-7-9 0,0 1-15 15,1 3-19-15,3 0-4 0,0-1-16 16,-2 0-34-16,0 0-41 0,0 0-44 0,-7 6-53 16,-2-1-58-16,-5 3-58 0,-2 2-72 15,-1 2-77-15,-4 1-169 0,-4 5 3 16,-4-7-110-16,4 7-111 0</inkml:trace>
  <inkml:trace contextRef="#ctx0" brushRef="#br0" timeOffset="44708.82">28069 14659 1680 0,'0'0'42'16,"0"0"13"-16,-7 6 32 0,7-6 35 0,0 0 37 16,0 11 19-16,0-11 24 0,5 10 4 15,-1-3-11-15,-3 5-11 0,5-4-24 0,0 2-6 16,1 4-12-16,3 1-18 0,-1 1-11 16,2-1-11-16,1 2-6 0,-1-1-66 0,3 0-62 15,-3-1-66-15,-1-1-70 0,0 0-82 16,-3-5-97-16,1 0-183 0,1-3-6 15,-3-5 55-15,2 0-60 0,-8-1-43 0</inkml:trace>
  <inkml:trace contextRef="#ctx0" brushRef="#br0" timeOffset="44908.1">28484 14475 1731 0,'0'-10'157'15,"0"3"-3"-15,0 7-3 0,0-9-2 16,0 9 35-16,0 0 27 0,0 0-5 0,0 0-15 15,-13 24-9-15,9-12-18 0,0 5-17 16,2 0-11-16,-2 3-17 0,0-1-3 0,0 5-16 16,4-1-21-16,-1 0-52 0,-3-1-52 15,0 0-61-15,0 0-60 0,-1-1-69 0,-3-2-99 16,-2-1-140-16,1 0-111 16,-5-2 61-16,1 0-141 0,-10 2-141 0</inkml:trace>
  <inkml:trace contextRef="#ctx0" brushRef="#br0" timeOffset="46542.06">26367 14988 1693 0,'0'0'-19'0,"6"-9"37"0,-6 9 28 0,1-7 22 0,-1 7 11 15,0 0 3-15,0 0 0 0,-1-10-4 0,1 10-1 16,-16-5 10-16,1 3-5 0,-6 1 2 16,-10-3-4-16,-10 2-2 0,-11-1-1 15,-14-2 1-15,-8 1-2 0,1-2 3 0,-4 2-1 16,-1-4-1-16,3-1-10 0,3 1 0 16,0-3-11-16,8-1 4 0,-2 0-9 0,7-1-3 15,6 1-6-15,11 0-6 16,0 3 0-16,6-2-9 0,4 2-3 0,3 1 0 15,8 3 3-15,3 1-6 0,2 0-3 16,5 0-5-16,-3 0 1 0,3 1-4 0,11 3 2 16,-20-2-1-16,20 2-6 0,-21 5 6 15,8 4-6-15,-3 5 12 0,-6 8-7 16,-1 5 32-16,-4 10 5 0,1 2 4 0,1 1 4 16,3 2 8-16,0-1-4 0,5-8 13 15,2 0-6-15,-1 0-6 0,5-2-1 16,2 1-3-16,-3-3 6 0,5-5-16 0,1-4-8 15,0 1 2-15,0-2-4 0,0 0-5 16,3 2 1-16,-3-3-8 0,4 0 1 16,-3 1-2-16,3 2-1 0,-5 0-9 0,6-2 3 15,-1-2-1-15,2 2 1 0,2-4 0 16,-2 2-5-16,1-1 2 0,8-1 0 16,-2-3-3-16,6 2 3 0,7 0-9 0,6-1 3 15,7-1 1-15,3-1-4 0,6-3 3 16,11 2 0-16,2-3-1 0,3 0 1 0,3 2-2 15,0-3-1-15,1-1-2 0,3 1-4 16,1 0-2-16,4 4 3 0,4-7 0 0,2 4-7 16,2-2 10-16,6-1-2 0,4 4 7 15,23-1-6-15,0 0-4 0,8-2 2 16,3 0-2-16,1 2 3 0,5-3-3 16,-1 4 0-16,-5-1 0 0,-5 1-5 15,-5 1 4-15,-1-2-8 0,-23 0-11 0,-2-1-6 16,-5-2 3-16,0 1-3 0,-4 2 0 15,4-2 4-15,-5 4-9 0,-4-5 7 0,2 2-4 16,1-3 4-16,-5 1 8 0,3-1 5 16,-1 2-13-16,-1 0 11 0,0-3 5 0,-5 2 1 15,1-3 1-15,-3 1-5 0,-3-1 7 16,-9 1-6-16,2-2-12 0,-3-2 11 16,0 2-2-16,16-1-12 0,-3-1 17 15,4 1 3-15,-1 1-4 0,1-2 2 0,4 0-3 16,-1 2 2-16,8 2-5 0,2-2 4 15,-1 0-5-15,2 2 9 0,0-2 4 16,-4 1-16-16,0 1 8 0,-5-2 9 0,-5-2-6 16,-17 2 6-16,-3-3-3 0,-6-1 6 15,-5-1-5-15,-12 2 11 0,0-1 0 0,-5-1-6 16,-3 2 6-16,0-3 2 0,-1 3-4 16,-2-2-8-16,-2 0 8 0,0 1-4 15,-3-1 2-15,0 2-4 0,-1 1 4 0,0-1 0 16,-8 3 7-16,11-4-6 0,-7 1-7 15,-4 3 4-15,0 0 7 0,10-5-8 16,-10 5 4-16,3-7-2 0,-3 7 4 16,4-8-2-16,-4 8 2 0,0-11-8 0,2 3 7 15,0-3-3-15,-2-2 2 0,3-1 4 16,-3-5-7-16,6-3 2 0,1-13-4 0,0 1 1 16,0-5 4-16,1-1 3 0,2-1-8 15,-1-9 1-15,4 3 1 0,-5 11 5 16,0 3-3-16,-5 5-3 0,1 8 1 0,0 2-5 15,-2 1 3-15,-1 3 2 0,2 3-4 16,-1 0-2-16,2 0 4 0,-4 6-4 0,2-4 3 16,-2 9-5-16,0-12 6 0,2 7 7 15,-2 5-13-15,0-11 6 0,0 11-5 16,-6-8 5-16,6 8-7 0,-18-8-5 16,2 6 19-16,-9 0 1 0,-16-2-3 15,-6 4 1-15,-5-2-1 0,-10 2-2 0,-7-1 7 16,-1 2 1-16,-3-5-3 0,-5 4 7 15,0-3-3-15,4 1 10 0,5 0 4 0,8-2-8 16,12 2 7-16,3-2 0 0,4 4-6 16,-2 0 2-16,2-3-5 0,10 3-2 0,3 0-2 15,0 0-16-15,10-1-31 0,-1 2-52 16,2-1-51-16,3 3-56 0,0-3-80 16,2 3-106-16,-1-2-228 0,3 3 50 0,-1-2-199 15,-3 1-250-15</inkml:trace>
  <inkml:trace contextRef="#ctx0" brushRef="#br0" timeOffset="47775.27">26588 15112 1900 0,'2'-8'-97'0,"-2"8"31"0,3-10 15 0,-3 10 16 0,2-11 19 0,-2 11 8 0,2-10 12 16,0 6 9-16,-2 4 8 0,2-10 7 15,-2 10 7-15,2-9 0 0,-2 9 4 16,1-8 7-16,-1 8 2 0,2-6 6 0,-2 6 6 16,0 0 8-16,3-11 7 0,-3 11 7 15,2-8 5-15,-2 8 4 0,0 0-5 0,0 0 2 16,-2-9-12-16,2 9-12 0,0 0-4 16,0 0 7-16,0 0 38 0,0 0 12 15,-8 24 17-15,2-5 5 0,-1 10 0 16,-2 6 4-16,-5 8-2 0,4-2 0 0,-2 7-7 15,1 1 3-15,2 1-4 0,1-10-9 16,0-1-5-16,3-3 0 0,-2-3-4 16,1-1-5-16,-1-6 1 0,2-6 1 0,-1-2-1 15,5-1-11-15,-3-1-6 0,2-5-8 16,-2 1-2-16,3 0-7 0,-4-1-3 0,5-3-8 16,-2 1-4-16,-2-2-8 0,2 0-3 15,2-7-8-15,-1 12 1 0,-1-6-4 0,2-6-4 16,-2 9-1-16,2-9-3 15,-2 7-5-15,2-7 0 0,0 0-6 0,0 0 4 16,0 11-7-16,0-11-5 0,0 0-28 16,0 0-33-16,-4 8-53 0,4-8-64 15,0 0-83-15,0 0-91 0,0 6-106 0,0-6-138 16,0 0-124-16,0 0 67 0,6 6-400 16,-6-6-512-16</inkml:trace>
  <inkml:trace contextRef="#ctx0" brushRef="#br0" timeOffset="48391.13">28261 15192 2755 0,'2'-14'-67'0,"0"2"43"0,-1 4 34 0,-1 1 33 0,0 7 21 0,2-13 26 0,2 7 16 0,-4 6 16 0,0-8 2 15,0 8 8-15,0-9-4 0,0 9-11 0,0 0-7 16,2-9-18-16,-2 9-3 15,0 0-6-15,0 0-4 0,0 0 33 0,0 0 18 0,-4 35 11 16,2-1 11-16,-3 9-1 16,-3 13 8-16,-4 2-4 0,5 3-2 0,-2-1 4 15,1 0 6-15,-2-1-10 0,5-4-3 16,-3-3 4-16,5-9-15 0,-3-4-1 0,1-3-7 16,4-7-5-16,-1-5-3 0,0-5-8 15,2-2-6-15,-2 0-10 0,2-5-6 16,-2-2-11-16,0 2-3 0,2-3-7 0,0-1-5 15,0-8-9-15,-2 12-6 0,2-5-23 16,0-7-38-16,0 10-66 0,0-10-72 0,0 6-89 16,0-6-82-16,0 0-89 0,0 0-86 15,0 0-141-15,0 0-156 0,0 0 74 0,0 0-532 16,-25-18-710-16</inkml:trace>
  <inkml:trace contextRef="#ctx0" brushRef="#br0" timeOffset="49357.85">25756 15395 3169 0,'7'-8'-132'0,"-5"4"49"0,1-4 36 0,-3 8 35 0,4-9 27 0,-4 9 21 0,4-6 25 16,-4 6 23-16,0-9 11 0,0 9 15 15,3-7 9-15,-3 7 2 0,0 0-5 0,0-8-11 16,0 8-15-16,0 0-11 0,0 0-9 15,0 0-9-15,0 0 15 0,-20 15 12 16,-1 11 8-16,-11 9 7 0,-6 7 8 0,-1 1 10 16,-5 3 9-16,-9 10 9 0,9-7 5 15,2-2-16-15,-12 9 6 0,15-12 3 0,-1 1 9 16,0-4-8-16,5-3 4 0,3-1-11 16,-1-4-10-16,13-4-9 0,-1-6-11 15,0 4-6-15,2-1 1 0,2-4-19 0,2-2-5 16,1-4-9-16,3-1-2 15,-1-1-3-15,4-1-2 0,-1-1 10 0,4-5-1 0,-4 3 16 16,7-4 8-16,-1 0 16 16,-3-1 9-16,6-5 10 0,-5 8 0 0,5-8 1 15,-4 6-2-15,4-6-6 0,0 0-9 16,-6 8-91-16,6-8-17 0,0 0 0 0,0 0 0 16,-6 4 0-16,6-4 0 0,0 0 0 15,0 0 0-15,0 0 0 0,-4 8 0 16,4-8 0-16,0 0 0 0,0 0-173 0,0 0-185 15,-2 5-77-15,2-5-88 0,0 0-101 16,0 0-176-16,0 0-11 0,22 0 89 0,-22 0-552 16,0 0-733-16</inkml:trace>
  <inkml:trace contextRef="#ctx0" brushRef="#br0" timeOffset="55223.91">25974 16223 1058 0,'0'0'0'0,"-6"-12"17"0,6 12 24 0,-6-7 22 0,6 7 17 0,-3-9 20 0,1 4 15 0,2 5 9 16,-4-9 8-16,4 9 7 0,-4-8 11 15,4 8 1-15,-1-7 9 0,1 7-2 0,-4-9 4 16,4 9 32-16,-2-9-1 0,2 9-8 16,-5-8-7-16,5 8-6 0,0-7-10 15,0 7-1-15,0 0-7 0,-1-10-7 0,1 10-8 16,0 0-3-16,-2-10-11 16,2 10-11-16,0 0-11 0,0 0-11 0,0 0-10 0,-2-7-12 15,2 7-10-15,0 0-10 16,0 0-5-16,0 0-5 0,0 0 17 0,-13 32 1 15,6-11-1-15,-4 14 6 0,2 0 2 16,0 5 0-16,-1-2 0 0,2-1 5 0,3-3 5 16,-3 0-4-16,2-8-5 0,2-2-5 15,1-4-4-15,-1-2-1 0,2-1-4 16,-2-1-8-16,4-4-1 0,-1-3-6 0,-3 3 2 16,4-2-9-16,-2-3-4 0,0 1 2 15,2-8-4-15,-3 12-6 0,3-12-21 0,-2 9-27 16,2-9-47-16,-1 8-59 0,1-8-68 15,-4 9-77-15,4-9-64 0,-4 3-120 16,4-3-134-16,0 0-108 0,0 0 70 0,0 0-382 16,0 0-493-16</inkml:trace>
  <inkml:trace contextRef="#ctx0" brushRef="#br0" timeOffset="55423.15">25907 16494 2714 0,'6'-13'-38'0,"-2"3"21"0,2 0 25 0,1-1 25 0,0-3 19 0,2 2 11 0,4-1 12 16,1-1-4-16,-2 2-9 0,0-3-5 0,0 1-8 15,-1 3-22-15,-4 2-21 0,1-2-33 16,0 4-30-16,-3 1-35 0,1 2-38 16,-3-1-42-16,-3 5-54 0,0 0-48 15,2-10-62-15,-2 10-293 0,0 0-126 16</inkml:trace>
  <inkml:trace contextRef="#ctx0" brushRef="#br0" timeOffset="55656.32">25974 16293 1648 0,'0'0'-14'0,"-13"2"22"0,13-2 12 15,0 0 12-15,-12 3 28 0,12-3 40 16,-3 9 24-16,-1-4 8 0,2 5 11 0,-1 2 12 16,3 1 7-16,0 3 8 15,0 1-6-15,0 0-10 0,5 2-2 0,-1 1 1 16,-1 1-12-16,1-4-1 0,4 4-22 15,-5-5-13-15,4-2-10 0,-4 1-9 0,1-1-9 16,0-4-9-16,-1 2-12 0,-1-2-39 16,2-1-40-16,-2 1-44 0,0-3-36 15,0 1-36-15,-2 1-46 0,1-1-59 0,-1-2-82 16,0-6-135-16,0 8-84 0,0-8 61 16,7 8-91-16,-7-8-75 0</inkml:trace>
  <inkml:trace contextRef="#ctx0" brushRef="#br0" timeOffset="56339.84">25424 16196 1500 0,'9'-10'-8'0,"-3"3"40"0,-3 2 17 0,3 0 19 0,-6 5 3 0,3-7 6 16,-3 7-4-16,0 0-4 0,0 0 42 0,0 0 20 15,0 0 23-15,0 0 4 16,-12 28 4-16,4-14 32 0,-11 7-5 0,-3 0 3 15,4 2-2-15,-5 1-6 0,-2-1-8 16,0 2-9-16,-1-1-16 0,1-1-9 16,0 0-14-16,2-3-10 0,0-1-8 0,6-4-9 15,2-3-5-15,4-5-5 0,0 3-3 16,0-4-5-16,4 2-1 0,2-5-2 0,-1 1-2 16,6-4-3-16,-10 9-4 0,10-9-9 15,-8 7-9-15,8-7-8 0,-1 6-4 16,1-6-2-16,0 0-2 0,7 15-6 0,3-11 0 15,3 6-4-15,5 0 0 16,2-3-6-16,1 3-1 0,0-2 0 0,-2 1-2 16,0-1-5-16,-2-2-1 0,-1-1 0 15,-2 0-3-15,-3-2 2 0,0 3-4 0,-4-3 1 16,-7-3 1-16,16 5-1 0,-11-2 0 16,-5-3-2-16,11 5 0 0,-11-5-1 0,11 2-2 15,-11-2-21-15,0 0-31 0,11 5-51 16,-11-5-59-16,0 0-66 0,5 4-77 15,-5-4-95-15,9 5-104 0,-9-5-202 0,7 3 57 16,-7-3-348-16,7 4-470 0</inkml:trace>
  <inkml:trace contextRef="#ctx0" brushRef="#br0" timeOffset="57307.57">26855 16380 2463 0,'0'0'-144'0,"0"0"40"0,9-15 30 0,-9 15 30 0,0 0 28 0,6-11 23 0,-6 11 25 0,3-7 17 16,-3 7 13-16,4-6 3 0,-4 6 2 15,0 0-11-15,0 0 1 0,0 0 32 0,0 0 26 16,0 0 9-16,-9 29 5 0,1-11 6 15,1 3 3-15,-3 10-5 0,1-2-3 16,-1-3-9-16,7-4-8 0,-6 2-5 16,6-3-9-16,-1 0-9 0,-2-1-10 0,5-1-7 15,-3-4-6-15,0 1-7 0,-1-1-7 16,4-1-11-16,-3-2-43 0,0-2-43 16,2-1-43-16,1-1-43 0,1 1-44 0,-2-3-50 15,2-6-43-15,-2 13-85 0,2-13-192 16,0 0 8-16,0 0-150 0,0 0-180 0</inkml:trace>
  <inkml:trace contextRef="#ctx0" brushRef="#br0" timeOffset="57623.28">26859 16583 1864 0,'1'-9'-18'0,"-1"9"31"0,4-12 18 16,0 2 12-16,1-2 15 0,4-3 2 15,2 1 2-15,0-3-9 0,1 0-2 16,4-8-6-16,0 9-5 0,3-6-4 15,-4 7-7-15,0 1-14 0,-5 4-15 0,1 0-18 16,-1 1-17-16,0 2-30 0,-5 1-35 16,1 0-53-16,-6 6-38 0,3-7-59 15,-3 7-284-15,0 0-38 0</inkml:trace>
  <inkml:trace contextRef="#ctx0" brushRef="#br0" timeOffset="57838.47">26845 16519 1381 0,'-2'8'-21'0,"0"2"44"16,2-2 34-16,0 1 27 0,0 1 13 16,0 0 14-16,2-1 4 0,0 3 11 0,-1 1 1 15,6 1 1-15,-3 1-3 0,1-1-2 16,1 0-6-16,-1-2-11 0,4 1-7 16,-4-1-12-16,1-1-15 0,-1 0 3 0,1-2-16 15,-3 2-2-15,4-3-10 0,-3-1-19 16,-1-1-25-16,3 0-35 0,-4 2-37 0,-2-8-36 15,5 11-55-15,-3-7-73 0,-2-4-94 16,4 6-172-16,-4-6-114 0,6 6-111 16</inkml:trace>
  <inkml:trace contextRef="#ctx0" brushRef="#br0" timeOffset="58339.1">27550 16397 1605 0,'2'-5'44'0,"-2"5"24"0,4-9 0 15,-4 9-7-15,0 0-7 0,0 0 21 0,0 0 23 16,0 0 16-16,-29 26 1 0,14-12 2 16,-6 7 10-16,-5 0-1 0,1 0 1 15,-2 1 2-15,0-1 17 0,2-1 10 0,3 0-6 16,4-6-7-16,4-4-6 0,3-2-3 16,0 1-15-16,4-3-8 0,0 0-6 0,0-1-9 15,3 0-2-15,4-5-16 0,-11 7-6 16,11-7-6-16,-3 8-6 0,0-2-7 15,3-6-2-15,-2 10-3 0,2-10-4 16,5 14-8-16,-4-6-3 0,5-1-5 0,-2 2-5 16,1-1-2-16,1 2 1 0,-3-1-5 15,4-1 8-15,-2-2-9 0,1 1-3 16,-2-1 1-16,-4-6-1 0,7 10-5 0,-7-10 3 16,7 6-13-16,-7-6-18 0,7 8-28 15,-7-8-40-15,2 3-35 0,-2-3-50 0,0 0-40 16,5 6-63-16,-5-6-92 0,0 0-145 15,0 0-86-15,0 0 66 0,-1 6-187 16,1-6-211-16</inkml:trace>
  <inkml:trace contextRef="#ctx0" brushRef="#br0" timeOffset="58822.08">27716 16587 1943 0,'-8'-8'-22'0,"8"8"16"0,-3-9 16 0,3 9 15 0,-4-4 9 0,4 4 4 0,0 0 10 0,-6-10 3 0,6 10 3 0,0 0 3 0,-4-7 3 0,4 7 0 15,0 0 10-15,0 0 11 0,0 0-1 16,-4-6 15-16,4 6-3 0,0 0 13 0,0 0 1 16,0 0-10-16,0 0-10 0,0 0-14 15,0 0 2-15,0 0 34 0,0 0 22 0,-21 17 8 16,12-5 1-16,-1 5-3 0,-2 1-9 15,1-1-3-15,2 3-8 0,-5 6-12 16,5-6-6-16,0-3-10 0,0 2-8 16,4-5-9-16,-1 1-7 0,1 1-6 15,-1-3-6-15,4-1-4 0,-4 0-7 0,2-3-3 16,1 1-7-16,-1 0-44 0,-2-2-36 16,5-1-39-16,-1 1-41 0,2-8-36 0,-4 10-31 15,-1-4-27-15,5-6-30 0,-3 8-69 16,3-8-70-16,0 0-137 0,-10 3-24 15,10-3-191-15,0 0-236 0</inkml:trace>
  <inkml:trace contextRef="#ctx0" brushRef="#br0" timeOffset="62188.21">27693 16527 2214 0,'0'-14'54'0,"2"3"29"0,-1 3 30 0,-1 0 16 0,0 8 20 0,0-9 10 0,0 9-5 0,0 0-8 0,0-12-17 0,0 12-11 0,0 0-12 15,0 0 40-15,0 0 18 0,-9 25 10 16,4-7-12-16,-6 11-8 0,0 3 2 0,-2 0-4 15,1-1-3-15,1 2-13 0,4-3-5 16,-3-1-6-16,2-5-8 0,3-5-13 16,1-2-6-16,1-1-8 0,-1 0-10 0,2-5-4 15,-3 2 0-15,3-4 0 16,1 0-3-16,-1-1 2 0,2-8-4 0,0 13 3 0,0-13-10 16,3 7-4-16,-3-7-4 0,0 0-8 15,31-7-5-15,-8 0-6 0,8-9-4 16,3 3-15-16,6-11-11 0,4-1-9 15,-3-2-6-15,2-7-4 0,-2 0-7 0,-3 1 2 16,-3 3 4-16,-9 6 3 0,-3 1-1 16,-1 0 2-16,-8 6-2 0,-2 5 0 15,0 0-11-15,-3 2-13 0,-3 3-23 0,2-1-32 16,-5 3-37-16,3-2-43 0,-6 7-57 16,10-9-65-16,-10 9-41 0,0 0-51 0,0 0-79 15,0 0-152-15,0 0-21 0,0 0 70 16,0 0-263-16,0 0-316 0</inkml:trace>
  <inkml:trace contextRef="#ctx0" brushRef="#br0" timeOffset="62704.99">28455 16535 2236 0,'5'-8'69'0,"-5"8"37"0,0 0 7 0,1-8 4 0,-1 8-10 0,0 0-16 0,0 0 36 0,0 0 29 0,0 0 21 16,0 0 10-16,-40 14 2 0,25-7-1 15,-3 2-2-15,0 2-3 0,-11 1-9 0,4 2-4 16,-1-1-5-16,2 0-5 0,-4-1-12 16,8 0-8-16,0-4-15 0,4 1-13 0,3-1-12 15,2-1-10-15,-1 0-6 16,5-2-12-16,0 0-5 0,3 2-4 0,-3-2-4 15,7-5-8-15,0 12 1 0,0-12-6 16,12 15 0-16,-1-8-8 0,3 2-6 16,7-1-3-16,-2-1-2 0,1 0-6 0,-2 0-1 15,0-2-10-15,-2 0-13 0,0 0-14 16,-1-1-14-16,-3 2-16 0,-3-4-12 0,0 0-12 16,-9-2-14-16,16 6-26 0,-11-4-30 15,-5-2-31-15,10 2-36 0,-10-2-36 16,8 4-38-16,-8-4-40 0,5 7-57 0,-5-7-87 15,-1 8-173-15,1-8 56 16,-7 13-258-16,0-6-327 0</inkml:trace>
  <inkml:trace contextRef="#ctx0" brushRef="#br0" timeOffset="63204.96">28779 16622 2250 0,'2'-15'-6'0,"-2"1"34"0,0 0 22 0,0 1 19 0,2 3 22 0,0 0 16 16,0 1 14-16,-1-1 18 0,-1 2 22 15,2 0-1-15,-2 8-11 0,2-11-16 0,-2 11-19 16,3-6-15-16,-3 6 24 0,0 0 23 15,0 0 5-15,-5 35 3 0,2-12 5 16,-5 8-2-16,3 1-6 0,-5 0-8 0,4 1-7 16,-3 2-6-16,1-6-15 0,1 0-11 15,-3 0-11-15,2-4-5 0,3-3-10 16,-3-2-10-16,2-2-5 0,0-2-35 0,1-1-49 16,-1-1-61-16,3 0-65 0,-4-2-67 15,3 0-47-15,1-2-51 0,1-2-49 0,0-1-72 16,-2-1-143-16,4-6-38 0,0 0 61 15,0 0-188-15,0 0-232 0</inkml:trace>
  <inkml:trace contextRef="#ctx0" brushRef="#br0" timeOffset="63354.88">28726 16891 1943 0,'8'-10'-7'16,"-1"-2"32"-16,3 3 15 0,-1-4 17 16,5-1 14-16,0-2 17 0,8-7 9 0,-1 6-1 15,2-7-2-15,-3 7-13 0,-2 0-10 16,-3 4-8-16,0 1-20 0,-2 1-31 15,-1 1-31-15,-4 3-34 0,1 0-25 0,-4 2-38 16,2 0-31-16,-5 2-36 0,-2 3-37 16,0 0-446-16,0 0-162 0</inkml:trace>
  <inkml:trace contextRef="#ctx0" brushRef="#br0" timeOffset="63522.18">28825 16682 1644 0,'-1'5'-69'15,"1"-5"44"-15,-3 14 41 0,3-8 34 16,3 3 19-16,-3 1 11 0,1 0 3 0,-1 3 0 15,2 3-1-15,2-2-5 0,-2 3-9 16,0 1-6-16,-1-1-5 0,1-1-7 0,2 1-6 16,0-2-2-16,-2-1-4 0,-1-2-27 15,1 0-31-15,3-2-41 0,-3 0-42 16,0-1-69-16,-2-2-85 0,0-7-372 16,1 8-127-16</inkml:trace>
  <inkml:trace contextRef="#ctx0" brushRef="#br0" timeOffset="63771.25">29296 16327 1777 0,'-10'-5'128'0,"10"5"25"0,-14-6 13 16,14 6 13-16,-11 0-4 0,11 0 9 15,-19 8 5-15,10 2 0 0,-4 5-5 0,3 2-10 16,0 4-15-16,-1 8-15 15,5 2-15-15,-1 1-13 0,3-3-10 0,0-6-13 16,2 0-7-16,0-1-45 0,1-3-45 16,-1-1-48-16,0-1-58 0,-1-3-47 0,3-2-48 15,-2 2-50-15,0-6-68 0,1 2-121 16,-1-4-118-16,0-1 47 0,2-5-79 16,0 0-93-16</inkml:trace>
  <inkml:trace contextRef="#ctx0" brushRef="#br0" timeOffset="66137.45">30121 16378 1462 0,'-6'-6'-77'0,"6"6"24"0,0 0 32 0,0 0 30 0,14-14 36 0,-9 9 28 0,5-3 21 16,-1 2 29-16,1-1 16 0,-2 0 16 0,1 0 22 16,-2 1 20-16,1 1 13 0,-4-1-3 15,-4 6-18-15,9-8-28 0,-9 8-11 16,0 0 7-16,0 0 14 0,6 19 9 0,-8 1-8 16,-3 4-11-16,-3 12-12 0,-1 0-12 15,-3 1-15-15,3 2-11 0,-2-3-11 16,2-2-10-16,0 0-9 0,2-5-7 15,-2-3-7-15,0 3-8 0,2-10-4 16,-1-2-28-16,2-5-29 0,0 0-42 0,1 1-60 16,-3-4-59-16,3-1-67 0,-4 0-69 15,2-4-104-15,-2 0-165 0,2-2-49 0,7-2 64 16,-13 2-185-16,13-2-230 0</inkml:trace>
  <inkml:trace contextRef="#ctx0" brushRef="#br0" timeOffset="66320.75">30113 16666 2203 0,'13'-12'61'0,"3"1"21"15,-3-2 13-15,4 1 13 0,8-5 3 0,2-1-10 16,-3 1-8-16,1 3-9 0,-2 2-10 16,-5 1-9-16,-2 1-30 0,2-1-39 0,-5 3-44 15,1 2-51-15,-5 0-64 0,0 0-78 16,-2 3-100-16,-2 1-160 0,-1-4-83 15,-4 6-83-15</inkml:trace>
  <inkml:trace contextRef="#ctx0" brushRef="#br0" timeOffset="66504.32">30357 16535 1599 0,'-5'8'26'0,"1"1"39"0,-2-1 36 16,2 2 19-16,0 1 19 0,-2 1 8 0,5 0 7 15,-1-1 8-15,-2 3-7 0,0 2-18 16,3-1-8-16,1-1-14 0,0-1-16 0,0 3-7 15,0-2 1-15,1-1-14 0,1 1-26 16,2-2-41-16,-2 0-39 0,1 0-46 16,-3-2-53-16,4-1-57 0,-4-1-90 0,0-8-143 15,2 9-117-15,-2-9-95 0,2 7-126 16</inkml:trace>
  <inkml:trace contextRef="#ctx0" brushRef="#br0" timeOffset="67071.56">30477 16104 1651 0,'-7'-9'19'0,"-2"2"33"0,6 1 23 16,-3 2 20-16,6 4 15 0,-5-8 12 0,5 8 10 15,-6-7 3-15,6 7 14 16,0 0-17-16,-3-7 8 0,3 7 3 0,0 0-3 16,0 0-3-16,-4-7-8 0,4 7-7 15,0 0-7-15,0 0-13 0,0 0-6 16,2-11-9-16,-2 11-7 0,0 0-9 0,0 0-11 16,0-8-3-16,0 8-4 0,0 0-5 15,0 0 2-15,0 0-14 0,0 0-6 0,0 0-4 16,0 0-4-16,0-10-3 0,0 10-3 15,0 0-6-15,0 0 0 0,0 0 1 16,0 0-2-16,0 0-2 0,0 0-2 0,0 0 0 16,0 0-1-16,0 0-4 0,0 0 3 15,0 0 0-15,0 0-4 0,0 0 7 0,0 0-3 16,0 0 0-16,0 0-3 16,0 0-1-16,14 17 1 0,-14-17 4 0,6 10-7 15,-4-4 3-15,1 0-4 0,-3-6 2 16,5 16 5-16,-1-6-6 0,-2 4 3 15,0 3 2-15,-1 3-2 0,-1 5 6 0,4 0-8 16,-4 0 5-16,4 14-4 0,-2-3 6 16,-1-6-2-16,-1-3 6 0,0-2-9 0,0-5 0 15,0 1 4-15,0-4-6 0,0 2 4 16,0-5 5-16,0 0-6 0,0-3 5 16,-1 1-5-16,1-2-28 0,0-1-38 15,0 0-47-15,-2-2-43 0,2-7-50 16,0 15-63-16,-2-7-100 0,0-4-236 0,0 2 39 15,2-6 65-15,0 0-78 0,0 0-78 16</inkml:trace>
  <inkml:trace contextRef="#ctx0" brushRef="#br0" timeOffset="67704.35">30893 16473 1538 0,'-7'-12'-29'0,"0"1"6"0,3 3 18 0,-1 2 16 0,-1-2 15 0,4 1 12 0,2 7 12 0,-12-14 8 0,11 8 8 16,-5-1 2-16,2 1 1 0,-1 1 7 15,5 5 4-15,-9-11-5 0,6 7 0 0,3 4 0 16,-8-9-3-16,8 9-2 0,-3-6-8 15,3 6-5-15,0 0-4 0,-8-6-7 0,8 6-1 16,0 0 26-16,0 0 15 0,0 0 9 16,0 0-3-16,22 28-6 0,-8-13-6 15,9 6-4-15,1-1 2 0,3-1-12 0,0 2-9 16,0-1 1-16,0 0-8 16,-4 2-1-16,0-1 0 0,-7 4 7 0,-2 1 6 15,-3 3 14-15,-5-5 20 0,-6 0 6 16,0 3 11-16,-7 8 9 0,-3 0 23 15,-4-2 8-15,-2 0 10 0,-4-6 11 0,1 0 5 16,1-6 2-16,-2 0 2 0,3-6-12 16,0-3 5-16,6-2-12 0,-3-1-5 0,-4 3-17 15,4-5-14-15,-4 2-11 0,3-5-14 16,-2 3-11-16,-2-2-6 0,2 0-20 16,2-3-51-16,-3 2-54 0,6-1-64 15,-1 0-69-15,2 1-78 0,2-3-63 0,9-1-59 16,-16 6-57-16,11-3-89 0,-1 0-151 0,6-3-20 15,0 0 71-15,-8 8-300 16,8-8-398-16</inkml:trace>
  <inkml:trace contextRef="#ctx0" brushRef="#br0" timeOffset="68054.78">29892 17553 2391 0,'-34'-4'-5'0,"6"-1"40"0,-9 0 30 0,9 2 30 0,7-3 38 0,3 5 24 0,5-2 11 0,6 1-5 0,7 2-26 0,0 0-8 15,27-9-18-15,20 7-10 0,27 4-5 16,13 2-11-16,37 3-11 0,1-3-10 0,-1 3-6 15,-2-2-2-15,-2 4-3 0,-5-4-10 16,-2 2-4-16,-2-2-3 0,-27 0-3 0,-8-1-7 16,-4-1-2-16,-10-1 7 0,-13 0-12 15,-13-2 1-15,-11 2-10 0,-4-2 1 16,-5 0-30-16,0 0-38 0,-5 0-42 16,-11 0-47-16,20 0-57 0,-20 0-62 0,7 4-83 15,-7-4-174-15,0 0-53 0,0 0 58 16,0 0-64-16,-25 19-81 0</inkml:trace>
  <inkml:trace contextRef="#ctx0" brushRef="#br0" timeOffset="68670.52">26737 17323 1769 0,'0'0'78'0,"0"0"6"0,0 0 7 0,0 0-3 0,0 0-11 0,0 0-5 0,0 0-11 0,32-22-2 16,11 15-1-16,28-3-1 0,36 3 7 0,15 2 13 15,15 3 2-15,18 7-2 0,12 4-6 16,5 2-6-16,47 7-6 0,-51 0 1 16,-5 1-15-16,-3-2-1 0,-9 1-4 0,-14-1-5 15,-13-3-11-15,-20-5-16 0,-25-1-24 16,-11-4-28-16,-21 0-30 0,-4 0-28 0,-13-2-26 16,-5-2-38-16,-5 0-50 0,-7-2-71 15,-13 2-145-15,9-4-173 0,-9 4-103 16</inkml:trace>
  <inkml:trace contextRef="#ctx0" brushRef="#br0" timeOffset="69020.13">25973 17510 2040 0,'-60'-17'273'0,"18"2"-2"0,11 3-18 15,11 6-25-15,4 0-24 0,5 1-23 0,8 1-15 16,3 4-19-16,0 0-12 16,45-8-17-16,7 6-9 0,22 0-11 0,11 2-9 15,32 2-11-15,7 0-11 0,5 2-20 16,3 4-14-16,1 2-17 0,-4-3-16 15,-5 5-33-15,-6 0-26 0,-10-3-23 0,-29 2-22 16,-8-1-24-16,-10 0-21 0,-16-3-24 16,-7 0-20-16,-9-2 4 0,-10-1 11 0,-4-1-1 15,-5 2-7-15,0-3-36 0,-7 0-45 16,-3-2-86-16,4 3-134 0,-4-3-48 16,2 7-37-16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2:40:14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22662 4763 3172 0,'0'-5'481'0,"0"5"-128"0,0-9-48 0,0 9-30 0,0 0-25 0,0 0-20 0,0 0-7 16,0 0 2-16,0 0 13 0,0 0-7 0,0 0-13 15,-2 26-22-15,2-12-11 0,0 0-32 16,-2 4-17-16,2-1-15 0,-2 0-3 16,0 0-21-16,0 3-8 0,0-5-5 0,1-1-13 15,1 0-7-15,-4-1-10 0,2-1-37 16,0-1-34-16,0 1-36 0,0-4-30 0,1-1-27 16,1-7-30-16,-2 12-31 0,0-7-41 15,2-5-40-15,-5 5-54 0,5-5-37 16,0 0-34-16,0 0-27 0,0 0-35 15,-3-22-42-15,4 8-40 0,3-4-36 0,3-6-504 16,-2-7-534-16</inkml:trace>
  <inkml:trace contextRef="#ctx0" brushRef="#br0" timeOffset="383.47">22673 4648 2696 0,'-1'-18'-78'0,"-3"-1"59"16,-2 4 29-16,0 3 32 0,-1-2 27 16,-3 3 38-16,0-1 17 0,-1 3 10 0,0 5 11 15,-5 0 18-15,1 4 6 0,-6 4 6 16,-7 7 6-16,-5 11 7 0,-5 7 9 15,1 10 9-15,0 3 4 0,1 6-5 0,7 0-6 16,0 7-19-16,11 5-18 0,4-2 2 0,8 4-28 16,12-4 0-16,8 0-13 15,8-5-15-15,8-5 0 0,11-4-24 0,4-6-1 16,3-8-14-16,-1-6 4 0,3-3-20 16,0-8 1-16,-10-4-9 0,2-6 4 15,0-7-6-15,1-4 21 0,7-7 39 0,-3-4 15 16,-2-6 5-16,-4-6-4 0,2-5-4 15,-5-8 4-15,-6-2 3 0,-3-5-7 0,-4-2-10 16,-9-2-8-16,2-6-9 0,-11-2-7 16,-1-3-52-16,-12 4-29 0,-1 4 0 0,-7 7 0 15,-4 3 0-15,-7 7 0 16,-2 3 0-16,-6 5 0 0,-3 7 0 0,0 11 0 16,-1 3 0-16,-4 7 0 0,-1 3-154 15,-8 6-72-15,-5 7-50 0,-2 3-58 0,1 3-71 16,5 2-45-16,3 2-73 0,5 3-90 15,11-6-156-15,1 3 67 0,6 2-570 0,2-3-731 16</inkml:trace>
  <inkml:trace contextRef="#ctx0" brushRef="#br0" timeOffset="1099.58">23680 4761 3552 0,'0'0'66'0,"1"-5"51"0,-1 5 67 0,0 0 52 0,4-7 47 0,-4 7 38 0,0 0 20 16,0 0-6-16,0 0-9 0,0 0-24 16,0 0-27-16,0 0-23 0,0 0 3 15,0 0-12-15,4 17-19 0,-6-1-19 16,0 7-14-16,-2 0-16 0,3 4-16 0,-7 6-10 15,3 4-149-15,-4 0 0 0,4-3 0 16,-3-3 0-16,1 0 0 0,0-6 0 16,0-5 0-16,2-2 0 0,-1-1 0 0,1-5 0 15,-4 3 0-15,5-7 0 0,-1 3 0 16,1-3 0-16,1 0 0 0,-1-2 0 0,-2-1 0 16,6-5-227-16,-6 5-228 0,6-5-86 15,0 0-97-15,0 0-128 0,-8-16-36 0,10 4 88 16,4-9-663-16,6-8-830 0</inkml:trace>
  <inkml:trace contextRef="#ctx0" brushRef="#br0" timeOffset="1316.25">23742 4630 4052 0,'-5'-14'85'0,"-1"5"53"0,3 2 61 0,-1 0 48 15,4 7 43-15,-7-9 23 0,7 9 2 16,-1-6-11-16,1 6-21 0,0 0-25 0,-4-8-23 15,4 8-23-15,0 0-21 0,0 0-21 16,12-7-16-16,-12 7-27 0,17 0-47 0,-17 0-68 16,24 2-88-16,-11 0-85 0,3 1-83 15,1 1-97-15,2 6-103 0,1-2-117 16,6 5-154-16,-4 5-55 0,-6-1 90 16,4 2-569-16,-6 1-711 0</inkml:trace>
  <inkml:trace contextRef="#ctx0" brushRef="#br0" timeOffset="1816.7">23864 5143 3812 0,'-3'0'175'16,"3"0"32"-16,0 0 32 0,0 0 22 0,-11 4 20 15,11-4-3-15,0 0-4 0,0 0-21 16,0 0-26-16,0 0-20 0,0 0-21 15,0 0-17-15,28 2-20 0,-28-2-7 0,0 0-16 16,29-7-14-16,-29 7-11 0,15-4-8 16,-8 2-7-16,1-4-7 0,2 0-2 15,-1-7-5-15,-4 1-7 0,4 0-7 0,-2-1-4 16,0-1-9-16,-1-2-3 0,-1 1-6 16,2 1 2-16,-5 2-9 0,2 2-2 0,-3-2-6 15,-1 5-2-15,0-1-4 0,0 1-2 16,-3 0-4-16,3 7 1 0,-11-7-4 0,8 4-3 15,3 3 4-15,-6-7 0 16,6 7-5-16,-3-5 1 0,3 5 3 0,0 0 9 16,0 0 3-16,0 0 7 0,0 0-13 15,12-7-12-15,-12 7 0 0,20 0 0 0,-20 0 0 16,25 2 0-16,-12-2 0 0,2 5 0 16,-2-2 0-16,1 2 0 0,1 2 0 0,-1 2 0 15,-1 1 0-15,-1 0 0 0,-1 2 0 16,-4 0 0-16,3 0 0 0,-2 2 0 0,-3-1 0 15,5 6 0-15,-7-3 0 0,4-3 0 16,-3 3 0-16,-3-5 0 0,1 3 0 16,2-2 0-16,-2-1 0 0,-2 1 0 0,3 0-279 15,-3-1-166-15,4-1-94 0,-2-4-100 16,2 3-128-16,0-2-28 0,2 0 94 16,-1-2-668-16,3-2-824 0</inkml:trace>
  <inkml:trace contextRef="#ctx0" brushRef="#br0" timeOffset="2232.65">24506 5008 3881 0,'-1'-8'78'0,"-1"-1"47"0,2 9 48 0,-2-7 42 0,2 7 50 0,0 0-4 0,-2-7 1 0,2 7-16 0,0 0-22 0,0 0 4 16,0 0 4-16,0 0-13 0,0 0-11 0,0 0-15 15,0 31-13-15,0-17-24 0,-4-2-12 16,4 2-15-16,-2 1-10 0,-1 0-6 15,-3-1-14-15,2 1-8 0,-4-1-6 16,1 1-6-16,-4-2-5 0,1-1-8 0,-2-2-20 16,-1 3-46-16,-2-1 0 0,-5-2 0 15,4-3 0-15,-2-1 0 0,5-2 0 0,-1-2 0 16,3-4 0-16,11 2 0 0,-14-10 0 16,14-3 0-16,0-3 0 0,3-7 0 0,8-8 0 15,0 0-13-15,3 2-4 0,-1 3-1 16,-1 7 17-16,-1 6 12 0,-3 4 4 15,-3 2 5-15,4 4-17 0,-2 1-3 0,-7 2 0 16,0 0 0-16,18 9 0 0,-11-4 0 16,-2 3 0-16,3-3 0 0,-3 9 0 15,4 0-26-15,-4 0-100 0,3 0-46 0,-5 3-43 16,5-1-39-16,-5-2-50 0,4 1-46 16,-3-4-48-16,-3 3-28 0,1-4-42 0,2 1-16 15,-4-5-16-15,0 2-8 0,0 0-25 16,0-8-633-16,-4 7-631 0</inkml:trace>
  <inkml:trace contextRef="#ctx0" brushRef="#br0" timeOffset="2499.77">24495 5211 3071 0,'0'0'-30'0,"13"-19"72"0,-4 5 63 0,-4 3 53 16,2-2 46-16,-1 2 41 0,0 6 30 0,-2-3 26 15,0 2 34-15,0 0-6 16,-4 6-4-16,5-7 7 0,-5 7-7 0,0 0-9 16,0 0-17-16,0 0-21 0,20 14-27 15,-19-3-21-15,5-2-20 0,-2 1-24 0,-1 2-20 16,3-1-13-16,0 1-68 0,0-2-85 15,-1-1 0-15,3-1 0 0,-3 0 0 0,2 0 0 16,0-3 0-16,-1 0 0 0,-6-5 0 16,13 7 0-16,-7-5 0 0,-6-2 0 15,0 0 0-15,0 0 0 0,26-12 0 0,-18 1 0 16,0-2 0-16,1-3 0 0,5-13 0 16,1 3-232-16,0-5-33 0,6-8-26 0,0 0-47 15,-2-1-56-15,-2 10-57 16,-1 2-69-16,-3 3-81 0,-3 6-144 0,-1 3 61 15,-4 3-564-15,5 1-710 0</inkml:trace>
  <inkml:trace contextRef="#ctx0" brushRef="#br0" timeOffset="2899.83">25026 5020 3391 0,'0'0'33'0,"-1"7"55"0,1-7 45 0,0 0 49 0,-4 9 37 16,4-9 21-16,0 0 0 0,4 10-34 16,-4-10-13-16,8 8-14 0,-2-4-18 15,-6-4-22-15,12 3-12 0,-3 2-18 16,-9-5-4-16,18 2-10 0,-9 0-9 0,-9-2-15 16,22-4 6-16,-13 1-15 0,-9 3-7 15,18-5-4-15,-9 0 0 0,-3-2 8 0,2 2 5 16,-5-2 5-16,3 0-4 0,-4 0-1 15,-2 7-9-15,-2-10-10 0,2 10 1 16,-11-7-3-16,11 7-10 0,-20 0-4 0,20 0-4 16,-26 4-2-16,11 1 3 0,-3 1-10 15,3 5-2-15,-2 1-3 0,-4 7 4 16,-1-2-3-16,6-2 18 0,3 2-22 16,3-2 2-16,0-3 0 0,3 1-5 0,3 1 3 15,3-2-4-15,-1-3-23 0,5 3-17 16,1-2-45-16,2-3-48 0,5 5-45 0,3-4-63 15,0-3-63-15,9 0-66 0,1-2-60 16,0-1-75-16,3-2-88 0,4-3-58 0,7-4 50 16,-2-2-417-16,0-3-488 0</inkml:trace>
  <inkml:trace contextRef="#ctx0" brushRef="#br0" timeOffset="3249.96">25610 4938 2622 0,'10'-13'-65'0,"-5"4"55"16,1-1 52-16,-3 3 48 0,0 2 39 15,-1-3 24-15,-2 8 18 0,-5-8 8 0,5 8 9 16,-9-7 4-16,9 7 9 0,-16 0 3 16,16 0-3-16,-29 7-6 0,9 1-16 0,3 2-9 15,-2 0-19-15,4 1-13 0,0 3-15 16,3 1-12-16,1 1-8 0,5-3-15 0,3 1-5 16,1 0 7-16,0-2 3 0,2 2 22 15,2-1 29-15,-2-1 30 0,2 2 29 0,0 1 14 16,-1-1 16-16,3 1 1 0,-2 1 1 15,-2-2 6-15,2-2 12 0,-2 1-2 16,-2-2-181-16,0 1-70 0,-2 0 0 16,1-1 0-16,-5-1 0 0,2-2 0 0,-2 3 0 15,-3-1 0-15,3-3 0 0,-3 0 0 16,0-2 0-16,1-2 0 0,-3 1 0 16,-3-3 0-16,3-1 0 0,0-1 0 0,-1-1 0 15,1-5 0-15,1-2 0 0,3-5 0 16,5-1-410-16,1-3-352 0,5 1-154 0,3-4 64 15,6 3 94-15,10-1-770 0,6 2-973 16</inkml:trace>
  <inkml:trace contextRef="#ctx0" brushRef="#br0" timeOffset="3851.37">25804 4989 4454 0,'6'-6'39'15,"-4"0"52"-15,0 2 52 0,-2 4 30 16,0 0 26-16,0 0 2 0,1-9-8 0,-1 9-9 15,0 0-17-15,0 0-11 0,0 0-5 16,0 0-15-16,0 0-6 0,-3 25-6 16,-1-16-9-16,0 0-11 0,-3 1-9 0,0 2-11 15,-5 0-4-15,2 0-8 0,-2-2-7 16,-1 4-4-16,-1-2-15 0,-4-2-2 0,1 0-34 16,0 1-17-16,-1-5-1 15,7 2 2-15,2-4 1 0,1-1 4 0,8-3 4 16,0 0 0-16,0 0 18 0,-11-15 11 15,11 15 12-15,5-17 0 0,1 9 7 0,2-1 2 16,-1 2-2-16,1 0-7 0,1 3-1 16,1 0-9-16,3 0-1 0,1-1-8 0,1 4-1 15,1 1-3-15,-2 0-16 0,4 0-23 16,-2 1-8-16,6 1-9 0,-3 1-11 0,0-3-5 16,2 2-13-16,-2 0 8 0,2-2 8 15,-2-2 9-15,-1 0-10 0,4-4 2 16,-1-1-1-16,-3-2 2 0,13-6 1 15,-4-4-2-15,-1-3-2 0,5-9-12 0,1-5 7 16,1-7 7-16,-1-3 3 0,0-4 7 16,2-3 3-16,-9-1 3 0,0 4 9 15,-3 9 15-15,-11 10 7 0,-8 6-1 0,-3 8 8 16,-3 6 13-16,-7 6-1 0,-1 5 15 16,-8 2 5-16,-13 10 1 0,-4 13-5 0,1 8-1 15,5 3-4-15,1 7-3 0,8 2 7 16,2 3-5-16,9-9-9 0,5 4 4 0,-1-1-3 15,3 1-4-15,3-3 5 16,0-2-1-16,2 0 21 0,-1 0 19 0,3-3-8 16,-2-6 2-16,2-10-9 0,-1 5-6 0,5-5-6 15,-5-3 3-15,4-1-13 0,0-1-33 16,-1-2-41-16,-1-1-58 0,1-1-54 16,-2 0-66-16,-2-3-93 0,2 1-112 0,-4-1-120 15,-4 2-198-15,1-2 18 0,-9 1 67 16,-1-1-565-16,-9 0-694 0</inkml:trace>
  <inkml:trace contextRef="#ctx0" brushRef="#br0" timeOffset="4916">22186 6059 3824 0,'-33'6'239'0,"33"-6"11"16,0 0 13-16,-10-4 10 0,10 4-4 0,0 0-15 0,0 0-13 0,0 0-25 0,35-4-12 15,-18 8-24-15,0 2-12 0,2 4-25 16,0 0-13-16,-1-1-26 0,-3 4-14 0,-1 1-10 16,-3-4-10-16,-6 6-7 15,1-1-7-15,-6 0-4 0,-6 6-1 0,-1-1 16 16,-9 6 12-16,-1 0 0 0,4-3 13 15,2-3 11-15,-3-5 2 0,4-1-8 0,1-2-10 16,4-2-8-16,1-1-7 0,-3 0-6 16,7-2-21-16,-1-3-45 0,1-4 0 0,1 7 0 15,-1-7 0-15,14 2 0 0,-14-2-28 16,27-10-73-16,-3-5-25 0,5-4-29 0,-1-3-27 16,9-7-23-16,1-2-15 0,-2-6 1 15,0-2-11-15,-2-3-3 0,1 0 5 0,-2 3 12 16,-9-4 15-16,-1 6 33 15,-5 6 14-15,-7 2 23 0,-6 7 26 0,-3 1 21 16,-2 4 20-16,-5 4 14 0,-5 1 18 16,-5 1 15-16,-8 6 6 0,-3 5 15 0,-21 7 20 15,-12 8 17-15,-5 10 18 0,-20 12 27 16,-6 9 19-16,2 10 27 0,1 4 26 0,5 5 8 16,7 3 2-16,11 1-8 0,13 5-12 15,8-5-17-15,18-13-5 0,12-2-11 16,10-9-16-16,6-4-11 0,12 5-5 0,8-6-6 15,8-6-16-15,-3-12-13 0,12-1-8 16,-1-9-13-16,3-5-5 0,2-6-2 0,-1-6 5 16,13-5-5-16,1-6-5 0,-2-5 1 15,0-8-1-15,0-6 2 0,-5-4 11 16,9-16 4-16,-1 0 7 0,-9-3 7 16,-13 6-1-16,4-15 0 0,-13 10-6 0,-7 1-1 15,-6-1-11-15,-3 3-1 0,-11 11-6 16,-1 5-3-16,-11 3-7 0,-5 8-5 0,-17 0-41 15,0 10-44-15,-6 7-43 0,-8 4-59 16,-15 8-71-16,-2 6-103 0,-3 3-106 0,-5 7-116 16,5 1-182-16,-3 5 20 0,9 3 89 15,2 2-547-15,3-2-663 0</inkml:trace>
  <inkml:trace contextRef="#ctx0" brushRef="#br0" timeOffset="8298.78">23583 6268 3337 0,'0'0'31'0,"0"0"40"0,11 0 33 0,-11 0 42 0,0 0 32 0,0 0 23 0,0 0 6 16,0 0-5-16,0 0-8 0,0 0-8 15,0 0-12-15,14-2-19 0,-14 2-9 16,0 0-15-16,11 0-12 0,-11 0-4 15,0 0 4-15,5-5-10 0,-5 5-9 0,6-4-13 16,-6 4-2-16,0-8-1 0,0 8-11 16,0-10-10-16,0 10-7 0,-8-8-7 0,5 2-4 15,-7 3-12-15,-2 1 0 0,-1-1-8 16,-1 3 3-16,-2 3-5 0,-4-1-1 0,4 1-1 16,-5 4-5-16,6 0-3 0,-3 0-3 15,5 0 3-15,-2 6 0 0,5-4-6 16,0 4-1-16,5-2 8 0,-1 5-10 0,4-1 9 15,2 1-2-15,4 1-2 0,2 4 3 16,-3 1 7-16,9 5-3 0,-1 1 5 16,1-1 18-16,-2-7 18 0,-5 0 19 15,1-3 14-15,-3-3 19 0,-1 1 21 0,-2-1 9 16,0-1 6-16,-2 1-1 0,-1 2-4 16,-3-3-10-16,-1-1-87 0,-3-1-43 0,0 1 0 15,-3-2 0-15,1 0 0 0,-1-1 0 16,2-3 0-16,-4 0 0 0,4-3 0 0,-1-1 0 15,12-2 0-15,-25-4 0 0,14 1 0 16,-1-2 0-16,-1-2 0 0,3-2-83 0,5 3-270 16,-4-3-92-16,8 0-109 0,-3 1-105 15,6 1-153-15,1-1 44 0,2 0 90 16,4 2-628-16,2-3-763 0</inkml:trace>
  <inkml:trace contextRef="#ctx0" brushRef="#br0" timeOffset="8948.61">23704 6555 3830 0,'0'0'53'0,"10"-6"38"0,-10 6 32 16,0 0 21-16,10 0 14 0,-10 0-1 0,11 0-6 0,-11 0-15 0,17 0-10 0,-17 0-8 0,21 2-15 16,-7-2-8-16,-1 2-8 15,-13-2-11-15,25 0-6 0,-12-2-6 0,0 2-8 0,0-2-4 16,1 2-7-16,-3-3-3 15,-11 3-4-15,22-5-2 0,-13 0-4 0,-2 0 0 16,0 2 3-16,-7 3-1 0,11-8 3 16,-8 2-9-16,-3 6-1 0,0 0-2 0,0 0-1 15,0 0-4-15,0 0-1 0,-44 6-8 16,18 10 6-16,1 5 2 0,-2-3-8 16,2 5-3-16,4-2 0 0,3 2-3 0,0 0-12 15,9-3-8-15,3-3-9 0,3-1-13 16,1-2-9-16,4-3 5 0,3 3-3 0,5-2 0 15,1-3 7-15,4 1 2 16,5-3 2-16,-2-2 6 0,2-3-2 0,1-2 15 16,5-3 13-16,9-5 12 0,-1 0 16 15,-2-3 4-15,-1 0 17 0,-4-5 4 0,-3 1-1 16,1-4-6-16,-2-5-2 0,-2 0-6 16,-1-5-4-16,1 2-4 0,4-10 1 0,-3 10-6 15,-4 4 2-15,0-2-8 0,-5 8-2 16,-3 3-1-16,-3 2 1 0,1 3 8 0,-3 1 4 15,1 1 0-15,0 2 11 0,2 2 9 16,-8 3 7-16,12-4 11 0,-12 4-3 0,0 0 14 16,24 9 6-16,-17-3-18 0,-2 3 8 15,6 3 0-15,-6 0-3 0,3 3 18 16,-5 2 14-16,1-1 13 0,1 3 20 16,-5-1 18-16,-2 1 14 0,-5 3 12 15,0-3-80-15,-6 6-99 0,-3-1 0 0,0-3 0 16,0-3 0-16,-1-4 0 0,-2 3 0 15,-1-3 0-15,0-4 0 0,4-1 0 0,2-4 0 16,-2 0 0-16,3-4 0 0,1 1 0 16,-1-4 0-16,1-3 0 0,3-1 0 0,1-5 0 15,3-4-451-15,3-4-92 0,8-3-70 16,3-9-67-16,8 0-123 0,10-3 52 16,-3 10-728-16,7 1-928 0</inkml:trace>
  <inkml:trace contextRef="#ctx0" brushRef="#br0" timeOffset="9414.73">24451 6500 3732 0,'0'0'-101'0,"-6"12"76"0,5-4 64 0,-3 1 60 0,0 1 42 0,0 0 23 0,3 0 11 0,-3-1 2 0,0 1 10 16,1 2 1-16,3-4-8 0,0 1 0 0,0 1-5 16,0-2-7-16,0 1-14 0,3-3-12 15,1 0-7-15,-4-6-16 0,7 12-11 16,-3-7-7-16,-4-5-13 0,7 7-4 0,-7-7-7 15,0 0-7-15,12 1-13 16,-12-1-1-16,0 0-8 0,13-15-8 0,-7 3-7 0,-1-1 1 16,2-3-11-16,-3-4 1 15,-1-3-8-15,3 2-6 0,-4 2 1 0,0 4-1 16,-2 0-7-16,0 3-6 0,0 1-10 16,-4 3-10-16,-2 1-7 0,3 2-6 0,-5 3-5 15,8 2-12-15,-14 0-2 0,14 0 1 16,0 0 2-16,0 0 6 0,0 0 2 0,0 0 10 15,0 0 3-15,0 0 3 0,0 0 2 16,27 7 3-16,-11-4 7 0,-1 1 12 16,2 1 12-16,-2 2 15 0,1 0 19 0,-2 3 14 15,0 2 19-15,-4 0 12 0,-3 1 10 16,-2 5-10-16,-3-3 4 0,2 3 13 16,-1 1 2-16,-3-2-10 0,-3 1-8 0,1 2-9 15,-2 2-9-15,3-4-2 0,-1 0-8 16,0 0-9-16,-2 0-5 0,2-5-36 0,2 1-47 15,0-6-53-15,0 3-58 0,0-3-64 16,0-1-69-16,0 0-85 0,6-2-92 16,-6-5-87-16,14 3-135 0,-3-6-28 0,5 0 58 15,8-3-533-15,8-2-649 0</inkml:trace>
  <inkml:trace contextRef="#ctx0" brushRef="#br0" timeOffset="10247.44">25114 6512 3092 0,'-7'-7'22'0,"-4"2"65"0,-1 3 44 0,1 2 36 0,11 0 29 0,-23 5 10 0,12 0 1 0,-5 2-7 0,-1 4-17 16,1 2-15-16,4 3-13 0,-2-3-16 0,3 5-13 15,1-3-11-15,-4 3-18 0,11-5-8 16,-1 3-10-16,2-4-32 0,2 1-39 0,2-1-35 15,4 0-44-15,-1-3-52 16,5-1-48-16,1-2-35 0,1-3-30 0,1-1-16 16,4-4-28-16,4-1-22 0,12-9-22 15,-1-4 0-15,10-11 23 0,-4-2 27 0,6-6 24 16,-2-7 34-16,11-19 34 0,2-2 27 16,4-11 26-16,1-7 42 0,-1 1 44 0,-2 3 25 15,-5 4 22-15,-11 11 12 0,-16 17 23 16,-8 12 14-16,-11 8 10 0,-6 4 14 0,0 4 16 15,-6 5 13-15,-2 0 6 0,-3 3 12 16,-2 4 14-16,1 2 19 0,0 3 18 16,-6 3 6-16,-3 2 2 0,2 6 2 0,-9 7-10 15,-7 10-9-15,10-3-14 0,-5 11-15 16,1 4-13-16,4 1-10 0,4 3-8 16,6 3-6-16,3-8-13 0,5-3-4 15,3 5-14-15,2-8-6 0,4-2-16 0,2-6-16 16,0 0-13-16,-1-3-18 0,6-1 4 15,-2-4 0-15,0-5 2 0,5-2 1 0,-2 1 8 16,-1-7 15-16,3 2 9 0,-1-5 10 16,-2 1 8-16,3 0 5 0,-2-1 13 0,-1-1 11 15,-9 0-1-15,15 4-7 0,-15-4-4 16,13 3 1-16,-9 3 8 0,3-1-4 0,-7-5-4 16,1 15-3-16,1-8-8 0,2 1 1 15,-2-1-8-15,0 2-8 0,-1-2 1 16,1-1-11-16,4 0 1 0,-6-6 2 15,8 11 0-15,0-7 0 0,-8-4-1 0,18 2 6 16,-4-2-5-16,-14 0-4 0,27-4 4 16,-14 2-2-16,1-1 5 0,-2 1 13 15,0 1 6-15,-12 1 3 0,19-3 5 0,-19 3-4 16,18-2-1-16,-18 2-1 0,12 2-1 16,-12-2-9-16,13 1-7 0,-13-1-4 0,12 5-7 15,-6 0-2-15,-6-5-3 0,14 7-3 16,-9-2-3-16,5-1-2 0,-5 2-9 0,2-2-4 15,4 1 0-15,0 0 0 16,-2-2 3-16,-1 1-2 0,2 0 5 0,-10-4 8 16,12 6 4-16,-3 0 7 0,-4-3 4 15,-5-3 3-15,11 8-3 0,-5-4-2 0,-6-4 0 16,6 6-4-16,-6-6-2 0,8 5-4 16,-8-5-3-16,0 0-17 0,5 7-34 0,-5-7-42 15,0 0-61-15,-3 5-52 0,3-5-65 16,-11 4-92-16,0-2-104 0,-2 0-129 0,-2 0-215 15,-4 0 35-15,-6 0 78 0,-1 1-605 16,-10 2-736-16</inkml:trace>
  <inkml:trace contextRef="#ctx0" brushRef="#br0" timeOffset="11097.2">22062 7349 3395 0,'0'0'117'0,"0"0"45"0,0 0 17 0,0 0 8 0,0 0 1 0,0 0-6 16,0 0-10-16,0 0-19 0,11-2-16 0,-11 2-11 0,7 3-9 16,2 3-15-16,-6-1-8 15,7 0-11-15,-1 3-7 0,-3-3-11 0,4 5-12 16,-5-4-12-16,1 2-2 0,-3-1-6 15,4 3-2-15,-5-2-2 0,0 0-3 0,-2 1-1 16,-6 1-1-16,-1 2-7 0,-2 5 1 16,-2-1-3-16,-1-1 1 0,3 1 3 0,0-1-2 15,-2-3 4-15,6-2 9 16,-1 1 15-16,5-1 16 0,-1-2 11 0,0 1 17 0,2-1 8 16,0-8 25-16,2 17 10 0,0-9 10 15,-2-2 11-15,1 1-1 0,1 1-2 0,-2-2-2 16,2 2-5-16,-2-2-4 15,0-6-4-15,2 10-2 0,-2-10-2 0,0 9-9 16,0-9-86-16,2 7-36 0,-2-7 0 16,0 0 0-16,0 0 0 0,-2 9 0 0,2-9 0 15,0 0 0-15,-15 3 0 0,15-3 0 16,0 0 0-16,-21-11 0 0,12 1-12 0,0-2-345 16,-2-7-96-16,6-2-95 0,-4-10-105 15,4 4-143-15,1-7 11 0,4-4 93 0,4 1-633 16,2-6-781-16</inkml:trace>
  <inkml:trace contextRef="#ctx0" brushRef="#br0" timeOffset="11430.67">22046 6967 3634 0,'-9'-9'-29'0,"-7"5"37"16,0 6 48-16,-13 9 51 0,-3 7 31 16,-15 15 23-16,0 8 14 0,-15 22 11 0,-3 7 9 15,2 12 2-15,-1 4-5 0,10 3-13 16,4-5-14-16,12 1-10 0,11-4-17 0,15-16-10 15,12-5-13-15,12-3-12 0,9-5-6 16,7-3-13-16,11-9-7 0,3-4-4 0,4-8-8 16,5-10-8-16,2-3 2 15,4-10-10-15,-5-7-3 0,9-8-1 0,4-7 17 16,-1-3 14-16,-3-3 19 0,15-14 23 16,-3-4 19-16,-19 4 10 0,-5-4 19 0,2-16 6 15,-13 8-9-15,-5-5-6 0,-7-2-17 16,-6-6-37-16,-9-2-103 0,-7-4 0 0,-10 2 0 15,-9 3 0-15,-4 8 0 0,-10 6 0 16,-5 3 0-16,-7 14 0 0,-9 10 0 0,-8 10-27 16,8 10-266-16,-22 8-94 0,0 8-114 15,-24 8-101-15,8 7-153 0,2 5-50 16,2 1 87-16,7 6-678 0,18-11-847 0</inkml:trace>
  <inkml:trace contextRef="#ctx0" brushRef="#br0" timeOffset="11899">23310 7572 3735 0,'2'-16'152'0,"0"3"52"0,-2 2 28 0,0 3 21 0,0 1 6 0,0 1 1 0,0 6-22 0,0 0-25 0,0 0 24 15,0 0 1-15,-10 20-15 0,5-1-18 16,-5 13-21-16,-1 2-19 0,0 2-16 16,0 2-16-16,0 0-14 0,-3-2-36 15,3-2-38-15,-3-3-42 0,2-2-41 0,-1-2-41 16,2-4-48-16,2-6-51 0,4-2-65 15,-1-3-77-15,0-2-76 0,4-4-70 0,-2-2-74 16,4-4-156-16,0 0 36 0,0 0 83 16,23-11-447-16,-10-3-498 0</inkml:trace>
  <inkml:trace contextRef="#ctx0" brushRef="#br0" timeOffset="12064.29">23323 7471 2953 0,'-4'-13'112'16,"2"4"62"-16,1 0 36 0,-1 1 23 15,2 8 10-15,-2-10-13 0,2 10-19 16,5-10-25-16,3 4-14 0,0 0-20 0,3-1-21 16,5 3-49-16,-1-2-55 0,0 2-62 15,2 2-83-15,2-1-70 0,-4 3-75 0,3 0-77 16,0 3-95-16,2-1-157 0,-5 5 43 16,0 4-334-16,-2 2-366 0</inkml:trace>
  <inkml:trace contextRef="#ctx0" brushRef="#br0" timeOffset="12247.15">23011 7970 2779 0,'-20'7'224'0,"7"-2"28"0,2-1 26 0,3-1 22 16,8-3 1-16,-15 1-12 0,15-1-30 16,-5 3-26-16,5-3-22 0,0 0-42 0,0 0-60 15,0 0-77-15,0 0-82 0,52-4-108 16,-23 1-107-16,8-5-107 0,3-2-114 15,10-4-136-15,-2 0 40 0,4-1-405 0,0 0-463 16</inkml:trace>
  <inkml:trace contextRef="#ctx0" brushRef="#br0" timeOffset="12630.99">23656 7769 2731 0,'7'-5'64'0,"-7"5"48"0,0 0 39 15,0 0 33-15,0 0 42 0,0 0 21 0,0 0 1 16,0 0-7-16,-12 18-15 0,6-7-4 15,3-2-16-15,-5 3-13 0,2 1-15 0,-2-1-15 16,3-1-9-16,-1 4-16 0,1-5-9 16,-2 0 0-16,4-1-9 0,-1 0 4 0,0-1 3 15,2-3 9-15,1 2-5 0,1-7-1 16,-4 9-4-16,4-9-7 0,-4 8-12 16,4-8-6-16,0 0-8 0,0 0-14 0,0 0-7 15,0 0-5-15,33-21-12 0,-10 1-11 16,4-4-4-16,10-3-14 0,-3-2-10 15,-5 6 7-15,-2 2-9 0,-1 4-1 0,-7 8-1 16,-1 0-2-16,-7 4-3 0,0 2 1 16,-3 3 1-16,-8 0 7 0,17 6 2 0,-12 2-1 15,-1 1 0-15,1 3-2 0,-3 0-3 16,-1-1-3-16,-1 6-2 0,0-4 4 16,0 0-24-16,0 4-29 0,-1 1-20 0,-1-3-10 15,0 4-43-15,2-6-43 0,-3 0-67 16,3-2-89-16,3-1-77 0,-3-2-71 0,4-3-118 15,-1 1-155-15,6-2 35 0,2-2 83 16,5-2-535-16,7 0-619 0</inkml:trace>
  <inkml:trace contextRef="#ctx0" brushRef="#br0" timeOffset="13014.13">24510 7611 3103 0,'-4'-5'-27'0,"1"1"37"15,3 4 23-15,-8-5 18 0,8 5 18 0,0 0 25 0,0 0 13 0,-26 9 18 0,14-4 8 0,-1 4 6 0,1-1 6 0,-1 1 6 16,0-1-7-16,0 3-7 0,-1 1-11 16,3 1-11-16,1 1-14 0,0-2-10 0,7 3-8 15,-3-1-9-15,4-1-2 0,4 2 3 16,2 0 15-16,1 4-2 0,5-5-2 15,-4-1 4-15,2 0 10 0,-1 2 17 0,-2-3 15 16,4 0 11-16,-4 0 16 0,-1-2 19 16,2 1 12-16,-5-5 12 0,-1 1 5 0,2 2 2 15,0-2-3-15,0 1-6 0,-2-8-19 16,-6 10-10-16,5-5-26 0,1-5-11 0,-12 10-122 16,2-8-12-16,10-2 0 0,-16 4 0 15,2-4 0-15,14 0 0 0,-22-4 0 16,8 2 0-16,1-4-69 0,1-3-219 15,1-1-97-15,3-2-117 0,3-4-129 0,2-1-213 16,8-2 63-16,-2 3 100 0,3-1-683 16,1 0-818-16</inkml:trace>
  <inkml:trace contextRef="#ctx0" brushRef="#br0" timeOffset="13664.49">24686 7788 3654 0,'0'0'91'15,"0"0"71"-15,0 0 54 0,0 0 40 16,0 0 20-16,0 0 12 0,0 0-8 16,0 0 2-16,0 0-6 0,0 0-13 0,0 0-22 15,0 0-24-15,0 0-24 0,7 5-16 16,5-5-21-16,-12 0-12 0,25-3-17 0,-12 3-11 16,1-2-17-16,-3 0-9 0,0-2-10 15,1 3-9-15,-5-2-6 0,3 0-7 16,-10 3-5-16,12-2-10 0,-12 2-11 0,5-4-10 15,-5 4-10-15,0 0-10 0,0 0-7 16,-25 9-6-16,9-3-7 0,-2 5-6 0,-11 6-6 16,4 2-2-16,0 0-3 0,0 1-3 15,5 0-1-15,4-4 0 0,5 1-1 16,2-5 5-16,1 2 9 0,2-1-4 16,4 2 4-16,1-3 9 0,2-1 1 0,1 0 15 15,6-2 10-15,-2-3 4 0,5 0 9 16,0-2-8-16,7 2 5 0,-2-4 3 0,4-1 4 15,-1-2 20-15,0-1 3 0,0-2 5 16,2-2-1-16,-2-2 6 0,-2-1 6 0,8-7 0 16,-1-1-8-16,0-3-19 0,-3-2-38 15,-2 0 0-15,0 0 0 0,-5 1 0 0,-3 6 0 16,-4 1 0-16,0 1 0 0,0 1 0 16,-3 3 0-16,-3 1 0 0,1 2 0 0,-2 6 0 15,-2-8 0-15,2 8-29 16,-5-4-32-16,5 4-4 0,0 0-14 0,0 0-11 15,-18 2 5-15,18-2 15 0,0 0 1 16,0 0 15-16,0 0 3 0,0 0 3 0,0 0-2 16,29 10 13-16,-18-6-1 0,3-2 25 15,-3 4 22-15,3-1 9 0,-3 4 14 0,0-1 17 16,1 3 12-16,-5-1-1 0,-1 2-17 16,-1 2 8-16,2 1-5 0,-5 1-8 0,0-1 1 15,0 0-8-15,-2 1-1 0,-2 0-13 16,2 2-27-16,-2-5-25 0,2-1-21 0,0 2-46 15,-2-1-41-15,2-3-44 0,0-1-44 16,0-1-58-16,0 1-72 0,0-4-81 16,0-5-108-16,0 10-170 0,0-10 12 15,2 5 87-15,-2-5-543 0,0 0-629 0</inkml:trace>
  <inkml:trace contextRef="#ctx0" brushRef="#br0" timeOffset="14230.76">25953 6977 3067 0,'8'-23'45'0,"-3"5"90"0,-3 3 41 0,1 3 27 0,-1 5 15 0,-2 0-1 15,0 7 36-15,0 0 29 16,-31 26 39-16,2 13 3 0,-5 12-3 0,-8 21-2 16,-4 8-13-16,4 7-11 0,-1 8-24 15,5-4-24-15,1 0-22 0,1-4-24 0,3-4-20 16,10-19-38-16,3-4-35 0,-3 1-37 15,2-3-35-15,2-5-29 0,0-4-33 0,-1-6-34 16,7-9-24-16,-2-5-27 0,2-4-7 16,2-6-15-16,0-3-9 0,6-6-1 0,-2-2-8 15,3-2 1-15,-3-3 2 0,7-3 7 16,0 0 12-16,0 0 8 0,-13-19 8 0,13 2 8 16,2-7 12-16,2-13 11 0,2-5 7 15,2 1 9-15,-4 1 11 0,-3 7 14 16,3 5 17-16,-2 7 21 0,-2 4 15 15,0 4 4-15,0 0 2 0,0 4-2 0,2 0 1 16,-4 2 13-16,2 0 10 0,0 7 4 16,-2-8-3-16,2 8 2 0,2-7 15 0,-2 7 10 15,11-5 12-15,1 0-6 0,1 4 0 16,6-4-3-16,4-1-6 0,1 2-6 0,1 1-3 16,11-4 10-16,-7 2-5 0,-4 5 20 15,-6-2 3-15,0 0 13 0,-2 6 8 0,-4-3 10 16,1 8 17-16,-3-1 8 15,1 3 8-15,-6 2 1 0,-2 4-7 0,-3 1-10 16,-1 2-13-16,-1 2-39 0,-3 2-80 0,-3 5 0 16,0-3 0-16,1-6 0 0,5-2 0 15,-3-1 0-15,-2-7 0 0,3 4 0 16,-1-3 0-16,-1 2 0 0,2-2-207 0,-1-3-90 16,0-1-102-16,2-3-113 0,2-4-125 15,0 0-162-15,0 0 34 0,0 0 84 16,0 0-643-16,0 0-782 0</inkml:trace>
  <inkml:trace contextRef="#ctx0" brushRef="#br0" timeOffset="14380.76">25885 7736 3379 0,'3'-12'-28'0,"1"3"82"0,-2 0 68 0,-2 2 47 0,0 1 27 0,0 6 19 16,0-8 0-16,0 8-16 0,0-7-20 0,0 7-18 15,0 0-37-15,0-7-51 0,0 7-68 16,0 0-92-16,0 0-103 0,0 0-89 0,0 0-147 15,0 0-189-15,0 0 39 0,11 18 73 16,-9-10-309-16,-2 2-299 0</inkml:trace>
  <inkml:trace contextRef="#ctx0" brushRef="#br0" timeOffset="15013.78">26081 7970 2243 0,'0'0'175'0,"-19"-4"69"0,5 6 36 16,1 0 37-16,-2 2 33 0,-2 0 22 16,-2 4 6-16,-1-1-9 0,4 3-15 0,-2 2-18 15,3-3-23-15,1 3-26 0,3 2-21 16,4-3-21-16,-1 3-24 0,4-3-23 0,0 1-20 16,2-2-20-16,2 1-12 0,2-3-16 15,4 3-17-15,-3-3-19 0,8 0-20 0,-4-1-20 16,2-1-11-16,1-3-7 0,1-1-4 15,2-1-6-15,-13-1-1 0,24-3 2 0,-11-2-5 16,0-4-3-16,3-3-17 16,-3-1 5-16,0-4-4 0,-3-2 1 0,-1-1-5 15,0 2 1-15,0-3 0 0,-5 0-4 16,-3 5-3-16,1-1-1 0,-4 1-1 0,1 1 0 16,-1 3 3-16,-7-2-1 0,6 5-3 15,-5 1 2-15,1 2 0 0,-2 0-1 0,0 4 2 16,0 0 9-16,9 2-1 0,-19 4 1 15,9-1 1-15,1 4 1 0,1 1 1 0,1-1-3 16,1 3 5-16,0-2-4 0,3 2 1 16,1 1 0-16,2-3 4 0,2 2-2 0,1-2 0 15,5 1 8-15,1 2 5 0,5-2 10 16,3-4-5-16,4 3-24 0,2-4 0 16,2 2 0-16,2-2 0 0,-2-1 0 15,0-1 0-15,4-2 0 0,-8 2 0 0,2-2 0 16,-2 3 0-16,-7-2 0 0,0 3 0 15,0-3 0-15,1 6 0 0,-1-1 0 0,-3 2 0 16,0-1 0-16,-3 3 0 0,0-2 0 16,-3 2 0-16,3-2 0 0,-5 2 0 0,4-1 0 15,-3 0 0-15,-1-1 0 0,5-1 0 16,-7 0 0-16,5 0 0 0,-1-1 0 0,-2-2 0 16,1 1 0-16,2-2 0 0,-6-3 0 15,9 6 0-15,-4-1 0 0,-5-5 0 16,12 3 0-16,-8 1 0 0,-4-4-86 15,6 5-557-15,-6-5-127 0,-2 11-127 0,-6-7 95 16,-4 6-896-16,-4-2-1133 0</inkml:trace>
  <inkml:trace contextRef="#ctx0" brushRef="#br0" timeOffset="15680.06">21800 8448 4589 0,'0'0'-12'0,"0"0"59"0,0 0 57 0,0 0 57 0,0 0 53 0,10 22 53 0,-10-6 22 16,0 0 6-16,0 6-2 0,-2 3-12 15,2 0-20-15,-4 12-23 0,0-3-24 0,3-5-21 16,-3-7-27-16,0-3-20 16,4 0-14-16,-2-2-16 0,1 0-9 0,1-3-17 15,-2-3-90-15,4-3 0 0,-2 2 0 16,1-3 0-16,7 1 0 0,1-3 0 0,1-5 0 0,7 2 0 15,6-7 0-15,9-1 0 16,2-5 0-16,1-1 0 0,-3-2 0 0,-3 2 0 16,-6 2 0-16,-6 3-25 0,-2-1-3 15,-1 1 8-15,-3 4 5 0,-4-1 11 0,4 1 1 16,-11 3 3-16,11-2 15 0,-11 2-4 16,0 0-1-16,11 9-2 0,-10-3 0 0,1 1 3 15,5 4 0-15,-3 0-1 0,-1 1 1 16,3 2-11-16,-3 1 0 0,5-1 0 0,-4-2 0 15,4 1-17-15,-3 2-35 16,1-3-33-16,-1-2-48 0,-1 1-40 0,3-3-44 16,-6 1-46-16,3-2-63 0,-2 0-63 15,2-4-58-15,-4-3-66 0,2 9-106 0,-2-9-82 16,0 0 53-16,5 3-579 0,-5-3-690 16</inkml:trace>
  <inkml:trace contextRef="#ctx0" brushRef="#br0" timeOffset="16046.22">21947 8222 3210 0,'-57'9'-8'0,"-6"9"49"0,-19 16 41 0,-3 9 43 0,-3 12 47 0,4 7 46 16,6 10 27-16,4 3 5 0,7 4-4 0,14 8-23 15,5 4-17-15,15 2-19 0,15-4-18 16,11-17-17-16,16 1-14 0,5-3-19 15,21 12-31-15,13-9-39 0,13-7-35 0,11-12-42 16,4-9-28-16,10-11-26 0,6-11-17 16,-17-13-2-16,2-10 8 0,1-5 9 0,-5-7 18 15,-3-9 34-15,10-10 25 0,-19 1 28 16,8-13 19-16,-20 1 19 0,4-16 10 0,-5-5 8 16,-8-6 2-16,-11 8-2 0,-3-19-10 15,-1-2-11-15,-12 11-6 0,-1-2-8 0,-4-1-11 16,-5 2 0-16,-6 7-13 15,-11 7-2-15,-5 7-4 0,-7 7-8 0,-9 9-18 16,-1 11-23-16,-2 13-41 0,-8 3-52 16,-4 8-80-16,-11 8-89 0,0 1-105 0,8 8-158 15,-2 0-102-15,9 0 73 0,10-2-442 16,8-3-508-16</inkml:trace>
  <inkml:trace contextRef="#ctx0" brushRef="#br0" timeOffset="17296.64">23211 8802 3224 0,'2'-5'229'0,"-2"5"20"0,2-4 23 0,-2 4 16 0,0 0 17 0,0 0-4 15,0 0-27-15,0 0 2 0,0 0 8 0,0 0-13 16,-2 23-24-16,0-6-36 0,-3 7-20 16,4 1-21-16,-5 8-13 0,2-6-18 0,3 7-15 15,-3-10-13-15,2-2-17 0,-2-3-32 16,3-4-46-16,1 1-23 0,-4-6-39 15,1 1-33-15,1-2-34 0,0 0-42 16,0 0-48-16,1-3-48 0,-3-4-53 0,4-2-35 16,0 0-14-16,0 0-16 0,-17-12-1 15,17 0-4-15,-1-1 33 0,1-6 48 0,1-3 47 16,5-4 55-16,-1-8 51 0,5 0 46 16,0-1 46-16,-3 3 49 0,2 3 45 15,-1 6 48-15,-2 4 49 0,0 3 26 0,-2 5 15 16,-3-1 8-16,3 1-9 0,0 3-9 15,-1 4 6-15,4-1 4 0,0 4 1 16,-7 1-11-16,22 6-13 0,-8 0-14 0,6 5-10 16,0 7-12-16,1 2-11 0,2 2-4 15,-8 2-7-15,3 5-12 0,-11-8 9 0,1 0 9 16,-7 1 0-16,-1 2 9 0,-5 0-6 16,-4 7 1-16,-5-4-14 0,-7-1-5 15,6-2-5-15,4-2-25 0,-3-7 6 0,1-1 1 16,2-4-11-16,-1-3-17 0,3 1-33 15,-4-4-43-15,2-1-61 0,2-3-60 0,9 0-72 16,-17-11-104-16,7 0-92 0,1-9-95 16,7-1-131-16,-1-6-66 0,6 3 66 15,3 0-560-15,1 4-671 0</inkml:trace>
  <inkml:trace contextRef="#ctx0" brushRef="#br0" timeOffset="17646.84">23563 8986 3546 0,'10'7'56'0,"0"-2"51"0,-3 2 30 0,-2-2 27 0,4 2 4 0,-2-2-8 0,2 2-13 16,1 0-12-16,2 0-15 0,1 0-11 0,-1-1-10 15,1 0-8-15,-1 0-10 0,0-6-10 16,0 2-5-16,0 0-6 0,-12-2-6 0,16 0-5 16,-16 0-5-16,18-7-4 0,-15 4 0 15,3-6 6-15,-2 0 9 0,-2 3 3 16,-1-1-5-16,-2-2-5 0,-3 2-5 15,-4 0-8-15,1 4-3 0,-5 3-1 0,-1 0-4 16,-4 2-2-16,-7 5-3 0,-1 5 0 16,0 5 9-16,0 2 7 0,2-2 2 0,2 5-5 15,4 1 4-15,1 0-5 0,7-1 0 16,1-1-6-16,5-2-4 0,1 0 0 0,0-3 0 16,4 3-4-16,0-3-6 0,1 0-18 15,5-3-19-15,4 1-27 0,1 0-41 0,0-7-44 16,2-4-61-16,5-1-68 0,-2-2-56 15,7-4-53-15,8-5-57 0,-1-4-64 16,-2-2-77-16,1-2 0 0,3-10-417 16,0-3-464-16</inkml:trace>
  <inkml:trace contextRef="#ctx0" brushRef="#br0" timeOffset="17846.75">24135 8661 2727 0,'7'-29'40'0,"-3"4"59"0,-1 7 64 15,-1 3 39-15,0 3 18 0,-4 5 13 16,-5 1 10-16,7 6 14 0,0 0 4 0,-22 15 9 15,12 1 2-15,-7 13-11 0,3 6-14 16,0 11-9-16,-2 7-30 0,-1 1-15 0,3 6-16 16,2 2-21-16,-1 0-8 15,1-2-20-15,2-2-16 0,-4 0-40 0,3-4-39 0,0-2-53 16,3-11-56-16,1-4-73 0,-1-1-74 16,5-10-95-16,1-3-92 0,-3-9-100 15,1 3-154-15,2-9-23 0,4-1 69 16,2-5-499-16,-4-2-587 0</inkml:trace>
  <inkml:trace contextRef="#ctx0" brushRef="#br0" timeOffset="18230.23">24316 9134 3242 0,'0'0'157'0,"0"0"34"0,0 0 29 0,0 0 23 15,0 0 19-15,0 0-6 0,0 0-10 0,0 0-11 16,0 0-23-16,0 0-21 0,0 0-12 15,-7 21-11-15,7-21-18 0,5 5-10 16,-5-5-12-16,11 3-16 0,-11-3-8 0,0 0-11 16,25-6-7-16,-16 4-15 0,4-2-8 15,-2 0 1-15,1-3-22 0,-3 3-3 16,0-4-6-16,-2-2-13 0,2 2-8 0,-6 0-4 16,1 3-8-16,-2-3-5 0,-2 8-4 15,-6-12-14-15,1 10-15 0,5 2-8 0,-23 0-15 16,5 6-14-16,-2 4-8 0,-12 1-4 15,-4 7 7-15,6 1 6 0,0 2 10 16,2-1 5-16,3 1 9 0,4 1 13 16,-1-1 14-16,9-2 10 0,4-4 5 0,3 0 11 15,0-1 2-15,4 0-3 0,1-2 3 16,2-2-2-16,1 0-1 0,6-3-2 0,2 1-26 16,1-4-34-16,3-3-57 0,0-1-74 15,6-1-85-15,5-3-77 0,5-6-77 0,5-2-105 16,-1 1-92-16,0-7 39 0,6-6-415 15,-3-1-479-15</inkml:trace>
  <inkml:trace contextRef="#ctx0" brushRef="#br0" timeOffset="18480.09">24734 8826 2593 0,'9'-35'-31'15,"2"0"45"-15,-3 3 41 16,0 0 41-16,-5 7 31 0,3 7 37 0,-6 1 24 16,2 6 16-16,1-1 11 0,-3 2 0 15,3 1-3-15,-3 1-11 0,0 2 0 0,0 6 8 16,0 0 5-16,0 0 9 0,0 0 1 15,-19 23-8-15,10-4-3 0,-2 10-5 0,0 5-8 16,-3-1-23-16,3 4-19 0,2 1-11 16,2 1-17-16,-3 2-12 0,2-1-42 0,3 0-35 15,1-6-46-15,-3 0-39 0,7-5-44 16,-1-5-45-16,-1 0-42 0,0-7-66 16,2 0-64-16,0-1-56 0,-2-3-54 15,0-1-54-15,0-5-72 0,1 1-76 0,-1-2 35 16,-4-2-449-16,3 1-506 0</inkml:trace>
  <inkml:trace contextRef="#ctx0" brushRef="#br0" timeOffset="18813.09">24524 9070 2734 0,'-4'-12'17'15,"4"2"73"-15,-2 1 64 0,2 1 53 0,0-1 37 16,0 2 29-16,0 7 18 0,2-10 14 16,4 5 6-16,-1-2-4 0,3 2-7 0,6 0-16 15,-2-2-21-15,8-2-22 0,1 1-27 16,10-4-18-16,-1 0-18 0,1 0-21 0,-1 0-12 15,1 2-18-15,-3-2-14 16,-4 5-8-16,-2-1-10 0,-10 6-4 0,2-4-4 16,-3 5-2-16,0-3-3 0,-11 4 5 15,16 2 0-15,-16-2 11 0,16 9 1 0,-11-3 3 16,1 2-80-16,-2 5-22 0,-1 3 0 16,-1 1 0-16,0 3 0 0,-2 4 0 0,0-3 0 15,-2 3 0-15,0-1 0 0,0 1 0 16,-1-1 0-16,3-4 0 0,-4-1 0 0,2-1 0 15,0 1 0-15,2-5 0 0,-1 0 0 16,1-3 0-16,0-2 0 0,-2 0 0 0,2 2-17 16,2-5-346-16,-2-5-97 0,1 7-103 15,-1-7-121-15,0 0-132 0,0 0 63 0,0 0-789 16,25-14-987-16</inkml:trace>
  <inkml:trace contextRef="#ctx0" brushRef="#br0" timeOffset="18962.73">25014 8844 4081 0,'-4'-11'3'0,"0"2"64"16,2 0 34-16,2 0 26 0,-1 0 19 0,1 1 5 15,0 0-10-15,0-1-14 0,0 0-14 16,1-1-40-16,-1 3-57 0,0 0-73 0,2 0-100 16,-2 7-114-16,0-10-140 0,0 10-214 15,4-3 36-15,-4 3 68 0,0 0-335 16,0 0-339-16</inkml:trace>
  <inkml:trace contextRef="#ctx0" brushRef="#br0" timeOffset="19762.71">25381 8957 2809 0,'-18'-1'274'15,"0"1"6"-15,4 0 5 0,-2 3 25 0,0 2 29 16,-2 4 18-16,0 1-3 0,1 0-6 16,5 5-16-16,-1 3-29 0,0 6-24 15,3-2-23-15,5 0-23 0,3-2-21 0,2 0-25 16,0-1-18-16,2 0-18 0,2 1-13 16,1 1-15-16,1-2-11 0,-2-7-12 0,4 3-10 15,-3-3-7-15,3 0-16 0,4-3-67 16,-3-3 0-16,6 0 0 0,-3-5 0 0,0 1 0 15,2-2 0-15,-3-2 0 0,9-3 0 16,-4-2 0-16,6-3 0 0,3-5 0 16,-5 1 0-16,1-3 0 0,-3-2 0 15,-2-5 0-15,4 2 0 0,-7-5 0 0,-1 10 0 16,-5-3 0-16,1 1 0 0,-8 2 0 16,0 1 0-16,-2 1 0 0,-2-2 0 0,-3 0 0 15,-4 0 0-15,0 3 0 0,-2 1 0 16,-2 2 0-16,0 3 0 0,-4 6 0 0,-1 0 0 15,0 4 0-15,-5 0 0 0,2 6 0 16,-10 4 0-16,7 7 0 0,4-9 0 0,9 4 0 16,-1 0 0-16,2 1 0 0,2-1 0 15,9-4 0-15,-1 2 0 0,4-2 0 16,-1-1 0-16,7-1 0 0,1-3 0 0,9 1 0 16,-5-6 0-16,6 1 0 0,2-2 0 15,6-3 0-15,0 0 0 0,7-5 0 16,2 1 0-16,0-2 0 0,0-1 0 0,-4 0 0 15,3 2 0-15,-10 3 0 0,-4 1 0 16,-5 1 0-16,2 1 0 0,-5 3 0 0,1 0 0 16,-3 1 0-16,1 3 0 0,-1 1 0 15,0 2 0-15,1 3 0 0,-5-1 0 0,4 1 0 16,0 0 0-16,-4 1 0 0,0-2 0 16,2 0 0-16,0 2 0 0,-2-2 0 0,1-3 0 15,-3 1 0-15,4-2 0 0,-2-1 0 16,2 0 0-16,-9-4 0 0,23 0 0 15,-9 0 0-15,7-2 0 0,2-6 0 16,11 1 0-16,-2 1 0 0,0-2 0 0,-7 0 0 16,-5 4 0-16,-4-4 0 0,-2 3 0 15,1 1 0-15,-1 0 0 0,-5 0 0 0,2 0 0 16,-1 1 0-16,3 2 0 0,-2-3 0 16,-11 4 0-16,20-5 0 0,-11 3 0 0,1 2 0 15,0-2 0-15,-1-1 0 0,-9 3 0 16,17-3 0-16,-11 1 0 0,-6 2 0 0,11-2 0 15,-11 2 0-15,0 0-668 0,0 0-311 16,0 0 102-16,0 0-1050 0,0 0-1349 0</inkml:trace>
  <inkml:trace contextRef="#ctx0" brushRef="#br0" timeOffset="20096.34">26570 9391 5416 0,'0'0'97'0,"0"0"63"0,0 0 53 0,0 0 31 0,0 0 31 0,0 0 25 0,0 0 27 15,0 0 2-15,0 0-2 0,-55 2-8 16,11 4-135-16,-15 5-184 0,-4 1 0 0,-3 6 0 16,-27 9 0-16,-4-2 0 0,-1-2 0 15,-1 2 0-15,-4-4 0 0,2-1 0 16,-4-1 0-16,6 2 0 0,3-3 0 0,26-1 0 15,2-1 0-15,-1-1 0 0,8 1 0 16,-1-1 0-16,3 3 0 0,1-5 0 0,6-1 0 16,11-1 0-16,0-3 0 0,2-2 0 15,3 0 0-15,7-2 0 0,6-1-221 0,1-3-200 16,6 2-44-16,-2-2-23 0,5-2-40 16,0 1-52-16,3-1-68 0,10 2-45 0,-13-4 47 15,13 4-545-15,0 0-655 0</inkml:trace>
  <inkml:trace contextRef="#ctx0" brushRef="#br0" timeOffset="24146.97">26980 5163 3446 0,'-15'-9'74'0,"2"-2"13"0,1 6 15 0,1-3 24 0,1 3 19 0,5 1 16 0,5 4 21 0,-10-7 9 0,10 7 6 0,-4-5-11 16,4 5-16-16,0 0-18 0,57 2-18 0,2 5-8 15,14-1-14-15,9 2-13 0,-2 2-6 16,0-2-14-16,-4 1-27 0,2-3-11 0,-7-1-17 16,-6-2-9-16,-20-1-12 0,-4 0-3 15,-9-1-4-15,-9-1-12 0,-5 0-15 16,-4 0-29-16,-1-3-27 0,-2-1-37 15,0 3-53-15,-6-2-48 0,-5 3-45 16,7-6-56-16,-7 6-79 0,6-8-126 0,-4 4-95 16,-2 4 66-16,5-7-309 0,-5 7-353 15</inkml:trace>
  <inkml:trace contextRef="#ctx0" brushRef="#br0" timeOffset="27927.14">29629 4925 2576 0,'4'-9'40'0,"-2"-1"28"0,-1 0 22 0,1 2 31 0,0 2 25 0,0-4 23 0,-2 10 17 0,3-13 6 15,-1 9-11-15,-2 4-24 0,2-10-15 16,-2 10-18-16,0 0-13 0,0 0-10 0,0 0-5 16,0 0-3-16,-14 39-5 15,3-7-4-15,0 2-13 0,-3 2 0 0,3 0-9 0,-3 2-4 16,4 1-7-16,-1 0-4 16,3-6-5-16,-3 2-4 0,2-1-2 0,-1-5-3 15,2-5-2-15,3-4-1 0,1-2-9 16,-2-3 2-16,2-1-3 0,0-2-2 15,0-2-2-15,4-1-3 0,-3-3-9 0,1 1-11 16,0 0-21-16,2-7-27 0,-4 10-31 16,4-10-65-16,-3 5-79 0,3-5-68 0,0 0-93 15,0 0-119-15,0 0-109 0,0 0 61 16,-16-13-298-16,10 7-341 0</inkml:trace>
  <inkml:trace contextRef="#ctx0" brushRef="#br0" timeOffset="29027.43">29717 4870 2181 0,'-9'-5'-62'0,"-3"1"19"0,2 0 15 0,3 2 16 0,-3 0 19 0,10 2 16 0,-13-4 15 0,6 2 8 16,7 2-2-16,-11-4 0 0,11 4-6 15,0 0-1-15,0 0-4 0,0 0 8 16,0 0 1-16,0 0-1 0,43 6-4 0,-2-2-7 16,17 0-2-16,10 2-2 0,9 1-5 15,7-3-20-15,1 4-13 0,24-2-3 0,-3 5-4 16,5-6 1-16,2 0 3 0,-1-1 1 15,-4 4-4-15,-18-4 10 0,-2-1-1 16,-6-1 4-16,-6 1-5 0,-6-1 6 0,-4-2 2 16,-17 0 4-16,-5-2 6 0,-3 0 5 15,-8-1 12-15,-8 0 8 0,-6 3 5 0,0-2 3 16,-4-2 4-16,-2 2 0 0,3 1 0 16,-5-2-3-16,0 1-5 0,1 0 1 0,-3 0-6 15,2-1 0-15,2 1-3 0,-4-1-1 16,3 0-4-16,-1 3-2 0,-2-2-6 15,3-2 4-15,1 4-5 0,-2-2-4 16,-1 0 1-16,-10 2-6 0,19-2 4 0,-11 2-4 16,-8 0 2-16,15-2-1 0,-15 2-1 15,14 0-1-15,-14 0 5 0,9 0 7 16,-9 0-4-16,0 0-4 0,0 0-2 0,15 0 2 16,-15 0-1-16,2 8 5 15,-2 1 2-15,-2 5 7 0,-6 8 7 0,-5 9 0 0,-6 15 13 16,-4 2-2-16,-2 4 0 15,-6 3-2-15,4 1 1 0,-7 0-13 0,7 1 13 0,-2-2-11 16,2-2-3-16,1-1-4 16,1-6 2-16,1-4-5 0,8-8 2 0,-2-3 11 15,5-5 14-15,1-6 1 0,5-4 16 16,0-3 17-16,-1-1 1 0,4-4 25 0,-2 1 16 16,2-3 10-16,1 0 10 0,-1 0 10 15,4-6-3-15,-7 8-2 0,7-8-16 16,-7 6-13-16,7-6-11 0,-5 1-12 0,5-1-5 15,0 0-16-15,0 0-12 0,-29-4-5 16,12 1 2-16,-6-1-16 0,-15-4-9 0,-4 6-6 16,-5-4-7-16,-16 0-5 15,-2 3-1-15,-2-1-2 0,-3 0 2 0,-1 3-3 16,-5-4-2-16,2 1-3 0,-5 0 1 16,5 0 0-16,-1 0-2 0,7-1 0 0,2-1 2 15,3 1-3-15,13 2 3 0,-7-3-1 16,10 3-4-16,-2 0 2 0,8 1 0 15,-5 0 0-15,0 1-4 0,6-3 8 0,0 2 8 16,0-1-16-16,10 2 4 0,3-1-2 16,-2 0 1-16,4 0-2 0,6 0-1 0,-1 2 1 15,-1-3 3-15,4 1-4 0,1 1 5 16,1 1 5-16,3-2-7 0,12 2-2 0,-18-2 6 16,18 2-4-16,-18-2 3 0,18 2 3 15,-11-1-4-15,11 1 7 0,-10-2-10 16,10 2 0-16,0 0-3 0,0 0-29 15,-15-5-34-15,15 5-46 0,0 0-56 16,-2-3-66-16,2 3-79 0,0 0-90 0,0 0-125 16,6-11-150-16,-6 11 59 0,7-8-420 15,-7 8-512-15</inkml:trace>
  <inkml:trace contextRef="#ctx0" brushRef="#br0" timeOffset="29578.29">30147 5075 2834 0,'6'-12'-47'0,"-2"2"28"0,2 1 34 0,-2 2 31 0,0 1 34 0,-3-1 26 0,-1 7 33 15,6-12 6-15,-2 7-4 0,-4 5-8 16,1-7-20-16,-1 7-7 0,0 0-11 16,0 0 6-16,0 0-1 0,-5 32 1 0,-6-3 4 15,-1 5-8-15,-1 3-4 0,-3 9-1 16,0 4-5-16,0 0-8 0,1-1 1 0,1 2-10 16,3-3-5-16,2-7-7 0,2-4-6 15,-2-1-5-15,4-3 0 0,-3-1-9 16,5-8-1-16,-1-4-4 0,1-3-7 15,-3-5 3-15,5 2-5 0,-1-3-5 0,0-1 4 16,0-2-6-16,-2 1-4 0,4-1-18 16,0-8-11-16,-3 10-19 0,3-10-31 15,-2 5-45-15,2-5-54 0,0 0-43 0,0 0-54 16,0 0-55-16,0 0-94 0,0 0-155 16,0 0-12-16,0 0 60 0,2-23-218 0,1 11-226 15</inkml:trace>
  <inkml:trace contextRef="#ctx0" brushRef="#br0" timeOffset="29877.25">30660 5099 2256 0,'8'-14'106'15,"-3"4"17"-15,2 1 38 0,-6 1 17 16,3 1 6-16,-4 7-10 0,4-9-18 0,-4 9-15 15,0 0 6-15,0 0 26 0,0 0 4 16,-9 40 3-16,-3-8 3 0,-1 7-6 16,-3 7-12-16,-1 5-13 0,2 1-11 15,0-1-14-15,-1 0-12 0,1-2-11 0,1-2-10 16,3-9-7-16,2-2-10 0,-1-2-6 16,3-3-10-16,-1-7-5 0,3-2-10 0,-2-3-36 15,2-3-38-15,-1 0-46 0,1-2-57 16,-1-1-53-16,-1-3-63 0,4 1-53 15,-1-5-67-15,0 0-116 0,3 0-161 0,1-6 61 16,0 0-363-16,0 0-425 0</inkml:trace>
  <inkml:trace contextRef="#ctx0" brushRef="#br0" timeOffset="30161.14">31058 5204 2862 0,'2'-10'99'16,"-2"2"-4"-16,0 8-16 0,-5-7 9 0,5 7 54 16,0 0 28-16,0 0 25 0,-29 32 16 15,11-6 1-15,4 6-11 0,-8 7-10 16,2 4-17-16,1 1-11 0,1 2-16 0,1-3-10 16,4-4-17-16,2-2-12 15,-1-2-8-15,0 1-11 0,1-1-11 0,2-6-18 0,-3 0-38 16,1 0-49-16,4-7-59 15,-4-5-59-15,6-3-68 0,-1 1-61 0,1-1-65 0,-4-2-99 16,2-2-157-16,2-1-22 16,-3-3 67-16,5 0-287 0,3-6-321 0</inkml:trace>
  <inkml:trace contextRef="#ctx0" brushRef="#br0" timeOffset="33109.94">29997 4886 2198 0,'0'0'-78'0,"0"0"13"0,0 0 15 0,0 0 16 0,0 0 26 0,0 0 8 0,-11-19 17 16,11 19 8-16,-2-8 5 0,2 8-2 15,-2-6-1-15,2 6-4 0,0-10 0 0,0 10 1 16,0-9-3-16,0 9 2 0,2-10 3 15,-2 2 8-15,0 1-4 0,2 3 3 0,-2 4 0 16,2-13-2-16,-1 6-3 0,-1 0-1 16,4 2-3-16,-2-2-4 0,0 1 3 15,1 0-5-15,3 1-2 0,1-1-2 0,2 2-2 16,2-3-1-16,3 4-1 0,2-2-3 16,7-1 0-16,2 1 1 0,2 2-3 15,11-2 2-15,-6 3-1 0,8 1-3 16,1-1-3-16,-2 4 2 0,3-1-1 0,1 1-1 15,0 1 1-15,-2 1 2 0,-2-1-2 16,5 2-2-16,-5 0 3 0,-2-1 0 0,3-1 1 16,-4 2-2-16,-5-1 3 0,-5-3-2 15,1 0-1-15,-2 2 4 0,-4-1 6 16,2-1 5-16,-2-1 2 0,-5 2 0 0,0-2-1 16,2 0 9-16,-3 0-5 0,0 0-2 15,2 0 0-15,2 0-3 0,3-2-2 16,-2 2-3-16,7-1 1 0,1-1-1 15,3 2-2-15,8-3-3 0,4 2-1 0,-9 0-1 16,-7 1-1-16,2 0-2 0,-6 0 5 16,-3-2 0-16,-1 2-3 0,-4 0 2 0,-1-2-3 15,-1 1-4-15,-3-1 4 0,-10 2 0 16,19 0-3-16,-19 0-2 0,15 0-21 16,-15 0-15-16,11 0-9 0,-11 0-14 0,10 2-19 15,-10-2-25-15,8 3-33 0,-8-3-41 16,0 0-40-16,0 0-115 0,-7 9-246 15,7-9-81-15</inkml:trace>
  <inkml:trace contextRef="#ctx0" brushRef="#br0" timeOffset="33509.65">29963 4892 1599 0,'0'0'-14'0,"-15"-6"7"0,15 6 0 0,0 0 6 0,0-8 3 0,0 8 2 0,0 0 3 16,16-8-3-16,-3 5 0 0,9-1 0 15,17 0-2-15,2 0 1 0,4 2-3 0,9-1 0 16,11 2-1-16,4-1 1 0,3 4 0 16,2-2-1-16,1 1 7 0,-3 4 0 0,1-3 2 15,-7 0 8-15,-1 2 1 16,-13-2 6-16,-5-2 11 0,-8 2 5 0,-5-4 15 16,-8 2 9-16,-7-2 6 0,-3 0-3 0,-2 2-6 15,0-2-5-15,-3 0-4 0,0 2-6 16,-11 0-3-16,18-2-12 0,-11 2-19 15,-7 0-33-15,11-2-39 0,-11 2-35 16,0 0-47-16,0 0-57 0,11 4-403 0,-11-4-101 16</inkml:trace>
  <inkml:trace contextRef="#ctx0" brushRef="#br0" timeOffset="34526.31">29772 5574 1591 0,'8'-7'-48'0,"-8"7"19"0,5-5 19 16,-5 5 21-16,6-5 21 0,-6 5 21 0,4-3 12 15,-4 3 15-15,4-5 5 0,-4 5-3 16,0 0-9-16,0 0-4 0,0 0 5 15,0 0 14-15,0 0 18 0,-44 13 6 0,0 6 5 16,-2 5 0-16,-6 2 5 0,-8 4 3 16,-14 6-3-16,0 3-6 0,-1-2-5 0,14-6-3 15,-11 8 3-15,14-10-6 0,5-1 2 16,1-1-16-16,5-1-2 0,3-5-8 0,6 2-5 16,5-5-7-16,7-1-7 0,-1-1-9 15,8-5-6-15,2 1-2 0,0-4-3 16,3 5-13-16,3-5-21 0,1-2-17 15,3-1-38-15,-1 0-29 0,5 0-33 0,3-5-37 16,0 0-58-16,-10 4-79 0,10-4-103 16,0 0-133-16,0 0 9 0,0 0-204 15,28-12-206-15</inkml:trace>
  <inkml:trace contextRef="#ctx0" brushRef="#br0" timeOffset="34943.65">30104 5802 2178 0,'0'-14'98'0,"0"5"11"0,0 0 19 0,0 0 16 0,0 9 33 16,-2-13 17-16,2 13-5 0,0-7-17 0,0 7-21 15,0 0-17-15,0 0-16 0,0 0 7 16,0 0 0-16,0 34-10 0,2-9-7 16,-4 13-16-16,0 5 1 0,-1 13-12 15,3 2-4-15,-1 0-10 0,1 0-3 16,-2-2-7-16,0 1-9 0,0-11-3 0,-3-3-3 15,-1 0-7-15,1-4-13 0,-1-3-11 16,-4-1-17-16,1-5-22 0,-1-4-33 0,4-7-37 16,-2-1-30-16,5-3-31 0,-3-3-39 15,4-2-39-15,-1-3-90 0,3-3-142 16,0-4-102-16,0 0 58 0,0 0-237 16,0 0-240-16</inkml:trace>
  <inkml:trace contextRef="#ctx0" brushRef="#br0" timeOffset="35343.37">30803 5661 2187 0,'-1'-12'38'15,"1"4"11"-15,0 1 17 0,-2 2 24 16,2 5 17-16,0-11 12 0,0 11-7 0,0 0-10 16,0 0 20-16,0 0 17 0,0 0 12 15,11 28 7-15,-4 4-14 0,5 3 1 0,-1 13-9 16,4 4-18-16,1 4-8 0,-2 4-5 15,6-1-9-15,-3-1-12 0,0 0-6 0,1-2-6 16,-4 0-4-16,2-6-13 0,-3-3-4 16,-6-10-7-16,4-2-3 0,-4-4-11 15,-1-7-7-15,-1-3-30 0,0-4-24 0,-2-4-21 16,3-1-21-16,-2 0-22 16,-3-1-34-16,7-3-40 0,-2-1-52 0,2-3-70 15,-1-3-92-15,-7-1-150 0,18-3-3 16,-9-1-253-16,0-1-278 0</inkml:trace>
  <inkml:trace contextRef="#ctx0" brushRef="#br0" timeOffset="35659.94">31651 5871 2476 0,'-15'-5'116'16,"15"5"-16"-16,0 0-10 0,0 0 22 0,-13 15 26 15,13-7 19-15,2 6 4 0,1 8 5 16,3 9-4-16,8 4-23 0,-1-2-17 16,6 10-4-16,3-2-16 0,-1-4-8 0,4 1-8 15,-5-9-13-15,-4-2-19 0,4 0-25 16,-4-5-15-16,0-6-31 0,-7-1-32 0,1-6-24 15,-2 4-36-15,-1-6-28 16,-1 1-29-16,-1-1-28 0,1 0-39 0,-1-2-63 16,0-1-84-16,-5-4-132 0,6 5 21 15,-6-5-139-15,0 0-128 0</inkml:trace>
  <inkml:trace contextRef="#ctx0" brushRef="#br0" timeOffset="37193.01">29267 7037 1702 0,'-17'-4'1'0,"2"2"14"0,2-4 5 0,-1 4 11 0,1-1 15 0,-1-1 12 0,3 2 12 16,0-1 7-16,1 1 1 0,10 2-3 15,-15-1-1-15,15 1-4 0,-12-2 0 0,12 2 5 16,0 0 6-16,0 0 8 0,0 0-6 16,41 10-7-16,14-1-11 0,13-2-2 0,40 3-3 15,11-2-6-15,17-1-11 0,10 7-4 16,9-2-4-16,5 4-1 0,7 0-8 0,44 8-3 16,-44-2-5-16,40 7-7 0,-52-12 8 15,-6 0 9-15,-13-2 4 0,-6 0 1 0,-18-6 7 16,-28-2-2-16,-10 0 5 0,-8-2-10 15,-19-4 5-15,-7 1-6 0,-8-2-4 0,-9 2 3 16,-3-2-5-16,-8 0-17 16,4 0-22-16,-7 0-28 0,-9 0-41 0,14-2-48 15,-14 2-46-15,0 0-71 0,0 0-87 16,0 0-158-16,-46-13 25 0,6 8-115 16,-8 1-82-16</inkml:trace>
  <inkml:trace contextRef="#ctx0" brushRef="#br0" timeOffset="38208.78">29151 7049 1744 0,'8'-2'82'0,"-8"2"-7"0,5-4-9 0,-5 4-3 0,0 0 26 0,0 19 30 0,-8 0 20 15,-3 12 15-15,-12 10-4 0,1 6 6 0,-5 1-2 16,-2 1-5-16,4 3-7 0,0-2-6 15,0 0-7-15,3-3-7 0,3-2-6 16,6-9-4-16,-1-2-6 0,5-2-7 16,-3-4-7-16,6-4-6 0,3-6-8 0,-1-3-14 15,2-1 3-15,0-3-6 0,0 0 1 16,2-2 1-16,2-1-6 0,4 1-7 0,-1-3-3 16,7 0-10-16,3-1-2 0,3-2-3 15,6 1-2-15,2 1-9 0,17-4-19 0,2 3-12 16,5-1-5-16,17 1-17 0,3-2-16 15,5 3-20-15,0 0-1 0,11 2 6 16,20 6 7-16,2 1 9 0,3-1 11 0,1 1 4 16,-5-2-1-16,-5 4 2 0,-20-5 7 15,2-2-3-15,-8 1-2 0,-3 0 7 16,-3-4 1-16,-7 2 1 0,-2 1 6 16,-4 2 3-16,-1-2-4 0,-13-2 7 0,2 3-7 15,-4-2 4-15,4 1 15 0,4 3 6 16,-5-2 7-16,9 2 4 0,0-2 4 0,1 1 8 15,-3 2-2-15,-7-3-3 0,-3-1-1 16,2-1 6-16,-7 1-2 0,-7-4 9 0,-4 2 4 16,-7-4 7-16,0 2 7 0,-6-1 8 15,2-2 9-15,-3 1 0 0,2 0 2 0,-4-2-2 16,-4 0-2-16,-5-1-1 0,18 3-7 16,-9-3-5-16,-9 0-4 0,18 2-7 0,-9 0-4 15,-9-2-3-15,16 2-8 16,-5-4-2-16,-11 2-3 0,14 2-4 0,-14-2-1 15,12 0-1-15,-12 0 0 0,10 1 5 16,-10-1 6-16,0 0 2 0,13-3 0 0,-13 3 1 16,8-5-4-16,-4-2-5 0,-1 2 2 15,1-4-1-15,0-6-1 0,1 1-7 0,-1-4-2 16,2-5-2-16,-2-1-1 0,3-8 1 16,3-3-2-16,-7-4-5 0,8 2-3 15,-4-7-1-15,4-5 0 0,5-3-1 0,-5 4-1 16,-3 9-1-16,1 2-3 0,1 3 1 15,0 5 0-15,-6 5 2 0,-1 7 2 0,1 2-3 16,-2 3 0-16,0 0-1 16,-1 1-1-16,5 1-16 0,-6 2-14 0,2 2-23 15,0 0-25-15,-1-1-30 0,-1 7-46 16,3-10-58-16,-3 10-83 0,2-6-92 0,-2 6-112 16,0 0-182-16,-16 0 65 0,16 0-423 15,-25 6-511-15</inkml:trace>
  <inkml:trace contextRef="#ctx0" brushRef="#br0" timeOffset="38741.78">29864 7200 2882 0,'2'-5'0'0,"-1"0"31"0,-1 5 39 0,0-12 41 0,0 12 39 0,0-9 26 0,0 9-6 0,0 0-11 15,0 0-11-15,0 0 21 16,0 0 22-16,-23 21 3 0,7 9-6 0,-7 12-12 15,0 4-11-15,-2 3 1 0,0 4-5 16,4-2-15-16,0 1-13 0,2-2-15 0,-2-2-8 16,6-7-12-16,2-4-9 0,1-4-5 15,1-2-2-15,-4-3-20 0,3-1-1 0,1-4-13 16,2-8-9-16,0-1-24 0,2 0-25 16,-2-1-36-16,0-3-41 0,4 1-38 0,1-4-39 15,-2-1-51-15,3 0-52 0,-1-1-65 16,4-5-72-16,0 0-83 0,0 0-130 15,0 0 13-15,0 0-428 0,19-18-506 0</inkml:trace>
  <inkml:trace contextRef="#ctx0" brushRef="#br0" timeOffset="39041.99">30262 7432 3103 0,'5'-15'111'15,"3"5"13"-15,-4 3 42 0,-2 0 42 16,2 3 35-16,-4 4 18 0,4-10-1 0,-4 10-18 16,0 0-21-16,3-5-30 0,-3 5-22 15,0 0-9-15,0 0 3 0,-13 29 2 0,-2 3-17 16,-10 8-15-16,4 5-14 0,-3 2-7 16,-1 0-14-16,2-1-6 0,-1 0-13 0,-1-3-24 15,7 1-6-15,-3-4-8 16,6-8 2-16,-3-1-12 0,6-4-24 0,-4 1-29 15,7-5-36-15,-1-7-32 0,0 1-34 16,3-4-36-16,-1-1-44 0,5-2-48 16,-4-3-51-16,5-3-69 0,2-4-98 0,-3 5-156 15,3-5-27-15,0 0 83 0,0 0-413 16,34-16-460-16</inkml:trace>
  <inkml:trace contextRef="#ctx0" brushRef="#br0" timeOffset="39341.75">30881 7390 3040 0,'5'-12'176'0,"-2"5"6"16,1 0 2-16,-4 7 13 0,4-7 5 16,-4 7-8-16,0 0 37 0,0 0 35 0,-2 24 18 15,-7-2-10-15,2 10-25 0,-2 6-15 16,-5 6-5-16,3 4-11 0,-2-2-20 15,-5 3-20-15,4-6-29 0,2-4-15 0,1-2-16 16,-2-2-13-16,2 1-10 0,0-3-4 16,-1-1-27-16,3-2-34 0,2-7-36 0,-1-2-45 15,2-3-37-15,0-3-38 0,1-1-49 16,-3-1-52-16,3-1-63 0,-2-2-64 16,2-2-66-16,-3-1-99 0,5-3-178 0,3-4 21 15,0 0 74-15,0 0-449 0,0 0-525 16</inkml:trace>
  <inkml:trace contextRef="#ctx0" brushRef="#br0" timeOffset="39909.55">28219 7200 3105 0,'-8'2'118'0,"8"-2"15"0,-11 1 17 0,11-1 22 0,0 0 18 0,0 0 17 0,0 0-10 0,0 0-20 0,0 0-18 15,0 0-15-15,0 0-13 0,55 0-15 16,-13 1-12-16,6 5-10 0,1-3-26 0,10 4-42 15,0 0-48-15,-2 2-53 0,-10-5-63 16,-4 4-67-16,1-2-64 0,-6 2-80 0,-7-5-109 16,-8 0-149-16,-8-3 56 0,-4-1-339 15,-1-1-373-15</inkml:trace>
  <inkml:trace contextRef="#ctx0" brushRef="#br0" timeOffset="40192.44">28880 7004 2710 0,'0'0'130'0,"-2"-8"-5"16,2 8-24-16,0 0 1 0,0 0-9 0,0 0 38 16,0 0 27-16,0 0 5 0,0 0-5 15,2 35-7-15,0-19-16 0,-2 3-12 0,0 1-12 16,-4 4-10-16,0 0-9 15,1-1-8-15,-7 8-11 0,-3-2-4 0,0-2-7 16,-3 1-10-16,1-3-27 0,-1-1-38 16,0-2-48-16,-4-1-56 0,2 1-62 0,0-5-62 15,5-3-79-15,-2-2-100 0,2-3-158 16,-1-2 44-16,3-3-312 0,1 0-330 0</inkml:trace>
  <inkml:trace contextRef="#ctx0" brushRef="#br0" timeOffset="44057.28">29212 7795 2317 0,'0'0'-38'0,"3"-13"11"0,2 6-5 0,0 3 17 0,5-6 17 0,-1 4 31 0,3-3 27 16,-1 1 24-16,1 2 23 0,1-4 20 15,-2 3 26-15,1-2 19 0,-1 0 17 0,-4 2 13 16,4 2 15-16,-8 0 7 0,5-1-4 15,-8 6-11-15,9-8-21 0,-9 8-15 16,0 0-2-16,0 0 13 0,-32 37 27 0,-10 2-1 16,-23 15 7-16,-9 10-11 0,-6 8 6 15,-2 2-8-15,-2-2-23 0,4-2-14 0,7-4-17 16,7 0-14-16,5-2-11 0,5-6-11 16,17-12-11-16,3-3-11 0,3-3-10 0,5-5-6 15,6-9-8-15,1-3-8 16,5 0-4-16,2-5-12 0,5-5-12 0,1-3-18 15,3-1-25-15,-4-1-19 0,6-2-29 16,-1 0-23-16,-2 0-29 0,5-3-39 0,1-3-50 16,0 0-66-16,0 0-66 0,0 0-63 15,0 0-71-15,0 0-74 0,0 0-132 0,7-24-2 16,0 14 89-16,5-4-472 0,7-6-529 16</inkml:trace>
  <inkml:trace contextRef="#ctx0" brushRef="#br0" timeOffset="44591.74">29740 7833 2715 0,'4'-4'-22'0,"-1"-1"41"0,1 0 22 0,0-2 10 0,-1-1 18 15,1 2 23-15,1-2 15 0,-2 0 22 0,3 1 9 16,-2 1 4-16,-1-2-1 0,1 4-7 16,0-1-18-16,-4 5-10 0,4-7-13 0,-4 7-15 15,6-3-6-15,-6 3 9 0,0 0 24 16,4 22 17-16,-6 4 4 0,-6 15-4 0,-2 15-8 16,-3 4-10-16,-2 4-4 15,-2-1-9-15,-1 2-5 0,0-1-7 0,-1-3-7 16,1 1-7-16,0-3 4 0,2-5-12 15,1-4-5-15,-1-4-1 0,5-9-7 0,-1-3-6 16,1-5-2-16,2-3-6 0,-1-2 0 16,2-9-8-16,5-1-24 0,-3-2-19 0,2-4-28 15,1 2-28-15,1-3-29 0,-1-2-41 16,-1 1-53-16,4-6-67 0,0 0-61 16,0 0-88-16,0 0-136 0,0 0-60 0,18-30 69 15,-11 15-340-15,9-10-367 0</inkml:trace>
  <inkml:trace contextRef="#ctx0" brushRef="#br0" timeOffset="44974.25">30515 7782 2784 0,'0'-8'189'0,"0"8"-6"0,2-10 0 0,-2 10 15 0,2-7 12 0,-2 7 0 0,0-5-8 0,0 5-19 16,0 0-7-16,0 0 17 0,0 0 1 16,3 34 4-16,0-10-12 0,-6 14-22 15,8 4-11-15,-7 5-26 0,-1 11-13 0,-2-1-11 16,-1-2-11-16,3-11-9 0,-1 1-6 15,-2-2-13-15,1-2-1 0,-3-1-10 0,-2-3 0 16,5-1-7-16,-5-4-2 0,0 0-10 16,5-8 1-16,-2-6-8 0,0-1-10 0,1-2-14 15,1-1-19-15,-1-4-26 0,5-3-25 16,-3 3-44-16,0-2-41 0,2-2-51 0,-1-2-85 16,3-4-92-16,0 0-119 15,0 0-170-15,0 0 4 0,0 0 69 0,0 0-409 0,0-29-479 16</inkml:trace>
  <inkml:trace contextRef="#ctx0" brushRef="#br0" timeOffset="45274.8">31460 7966 3021 0,'-7'-9'252'0,"1"3"-26"16,1 2-21-16,5 4 11 0,0 0 26 15,-33 25 10-15,12 0 5 0,-9 14-9 0,-1 6-21 16,3 5-23-16,1 0-21 0,2 2-11 16,4 1-22-16,4 3-10 0,2-3-22 0,-1-4-6 15,7 0-15-15,-1-11-25 0,3-1-36 16,-1-2-41-16,1-2-41 0,3-8-45 0,-1-1-51 15,2-4-66-15,1-3-78 0,-2-1-73 16,1-4-94-16,1 0-103 0,0-6-104 16,0 3 50-16,-2-4-415 0,4-5-500 0</inkml:trace>
  <inkml:trace contextRef="#ctx0" brushRef="#br0" timeOffset="65004.08">25471 10669 1389 0,'5'-8'222'0,"1"2"-45"0,-1-1-38 0,-4-1-10 0,3 2 4 16,-2-2-13-16,2 1-3 0,-2-1-3 15,-2 0 1-15,1 2 5 0,-1-1 0 0,-1-3-3 16,-1 2 4-16,2 1-5 0,-2-2-3 16,-4 0-4-16,3 1-4 0,-4 0-1 15,3-1-11-15,-3 3-1 0,0 0-7 16,-4 1-9-16,0 2-1 0,-3 1 0 0,-2 2-3 16,-4 4 7-16,-14 2 0 0,2 8 6 15,-2 4 1-15,-6 8 9 0,-1 9 4 0,4 2 10 16,-3 10 7-16,4 1 9 0,2 4-2 15,1 4 1-15,5 2 3 0,3 1-1 0,3-2 1 16,11-3-7-16,1 0-5 0,8-11 4 16,9-2-6-16,4-4-4 0,7 6-7 15,7-9-12-15,8-3-10 0,4-5-9 16,-1-10-3-16,3-5-10 0,8-4-3 0,-2-3 1 16,3-6-14-16,6-7-2 0,4-2-14 15,-5-4 1-15,-1-5 0 0,-3-4-8 0,-1-3 5 16,-6-4 3-16,-4-4-9 0,-5-4-3 15,-5-2 5-15,-6-5-5 0,-6-3 2 0,-5-3-6 16,-7-3-3-16,-4-8-1 0,-7 0-4 16,-8-5-6-16,-5 3-12 0,-3 8 0 0,-2 5-9 15,-7 11-12-15,0 10-9 0,-1 11-21 16,-1 10-26-16,2 8-29 0,-10 9-30 0,-9 8-26 16,-1 8-27-16,1 4-36 15,-1 4-32-15,4 2-19 0,3 1-21 0,2 0-25 16,6 0-23-16,1-4-36 0,5 1-57 15,8-8-99-15,3 1 17 0,6-5-334 0,5-6-351 16</inkml:trace>
  <inkml:trace contextRef="#ctx0" brushRef="#br0" timeOffset="65587.03">26416 10440 2484 0,'-9'-10'88'0,"-5"1"17"0,1 3 4 0,2 2 7 0,-1 1 27 0,-1 3 12 0,-5 3 20 16,2 7 9-16,-13 11 7 0,-1 13 5 0,-3 8-2 15,3 2 0-15,1 5-15 0,2 5-9 16,6 3-14-16,5-3-15 0,2 5-11 0,4-4-12 15,7-1-16-15,3-11-8 0,3 0-11 16,5-5-9-16,-1-2-25 0,3-1-25 0,3-3-33 16,5-3-33-16,-3-6-33 0,2-2-50 15,-2-5-41-15,1-7-36 0,-2 1-30 16,4-7-39-16,-3-1-47 0,0-2-60 0,2-2-74 16,1-1-102-16,-1-3 53 0,2 0-291 15,-2-1-281-15</inkml:trace>
  <inkml:trace contextRef="#ctx0" brushRef="#br0" timeOffset="66070.17">26538 10822 2546 0,'0'-12'250'16,"-4"4"14"-16,6 2 10 0,0-1 23 15,2-1 8-15,-3 3 2 0,8 0-15 0,-4 2-20 16,-5 3-19-16,19-1-7 0,-19 1-27 16,25 8-23-16,-11-2-15 0,-3 6-18 0,3 2-12 15,-3 3-9-15,0 10-12 0,-3-4-11 16,-1-4 1-16,-5-1-4 0,-2 7 1 16,0-6 4-16,-2 3 0 0,1 0 1 15,-3-4 1-15,2-3-5 0,-3-1-6 0,4-4-5 16,-3 1-6-16,4-3-5 0,-2 0 2 15,2-8-2-15,0 10-80 0,0-10-16 0,0 0 0 16,0 0 0-16,0 0 0 0,19-20 0 16,-6 5 0-16,-1-3 0 0,5-5 0 0,2 0 0 15,-2-3 0-15,2 4 0 0,-1 2 0 16,-3 3 0-16,-4 5 0 0,3 3 0 16,-5 1 0-16,1 2 0 0,-1 3 0 15,-1 3 0-15,-8 0 0 0,15 0 0 0,-15 0 0 16,13 9 0-16,-5-4 0 0,-5 2 0 15,6 0 0-15,-6 3 0 0,5 2 0 0,-3-5 0 16,-1 5 0-16,0 0 0 0,-1-2-1 16,-2-3-166-16,-1 3-50 0,2-2-51 15,-2-1-65-15,0 0-81 0,0 0-78 0,0-7-104 16,0 0-152-16,0 9 34 0,0-9 72 16,4 4-582-16,-4-4-687 0</inkml:trace>
  <inkml:trace contextRef="#ctx0" brushRef="#br0" timeOffset="66553.64">26690 10674 3270 0,'0'-17'33'0,"2"3"70"0,-2 1 46 0,2 2 41 16,-2 2 41-16,0 0 40 0,2 2 21 0,-2 7 15 16,-2-14-8-16,2 14-23 0,0-8-16 15,0 8 7-15,0 0-1 0,0 0-11 0,0 0-13 16,7 42-19-16,-6-20-23 0,-2 14-20 16,-1 3-14-16,-1 4-21 0,-1-1-14 15,1 1-10-15,-3 10-13 0,2-13-13 16,1 0-16-16,-3-1-47 0,0-4-32 0,0-1 0 15,2-9 0-15,1-4 0 0,-1 0 0 16,0-4 0-16,1-3-101 0,1-2-50 0,2-2-51 16,-3-1-49-16,3-3-73 0,0-6-89 15,3 7-89-15,-3-7-104 0,0 0-141 0,0 0 32 16,22-12 81-16,-8 3-572 0,1 0-669 16</inkml:trace>
  <inkml:trace contextRef="#ctx0" brushRef="#br0" timeOffset="66903.45">26977 10897 3173 0,'0'0'58'0,"0"0"66"0,-20 14 36 16,13-1 34-16,-3-1 43 0,-1 5 32 0,-2-2 17 16,3 4 15-16,0-2-12 0,1 2-13 15,1 0-22-15,6-3-27 0,0-3-14 0,0 1-31 16,2-1-10-16,4-1-22 15,1 0-13-15,0-1-20 0,3-2-8 0,1 0-23 0,3-5-28 16,-1-2-24-16,2 0-26 16,1-2-8-16,-1-2-19 0,2-4-6 0,2 2 0 15,0-7 2-15,-2 1 8 0,1-4-3 16,-5-2 4-16,5-9 2 0,-7 4-3 0,-2 1 2 16,0 0 2-16,-5 2 7 0,0 1-8 15,-2 4 4-15,-2 1-8 0,-2 1-16 0,-2 2-23 16,-6 5-22-16,1 0-31 0,-3 4-42 15,2 0-52-15,-4 2-70 0,-3 2-71 0,2 4-78 16,-3-1-86-16,6 3-150 0,0 0 29 16,5 1 77-16,3-1-429 0,0-1-457 15</inkml:trace>
  <inkml:trace contextRef="#ctx0" brushRef="#br0" timeOffset="67420.77">27282 10932 2574 0,'0'0'34'0,"0"0"59"0,0 0 58 16,0 0 32-16,0 0 17 0,0 0 18 15,-16 18 1-15,14-10-5 0,-2-1-11 0,1 2-14 16,1 1-18-16,-4 0-20 0,4 0-12 16,2 1-13-16,-1-3-15 0,-2 1-15 0,3-1-19 15,3-2-23-15,-2 0-28 0,-1-6-24 16,6 8-26-16,-6-8-20 0,11 1-13 0,-11-1-10 15,18-7-8-15,-7 0 8 0,0-1 8 16,3-2 18-16,0-4 7 0,0-2 22 16,1 1 15-16,3-7 21 0,-5 4 26 15,0 2 13-15,-3 3 11 0,-3 3 12 0,0 2 4 16,-4 1 4-16,1 3-1 0,-4 4 8 16,0 0 5-16,0 0 5 0,0 0 9 0,0 0 0 15,-14 33 2-15,7-13 2 0,-4 8-13 16,0 1 1-16,-2 4-3 0,2 2 2 0,-1-1 12 15,1 3 6-15,2 0 11 0,-3 0 5 16,1 0 7-16,1-1-1 0,-1-3-2 16,-2-1 5-16,3-3 2 0,-3-1 2 0,3-7 1 15,-2-4-159-15,5-4 0 0,-2 1 0 16,-1-3 0-16,-1-1 0 0,1-3 0 0,-2 0 0 16,3-4 0-16,-4 0 0 0,1 1 0 15,-1-3 0-15,-1-1 0 0,14 0 0 16,-28-5 0-16,13-1 0 0,-5-1 0 0,4-2 0 15,-4-3 0-15,3 1 0 0,-2 0 0 16,-4-8 0-16,6 6 0 0,2-2 0 16,-1 4 0-16,3-5-424 0,0 3-262 0,3 0-149 15,7 3-10-15,1-5 85 0,2 3-818 16,3-4-1021-16</inkml:trace>
  <inkml:trace contextRef="#ctx0" brushRef="#br0" timeOffset="67854.78">27634 10963 4382 0,'8'-5'51'0,"-8"5"36"0,0 0 36 0,0 0 38 0,0 0 39 16,0 0 29-16,0 0-2 0,0 0-6 0,4 14-27 16,-4-14-20-16,-4 15-19 0,4-8-15 15,-5 2-17-15,3-1-9 0,2 2-13 0,-1-4-10 16,1 4-19-16,-2-1-16 0,0-3-7 15,0 3-3-15,2-9-7 0,-4 12 0 0,4-12-7 16,0 8 1-16,0-8-5 16,0 0 0-16,10 4-1 0,-10-4-7 0,0 0 6 15,28-18-6-15,-14 5 4 0,-1 1 7 16,1 2 6-16,-5 1 2 0,0 1-3 0,3 1 7 16,-4 0-6-16,-1 2-2 0,1 2-3 15,-8 3-3-15,13-6-6 0,-3 5 3 0,-10 1-3 16,0 0-9-16,25 3 1 0,-25-3-8 15,14 4 2-15,-5 0 2 0,-2 0-5 0,0-1 1 16,-7-3-4-16,14 9 9 0,-8-4-9 16,-1-1-2-16,3 1 7 0,-8-5-12 15,10 6-31-15,-4-2-19 0,-6-4-37 16,11 5-38-16,-4-3-45 0,-7-2-54 0,14-2-74 16,-14 2-64-16,13-3-58 0,-6-4-76 15,2 2-68-15,0-5-113 0,-2 1 35 16,0-2-577-16,2-2-687 0</inkml:trace>
  <inkml:trace contextRef="#ctx0" brushRef="#br0" timeOffset="68103">28230 10372 3126 0,'0'0'-31'0,"0"0"66"0,0 0 67 0,15 15 59 15,-8-4 50-15,4 2 56 0,6 13 38 16,2 4 35-16,6 7 3 0,-2 6 0 15,2 1-3-15,-5 4-11 0,-1 2-11 16,-7 5-23-16,-11 1-22 0,1 3-25 0,-11-3-23 16,-2-2-25-16,-7 4-18 0,0-5-19 15,-5-3-17-15,-4 0-30 0,-3-7-28 0,-1 1-41 16,-1-5-48-16,-1-3-68 16,-1-5-75-16,7-7-88 0,1-2-111 0,-1-2-132 0,0-4-159 15,6-6-208-15,2-1 79 0,4-3 81 16,4 0-674-16,-1-4-811 0</inkml:trace>
  <inkml:trace contextRef="#ctx0" brushRef="#br0" timeOffset="70935.97">30377 6855 3545 0,'9'-6'-143'0,"0"0"18"0,-1 0 20 0,2 1 20 0,-1 1 36 0,-2 0 31 16,2 0 31-16,-2-1 23 0,-2 2 18 0,1-2 12 15,-6 5 10-15,10-5 3 16,-10 5 6-16,8-7 5 0,-8 7-4 0,0 0-5 15,7-7 2-15,-7 7 2 0,0 0-7 16,4-5 0-16,-4 5-7 0,0 0-7 0,-4-9-5 16,4 9-7-16,-11-7-6 0,1 2-6 15,-1 0-3-15,-7 0-5 0,-4-2-6 16,-10 0 2-16,-7-1-2 0,1-1-7 0,0 2 0 16,-4-3 2-16,2 2-3 0,0-1-2 15,-3 1-4-15,4-4-3 0,1 5 4 16,4-4-3-16,0 4 3 0,1-1-2 15,5 3-3-15,3 1 5 0,0 0-3 0,-2 3-8 0,-4 1 8 16,3 0-2-16,-12 1 0 16,0 2 4-16,1 0-5 0,2 2-3 0,1-1 2 15,0 2-3-15,1 0 2 0,7 0 1 16,3-2-6-16,0 1 5 0,0-3-2 0,2 4 1 16,-1-2-4-16,1 0 5 0,-2 2-2 15,2 0 1-15,-2-1 1 0,-1-1-2 16,1 2 4-16,-7 2-6 0,1 5 2 0,1-5 0 15,-1 6-4-15,4-7 2 0,-1 3 1 16,-3 2-2-16,1-2 6 0,5-1-4 0,3-1 0 16,0 1 0-16,1-1-2 15,0-1 3-15,1 3 0 0,-2 0-1 0,3 0 5 0,-10 1-2 16,9 1-1-16,1-2-2 16,-8 5 3-16,0-2-6 0,0 3 2 0,-2-2 0 15,3 1 1-15,0-1-2 0,-1 4 1 16,-2-1 7-16,4 1-9 0,1 0 6 0,-3 0 2 15,5 0-2-15,-2-1 2 0,5 0 1 16,4-5 1-16,0 1-8 0,2 1 7 0,-1 1 2 16,5 1-6-16,-3-2 11 0,6 1-7 15,-1-2 1-15,1 1-1 0,2 2-1 16,-1-1 3-16,3-1 6 0,2-1 3 0,0 3 2 16,0-3 5-16,4 4 8 0,3 3 7 15,-1-1 4-15,3 1 9 0,7 6 5 0,-2 0 1 16,8-3-5-16,1 1 1 15,2 1-4-15,-3 0-5 0,5-1-3 0,-1-2-8 16,10 2-1-16,-7-2-1 0,-2-2-6 16,0 0 0-16,-1-1-5 0,3-4-2 0,-4 1-1 15,-5-3 0-15,5 3-7 0,-3-6 4 16,-1 1 0-16,-5-3-7 0,6 2 6 0,1-3 0 16,-1-1 8-16,8 5 3 0,3-2 5 15,-7-2 2-15,1-2-7 0,7 2 4 0,3 0 2 16,0-2-1-16,-7-2 1 0,-3 1 1 15,1-2 0-15,0-1-5 0,1 0 2 16,-1 1 0-16,3 0 4 0,-3 0-9 16,11-1-3-16,-3 1 4 0,4-2-2 15,0 2 17-15,-3 0-17 0,2-1 1 0,3 1-6 16,2 1 1-16,0-2-9 0,2 2 7 16,1 1 0-16,3 0-3 0,13 0 0 0,0 1 2 15,3 3 2-15,-1-2-12 0,-1 2 2 16,-3 3 10-16,-1 1-15 0,-1-2-2 0,-8-2-2 15,-6 3 0-15,-4-5 0 0,1 2-1 16,-1 1-1-16,-3-3 7 0,-2 3-3 0,-2-2-5 16,0 0 2-16,0-1-4 15,-3-3 6-15,4 4 2 0,1-1-2 0,0-3-3 16,3 4-2-16,2-2 4 0,-1-1-2 16,1 2 5-16,0 0-4 0,1-1-2 0,-3 0-2 15,0 2 2-15,-1-2 0 0,-2 0 2 16,-5-1-1-16,-7 1-4 0,1-2-6 0,2 0-1 15,-5 1 3-15,5-1-2 0,0 0 4 16,0-1-2-16,1 0 11 0,-1 0-10 0,13-1 6 16,1 1-7-16,0-2-4 0,3 0 7 15,0 2-2-15,-3-2 4 0,4 2 2 0,-4-4-5 16,3 4 3-16,-7-2 0 0,-10 0-4 16,0 0-7-16,0 0 3 0,-6 0-2 15,2 0-1-15,-2 0 5 0,0-2 0 16,-2 0-1-16,2 0 4 0,-2 1-1 0,-1-1 1 15,0 0 6-15,0-1-3 0,-4 0 0 16,4-3 2-16,-3 1-1 0,1-1 2 0,0 0-7 16,0 0 7-16,-1-1 1 0,2-3-3 15,1 1 1-15,-5 0 1 0,0 1 0 16,0-1-2-16,-1-2 1 0,0 3 2 0,-1-2 3 16,0-2-5-16,-1 2 0 0,-1-1 0 15,0-1 3-15,2 0-4 0,-4 1 0 0,6-5 0 16,-5 5 2-16,-2-3-3 0,1-2 3 15,-1 0 2-15,-1 0-5 0,2-2 0 0,-4-4 16 16,1-2-4-16,0 0-1 16,-4-4-2-16,0-10 1 0,-2 2-2 0,0 5-1 15,-2-3 0-15,3 5 2 0,-1 4-5 16,-5 0-2-16,3 1-1 0,-3-6 3 0,-4 2-4 16,3 6 1-16,-2 3 1 0,-1 0-4 15,-4-5 4-15,-2 2-2 0,-4 3-2 0,-2-2 4 16,0 3 0-16,-6-2-3 0,-3 4 3 15,-3-2 0-15,-1 1 2 0,0 4 3 0,-3-2-6 16,-8-1 3-16,6 3 1 0,-7 1-2 16,8 1 2-16,-2 2 1 0,2 0-1 0,2 3 2 15,-3-2-1-15,2 0 5 16,-3 2-3-16,1-3 2 0,-2 3 0 0,1 1-2 16,0-2 4-16,-5 2-1 0,1-1-3 15,0 2 1-15,-4-3 2 0,7 4 0 0,-5-1 1 16,3-1-3-16,0 2-5 0,4-1 7 15,-4 3-6-15,13-1-10 0,4 0-20 16,1 2-29-16,6 0-32 0,2-1-33 0,4 1-51 16,0 1-61-16,2 1-66 0,1 3-54 15,0 0-54-15,0 2-92 0,1 2-160 0,6 0 52 16,-3-1-430-16,5 2-511 16</inkml:trace>
  <inkml:trace contextRef="#ctx0" brushRef="#br0" timeOffset="78517.28">29080 10955 2907 0,'0'0'11'0,"-9"-3"28"0,9 3 25 0,-8-4 38 0,8 4 35 0,0 0 22 0,-11-4 16 16,11 4-6-16,0 0 0 0,-8-5-4 15,8 5-12-15,0 0-17 0,0 0-14 0,33-5-13 16,-7 3-15-16,12-2-3 0,4 4-13 16,6 0-9-16,-3 0-17 0,3-2-26 15,-2 2-20-15,0 0-37 0,-3 0-47 16,-10 0-40-16,-9 0-54 0,0 0-49 0,-9 2-50 15,-4-2-59-15,-1 0-73 0,-10 0-134 16,0 0 12-16,0 0-273 0,0 0-287 0</inkml:trace>
  <inkml:trace contextRef="#ctx0" brushRef="#br0" timeOffset="78850.92">29389 10699 2404 0,'-6'-18'87'0,"1"2"21"0,1 4 24 16,0 3 27-16,2 1-1 0,0 0-7 0,2 8-21 15,-2-5-13-15,2 5 31 0,0 0 28 16,-7 17-3-16,5 1-6 0,-2 6-4 0,0 11 5 16,1 4-1-16,-1-2-14 0,-3 3-14 15,6 3-10-15,-1-2-10 0,0 2-11 16,0-4-12-16,2-1-8 0,-2-7-8 0,2-3-3 15,-2-5-11-15,2 3-9 16,0-7-4-16,0-1-6 0,0 1-2 0,-1-3-7 0,1-2-7 16,-2-5-8-16,2 2-26 0,0-2-23 15,0-1-22-15,0 1-26 0,0-2-19 16,0-7-30-16,0 10-27 0,0-10-50 16,0 9-52-16,0-9-52 0,3 5-63 0,-3-5-60 15,0 0-122-15,0 0-14 0,0 0 46 16,24-10-252-16,-17 5-259 0</inkml:trace>
  <inkml:trace contextRef="#ctx0" brushRef="#br0" timeOffset="79617.85">30436 10778 2167 0,'11'-14'24'0,"-2"4"23"0,-1-2 28 0,0 5 38 0,-1 0 33 16,-3 2 20-16,-1 0-3 0,-3 5-7 0,9-7-24 15,-9 7-20-15,0 0 11 16,0 0 22-16,0 0 12 0,-10 24-3 0,-1-5 4 16,-7 8 0-16,1 2 6 0,-2 0 0 15,-10 4-10-15,6-6-5 0,-5 10-5 0,-3-1-7 16,-1-4-3-16,-1 1-6 0,9-9-1 16,-4-2-3-16,-1-1-12 0,0-3-7 0,1-1-5 15,-1-1-15-15,2-3-7 0,2-1-3 16,6-4-3-16,-1-2-12 0,2 0-5 15,3-3-8-15,0-1-3 0,2 0-22 0,-1-4-5 16,-1-3-16-16,3-2-12 0,3-4-18 16,1 0-8-16,3-5-3 0,3 0-3 0,2-1-1 15,0 0 1-15,2 1 2 0,2-2 3 16,-4 7 5-16,1-2 4 0,3 1 3 16,-2 2 3-16,0 2 1 0,0-1 1 15,0 2 1-15,-2 7 0 0,5-12 5 0,-2 7 6 16,2 2 9-16,-5 3 1 0,13-7 5 15,-1 2 0-15,1 4 3 0,-2 0 3 0,3-3 3 16,-1 3 9-16,-13 1-6 0,21-4 0 16,-11 3-2-16,-10 1-3 0,15 0-1 0,-15 0 0 15,0 0 5-15,24 3 2 0,-19-1-1 16,2 3 3-16,1 0-3 0,2 2 16 16,-3 0-10-16,4 3 2 0,3 0-1 15,1 2-2-15,1 0-4 0,-1 0-2 16,0 2-3-16,0-2 3 0,1 0-3 0,-3 1 0 15,2-1-2-15,-4-3-3 0,2 2 2 16,-1-1-3-16,-2-2 0 0,1 0 0 0,1 2-1 16,-3-3-2-16,-2-1-1 0,4 0 12 15,-2 0-13-15,-2 0 2 0,1-4-3 0,-8-2 5 16,13 7-4-16,-7-5-19 0,-6-2-24 16,14 4-23-16,-14-4-36 0,0 0-52 0,16-2-52 15,-16 2-83-15,11-2-68 0,-11 2-85 16,11-3-123-16,-11 3-98 0,0 0 49 15,0-6-429-15,0 6-512 0</inkml:trace>
  <inkml:trace contextRef="#ctx0" brushRef="#br0" timeOffset="80118.67">30422 10442 2805 0,'-15'-17'-82'0,"-1"3"8"0,2 4 16 0,-4 5 30 0,-3 1 42 0,-5 6 33 0,-19 5 39 16,-6 12 22-16,-7 8 23 0,4 7 24 0,-17 16 15 15,1 4 14-15,-1 5 6 0,5 10-6 16,5-2 2-16,6 4-21 0,3-1-17 0,7 2-10 16,8 2-11-16,13-15-14 0,10 5-10 15,10-3-10-15,8 3-10 0,5-3-7 0,10-2-11 16,4-6-34-16,6-3-21 0,3-4-18 16,3-7-10-16,1-4-4 0,1-8-4 15,6-4 2-15,-7-9 5 0,4-6 5 16,6-4 1-16,-1-6 1 0,12-5 0 15,-1-8 2-15,-3-6 2 0,-2-10 7 0,10-19 2 16,-2-7 2-16,0-6-2 0,-3-11 2 16,-2-5-4-16,-6-8 4 0,4 2-7 0,-6-7-10 15,-8 5-10-15,-4 0-6 0,-14 25-2 16,-13 3-5-16,-5 16-11 0,-9 8-24 0,-11 5-12 16,-9 8-16-16,-11 8-30 0,-17 8-29 15,-10 4-26-15,-10 8-20 0,-25 8-34 0,-1 9-40 16,0 4-54-16,6 7-145 0,1 6-12 15,7 6 41-15,11 5-96 0,5 1-47 16</inkml:trace>
  <inkml:trace contextRef="#ctx0" brushRef="#br0" timeOffset="80435.25">29382 12153 1922 0,'-20'-2'334'0,"5"1"-8"0,5-1-9 0,10 2 2 0,-15-1-5 0,15 1-4 16,0 0-16-16,0 0-24 0,0 0-24 0,36-14-21 15,2 9-24-15,10-1-20 0,13-2-21 16,4-2-15-16,1 0-36 0,2 2-24 0,-2 0-31 15,-3-2-32-15,0-1-41 0,-6 5-35 16,-11-1-35-16,-6 0-27 0,-4 2-32 0,-7-1-18 16,-9 2-29-16,-2 4-30 0,-5-3-36 15,-1 2-38-15,-3 1-55 0,-9 0-66 16,14 0-115-16,-14 0 2 0,0 0-290 16,0 0-310-16</inkml:trace>
  <inkml:trace contextRef="#ctx0" brushRef="#br0" timeOffset="81285.95">29082 12192 2291 0,'-41'-3'135'0,"2"-4"36"0,1 2 18 0,11-1 8 0,7 0 11 0,4 3 17 0,1-2-3 0,9-1-9 0,4 1-11 15,2 5-13-15,25-18-17 0,15 5-17 16,23 3-15-16,10 2-16 0,9-3-15 0,6 5-12 16,25-5-20-16,-4 3-20 15,-23 1-16-15,-1-1-14 0,-5-1-8 0,-1 0-5 16,-7-3-10-16,-5 6-5 0,-8-3-4 15,-17 1-9-15,-6 2 4 0,-9 0-2 0,-9 1 1 16,0 2-4-16,-11 0 3 0,1-1-4 16,-8 4 4-16,0 0-2 0,-22-6 4 0,-1 4 2 15,-15 0-4-15,-9 0 9 0,0-1-4 16,-4 3 13-16,-1 0 8 0,0-1 12 0,3 1 1 16,3-3 16-16,6 3 6 0,12 3-3 15,6-3 3-15,8 1-6 0,4 0-4 16,10-1-3-16,-1 8-3 0,1-8-2 15,34 8-4-15,2-3-4 0,3 1-8 16,8-6-13-16,0 1-2 0,1-1 1 0,-5-1-1 16,0-2-1-16,-5 3 6 0,-10-3-2 15,-6 2 1-15,-10-1 5 0,1 0 1 0,-2 0 8 16,-6 0-2-16,-5 2-1 0,0 0 2 16,0 0-3-16,0 0 4 0,-23-14-8 0,10 11 1 15,-5 2-2-15,4-2-6 0,0 1-27 16,1 0-30-16,-1 2-36 0,14 0-41 0,-25-2-46 15,12 2-40-15,-2-2-38 16,1 2-34-16,0 0-48 0,-8 2-74 0,3-2-140 0,-8 0-10 16,5 0 52-16,-7 2-233 15,3-2-233-15</inkml:trace>
  <inkml:trace contextRef="#ctx0" brushRef="#br0" timeOffset="86018.6">22028 4816 895 0,'0'0'193'0,"5"-5"-36"0,-5 5-31 0,9-6-8 0,-5 2 1 15,5 0 0-15,-9 4 5 0,12-5-1 16,-6 2 14-16,-1-3 14 0,-5 6 9 16,11-5 7-16,-11 5 8 0,7-5-2 0,-7 5 1 15,7-5-8-15,-7 5-7 0,0 0-13 16,0 0-15-16,0 0-8 0,10-5-14 0,-10 5-11 16,0 0-6-16,0 0-12 0,4-7-8 15,-4 7-10-15,0 0-6 0,-14-13-6 16,5 7-5-16,-5 0-5 0,0-1-8 0,-6-2 1 15,2-1-4-15,-5 3-1 0,1 2-9 16,-3 0 1-16,5 0-2 0,-1 3-5 0,0 0 2 16,-2 0-6-16,2 4 2 15,2 0-8-15,-4 1-1 0,2 2-7 0,-2 1 0 16,4 2 4-16,-1 1-2 0,-2-1 1 16,-5 6-3-16,3 1-2 0,3-3 5 0,-4 5-4 15,6 0 0-15,-1-1 2 0,0-2 0 16,6-1-2-16,3-1 4 0,0 3-2 0,3-8-3 15,0 5 3-15,5 0-2 0,1-1-4 16,2 1 5-16,2 2 1 0,1 1 4 16,3-1-3-16,0-1 1 0,2 1 0 0,-3 0 1 15,3 0-2-15,-3 0 2 0,2-4-2 16,-4 0 7-16,1-1-1 0,0 1-6 0,-2 0 2 16,1-1 3-16,-3 1-2 15,2 0 2-15,-2 1 0 0,0-3 5 0,0 2 1 16,-2 2 4-16,1 1 1 0,-3 1-3 15,-2 1 0-15,3-1 1 0,-3 3 3 0,0 2-4 16,-4-2-1-16,1 2 5 0,-1-1-6 16,1 1 5-16,-2-2-6 0,0 2 2 0,-5 5 1 15,0-4-2-15,0 1 4 0,-6 1 12 16,3-3 4-16,-3 1-6 0,-1-1-1 16,-2-4-3-16,0 2-2 0,4-5 1 0,-5 2 1 15,2-2-4-15,3-2-1 0,3-3 2 16,-2 1-2-16,6-1-2 0,-2-3-1 0,5 1 2 15,-1-2 13-15,4 1 9 16,8-4 10-16,-14 3 5 0,14-3-6 0,0 0-5 16,0 0-4-16,0 0-3 0,-16-9-3 15,16 9-5-15,5-12 0 0,-5 12-6 0,14-12 1 16,-4 6-8-16,-1 1 1 0,3-1-2 16,-1 1 1-16,0 3-2 0,1 1-4 15,-12 1 2-15,20 3 0 0,-8 1-3 0,1 4-1 16,-3 1 0-16,0 3 3 0,-3 0 0 15,-1 3 0-15,-3 0 2 0,-5 2-3 16,2 4 1-16,0 1 2 0,-11 7 3 0,2 2 2 16,-5 0 7-16,-1-1 14 0,-8 6 4 0,-2 1-10 15,4-6 9-15,-3 7-6 0,-1-3 0 16,6-6 1-16,0 0-3 0,2-3 0 16,-1-1-5-16,2-1-3 0,6-5-1 15,-2-2-5-15,7-3 1 0,-1 1 1 0,3-1 0 16,-1-1 10-16,4-2-7 0,0 1 4 15,4-2 6-15,-1 0-9 0,6 1-2 16,4-3 4-16,-2 1-4 0,-2-3-3 0,5 1 12 16,0-2-11-16,2 1 0 0,1 0-6 15,-1-3 2-15,-4 0-2 0,2 0 5 0,-3-1-5 16,0 0 1-16,3 0 2 0,-14-2-2 16,15 2-6-16,-15-2 3 0,12 3-1 15,-12-3-1-15,0 0-10 0,15 1-25 16,-15-1-32-16,0 0-46 0,14 2-47 0,-14-2-77 15,0 0-90-15,0 0-89 0,7-6-120 16,-7 6-155-16,0 0 48 0,0 0-473 0,-4-10-579 16</inkml:trace>
  <inkml:trace contextRef="#ctx0" brushRef="#br0" timeOffset="87033.06">19860 5517 2860 0,'-13'-4'-95'0,"0"2"33"0,0-1 33 0,2 1 28 16,-1 0 27-16,2 0 26 0,10 2 19 0,-17-3 23 16,9 3-1-16,8 0 2 0,-13-3 3 15,13 3 1-15,0 0-5 0,0 0 6 0,0 0 10 16,0 0-4-16,0 0-12 16,49 0 3-16,-8 3-13 0,2-3-7 0,6 1-5 0,-4 1-5 15,3 0-6-15,-5 0-6 0,2-2-13 16,-6 0-16-16,-6 0-30 0,-7 0-34 15,-4 0-55-15,-6 0-61 0,2 0-74 16,-9 0-112-16,4 0-183 0,-13 0-27 0,16-2 51 16,-16 2-167-16,0 0-161 0</inkml:trace>
  <inkml:trace contextRef="#ctx0" brushRef="#br0" timeOffset="87237.87">19713 5738 1914 0,'-16'8'56'0,"4"-4"20"16,1-1 31-16,5 1 32 16,6-4 35-16,-9 4 27 0,9-4 9 0,0 0 4 15,0 0-9-15,0 0-19 0,0 0-16 16,38-6-22-16,-13 4-8 0,-1-3-19 16,15-1-15-16,0 2-42 0,6-2-52 0,-2 0-67 15,0 4-72-15,6-4-71 0,-4 3-97 16,1-1-151-16,-3 0-109 0,-4 1 56 0,-6 0-205 15,-8-1-196-15</inkml:trace>
  <inkml:trace contextRef="#ctx0" brushRef="#br0" timeOffset="87565.76">20524 5375 2108 0,'0'0'117'0,"-6"-9"39"0,6 9 28 0,-2-8 15 16,2 8 2-16,0 0-11 0,0-10-18 16,0 10-4-16,0 0-4 0,0 0 2 0,29 6-6 15,-12 3-13-15,9 10-11 0,-1 2-9 16,2 4-10-16,2 10-4 0,-2 2 5 0,-11-4-11 16,4 8-4-16,-8-8-1 15,-1 1 0-15,-6 0-2 0,-5-6-4 0,0-5-9 16,-3 1 2-16,-8 8-6 0,0-3-6 15,-4-3 2-15,-2-1-18 0,-3-1-8 16,0 0-2-16,-3-3-10 0,0-1-32 0,0-1-42 16,-3-1-63-16,-1-3-63 0,0 1-90 15,6-7-98-15,-6 7-125 0,2-10-211 0,9 1 42 16,0-1 63-16,3 1-349 0,6-4-407 16</inkml:trace>
  <inkml:trace contextRef="#ctx0" brushRef="#br0" timeOffset="94664.67">17868 5784 1304 0,'-5'-5'212'0,"1"-3"-42"0,2 0 9 0,2-2 10 0,-3-1-3 16,1 1-8-16,-2-4 13 0,4 3-3 0,-2-4 15 16,2 1 14-16,0 2 3 0,0-3 1 15,0 1-2-15,0 2 0 0,0 3 1 0,0-2-11 16,0 2-12-16,0 9-19 0,-1-12-11 15,1 12-23-15,0 0-15 0,0 0 7 0,-16 26 5 16,3 3-18-16,-8 12-10 0,0 3-9 16,0 3-10-16,0 2-9 0,1-2 8 0,4 0-4 15,-4-5-10-15,9-6-8 16,2-4-9-16,1-2-5 0,0-7-5 0,7-6-9 16,-3-5-3-16,0-2-1 0,2-1-1 15,2-5 3-15,0-4-1 0,0 0-4 16,0 0-1-16,19-27 5 0,-5 0 5 0,-3-2-3 15,4-2-2-15,-4-6-6 0,7-9 0 16,-1 0-7-16,-2-5 4 0,0-2-10 0,1 1-1 16,-1 4 1-16,0 15-4 0,-5 1 11 15,-5 11 7-15,2 4-9 0,-4 2-9 0,3 5-3 16,-2 5 0-16,-3 1 1 0,-1 4-5 16,0 0 2-16,17 14 4 0,-7 0-10 0,7 9 6 15,0 1 1-15,3 5-8 0,-2-4 9 16,5 0-3-16,4 0-1 0,-2-1-6 15,1-2 5-15,-1-4-3 0,-6 2-2 16,1-8 1-16,-7-4-1 0,-2 2 3 0,-5-5 1 16,3-1 3-16,-1-1 6 0,-8-3-5 15,12-1 2-15,-12 1-2 0,13-11 2 0,-8 1 0 16,1-4-4-16,0-6-5 0,0-3 1 16,-1-10-2-16,3-4-4 0,-5-3 3 15,3 1-10-15,0 1-31 0,2 6-22 0,-4 5-23 16,-1 8-23-16,-1 1-33 0,2 7-37 15,-2 1-45-15,-1 0-54 0,-1 3-46 0,3 5-29 16,-3 2-36-16,0 0-48 16,0 0-52-16,0 0-99 0,0 0-62 0,0 0 41 15,0 0-357-15,2 25-440 0</inkml:trace>
  <inkml:trace contextRef="#ctx0" brushRef="#br0" timeOffset="95014.64">18463 5525 2523 0,'0'0'-53'0,"0"0"34"0,-7 17 32 0,3-7 34 0,4 2 24 0,-3 2 22 0,-1 3 15 16,2 0 28-16,2 0 1 0,0 3 1 16,2-3 4-16,2 1 2 0,-1-3 10 15,3 4-8-15,1-1-10 0,4-4-8 16,-2 1-7-16,2-1-12 0,3-5-8 15,-3-1-22-15,1 0-4 0,3-3-8 0,-4-1-4 16,1-1-3-16,1-3-9 0,-13 0 3 16,17-2-8-16,-8-3 4 0,-3-4-7 0,-1 1-14 15,2-5 5-15,-5-1-5 0,-2-3-4 16,0-5-5-16,-4-1-3 0,-1 0-5 16,4 1-10-16,-5 1-9 0,4 4-19 0,-1 4-33 15,-5 1-43-15,3 3-45 0,-4 4-35 0,0 2-31 16,2 1-44-16,7 2-54 15,-20 2-59-15,9 1-141 0,4 0-23 0,-3 2 42 16,2-1-161-16,5-1-150 0</inkml:trace>
  <inkml:trace contextRef="#ctx0" brushRef="#br0" timeOffset="95414.88">19012 4969 2011 0,'-3'-15'119'0,"-1"1"39"0,-2 4 42 0,5 1 24 0,-3 1 6 0,0 4-12 0,4 4-29 0,-5-5-19 16,5 5 12-16,0 0 14 0,-16 31-6 15,5 3-10-15,-1 12-6 0,1 11-6 16,0 5-9-16,2 4-9 0,4 8-13 0,3 0-15 16,-2 2-11-16,8-4-9 0,-2 1-11 15,1-6-7-15,1-4-21 0,2-5-25 0,-3-11-30 16,0-6-23-16,1-3-22 0,-2-9-15 15,0-7-19-15,-1-1-26 0,-1-4-27 0,0-1-33 16,2-7-34-16,-2 1-44 0,2-8-50 16,-2-2-58-16,0 0-39 0,0 0-78 15,0 0-88-15,11-31 40 0,-6 9-230 0,0-10-229 16</inkml:trace>
  <inkml:trace contextRef="#ctx0" brushRef="#br0" timeOffset="95681.61">18937 5360 2070 0,'-4'-12'35'0,"2"-2"34"16,0 5 34-16,-1-1 34 0,3 3 29 0,-2-1 15 16,2 8 3-16,2-9-13 0,-2 9-17 15,0 0-12-15,9-5-12 0,-9 5-3 16,0 0-9-16,14 14-10 0,-3-2-7 0,-2 0-17 16,-2 3-4-16,4 2-8 0,0-1-3 15,-4 1-10-15,-2 1-6 0,-1-1 1 0,1 0-6 16,-5-1-6-16,-5 2 1 0,1 3-9 15,-5-1 1-15,2-1-2 0,-5-2-5 0,1-3-4 16,0 1-28-16,0-5-26 16,0 1-32-16,2-6-45 0,-1-2-37 0,3-3-51 15,7 0-55-15,-16-8-66 0,10-1-108 16,1-3-138-16,3-2 44 0,0 1-211 16,2-3-220-16</inkml:trace>
  <inkml:trace contextRef="#ctx0" brushRef="#br0" timeOffset="96331.33">19274 5278 1912 0,'2'-5'-43'0,"-2"5"29"0,0 0 23 0,1-7 11 0,-1 7 7 0,0 0 21 16,0 0 23-16,0 0 15 0,-11 15 8 0,1-1 11 15,-1 1 6-15,-7 12 2 16,0 2 5-16,0 0 3 0,2 0 13 0,2 0 2 15,5 2 6-15,1-7-4 0,5-4-6 0,0-3 2 16,3-2 2-16,0 3-7 0,5-5-4 16,0 3-8-16,4-5-10 0,2-2-8 15,3 0-12-15,3-4 0 0,0-1-12 16,1-3-6-16,0-2-10 0,6-5-5 0,-3 1 0 16,-3-5-7-16,5-6-2 0,1-3 3 15,-10 3 2-15,-2-3-2 0,-4 0-4 0,-3-3-4 16,1-3-7-16,-6 0-2 0,-6-10-4 15,3 4-5-15,-7 8-3 0,-2-5-4 16,-1 11-7-16,-1 5-1 0,-6 2-10 0,-1 6-21 16,0 3-21-16,-1 1-29 0,-5 3-22 15,2 2-45-15,2 2-33 0,1 0-30 16,8 0-32-16,1 1-37 0,1-1-40 0,1-2-62 16,5 2-105-16,1-2-46 0,4 0-261 15,1-5-274-15</inkml:trace>
  <inkml:trace contextRef="#ctx0" brushRef="#br0" timeOffset="97064.43">19073 5697 2099 0,'-11'7'94'0,"2"-4"34"0,1 1 33 0,0 0 35 0,8-4 19 0,-9 2 20 0,9-2 17 15,0 0 3-15,0 0-4 0,0 0-15 16,0 0-16-16,0 0-22 0,13-16-19 0,1 7-21 16,-1 1-12-16,2-4-14 0,0 0-10 15,1 1-11-15,-1-2-5 0,-1 1 1 0,-2 0 4 16,0-4 9-16,-6 3-18 0,0-3-3 15,-3-1-11-15,-1-8-2 0,-4 4-15 16,0-4-10-16,-3 1 0 0,-3 5 3 16,-2-3-8-16,1 7-5 0,-1-1 17 0,-5 3-33 15,2 4 3-15,-3 2-8 0,4 2-3 16,-8 2 1-16,7 2-4 0,1-1 7 16,-1 0-16-16,13 2-2 0,-17-2-5 0,17 2-1 15,-13-2-2-15,13 2 6 0,0 0-2 16,0 0 0-16,0 0 3 0,22-17-10 0,11 5 2 15,5-1 2-15,9-4 1 0,3-1 0 16,2 1 0-16,-7-1 4 0,-4 6-8 0,-9 1 4 16,0 1 21-16,-8 2 19 0,-2 2-3 15,-7 5-7-15,-4-1-1 0,-11 2 4 0,18 3-6 16,-9 3 12-16,-3 4 10 0,-1 4 9 16,-3 1 1-16,2 2-7 0,-1 2-3 15,-1 0-6-15,-1 3-1 0,1 2-10 16,0-2 3-16,2 2-6 0,-1 1-2 0,-1-7-4 15,2 3-4-15,0 0-7 0,-2-3-24 16,-1-1-34-16,-1-3-54 0,0-1-58 16,5-1-62-16,-1-1-61 0,-1-2-79 0,5-4-75 15,-1 3-68-15,3-6-71 0,1-4-90 16,5-3-48-16,-3-2 63 0,5-5-484 0,4-5-595 16</inkml:trace>
  <inkml:trace contextRef="#ctx0" brushRef="#br0" timeOffset="97364.24">19799 5312 3031 0,'0'-10'-32'0,"0"1"53"0,0 2 40 0,0 7 48 0,-5-10 18 0,5 10 12 0,-6-5 7 0,6 5 0 0,0 0-3 16,0 0-5-16,-12-4-5 15,12 4 0-15,0 0-6 0,0 0-5 0,0 0 0 16,0 0 3-16,0 0 0 0,0 0-8 16,0 0-7-16,12 22-12 0,-12-22-9 0,20 4-8 15,-7-4-1-15,1 0-11 0,-14 0-8 16,29-2-2-16,-15-1-7 0,-1 1-1 0,1-3 6 15,-5 2 19-15,0-4 10 0,1 0-11 16,-4-3 4-16,-2 1-12 0,-4-5-4 0,0 0-5 16,-2-1-9-16,-2-1-6 15,-3 0-7-15,-4 1-7 0,2 5-6 0,-2 1-3 16,-5 1-33-16,2 5-28 0,-6 3-37 16,1 5-45-16,-3 3-56 0,-7 8-72 0,4 1-94 15,4 2-89-15,1-5-125 0,6-2-118 16,3-3 41-16,2-3-455 0,7 0-562 15</inkml:trace>
  <inkml:trace contextRef="#ctx0" brushRef="#br0" timeOffset="97614.21">20154 4574 3250 0,'-2'-21'95'0,"0"4"57"16,2 2 34-16,-1 5 14 0,-1-1-6 15,0 7-26-15,2 4-17 0,0 0-2 16,0 0 14-16,0 0 0 0,-16 36-15 0,13-1-14 16,-1 1-10-16,0 3-13 0,4 7-11 15,4-2-9-15,1 13-6 0,1-5-8 0,1 3-7 16,2-1-46-16,-2-2-40 0,0-10-46 16,-3-1-35-16,1-1-53 0,-3 0-63 0,-4-3-57 15,-5 3-55-15,-2-4-70 0,0-2-107 16,-5-3-104-16,7-8 41 0,-3-6-331 15,8-5-378-15</inkml:trace>
  <inkml:trace contextRef="#ctx0" brushRef="#br0" timeOffset="97780.8">20129 5266 2395 0,'2'-28'11'0,"-2"6"54"0,-4 5 54 16,4 2 54-16,-3-2 29 0,-1 3 28 0,0 2 19 16,2 1 0-16,1 2-2 0,-2 0-13 15,-1 4-16-15,4-3-26 0,0 8-23 0,-2-14-22 16,2 14-17-16,4-11-25 0,1 5-44 15,-5 6-43-15,14-8-63 0,-1 4-78 16,3-1-84-16,2 2-72 0,-6-1-93 0,8 1-136 16,-4-1-102-16,0 3 53 15,3-3-298-15,-4-3-339 0</inkml:trace>
  <inkml:trace contextRef="#ctx0" brushRef="#br0" timeOffset="98147.37">20360 4954 2356 0,'-5'5'26'0,"5"-5"17"0,-5 5 22 16,5-5 26-16,0 0 20 0,0 0 17 0,0 0 30 15,0 0 16-15,0 0 10 0,0 0-14 16,21 5-13-16,-21-5-13 0,23-5-16 16,-8 1-7-16,3 3-5 0,-5-4-5 15,2-1-3-15,-2 0-2 0,1 1-4 0,-5-1-2 16,1 0 4-16,0-2-9 0,-7 2-10 15,3-1-5-15,-4-1-9 0,-2 8-11 0,2-10-8 16,-2 10-6-16,-6-8-3 0,6 8-6 16,-16 0-5-16,16 0-5 0,-25 6 1 0,5 4-4 15,3 0-3-15,-10 5-3 0,5 3 2 16,4-3-4-16,5 0 1 0,1 2-4 16,5 1-4-16,-1 0 3 0,5-2-2 0,3-3 2 15,0 4 2-15,3-3-6 0,3 1-8 16,3-1-34-16,5 2-45 0,3-3-61 0,0-2-83 15,6-3-89-15,-1-2-104 16,3-4-117-16,4 0-102 0,-10-2 59 0,5-2-344 0,-6-2-401 16</inkml:trace>
  <inkml:trace contextRef="#ctx0" brushRef="#br0" timeOffset="98630.45">20817 5097 2678 0,'-12'4'100'15,"1"-2"51"-15,11-2 51 0,0 0 42 0,-25-4 20 16,25 4 6-16,-14-2 3 0,14 2-3 16,-16-2-14-16,16 2-12 0,-15-4-17 0,15 4-15 15,-8-2-25-15,8 2-15 16,0 0-16-16,-13-6-22 0,13 6-10 0,-6-5-6 16,6 5-18-16,-5-10-11 0,1 2-12 15,1-3-10-15,0-4-5 0,1-2-13 16,-4-5-6-16,3-2-10 0,-5-9-4 0,3 2-2 15,-4 6-7-15,6 6-3 0,-3-3-6 16,1 7-5-16,-4 1 1 0,4 3-4 0,-3 2-5 16,3 2 0-16,-6 2 0 0,0 5-6 15,2-2 6-15,9 2 3 0,-21 4-16 0,14-3-2 16,7-1-12-16,-11 4 4 16,11-4 6-16,-5 5-1 0,5-5 4 0,0 0 4 15,0 0 7-15,32-3-9 0,-12 1 6 16,5-2 0-16,-6-1-2 0,5 4 3 0,-3-1 3 15,1 0-4-15,-8 2 8 0,4 0-8 16,-3 0 2-16,0 4 1 0,0 1 4 0,1 2 3 16,-3 0 0-16,1 2 5 0,-3 0-3 15,-2 2-2-15,1 2 4 0,-1-2-6 16,-1 3 3-16,-3 1-1 0,4 3 3 0,-6-3-2 16,5-1 1-16,-5 1-23 0,-1-1-38 15,2 1-58-15,1 2-64 0,-4-1-69 0,5 0-84 16,-4 0-80-16,1 1-97 0,1-2-173 15,2-4 17-15,-1 1 77 0,5-4-400 0,0 2-464 16</inkml:trace>
  <inkml:trace contextRef="#ctx0" brushRef="#br0" timeOffset="98848.09">21174 4792 2798 0,'-3'-17'38'0,"1"3"49"0,2 4 34 16,-1 1 33-16,-3 3-1 0,0 2-11 0,4 4-5 0,0 0 6 0,0 0-5 15,-25 16-6-15,14-3-7 0,4 6-13 16,-7 7-14-16,1 4-7 0,1 1-11 0,1 2-1 16,2 2-28-16,-2 1-45 0,4-2-31 15,0 0-54-15,-1-1-46 0,-2-2-32 16,3-8-25-16,-1-4-20 0,-2 1-7 16,5-8-14-16,-5-3-12 0,1-1-13 0,1-3-17 15,0-5-22-15,8 0-20 0,-14-7-13 16,5-6-300-16,2-3-117 0</inkml:trace>
  <inkml:trace contextRef="#ctx0" brushRef="#br0" timeOffset="98980.98">20911 5000 1578 0,'5'-33'-15'16,"3"8"51"-16,-5 6 46 0,2 3 35 16,-3 5 9-16,2-1-3 0,-4 6 18 0,0 6 8 15,0 0 3-15,0 0-10 0,0 0-13 16,0 0-11-16,0 0-12 0,0 0-22 16,-9 31-28-16,9-17-49 0,7 0-58 15,-4 3-64-15,1-2-69 0,-2 4-68 0,0-2-104 16,-10 5-95-16,-4 9-135 0,-12 10-86 15</inkml:trace>
  <inkml:trace contextRef="#ctx0" brushRef="#br0" timeOffset="99314.28">17448 6557 2034 0,'4'-14'327'0,"-2"3"-3"15,1 3-18-15,-1 4-29 0,-2 4-30 16,2-5-6-16,-2 5 8 0,0 0-1 0,6 19-22 15,-6-4-21-15,0 2-17 0,-2 7-20 16,-2 1-17-16,4-2-14 0,-2 4-19 0,2-1-28 16,-2-3-44-16,2 1-66 15,0 0-83-15,-1-5-99 0,-1 2-86 0,2-3-101 16,0-6-102-16,-2 1-141 0,0-3 49 16,2-4-395-16,-4-4-454 0</inkml:trace>
  <inkml:trace contextRef="#ctx0" brushRef="#br0" timeOffset="99513.9">17370 6491 2795 0,'-15'-8'36'0,"1"3"35"0,1-1 38 0,-1 3 51 15,3 1 26-15,2-1 27 0,1 1 1 16,8 2-11-16,-11-3-13 0,11 3-21 0,-10-3-13 16,10 3-12-16,0 0-14 15,13-13-13-15,1 5-10 0,5 0-12 0,4 1-12 16,0 0-47-16,2 3-60 0,1 3-76 15,-2 2-90-15,12 8-94 0,-7 2-119 0,0 10-192 16,-6 5-11-16,-4 5 68 0,-4 1-304 16,-3 3-326-16</inkml:trace>
  <inkml:trace contextRef="#ctx0" brushRef="#br0" timeOffset="99699">17421 7023 2502 0,'-13'9'110'16,"1"-1"21"-16,3-5 23 0,4 3 22 0,5-6 1 15,-11 5-2-15,11-5-15 0,-5 3-16 16,5-3-14-16,0 0-10 0,0 0-16 16,0 0-39-16,0 0-49 0,0 0-64 15,46-12-70-15,-29 7-66 0,2-3-78 0,4 1-69 16,10-4-109-16,-5 0-65 0,5-3 40 16,-8-2-151-16,0-1-115 0</inkml:trace>
  <inkml:trace contextRef="#ctx0" brushRef="#br0" timeOffset="101213.67">17820 6757 1729 0,'5'-14'62'0,"1"4"42"0,-5 0 38 0,2 3 33 16,-3 2 23-16,0 5 10 0,2-7 0 16,-2 7-6-16,0 0 15 0,0 0 8 15,0 0-2-15,0 0 7 0,0 0-9 16,-14 24 1-16,12-17 2 0,-1 1-13 0,1-1-14 16,0 4-10-16,-2-5-17 0,4-6-7 15,-3 12-5-15,3-6-7 0,0-6 13 0,0 0-7 16,-7 10-13-16,7-10-6 0,0 0-15 15,0 0-17-15,0 0-4 0,0 0-13 0,0 0-7 16,0 0-15-16,0 0-5 0,0 0-5 16,0 0-5-16,31-17-2 0,-25 10-6 0,2 2-8 15,-3-2-4-15,1 2-1 0,-6 5-3 16,12-9-10-16,-7 6-4 0,4-2 2 16,2 1-3-16,3 3 0 0,-3-1-4 15,5 0-1-15,-1 1-1 0,1-1-4 0,-2 0-14 16,2 0-8-16,-3 1-10 0,3 1-2 15,-3-2 0-15,-13 2 11 0,25-4-8 0,-14 1 0 16,1-2-7-16,-1-1 2 0,-4 0 4 16,5 1 1-16,-3 0 7 0,-1 0 1 15,-3 1-3-15,-5 4 3 0,12-8 3 0,-8 6-2 16,-4 2 3-16,0 0-7 0,11-3 7 16,-11 3 5-16,0 0-5 0,0 0 4 0,14-2-1 15,-14 2 5-15,0 0-2 0,17 0 0 16,-17 0 0-16,15-2-13 0,-5 0-21 15,2-1-26-15,-1-1-31 0,2-1-31 0,1-3-34 16,-2 3-25-16,4-7-31 0,-1-3-27 16,-1 1-9-16,2-10-4 0,0-3 3 15,-5-5 14-15,1-4 12 0,-1-14 18 0,2-5 23 16,-3-4 24-16,0-3 14 0,-5 0 23 16,1 2 34-16,-3 4 28 0,0 13 35 0,-3 14 44 15,0 2 37-15,0 8 15 0,0 7 2 16,-3 6 5-16,0 4 19 0,3 2 22 15,-17 16 9-15,1 14 15 0,2 16 20 0,-2 12 10 16,5 10 11-16,-9 22-9 0,11 11-12 16,2-1-17-16,1-1-14 0,8-16-14 15,0-1-5-15,5 15-11 0,1-26-6 16,-1-3-10-16,3-4-9 0,-1-12-8 0,-1-13-17 16,-3-3-19-16,0-12-12 0,-1-3-6 15,-2-5 0-15,1-6-6 0,-1-7-12 0,2 1-15 16,-4-4-9-16,0 0-12 0,16-29-4 15,-9 0-11-15,0-6-1 0,4-5-4 0,0-11-2 16,-2-2-4-16,0-2 6 0,1 5 1 16,-2 9 11-16,1 3 4 0,-4 6 11 0,4 8 10 15,-6 5 11-15,1 4 13 0,-2 3 6 16,0-1 6-16,0 5 0 0,-1 1-2 0,-1 7 17 16,2-7 10-16,-2 7 0 0,0 0 0 15,0 0-3-15,0 0-1 0,0 0-4 16,0 0-1-16,16 18-4 0,-16-18 2 15,-2 15-3-15,0-8-1 0,2-7-2 0,-3 17-2 16,-4-9-7-16,3-1-8 0,3 0-7 16,-3 0-5-16,4-7-5 0,-7 7-8 15,7-7-23-15,0 0-11 0,0 0 3 0,-11-19 3 16,11 9 6-16,3-3 9 0,-1 0-1 16,0 1 13-16,0 2 7 0,0 1 2 0,-1 2 7 15,-1 7 7-15,0-11 16 0,0 11 24 16,0 0 11-16,0 0 12 0,0 0 1 0,0 0 1 15,0 0-3-15,0 0 2 16,10 24-7-16,-10-24 3 0,1 8 1 0,-1-8-7 0,11 7 1 16,-11-7-2-16,9 5 0 15,-9-5-3-15,13 0-2 0,-13 0-4 0,0 0-2 16,21-11-3-16,-12 0-4 0,3 0-4 16,1-4-5-16,1 0 0 0,3-8-2 0,-2 1-1 15,-2 7-2-15,-3 1-3 0,-4 3 0 16,1 3-1-16,1-1 1 0,-3 4-3 15,-5 5 6-15,6-5 9 0,-6 5 5 0,0 0-2 16,0 0-3-16,14 21-1 0,-11-12-3 16,-1 3-1-16,4 2-3 0,-1-2-2 15,6 3-5-15,-2-4-9 0,-2-1-12 16,5 3-3-16,5-5-3 0,-1-4-14 0,0 0-9 16,5-2-10-16,-1-4-6 0,-2 0-9 15,5-5-9-15,6-7-18 0,0-5-2 0,-6-4 0 16,-3-3 4-16,7-9 6 0,-8-7 8 15,1-3 6-15,-7-5 9 0,-2-6 0 0,-1-4 12 16,-3-3 0-16,-5-2 6 0,-2-1 1 16,-4-2 5-16,3 3 12 0,-7 9 25 0,4 11 24 15,-4 6 11-15,3 6 16 0,-3 8 14 16,3 6 3-16,-2 5-5 0,-2 3 3 16,2 6 5-16,-4 5 8 0,11 0 6 0,-22 14 12 15,5 9-2-15,0 8 7 0,3 14 1 16,-1 5-7-16,5 8-7 0,7 2-8 15,1 4-8-15,4 0-7 0,3-3-4 0,9-1-6 16,4-2-6-16,6-3-13 0,2-3-22 16,9-9-30-16,-1-2-38 0,3-5-45 15,-1-9-49-15,-8-7-44 0,1-8-44 0,-7-7-20 16,-2-3-6-16,-6-4 6 0,4-1 10 16,-4-5 13-16,-3-2 21 0,-4-4 26 0,1-5 24 15,-7 2 24-15,-1-2 25 0,-5-1 20 16,-1 1 31-16,-5 2 25 0,-3 1 32 0,3 3 27 15,-4 1 20-15,4 6 11 16,-5-1 4-16,5 4 1 0,0 1-3 0,-1-1 8 16,2 3-8-16,10 0 2 0,-14 2-9 15,14-2 0-15,-11 1-28 0,11-1-28 0,0 0-35 16,0 0-45-16,0 0-46 0,0 0-54 16,0 0-72-16,49-3-72 0,-26-2-110 15,-1-2-29-15,8-3-153 0,4-1-122 0</inkml:trace>
  <inkml:trace contextRef="#ctx0" brushRef="#br0" timeOffset="101379.84">19720 6217 1880 0,'7'-1'122'0,"-7"1"45"0,0 0 51 0,0 0 33 0,-28 23 22 0,1-5 2 15,-5 3 1-15,-12 4-6 16,0 2-14-16,-3 3-20 0,-1-5-19 0,1 3-24 16,2-6-18-16,5 0-20 0,8-3-21 15,5-4-37-15,4-3-42 0,7-1-59 0,4-3-70 16,1-1-78-16,0-2-75 0,2 0-96 15,0-1-109-15,-1-1-170 0,0 0 15 0,1-1 69 16,-3 2-275-16,3-2-281 0</inkml:trace>
  <inkml:trace contextRef="#ctx0" brushRef="#br0" timeOffset="102896.12">20705 7495 2266 0,'3'1'39'0,"-3"-1"19"0,0 0 19 0,11 6 25 0,-11-6 30 0,0 0 30 15,0 0 10-15,0 0 6 0,0 0-5 16,0 0-10-16,0 0-14 0,0 0-11 0,0 0-13 15,0 0-6-15,11-12-4 0,-11 12-7 16,2-4-8-16,-2 4-5 0,-2-8-10 16,2 8-10-16,0 0-8 0,-6-11-7 0,4 5-8 15,-1 2-5-15,-4-1-5 0,2-1-5 16,-5 4-3-16,1-4-4 0,-5 3-5 16,3 0-3-16,-5 3-3 0,2 0-2 15,-8 0 0-15,3 3-4 0,-8 2-2 0,-9 4 1 16,2 0 2-16,0 2-6 0,-2 2 1 15,2 1 1-15,1 0-3 0,3 3-2 0,1 1-1 16,2-2 1-16,6-2-1 0,6-2-3 16,-2 0 4-16,4 3 0 0,-1-1-3 0,3 1 0 15,4-2 9-15,-4-1 2 0,8 0 3 16,-3 3 18-16,4-3 8 0,2 1 6 0,0-1 5 16,6 0 4-16,-1 2-2 0,4 3-4 15,2 1 8-15,-2 1 10 0,9 5 11 0,-6 0 8 16,2-3 12-16,-3 4 7 15,-1-3 9-15,-7 1 5 0,-1 0 2 0,1 3 0 16,-8 0 10-16,0 9-11 0,-3-1-4 16,-3 0-10-16,-3-2-2 0,-2 1 8 0,-4-4-10 15,-1-1-7-15,-1 1-5 0,-1-3-8 16,-2-2-10-16,0-2-4 0,0 0-4 0,1-3-8 16,5-5-7-16,-1-4-3 0,7 0-5 15,-1-1 1-15,3-2-7 0,0-2 2 16,3 0-39-16,2-1 0 0,-1-3 0 0,7-1 0 15,-7 3 0-15,7-3 0 0,0 0 0 16,0 0 0-16,-10 2 0 0,10-2 0 16,0 0 0-16,0 0 0 0,0 0 0 0,10 16 0 15,-7-6 0-15,3 5 0 0,-1 7 0 16,-1-1 0-16,-2 6 0 0,0 10 0 16,-2 1 0-16,-4-1 0 0,0-1 0 0,1 2 0 15,-3-4 0-15,1 3 0 0,-4-3 0 16,6-9 0-16,1 0 0 0,-2-8 0 0,4 3 0 15,4-1 0-15,0-2 0 0,0-2 0 16,5-1 0-16,2 0 0 0,5-2 0 0,3-4 0 16,2-1 0-16,2-1 0 15,0-2 0-15,-1-4 0 0,3 0 0 0,-2-3 0 0,0 2 0 16,1-3 0-16,-6 0 0 16,1 1 0-16,-8 1 0 0,2 1 0 0,-13 1 0 15,20-2 0-15,-20 2 0 0,16 0 0 16,-16 0 0-16,11-2 0 0,-11 2 0 0,7 0-40 15,-7 0-351-15,0 0-121 0,0 0-112 16,7 5-159-16,-7-5-37 0,0 0 88 0,5 5-727 16,-5-5-907-16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20:06.8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28593 5695 939 0,'7'-3'339'0,"-3"0"-111"0,-4 3-50 0,10-7-12 0,-6 3 7 0,-4 4 9 0,5-6 17 15,-5 6 1-15,0 0 20 16,7-9 10-16,-7 9 9 0,4-7-4 0,-4 7-2 15,0 0 0-15,4-7-1 0,-4 7 1 16,0 0-4-16,0 0 7 0,4-6-2 0,-4 6 0 16,0 0-18-16,0 0 0 0,0 0-1 15,0 0-2-15,0 0 0 0,0 0-11 0,-4-12-19 16,4 12-18-16,-8-7-20 0,5 1-16 16,-6 2-12-16,-4-2-10 0,2-2-11 15,-6 1-14-15,0 0-7 0,-4 0-7 0,-10-3-5 16,5 1-7-16,4 3-5 0,-14-3-7 15,4 2-3-15,0-2-3 0,-2 3-5 16,-1 0-3-16,5 2-29 0,3 2-1 16,-2-1 0-16,-8 1 0 0,-3 0 0 0,-3 0 0 15,0 4 0-15,0-2 0 0,0 2 0 16,0-2 0-16,-4 2 0 0,6-1 0 0,-4 1 0 16,2 1 0-16,1-1 0 0,0-1 0 15,2 1 0-15,10 0 0 0,3 0 0 0,2 0 0 16,-2 1 0-16,2-2 0 0,7 3 0 15,-5 0 0-15,1 1 0 0,-1 0 0 0,5 0 0 16,0 0 0-16,-2 2 0 0,1 2 0 16,-1-3 0-16,4 3 0 0,-2-2 0 15,0 1 0-15,4-1 0 0,-1 1 0 16,-3-1 0-16,1 2 0 0,0 2 0 16,1-3 0-16,-2 2 0 0,0 1 0 0,0-1 0 15,-1 1 0-15,-6 3 0 0,0 1 0 16,4-1 0-16,-4 1 0 0,-1-1 0 0,3-2 0 15,-4 1 0-15,0 1 0 0,-2-2 0 16,4-1 0-16,0 2 0 0,-4-1 0 0,0 0 0 16,1 0 0-16,-1-1 0 0,6 0 0 15,-8 1 0-15,3 1 0 0,-1-1 0 0,-1 2 0 16,-3 1 0-16,1-1 0 0,0 1 0 16,-1 1 0-16,3-1 0 0,-1 1 0 0,3 1 0 15,-1 3 0-15,2-3 0 16,0 1 0-16,3-1 0 0,1 4 0 0,-2-2 0 15,2 1 0-15,5-3 0 0,-3 4 0 16,-1-1 0-16,6 1 0 0,-6 1 0 0,5 1 0 16,-2 0 0-16,0 2 0 0,2 1 0 15,2-4 0-15,-4 4 0 0,3 1 0 0,2 0 0 16,-4-1 0-16,2 0 0 0,4-1 0 16,-1-1 0-16,2-1 0 0,2-2 0 15,2-3 0-15,-2 3 0 0,2-2 0 16,2 1 0-16,-1 1 0 0,-1 1 0 0,0 0 0 15,2-1 0-15,-5 11 0 0,3-3 0 16,-1-4 0-16,-2 6 0 0,5-6 0 16,-4 6 0-16,0-1 0 0,4-5 0 0,-1-3 0 15,3 2 0-15,1-5 0 0,0 3 0 16,-2-1 0-16,4-2 0 0,-3 0 0 0,3-1 0 16,3 0 0-16,-1 1 0 0,-2-4 0 15,4 3 0-15,-2-2 0 0,1 0 0 0,1 3 0 16,1 0 0-16,-1-2 0 0,3 4 0 15,-2-2 0-15,1-1 0 0,1 3 0 0,0 0 0 16,0 1 0-16,0-3 0 16,3 1 0-16,0-1 0 0,-1 0 0 0,0 0 0 0,0-1 0 15,4 1 0-15,-4 0 0 16,0-2 0-16,3 3 0 0,-3-2 0 0,0 1 0 16,3-1 0-16,0-1 0 0,-2 3 0 15,1-1 0-15,-2-2 0 0,5 2 0 0,-3-5 0 16,0 6 0-16,1-3 0 0,3-1 0 15,-1-1 0-15,4 6 0 0,-2-4 0 0,-3-1 0 16,-1-7 0-16,1 5 0 0,-2 0 0 16,3-3 0-16,-1 4 0 0,1-1 0 0,-3-5 0 15,1 2 0-15,1 2 0 0,-1-1 0 16,2-3 0-16,-1 3 0 0,3-2 0 0,-3 1 0 16,3-1 0-16,-2 0 0 0,2-4 0 15,3 5 0-15,-2-2 0 0,3 1 0 16,-4-1 0-16,4 0 0 0,-2-1 0 15,1 0 0-15,-6-1 0 0,3 3 0 0,-1-2 0 16,-1-2 0-16,-1 1 0 0,2 1 0 16,-2 0 0-16,1-2 0 0,3 3 0 0,0 1 0 15,2-3 0-15,-2 1 0 0,5 2 0 16,-2-2 0-16,1 1 0 0,8 3 0 0,-4-4 0 16,-4 1 0-16,1-2 0 0,-1 0 0 15,4 1 0-15,-6-1 0 0,2 0 0 0,0 0 0 16,-2-1 0-16,-3 1 0 0,-2 0 0 15,4 0 0-15,-1-2 0 0,-2 2 0 0,5 0 0 16,-2 1 0-16,3 1 0 0,1-1 0 16,1-1 0-16,-1 2 0 0,6 1 0 15,5-1 0-15,-8-1 0 0,5 3 0 0,-3-4 0 16,-2-1 0-16,-2 1 0 0,-1 1 0 16,1-2 0-16,0 2 0 0,-2-4 0 0,0 3 0 15,-2-3 0-15,0 0 0 0,-2 2 0 16,3-2 0-16,-4 0 0 0,9 1 0 0,-1 1 0 15,-1-4 0-15,-1 2 0 0,5 2 0 16,-1-4 0-16,1 3 0 0,2-2 0 0,-1-1 0 16,-1 1 0-16,2 1 0 0,-3-1 0 15,-1-2 0-15,0 3 0 0,0 0 0 0,-4-3 0 16,-3 3 0-16,2-3 0 16,-2 1 0-16,3 2 0 0,-3-3 0 0,0 3 0 15,6-4 0-15,0 4 0 0,1 0 0 16,4 0 0-16,0-1 0 0,9-1 0 0,-1 1 0 15,-2-1 0-15,-7 0 0 0,10 1 0 16,3 1 0-16,-13-3 0 0,1 2 0 0,-4-1 0 16,-1 0 0-16,1 1 0 0,-4-1 0 15,-2 0 0-15,2-1 0 0,-3 1 0 16,2 0 0-16,-1 0 0 0,4 1 0 0,2-1 0 16,1 0 0-16,1-1 0 0,2 1 0 0,-1 0 0 15,3-2 0-15,-1 1 0 0,13 1 0 16,-4 0 0-16,-6-1 0 0,-5-1 0 15,1 2 0-15,0-2 0 0,-2 0 0 16,-3 2 0-16,0-2 0 0,0 0 0 0,2 0 0 16,3 0 0-16,-2-2 0 0,1 2 0 15,-1 0 0-15,2-2 0 0,0 1 0 0,-2-1 0 16,2-1 0-16,-1-1 0 0,9 1 0 16,-6 1 0-16,-5-1 0 0,-1 1 0 0,-2-2 0 15,2 1 0-15,-7 1 0 0,2-1 0 16,-1-1 0-16,-1 1 0 0,2 0 0 0,-1-1 0 15,0 1 0-15,0-1 0 0,1-1 0 16,4 2 0-16,-1-3 0 0,-2 2 0 16,1-1 0-16,-1-1 0 0,2 3 0 0,1-2 0 15,-4-2 0-15,-3 4 0 0,3-2 0 16,-2 1 0-16,0-1 0 0,-3 0 0 0,0-1 0 16,-2 2 0-16,1-2 0 0,-1-1 0 15,1 3 0-15,1-4 0 0,-2 2 0 0,2-2 0 16,0 1 0-16,1-1 0 0,0-1 0 15,2 0 0-15,0 2 0 0,-2-3 0 0,4 0 0 16,-6 2 0-16,6-2 0 0,-3 1 0 16,0-1 0-16,-3 1 0 0,2-1 0 0,2 0 0 15,-3-3 0-15,1 3 0 16,-2-2 0-16,2-1 0 0,-1 1 0 0,1-1 0 16,-2 0 0-16,2-3 0 0,1 3 0 15,-4-1 0-15,0 0 0 0,5 2 0 0,-3-1 0 16,0-1 0-16,-2 1 0 0,3 1 0 15,-3-3 0-15,1 2 0 0,-3-1 0 0,0-2 0 16,3 1 0-16,-1 0 0 0,-1-3 0 16,3-5 0-16,0-1 0 0,0-1 0 0,-4 4 0 15,3-2 0-15,-1 3 0 0,-3-1 0 16,-1 2 0-16,1 1 0 0,4-9 0 0,-2 2 0 16,-1 4 0-16,-2 1 0 15,4-6 0-15,-6 2 0 0,1 3 0 0,0 0 0 0,3-7 0 16,-1-4 0-16,-3 2 0 15,1-3 0-15,1 0 0 0,-2-1 0 0,-2 2 0 16,1-4 0-16,-3 1 0 0,1 2 0 16,0 4 0-16,-1 4 0 0,-3-1 0 0,5 0 0 15,-1 3 0-15,-2-3 0 0,-1 1 0 0,1 0 0 16,0 2 0-16,0 0 0 0,-2 3 0 16,2-3 0-16,-2 3 0 0,0 0 0 0,2 0 0 15,-2-1 0-15,-2-3 0 0,2 2 0 16,0 1 0-16,-2-1 0 0,2 2 0 0,-2-5 0 15,-2 4 0-15,3-4 0 16,-3 3 0-16,2 1 0 0,-3-1 0 0,4 5 0 16,-3-2 0-16,2 0 0 0,-2 2 0 0,1 0 0 15,-1 0 0-15,0-2 0 0,1 0 0 16,-4-1 0-16,2 1 0 0,-1 0 0 16,-1-1 0-16,1 1 0 0,-4-1 0 0,1 1 0 15,-1 1 0-15,-2-1 0 0,-2-5 0 16,2 5 0-16,-1 4 0 0,2-1 0 0,-3-1 0 15,1 2 0-15,-1-1 0 16,1-1 0-16,1 3 0 0,-1-1 0 0,-2 3 0 0,1-1 0 16,3-2 0-16,-4 1 0 0,2 2 0 15,-3 0 0-15,-1 0 0 0,0 1 0 16,-6-5 0-16,2 3 0 0,6 0 0 16,0 3 0-16,-3 0 0 0,7 1 0 0,-3 1 0 15,3 1 0-15,4 0 0 0,-3 0 0 16,2 1 0-16,-1 0 0 0,2 0 0 0,-2 1 0 15,2-1 0-15,-2 0 0 0,0 2 0 16,2-1 0-16,-2 2 0 0,0-3 0 0,-2 1 0 16,2 2 0-16,2-2 0 0,-3-2 0 15,0 2 0-15,-1-1 0 0,3 0 0 0,-1 3 0 16,0-3 0-16,-1 0 0 0,2 4 0 16,-1-4 0-16,0 0 0 0,-3 2 0 15,-1-1 0-15,-3-1 0 0,3 1 0 0,-5-2 0 16,4 2 0-16,-4 0 0 0,0-4 0 15,-2 3 0-15,3-1 0 0,-4 0 0 0,7 0 0 16,0 2 0-16,0-2 0 0,-1 2 0 16,3 0 0-16,3 0 0 0,-4-1 0 0,1 2 0 15,-1-3 0-15,2 1 0 0,-1 1 0 16,-1-2 0-16,1 1 0 0,1 1 0 0,-5-1 0 16,5 0 0-16,-4 0 0 0,1 0 0 15,0-1 0-15,0 0 0 0,-1 0 0 0,-1-1 0 16,1 2 0-16,2 0 0 0,0-1 0 15,-1 0 0-15,3 2 0 0,-2-3 0 16,-3 4 0-16,5-1 0 0,-1-1 0 16,-1 0 0-16,-1 2 0 0,1-2 0 0,0 1 0 15,-2 1 0-15,4 0 0 0,0 0 0 16,-2 2 0-16,2-2 0 0,-2-2 0 0,-2 1 0 16,-3 0 0-16,1 0 0 0,-6-2 0 15,4 0 0-15,-6 0 0 0,-7-3 0 0,-2 2 0 16,-4-1 0-16,-2 0 0 0,-3 1 0 15,2 1 0-15,-2 0 0 0,4 0 0 0,1 2 0 16,9 2 0-16,6-1 0 0,4 1 0 16,4 0 0-16,-1 1 0 0,3 0 0 0,2 1 0 15,1-1 0-15,1 0 0 16,9 2 0-16,-15-2 0 0,15 2 0 0,-14-1 0 0,14 1 0 16,-9-2 0-16,9 2 0 15,-10-4 0-15,10 4 0 0,0 0 0 0,-11 0 0 16,11 0 0-16,0 0 0 0,0 0 0 15,-11-1 0-15,11 1 0 0,0 0 0 0,0 0 0 16,0 0 0-16,-11-5 0 0,11 5 0 16,0 0 0-16,0 0 0 0,0 0 0 0,0 0 0 15,0 0 0-15,0 0 0 16,-3-4 0-16,3 4 0 0,0 0 0 0,12-12 0 0,-9 7-179 16,5 0-888-16,-5 0 125 0,-3 5-1100 15,0-9-1455-15</inkml:trace>
  <inkml:trace contextRef="#ctx0" brushRef="#br0" timeOffset="3632.47">29358 4478 582 0,'0'0'382'0,"0"0"-88"0,-14-1-40 0,14 1-26 0,0 0-13 0,-14-2-5 0,14 2 3 16,0 0-5-16,0 0 9 0,0 0 26 15,-15 0 20-15,15 0 18 0,0 0 12 16,0 0 18-16,0 0 24 0,0 0 9 15,0 0 10-15,0 0-9 0,-8 7-11 0,8-7-16 16,0 0-16-16,0 0-14 0,0 0-16 0,0 0-19 16,19 14-23-16,-19-14-20 15,20 4-23-15,-11-2-16 0,0-2-117 0,-9 0-54 16,19 4 0-16,-8-4 0 0,-11 0 0 16,0 0 0-16,22 0 0 0,-22 0 0 0,13-10 0 15,-5 1 0-15,-2-1 0 0,-1-4 0 16,-1-3 0-16,-1-4 0 0,1 1 0 0,-4-1 0 15,0-4 0-15,-4 0 0 16,-1-6 0-16,-6 0 0 0,-1 2 0 0,-1 11 0 16,2 0 0-16,-1 3 0 0,-1 1 0 0,-3 0 0 15,1 3 0-15,0 1 0 0,2 2 0 16,1 5 0-16,2-2 0 0,-1 0 0 16,4 1 0-16,0 0 0 0,2 2 0 15,5 2 0-15,-9-6 0 0,9 6 0 0,-4-6 0 16,4 6 0-16,0 0 0 0,20-6 0 15,-2 1 0-15,5 1 0 0,-1-2 0 0,11-2 0 16,-5 2 0-16,-3 1 0 0,0 2 0 16,-6 0 0-16,2 1 0 0,-6 0 0 0,0 2 0 15,1 2 0-15,-3 3 0 16,1 3 0-16,1 6 0 0,-2 7 0 0,0 8 0 0,-1 0 0 16,-2 4 0-16,-3 0 0 15,2 2 0-15,1 2 0 0,0-3 0 0,1 1 0 16,-1 0 0-16,-1 0 0 0,0-4 0 0,0-6 0 15,-2-5 0-15,-1-1 0 0,-1-4 0 16,1-1 0-16,-5-2 0 0,6-3 0 16,-3 1 0-16,-1-1 0 0,-1-1 0 15,0-2 0-15,0-2 0 0,-2-4 0 0,2 8 0 16,-2-8 0-16,0 0 0 16,0 0 0-16,0 0-155 0,0 0-410 0,0 0-81 0,0 0-103 15,5-18-114-15,-3 11 79 16,-2 0-722-16,5-2-953 0</inkml:trace>
  <inkml:trace contextRef="#ctx0" brushRef="#br0" timeOffset="3849.84">29966 4231 3900 0,'8'-15'-92'0,"-4"1"78"0,2 7 60 0,-4-1 38 0,0 3 41 0,-2 5 27 16,1-7 7-16,-1 7 10 0,0 0 45 15,0 0 23-15,0 0 20 0,8 27-9 0,-8-8-15 16,0 1-19-16,0 5-22 0,0 2-19 15,0 1-9-15,0 10-19 0,0-2-15 0,0-6-18 16,2-2-16-16,-2-4-57 0,0-4-70 16,0-1-73-16,-2-1-76 0,4-2-77 15,-2-1-70-15,1-6-63 0,-1 1-94 16,2-6-136-16,-2-4-83 0,7 4 57 16,-7-4-456-16,0 0-573 0</inkml:trace>
  <inkml:trace contextRef="#ctx0" brushRef="#br0" timeOffset="4032.27">30102 4238 2846 0,'-6'-13'13'16,"2"-1"71"-16,0 0 44 0,2 2 45 0,-1 2 41 15,1-1 26-15,0 0 9 0,-2 0-14 16,4 1-25-16,-1 3-23 0,1-1-23 0,0 8-26 16,-2-12-61-16,0 5-80 0,2 7-89 15,2-7-88-15,-2 7-85 0,0 0-131 16,0 0-237-16,7 19 26 0,-5-11 81 15,0 4-242-15,1 1-256 0</inkml:trace>
  <inkml:trace contextRef="#ctx0" brushRef="#br0" timeOffset="4502.16">30205 4330 2169 0,'-2'4'51'0,"2"-4"38"15,-2 11 33-15,2-11 45 0,-2 12 18 0,0-5 20 16,2-7 13-16,2 10 1 15,-2-10 0-15,2 14-9 0,2-7-5 0,-1-2-7 0,3 3-17 16,0-2-4-16,4 0-26 0,-1-1-13 16,0-1-13-16,1-1-8 0,-10-3-8 15,21 2-2-15,-21-2 6 0,23-3 10 16,-11-3 15-16,-1 1 24 0,-2-3 2 16,3-4 12-16,-5 3 3 0,3 1 10 0,-5-1-2 15,2 2-11-15,-2 0-22 0,-1 2-18 16,-4 5-21-16,0 0-11 0,0 0-9 0,0 0-8 15,0 19-4-15,-6 0 13 16,1 13 10-16,-4 6 5 0,-2 11-1 0,6 2-85 0,-5 2-25 16,0 2 0-16,3-4 0 0,2 0 0 15,-6 0 0-15,4-10 0 0,-2-4 0 16,-3 3 0-16,-3-7 0 0,-1 0 0 16,0-4 0-16,-2 0 0 0,-2-8 0 0,0 1 0 15,1-10 0-15,0 1 0 0,2-6 0 16,-4-1 0-16,4-3 0 0,-2-3 0 15,-2-1 0-15,0-5 0 0,-6-7 0 0,0-3 0 16,4 1 0-16,3-4 0 0,-1-1 0 16,1-1 0-16,6 4 0 0,2 2 0 0,1 1 0 15,3 0 0-15,1 2 0 0,-2-1 0 16,4 4 0-16,3-1 0 0,4-2 0 0,3-2 0 16,15-9 0-16,7 2-689 15,14-6-308-15,11 1 101 0,7-8-1012 0,15-3-1329 16</inkml:trace>
  <inkml:trace contextRef="#ctx0" brushRef="#br0" timeOffset="4902.54">30820 4019 5447 0,'-13'-14'-87'0,"4"5"63"0,-1 3 56 0,0 0 47 0,5 3 25 0,5 3 9 0,-12-1 4 0,12 1 12 16,-17 10 10-16,7 0 6 0,-1 7-18 15,-2 11-3-15,1-2-16 0,1 6-4 0,4 0-11 16,-4 1-15-16,4 1 2 0,0 0-16 16,-1 1-1-16,0-5-8 0,0 3-4 15,1-2 1-15,-2-7-9 0,2-5-2 16,0 2-5-16,1-9-5 0,3 0 9 0,1-2 2 16,-2-3 34-16,2-2 2 0,2-5-10 15,0 0-2-15,0 0-5 0,0 0-9 0,42-15-4 16,-23 6 6-16,2-1 1 0,-2 1-1 15,-2 2 0-15,-3 2-5 0,-3 2-6 0,1 0-36 16,-1 2-7-16,-11 1 0 0,19 4 0 16,-10-1 0-16,1 2 0 0,4 4 0 0,-5-1 0 15,2 1 0-15,-1 1 0 16,-3 0 0-16,4 1-29 0,-2-2-190 0,0-1-54 16,2 0-54-16,-4-1-50 0,2 0-56 15,-4-3-43-15,3-1-54 0,-8-3-80 16,17 0-57-16,-17 0-5 0,22-7-545 0,-8 0-680 15</inkml:trace>
  <inkml:trace contextRef="#ctx0" brushRef="#br0" timeOffset="5100.22">31171 4141 3201 0,'17'-45'-55'0,"-3"-1"72"15,-3 9 74-15,-4 0 68 0,-1 11 57 0,0 6 51 16,-2 3 38-16,-1 1 19 0,-3 4-1 16,4 2-25-16,-4 1-28 0,0 9-37 15,0-7-7-15,0 7 7 0,0 0-9 0,-9 28-16 16,0 3-21-16,-3 6-17 15,1 13-17-15,-2 2-10 0,2 3-20 0,4-1-45 16,0-2-81-16,-4-4-76 0,6-7-76 16,-1-2-64-16,1-2-65 0,1-3-61 0,-1-8-42 15,5-3-41-15,-3-7-48 0,1-1-51 16,0-3-57-16,0-3-48 0,0-3-482 0,2-6-583 16</inkml:trace>
  <inkml:trace contextRef="#ctx0" brushRef="#br0" timeOffset="5234.62">31112 4525 2854 0,'-6'-28'-40'0,"6"14"72"16,0 1 63-16,-1-1 49 0,-1 1 60 15,2 4 32-15,-2 0 31 0,2 1 7 16,0 8-11-16,0-14-22 0,0 14-25 0,0-10-21 0,0 10-19 16,5-10-26-16,1 6-64 15,-6 4-79-15,19-4-98 0,-8 4-99 0,-11 0-105 16,31 8-119-16,-16-3-185 0,4 3-47 16,-3 4 73-16,-5 5-309 0,-7 4-364 15</inkml:trace>
  <inkml:trace contextRef="#ctx0" brushRef="#br0" timeOffset="6099.29">30730 5274 2543 0,'4'-15'73'16,"1"-2"25"-16,-3 3 20 0,-1-1 35 16,3 4 21-16,-4 1 20 0,2-4 13 0,0 3 10 15,-2-2 0-15,-2 1-7 0,0 0-15 16,-2 3-17-16,-1 0-17 0,-4 4-16 16,-2 1-9-16,-2 2-9 0,-6 5-6 15,-13 9 3-15,-4 4 6 0,-9 6 4 16,2 6 3-16,0 3 19 0,0 8 0 0,3 0 0 0,5 4-3 15,7 1-13-15,5-1-4 16,11-5-21-16,7-1-8 0,3-8-11 0,6 6-6 16,3-4-12-16,9-4-13 0,1-2-21 15,2-5-23-15,6-5-21 0,0-6-23 0,0-5-11 16,0-6-11-16,16-7-16 0,11-5 3 16,-3-7 2-16,1-6 3 0,-3-5 3 0,-1-5 8 15,-3-4 0-15,2-4 7 16,6-19 8-16,-3-3 0 0,-5-1 11 0,-11 13 9 15,-3 5 12-15,-6 5 29 0,-7 13 15 0,-5 4 9 16,-6 8-5-16,-3 3-1 0,-4 7 16 16,-1 3 15-16,-5 3 9 0,8 4 15 15,0 0 2-15,-32 12 2 0,9 5 3 16,4 7-6-16,0 7-11 0,2 3-5 0,2 1-8 16,3 0-8-16,3 0-6 0,-1 0-70 15,7-1 0-15,-1-7 0 0,6-5 0 0,0-1 0 16,-1-1 0-16,7-6 0 15,1 3 0-15,1-6 0 0,3-3 0 0,3 0 0 0,0-6 0 16,4 2 0-16,-3-4 0 0,2-1 0 16,-2-2 0-16,-2 3 0 0,0-4 0 0,-1 2 0 15,-3 0 0-15,-11 2 0 16,19-2 0-16,-19 2 0 0,15 0 0 0,-15 0 0 0,12 2 0 16,-12-2 0-16,9 8 0 15,-3-5 0-15,-6-3 0 0,8 9 0 0,-2-4 0 16,-2 1 0-16,-4-6 0 0,7 10 0 15,-2-2 0-15,4-3 0 0,-2-3 0 0,2 2 0 16,2-2 0-16,1 0 0 0,-12-2 0 16,27 0 0-16,-12-2 0 0,-1 2 0 15,1-2 0-15,-1 0 0 0,-2 2 0 0,-12 0 0 16,22-2 0-16,-22 2 0 0,14-2 0 16,-3 2 0-16,-11 0 0 0,0 0 0 0,16-2 0 15,-16 2 0-15,0 0 0 16,18 2 0-16,-18-2 0 0,9 4 0 0,-9-4 0 15,9 8 0-15,-5-4 0 0,4 2 0 16,-2 1 0-16,-1 1 0 0,5-4 0 0,-2 6 0 16,-1-5 0-16,3 2 0 0,-3-2-160 15,5 3-320-15,-1 1-38 0,1-2-98 0,-1 1-123 16,2-1-60-16,-1 0 76 0,-3 0-691 16,2-4-864-16</inkml:trace>
  <inkml:trace contextRef="#ctx0" brushRef="#br0" timeOffset="6400.36">30861 5718 4301 0,'-29'6'200'0,"6"-4"45"0,7 0 58 0,1 0 52 0,6 0 32 0,9-2 10 0,-16 2-12 0,16-2-3 0,0 0-5 0,0 0-26 16,49 0-47-16,-4-2-100 0,19-2-204 15,9 0 0-15,-1-3 0 0,0-1 0 0,-2 3 0 16,-7-2 0-16,-16 5 0 0,-3-2 0 16,-12 2 0-16,-7 0 0 0,-4 0 0 15,-2 2 0-15,-6-1 0 0,-1 1 0 16,-1 0 0-16,-11 0 0 0,16 1 0 0,-16-1 0 16,5 2 0-16,-5-2 0 0,0 0 0 15,0 0-277-15,0 0-414 0,-19 10-231 16,8-6 44-16,-9-1 97 0,-2 4-798 0,-15-1-1020 15</inkml:trace>
  <inkml:trace contextRef="#ctx0" brushRef="#br0" timeOffset="17097.25">31420 6321 4097 0,'-11'-8'-65'0,"3"-1"47"0,2 0 34 0,1 2 45 0,-1-3 20 0,3 2 38 0,-1-1 31 15,-1 1 23-15,5 0 19 0,0-1 6 16,0-2-8-16,0 2-11 0,5-4-21 0,1 3-13 15,-1-2-6-15,2 2-20 0,4-1-12 16,0 5-12-16,0 1-12 0,1 1-12 0,-1 4-3 16,-11 0-10-16,25 7-6 15,-10 0-4-15,-1 3-3 0,-2 4-3 0,2 3-11 16,-4 0 0-16,-5 2-2 0,-3 0-2 16,-4 4-1-16,-5 6-2 0,-6 0 0 15,-7 0-1-15,1-2-1 0,-6-1 10 0,5-4 18 16,-3-5 3-16,3-3 22 0,5-2 15 15,3-5 21-15,3-2 21 0,2-2-5 0,7-3-9 16,0 0-11-16,0 0-12 0,0 0-8 16,-18-12-5-16,18 12-9 0,2-10-8 0,-2 10-11 15,0 0-54-15,0 0 0 0,7-12 0 16,-7 12 0-16,0 0 0 0,0 0 0 16,0 0 0-16,34 21 0 0,-23-10 0 15,5 3 0-15,-4 0 0 0,4 1 0 16,3 7 0-16,-4-8 0 0,0 1 0 0,-3-4 0 15,-3-1 0-15,1-1 0 0,-3 0-40 16,1-4-135-16,-2-1-42 0,-1 2-40 0,1-1-48 16,-1-1-75-16,-5-4-75 0,0 0-82 15,20-5-115-15,-9-1-108 0,5-4 65 0,-2-3-570 16,15-8-724-16</inkml:trace>
  <inkml:trace contextRef="#ctx0" brushRef="#br0" timeOffset="17381.3">31808 6259 3264 0,'-11'-10'-67'0,"2"2"49"0,4 1 38 0,-1 2 44 0,1-2 48 0,5 7 32 0,-9-8 24 0,9 8 11 15,-7-6 2-15,7 6-5 0,-4-6-7 16,4 6-11-16,0 0-17 0,0 0-10 16,0 0-13-16,0 0-10 0,0 0-13 0,23 0-7 15,-23 0-10-15,27 8-7 0,-14 2 0 16,3 1-6-16,-3 3 12 0,-1 1 10 0,1 3-3 15,-4-1-2-15,-6 7-5 0,6-2-1 16,-6 2-4-16,1 0-6 0,-2 0-6 0,0 1-6 16,0-1-7-16,-4 0-3 15,2-3-15-15,-2 1-31 0,2-2-41 0,-2-4-62 16,0 1-54-16,0-3-52 0,1-3-51 16,-1-1-65-16,-1-3-90 0,1-2-108 15,2-5-136-15,0 0 38 0,0 0-410 0,0 0-506 16</inkml:trace>
  <inkml:trace contextRef="#ctx0" brushRef="#br0" timeOffset="17546.04">31878 6498 2815 0,'0'0'10'15,"0"0"38"-15,0 0 42 0,-13-5 33 0,13 5 28 16,0 0 8-16,0 0-8 0,0 0-12 16,0 0-12-16,0 0-17 0,0 0-27 15,22-7-51-15,-8 6-57 0,1-1-63 0,6 0-66 16,4 0-80-16,3 1-113 0,10-3-167 15,4-1-17-15,-1 0 64 0,-4 0-104 16,1-4-72-16</inkml:trace>
  <inkml:trace contextRef="#ctx0" brushRef="#br0" timeOffset="17797.5">32342 6348 1647 0,'0'0'142'0,"0"-7"47"0,0 7 45 16,0 0 40-16,-1-11 29 0,1 11 7 15,0 0-8-15,1-9-17 0,-1 9-17 16,7-4-25-16,-7 4-25 0,0 0-18 0,0 0-17 15,0 0-12-15,29 10-14 16,-22-1-12-16,0 1-5 0,1 4-5 0,-5 3-2 0,2 1-5 16,-3 7 13-16,-4-3 15 15,0 2-9-15,-1 0-2 0,3-2-6 0,-1-2-9 16,-1-1-14-16,2 0-6 0,2-1-7 16,-1-2-12-16,4 0-5 0,1-2-10 15,1-2-6-15,2 0-15 0,3-5-56 0,3 1-78 16,1-2-79-16,0-6-83 0,4 3-99 15,1-3-93-15,1-3-97 0,5-3-162 0,-4-2-64 16,0 3 78-16,-3-5-500 0,-2 0-644 16</inkml:trace>
  <inkml:trace contextRef="#ctx0" brushRef="#br0" timeOffset="18262.88">31861 5874 3179 0,'-52'-15'-65'0,"-3"5"23"0,-8 1 27 16,-7 7 36-16,-7 6 34 0,-22 11 34 15,-6 7 28-15,3 13 14 0,3 7 21 16,2 11 30-16,5 8 12 0,8 7-10 15,7 8-6-15,13 5-11 0,10 3-9 16,14 3-10-16,17 0-1 0,20-19-5 0,13 5-2 16,20 12-14-16,23-3-4 0,20-9-16 15,18-5-13-15,14-9-23 0,8-12-26 0,3-10-35 16,-2-9-27-16,0-13-18 0,-3-8 3 16,-3-12-2-16,1-7 5 0,-5-9 2 0,0-12 6 15,-7-3 1-15,-6-10 17 0,-3-7 19 16,-9-9 16-16,-5-12 8 0,-12-5 5 15,-2-6 3-15,-12-9-3 0,-10-5-3 0,-14-2-3 16,-14 3-2-16,-16 21-4 0,-19-14-4 16,-21 12-5-16,-21 7-4 0,-20 11 0 15,-14 15-6-15,-17 8 1 0,-12 13-1 16,-5 9-18-16,-8 9-30 0,6 8-41 0,9 9-46 16,10 3-60-16,9 7-84 0,17 5-86 15,28-1-123-15,7 3-232 0,9 0 64 0,12 7 69 16,6 1-332-16,5 5-388 0</inkml:trace>
  <inkml:trace contextRef="#ctx0" brushRef="#br0" timeOffset="18979.87">28579 6832 2376 0,'-24'2'-108'0,"2"-2"12"0,10 2 12 0,-1-1 2 0,4-1-11 0,9 0-19 0,0 0-27 16,0 0-14-16,0 0-32 16,0 0-266-16,45-11 42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2:43:19.4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12093 2609 1577 0,'-4'-8'331'0,"2"1"-29"0,2 7-37 0,-4-12-2 0,3 6-18 0,1 6-17 15,-2-9-11-15,2 9-23 0,-2-8 1 16,2 8-1-16,-2-10-3 0,2 10-4 0,0 0-8 16,0-8-6-16,0 8-9 15,0 0-10-15,0 0-11 0,0 0-16 0,0-9-16 0,0 9-10 16,0 0-17-16,0 0-10 16,0 0-4-16,0 0-4 0,0 0-9 0,2 31-6 15,0-14-3-15,0 8-7 0,-1 0 1 16,-1 3-11-16,0 9 1 0,2-6-3 0,-2-4-1 15,2 8-17-15,-2-6 2 0,2-7-3 16,2 1 1-16,-6-5 6 0,2 0 1 16,0-5 2-16,-2 1 8 0,2-2 4 0,0-3 17 15,0 1-7-15,0-3-3 0,0-7 4 16,0 14-1-16,0-10 3 0,0-4-14 16,0 8 6-16,0-8-8 0,0 10-6 0,0-10-26 15,0 0-38-15,0 0-34 16,-2 8-44-16,2-8-57 0,0 0-52 0,0 0-77 15,0 0-75-15,0 0-106 0,0 0-134 16,0 0-81-16,0 0 72 0,0 0-382 0,25-12-485 16</inkml:trace>
  <inkml:trace contextRef="#ctx0" brushRef="#br0" timeOffset="532.88">12524 2617 2630 0,'7'-12'-37'0,"-3"-1"45"0,2 1 38 0,1 3 23 0,0 1 27 0,0-4-3 0,2 5-7 0,0 1-9 16,3 0-10-16,0 4-6 0,-5-1-4 15,-7 3-4-15,27 5-10 0,-17 1-5 0,1 3-5 16,-4 3-4-16,4 5-7 0,-8 7 16 16,1-5 16-16,-6 6 28 0,0-1 32 15,-6 10 23-15,1-3 22 0,-3-2 11 16,3-3 9-16,-3 1-8 0,2-4-11 16,1-5-19-16,3-3-14 0,2-1-15 0,2-1-7 0,0-1-10 15,4-3-7-15,3 2-9 16,3-4-3-16,2 0-9 0,1-5-23 0,2-2-15 15,-2 0-6-15,7-2-1 0,-6-1-3 16,0-4 10-16,-1 0 16 0,-2-3 22 16,0 1 31-16,-6-1 25 0,-3-3 19 0,-2-1 13 15,-4-1 12-15,-5-2 7 0,-9-5 1 16,-3 1 1-16,-1 1-17 0,-5 1-12 0,-1 0-14 16,-1 2-8-16,4 2-13 0,2-2-9 15,4 5-9-15,6 1-8 0,0 3-7 16,2-4-39-16,0 5-40 0,0-5 0 0,3-1 0 15,2 4 0-15,1-2 0 0,3 1 0 16,0 2 0-16,4-1 0 0,0-2-146 16,3 2-93-16,1 4-71 0,4-1-83 15,3 2-97-15,6 2-135 0,0 2-211 0,2 0 38 16,6 4 82-16,9 3-521 0,5-1-700 16</inkml:trace>
  <inkml:trace contextRef="#ctx0" brushRef="#br0" timeOffset="2450.84">13810 2457 3160 0,'0'-12'-102'0,"0"12"54"0,2-14 47 0,-2 7 41 0,4-1 31 0,-3 2 21 16,-1 6 30-16,2-13 20 0,-2 13-8 16,0-10-11-16,0 10-12 0,2-7-19 0,-2 7-4 15,0 0-3-15,0 0 13 0,12 26-9 16,-6-4-9-16,-1 12 4 0,3 5 4 16,-2 1 6-16,3 11 2 0,-1 1-4 15,-5-11-2-15,3-2-2 0,0-1-8 16,0-2-5-16,-2-9-3 0,-2-3-13 0,-1-2 0 15,-1-5-8-15,0 0-4 0,2-1-4 16,0-3-3-16,0-3-4 0,-2-2-1 0,2 0-3 16,0 0-1-16,-2 1-18 0,0-9-19 15,1 8-30-15,-1-8-48 0,0 0-53 16,0 0-59-16,0 0-45 0,0 0-43 0,0 0-58 16,0 0-59-16,2-33-66 0,1 18-77 15,1-5-28-15,-2 3-235 0,0-8-293 0</inkml:trace>
  <inkml:trace contextRef="#ctx0" brushRef="#br0" timeOffset="2799.19">13951 2431 2121 0,'-1'-12'-4'0,"-4"3"57"16,3 3 45-16,0-1 20 0,2 7 6 16,-2-8 10-16,2 8-17 0,0 0-10 15,0 0-2-15,0 0 17 0,0 0 11 0,-32 25 5 16,14-4 7-16,-2 3 4 0,3 1 3 15,-4 3 7-15,2-1-1 0,1 1-8 0,2-1-11 16,-2-2-9-16,3 0-13 0,3-6-12 16,5-2-9-16,1-3-7 0,5-4-8 15,-1 2 1-15,4 0-4 0,1-2-5 16,5 2-4-16,4-2-7 0,4-1-7 16,6-1-2-16,1-1-8 0,4-2-20 0,-2 1-20 15,2-5-14-15,12 3 5 0,-9-4-3 16,-7 0 4-16,-4 1-2 0,-1-1 1 15,-6 2 3-15,1-2-4 0,-13 0 1 0,22 2 2 16,-22-2-2-16,15 0-9 0,-15 0-22 16,13 2-29-16,-13-2-43 0,11 0-56 0,-11 0-53 15,9 5-57-15,-9-5-87 0,5 6-94 16,-5-6-137-16,6 7-8 0,-6-7-306 16,5 9-386-16</inkml:trace>
  <inkml:trace contextRef="#ctx0" brushRef="#br0" timeOffset="3166.26">14551 2455 2403 0,'2'-12'58'0,"0"4"44"0,-2-1 34 0,0 9 15 0,3-10 20 0,-3 10 0 16,1-7-10-16,-1 7-24 0,0 0-15 15,0 0-15-15,0 0-8 0,0 0-5 0,6 19-10 16,-2-4-10-16,-3 8 3 0,1 4-4 16,0 7-2-16,0 6 0 0,-2-2 1 15,4 1 3-15,-6-8-4 0,0 4-2 0,2-5 8 16,0-4-5-16,-2-3-5 0,-2 0-6 15,4-5-3-15,-1 1-7 0,-1-5-4 0,0-2-6 16,0 1-10-16,0-3-22 0,2-2-30 16,-2 0-43-16,2-8-73 0,-1 9-76 0,1-9-72 15,0 0-85-15,0 0-126 0,0 0-132 16,0 0 55-16,-13-23-235 16,13 8-296-16</inkml:trace>
  <inkml:trace contextRef="#ctx0" brushRef="#br0" timeOffset="3533.33">14620 2319 2162 0,'-2'-6'63'0,"1"0"52"0,1 6 15 16,0 0 14-16,-9-6-3 0,9 6 16 0,0 0 19 16,0 0 6-16,-27 24-1 15,9-3 13-15,-1 6 18 0,-4 1 11 16,-1 6-2-16,-3 0 10 0,0 3-5 0,8-7-9 15,0-3-26-15,0-2-8 0,1 1-16 16,5-6-14-16,4-3-15 0,2-2-4 0,6-4-14 16,-1 1-12-16,2 3-2 0,3-5-11 15,6 2-3-15,4-1-12 0,2-1-25 0,4-2-52 16,2-3-32-16,4 1-34 0,2-3-20 16,-1-1-8-16,-1-1-3 0,-2-1 6 15,-4 0 13-15,1 0 7 0,-6 0 15 0,1 0 13 16,-3 0 22-16,-3 0 15 15,-9 0 3-15,18 0 3 0,-18 0 1 0,0 0-7 16,18-1-13-16,-18 1-28 0,0 0-45 16,18 1-57-16,-18-1-65 0,7 0-83 0,-7 0-110 15,0 0-135-15,11-1-145 0,-11 1 61 16,0 0-346-16,0 0-447 0</inkml:trace>
  <inkml:trace contextRef="#ctx0" brushRef="#br0" timeOffset="4715.33">15603 2439 2872 0,'0'0'73'0,"-9"-4"36"0,9 4 39 0,-5-5 30 0,5 5 23 0,0 0 8 0,0 0-3 0,-9-7-12 16,9 7-15-16,0 0-16 0,0 0-14 0,0 0-9 16,0 0-13-16,0 0-15 0,10-11-10 15,1 8-12-15,4 0-8 0,5-2-8 16,1-2-8-16,2 2-10 0,-3-1-4 0,2 3-1 15,-8-1-10-15,0 3-3 0,-1-1-9 16,-3 0-3-16,-10 2-6 0,17-2 3 0,-17 2-1 16,14 6 2-16,-9 0 3 15,3 2 7-15,-5 4 7 0,-1 3 14 16,0 4 10-16,-4 8 18 0,-1 12 7 0,-5-1 13 16,-4 8 2-16,1-6-15 0,-2 7 15 15,1-9-13-15,1-1 1 0,0-3 2 0,1-3-6 16,2-5-6-16,1-5-6 0,1-4-4 15,2-1-11-15,-2-2-5 0,4-3 2 0,1 1-4 16,-1-2 2-16,-2-3 6 0,4-1 12 16,0-6 0-16,-4 12-1 0,4-12-6 15,0 9-5-15,0-9-6 0,0 0-5 16,0 8-13-16,0-8-31 0,0 0-42 16,-1 8-70-16,1-8-72 0,0 0-80 0,0 0-91 15,0 0-97-15,0 0-116 0,0 0-171 16,0 0-87-16,0 0 91 0,0 0-607 0,0 0-791 15</inkml:trace>
  <inkml:trace contextRef="#ctx0" brushRef="#br0" timeOffset="5232.07">16383 2354 3305 0,'6'-6'-165'0,"-5"2"64"0,3 0 51 0,-4 4 40 0,0 0 35 15,6-9 19-15,-6 9 16 0,0 0 14 0,0 0 2 16,1-8-9-16,-1 8-4 15,0 0 12-15,0 0 20 0,0 0 15 0,-14 23 22 0,3-11 8 16,-7 10 25-16,0 4 13 16,-8 11 20-16,2 2 13 0,-1 3 3 15,0-3-6-15,-2 0-6 0,8 1-24 0,4-7-12 16,-1-2-24-16,7 0-21 0,2-8-12 16,3-1-8-16,2-3-11 0,2-2-9 0,0 1-8 15,4-1-3-15,-1-1-1 0,1-5-8 16,3 3-5-16,4-6 4 0,-4 3-9 0,2-7-6 15,3 0-5-15,1 0 7 0,-2-4-5 16,-11 0 15-16,21-2 15 0,-7-2 6 16,-4-1 16-16,-1-1 5 0,-2-2 5 15,3 2 4-15,-2-4-10 0,-5 1-12 16,1-1-9-16,-2 4-12 0,-2-4-20 0,0 10-29 0,-2-15-55 16,-2 8-62-16,1 2-56 15,-5 1-52-15,0 1-51 0,8 3-58 0,-18-2-64 16,6 4-63-16,12-2-90 0,-24 3-133 15,12 1-80-15,0-2 69 0,5 1-469 16,7-3-616-16</inkml:trace>
  <inkml:trace contextRef="#ctx0" brushRef="#br0" timeOffset="5982.73">17280 2395 3072 0,'0'0'-29'0,"-2"-10"50"0,2 10 48 0,-2-10 44 0,2 10 41 0,-1-9 34 16,1 9 20-16,-2-6 10 0,2 6 4 15,0 0-13-15,0 0-10 0,0-12-14 0,0 12-26 16,0 0-17-16,0 0-20 0,0 0-6 16,0 0-9-16,0 0-8 0,0 35-9 15,2-16-8-15,-1 9-3 0,-1 8 2 16,2 1-2-16,-4 1-6 0,2-1-5 0,0-6 0 15,0-3-5-15,0-2 4 0,0-2 6 16,-1-1-10-16,1-5 0 0,0-3-19 16,-2-1-4-16,4-2 9 0,-4-4 7 0,2 1-2 15,0 0 16-15,0-9-18 0,0 12 4 16,0-12-7-16,2 8-10 0,-2-8-36 0,0 0-35 16,0 0-45-16,1 7-52 0,-1-7-65 15,0 0-68-15,0 0-66 0,0 0-83 16,0 0-120-16,0 0-178 0,0 0 1 0,0 0 61 15,20-15-376-15,-15 11-497 16</inkml:trace>
  <inkml:trace contextRef="#ctx0" brushRef="#br0" timeOffset="6849.05">17882 2438 2624 0,'0'0'-29'0,"0"0"58"0,0 0 51 0,0 0 38 0,0 0 48 0,0 0 21 16,0 0 26-16,0 0 10 0,0 0 0 0,0 0 1 16,0 0-14-16,0 0-12 0,22-3-13 15,-22 3-14-15,0 0-18 0,7-4-12 0,-7 4-8 16,0 0-14-16,7-7-14 15,-7 7-6-15,9-8-10 0,-7 2-4 16,-2 6-5-16,5-11 4 0,-1 1 5 0,-4-2-3 16,2 3 4-16,0-1-3 0,-2-2-3 15,-2 0-5-15,2 3-2 0,-2-3-10 0,-4 1-2 16,4 3-29-16,-4-1-2 0,-1-3-4 16,-3 6-13-16,-1 0-3 0,-3 4 0 15,1 2 1-15,13 0-4 0,-34 8-3 0,13 1 3 16,3 0-4-16,-8 7 1 0,9 0-6 15,3-2 1-15,3 1-5 0,0-1-7 16,5 2 5-16,0-3 5 0,4 0-6 0,0-1 8 16,2 0-3-16,2 0 9 0,4-2 10 15,-3 1-11-15,8-4 10 0,-2-1 13 16,-2-1 5-16,5-1 9 0,-1-3 20 16,1 1 12-16,-12-2 7 0,21-3-1 0,-21 3 10 15,19-4-3-15,-12 3 1 0,-7 1-2 16,18-6-8-16,-11 3-11 0,-7 3-7 0,0 0-14 15,13-1-7-15,-13 1-13 0,0 0-10 16,0 0 3-16,14 8-3 0,-10 2 7 0,0 1-8 16,-3 6-2-16,1 1 1 0,2 7-4 15,0-2-1-15,-3 0 1 0,4 3-1 16,-1-2-8-16,-2-2-4 0,0-6 0 16,-1 1 0-16,1 1 0 0,-2-5 0 15,2-3 0-15,-2-2 0 0,2 1 0 0,-4-2 0 16,2-7 0-16,2 13 0 0,-2-13 0 15,-2 9 0-15,2-9 0 0,-4 8 0 0,-1-4 0 16,5-4 0-16,-18 7 0 0,11-6 0 16,7-1 0-16,-20 5 0 0,9-3 0 15,-3 0 0-15,5 0 0 0,9-2 0 0,-18 3 0 16,8 0 0-16,10-3 0 16,-19 2 0-16,19-2 0 0,-16 2 0 0,16-2 0 0,-14 2 0 15,3 0 0-15,11-2 0 16,0 0 0-16,-14 1-539 0,14-1-146 0,-9 0-161 15,9 0-38-15,0 0 96 0,0 0-725 16,0 0-959-16</inkml:trace>
  <inkml:trace contextRef="#ctx0" brushRef="#br0" timeOffset="7332.3">18363 2321 3878 0,'3'-7'-133'0,"1"0"46"0,2 5 24 0,-6 2 17 0,6-4 12 0,-6 4 5 0,0 0 6 0,0 0 2 16,13 12 4-16,-9-2 10 0,-4 3 14 15,-4 7 25-15,-1 11 26 0,-6 3 33 0,-2 0 19 16,1 0 18-16,-2 1 6 0,1-3-7 15,1 0 0-15,-1-3-14 0,5-2-8 0,0-7-11 16,6-3-4-16,0-3-8 0,2 0-3 16,0 0-3-16,4-4-5 0,4 0-5 0,-2-3-2 15,1 0-6-15,4-4-6 16,1-1 4-16,-12-2 11 0,25-3 31 16,-15-1 33-16,1-1 47 0,-3-5 34 0,-1 0 34 15,-3-2 13-15,-2-2 3 0,-4-3 0 16,-3-2-3-16,-7-9-14 0,-5 5-21 0,-2-4-10 15,-5 6-23-15,4-2-86 0,-5 4-105 16,4 2 0-16,1-2 0 0,2 7 0 0,3 2 0 16,0 0 0-16,4 1 0 0,2 2 0 15,2 2 0-15,-1 0 0 0,7 0 0 16,1 5 0-16,-6-12 0 0,6 5 0 0,0 7 0 16,9-17 0-16,-1 8 0 0,2 1-287 15,-3 1-226-15,4 2-118 0,1 2-177 0,-1 1-73 16,0-2 97-16,1 4-674 15,-12 0-907-15</inkml:trace>
  <inkml:trace contextRef="#ctx0" brushRef="#br0" timeOffset="10831.02">11730 2301 3639 0,'0'0'-165'0,"-11"1"48"0,11-1 37 0,0 0 31 0,0 0 25 0,0 0 18 0,0 0 11 15,-16-2-1-15,16 2 2 0,0 0-5 0,0 0-5 16,0 0 1-16,0 0 6 0,0 0-2 16,0 0 7-16,0 0 7 0,56 0-3 15,-29 0 4-15,15 0-5 0,6 0 4 0,-2-2 0 16,5 0-5-16,0 2-2 0,12-2 3 16,2 0-8-16,-2 4 3 0,-1-6 4 15,-12 6-1-15,0-2-3 0,-3 6-2 0,1-4 4 16,-8-4-10-16,6 2 7 15,-4 0-1-15,-8 0 4 0,9 0-1 0,-2-4 15 16,1 0 4-16,2-1 6 0,15 0-6 16,-3-2-1-16,-9 1 0 0,8-2 1 0,2 0 2 15,3-2-9-15,-5-1-9 0,-1 5 1 16,-4 0 7-16,-2 3-8 0,12-2 5 16,-12 3-3-16,13-5-6 0,-11 4 1 0,13-2 5 15,-11 3-9-15,9-1 1 0,0-1 0 16,-12 1 4-16,-1-1-3 0,-3 1 0 15,1 1 0-15,0 2-7 0,-2-2 6 0,-3 1 2 16,-3-1-10-16,-4-1 10 16,-9 3-6-16,4-2-1 0,-4 0 11 0,2 1-11 15,-4-3 3-15,-3 4-3 0,3-3 1 16,0 1 1-16,2-1-4 0,0 1 10 0,-1 0-3 16,3-2-4-16,-2 3-1 0,4-2 4 15,-2 1-7-15,1 2 3 0,10-3 3 16,2-1 2-16,-1 1-2 0,-2-1-3 0,3 1 4 15,1 1-5-15,0-3 1 0,-3 2-6 16,0-3 2-16,3 3 5 0,-3 0 0 0,-8-2 2 16,1 5-2-16,5-8 2 15,-8 7-1-15,-3-2 2 0,2 1-4 16,-6 2 0-16,5-4-1 0,-1 2 5 0,-2 0-2 16,4 0-4-16,-2 0 10 0,0 2-6 15,3-3-2-15,-2 1-4 0,1-2 1 0,0 1 1 16,2 3 0-16,-3-5 4 0,-1 5-1 15,2-4-2-15,2 2 6 0,0 2-3 16,-4-2-8-16,4 0-3 0,0 2 2 0,-1 0-7 16,3 0 2-16,11 0 2 0,2-2-4 15,-1 2 1-15,1 0 1 0,5 0-4 0,-2 0 9 16,2-3 2-16,0 3-2 0,3-2 1 16,9-4-2-16,-2 2 3 0,-9 2-2 15,-1 4 1-15,-1-2 4 0,-1 0-1 16,3-2-2-16,-4 2 3 0,0 0-2 15,0-3-4-15,-3 2 0 0,2-1-3 0,2 0-6 16,-4 0-2-16,3 2-1 0,4-2 4 16,-5-1 4-16,5 2-3 0,-3 1 5 0,2-2 0 15,-1 2-1-15,-1-3 0 0,-4 1 3 16,3 2 3-16,0-2 0 0,-2 2-3 16,-3 0 4-16,2-2 1 0,-9 2-1 0,-2 0 1 15,-1-2 3-15,11 2-3 0,-2 0-2 16,4 0 8-16,-3-3-10 0,4 2 10 0,-2-1-3 15,-1 0 2-15,2 2 3 0,-14 0-5 16,-3-2 0-16,-6 2-1 0,0 0 1 16,-6-2 6-16,-4 2-2 0,3 0 11 15,-3 0-4-15,1-3-3 0,-12 3-3 16,17 0 2-16,-6-2-1 0,1 1 2 0,1-1-2 16,1-2-2-16,-1 4-2 0,1-1 1 15,-1-1 0-15,0 0 1 0,-3 2 11 0,-10 0 5 16,15-4 9-16,-5 2 8 0,-10 2 2 15,13-2 9-15,-13 2 5 0,0 0 3 16,14-2 4-16,-14 2-1 0,0 0-7 16,18-3-10-16,-11-1-1 0,-7 4-5 0,14-5-8 15,-14 5-2-15,13-3-2 0,-13 3 1 0,16-4-5 16,-16 4-3-16,15-3-8 16,-15 3-4-16,14 0 1 0,-14 0 7 15,0 0-9-15,16 3-3 0,-16-3 3 0,14 5 1 16,-7-1 0-16,1 1 5 0,-1 0-10 15,3 2 1-15,1 1 4 0,-1-1 8 0,2 4-4 16,-1-3-2-16,3 7 2 0,-1-3-1 16,1 0-2-16,0 1-3 0,-1-1-6 15,1-3 10-15,-5 1-10 0,3 2 6 0,-2-8 8 16,-3 2-7-16,0-1 13 0,3 1-2 16,-2-3 10-16,-8-3-1 0,11 7-5 0,-6-4-4 15,-5-3-8-15,11 9 6 16,-6-4 1-16,1-3-2 0,-1 6-8 0,4 2 4 15,-4 1-4-15,2 6-2 0,-1-3 4 16,1 3 7-16,2 3-5 0,0 9 4 16,0 0 4-16,1 4-6 0,-2-4 7 0,-1 6 7 15,-1-1 0-15,-3 0 2 0,4 0 10 16,-2 3-3-16,-3-4 10 0,2 6-3 0,-2-12 1 16,0-1 2-16,-2-5-3 0,0-1-1 15,-2 0-5-15,2-2 7 0,0-3 6 16,0-3-4-16,-2 2 4 0,2-1-1 0,-4 1 5 15,2-2 1-15,1 5 0 0,-1-2 28 16,-2 2 10-16,-1 0-6 0,2 5-27 0,-3-3 31 16,1-1-5-16,-1 3-9 15,4-2 16-15,0-2-3 0,1 0-15 0,-1-2-1 16,-1-1 20-16,3 0-9 0,0 0-3 16,0-1-12-16,0-3-9 0,0-1-1 0,0 0-5 15,0 0-5-15,0-9-2 0,0 14-2 16,-2-10-2-16,2-4-5 0,-2 10-4 15,2-10-3-15,-2 7 6 0,2-7-5 0,0 0-4 16,-1 11-2-16,1-11-4 0,-4 5 0 16,4-5-3-16,0 0 0 0,-8 4 3 15,8-4-9-15,-15 4 0 0,4-2-1 16,-9 0-3-16,4-1 2 0,-11 1-3 0,-2 1 0 16,-1-3-1-16,-15 3 2 0,0 0-6 15,-1 0 1-15,-3 1 3 0,-10 0-9 0,2 4-3 16,-3-1 9-16,7 1-8 0,8-2-10 15,-11 5-2-15,13-5-4 0,-11 5 6 16,10-2-4-16,-11 1 5 0,2 0 2 0,6-3-1 16,-10 2 6-16,5 0-1 0,5-1 1 15,2-3-1-15,-3 2 5 0,3 1 1 0,-3-4 1 16,-11 1-3-16,-1 2-5 0,12-2 9 16,-10 0-2-16,-1 0 1 0,11 1-3 15,-9 0 0-15,8-2 5 0,-8 4-6 16,-1-1 3-16,10-1-4 0,-9 1 3 0,0 1 2 15,10-2 4-15,-11 0-4 0,10 0 2 16,3 0 4-16,-1-1-1 0,1 1-4 16,0-2-1-16,4 1 0 0,-3 0 1 0,2 1-2 15,-4-1 4-15,2 2 0 0,-1-2-4 16,-1 1 6-16,-12 2-4 0,6-1 2 0,-6 1 0 16,12-2-1-16,1 2-2 0,-1-4 7 15,-1 2-3-15,-3-1-2 0,-8 1 0 0,11-2-2 16,-1 2 0-16,-11-1 5 0,0 0 1 15,12 0-4-15,-3-3-5 0,-9 3 4 16,9-2 3-16,-11 3-2 0,0-5 0 16,-2 3-1-16,2-1 2 0,0 1-2 15,0-1-1-15,12-1 3 0,-12 1-2 0,12-1 3 16,-1-1-4-16,3 3 3 0,-3-2 0 16,0-2 0-16,3 1-1 0,-1 1 2 0,0 0-2 15,2 0 1-15,1-2-4 0,1 1 5 16,-2-1-1-16,2 0 0 0,1 3-2 0,-2-3-7 15,2 2 5-15,-2 0-2 0,-2 2-1 16,-1-3-4-16,1 4 3 0,-1-3-5 0,1 3 1 16,3 0 6-16,-2-1-2 0,0-3-1 15,5 5 1-15,-1-3 3 0,-2 0-2 16,2 1 3-16,0-3-4 0,-2 1 4 16,0 0-1-16,4 0 2 0,1-1-1 15,-6 2 2-15,5-2-8 0,1 0 6 0,-4 1-4 16,3 2 5-16,3-2-4 0,-4-1 1 15,1 2-2-15,2 1 3 0,1-2-2 0,4 0 2 16,6-1 3-16,1 1 0 0,2-1 0 16,3-1 2-16,1 0-4 0,0 2 1 0,-1-2 4 15,5 0-1-15,-6 0 1 0,1-2-4 16,-1 2 5-16,1 0-3 0,-2 0-3 16,-4-1-2-16,-2 1 3 0,0-2-4 0,-1 4 2 15,1-2 5-15,-12 0-2 16,7 0-2-16,-6 1 2 0,9-1-1 0,3 2 4 15,-1-2-6-15,2 0 6 0,1 3-2 16,-3-3 2-16,2 0-3 0,0 2 2 0,5-2-2 16,1 2 0-16,0-2 4 0,-1 0-3 15,4 2-3-15,0-2 1 0,2 2-2 0,-2-2 5 16,3 1-1-16,3-1 1 0,0 3 1 16,-2-3-4-16,4 0 3 0,10 0-3 15,-21 0 3-15,16 3 0 0,5-3 1 0,-13 0 0 16,13 0-2-16,-12 1-2 0,12-1 3 15,0 0-1-15,-17 0-3 0,17 0 4 0,-9 0-2 16,9 0-1-16,0 0 3 16,-14 2 0-16,14-2 1 0,0 0-2 0,-13 0 2 15,13 0-1-15,0 0 2 0,0 0 3 16,-14 0-2-16,14 0 11 0,0 0 6 0,0 0 5 16,0 0-2-16,-11-3 1 0,11 3-5 15,-4-9 0-15,4 3-3 0,0-3-3 0,0-2-8 16,-1-4 6-16,2-4-3 0,-1-7-1 15,2-12-13-15,0-6-3 0,0-4-12 16,2-13-5-16,-3 0-4 0,1-6 0 0,-2 0-4 16,0 1-6-16,2-2 3 0,0 0-3 15,0 10 3-15,2 2 3 0,-3 14 6 16,2 1 1-16,1 1 3 0,0 3 5 16,-3 9 3-16,1 5 0 0,0 0 0 0,2 1-1 15,-1 3 4-15,-3 2-2 0,2 0 4 16,0 1 0-16,0 2 4 0,-2 3-3 0,5-2 1 15,-3 4 3-15,-2 2-1 0,1-3-1 16,-1 2 4-16,0 3-5 0,0 5 2 0,2-12 0 16,-2 8-3-16,0 4 2 0,0-8-11 15,0 8-18-15,0-9-19 0,0 9-30 16,0 0-33-16,2-7-26 0,-2 7-46 0,0 0-24 16,0 0-30-16,0 0-15 0,0 0-22 15,0 0-37-15,-7-5-52 0,7 5-102 0,0 0-140 16,-9-3 59-16,9 3-162 15,-2-7-207-15</inkml:trace>
  <inkml:trace contextRef="#ctx0" brushRef="#br0" timeOffset="11583.37">13127 2356 1976 0,'-3'-10'25'0,"3"10"26"0,-2-4 11 0,2 4 8 0,0 0 10 0,-4-8 11 16,4 8 0-16,0 0 4 0,0 0 0 0,0-9 5 15,0 9-7-15,0 0-4 0,0 0-10 16,0 0-13-16,0 0-6 0,0 0 10 16,0 0 22-16,4 33-1 0,1 1 14 0,4 9-2 15,-4 18-8-15,3 4-4 0,-3 5-2 16,2 8-5-16,-4-1-25 0,1 25-1 0,2-1-3 16,-1-21-9-16,2-5 8 0,6-2 27 15,-2-3 5-15,-4-8 13 0,5-6 0 16,-3-5-10-16,-1-11-4 0,-5-7 6 15,4-8 7-15,-4-6-2 0,-1-4 7 16,0-2 8-16,0-1 0 0,-2-2 6 0,0-3 2 0,0 1-3 16,0-8-5-16,4 12-18 15,-4-12-8-15,0 9-16 0,0-9-26 0,0 0-32 16,-4 7-39-16,4-7-55 0,0 0-71 16,0 0-77-16,0 0-93 0,0 0-107 15,0 0-159-15,0 0-98 0,0 0 74 0,0 0-401 16,-6-24-491-16</inkml:trace>
  <inkml:trace contextRef="#ctx0" brushRef="#br0" timeOffset="12381.06">15096 2235 2620 0,'0'0'-71'0,"0"0"45"0,0 0 31 0,-9-1 28 0,9 1 21 15,0 0 15-15,0 0-2 16,0 0-6-16,0 0 7 0,-6 15 23 0,6-1 13 16,0 7 14-16,2 18 16 0,-2 7 15 15,2 15 25-15,-2 2-5 0,4 0-6 0,-6 0-4 16,4 1 2-16,0 3-3 0,-2-4-2 15,1-5-7-15,1 0-28 0,0-12-4 16,2-2-10-16,-1-1-8 0,-2-7 1 0,-1-4-5 16,2-9-8-16,0 1-3 0,-2-1-2 15,2-4-5-15,-2 1-9 0,0-1-3 0,0-4-11 16,0 1-5-16,0 1-8 0,-2-4-1 16,2-1-3-16,0 2-9 0,0-4-3 0,0-1-21 15,0-1-13-15,0 1-7 16,0-9-23-16,0 14-19 0,2-9-26 0,-2-5-40 15,-2 10-62-15,2-10-75 0,0 8-68 16,0-8-104-16,-2 7-147 0,2-7-81 16,-2 7 69-16,2-7-351 0,0 0-423 0</inkml:trace>
  <inkml:trace contextRef="#ctx0" brushRef="#br0" timeOffset="13098.14">16737 2017 2499 0,'3'-8'-76'0,"0"1"35"0,-3 1 33 0,2 0 25 0,-2 6 31 0,0 0 21 16,2-10 10-16,-2 10 6 0,0 0-3 0,0 0-5 16,0 0-17-16,0 0 12 0,0 0 26 15,0 0 8-15,0 0 19 0,0 49 15 16,0-9 23-16,2 7 20 0,0 14 7 15,-2 8 3-15,0 2-1 0,0 6-13 0,0-2-2 16,0 2-9-16,0 0 9 0,2-1 1 16,-1-3-34-16,3-3-6 0,0-4-7 15,-2-6-4-15,-1-4 6 0,-1-13 8 0,0-12 16 16,2-5 9-16,-2-6 9 0,0-1 3 16,2-2 4-16,-2-3 0 0,2 0-4 15,1-3-14-15,-3 0-7 0,0-2-14 0,2 0-9 16,-2-1-15-16,0 0-10 0,0-8-11 15,2 14-95-15,-1-7-3 0,-1-7 0 0,0 10 0 16,0-10 0-16,0 9 0 16,0-9 0-16,0 0 0 0,2 10 0 0,-2-10 0 15,2 5 0-15,-2-5 0 0,0 0 0 16,0 0 0-16,-2 11 0 0,2-11 0 0,0 0 0 16,0 0 0-16,0 0 0 0,-3 7 0 15,3-7-267-15,0 0-208 0,-4 4-141 0,4-4-221 16,0 0-23-16,0 0 98 0,0 0-726 15,-21-3-934-15</inkml:trace>
  <inkml:trace contextRef="#ctx0" brushRef="#br0" timeOffset="15480.48">11755 3784 3699 0,'0'0'-228'0,"0"0"48"0,6-7 49 0,-6 7 32 16,0 0 31-16,6-6 24 0,-6 6 17 0,0 0 15 15,0 0 11-15,0 0 6 16,2-6 2-16,-2 6 2 0,0 0 1 0,0 0-4 15,0 0 1-15,0 0-1 0,0 0 4 16,0 0 6-16,0 0 0 0,0 0 4 16,-28 23 9-16,12-11 2 0,-1 1 10 0,-8 5 0 15,-1 4 13-15,-9 7 6 0,-1-2 4 16,-2 1-4-16,2-1 4 0,-2 1 4 0,2-1 3 16,-2 0-2-16,1 1 3 15,-1-2-6-15,2 1-8 0,-2-1 7 16,8-6-11-16,-7 6 0 0,4-5-3 0,5-3-3 0,-3 3-1 15,1-2-4-15,1-1 1 0,1-1-8 16,3 0-7-16,0 3-2 0,-1-5-3 16,1 1-1-16,3-2-3 0,8-3 5 15,-4 1-3-15,1 1-2 0,-2-1-4 0,-3 5 3 16,2-4 3-16,-3 5 4 0,-2-2 1 16,3 2-1-16,-3-1 0 0,0 2-5 15,0 0 4-15,0 0-3 0,1-1-3 0,0 0-4 16,0 2-10-16,-1-4 17 0,1 6-11 15,0-5 4-15,0 2-4 0,5-6-2 0,1 1 10 16,2-2-13-16,-5 5 4 0,-3 1-5 16,1-1 3-16,3-3 9 0,2-3-8 15,2 1-5-15,-4 1 4 0,4-3-4 16,-11 6 5-16,4-1 5 0,4-1-7 16,-7 1 15-16,1-1-2 0,4-1-2 0,-4 3-2 15,1-6 3-15,8 2-5 0,-11 3 3 16,8-4-2-16,0 0-1 0,-6 3 3 0,4-2-4 15,4-3 11-15,2 1 2 0,0-2 1 16,1 0-3-16,1 0-1 0,-1 2 3 0,1-1 7 16,2-1 2-16,-3 1 2 0,3-1-1 15,-1 2-1-15,-1-2 0 0,0 3 10 16,1-3 3-16,-1 0 7 0,0 3 9 16,-4-1-2-16,3-2 3 0,3 0-2 15,0 0-4-15,-1-1-4 0,3 0 0 0,-2-2 12 16,2 0 1-16,0 0 0 0,4 0 0 15,-6 0 2-15,4-1 2 0,1 1-4 0,6-5 1 16,-14 7 3-16,9-4 7 0,5-3-3 16,-11 7 0-16,11-7 10 0,-9 3-14 0,9-3-1 15,-9 5 3-15,9-5-3 0,0 0-9 16,-9 4-4-16,9-4-5 0,0 0 5 16,0 0-15-16,-7 3-1 0,7-3-11 0,0 0-36 15,0 0-38-15,0 0-56 0,0 0-60 16,0 0-66-16,-8 6-96 0,8-6-96 15,0 0-130-15,0 0-203 0,0 0-20 16,0 0 84-16,0 0-548 0,0 0-695 0</inkml:trace>
  <inkml:trace contextRef="#ctx0" brushRef="#br0" timeOffset="16432.12">8539 5617 3301 0,'0'0'-71'0,"-2"-12"36"0,2 7 29 0,0 5 7 0,0-7 3 0,0 7 0 0,0 0-3 16,0 0 16-16,0 0 33 0,0 0 23 15,-13 32 24-15,9-8 2 0,-2 11 27 16,0 2 5-16,1 5 5 0,-3 11 6 0,5-9-4 16,-3-1 0-16,-1 0-13 15,6 0-4-15,-3-4-12 0,2 0-12 0,0-10-7 16,0-2-9-16,2-3-7 0,0-5-7 15,-1 0-7-15,1-6-5 0,0 5-5 0,-2-7-4 16,0-1-4-16,2 2-3 0,0-4 1 16,0-8-7-16,-2 13 2 0,2-8-17 0,0-5-28 15,-4 7-34-15,4-7-48 0,-12 2-74 16,12-2-78-16,0 0-71 0,0 0-92 16,-20-9-130-16,13 0-85 0,4 3 58 0,-1-5-296 15,0 1-343-15</inkml:trace>
  <inkml:trace contextRef="#ctx0" brushRef="#br0" timeOffset="17312.82">8655 5658 2300 0,'-4'-4'-36'0,"4"4"22"16,-7-9 26-16,5 5 24 0,2 4 20 0,-4-7 16 16,4 7 2-16,-6-7-5 15,6 7-9-15,0-5-4 0,0 5-8 0,0 0 3 16,16-8 1-16,-2 2-8 0,11 1-3 16,16-2-1-16,4 4-9 0,16-1-1 0,4 1 1 15,8 5-6-15,4-1-3 0,6 1-2 16,3 3-2-16,3-1-3 0,23 1-1 0,1 0-2 15,-20-5 3-15,0 2-6 0,-3-4 4 16,1-1-3-16,-5-1 1 0,-2-3 0 16,-8 2-5-16,-5-2 0 0,-8 1 0 0,-18 1 0 15,-5 1 2-15,-9 1 5 0,-10 1 11 16,-2-2 16-16,-6 3 0 0,-1-4 0 16,-3 5 0-16,1-2-6 0,-10 2 2 15,15-3-4-15,-15 3-9 0,11 0-2 0,-11 0-3 16,0 0-5-16,8 5 10 0,-8 5 13 15,-2 0 11-15,0 7 13 0,-2 6 15 0,-3 12 0 16,2 1 4-16,-6 3 1 0,2 14 2 16,2-2-2-16,-3-1 0 0,2 3-3 15,5-9 0-15,-1 2-1 0,0-4 0 0,2-1-7 16,-1-2-6-16,-1-4-7 0,1-8-5 16,1-7-4-16,0 0 1 0,1-4-1 0,-3-2 0 15,2-1 4-15,2-4 11 0,-2 1 9 16,2-2 4-16,-4-2-2 0,4 1 3 15,-1-1-4-15,-1 1-8 0,-4-2-9 16,2-1-3-16,-4 2-10 0,-1-1-1 0,-3 1-5 16,-3 0-1-16,-6 0-7 0,3 2 1 15,-15 1-7-15,1 3-2 0,-5-4 0 16,-1 3-4-16,-5-3 0 0,-2 0-2 0,-12 1-5 16,-4 1 6-16,0-3-5 0,-6 2 1 15,-3-2-4-15,-5 1 0 0,-2 1-5 0,-4-1 2 16,-3 2-1-16,-18 2-1 0,-3-1 1 15,21-1-2-15,-2-2 0 0,1 1 3 0,0-1-2 16,2 0 0-16,1-4 1 0,4 4-4 16,7-3 5-16,-3-1-3 0,9-2 4 15,16 0-4-15,5 0 2 0,2-2 0 16,13 2-2-16,4 0 4 0,9-2-5 0,2 0-1 16,1 2-3-16,1-2 1 0,12 0-5 15,-17 1 2-15,10-1 2 0,7 0-4 16,-14 1 4-16,14-1-3 0,0 0 0 0,-15 0 4 15,15 0-1-15,0 0 4 0,-14 3 0 16,14-3-3-16,0 0 2 0,0 0 0 0,-11 0-1 16,11 0-9-16,0 0-12 0,0 0-19 15,0 0-22-15,0 0-28 0,0 0-40 0,0 0-60 16,0 0-69-16,0 0-82 0,0 0-105 16,0 0-208-16,0 0 21 0,10-17 66 15,-10 17-332-15,9-9-383 0</inkml:trace>
  <inkml:trace contextRef="#ctx0" brushRef="#br0" timeOffset="17913.32">8840 5936 2489 0,'0'0'33'0,"-15"0"31"0,15 0 15 0,-12-2 7 0,12 2 7 0,0 0 5 0,-13-2 0 16,13 2-7-16,0 0-12 0,0 0 1 0,0 0-9 15,0 0-6-15,23-12 0 0,-8 6-9 16,6 0-6-16,2 1-1 0,-1-2-8 0,3 2-7 15,-7 2-4-15,0 0-8 0,-2 1 0 16,-3 2-5-16,-1 2 4 0,-3 1 9 0,1 4 11 16,-5 3 5-16,0 5 13 0,-2 2 1 15,-3 7 9-15,-1 4 6 0,-3 11-4 0,-3 0-2 16,2-2 0-16,-1 1-6 0,4-1 0 16,1-2-7-16,-1-8-1 0,0-2-6 15,0-5-11-15,2-3 3 0,-2 1-1 16,2-3-6-16,0-1-2 0,-2 1-8 15,2-5 0-15,0 0-1 0,0-1-7 0,0-1-20 16,0-1-17-16,0 0-20 0,0-7-26 16,0 11-51-16,0-11-60 0,0 0-50 0,0 0-69 15,0 0-76-15,0 0-135 0,0 0-56 16,0 0 66-16,0 0-211 0,0 0-201 0</inkml:trace>
  <inkml:trace contextRef="#ctx0" brushRef="#br0" timeOffset="18515.57">9471 5759 1920 0,'-4'-6'39'0,"4"-1"37"0,-2-1 33 0,2 8 23 0,-2-14 38 0,2 8 29 0,0 6 21 0,-3-11 13 16,3 11-4-16,-2-12-15 0,2 12-26 16,-3-8-21-16,3 8-17 0,0 0-8 0,0 0 9 15,0 0 8-15,-2 31-6 16,0-11 7-16,2 9 9 0,0 12 18 0,0 5-14 15,0 0 0-15,0 3-7 0,0-3-2 16,2 1-5-16,0 0-15 0,1-5-4 16,1-1-9-16,-3-1-8 0,1-3-5 0,0-8 0 15,0-8-9-15,-2-1-9 0,4-3-9 16,-3 1 0-16,-1-5-18 0,0-1-3 0,0 0-5 16,0-4-9-16,0 1 3 0,0-3-8 15,0 1-5-15,0-7-5 0,0 12-3 0,0-8-4 16,0-4 0-16,0 8-23 0,0-8-26 15,0 7-33-15,0-7-48 0,0 0-45 0,0 0-58 16,2 7-67-16,-2-7-79 16,0 0-90-16,0 0-100 0,0 0-154 0,12-17-62 15,-8 10 82-15,0-1-541 0,-1 1-672 16</inkml:trace>
  <inkml:trace contextRef="#ctx0" brushRef="#br0" timeOffset="18862.56">9765 5924 3323 0,'3'-10'-36'0,"-1"1"27"0,4 4 22 0,-5-2 18 0,-1 7 17 0,0-7 16 0,0 7 1 15,0 0 49-15,0 0 23 0,0 0 11 0,10 19 1 16,-8-7 5-16,0 2 7 0,0 4 1 16,6 3-8-16,-7 4-7 0,7 4-7 0,-3-3-11 15,-1-1-12-15,1-4-12 0,-2 1-8 16,-1-3-8-16,0-2-10 0,0 0-11 0,0-3-6 16,0-3-4-16,-2 3-19 15,1-4-28-15,-2-1-37 0,1-1-40 0,1 0-48 16,-1-8-66-16,0 12-78 0,-1-8-88 15,1-4-112-15,0 0-184 0,0 0 18 16,0 0 70-16,0 0-314 0,0 0-351 0</inkml:trace>
  <inkml:trace contextRef="#ctx0" brushRef="#br0" timeOffset="19263.02">9898 5978 2350 0,'0'-8'57'0,"-4"1"49"0,4 7 49 0,-2-14 23 16,0 8 31-16,2 6 19 0,4-14 4 16,0 7-6-16,-1-1-10 0,5 1-24 0,0 2-17 15,1-1-18-15,0 1-17 0,4 3-14 16,-2 2-12-16,-11 0-10 0,25 11-6 0,-14-3-4 16,1 6-13-16,-3 3 6 0,-4 2 3 15,-1 1 9-15,-6 3 20 0,-5 10 2 0,-1-2 6 16,-4-2 17-16,0-2 32 0,-1-6 2 15,2-4-4-15,2 0-1 0,4-5-6 16,-4 0-13-16,6-2-8 0,-3 0-8 0,4-5-6 16,0 4-6-16,2-2 1 0,2-2 3 15,6 0-11-15,-1-1-14 0,5 1-13 16,1-4-63-16,6 1-29 0,-4 1 0 16,5-3 0-16,-3 0 0 0,0 0 0 0,-2-3 0 15,0 3 0-15,1 0 0 0,-5-2 0 16,3 2 0-16,-5-1 0 0,-9 1 0 0,19 0 0 15,-19 0 0-15,13-3-64 0,-13 3-164 16,10-2-62-16,-10 2-78 0,7-4-99 0,-7 4-102 16,0 0-126-16,0 0-102 0,0 0 73 15,0 0-633-15,0 0-811 0</inkml:trace>
  <inkml:trace contextRef="#ctx0" brushRef="#br0" timeOffset="20981.33">8503 6478 3431 0,'1'-7'-136'0,"-1"7"39"0,4-7 33 0,-4 7 29 0,4-8 36 15,-4 8 30-15,4-7 24 0,-4 7 23 0,0 0 15 16,0 0 7-16,-8-7-10 0,8 7 6 16,-20 1-1-16,0 5 6 0,-14 2 5 0,-18 6 4 15,1-2 8-15,-6 1 8 0,-2 1-2 16,0 2 2-16,-2-5-5 0,4 3-10 16,-2 0-11-16,1-1-7 0,1-5-8 0,4 2-5 15,11-3-6-15,2 1-10 16,1 0-8-16,11-3-2 0,2-4-9 0,7 3-6 15,-1-2-3-15,5-1-3 0,3 1-2 16,-1 0 0-16,4-2-8 0,9 0 1 0,-15 2-2 16,15-2-3-16,-15 0 3 0,15 0-2 15,-10 2-2-15,10-2-5 0,-10 0-5 0,10 0-4 16,-9 4-2-16,5 1 3 0,3 4 0 16,-6 4 11-16,5 5 3 0,0 6 5 0,-1 1-1 15,-1 11 3-15,4 4 12 0,-4 1-1 16,4 4 6-16,0-5-3 0,0 2 5 15,0-3-4-15,2-1-1 0,-2-9-2 16,0-3-2-16,0-1-1 0,0-3-1 16,2-5-7-16,-2 3 1 0,2-3-1 0,-2-1-10 15,2-5 7-15,0 0-11 0,-2-1 7 16,0-1-3-16,1-2-1 0,-1-7 1 0,0 13-4 16,2-8 2-16,-2-5-4 0,2 9-3 15,-2-9 3-15,4 8-2 0,-4-8 3 0,12 6-6 16,-5-5-4-16,-7-1 5 0,18 4-2 15,-3-2-4-15,-2-1 2 0,6 2-7 0,8-2 9 16,1-1 0-16,14-1-10 0,4 1-4 16,15-4-12-16,6 0-2 0,1-1-12 15,9 0-1-15,3-4 3 0,-1 1 2 0,-4-1-1 16,-3 1 4-16,0 1 2 16,0 2 3-16,-10 0 1 0,-3 1 3 0,-13-1 3 0,-4 2 4 15,3 1 0-15,-2 0 1 16,0-2 4-16,-1 2-2 0,2-2 5 0,2-1-2 15,4 1 4-15,1 2-4 0,10-2 6 16,2 2-3-16,0-4-2 0,2 0 4 0,-3 3-3 16,3 1 3-16,3-4-4 0,-3 5 2 15,4-4-1-15,2-3 20 0,-1 4-3 0,5-1-1 16,-2 1 0-16,2-2-1 0,1 2-5 16,4 0 0-16,-2-2 3 0,1 3-7 15,-3-2 4-15,-4 0-4 0,0 1 2 0,1 0 2 16,-10-2-2-16,2 4-1 0,-6-3 5 15,-12 2-4-15,-4-1-1 0,-11 3-1 16,-3-3 4-16,-11 1-4 0,0 3 15 16,-3 0 3-16,-4-1 4 0,2-1-1 0,-13 2-6 15,18 0 3-15,-18 0-4 0,19-2-3 16,-19 2 3-16,13-2-7 0,-13 2-4 0,11-2 5 16,-11 2 5-16,0 0-7 0,0 0 3 15,18-1 10-15,-18 1 11 0,0 0 8 0,7-2-1 16,-7 2 5-16,0 0 6 0,0 0-10 15,0 0 2-15,0 0-7 0,0 0 3 0,0 0-3 16,14-2 0-16,-14 2-6 0,0 0 5 16,0 0-8-16,0-9-7 0,0 9-3 15,-5-13-1-15,0 5 7 0,1-6-11 16,1-1 1-16,-7-4-5 0,0-10 0 0,-1-2-3 16,0-4 2-16,-1 0-12 0,3-14 1 15,0-2-8-15,-4 0-1 0,4-3-1 16,2 5 3-16,1 7-5 0,-4 5 3 0,5 2 0 15,-3 3-1-15,1 6 2 0,0 5 7 16,4 6 2-16,-3-1-2 0,2 3-5 0,-1 1 5 16,1 2 0-16,1-1-2 0,0 3-3 15,1 0 4-15,0 2 10 0,0-1-8 0,2 7 2 16,-4-8 2-16,4 8-5 16,-1-10 4-16,-3 7 3 0,4 3-7 0,-6-7 5 15,-2 5-6-15,8 2 2 0,-17-5 4 16,5 5-5-16,0 0 0 0,-3 0 6 0,-7 0 0 15,1 1-2-15,-4 0-1 0,-2 2 6 16,2-1 3-16,-4 2-1 0,-10 2-3 0,5-2-1 16,3 0 2-16,9 0-3 0,3-2-3 15,0 2 2-15,2 1 5 0,1-3-9 0,3 2 3 16,1-4-7-16,1 5-19 0,0-4-28 16,3 3-37-16,0 0-41 0,1-1-53 15,1 0-62-15,6-3-60 0,-10 9-47 0,8-4-65 16,-1 0-69-16,3-5-131 15,-2 9-37-15,2-4 73 0,-2 1-356 0,0-1-421 16</inkml:trace>
  <inkml:trace contextRef="#ctx0" brushRef="#br0" timeOffset="25379.51">8842 6673 2593 0,'0'0'-21'0,"-6"-8"32"0,6 8 32 0,-2-5 29 0,2 5 30 0,0 0 18 0,-3-7 28 0,3 7 16 16,0 0 11-16,-2-7 2 15,2 7-5-15,0 0-1 0,-4-6-12 0,4 6-13 16,0 0-13-16,0 0-18 0,0 0-8 16,0 0 20-16,0 0 19 0,0 25 12 0,0-5-2 15,0 6-3-15,0 12 3 0,0 3 4 16,0 5 28-16,0 2-6 0,2-3-12 15,-2 1-7-15,0 0 0 0,0-1-8 0,0-4-18 16,2-3-5-16,-2-8-12 0,2-5-8 16,-1-1-8-16,-1-4-2 0,2-2-9 0,0-2-11 15,0-2-8-15,-2-2-3 0,2 0-6 16,0-3-7-16,-2-1-6 0,1 1-5 16,-1-2-1-16,0-2-3 0,0-5-4 15,0 10-4-15,0-10-6 0,2 7-6 0,-2-7-31 16,0 0-35-16,-2 10-50 0,2-10-69 15,0 0-69-15,0 0-87 0,0 0-101 0,0 0-104 16,0 0-123-16,0 0-154 0,0 0 61 16,9-21-671-16,0 10-862 0</inkml:trace>
  <inkml:trace contextRef="#ctx0" brushRef="#br0" timeOffset="25880.42">9968 6572 3687 0,'0'0'-106'0,"0"-11"49"0,0 11 41 0,-2-10 45 0,2 10 44 0,0 0 38 16,-2-12 23-16,2 12 14 0,-2-7-1 0,2 7-6 16,0 0-2-16,-2-8-16 0,2 8-17 15,0 0-2-15,0 0 22 0,0 0 20 0,0 31 16 16,0-8-9-16,2 3 11 0,2 14 16 15,-4 0 5-15,2 1 9 0,1 1-5 0,0 3-1 16,3 0-4-16,-2-2-9 16,-3-5-13-16,3 1-15 0,-4-8-3 0,4-6 0 15,-2-6-5-15,-1 0-8 0,-1-4-8 0,0-1-7 16,0 0-7-16,2-4-2 0,-2 0-47 16,0-1-60-16,2 0 0 0,1 0 0 0,-3-3 0 15,0-6 0-15,4 11 0 16,-4-11 0-16,-2 8 0 0,2-8 0 0,-2 9 0 15,2-9 0-15,0 0-47 0,0 5-365 16,0-5-151-16,0 0-161 0,0 0-160 0,0 0 89 16,0 0-826-16,0 0-1060 0</inkml:trace>
  <inkml:trace contextRef="#ctx0" brushRef="#br0" timeOffset="33027.75">11813 3752 3931 0,'3'-7'-302'0,"-3"7"61"0,0 0 47 0,4-9 48 0,-4 9 41 0,0 0 35 0,0 0 21 0,0-9 14 16,0 9 11-16,0 0 6 0,0 0 10 15,-11-6 6-15,11 6 12 0,-11-2 7 16,11 2 6-16,-18-2 2 0,18 2 4 15,-25 2 0-15,11 1 6 0,-6-1 5 16,-7 1-1-16,-9 2-6 0,-1 2-1 0,-6-1 0 16,0 1-2-16,-1-4 2 0,4 4 5 15,-4-4 11-15,3 0-10 0,9 0-3 0,2-3-3 16,1 0 0-16,3 0 2 0,5 0-5 16,0 0-4-16,4 0-6 0,1 3 8 15,2-3-7-15,-2 0-3 0,16 0-2 0,-25-3 0 16,25 3-4-16,-19 0 2 0,19 0-2 15,-17 0 3-15,17 0 1 0,-11 0-10 0,11 0 5 16,0 0 3-16,0 0-7 16,-20-3 1-16,20 3 6 0,0 0 4 0,0 0-9 15,-11 0 5-15,11 0-3 0,0 0-5 0,0 0-1 16,0 0 0-16,0 0-4 16,0 0 1-16,-14 6-2 0,9 1 3 0,-1 3 11 15,-3 7 4-15,-5 10 13 0,1 6 16 16,-10 6 12-16,2 7 14 0,3-3 6 0,-6 3 1 15,3-3 1-15,5 1-5 0,2-10 0 16,-1-2 6-16,1 1-9 0,3-4-1 16,0-2-6-16,3-4-1 0,0-5-9 0,3-1-5 15,1-5-5-15,0-1-7 0,0-2 3 16,0 1-3-16,2-3-1 0,0 0-1 0,2-7 6 16,-2 12 0-16,2-12-3 15,0 8-3-15,0-8 0 0,0 0-5 0,2 9-5 16,-2-9-3-16,9 5-1 0,-9-5-7 15,16 3 3-15,-7-1-4 0,3 0-1 16,7 1-4-16,0-2 2 0,8 4-1 0,13-2-5 16,2 0 3-16,7 1-4 0,3-4-10 15,16 2-5-15,3-2-5 0,2-2 1 0,0 0-8 16,4-1-5-16,-5-1 0 0,-2 1-1 16,-4-1 1-16,-7 1 7 0,-10-1 3 15,-3 1-2-15,1 0 8 0,-2 1-4 0,-4-1 6 16,-1 1-2-16,-1-2 4 0,-7 3 8 15,-3-2 7-15,7 1 4 0,2-2 3 16,1-1 1-16,2 0-2 0,4 0-2 16,3 0-1-16,10 0-1 0,3-3-4 0,0 4 2 15,-4 0 0-15,-6 1-5 0,-1 1 4 16,0-1 0-16,-2 1-6 0,2 0 5 0,-3 2-1 16,3 0-1-16,0 0-3 0,1 0 0 15,-1 2 5-15,0-2-2 0,-1 2-3 16,1-1 8-16,1 3-1 0,-2-4-2 0,14 0-9 15,7-2 4-15,-4 2 7 0,2 0-11 16,3-2 6-16,-4 2-3 0,1 0-1 16,-17 0 2-16,3-1-3 0,-2 1 1 15,-3 0-2-15,2 0-1 0,-1 0 21 0,2 1-2 16,-1 1-3-16,-1-2 2 0,1 2-4 16,2-1 0-16,10 1 2 0,2-2-4 15,2 1 3-15,-1-1-4 0,-1 0-3 0,3 3 3 16,-5-3 2-16,-7 0-5 0,-5 0-1 15,1 0 0-15,-3 0-1 0,-1 0-6 0,-3 0-2 16,-2 0-3-16,0 0 3 0,4 0 1 16,-6 0-2-16,5 0 6 0,0 0 0 0,3 0-3 15,-1 0 3-15,3 0 1 0,3 0 5 16,11-4-5-16,-1 2 0 0,1 1-4 16,-2-3 5-16,0 1-6 0,-4 0-5 0,-9-1-11 15,-3 2-14-15,1 0-5 16,-5-2 5-16,3 4 3 0,0 0 2 0,-4 0 3 15,2 0 0-15,0 3 5 0,-1-3 0 16,5 1 5-16,1 1-1 0,1 0 7 0,11 0 1 16,4 1-5-16,-1-1 4 0,1 0 0 15,3-1-12-15,-4-1-2 0,5 2 1 0,-7 0-6 16,-1-1-20-16,-9 1 3 0,-3-1 2 16,-1 2 7-16,-3-3 5 0,2 0 6 15,-6 0 4-15,2 3-6 0,-2-2 10 0,2-1-4 16,0 0 3-16,2 0 3 15,5 0-2-15,6 0 6 0,8 2 0 0,5-2 3 16,-5 0 0-16,8 4-3 0,-8-1 0 16,3-1 3-16,-14 0-2 0,-3-1-9 0,-4 1 8 15,-9-2 1-15,-4 2 0 0,-8-2 8 16,-8 2 1-16,0-2 1 0,0-2 10 0,-4 4 2 16,7-4 2-16,-5 2-1 0,6 0 5 15,-2-2-1-15,6 0-2 0,1-1-3 16,1 0 4-16,-2 1 1 0,-4 0-7 0,-3-2-2 15,4 3 2-15,-7-2 1 0,-2 3 5 16,-13 0-4-16,22 0 6 0,-13-3-5 16,-9 3 8-16,17-1 7 0,-17 1-4 15,17 0-4-15,-17 0 5 0,19 0 8 0,-19 0-9 0,25 0 8 16,-12-2-4-16,1 4 4 16,-14-2-5-16,24 0-3 0,-10 0 2 0,-14 0-5 15,18 1 1-15,-18-1-5 0,18 0 1 16,-18 0 0-16,15 0-2 0,-15 0 0 15,0 0-1-15,17 0 0 0,-17 0 1 0,13 0 2 16,-13 0 3-16,16 0-3 0,-16 0 4 16,19-1-1-16,-7-1 4 0,-3 1 0 0,3-4 0 15,-1 1 6-15,-2-1 0 0,1 0 9 16,3-4 0-16,-4-2 3 0,5-1 0 16,-4-1 2-16,5-11 0 0,-2-2 1 15,1 0 0-15,1-3-4 0,1-2-3 16,-4 1-6-16,6-4-1 0,0-7-6 0,4-1-2 15,-3 1-3-15,1-2-2 0,0 1 0 16,-4-1-5-16,6-3-1 0,-8 12 7 0,-3 2 11 16,0-1 14-16,1 2 5 0,-7 6 0 15,3 1-2-15,-5 2 0 0,1-1-9 0,1 1 2 16,-2 1 4-16,-1 3-1 0,0-1-5 16,2 2 3-16,-2-2-9 0,0 2 1 15,-1 2-3-15,3 2-4 0,-2-1-2 0,2 2-4 16,-3 5-3-16,-1-5-2 0,2 6-4 15,1-1 2-15,-3 7-3 0,2-14-6 0,-2 14 5 16,2-8-5-16,-2 8-3 16,2-9 4-16,-2 9-2 0,0-9 2 0,0 9-2 15,0 0 4-15,1-7-3 0,-1 7-2 16,0 0 0-16,0 0 0 0,0-10-3 0,0 10 2 16,0 0 0-16,0 0-2 0,0 0-2 15,0-8-2-15,0 8-1 0,0 0 3 16,0 0-7-16,0 0 8 0,0 0-2 0,0 0-4 15,0 0 4-15,0 0-1 0,0 0 0 16,-3-7-2-16,3 7 0 0,0 0 1 0,0 0 2 16,0 0 0-16,0 0-4 0,0 0 0 15,0 0 2-15,0 0 4 0,0 0-1 16,0 0 1-16,0 0 2 0,-10-5-1 16,10 5-2-16,0 0 5 0,0 0-3 0,0 0 2 15,0 0-3-15,0 0 2 0,0 0 4 16,0 0-4-16,0 0 4 0,0 0-1 15,0 0 3-15,0 0-1 0,0 0 0 0,0 0-1 16,0 0 1-16,0 0 3 0,0 0-4 16,0 0 4-16,0 0-5 0,0 0-2 0,0 0 2 15,0 0 0-15,-10-5 1 0,10 5-3 16,-16-2 2-16,4 0 1 0,1 1-2 0,11 1 0 16,-27-4 1-16,11 4-3 15,0-2 3-15,-6 0 1 0,3 2-4 0,-5-4 0 16,-3 3 4-16,-2 1-3 0,-1 0 1 15,-13-1 0-15,4 2 1 0,-3-1 0 16,8 0 1-16,3 0 0 0,-1 1-4 0,2-1 3 16,1 0 1-16,0 3-4 0,8-2 4 15,-2-1-5-15,3 0 3 0,0 2-1 0,5 0 2 16,-2-2-4-16,1 0 3 0,3 2 0 16,13-2-1-16,-21 0-1 0,21 0 0 15,-17 0 6-15,17 0-6 0,-13 2 3 0,13-2 2 16,0 0-1-16,-15 0-2 15,15 0 1-15,0 0-10 0,0 0-20 0,-16 0-26 16,16 0-46-16,0 0-63 0,-7 1-97 16,7-1-107-16,0 0-107 0,-8 4-139 0,8-4-91 15,0 0 77-15,-12 6-354 0,3-2-458 16</inkml:trace>
  <inkml:trace contextRef="#ctx0" brushRef="#br0" timeOffset="33927.1">12492 3794 2495 0,'5'-5'-72'0,"-5"5"40"0,6-6 36 0,-6 6 24 0,0 0 22 0,5-8 23 16,-5 8 21-16,2-7 22 0,-2 7 7 0,0 0 10 15,4-6 5-15,-4 6-5 0,0 0-16 16,5-7-15-16,-5 7-18 0,0 0-8 0,0 0 1 15,0 0-1-15,0 0 8 0,-5 33-1 16,3-11 10-16,-2 10 7 0,-1 8-1 0,-1 2-2 16,4 1 5-16,-6 11-7 0,4-10 2 15,4 1 2-15,-3-6-14 0,1 3 2 16,2-5 9-16,0-6 2 0,0-6-2 0,0-8 2 16,0 3-1-16,0-3-7 0,0-3 4 15,0-2 16-15,0-2 12 0,2-1 25 16,-2-1 13-16,0-8 11 0,0 12-4 15,0-12-5-15,-2 9-22 0,2-9-16 0,0 0-14 16,-2 8-8-16,2-8-33 0,0 0-35 16,0 0-29-16,0 0-59 0,0 0-45 15,0 0-64-15,0 0-81 0,0 0-114 0,0 0-133 16,0 0-162-16,0 0-127 0,0 0 77 16,0 0-550-16,0 0-713 0</inkml:trace>
  <inkml:trace contextRef="#ctx0" brushRef="#br0" timeOffset="34626.94">13987 3713 3192 0,'4'-10'-124'0,"-4"3"41"0,2 0 41 0,-2 7 32 0,4-8 35 0,-4 8 27 16,3-7 25-16,-3 7 26 0,0 0 12 0,0-10-16 16,0 10 9-16,0 0-4 0,0 0-14 15,0-9-9-15,0 9-2 0,0 0-16 16,0 0 14-16,0 0 16 0,0 0 4 0,2 36 8 16,-2-14 9-16,0 4 7 0,0 16 6 15,0-1-4-15,0 3-4 0,-2 14 0 0,2-12 15 16,0 0 4-16,0 0-8 0,-1-3-3 15,1-5 1-15,-2 1-4 0,2-8-2 16,0-6-3-16,0-4-2 0,-4-2-10 16,4-1 0-16,-2-1 8 0,2-5-6 0,-2 1-3 15,2-1-4-15,0-3 0 0,-2 0-2 16,2-2-1-16,0 2-7 0,0-9-13 16,-1 12-5-16,1-12-5 0,0 10-2 0,0-10-5 15,0 7-10-15,0-7-4 0,0 0-10 16,0 9-44-16,0-9-60 0,0 0-72 0,0 0-72 15,0 0-80-15,0 0-102 0,0 0-117 16,0 0-139-16,0 0-167 0,-9-24 93 0,4 17-603 16,-10-1-781-16</inkml:trace>
  <inkml:trace contextRef="#ctx0" brushRef="#br0" timeOffset="35010.25">13269 3938 3730 0,'0'0'-143'0,"0"0"14"0,0 0 27 15,0 0 38-15,0 0 37 0,0 0 32 0,0 0 15 16,-20 26 11-16,13-16 8 0,-4 3 10 16,-5 1 8-16,1 1 4 0,1-1-4 0,2-2-6 15,1 5-3-15,-3-5-11 0,1 5 5 16,-1-5-9-16,5-2-16 0,-2 0-17 15,0-1-30-15,2-1-29 0,2 1-50 16,-2-4-56-16,4-2-79 0,5-3-79 16,-11 0-108-16,11 0-82 0,0 0-146 0,-16-8-156 15</inkml:trace>
  <inkml:trace contextRef="#ctx0" brushRef="#br0" timeOffset="35212.18">13039 3993 1750 0,'0'0'34'0,"3"-6"34"16,-3 6 24-16,2-6 19 0,-2 6 19 0,0 0 16 15,0 0 25-15,0 0 34 0,17-1 12 16,-17 1-7-16,17 7-9 0,-4-1-17 0,5 2-10 16,-2 4-8-16,9 5-19 15,0 1-7-15,0 1-14 0,4-2-16 0,-4-1-7 16,-5-2-14-16,-4-1-6 0,1-1-15 16,-4-2-38-16,0 1-38 0,-4-5-52 0,0 3-70 15,-2-2-61-15,1 0-81 0,-3-1-116 16,0-2-171-16,0 1-28 0,-5-5 73 15,10 7-182-15,-7-2-190 0</inkml:trace>
  <inkml:trace contextRef="#ctx0" brushRef="#br0" timeOffset="35542.99">14484 3992 2000 0,'0'0'62'0,"0"-11"16"16,0 11 6-16,-1-7 1 0,1 7 15 16,0 0 20-16,0 0 8 0,0 0 11 15,0 0 8-15,-36 19 13 0,18-7 2 0,1 0-8 16,-6 13-4-16,0-4-14 0,1 1-13 15,-3 3-7-15,2-3-13 0,2-1-6 16,0-3-17-16,0 3-7 0,5-6-34 16,2-2-33-16,-2-2-50 0,7 0-61 0,0-3-59 15,-3-1-72-15,2-1-93 0,1-6-103 16,9 0-118-16,-16-4 30 0,16 4-148 0,-9-12-162 16</inkml:trace>
  <inkml:trace contextRef="#ctx0" brushRef="#br0" timeOffset="35726.08">14115 4039 1791 0,'2'-5'22'0,"-2"5"33"16,3-6 18-16,-3 6 19 0,0 0 30 0,0 0 32 16,13-3 19-16,-13 3 13 0,0 0 0 15,22 7-12-15,-7-1-2 0,7 2-20 16,3 6-12-16,4 3-7 0,3-1-21 16,-1 1-5-16,-1-2-18 0,3 2-52 15,-5 1-57-15,-1-3-75 0,0-1-83 0,-8-4-105 16,-2 0-124-16,-3-1-151 0,-5-3 49 15,-1-1-144-15,2 1-150 0</inkml:trace>
  <inkml:trace contextRef="#ctx0" brushRef="#br0" timeOffset="36576.11">14984 3748 1658 0,'0'0'-17'0,"4"-6"41"0,-4 6 35 0,0-10 22 0,2 5 15 0,-2 5 10 0,2-10 11 16,-2 10 0-16,0-10 6 0,0 10 0 16,0-8-2-16,0 8-7 0,2-10-3 0,-2 10-13 15,0 0-5-15,0-8-21 16,0 8 7-16,0 0-6 0,0-9-4 0,0 9 6 16,0 0-20-16,0 0 4 0,0 0 1 15,0 0-4-15,-2-8-7 0,2 8-10 0,0 0 4 16,0 0-1-16,0 0-13 0,0 0-5 15,0 0-3-15,0 0 0 0,0 0-4 16,-2-9-10-16,2 9 13 0,0 0-1 0,0 0-14 16,0 0-2-16,0 0 9 0,0 0-13 15,0 0 2-15,0 0-4 0,0 0 9 0,0 0-2 16,0 0-8-16,0 0-6 0,-4-5-4 16,4 5-4-16,0 0 0 0,0 0-8 15,0 0 3-15,0 0-8 0,0 0 3 16,0 0 5-16,0 0-3 0,0 0 3 15,0 0 0-15,0 0 2 0,0 0 0 0,0 0-1 16,0 0-3-16,0 0-2 0,0 0-1 16,0 0 2-16,0 0-2 0,0 0-5 0,0 0 3 15,0 0-2-15,0 0 6 0,0 0 0 16,0 0 5-16,0 0-2 0,0 0 8 16,0 0-1-16,0 0 3 0,0 0 3 0,0 0 0 15,0 0-3-15,0 0 7 0,0 0-4 16,0 0-1-16,0 0 1 0,0 0-6 0,0 0-10 15,0 0-12-15,0 0-16 0,0 0-13 16,0 0-4-16,0 0-8 0,0 0-7 0,0 0 1 16,0 0 5-16,0 0 1 15,0 0 5-15,0 0 4 0,0 0 3 16,0 0-3-16,0 0 12 0,0 0 0 0,0 0 2 16,0 0-8-16,0 0-12 0,0 0-28 15,0 0-60-15,0 0-129 0,0 0-175 0,0 0 25 16</inkml:trace>
  <inkml:trace contextRef="#ctx0" brushRef="#br0" timeOffset="37893.35">15496 3655 1322 0,'0'0'55'0,"0"0"37"0,0 0 25 0,0 0 23 0,0 0 22 0,0 0 19 16,0 0 10-16,0 0 10 0,0 0 13 0,0 0-10 16,0 0 1-16,0 0-4 15,0 0-3-15,0 0-10 0,0 0-4 0,0 0-7 16,0 0-14-16,0 0-16 0,0 0-14 16,0 0-19-16,0 0-13 0,0 0-10 15,0 0 4-15,0 0 1 0,-15 21 4 0,15-10 16 16,-2 2-2-16,2 6 3 0,-3 1 6 15,-1 4 4-15,4 2 1 0,-4 10-15 0,4-1-10 16,-1 4 0-16,1-1-11 0,-3 1-27 16,3 1 1-16,-2-4-6 0,2-4-10 15,2-6 5-15,-2 1-8 0,0-2-3 0,0 0-2 16,0-1-13-16,0-6 4 0,3 3-8 16,-6 0-4-16,3-2 6 0,0 0-9 15,0-3 9-15,-2 4-12 0,2-3-2 16,-2 0-2-16,2-3 4 0,0-1-8 0,0-1 7 15,0 1-1-15,0-3-3 0,0-2 0 16,0 3 1-16,0-5 6 0,0 3 5 0,0-9-2 16,0 14 8-16,0-14 7 0,0 10 6 15,0-10 12-15,0 7 10 0,0-7 9 0,0 0-2 16,2 10-1-16,-2-10-5 0,0 0 4 16,-2 9-7-16,2-9-3 0,0 0-4 0,0 0-6 15,2 7-2-15,-2-7 2 16,0 0-9-16,0 0-4 0,0 0-4 0,0 0-4 15,0 0-6-15,0 0-43 0,0 0-79 16,0 0-86-16,0 0-94 0,0 0-116 16,0 0-146-16,0 0-207 0,0-25-90 0,-4 17 96 15,2-2-671-15,2-1-867 0</inkml:trace>
  <inkml:trace contextRef="#ctx0" brushRef="#br0" timeOffset="41509.92">17183 3518 3493 0,'7'-4'-247'0,"-1"2"65"0,0-2 54 0,0 1 54 0,1-2 44 0,-7 5 34 0,10-4 41 15,-10 4 20-15,0 0 24 0,8-8 7 0,-8 8 23 16,5-4-8-16,-5 4 7 0,0 0 5 16,0 0 3-16,6-7 3 0,-6 7-8 15,0 0 12-15,0 0-7 0,6-6 3 0,-6 6-1 16,0 0 2-16,0 0-3 0,0 0 4 15,8-3 5-15,-8 3 4 0,0 0-12 0,0 0 10 16,0 0 3-16,0 0 3 0,7-5 3 16,-7 5 4-16,0 0-13 0,0 0-8 15,0 0-15-15,0 0-7 0,0 0-19 0,0 0-18 16,0 0-11-16,0 0-10 16,0 0-9-16,0 0-1 0,0 0 5 0,2 25-12 15,-2-11 0-15,-2 5-7 0,4 1-1 16,-2 5-1-16,0 2 4 0,0 11-4 0,2 1 8 15,-2 0 4-15,2-3-9 0,0 3 0 16,1-3-4-16,-3 0 1 0,4 0 0 0,-4 0-3 16,6 2-18-16,-5-11 21 0,-1 1-1 15,0-4 4-15,0-1-2 0,0 0 2 16,0-2 1-16,0-3 8 0,0 3 2 0,0-4-3 16,-1 0 1-16,1-2-3 0,0 1 3 15,0-3-8-15,-2 1-1 0,2 0 3 16,0-1-8-16,0-1 0 0,0-1 4 15,0-3-3-15,0 4 1 0,0-4 1 0,0 1 6 16,0 0 3-16,0 0 3 0,-2-2 2 16,2-7 4-16,2 13 9 0,-2-13 4 0,0 11-56 15,0-11 0-15,0 9 0 0,0-9 0 16,0 0 0-16,0 10 0 0,0-10 0 0,0 0 0 16,0 7 0-16,0-7 0 15,0 0 0-15,0 0 0 0,0 0 0 0,3 8 0 16,-3-8 0-16,0 0 0 0,0 0 0 15,0 0 0-15,9 0 0 0,-9 0-128 16,0 0-214-16,0 0-117 0,0 0-164 0,0 0-233 16,0 0 17-16,0 0 91 0,0 0-679 15,0 0-878-15</inkml:trace>
  <inkml:trace contextRef="#ctx0" brushRef="#br0" timeOffset="43192.07">16242 3996 3570 0,'5'-3'-223'0,"1"-2"49"0,-6 5 36 0,4-4 38 0,-4 4 25 0,0 0 31 16,6-6 26-16,-6 6 15 15,0 0 14-15,0 0 9 0,0 0-1 0,0 0 4 16,0 0 4-16,0 0 13 0,0 0 10 15,0 0 14-15,-23 18 10 0,12-4 4 0,-11 6 14 16,-2 7 11-16,-9 5 9 0,-3 4 2 16,-2 2 6-16,-4 1 3 0,0 1 2 15,0 2-3-15,-2-1-5 0,5 1 0 0,-2-3-4 16,1 3-9-16,6-1-8 0,-2 0 1 16,2 0-9-16,-1 1-7 0,2-5-5 15,-1 2-3-15,-2 1-5 0,0-3-2 16,-2 4-1-16,-1-1-5 0,2-1 1 0,-3 0 2 15,2 0-1-15,1 0 0 0,5-1 1 16,-3-2-5-16,5-4 4 0,1 1-3 0,6-8-3 16,3 0 4-16,1-1 6 0,-3-2 2 15,4 0-1-15,2-4-3 0,0 2 2 16,-6 2 1-16,1-1 0 0,4-1 5 0,-4 2-4 16,-2 4 8-16,1-1-27 0,-1 0 7 15,-2 2 0-15,-4 6 1 0,-3-2 11 0,1 0-3 16,6-4-2-16,0-1-2 0,5 0 5 15,-3-2 0-15,2-1 4 0,2-2 0 16,5-3 10-16,2-5-9 0,1-1 1 16,2-1 2-16,2-1-4 0,-1-2-4 0,-2 1 2 15,5 0 5-15,-3-2-2 0,3 1-3 16,-5 1-4-16,4-1-17 0,0 1-47 0,-3 3 0 16,3-4 0-16,-2-1 0 0,3 2 0 15,-1-2 0-15,4-1 0 0,-3 0 0 0,5-6 0 16,-7 8 0-16,7-8 0 0,-5 5 0 15,5-5 0-15,0 0 0 0,-6 9 0 16,6-9 0-16,0 0 0 0,-3 5 0 0,3-5 0 16,0 0 0-16,0 0 0 0,0 0 0 15,0 0 0-15,0 0 0 0,-11-12 0 0,11 12 0 16,-3-12-500-16,1 5-229 16,7-5-199-16,-2-1 72 0,5-5 101 0,-1 0-749 15,9-10-951-15</inkml:trace>
  <inkml:trace contextRef="#ctx0" brushRef="#br0" timeOffset="44058.04">13745 6070 3913 0,'-10'-5'-165'0,"-1"1"43"0,4 2 38 0,-1-1 31 0,8 3 35 0,-12-6 22 0,12 6 20 15,-9-2 1-15,9 2 17 0,-5-6-4 0,5 6-5 16,0 0-1-16,0 0-8 0,5-8 0 16,4 4 6-16,13-2-8 0,12 1-2 0,9-3-2 15,25 1 0-15,7-2-2 0,31 0-2 16,6 1 2-16,16 2-7 0,12 0-6 0,9 0 5 16,13-1 0-16,2 3 3 0,5 0-6 15,1-4 2-15,0 3-1 0,-12 0-6 0,-7-2 7 16,-9 3-4-16,-12-4 3 0,-13 0-4 15,-36 4 3-15,-6-1-2 0,-26 2 5 16,-5 1-4-16,-13 1 2 0,-6 1 0 16,-7-2-2-16,-2 2-7 0,-3-2-10 15,-3 0-16-15,-10 2-24 0,11 0-33 0,-11 0-54 16,0 0-67-16,0 0-92 0,0 0-162 16,0 0-57-16,0 0 56 0,-46 2-120 0,22-2-83 15</inkml:trace>
  <inkml:trace contextRef="#ctx0" brushRef="#br0" timeOffset="45325.34">13539 6092 1623 0,'8'-5'78'0,"-5"2"18"0,-3 3-5 0,7-5-11 0,-7 5-5 0,0 0 35 0,4 17 29 0,-8-7 30 0,-1 9 8 16,-2 10-7-16,1 5 11 0,-5 2-2 15,1 3 3-15,-1 9-3 0,0 1-12 0,-1-3-10 16,5-7-14-16,-1-1-9 0,3-1-9 16,-4-4-16-16,4 0-8 0,-1-8-8 15,3-4-8-15,1-4-6 0,-4-1-5 0,3-2 9 16,3-2-2-16,-1-4 1 0,-1 2-1 15,0-1-4-15,0-2-4 0,0 0-2 0,0-2-1 16,2-5-7-16,0 10-2 0,0-10-8 16,0 9-2-16,0-9-5 0,-2 6-5 15,2-6-3-15,4 5-5 0,-4-5-2 16,12 5-3-16,-3-3-5 0,2-2 1 0,3 3-4 16,8-6-5-16,7 1-9 0,17-1-15 15,1 0-7-15,14-2-14 0,9-2-8 0,2 3-4 16,6-1 7-16,29-3 3 0,3-1 3 15,2 4 3-15,13-2 3 0,2 2-1 0,3 0 3 16,-6 1 5-16,-4 1 3 0,-4 1-2 16,-3-1 5-16,-24 1 0 0,-2 1 4 15,1-1 0-15,0 2 0 0,0-4-6 0,-3 3 5 16,0-1 4-16,0 2-1 16,0-3-4-16,3 1 7 0,5 0-5 0,17-2 3 0,-25 0 1 15,1 4-3-15,-6-2-1 16,-2 2 4-16,-4 0 3 0,-3 0-3 0,-4 0 4 15,-4 0-4-15,-14 2 2 0,-5-2 6 16,-2 0 3-16,-14 0 2 0,-5-2 12 0,-3 2 13 16,-6 0 3-16,0 0 6 0,-1-2-2 15,-2 2-3-15,3-1-2 0,-3-3-8 0,1 2 1 16,-1-1-7-16,2-1-2 0,-1 1 1 16,-1-3-5-16,-1 2 4 0,2 2 10 0,-7-1 1 15,4 1 4-15,-3-3-3 0,1 1 6 16,-7 4-4-16,9-3 1 0,-9 3 9 15,0 0-12-15,9-6 8 0,-9 6-7 16,5-4 0-16,-5 4 1 0,0-9-9 16,0 9-3-16,3-14-4 0,-3 2 0 0,0-1-1 15,-3-9-5-15,3-3-4 0,0-2-2 16,-1-16-1-16,-5-10-1 0,2-2 1 0,1-4-3 16,3 1 0-16,-2 10-1 0,4 2-4 15,-4 2 9-15,4 1-10 0,-4 6 5 0,0 8-2 16,2 8-2-16,-2 1-1 0,2 5 1 15,-2 1-2-15,2 2 2 0,0 0 0 0,0 3 0 16,-1 2-2-16,1 1-4 0,0 6-1 16,0-12 11-16,-2 7-9 0,2 5 4 0,0-9-4 15,0 9 0-15,-2-7 1 0,2 7 3 16,0 0 3-16,-5-8 0 0,5 8 2 16,-4-4-6-16,4 4 6 0,0 0-2 15,-12-1 2-15,12 1 3 0,-24 1 7 16,5 1-7-16,-7 0 3 0,-16 1 9 0,-4 1-1 15,-15-1-7-15,-1 2 6 0,1 0-1 16,-11-1-3-16,0-3 4 0,6 3 3 0,1 1 1 16,15-3 0-16,4-1-4 0,6 3-7 15,12-4-3-15,5 5-27 0,4-4-30 0,4 3-38 16,3 1-66-16,1-2-76 16,1 4-96-16,6-1-96 0,3-2-148 0,-3 2-168 15,0-1 75-15,4-5-531 0,-2 12-659 0</inkml:trace>
  <inkml:trace contextRef="#ctx0" brushRef="#br0" timeOffset="46475.02">13939 6137 3165 0,'-3'-8'-77'0,"1"4"25"0,2 4 15 0,0-9 7 0,4 2 12 16,1 0 18-16,5 1 16 0,0-1 7 15,2 2 1-15,2 0-6 0,-1 3-2 0,1 0 0 16,1 6 0-16,-1-1 3 16,-1 2 6-16,-2 4 10 0,-1 8 18 0,-3-1 26 15,-3 2 18-15,-4 1 21 0,-4 6 11 16,-5 8 14-16,-5 0 3 0,-1 0 7 0,-4-2 8 15,2 1 5-15,-2-3-1 0,1 0-8 16,4 0-10-16,3-8-12 0,2-4-12 0,6-4-10 16,-1 3-9-16,2-3-10 0,4-1-7 15,2-1-11-15,-1-1-3 0,7-2-6 16,2 1-9-16,-1-1 1 0,1 0-9 16,1-6-4-16,0 0-3 0,-13-2-2 0,17-2-1 15,-17 2 10-15,16-10 6 0,-11 2 14 16,-3-1-2-16,-2-3-3 0,-4-5-1 0,-6-5 7 15,-1-9 2-15,-5 1 8 0,-4-1-4 16,-1 2 6-16,1 3 17 0,-2-1 6 16,3 4-3-16,2 1 0 0,3 6-13 0,3 2-3 15,2 4-9-15,3 2-12 0,0-1-7 16,2 4-7-16,3-2-17 0,1 7-11 0,-2-10-21 16,2 10-32-16,11-12-38 0,1 3-49 15,6 3-51-15,5 0-63 0,2 1-88 0,2 2-100 16,11 1-102-16,4-1-124 15,-10 3-128-15,-3 1 75 0,-5 1-585 0,3 3-740 16</inkml:trace>
  <inkml:trace contextRef="#ctx0" brushRef="#br0" timeOffset="46876.37">14400 6214 3500 0,'-13'0'-48'0,"1"2"40"0,0-1 45 0,0 2 51 0,-3 1 35 0,-2 4 28 0,1 1 14 16,-2 3 6-16,-3 5-5 16,1 1 1-16,4 1-8 0,4-1-7 0,2-1-7 15,7 2-9-15,-1-1-10 0,6-2-14 16,2 0-7-16,3 2-7 0,12 5-10 0,3-3-9 15,2-2-11-15,2-1-2 0,7-9-9 16,-5-1-6-16,-3-3-3 0,-2-4-9 0,4-2-1 16,-5-2 0-16,1-2-4 0,-1-3-2 15,-6-3-5-15,0-2 0 0,-7-1-9 0,-3 0 3 16,-4-5-2-16,-6-1-4 0,0-3-2 16,-7-10-1-16,-4-1-3 0,0 2-6 15,-5 2-2-15,0 4-11 0,1 5-10 16,-4 5-15-16,4 4-22 0,1 5-30 0,-3 4-34 15,5 3-50-15,-4 2-63 0,5 3-56 16,-2 1-64-16,2 2-84 0,3 3-125 16,7-3-84-16,-1 2 69 0,4-3-355 0,6 3-413 15</inkml:trace>
  <inkml:trace contextRef="#ctx0" brushRef="#br0" timeOffset="47506.75">14864 6057 2599 0,'-2'-7'17'0,"1"-1"28"0,-2 2 29 0,-1-2 20 0,2 1 28 16,2-1 14-16,-2 2 18 0,2 6 11 15,-2-12 2-15,2 8-10 0,0 4-6 16,-1-9-10-16,1 9-15 0,0 0 9 15,0 0 23-15,0 0 11 0,0 0 5 0,-8 33 2 16,6-10-6-16,-3 16-3 0,-2 2-3 16,4 3-6-16,-1 2-15 0,2-1-9 0,0 1-13 15,2 1-11-15,0-4 8 0,2-1-25 16,-2-4-7-16,2-7-10 0,2-5-9 0,-2-3 13 16,-1-4-25-16,1-1-4 0,-2-5 0 15,3-1-13-15,-1 1 4 0,0-5-8 0,-2 0 10 16,2 0-14-16,-2-8-20 15,1 6-43-15,-1-6-50 0,0 0-59 0,0 0-68 16,0 0-97-16,0 0-103 0,24-14-131 16,-23 10-222-16,5-1 62 0,-2-1 79 15,-1 1-463-15,-3 5-556 0</inkml:trace>
  <inkml:trace contextRef="#ctx0" brushRef="#br0" timeOffset="48274.36">15273 6327 2974 0,'0'0'3'0,"0"0"36"0,2-6 32 0,-2 6 28 0,0 0 25 0,4-6 10 0,-4 6 2 0,0 0-12 16,7-6-10-16,-7 6-13 0,0 0-7 16,7-6-9-16,-3 2-9 0,-4 4-8 0,5-4-7 15,-5 4-6-15,7-5-3 0,-3 1-1 16,-4 4-12-16,7-8 5 0,-7 8-2 16,3-8-2-16,-3 1-2 0,2 1-1 0,-2-2-5 15,0-4-2-15,-2 6 8 0,1-5-5 16,-5 1-2-16,3-2 1 0,-2 5-5 15,-3-3-1-15,3 3-2 0,-4 0-3 0,-4 2-2 16,2 2 2-16,-3 3 3 0,0-2 5 16,-6 5-3-16,0 4 8 0,1 2-8 0,1-4 2 15,1 7-4-15,4 2 1 0,0-1-3 16,5 1 0-16,2 1-1 0,6-3-1 0,0 2-2 16,4 1 1-16,2-4 0 0,1 1 4 15,3-1 1-15,2-1 12 0,-1-6 8 0,3 0 9 16,-3-2 12-16,2-2 10 15,-3 0 5-15,-10 0 5 0,20-8-2 0,-8 4-10 0,-3-3 3 16,0 3 2-16,2-2-6 16,-6-2 3-16,3 5 0 0,-8 3-2 0,11-9-7 15,-11 9-9-15,6-4-8 0,-6 4-8 16,0 0-10-16,0 0 3 0,0 0-1 16,0 0-8-16,6 18 1 0,-6-6-6 0,2-1-5 15,-2 3 3-15,0 1-2 0,1 1 2 16,1 1-6-16,2 0-4 0,0-1 5 0,-3-1 2 15,1-1-9-15,0-3 6 0,1 0-7 16,-1-1 25-16,0-2 11 0,0 1 16 0,-2-4 17 16,0-5 10-16,-2 12-10 0,-5-5-4 15,0-2-9-15,-2 2 3 0,-2-2-5 0,-5 0 1 16,-2 1-1-16,0-2-5 16,-2 1-7-16,4-1-5 0,-2 0 3 0,3-3 3 15,2 2-3-15,0-3-3 0,1 2-5 16,2-2 2-16,1 4-8 0,9-4-5 0,-16 0-26 15,16 0 0-15,-13 0 0 0,13 0-45 16,-10 2-46-16,10-2-60 0,0 0-66 0,-13 0-84 16,13 0-117-16,0 0-113 0,0 0-134 15,0 0-159-15,0 0 78 0,0 0-683 16,15-14-880-16</inkml:trace>
  <inkml:trace contextRef="#ctx0" brushRef="#br0" timeOffset="48724.21">15472 6234 3867 0,'7'-9'-25'0,"3"4"47"0,-3-5 39 0,1 5 12 0,-2 2 18 0,0-1 7 0,-1 1-3 0,-5 3-3 0,16-2-1 15,-16 2-7-15,15 3-2 0,-7 3 5 0,-1 0 5 16,1 3 12-16,-5 5 8 16,1 0 7-16,-4 1 14 0,-2 3 17 0,-2 3 15 15,-3 1 15-15,-7 5 12 0,-1 0 10 16,-2-3 2-16,0 0 8 0,3-5 0 0,3-4-4 16,0 0-11-16,5-4-12 0,-2-1-9 15,5 0 2-15,3-1 16 0,2-1 16 16,3-2-162-16,7-1-48 0,5 0 0 0,2-2 0 15,2 1 0-15,3-2 0 0,3-1 0 16,2-1 0-16,-2 3 0 0,-4-3 0 0,-5 0 0 16,2 0 0-16,-7 0 0 15,2 0 0-15,-4 0 0 0,-11 0 0 0,22 0 0 0,-15 0 0 16,-7 0 0-16,16-3 0 16,-16 3 0-16,11 0 0 0,-11 0 0 0,12-1 0 15,-12 1 0-15,0 0-422 0,5-4-348 16,-5 4-161-16,0 0 82 0,0 0 87 0,0 0-754 15,0 0-961-15</inkml:trace>
  <inkml:trace contextRef="#ctx0" brushRef="#br0" timeOffset="50140.32">15906 6131 4005 0,'-2'-6'-107'0,"1"-1"53"0,-1 0 58 0,0-2 51 0,0 3 48 0,6-3 36 0,-4 1 32 15,0 0 25-15,0 0 16 0,0 8 14 0,3-13 10 16,-3 7 14-16,0 6 2 0,0-10-2 16,0 10-13-16,2-10-12 0,-2 10-14 0,0 0-24 15,0 0-19-15,0 0 9 0,0 0 11 16,0 0 4-16,0 0-15 0,2 43-3 0,-2-18-1 15,2 16-29-15,2 0-144 0,-2 5 0 16,1 8 0-16,4 0 0 0,-2-3 0 16,3-5 0-16,-5-4 0 0,5-4 0 15,-4 2 0-15,4-10 0 0,-5-2 0 16,1-7 0-16,2-5 0 0,-5 0 0 0,-1-2 0 16,2-2 0-16,0-2 0 0,1-2 0 15,-1 1 0-15,0-2 0 0,-2-7 0 0,2 11 0 16,-2-11 0-16,0 6 0 0,0-6 0 15,0 0 0-15,0 0 0 0,0 0 0 0,0 0 0 16,0 0-13-16,0 0-525 0,0 0-108 16,0 0-99-16,1-24-120 0,1 15 81 0,-2 3-780 15,0-4-1008-15</inkml:trace>
  <inkml:trace contextRef="#ctx0" brushRef="#br0" timeOffset="50574.01">16196 6216 4172 0,'4'-9'-87'0,"-2"2"63"0,0-2 63 0,0 4 48 0,-1-2 39 0,-1 7 34 0,0-8 18 16,0 8 4-16,2-9 0 0,-2 9-12 15,0 0-18-15,2-6-19 0,-2 6-14 0,0 0 23 16,0 0 7-16,0 0-6 0,8 25-5 16,-7-11 7-16,1 3 7 0,0 3-2 15,3 3 3-15,-3 0-7 0,-1 0-7 0,-1 1-12 16,4-1-14-16,-4-4-6 0,4-1-14 15,-4-1-6-15,2-1-10 0,-1-3-7 0,-1-1-6 16,2 1-8-16,-2-3-7 16,0-4-5-16,2 1-1 0,-2 2-19 0,2-4-22 15,-2-5-35-15,0 9-42 0,0-9-56 16,2 5-63-16,-2-5-64 0,0 0-85 0,0 0-86 16,0 0-88-16,0 0-102 0,0 0-166 15,0 0 70-15,10-16-613 0,-6 10-783 0</inkml:trace>
  <inkml:trace contextRef="#ctx0" brushRef="#br0" timeOffset="51039.91">16410 6246 3642 0,'0'0'23'16,"2"-9"52"-16,-2 9 20 0,0-8 20 0,0 8 6 15,0 0-6-15,0 0 11 0,0 0 19 16,0 0 3-16,0 0-5 0,0 0-13 0,0 0-8 16,5 24-9-16,-3-14-2 0,2 1-10 15,-2-1-10-15,1 1-11 0,-1 1-8 0,4-2-5 16,0-2-7-16,0 3-3 0,-3-5-6 16,3 2-7-16,3 0-2 0,-1-5-5 15,-8-3-1-15,17 2-5 0,-17-2-7 16,21-3-7-16,-10-3-2 0,3 0-3 0,-3-4 1 15,3 2-4-15,-3-5-4 0,0 3 1 16,1-7 1-16,-2 1-1 0,1 1-3 16,-5 5 2-16,3-3 2 0,-5 4 2 0,2 2-4 15,-1-1-3-15,0 1-7 0,-5 7 6 16,4-5-2-16,-4 5 6 0,0 0 5 0,0 0 6 16,0 0-3-16,1 20 3 0,-1-8 4 15,0 1 3-15,-1 1 0 0,1-1 2 0,0 1-1 16,0 1-7-16,1-1 3 15,-1 1 0-15,2-1-4 0,-2 0 0 0,4-2-3 0,-2-3-3 16,-2 3-1-16,2-7-17 16,-1 5-27-16,1-3-34 0,0 0-46 0,2 0-57 15,-4-7-83-15,4 8-99 0,-4-8-119 16,4 3-143-16,-4-3-69 0,0 0 74 0,13 2-422 16,-13-2-506-16</inkml:trace>
  <inkml:trace contextRef="#ctx0" brushRef="#br0" timeOffset="51322.85">16920 6084 2747 0,'2'-13'45'0,"0"7"64"0,-2-2 46 0,0 4 30 0,0 4 14 0,0 0 5 0,0-9-4 0,0 9 15 16,0 0 13-16,0 0 2 0,0 0-10 15,11 26-17-15,-7-9-22 0,-2 2-1 0,2 0-9 16,-2 6-16-16,-2 1-5 0,1-2-23 16,-1 0-12-16,2-5-15 0,-2 1-8 15,0-1-8-15,0-2-10 0,0-1-33 0,0-4-11 16,0-3-56-16,2 5-43 0,-2-6-49 0,3 0-72 16,-3-3-103-16,0-5-115 15,0 8-158-15,0-8-153 0,-5 8 73 0,5-8-512 0,-5 4-625 16</inkml:trace>
  <inkml:trace contextRef="#ctx0" brushRef="#br0" timeOffset="53955.99">13581 6779 2874 0,'0'0'-123'0,"6"-1"40"0,-6 1 31 0,0 0 25 0,0 0 23 0,0 0 25 15,0 0 17-15,0 0 14 0,0 0 7 16,0 0 4-16,6-6 9 0,-6 6 13 0,0 0 21 15,0 0 18-15,0 0 0 0,0 0 1 16,-32 9-4-16,14-5 2 0,-7 1-4 16,-13 4-4-16,0-5 2 0,-10 3-7 15,3-2-6-15,-3 0-6 0,1 1-9 0,-3-3-6 16,4 2-8-16,2-3-4 0,-1 1-8 16,4-3-2-16,9 2-3 0,5-2-6 0,2 0-11 15,3 2 0-15,1-4-9 0,2 2 2 16,0 0-1-16,3 0-6 0,4-2-4 0,-2 2 2 15,3-2-5-15,11 2-2 0,-20 0-4 16,20 0 2-16,-16 0-5 0,16 0-5 16,-13 2 0-16,13-2-2 0,-12 4 4 0,2 2-4 15,0-2 4-15,-1 4 5 0,-2 6 8 16,-1 1 9-16,-9 4 4 0,5 6 6 0,-2 3 2 16,4-1 12-16,-4 0 1 15,1 0-1-15,2 1 0 0,2 0-1 0,-2-5 1 16,5-4 1-16,3-1 4 0,-1-4-3 15,2-3 4-15,3 1-17 0,-1-4 0 0,2-1-7 16,1 1-1-16,-1-2 1 0,4-6-7 16,-7 13-3-16,6-9-3 0,1-4-1 0,-4 12-4 15,4-6 2-15,0-6 0 0,4 17-12 16,-3-7 10-16,6 0-3 0,2 1 4 16,4 4-11-16,5-3 7 0,8 3 0 0,5-1-3 15,5-1 1-15,6-5-6 0,2-2 1 16,3 0-7-16,5-4 9 0,0-1-6 0,-2-1 3 15,2 0 16-15,-4-1-5 0,-3-3 5 16,-2 0-6-16,-2 2 2 0,-1-2-2 16,3 0 0-16,-4 1-4 0,3-1 11 15,4 0 3-15,4 0-3 0,9 0-4 0,4-1-2 16,4 0 6-16,1 0-12 0,2 0 5 16,5 0-6-16,-1 0 1 0,4 0-2 0,0 1 2 15,-1 4-3-15,-5-2-1 0,-6 2-2 16,-10 0 4-16,5 2-5 0,-13-2-3 0,-1 2 0 15,-5 1-1-15,2 0-15 0,-4-1 2 16,0 0 0-16,3 0 3 0,0 0 1 16,4-1 2-16,3 1-1 0,13-2 3 15,1 0-2-15,1 0 0 0,3 0-3 16,-2-2 1-16,1 2 1 0,-14 0-6 0,0 0 5 16,-1 0 0-16,-3 0 2 0,0 0-3 15,-1 0 1-15,2 0-4 0,1 0 7 0,14-1-3 16,0-3-2-16,6 4 7 0,4-3-3 15,2-6 1-15,7 4-1 0,6 0 1 0,20 0 2 16,-3-4 0-16,-21 6 1 0,-1-2-2 16,-3 1-2-16,-2 0 7 0,-8 0-4 0,-5 3-1 15,-15 0 2-15,-9 1-1 0,1-3 6 16,-11 1-1-16,5-2-3 0,0-1 2 0,0 2-2 16,2-1-2-16,3 1-1 0,6-2 6 15,0 3-4-15,-1-4 0 0,0 5 0 16,-3-4 1-16,-3 3-2 0,-2 1 1 15,-8-1 0-15,-8 2-2 0,-6-2-2 0,-2 2 3 16,-3 0 0-16,0 0 0 0,-13 0 3 16,22 0 2-16,-22 0-3 0,16 0-3 0,-16 0 1 15,20-2-1-15,-9 2 1 0,3 0 1 16,0 0-5-16,2-1-3 0,4-2 0 16,-2 1 0-16,3 0 2 0,-6 2 0 0,1 0 3 15,-3-4-2-15,-2 4 6 0,-1-2-5 16,-10 2 7-16,17 0 3 0,-17 0 6 0,13 0 8 15,-13 0-2-15,13-4-4 0,-13 4 5 16,0 0-1-16,0 0 3 0,18 0-4 16,-18 0 0-16,0 0 0 0,11-3 0 15,-11 3-4-15,0 0-2 0,0 0-2 0,18-1 2 16,-18 1 4-16,0 0 2 0,7-3 9 16,-7 3-8-16,0 0 3 0,7-8 1 0,-7 8 3 15,2-10-6-15,0 3 4 0,0-3-4 16,0-3 6-16,0-5-11 0,-2-1 2 0,1-6-7 15,-1-11 4-15,5-4-8 0,-1-1-2 16,-2-1 1-16,1-1 5 0,-1 1-4 0,4 1-4 16,-4 5-1-16,-1 5 1 15,1 7 2-15,-2 4-4 0,0 1 3 0,0 2 3 16,2 3-1-16,-2 1-3 0,0 1 2 16,0 2 1-16,-2 2-2 0,4-1-2 0,-2 1 1 15,0 2 0-15,0 6-1 0,-2-12 0 16,2 12 3-16,-2-9 0 0,2 9 1 15,0-8-7-15,0 8 3 0,-3-8-2 0,3 8 3 16,-10-5-8-16,1 3 7 0,-1-1-1 16,-3 4-1-16,-3-1 5 0,2-1-6 0,-8 1 7 15,-1 1-5-15,-4-1 0 0,2 0 4 16,-8 0-3-16,-7 2 0 0,5-2 0 0,-4 0 2 16,-4 3 3-16,4-1-5 15,-1 2-1-15,1-1 1 0,-1 4-1 0,2 1-3 16,-1-1 8-16,0 3-4 0,-1 0 3 0,4 0-4 15,4-1 2-15,3-1 1 0,6-2 4 16,4 2-4-16,0-3-2 0,3-3 1 16,5 4-3-16,-3-4 2 0,5 2-3 0,0-2 1 15,4 1 2-15,-6-2-6 0,11-1-14 16,-11 6-13-16,11-6-22 0,-7 2-31 0,7-2-38 16,-8 3-48-16,8-3-48 0,-8 2-75 15,8-2-72-15,-5 6-70 0,5-6-95 16,-10 6-158-16,10-6 53 0,-10 5-469 0,7-2-577 15</inkml:trace>
  <inkml:trace contextRef="#ctx0" brushRef="#br0" timeOffset="54889.81">13950 6791 2849 0,'3'-8'-58'0,"1"3"36"0,-4 5 33 0,4-9 28 0,-2 6 23 0,-2 3 26 0,0 0 18 0,1-12 11 16,-1 12-6-16,0 0-18 0,2-7-12 15,-2 7-5-15,0 0 1 0,0 0 26 16,0 0 6-16,-7 30 0 0,3-14 10 0,0 6 11 16,0 4-3-16,-4 7-1 0,3 2 7 15,1 0 1-15,2 0-5 0,1-5-6 16,1-4-5-16,0 0-10 0,0-2-6 0,0-3-3 15,0-1-13-15,1-3-5 0,-1 1 1 16,0-1-9-16,0 0-7 0,0-2-1 0,0 0-3 16,0-1-10-16,0 1-2 0,-1 1-4 15,-1-3-2-15,0 1-3 0,-2 0-2 0,1-2 1 16,3 0-9-16,-2-2 14 0,1-1-22 16,-1-1 4-16,0 0 0 0,2-8-3 0,-2 11 2 15,2-11-8-15,-2 10 7 16,2-10 2-16,0 8-9 0,0-8-3 0,0 0-35 15,0 0-48-15,0 0-49 0,0 0-66 16,0 0-86-16,0 0-91 0,0 0-118 16,0 0-172-16,0 0-32 0,0 0 68 0,9-20-437 15,-9 20-525-15</inkml:trace>
  <inkml:trace contextRef="#ctx0" brushRef="#br0" timeOffset="57472.86">15117 6817 2517 0,'0'0'-237'0,"0"0"18"0,6-3 21 0,-6 3 13 15,0 0 19-15,0 0 11 0,0 0-307 0,0 0 31 0</inkml:trace>
  <inkml:trace contextRef="#ctx0" brushRef="#br0" timeOffset="58039.21">15127 6807 1111 0,'0'0'-90'16,"0"0"22"-16,0 0 14 0,0 0 22 15,0 0 18-15,0 0 22 0,0 0 20 16,0 0 9-16,0 0 14 0,0 0 10 0,0 0 10 16,0 0 10-16,0 0 6 0,0 0 5 15,0 0 11-15,0 0-2 0,0 0 2 0,3-5 4 16,-3 5 3-16,0 0 8 0,0 0 12 15,0 0 9-15,0 0 6 0,0 0-4 0,0 0 1 16,0 0 2-16,0 0 4 0,7-7 3 16,-7 7-1-16,0 0 6 0,0 0-6 15,0 0-5-15,0 0-2 0,0 0-9 16,0 0-12-16,0-9-12 0,0 9-5 0,0 0-10 16,0 0-7-16,0 0-6 0,0 0-6 15,0 0-2-15,0 0 0 0,0 0-1 16,0 0 2-16,0 0 1 0,0 0 3 0,0 0-1 15,0 0 1-15,0 0-5 0,0 0 6 16,0 0-8-16,0 0-6 0,0 0-6 0,0 0-7 16,0 0-6-16,0 0-3 15,0 0-4-15,0 0-7 0,0 0 9 0,0 0 2 0,0 0 0 16,0 0-1-16,-9 22 2 0,8-8 3 16,-3 1 5-16,2 3 3 0,0 1 21 15,2-1-7-15,-2 9-4 0,2-4-5 16,0 5-8-16,0-2 1 0,0 3-2 0,0-4-6 15,2 2-9-15,-2-1 1 0,0-3-1 16,2-4 1-16,-4 1 5 0,4-1-7 16,-2-1 5-16,0-3-5 0,0-3 1 0,0 1-1 15,0-2-4-15,2-2 6 0,-2-1-4 16,-2 0-3-16,4 1-11 0,-2-9 7 0,0 15-10 16,0-11 8-16,0-4-6 0,2 8 3 15,-2-8-5-15,0 9-1 0,0-9 0 0,0 0-3 16,0 9 3-16,0-9-1 0,0 0 4 15,0 0-7-15,0 8-4 0,0-8-22 0,0 0-29 16,0 7-29-16,0-7-37 16,0 0-51-16,0 0-68 0,0 0-104 0,0 0-102 15,-6 3-131-15,6-3-200 0,0 0 47 16,0 0 74-16,0 0-523 0,0 0-632 0</inkml:trace>
  <inkml:trace contextRef="#ctx0" brushRef="#br0" timeOffset="59855.83">16376 6754 3020 0,'9'-5'-107'0,"-9"5"44"0,5-6 35 0,-5 6 27 0,4-6 34 0,-4 6 26 0,6-7 32 16,-5 4 33-16,-1 3 14 0,4-6 10 0,-4 6-9 15,0 0-8-15,7-7-14 0,-7 7-10 16,0 0-13-16,0 0 9 0,0 0 8 0,0 0 5 16,7 23-7-16,-5-10-4 15,0 3 9-15,0 4 6 0,-1 2 1 0,-1 4 1 0,2 10-4 16,0 1-2-16,-2-6-2 16,2 6-6-16,-2 1-6 0,2-8-7 0,-2-2 1 15,0-2-4-15,0-1 3 0,0 2 3 16,0-2-3-16,0-3 5 0,0-1 5 15,0-2 2-15,0-2 11 0,0-3-8 0,0-3 3 16,0 3-1-16,-2-3 2 0,0-1-8 16,2-2-1-16,0 2-4 0,0-10-9 0,-2 12-7 15,4-6-7-15,-2-6-8 0,0 11-7 16,0-11 1-16,0 10-12 0,0-10-20 0,2 7-29 16,-2-7-40-16,0 0-38 15,0 0-66-15,2 6-62 0,-2-6-90 0,0 0-107 0,0 0-111 16,0 0-106-16,0 0-179 15,0 0 74-15,0 0 83 0,-19-21-534 0,9 16-638 16</inkml:trace>
  <inkml:trace contextRef="#ctx0" brushRef="#br0" timeOffset="62155.23">14734 6907 3179 0,'0'0'-39'0,"0"0"26"0,-6-7 6 0,6 7 12 0,-11-2 26 15,11 2 29-15,-25 9 23 0,11 4 17 0,-15 3 2 16,4 2 5-16,-4 3 4 0,4 3-4 16,-3-2 16-16,1-1-11 0,4-1-7 0,1 3-13 15,0-5-6-15,5-1-13 0,4-5-5 16,-3 1-7-16,3 1-10 0,0-6-23 0,1 3-25 15,1-3-28-15,-1 1-40 0,3-2-42 16,2-5-40-16,-3 1-48 0,0 0-46 16,10-3-39-16,0 0-18 0,-14-10-22 0,10 2-10 15,0-3-31-15,6-5-3 16,-7 0-281-16,5-1-141 0</inkml:trace>
  <inkml:trace contextRef="#ctx0" brushRef="#br0" timeOffset="62321.01">14292 7008 1703 0,'6'-17'-25'15,"-1"1"51"-15,-1 6 34 0,0 1 30 0,0 3 22 16,-2 0 11-16,0 0 4 0,2 2 28 15,-4 4 18-15,13-5 15 0,-3 5 1 0,-10 0-9 16,29 4 0-16,-13-1-14 0,9 3-9 16,7 2-17-16,3 4-16 0,-1-3-8 0,0 4-11 15,-2-1-13-15,3-2-22 0,-7 2-32 16,-3-3-36-16,-5-1-50 0,-3 0-58 0,-4 1-57 16,2-4-65-16,-7 2-86 15,3-1-106-15,-2-4-126 0,2 3 55 0,-2-5-181 16,0 1-167-16</inkml:trace>
  <inkml:trace contextRef="#ctx0" brushRef="#br0" timeOffset="62770.39">16050 6878 1917 0,'1'-8'56'0,"-1"8"21"0,0-7 10 0,0 7 4 0,0 0 4 0,0 0 16 0,-15-2 16 16,15 2 15-16,-22 7 1 0,4 0-8 16,-2 4 14-16,-8 5-13 0,-1 1-6 15,3 0-6-15,-2 3-12 0,1 1-10 0,2-2-8 16,0 1-11-16,4 1-11 0,0-2-5 15,6-4-7-15,0-3-20 0,5 0-23 0,1-1-41 16,-1-2-50-16,0 0-45 0,5-1-35 16,-1-4-53-16,1-2-73 0,5-2-71 0,0 0-90 15,0 0-54-15,-14-9-193 0,14 0-182 16</inkml:trace>
  <inkml:trace contextRef="#ctx0" brushRef="#br0" timeOffset="62988.2">15653 6902 1783 0,'0'-10'30'0,"0"6"42"0,0 4 22 15,2-10 13-15,-2 10 8 0,0 0 7 16,0-4 2-16,0 4 41 0,0 0 10 0,0 0 11 16,13 18-12-16,-4-6-12 0,5 3-9 15,7 6-11-15,1 4-17 0,11 4-14 0,-6-7-12 16,1 0-12-16,-1 1-11 0,2-5-29 16,-3 2-8-16,-2-4-21 0,-8-2-26 0,-2-4-35 15,-3-3-25-15,-2 0-29 0,2 1-25 16,-6-6-41-16,1 4-76 0,-6-6-102 15,7 4-170-15,-7-4 11 0,0 0 58 0,0 0-127 16,0 0-70-16</inkml:trace>
  <inkml:trace contextRef="#ctx0" brushRef="#br0" timeOffset="64537.55">13368 7215 1625 0,'6'-8'20'0,"-6"8"7"0,4-4 15 0,-4 4 7 0,3-5 17 0,-3 5 6 16,0 0 9-16,0-8 1 0,0 8 0 0,0 0-6 15,0 0-5-15,0 0-7 0,-10-4 1 16,10 4 7-16,-15 12 8 0,4-3 13 0,-10 11 11 15,2 6 16-15,-10 4 2 0,-1 7 5 16,-3 0 3-16,1 5 4 0,0 1-7 0,-4 3 2 16,1-2-8-16,-1 1-10 0,-1-1 0 15,1 1-12-15,0-2-2 0,0-3-4 16,2 1-5-16,2 0-7 0,-2-4-6 16,-2 3-7-16,4-3-4 0,2-2-7 0,-1 0-4 15,4-1-2-15,3-9-7 0,-1 1-3 16,2 1-3-16,-2-3-2 0,2 2 1 15,1 0 12-15,-3-4 9 0,2 2 3 0,0-1 1 16,3-2 3-16,-2 1 0 0,8-7 1 16,-2-1 3-16,3-1-3 0,1-5-7 0,1 5-4 15,4-3-5-15,-4-2-2 0,2 3-3 16,4-3-2-16,-6 1-3 0,6-1-1 0,-3-1 2 16,1 4-1-16,-3 0 1 15,1 5-4-15,-2 1-4 0,-9 5-1 0,4 2-2 0,-2-2-3 16,0 5 6-16,-2-3-4 15,1-2 11-15,-3 0-2 0,6-1 1 0,0-6 6 16,3-1-7-16,4-4 2 0,1 0-5 16,0-1 0-16,1-2-3 0,1 0 8 0,5-1 7 15,1-6 13-15,-11 9 3 0,9-4 12 16,2-5-2-16,-7 5-5 0,7-5-1 0,-4 6 1 16,4-6-8-16,-5 4 0 0,5-4-4 15,0 0-8-15,-7 8-4 0,7-8-9 16,0 0-4-16,0 0-6 0,-5 4 5 15,5-4-10-15,0 0-2 0,0 0-22 0,0 0-32 16,0 0-40-16,-6 5-43 0,6-5-58 16,0 0-74-16,0 0-117 0,0 0-130 15,0 0-152-15,0 0-129 0,0 0 75 0,14-17-648 16,-14 17-808-16</inkml:trace>
  <inkml:trace contextRef="#ctx0" brushRef="#br0" timeOffset="65320.98">11542 9110 3442 0,'-15'-2'-137'0,"3"-2"48"0,-1 2 31 0,2 1 31 0,-1-1 31 16,3 0 31-16,9 2 32 0,-18-4 20 0,11 2-1 16,7 2 11-16,-7-6-5 0,7 6-14 15,-4-3-2-15,4 3-13 0,0 0-4 0,36-10-1 16,4 6-6-16,17-4-4 16,11 1-9-16,13 0-8 0,7 4-22 0,18-4-32 15,-19 4-9-15,26-1-4 0,2 1 4 16,-2-1 5-16,-25 4 3 0,-4-3 2 0,-7 3 5 15,-11-4-4-15,-14 3 8 0,-7 1 7 16,-14-2 18-16,-6 2 11 0,-7-2 22 16,-2 2 2-16,-3-2 7 0,-1 1 3 0,-12 1-10 15,18-2-1-15,-7 0-12 0,-11 2-18 16,7-1-40-16,-7 1-52 0,0 0-64 0,0 0-66 16,0 0-96-16,0 0-101 15,0 0-138-15,0 0 48 0,0 0-206 0,-48 6-193 16</inkml:trace>
  <inkml:trace contextRef="#ctx0" brushRef="#br0" timeOffset="66569.78">11341 9155 1865 0,'3'-6'20'0,"-3"6"22"0,2-6 10 0,-2 6-5 0,2-6-2 0,-2 6 7 16,0 0 38-16,0 0 32 0,-5 28 21 0,-6 3 3 15,0 3 12-15,-3 12 1 0,1 7-7 16,1 0 1-16,-2 3-7 0,1-4-15 0,1 2-4 16,2-13-10-16,5 1-4 0,-1-1-5 15,1-6-7-15,2-6-4 0,1-1-5 0,2-9-4 16,-2 1-6-16,2-4-4 0,-1 2-3 16,1-4 1-16,-2-2 8 0,0 0 4 15,0-2 7-15,2-5 2 0,-2 6 2 16,0-4-6-16,2-1-2 0,0 1-8 0,0-7-3 15,0 10-10-15,0-10-9 0,-2 9-4 16,2-9-10-16,0 7-3 0,0-7-7 0,0 0-2 16,4 7-4-16,4-6 1 0,-8-1-6 15,19 2-6-15,-1-2 1 0,9-3-4 0,18 1-5 16,12-5-8-16,8 2-5 0,5-2-14 16,6-3-12-16,9 6-13 0,24-4-8 15,-19 5-16-15,1-1 1 0,1 4 4 0,24-3 6 16,-22 1 11-16,-5 0 7 0,-1 1 11 15,-9-3 10-15,-6 1 12 0,-10-1 8 0,-13 1 7 16,-10 0 15-16,-6 1 7 16,-11 0 6-16,-3-1 2 0,0 1-2 0,-3-2-2 15,-2 3-6-15,-1-3-3 0,-1 3-3 16,0-1-6-16,3-2-3 0,-2 3-3 0,0-2-1 16,-1 1 1-16,1 0-5 0,-1 0-4 15,3 2-4-15,-3-1 4 0,-13 1-5 0,26-2 0 16,-16 2 2-16,2-4 0 0,-12 4-2 15,16 0-2-15,-16 0 2 0,18-1 0 0,-18 1-2 16,16 0 3-16,-16 0 1 0,16-2-3 16,-16 2 3-16,20-2 1 0,-20 2-3 0,14-1 1 15,-4-1 3-15,-2 0-1 0,-8 2 6 16,11-5 12-16,-11 5 12 0,11-7 17 16,-4 2 8-16,-4-2 18 0,1-2-10 15,2-2 1-15,-5-7 6 0,1-5-15 0,4-12-3 16,-4-4-7-16,-1-4-4 0,1-3-5 15,1-1-5-15,-3-1-6 0,2 2-1 16,0 1-2-16,0 4-2 0,-1 1-8 0,-1 11 1 16,2 6 2-16,-4 2-3 0,2 1 5 15,0 6-11-15,0-1 0 0,0 3 2 0,0-1-4 16,0 3-3-16,0 2-3 0,0-1 5 16,0 9-7-16,0-16-1 0,0 12 5 0,0 4 3 15,0-13-15-15,0 13 13 16,0-8-2-16,0 8 2 0,0 0 8 0,0-11 3 15,0 11 3-15,-1-7-14 0,1 7 3 16,0 0-1-16,-6-10 14 0,6 10-8 0,-6-9-3 16,4 6 3-16,2 3-2 0,-4-9 2 15,2 4-9-15,2 5 0 0,-3-6 9 0,3 6-3 16,-8-11-2-16,8 11 2 0,-4-7-8 16,4 7 2-16,-6-8 2 0,4 4-1 0,2 4-7 15,-4-8 8-15,4 8-6 0,-5-9 0 16,5 9-1-16,-6-7 3 0,6 7 1 0,-7-8-5 15,7 8 4-15,-7-7 2 0,4 4-4 16,3 3-1-16,-6-7 7 0,6 7-5 16,-5-7-6-16,5 7-3 0,-8-5 7 15,8 5-14-15,-8-6-20 0,8 6-28 0,0 0-39 16,-4-4-57-16,4 4-64 0,0 0-77 16,0 0-71-16,-5-4-63 0,5 4-77 0,0 0-153 15,0 0-13-15,0 0 75 0,0 0-440 16,-27 10-516-16</inkml:trace>
  <inkml:trace contextRef="#ctx0" brushRef="#br0" timeOffset="67170.11">11576 9358 2818 0,'0'0'-1'0,"0"0"32"0,-5-5 22 0,5 5 22 0,0 0 16 0,0 0 26 0,-6-3 6 0,6 3-1 0,0 0-6 16,0 0-8-16,20-11-8 0,-8 7-8 15,1-4-6-15,10 2-7 0,-3-1-10 16,10-5-7-16,-5 5-6 0,-3 0-6 0,-6 2-8 15,4 1-4-15,-9 1-5 0,2 1-3 16,-5 2 8-16,-8 0 20 0,17 11 16 0,-14 1 16 16,-1 1 12-16,-2 6 9 15,-2 8 8-15,-1 11 12 0,-5 4 4 0,3-2 7 16,-3 2-6-16,0 11-7 0,2-14-3 16,3-1-2-16,-1-1-11 0,0-11-7 0,2 1 9 15,2-8-23-15,0 1 5 0,0-5-16 16,0 3-11-16,-1-5-5 0,1-1-5 15,0-3-3-15,0-1-11 0,1 1-1 0,-1-2-4 16,0-7-31-16,0 13-17 0,0-11-35 0,0-2-40 16,0 0-65-16,-1 9-76 15,1-9-91-15,0 0-88 0,0 0-100 0,0 0-132 16,0 0-63-16,0 0 78 0,0 0-481 0,0 0-570 16</inkml:trace>
  <inkml:trace contextRef="#ctx0" brushRef="#br0" timeOffset="67953.39">11755 9624 3032 0,'-11'2'10'0,"-1"-2"28"0,1-2 18 0,11 2 26 0,-14-2 29 0,14 2 18 0,0 0 13 15,-13-1 3-15,13 1-14 16,0 0-13-16,0 0-14 0,0 0-10 0,0 0-10 15,36-9-6-15,-11 7-6 0,0-2-10 16,15 0-14-16,1-1-22 0,-2 0-13 0,1-1-24 16,-1 1-15-16,-10 2-24 0,-5 1-12 15,-7-1-14-15,3 1-7 0,-7-1 4 0,-2 1-11 16,-3 2-14-16,-8 0-24 0,13-2-38 16,-13 2-35-16,7-3-58 0,-7 3-65 0,0 0-112 15,0 0-49-15,0 0-194 0,-2-9-173 16</inkml:trace>
  <inkml:trace contextRef="#ctx0" brushRef="#br0" timeOffset="68320.92">12289 9312 1927 0,'-15'-2'112'0,"2"0"29"0,4 1 5 0,-2-2 10 16,11 3 13-16,-13-2 5 0,13 2 3 16,0 0-24-16,-7-4-15 0,7 4-11 0,0 0-14 15,0 0-11-15,24-10-10 0,-6 7-10 16,1-1-8-16,3 1-10 0,1 3-3 16,0-2-11-16,-1 4-1 0,-4-1-8 15,3 6 3-15,-4 4 19 0,-1 0 9 0,-7 7 17 16,-2 2 15-16,0 4 4 0,-3 11 5 15,-3-4 5-15,-1 5 4 0,0-4-10 0,0-4-9 16,-1-3-14-16,1 3-4 0,0-3-11 16,1 0-7-16,-2-2-8 0,1-2-4 15,1-3-13-15,-1-1-15 0,0-3-32 0,0-2-31 16,0 1-47-16,0-3-62 0,0-1-82 16,0-2-63-16,0 0-71 0,0-7-91 15,4 8-142-15,-4-8 2 0,6 4 64 16,-6-4-282-16,0 0-297 0</inkml:trace>
  <inkml:trace contextRef="#ctx0" brushRef="#br0" timeOffset="68553.16">12408 9664 2282 0,'0'0'123'16,"0"0"54"-16,-22-2 26 0,22 2 16 15,0 0 9-15,-9-6 3 0,9 6 8 0,0 0 2 16,0 0-20-16,31-17-19 0,-15 9-20 15,7 1-20-15,-1 0-21 0,1 0-28 0,-3 3-27 16,-1-2-36-16,-4 3-31 16,-3-1-41-16,-1 1-47 0,-1 3-54 0,-10 0-40 15,0 0-39-15,0 0-50 0,6 5-72 16,-6-5-74-16,0 0-133 0,-17 15-13 0,5-11-303 16,0 4-333-16</inkml:trace>
  <inkml:trace contextRef="#ctx0" brushRef="#br0" timeOffset="70185.89">11500 9917 2213 0,'8'-3'-22'0,"-3"-1"40"0,1 1 29 0,-6 3 24 0,0 0 24 0,0 0 10 0,6-5 16 15,-6 5 25-15,0 0 6 0,0 0 8 16,0 0-6-16,-37 8 2 0,23-4-1 16,-9 1 2-16,-2 0-6 0,-11 2-10 0,0 1-1 15,-4-2-5-15,-1 0-5 0,1 1-7 16,-3-1-11-16,2-2-10 0,-2-2-10 0,0 2-8 16,2 0-7-16,1-2-8 0,2-1-8 15,5 0-5-15,7-1-6 0,-1 0-4 16,4 0-4-16,2-1-3 0,4 1-5 15,4 0-2-15,0-1-1 0,-1 1-7 0,14 0-1 16,-19-2-1-16,9 2-5 0,10 0-2 16,-13-2-2-16,13 2-5 0,0 0-3 0,-16 0-2 15,16 0-6-15,-9 4 4 0,4 1 1 16,-1 3 1-16,3 2 1 0,-6 5-2 0,4 5 1 16,-3-1-1-16,1 5 4 0,-2 5 2 15,2-6 3-15,-2 6 4 0,3-5 4 0,3-3-2 16,-4-6 4-16,3 2-3 0,-1-3 2 15,3-2 0-15,-2-1-2 0,3-1 1 16,-1-2 1-16,0 1 4 0,0-2 0 0,2 0-1 16,0-7-3-16,-2 9 0 15,0-5-5-15,2-4-1 0,0 10-2 0,0-10-3 16,0 8 3-16,6-3-4 0,-1-3 5 16,5 4-4-16,5 0 1 0,0-1-5 0,10-2 0 15,13 3 2-15,6-3-3 0,7-1-2 16,18-2-13-16,0-4-5 0,5 1-14 0,4-2-2 15,8 0 1-15,0-4 0 0,20-1 2 16,-22 3 4-16,0 0 3 0,0-3 1 0,0 1 5 16,0-1 7-16,-6 0 4 0,-2 2 11 15,-4 0 2-15,-1-1 1 0,-1 2-2 0,-3-2 5 16,2 0 0-16,1-2-3 16,2-1 4-16,1 4-6 0,3-1 3 0,1 0-5 15,0 1 1-15,6 1-4 0,-6-1 5 16,6 1-3-16,-9-2 0 0,0 4-1 0,-4-2 2 15,-7-1-1-15,-13 2-2 0,-4 5 0 16,-8-3-2-16,-5 3 2 0,-8-1-4 0,-7-2 5 16,1 2-2-16,3 2-1 0,-6-4 2 15,4 4 0-15,-6-2 0 0,4 0-1 16,0 2 0-16,-5-1 2 0,1-1-1 0,0 0 1 16,-1 0 1-16,1 1-1 15,-14 1-2-15,20-4 4 0,-10 6-2 0,-10-2-2 0,17-5 4 16,-17 5-1-16,14-2 1 15,-14 2 1-15,13-2 5 0,-13 2 4 0,16-2-3 16,-16 2 3-16,14-1-4 0,-14 1 8 16,14-3 1-16,-14 3 4 0,13-2 3 0,-13 2 11 15,9-2 7-15,-9 2 9 0,0 0 10 16,14-3 3-16,-14 3-12 0,8-7 1 0,-8 7-9 16,3-12-6-16,1 3-2 0,-2-2-4 15,1-1-5-15,-1-2 0 0,-4-1-4 0,4-3-10 16,-2-1 2-16,-2 0 1 0,2 2-2 15,-5 1-3-15,3 1 4 0,2 3 4 0,-4 0-2 16,3 3-8-16,-3-1-1 16,-2 2 2-16,-4 1-7 0,-1 2 0 0,-2-2 1 15,-3 3 1-15,-5 1 0 0,-1 0 0 16,1 1 11-16,-6 2 2 0,0-2-7 0,5 2 14 16,-7 2-3-16,5 0 3 0,-3-2 8 15,0 3-7-15,6-3 0 0,0 1-3 16,2 1-6-16,1 0 0 0,0 0-2 0,2 1-2 15,1-1-5-15,0 1 1 0,2-1-8 16,2 2-1-16,-3-3-18 0,14-1-20 0,-20 4-21 16,11-2-30-16,2 1-29 15,7-3-33-15,-14 3-43 0,14-3-48 0,-9 4-58 16,9-4-62-16,-13 3-62 0,4 0-87 16,2-1-145-16,7-2-7 0,-17 2 67 0,5 0-417 15,1-1-486-15</inkml:trace>
  <inkml:trace contextRef="#ctx0" brushRef="#br0" timeOffset="70653.16">12047 9881 2857 0,'6'-6'30'0,"-1"0"20"0,-1 3 17 0,-4 3 17 0,7-7 22 0,-7 7 7 16,0 0 1-16,3-5 1 0,-3 5-2 15,0 0 23-15,0 0 17 0,0 0 3 0,-8 24-3 16,4-14-2-16,2 2-5 0,-3 3-3 16,1 1-5-16,2 1-7 0,-1 0-12 0,-1 0-9 15,-1 0-12-15,3-1-5 0,1 0-15 16,-3-1-5-16,0 0-10 0,2-1-15 0,-1-3-22 15,-1 2-25-15,0-1-41 0,3-2-51 16,-4-1-56-16,1 1-63 0,0-1-66 16,1-1-76-16,-3-4-85 0,1 3-141 0,-4-4-18 15,0 2 72-15,2-3-297 0,-4 1-308 16</inkml:trace>
  <inkml:trace contextRef="#ctx0" brushRef="#br0" timeOffset="71003.48">11525 10053 2181 0,'0'-9'12'0,"0"5"13"16,0 4 0-16,0 0 3 0,0 0 18 15,0 0 24-15,-21 17 18 0,10-2 4 0,-3-1-2 16,-2 10-6-16,-6-1-11 0,1 0-1 16,3-1-3-16,-4 0-3 0,1-3-11 0,6-2-2 15,1-4-9-15,3 0-3 0,-1-3-22 16,5-1-28-16,0-3-33 0,-1 1-35 15,3 0-55-15,-2-5-85 0,7-2-59 16,0 0-89-16,0 0-79 0,0 0-125 0,-15-14-69 16</inkml:trace>
  <inkml:trace contextRef="#ctx0" brushRef="#br0" timeOffset="71172.25">11294 10043 1607 0,'0'-5'38'0,"4"1"17"0,-4 4 16 16,9-8 18-16,-9 8 22 0,0 0 19 15,12 0 9-15,-12 0 8 0,0 0 19 0,22 2-4 16,-11 6-13-16,3-1-12 0,4 3-14 16,1 0-14-16,8 4-11 0,-1 1-23 15,1 1-46-15,2-1-49 0,-1 2-47 0,1-1-58 16,-1-1-72-16,-4-3-97 0,2 2-152 16,-9-4-22-16,1-1-151 0,-6-3-116 15</inkml:trace>
  <inkml:trace contextRef="#ctx0" brushRef="#br0" timeOffset="71553.2">12876 9960 1772 0,'7'-2'58'0,"-7"2"10"0,0 0 7 16,0 0 18-16,0 0 34 0,0 0 27 0,0 0 10 15,-11 22 11-15,0-17-5 0,-3 7-6 16,0 2-4-16,-9 1-11 0,-2 5-13 15,0-5-9-15,-2 3-14 0,1-5-16 16,1 5-8-16,0-5-29 0,4-3-17 16,2-1-35-16,4-2-35 0,0 0-33 0,1-2-40 15,1-4-42-15,1 1-47 0,5-2-47 16,7 0-34-16,-17-5-23 0,12 0-13 0,2-2-6 16,1-3 11-16,2 0-300 0,2-4-100 15</inkml:trace>
  <inkml:trace contextRef="#ctx0" brushRef="#br0" timeOffset="71687.6">12531 10067 1606 0,'6'-14'19'0,"1"4"40"16,-1 1 29-16,2 3 37 0,0 2 28 15,-1 0 33-15,2 2 21 0,5 2 20 0,-1 2 0 16,6 0-14-16,5 4-17 0,4 4-17 16,5 1-18-16,-3 0-19 0,2-2-31 0,-7 3-49 15,-3-7-73-15,-2-2-72 0,-3 0-87 16,-2-5-134-16,-1 1-188 0,-5-4-36 16,2 0 55-16,-5-5-173 0,-1 6-144 15</inkml:trace>
  <inkml:trace contextRef="#ctx0" brushRef="#br0" timeOffset="73118.89">15200 9010 2006 0,'1'-7'147'0,"-1"1"42"0,0 6 38 0,2-11 17 0,0 6 29 16,-2 5 12-16,0-8 2 0,0 8-20 0,2-7-31 15,-2 7-17-15,0 0-5 0,0 0 8 16,0 0 0-16,5 31-17 0,-5-11-9 0,4 2-14 15,-2 4-18-15,2 0-6 0,0 9-5 16,2-1-24-16,-1-2-12 0,-3-5-10 16,2-4-24-16,0-2 4 0,-3-5-10 15,6 2-6-15,-3-3-25 0,-2-3 13 0,-1 0-19 16,1-2 9-16,0 0-9 0,0-2 6 16,0-2-8-16,-2 1-1 0,2-2-26 0,-2-5-15 15,1 11-31-15,-1-7-33 0,0-4-40 16,2 6-46-16,-2-6-63 0,0 0-79 0,4 3-81 15,-4-3-82-15,0 0-97 16,0 0-161-16,14-12 62 0,-9 5-531 0,-1 1-651 0</inkml:trace>
  <inkml:trace contextRef="#ctx0" brushRef="#br0" timeOffset="73652.59">15650 9085 3200 0,'-5'-8'53'0,"3"-1"32"0,-2 5 25 16,2-2 9-16,2 6 11 0,-1-8 9 15,1 8 23-15,0 0 20 0,0 0 8 16,0 0-4-16,-13 23-6 0,9-9-15 0,1 1-7 15,1 5-14-15,2-2-14 0,0 2-14 16,5 0-11-16,1 1-10 0,-1-3-12 16,1 0-8-16,-1-1-6 0,5-2-10 0,0-1-11 15,1-4-14-15,1 1-22 0,-1-5-12 16,4-1-14-16,-2-3-8 0,0 0 0 0,7-6-7 16,-3 1 0-16,2-4-1 0,0-3 3 15,10-6 5-15,-6 1 0 0,-3-5 2 0,1-1 4 16,3-3 0-16,-8-1 14 15,2 4 17-15,-5 5 7 0,-1 3 9 0,-7 3-3 0,3 2-4 16,-5 1-2-16,3 2-4 16,-6 5 0-16,6-1 14 0,-6 1 5 0,4 15-3 15,-2-3-6-15,0 4-1 0,1 3-3 16,-3 2-6-16,6 4 6 0,-2-1-8 0,-1 8 5 16,4-6-7-16,-3-2-1 0,-1-2 1 15,3 0-2-15,-3-1-4 0,-1-4 2 0,0-1 0 16,2-5-2-16,-2 1-5 0,0 0-2 15,-2-5-7-15,2 1-11 0,0-2-21 0,0 2-31 16,-2-8-50-16,0 5-78 0,0-5-80 16,0 0-74-16,0 0-103 0,0 0-112 15,0 0-90-15,0 0 62 0,0 0-408 16,0 0-478-16</inkml:trace>
  <inkml:trace contextRef="#ctx0" brushRef="#br0" timeOffset="74169.16">16560 9056 2654 0,'0'-6'-15'0,"2"-1"20"0,-2 7 3 0,2-5-3 0,-2 5 2 0,6-5 13 16,-6 5 25-16,0 0 17 0,0 0 17 0,7 20 12 16,-3-5 9-16,-4 2 14 0,-2 0 16 15,0 7 7-15,-4-1 7 0,1 8-1 0,-1 0-3 16,0-4-11-16,4-4-6 0,0-1-8 16,4 2-9-16,0-5-7 0,4 1-10 0,4-1-10 15,-1-2-5-15,3 0-4 0,3-6-6 16,0-1-10-16,2-2-2 0,1-5-12 15,-4-2 1-15,2-2-2 0,1-2 0 16,-3-3 21-16,-2-2 27 0,-2 0 16 0,-2-1 16 0,-2-6 16 16,-5 3 6-16,-1-5 13 15,-7-3 0-15,0-3-1 0,-9-8 1 0,-2 4 0 16,2-4-7-16,-15-4-9 0,10 10-1 16,0 0-4-16,-5 3 3 0,6 1-7 0,-3 3 0 15,9 5-10-15,2 1-11 0,2 3-8 16,1 2-7-16,5 2-15 0,-2-2-9 0,0 2-5 15,6 5-19-15,-3-9-41 0,3 9-36 16,5-11-49-16,3 6-45 0,4-1-46 0,2 3-55 16,4-1-71-16,5 1-105 15,6 0-104-15,-3 1-118 0,12-3-165 0,-5 5 55 16,-5-2 81-16,3 2-528 0,-2 2-647 16</inkml:trace>
  <inkml:trace contextRef="#ctx0" brushRef="#br0" timeOffset="74720.2">17662 8815 3119 0,'0'-11'-9'0,"-2"1"50"0,2 3 45 0,-2-1 40 0,4-1 34 0,-4 2 18 16,2 7 12-16,0-10 1 0,0 5-14 0,0 5-16 15,0 0-18-15,0 0 6 0,0 0 29 16,0 0 19-16,0 25 6 0,-2 1-2 0,2 15-18 15,0 5-9-15,0 0-5 0,-2 12-13 16,2-10-7-16,0-1-21 0,-4-1-7 0,2-3-15 16,-4-2-10-16,4-4-4 15,-3-1-12-15,1-9-8 0,2-3 0 0,0-7-17 0,-1-1-2 16,-2-3-6-16,5-1-9 16,-2-1-24-16,0-5-26 0,2 4-34 0,0-6-52 15,0-4-60-15,2 6-67 0,-2-6-80 16,0 0-86-16,0 0-83 0,0 0-114 0,20-12-150 15,-15 6 67-15,1 1-550 0,0-1-684 16</inkml:trace>
  <inkml:trace contextRef="#ctx0" brushRef="#br0" timeOffset="75135.33">18063 8936 3222 0,'6'-11'-12'0,"1"4"52"16,-4 0 35-16,-1 2 20 0,-2 5 12 0,6-8 1 15,-6 8 6-15,0 0 16 0,0 0 14 16,0 0 4-16,0 0 4 0,-31 17 2 0,15-2 3 16,3-3-4-16,1 3-7 0,0 1-13 15,2 1-11-15,2 0-9 0,4-3-7 0,2-1-6 16,2 1-9-16,0 0-4 0,4 1-3 15,3 1-1-15,-2-1 5 0,4 3 5 16,1-4-11-16,0 3-11 0,-3-5-1 16,2 5-7-16,2-4-6 0,-2 1-2 0,-4-2-1 15,3 0 10-15,-2-2 10 0,-2-1 11 16,0 1 23-16,-3-3 8 0,1 1 13 0,-2-1 8 16,0-7 9-16,-2 16-7 0,1-12-9 15,-5 3-10-15,1-1-10 0,-2 0-12 16,0 0-5-16,-3-3-13 0,10-3-11 0,-15 5-61 15,5-5-8-15,10 0-7 0,-23 2-128 16,14-4-94-16,9 2-97 0,-23-2-124 16,12-1-133-16,1 0-154 0,2-3-82 15,5 0 86-15,-1-1-686 0,2 0-870 0</inkml:trace>
  <inkml:trace contextRef="#ctx0" brushRef="#br0" timeOffset="75434.95">18395 8889 4097 0,'4'-7'7'0,"-2"3"58"15,-2 4 49-15,0 0 33 0,2-6 20 16,-2 6 1-16,0 0 46 0,0 0 33 0,0 0 3 16,-2 31-12-16,0-7-11 0,-6 13-24 15,3 4-13-15,-3 0-21 0,-2 7-14 16,-1 2-12-16,6-8-14 0,-5-1-10 15,0-2-7-15,3-1-16 0,-1-3-7 0,-2-4-9 16,1-2-8-16,2-6-2 0,-2-5-13 16,8-3-6-16,-5-3-6 0,2-3-27 0,3 1-41 15,-1-4-65-15,-2 1-82 0,2-3-91 16,2-4-101-16,0 0-97 0,0 0-122 0,0 0-205 16,0 0 46-16,0 0 83 0,0 0-572 15,0 0-690-15</inkml:trace>
  <inkml:trace contextRef="#ctx0" brushRef="#br0" timeOffset="76585.47">19053 8998 3328 0,'5'-10'-9'0,"-1"0"50"0,2-1 53 0,-3 5 44 0,1-3 38 0,3 1 31 16,-4 2 31-16,1 0 6 0,0 2-4 0,-3-1-20 15,-1 5-18-15,6-4-3 0,-6 4 16 16,0 0 12-16,10 19-6 0,-8-3-9 0,2 6-13 15,-4 4-18-15,2-1-14 0,-4 4-16 16,2 8-11-16,-2-10-16 0,-2 0-11 0,1-2-14 16,2-1-10-16,-1-1-8 15,0-4-13-15,-2-1-3 0,2-3-1 0,0-1-36 16,2-2-42-16,0-2-51 0,-1-2-58 16,-1 1-68-16,2-2-92 0,-4-2-125 0,4-5-135 15,0 0-144-15,0 0-108 0,0 0 89 16,0 0-636-16,0 0-799 0</inkml:trace>
  <inkml:trace contextRef="#ctx0" brushRef="#br0" timeOffset="76903.37">19446 8959 4002 0,'-12'-5'111'15,"4"0"43"-15,3 3 37 0,5 2 28 16,-11-5 23-16,11 5 8 0,-3-6 2 0,3 6-12 15,0 0-18-15,-4-4-25 0,4 4-14 16,0 0-21-16,0 0-13 0,27-9-14 16,-13 7-14-16,2 0-15 0,4 1-8 0,-4 1-14 15,6 1-5-15,-8 3-24 0,4 0-8 16,0 1 9-16,-6 5-2 0,-1 4 7 16,2 1-2-16,-8 4 6 0,2 3-3 15,1 7-3-15,-3-2-3 0,-4-4-7 0,-1 0-2 16,0 2-3-16,0 1-6 0,0-2-10 15,-1-2 3-15,-1 2 2 0,2-7-8 0,-3 0-26 16,-1 0-35-16,2-3-52 0,0-2-63 16,2 0-66-16,0-3-74 0,0-1-96 0,0-1-84 15,0-7-103-15,0 8-162 0,0-8-15 16,0 0 80-16,6 6-585 0,-6-6-716 0</inkml:trace>
  <inkml:trace contextRef="#ctx0" brushRef="#br0" timeOffset="77285.56">19930 9053 3783 0,'-5'-3'145'0,"5"3"33"0,-6-6 23 16,6 6 15-16,-5-8 6 0,5 8-5 15,2-7-13-15,-2 7-14 0,7-7-20 0,2 6-17 16,-9 1-12-16,20 1-17 0,-10 3-11 15,1 4-14-15,-2 2 21 0,3 6 0 0,-6-4 7 16,-2 5 11-16,-4 4 6 0,-4 3 10 16,-3 5 8-16,-2 2 8 0,-2-2 3 15,0-2 3-15,3-4-6 0,2-4-7 0,2-4-5 16,3 0-98-16,-1-2-60 0,4-2 0 16,1 1 0-16,6-2 0 0,2-1 0 15,2-4 0-15,2 0 0 0,-2-1 0 0,7-4 0 16,-6 0 0-16,0 0 0 0,3 0 0 15,-3-2 0-15,-3 0 0 0,2 0 0 0,-5 2 0 16,1-3 0-16,-9 3 0 0,11-3 0 16,-11 3-153-16,11-6-312 0,-11 6-104 15,3-5-131-15,-3 5-163 0,6-6 77 0,-6 6 91 16,5-6-652-16,-5 6-802 0</inkml:trace>
  <inkml:trace contextRef="#ctx0" brushRef="#br0" timeOffset="78051.98">21044 8840 3622 0,'2'-16'-59'0,"-1"2"43"0,-1 1 50 0,2 3 55 0,0 2 36 15,-2 1 36-15,3 2 17 0,-3 5 0 0,2-11-16 16,-2 11-17-16,0 0 16 0,0 0 30 16,0 0 17-16,4 29 2 0,-4-3-11 0,0 10-5 15,-2 3-11-15,0 3 1 0,2-3-11 16,-5 1-12-16,5-3-17 0,-2 1-10 15,2-10-20-15,-2-2 2 0,2-7-21 0,-1 0-12 16,1-1-10-16,-2-4-15 0,2-1 1 16,-2 0-31-16,2-3-38 0,-2-2-52 15,2 1-45-15,-2-2-64 0,2-7-90 0,0 8-110 16,0-8-96-16,0 0-107 0,0 0-195 16,0 0 64-16,20-20 81 0,-11 10-487 15,4-6-580-15</inkml:trace>
  <inkml:trace contextRef="#ctx0" brushRef="#br0" timeOffset="78468.17">21499 8849 2907 0,'10'-5'-27'16,"-6"0"39"-16,2-1 17 0,-6 6-2 0,5-2-2 16,-5 2 37-16,0 0 36 0,0 0 31 15,14 12 5-15,-12-4 12 0,-2 4 9 0,-5 5 3 16,2 6 3-16,-7 9 3 0,1-1-6 15,-1 0 1-15,-1-6-9 0,2 6-8 0,0-7-15 16,6-2-13-16,-1-1-10 0,2-4-6 16,2 1-10-16,2-4-8 0,2 3-5 0,-1-7-8 15,6-3-4-15,-2-1-7 0,0-2-2 16,4-2-6-16,-11-2 20 0,14 0 25 16,-14 0 34-16,11-8 29 0,-6 2 25 15,-5 6 11-15,-5-21 11 0,-2 4-19 0,-10-9 5 16,-6-1 6-16,-5-4 5 0,-6 2-8 15,-1 0-11-15,9 6-13 0,-3 3-69 16,0 1-99-16,6 2 0 0,4 3 0 0,6 5 0 16,4 1 0-16,-2 0 0 0,4 4 0 15,1-1 0-15,3-3 0 0,5 2 0 0,-2 6 0 16,9-14 0-16,3 9 0 0,1-1 0 16,3-2 0-16,0 4 0 0,5-2 0 0,0 4 0 15,-2-2-251-15,2 1-214 16,4 3-73-16,-4 0-87 0,2 0-173 0,0 0 1 15,-5 0 92-15,7 5-660 0,0-1-818 16</inkml:trace>
  <inkml:trace contextRef="#ctx0" brushRef="#br0" timeOffset="78868.23">22039 8741 3700 0,'5'-3'-19'0,"1"-1"51"0,-6 4 34 0,6-5 20 0,-6 5 13 0,0 0 26 15,0 0 45-15,0 0 28 0,-23 29 8 16,2-5 2-16,-9 9-8 0,-5 3 5 16,1 3-10-16,0 3-5 0,4-1-8 0,3 0-9 15,0-2-10-15,9-5-20 0,4-1-7 16,3-4-20-16,0-4-12 0,8-5-13 0,1-3-8 15,2-1-3-15,0-3-2 0,3 1-11 16,1-2-3-16,5-4-3 0,0-1-27 16,0-3 13-16,0-1-2 0,5-1-9 0,-14-2 2 15,23-2-4-15,-12-1 0 0,0-3 0 16,0 1-5-16,-4-3-3 0,-3-1-4 0,-3 1-6 16,1-3-5-16,-2 3-2 0,-2-3-13 15,1 3-44-15,-5 0-49 0,1 1-63 16,-4-3-79-16,0 6-103 0,-2-2-106 15,-7 4-120-15,4-3-194 0,-8 5 34 0,5 3 74 16,-5-1-559-16,-3 2-677 0</inkml:trace>
  <inkml:trace contextRef="#ctx0" brushRef="#br0" timeOffset="81217.88">14956 8818 3099 0,'-14'4'-159'0,"3"-4"45"0,2 0 34 0,9 0 37 0,-14 0 24 0,14 0 23 0,0 0 15 16,-13 2 9-16,13-2 1 0,0 0 5 16,0 0 0-16,0 0 0 0,0 0-2 0,0 0 6 15,0 0 3-15,41-14 7 0,-7 6-1 16,6 3-2-16,6-3 2 0,15 1-8 0,8-2-1 15,6 3-5-15,0 1 3 16,9-1-5-16,25-4-4 0,3 3-4 0,6 0-2 16,-1 1-4-16,5 1-2 0,2-4 1 15,-3 0-3-15,3-1 1 0,0 0-5 0,2 0 4 16,-4-2-3-16,-2 1 2 0,-8-1-4 16,-1-1 3-16,-6-1-4 0,-2 0-3 15,-23 3 0-15,-4 1-4 0,0 0-6 0,-3-1 3 16,-1 1 2-16,0-2-2 0,1 3 0 15,-3 0 0-15,2 0 0 0,0 0-1 0,-6 1 1 16,1-2-2-16,-5 4-1 16,-1-2-6-16,-1 3 2 0,-11 2-8 0,12-1 1 0,-12 2-6 15,3 1 5-15,0-1 0 0,9-2 2 16,-8 3 8-16,10-1-7 0,4 0 4 0,-1 1 3 16,4-4 0-16,3 4-3 0,1-2 8 15,1 1-5-15,1-3 4 0,1 2 1 16,-2-1-2-16,0 3 0 0,-1-3-5 15,-4 1-5-15,0 1-6 0,-8-1-8 0,-11 3-1 16,-1-2 2-16,2 0 0 0,0 2 5 16,-2-3 0-16,11 1 6 0,2-1-3 15,2-1 4-15,2 1 3 0,4-2-1 0,2 0 2 16,6-1 3-16,3 0 1 0,1-1 0 16,1 0 1-16,4 0-16 0,2 2-16 0,-1 2-6 15,-3-1 1-15,0 2-15 0,-3 0-1 16,-4 2 4-16,-5 0 6 0,-5 0 5 15,-1 0 4-15,-5-1 9 0,2-1 17 16,-10 2 19-16,8-3 19 0,2 0 13 0,-4 1 14 16,4-4 11-16,-3 2-2 0,-1 0-2 15,-2-5 0-15,-10 5 4 0,-6-2 0 0,-1 0 1 16,-6 4 7-16,-7-4 13 0,-8 4 12 16,-2-1 2-16,-5 2-4 0,-1-2-10 0,-2 2-10 15,-1-1 1-15,-1 1 4 0,-2-1-3 16,4 0 0-16,-11 2-4 0,13 0-9 15,-13 0-3-15,0 0-10 0,19 2-5 0,-12 4-3 16,-1 1-4-16,-1 5-1 0,2 3-5 16,-5 9 1-16,-2 3-1 0,-7 16-3 15,-2 11-2-15,-6 4 5 0,-4 2 3 16,-2 3 2-16,-4 0 9 0,-1-2 4 0,-5 17 12 16,8-20 18-16,2 2 6 0,4-5-5 15,0 0 3-15,6-6 2 0,1-11-1 0,2-3-8 16,4-1 0-16,1-8 12 0,1-4-3 15,0-3-7-15,2-2-9 0,0-3-7 0,-2-3-3 16,2 0-6-16,0-1-1 0,0-2-7 16,0 4-4-16,0-4-6 0,-2-2-3 0,2 3-1 15,0-3-2-15,0 3-7 0,0-2 3 16,-1 2-3-16,1-3-4 0,0 2-1 0,-3 0 0 16,1 0-2-16,0 3-5 15,-2-2 3-15,4 0 0 0,-3-2-4 0,1 3 2 16,-2-4 1-16,2 3 0 0,-1-1-2 15,-4-2-1-15,2 2-2 0,-3 1 2 0,1-2-4 16,-5 1 8-16,-5 1-3 0,-2-1-5 16,-14 6 2-16,1-2-1 0,-8-2-1 0,-10 4 1 15,-3-4 0-15,-2 1-3 0,-2-2-1 16,-2 3 1-16,-4 0 3 0,-4 2-4 16,-3-2 1-16,-3-1 1 0,-3-2-4 0,-4 5 3 15,-21-2-4-15,-2 1 3 0,17-5 1 16,-23 3-4-16,-1 1 4 0,-1-4-2 15,-7 4 0-15,5-1-3 0,0 1 3 16,0 0-2-16,2-1 0 0,3 1-1 0,3-5 3 0,20 0 1 16,3 0 1-16,-1-2 1 15,2-1 0-15,1-4-6 0,-1 0 6 0,0 3-3 16,3-5 2-16,-1 1-3 0,1-5 1 16,2 5 1-16,-4-3 0 0,4 1 4 0,-4 0-6 15,0-1 1-15,-4 1 3 0,0-1-5 16,-1 1 6-16,-5-1-3 0,2 1 0 0,1-1-3 15,1 3 3-15,0-1-2 0,2 1 3 16,0-1-1-16,4 0 0 0,4 0 0 0,3 1-2 16,3-3 0-16,5 4 1 15,3 0-3-15,8 0 1 0,4 0 0 0,-1 4 3 16,1-3 0-16,2-1-5 0,-1 4 1 16,1-1 0-16,3 2 1 0,1-1 1 0,0 1 2 15,0-2-4-15,2 2 1 0,6-1 2 16,4 1 0-16,5 0-3 0,-9 2 5 0,10-4-2 15,-3 1 0-15,0-3-1 0,1 1 0 16,-10 2 1-16,-7-2 2 0,6 2-5 16,-8-7 7-16,4 8-2 0,-3-2-4 0,-13 4 1 15,1 0 0-15,-4 0-4 16,-1 2 4-16,-2-1 1 0,2-1 0 0,0 1 0 0,16-6-4 16,-12 6 8-16,13-1-4 0,3-5-4 15,0 0 7-15,3 0-3 0,10 0 1 16,1-1-1-16,4 2 4 0,5-3-4 15,-1 0 0-15,-1 0 0 0,4 0-1 0,0 0-2 16,-1 2 5-16,4 0-3 0,0-2-1 16,-6 2 3-16,4 2-2 0,-5 0 2 0,6-4-3 15,-4 3 0-15,4-2 3 0,0 0 0 16,1 1 1-16,1 0-4 0,3 0 3 0,-3-2 0 16,2 4 0-16,1-4-3 0,11 0 6 15,-22 2-1-15,22-2-2 0,-16 3 4 0,16-3-3 16,-16 0-1-16,16 0 0 0,-16 0 4 15,16 0-3-15,-15 1 0 0,15-1 4 16,0 0 7-16,-17 0 8 0,17 0 12 16,0 0 5-16,-15-4 15 0,15 4-6 0,-8-2 6 15,8 2-12-15,-8-12-1 0,7 3-10 16,-1-5 0-16,2-3-5 0,0-4-6 16,0-5-5-16,2-13-2 0,-1-2 1 0,1-16-4 15,0-5 0-15,5-6-4 0,-6 0-9 16,-1-3-2-16,4-1-6 0,0 2-5 0,-2 6 7 15,-2 15-3-15,0 4 5 0,0 4-5 16,1 4 6-16,-1 8 1 0,2 6-3 16,-2 0-2-16,2 5 2 0,0 1 2 0,-2-1-3 15,4 5-10-15,-4 1-15 0,2 3-10 16,-2 1-20-16,1-1-18 0,-1 2-14 16,0 7-22-16,0-10-29 0,0 10-39 0,0-5-33 15,0 5-50-15,0 0-51 0,0 0-71 16,0 0-90-16,2 22-166 0,3-13 49 0,0-1-422 15,5 3-495-15</inkml:trace>
  <inkml:trace contextRef="#ctx0" brushRef="#br0" timeOffset="81901.08">17238 8833 2727 0,'-3'-15'-47'0,"-3"-1"35"0,3 5 33 0,0-3 34 0,-3-1 38 0,4 1 30 0,-1-2 32 16,-1 5 17-16,0-2 20 0,2 1 10 16,2 1 1-16,-1 2-13 0,-1 0-17 0,-1 3-20 15,3 6-17-15,0 0-13 0,0 0 2 16,0 0 3-16,-4 27-1 0,2-1-3 0,2 16 7 15,-3 17 3-15,-3 2 3 0,4 5-12 16,2 0-10-16,0 1-9 0,0 2-4 16,0-4-5-16,0 0-11 0,2-4-10 0,-2-15-2 15,0 1 5-15,0-8 9 0,0-3-2 16,-2-6 4-16,2-9 0 0,0-2-11 0,0-2 2 16,-1-3-5-16,1-3 6 15,0 0 2-15,0-2-3 0,0-1 2 0,-2 0-11 16,2-8-6-16,0 13-4 0,0-13-5 15,-2 8-4-15,2-8-20 0,0 9-26 0,0-9-50 16,0 4-55-16,0-4-57 0,0 0-65 16,-4 8-105-16,4-8-114 0,0 0-126 0,0 0-174 15,0 0-15-15,0 0 77 0,0 0-575 16,0 0-712-16</inkml:trace>
  <inkml:trace contextRef="#ctx0" brushRef="#br0" timeOffset="82567.5">18885 8705 3420 0,'0'-7'-33'0,"0"7"40"0,0-10 36 0,-4 5 19 0,4 5 10 0,0-7-5 0,0 7 0 0,0 0 48 16,0 0 27-16,-7 20 15 0,1 1 7 0,0 15 6 15,-2 8 18-15,5 14 4 0,-5 2 0 16,3 6-6-16,-2-3-1 0,3 1 5 0,1-3-6 16,1 2-7-16,-4-5-1 0,5-2-4 15,-3-11-2-15,0-2-12 0,0-3-4 0,0-6-16 16,-2-2-6-16,4-6-15 0,1-7-9 15,-1-2-9-15,0-4-12 0,0-1-6 16,0 0-5-16,0-3-17 0,2-1-2 16,0 0-10-16,0-8-4 0,-3 13-22 0,3-5-33 15,0-8-42-15,-3 12-58 0,3-8-66 16,0-4-75-16,-4 10-105 0,2-7-100 16,2-3-104-16,-5 10-169 0,5-10-15 0,0 0 76 15,0 0-591-15,0 0-722 0</inkml:trace>
  <inkml:trace contextRef="#ctx0" brushRef="#br0" timeOffset="83136.92">20455 8551 3234 0,'2'-14'-47'0,"-2"-1"53"0,2 3 37 0,-2 1 35 0,0 1 44 15,0 2 33-15,0 0 22 0,2 2 9 0,-2 6 4 16,-4-10-10-16,4 10-19 0,0-7-15 16,0 7 24-16,0 0 24 0,-4 25 21 0,3-1 10 15,-8 12-4-15,6 9 9 0,-5 13 8 16,3 4 3-16,-3 3-5 0,0 5-4 0,1 1-8 15,-3 2-9-15,-2-2-7 16,3 1-8-16,2 2 5 0,-1-2 6 0,0-4-116 16,2-1-95-16,1-5 0 0,-1-6 0 15,5-11 0-15,-3-5 0 0,-3-5 0 0,5-6 0 16,-1-6 0-16,-1-5 0 0,2-3 0 16,0-3 0-16,2-1 0 0,-1 0 0 0,-1-2 0 15,0-3 0-15,2 3 0 0,-2-3 0 16,0 0 0-16,2-6 0 0,-2 10 0 0,2-10 0 15,-1 7 0-15,1-7 0 0,0 0 0 16,0 0 0-16,0 0 0 0,0 0 0 0,0 0-237 16,-13-17-599-16,10 7-113 15,-5-1 97-15,1-3-956 0,-3-2-1237 0</inkml:trace>
  <inkml:trace contextRef="#ctx0" brushRef="#br0" timeOffset="86249.83">15382 9991 4531 0,'8'-6'-248'0,"-3"1"48"0,-1-1 47 0,2 2 33 0,-6 4 35 0,4-6 31 0,-4 6 24 0,0 0 18 0,2-6 7 15,-2 6 10-15,0 0 8 0,0 0 16 0,-25-2 20 16,8 6 18-16,-4-2 6 0,-4 1 12 16,-3 0 8-16,-12 1 0 0,1 0 4 15,-1 0 0-15,3 1-2 0,2-5-2 16,7 0-6-16,-1 0 0 0,2 0-8 0,-1-4-4 15,3 1-7-15,-2-3-6 0,4 2-5 16,1-2-7-16,0 0-3 0,3 1-6 16,4 1-5-16,0-2-2 0,3 4-4 0,1-2-6 15,-1 4-2-15,5-4-4 0,0 2-3 16,7 2-7-16,-18 0-1 0,18 0-2 0,-17 10 2 16,5 4 1-16,-4 9 0 0,-2 4-1 15,3 2-2-15,-6 13 2 0,2-3-3 0,0 4 4 16,0-2 4-16,3-7 15 0,1-1-1 15,3-3-4-15,-1 0 1 0,2-6-2 0,4-5-1 16,1-4 3-16,0-1-4 0,2-4-1 16,1 2-2-16,-3-3 3 0,4-3 2 0,0 3 8 15,-2-2-1-15,0-2 1 0,0 2-5 16,2-1 1-16,1 0-2 0,-3 1-3 16,0 3-5-16,1 0 2 0,1 0-7 15,2 2 3-15,-2 1-2 0,2-1 1 0,2-1 2 16,0 1-3-16,3 3-1 0,6-1 2 15,5 2 0-15,11-1 0 0,1 3 0 0,8-6-4 16,4 0 0-16,14 0 0 0,1-2 0 16,2 2-2-16,0-3 3 0,-6-7-5 0,-1 2-3 15,13-2 2-15,4-2-1 0,-3 0 1 16,-1 0-1-16,0-1 1 0,4 0 1 0,-2-3-2 16,3 0 2-16,1 1 0 0,-1-3-1 15,3 0-2-15,0 0 3 0,-5 1-2 16,3 0 2-16,-6 0-2 0,4 0-3 15,-4 2 0-15,1 1 4 0,3-4 0 0,-3 5-2 16,6-2-2-16,-4 1 4 0,4 0-6 16,1 1 4-16,0-3 0 0,3 2 2 15,1 2-3-15,-2-6 1 0,4 9 0 0,1-7-2 16,0 1 1-16,2 1-5 0,-2-2 4 16,1 0 1-16,-4 2 2 0,4-1-2 15,-1 1-2-15,-4-2-4 0,6 3-12 16,-3-2 0-16,-2 1-2 0,4 0 3 0,-3 0 0 0,0 2 0 15,3-2 0-15,-2-2 4 16,6 2 0-16,1 2 0 0,-1-6 4 0,-1 5 0 16,4-3-6-16,-2 0 0 0,-1 2-13 15,1 0 0-15,-1-4-3 0,-6 2-6 0,3 1-9 16,-3 0-5-16,-1-1 6 0,1 2-2 16,-4 1-7-16,4-3 1 0,-5 4 5 0,-3 0-4 15,-3 0-1-15,0 0 4 0,-3 2 5 16,-2 0 6-16,-11-1-3 0,11 1 5 0,-7 0 3 15,-2 0 3-15,-3-2-3 0,0 2 7 16,1-2 0-16,-3 0 4 0,3 0-2 0,-3 1 6 16,7-1 1-16,11 3-1 15,-1-3 4-15,4 0 2 0,-3 0 2 0,-1 0-2 16,3 0-14-16,-3 0-1 0,3 0 1 16,2 0 3-16,1 0-3 0,1 0 8 0,2-3-5 15,-1 3 4-15,1 0 0 0,-1-1 3 16,2 1 0-16,2 0 4 0,-2 0 3 0,3-2-6 15,-3 4 5-15,1-2 0 0,-2-2 1 16,2 0 3-16,5 2-1 0,-2 0-6 0,2 0 7 16,-2 2 2-16,-4-2 4 0,-1 0-5 15,-3 0 12-15,-18-2-2 0,-5 2 3 0,-2-2 3 16,-13 2 6-16,-5 0 2 0,-6-2 8 16,-3 1 3-16,-4 1 3 0,-1 0 2 15,-2-2 2-15,-1 0 1 0,-10 2-7 16,17 0 2-16,-9 0-7 0,-8 0 0 0,0 0-2 15,15-2-4-15,-15 2-2 0,11 0 1 16,-11 0-7-16,10-2 3 0,-10 2-3 0,0 0-3 16,12 0 10-16,-12 0 3 0,0 0 10 15,0 0 13-15,11-2 13 0,-11 2 0 16,0 0-9-16,8-10-2 0,-6 4-4 0,1-1-7 16,-3 1-3-16,4-6-2 0,0-5-6 15,0-3-1-15,-1-5-1 0,6-11-4 0,-2-3-5 16,2-11 2-16,3-3-7 0,-1-1 4 15,0 5-2-15,-2 9-1 0,-2 1-1 16,0 5-1-16,-3 1-1 0,2 5-1 16,-2 9 0-16,-2-1 1 0,0 8-2 0,0-2 1 15,-2 2-1-15,2 2-2 0,0 0 0 16,-2 1 3-16,1 3-3 0,-1-1 1 0,0 7-1 16,0-11-3-16,0 11 2 0,0-11-3 15,-3 5 3-15,-5 1-3 0,2 0-1 0,-3 2-4 16,-4-3 6-16,-7 0-5 0,-3 1 7 15,-9-4 0-15,-2 2 0 0,-4-1-1 0,-7 4-1 16,0-3 1-16,-12 1 0 0,-4-2-1 16,-4 0 1-16,2 2 1 0,-1 2-1 15,-2-1 7-15,3 3 0 0,13 2 0 0,0 0 4 16,4 4-2-16,0-1-2 0,5 3-1 16,-2 0-1-16,9 0 3 0,0 2-3 15,9 0-2-15,5-1 0 0,-2-1-6 0,7 2-24 16,2-3-25-16,-1 3-30 0,3-1-36 15,1 0-56-15,5 0-63 0,-3 0-69 0,0 0-85 16,4-1-160-16,3 1-81 0,-5-2 67 16,2 0-348-16,-2 1-394 0</inkml:trace>
  <inkml:trace contextRef="#ctx0" brushRef="#br0" timeOffset="87266.61">15539 10092 2287 0,'-2'-6'-114'15,"2"6"35"-15,0 0 36 0,-4-5 34 0,4 5 21 0,0 0 17 0,0-9 17 0,0 9 15 16,0-9 20-16,0 9 12 0,2-8 12 16,-2 8 9-16,0-7 6 0,0 7-5 0,0 0-14 15,0-8-8-15,0 8-14 0,0 0-5 16,0 0-8-16,0 0 12 0,0 0 21 16,-14 37 8-16,7-8 14 0,-1 4 2 0,-2 1 5 15,5 3 8-15,-5 0 10 0,1 2-4 16,1 1 0-16,-3-1-3 0,1-1-5 0,-2-2-8 15,3-2-3-15,-4 0-8 16,3-2-8-16,1-3-4 0,1-6-11 0,0-3-6 16,3-3-11-16,-1-1-7 0,2-2-7 15,1-3-7-15,-3 1-4 0,4-1-8 0,0-4-2 16,-2 0-3-16,2 0-2 0,0 1-8 16,0-4-1-16,0 3-1 0,2-7-2 0,-1 8-4 15,-1-2-3-15,2-6-1 0,-4 6-2 16,4-6-14-16,-2 8-14 0,2-8-16 0,0 0-14 15,-2 7-17-15,2-7-22 0,0 0-24 16,0 0-25-16,0 0-71 0,0 0-64 0,0 0-63 16,0 0-79-16,0 0-136 0,0 0-86 15,0 0 64-15,-3-21-339 0,-1 15-388 0</inkml:trace>
  <inkml:trace contextRef="#ctx0" brushRef="#br0" timeOffset="88249.77">16613 10026 2264 0,'6'-4'-111'0,"-4"-2"32"0,2 1 31 0,0-1 33 0,-1 0 27 0,-3 6 28 0,6-10 29 0,-2 8 12 16,-4 2 21-16,3-6 9 0,-3 6 11 15,2-5-14-15,-2 5-4 0,0 0 2 0,0 0 48 16,0 0 22-16,7 21 15 0,-9-2-3 15,-1 9-6-15,-1 10-3 0,1 3-4 0,-5 2-5 16,3 9-3-16,-3-8-8 0,6 9-18 16,-4-11-8-16,4 0-11 0,0-1-8 0,0-3-9 15,2-6-8-15,0-9-5 16,0-1-14-16,0-3-8 0,0-2-4 0,2-1-8 16,-4-2-7-16,4-3-3 0,-2-3-4 15,0 4-2-15,0-6-4 0,2 1-4 0,-2-7-32 16,0 12-24-16,0-7-45 0,0-5-54 15,0 5-101-15,0-5-94 0,0 0-86 0,0 0-116 16,0 0-152-16,0 0 58 0,0 0-406 16,0 0-492-16</inkml:trace>
  <inkml:trace contextRef="#ctx0" brushRef="#br0" timeOffset="88782.16">18732 9910 2611 0,'6'-12'-63'0,"-2"2"43"0,0 3 26 0,-2-3 30 0,2 5 14 0,-1 0 19 0,-3 5 7 16,2-9 5-16,-2 9-2 0,2-6-11 0,-2 6-12 15,0 0-2-15,0 0 26 16,0 0 42-16,4 23 3 0,-6-4 4 0,0 19 11 16,-2 4 5-16,1 1-1 0,-3 2-6 15,0 14-3-15,0-3-5 0,1 0-5 0,-3-2-6 16,5-9 0-16,-6-4-4 0,6 0-6 0,-1-5-1 16,-2-4-8-16,3-8-3 0,-1-5-6 15,0-2-12-15,4-4-6 0,-3-2-10 16,2-1-3-16,-1 0-4 0,2-2-4 0,-4 1-5 15,4-3-24-15,0 0-32 0,0-6-34 16,0 10-48-16,0-10-91 0,0 0-89 16,0 0-77-16,0 0-90 0,0 0-126 0,-4 5-70 15,4-5 68-15,0 0-346 0,0 0-393 16</inkml:trace>
  <inkml:trace contextRef="#ctx0" brushRef="#br0" timeOffset="89182.7">19851 9972 2433 0,'9'-16'19'0,"0"5"29"0,-4-1 12 0,3 3-3 0,-5 0 6 0,5 1 8 0,-2-1 0 0,2 4 1 0,-5 0-9 0,3 2 2 15,-6 3 10-15,0 0 36 16,14 13 13-16,-11 3 13 0,-1 5 8 0,0 16 6 16,-2 2 5-16,-2 3 0 0,0 1-1 15,1 1-10-15,-1 1-12 0,-5-4-12 0,3 1-11 16,3 0-11-16,-1-2-11 0,0-3-7 15,-2-3-8-15,2-6-9 0,1-4-3 0,-1-7-7 16,2 0-8-16,-2-2-4 0,-2-1-13 16,4-1-33-16,-3-4-48 0,3 1-55 15,0-2-59-15,-1-2-68 0,1 2-63 16,-2-1-107-16,2-7-211 0,0 0 23 0,0 0 61 16,0 0-277-16,0 0-296 0</inkml:trace>
  <inkml:trace contextRef="#ctx0" brushRef="#br0" timeOffset="89566.02">21666 9953 2474 0,'7'-14'107'0,"-2"4"7"0,-1 0 7 0,0 3 2 16,1 2 5-16,-4 0-12 0,-1 5-11 15,8-4 18-15,-8 4 21 0,0 0 19 0,11 23 11 16,-9-5 9-16,1 17 1 0,-3 5 7 16,-2 1-3-16,2 3-9 0,-1 1-4 0,-3-3-8 15,0 5-8-15,1-4-10 0,-3-2-17 16,2-1-11-16,0-1-4 0,-2-7-3 0,2 1-7 15,1-7-9-15,-3-6-7 16,4-3-12-16,1-2-7 0,-3-3 2 0,2-1-10 0,-1-3-12 16,1 2-9-16,2-2-30 15,-1-2-38-15,1 1-56 0,-2-1-69 0,2-6-84 16,-2 8-122-16,2-8-127 0,-6 6-155 16,6-6-73-16,-5 3 79 0,5-3-502 0,0 0-602 15</inkml:trace>
  <inkml:trace contextRef="#ctx0" brushRef="#br0" timeOffset="91448.97">19073 3941 2906 0,'-9'-11'-151'0,"0"5"37"0,0-4 26 0,2 3 15 0,2 2 24 0,1 0 21 0,-2 0 23 0,6 5 16 16,-5-7 6-16,5 7 2 0,-5-7-5 0,5 7-2 16,0 0-2-16,0 0 1 0,18-7 0 15,-4 11 4-15,11-1-1 0,11 6-1 0,12 4-2 16,8 3 2-16,5 1-1 0,7 3-2 15,27 7 3-15,11 0 6 0,5 2-3 0,10 6 3 16,13 2-3-16,0-3-2 0,10 4-1 16,4 0 1-16,43 8 2 0,-43-9 4 15,46 8 2-15,-2 4 4 0,-8-2 1 16,-38-7 1-16,38 13 0 0,-42-12-5 16,40 13 5-16,-41-13-1 0,-2 3-7 0,2 1 0 15,-3 0-4-15,-2-1 0 0,2-1 1 16,-5 3-2-16,3 0 2 0,-1 2 1 0,-1-2 0 15,0 1-7-15,-2-2 4 0,-7-2-3 16,2 1 0-16,-5-3-1 0,-9-5-1 16,-4 4-1-16,2-5 0 0,-3 2 0 0,1-1-2 15,-2-2 1-15,-2-1-2 0,1-3 2 16,1 3-4-16,-2 0 5 0,-5-4-2 0,0 1-2 16,-3-2 3-16,-2-1-3 0,2 2 3 15,-3-1-4-15,1-4 1 0,-4 3 3 16,-3 1-2-16,-15-7-2 0,-3-1-1 15,2-3-1-15,0 2 1 0,-10-3 1 0,-1-1 4 16,-5-3 9-16,-17-3 3 0,-3-1 13 16,-7-2 11-16,-8 0-2 0,-4-4 4 15,-1 2-6-15,-5-1-11 0,1 0 0 0,-3-2-20 16,-9-1-28-16,15 6-31 0,-9-2-40 16,-6-4-60-16,10 6-75 0,-9 0-107 0,-1-6-196 15,0 10 49-15,0-10-124 0,0 10-103 16</inkml:trace>
  <inkml:trace contextRef="#ctx0" brushRef="#br0" timeOffset="92599.33">26557 6003 1912 0,'6'-12'130'0,"-1"3"17"0,-3 2 21 0,0 0 0 0,0 5-5 0,-2 2-15 0,0 0-19 0,0 0 5 15,0 0 27-15,0 0 14 0,-2 29 8 0,-2 10 29 16,-1 16 6-16,-6 5 5 0,-1 7-9 15,3 7-4-15,-7 15-5 0,1 1-22 16,-1-18-11-16,9-4-11 0,-2 0 2 16,1-3-14-16,-2-5-13 0,5-1-18 15,-5-11-6-15,3-8-12 0,0-4-16 0,2-3 1 16,-1-8-15-16,3-2-5 0,-1-8-9 16,0-1-31-16,1-2-24 0,0-2-28 0,-1 1-31 15,2-5-48-15,0-1-80 0,-1-1-93 16,3-4-98-16,0 0-108 0,0 0-166 0,-21-11-38 15,17-1 77-15,-2-2-446 0,4-4-530 16</inkml:trace>
  <inkml:trace contextRef="#ctx0" brushRef="#br0" timeOffset="93232.01">26452 6152 2778 0,'-13'-14'-10'0,"4"1"21"0,-1 6 8 15,0-2 5-15,7 2 13 0,1-1-9 16,2 1-6-16,5-1 0 0,6-4 0 0,18-5 0 16,17-1-2-16,19 1-3 0,9 3-3 15,29-3-3-15,5 3 0 0,11 2 0 16,5 3 0-16,-3 1 0 0,6 3-1 15,1 3-2-15,-3 2-4 0,-3 0 8 0,-5 2 3 16,-9 3 12-16,-24-3 12 0,-4 4 7 16,-4-4 8-16,-8 2-9 0,-9 1-2 0,-11 1 4 15,-10 3-2-15,-5 4 20 0,-7 6 28 16,-6 10 26-16,-13 5 19 0,-3 7 10 0,-12 15 12 16,-3 6 6-16,-14 22-2 0,0-1 0 15,1 2-8-15,-3-1-1 0,2 0 7 0,6-19-3 16,5 4-3-16,2 3-16 0,2-3-13 15,4-6-7-15,-2-5-9 0,7-13-8 16,-3-3-13-16,2-5-7 0,-2-8-1 16,3-7-9-16,-1-3-8 0,-2-2-9 0,-3-1-3 15,0 1-2-15,-4-3 0 0,-7-3-10 16,-3-2-8-16,-13 1 5 0,-8-3-8 16,-13-2-1-16,-10 0-3 0,-5-1-7 0,-7-2 2 15,-5-2-5-15,-5-2 0 0,0-2-1 16,-1 3-2-16,-2-3-5 0,3 2 1 0,-1 1 3 15,0-1-5-15,4 1 5 0,4-1-6 16,7 0-3-16,7-1-2 0,17 3 4 0,5-1-1 16,9 1 0-16,9 0-5 15,4-3 2-15,4 3-5 0,0 0-3 0,5 0-17 16,0 3-16-16,13-3-9 0,-21 0-14 16,13 0-15-16,8 0-10 0,-13 0-14 0,13 0-25 15,0 0-15-15,-16 1-28 0,16-1-28 16,0 0-44-16,0 0-50 0,-9-4-65 0,9 4-104 15,0 0-176-15,2-12-3 0,-2 12 72 16,5-13-373-16,-3 2-419 0</inkml:trace>
  <inkml:trace contextRef="#ctx0" brushRef="#br0" timeOffset="93664.78">26860 6503 2697 0,'17'-10'8'0,"2"2"-1"0,1-1 5 0,0 4 7 0,3 0 16 0,0 1 10 0,-1 3 6 15,-4 1 6-15,1 3-4 16,-2 2-6-16,-1 5 14 0,-3 4 28 0,-3 5 22 16,-8 1 25-16,-4 5 13 0,-8 6 12 15,-7 1 5-15,-8 6 4 0,4-7 3 0,-10 3 7 16,1-1 4-16,-1-3-1 0,8-8 0 16,3 2-4-16,4-7-15 0,3-3-12 0,6-2-14 15,-1 1-11-15,4-3-12 0,0-1-5 16,6 1-11-16,2-2-8 0,4 0-1 15,3-1-12-15,4 2-9 0,3-4-8 0,-1 1-11 16,2-3-35-16,0 1-36 0,1-4-37 16,2 1-40-16,-1-2-47 0,0-1-58 15,-4 0-67-15,0 1-73 0,-6-3-94 16,2 0-138-16,-3 0-106 0,-2 2 75 0,-3-2-441 16,4 0-520-16</inkml:trace>
  <inkml:trace contextRef="#ctx0" brushRef="#br0" timeOffset="94064.73">27671 6529 3004 0,'0'0'38'0,"-11"-7"-3"0,11 7 15 16,0 0 23-16,-28 7 37 0,7 0 20 0,2 3 21 15,-11 5 0-15,-3 4-4 16,-6 8 6-16,-4 2 6 0,3 0 6 0,2 0-6 16,1 2-13-16,7-4-9 0,8-2-17 15,-1-2-7-15,3 1-9 0,11-3-12 0,2-3-6 16,3-3-10-16,-1 3-5 0,10-5-7 16,2 5-5-16,-1-3-7 0,5-1-7 15,5-2-3-15,-3-2 1 0,0-1 4 0,0-2-4 16,3-2-6-16,-1-2-1 0,-3-2 1 0,-12-1-3 15,18-1-5-15,-18 1-6 0,14-8-1 16,-6 1 2-16,-7-1-5 0,1 0-1 16,0 0-6-16,-2-1-2 0,-2-1-2 15,0 2-1-15,1 3-10 0,-3-2-23 0,0 0-31 16,1 1-44-16,-4 2-54 0,7 4-91 16,-11-7-84-16,4 3-106 0,7 4-143 15,-11-4-93-15,11 4 78 0,0 0-420 0,0 0-490 16</inkml:trace>
  <inkml:trace contextRef="#ctx0" brushRef="#br0" timeOffset="94397.95">27676 6663 2787 0,'9'-14'6'0,"1"3"27"15,-2 2 31-15,-1 1 33 0,1 2 18 0,-3-2 6 16,4 5 10-16,-4 0 8 0,-5 3 5 15,0 0 1-15,20 8 4 0,-11 3 3 16,-6 3-2-16,-3 2 14 0,0 4 2 0,-7 9-2 16,-5 0-1-16,-3 2 6 0,0 0 9 15,-4-4 8-15,0 1 18 0,3-3-12 0,3-5-10 16,4-3-19-16,0-3-6 0,6 1-11 16,1-2-11-16,0 0-3 0,4-4-7 0,3 2-16 15,6-2-5-15,2-1-13 16,2-3-11-16,7 0-18 0,2-1-39 0,0-1-44 15,0-3-49-15,1-3-41 0,-1 1-52 16,-1-3-62-16,-8 1-77 0,2-1-82 0,-8 4-75 16,-2-3-91-16,-7 4-133 0,0 0 16 15,0 0 62-15,0 0-445 0,0 0-524 0</inkml:trace>
  <inkml:trace contextRef="#ctx0" brushRef="#br0" timeOffset="96414.12">26531 7318 2874 0,'0'0'-33'15,"0"0"25"-15,5-5 27 0,-5 5 22 0,0 0 13 0,0 0 9 0,0 0 13 0,-17-11 15 0,4 8 9 16,-9 1-2-16,-5 1-2 0,-21 1-1 16,-15 3-8-16,-6 1 0 0,-4 1 8 0,1 0 0 15,-4 3 0-15,0-1-6 0,3 2-7 16,3 1-10-16,5-1-2 0,4 1-8 0,2-2-5 15,5 3-5-15,15-3-5 0,-1 2-6 16,3-6-3-16,1 4-4 0,5-3-3 0,8 1-1 16,7-4-1-16,-2 2-6 15,5-1-3-15,2-2 7 0,-1 3 7 0,5-2 4 16,-2 0-1-16,9-2-4 0,-16 2-6 16,8 1-6-16,3 1-1 0,-5 7 10 0,0 3 18 15,-4 10 9-15,-4-1 3 0,2 5 4 16,-2 2 1-16,0 1 3 0,4-5 1 0,0 2-3 15,3 1-4-15,0-6-6 0,0-7-8 16,6-3 0-16,-1-1-6 0,3 0-4 0,-1-3 1 16,0-1 0-16,1 0-6 0,2-2-3 15,1 0-3-15,0-6-1 0,1 14-2 0,2-9-2 16,1 2-4-16,-4-7 0 0,7 12-2 16,-1-4-1-16,1 3-4 0,3 1-2 15,2 1 2-15,0 1-3 0,12 7-2 16,1-1 1-16,1-1 1 0,5 1-2 0,8 0-1 15,10-4-2-15,4 2-8 0,12-5-13 16,11-1-12-16,4-3-6 0,26 2-11 16,3-6-7-16,8-5-8 0,1 3 8 0,4-1 5 15,7-1 6-15,8-2 7 0,2-4 2 16,1 5 4-16,-2 0 1 0,4 0 11 0,-6 3-1 16,-3-3 1-16,-6 0 3 0,-3 2 1 15,-4-4 4-15,-4 2 0 0,-22 2 4 0,1-4-1 16,19-1 5-16,5 3 0 0,-6-2 3 15,6 0-2-15,-1 1 0 0,2-6 0 16,-4 10-3-16,1-3-1 0,-28 2 3 16,-3 1-5-16,-4 1 4 0,-8-1 2 0,-9 2-2 15,-22-3 0-15,-6-2 1 0,-11 0 3 16,-4 0 3-16,-3 0 5 0,-4 0 15 0,-3-2 12 16,-1 2 14-16,-11 0 9 0,19 0 3 15,-19 0 6-15,15 0-12 0,-15 0 4 0,16-3-2 16,-16 3-5-16,0 0 5 0,16-2-3 15,-16 2-10-15,11-7-5 0,-11 7-3 0,9-7-3 16,-6 2-3-16,1-2-7 0,0-3-1 16,-2 2 0-16,0-9-1 0,-2-2-4 15,-2-8-3-15,2-10-2 0,-4-2-3 0,4-8-1 16,-2-12-4-16,0 0 2 0,2-3-3 16,0 4-3-16,2 0 3 0,0 11 0 15,-4 2-4-15,4 6 3 0,-4 3-3 16,-2 10 1-16,4 6-1 0,-1 3-3 0,-1 3 1 15,-4-1-1-15,-2 4-3 0,-3 3 3 16,-2 2 1-16,-7 1 2 0,-3 2-5 0,-3 2 3 16,-16 2 0-16,-2 1 0 0,-3 0 1 15,-3 1 3-15,-11 0 1 0,10 1 6 0,-10-4 1 16,-5 3 3-16,3-3 2 0,13 2 5 16,0 0 5-16,2-2 0 0,4 1-1 15,3-1 0-15,8 2-8 0,5 1-1 0,3-1 1 16,0 2-4-16,5-4-6 0,2 5 1 15,0-2-5-15,2 1-1 0,0-1-21 16,1 2-18-16,1-1-27 0,5-1-30 0,-3 2-35 16,3 0-45-16,0-1-62 0,1 1-68 15,2 1-72-15,-1 0-83 0,1 2-128 0,0-3-81 16,1 1 72-16,-5 0-439 0,0 3-509 16</inkml:trace>
  <inkml:trace contextRef="#ctx0" brushRef="#br0" timeOffset="96847.53">27148 7563 2692 0,'14'-15'13'0,"-5"0"31"0,0 3 21 0,-1 4 12 0,0-1 16 0,-5 1 14 0,3 2 16 15,-1 2 14-15,-3-1-5 0,-2 5-13 0,0 0 53 16,0 0 24-16,9 21 10 0,-11 2-3 15,-5 10-6-15,4 5-3 0,-3 1 0 0,1 3-7 16,1-1 0-16,-2-2-13 0,3 0-8 16,0 1-17-16,-1-4-16 0,2-2-8 0,0-7-18 15,1-4-8-15,-1-5-14 0,2 1-8 16,-2-3-6-16,0-3-11 0,0 1-6 16,0-3-41-16,2-1-33 0,0-2-50 15,-1 1-49-15,1 0-65 0,-2-2-81 0,-2-2-116 16,4-5-117-16,-8 7-149 0,0-7-37 15,8 0 72-15,-14 0-467 0,14 0-549 0</inkml:trace>
  <inkml:trace contextRef="#ctx0" brushRef="#br0" timeOffset="97180.43">26351 7627 3185 0,'8'-16'50'16,"-5"7"35"-16,2-1 23 0,-3 3 10 0,-6 1 3 15,4 6 9-15,-16 0 1 0,16 0 3 16,-36 11-3-16,10 1-4 0,-5 0-2 0,1 5-4 15,1-1-7-15,0-1-12 0,1 3-8 16,1-1-13-16,2 1-4 0,1-1-8 0,6 0-6 16,6-5-12-16,-1 0-39 0,1-1-43 15,1 0-41-15,0-3-68 0,0 1-56 0,6-2-38 16,-4-2-59-16,0-4-70 16,9-1-66-16,-13-1-89 0,13 1-21 0,-6-10-282 15,4 0-308-15</inkml:trace>
  <inkml:trace contextRef="#ctx0" brushRef="#br0" timeOffset="97347.36">25957 7649 2107 0,'5'-9'-57'0,"1"4"21"16,0 2 38-16,2 2 38 0,-8 1 39 0,0 0 34 16,25 4 24-16,-12 1 25 0,4 4 20 15,2 2 6-15,9 3-2 0,1 2-11 16,1 3-18-16,-1 0-16 0,9 5-11 0,-8-5-16 16,-1 0-52-16,-4-1-81 0,-2 1-84 15,-2 0-87-15,-6-4-114 0,-1-2-182 0,-7-4-31 16,1 0 52-16,1 2-147 15,-2-3-110-15</inkml:trace>
  <inkml:trace contextRef="#ctx0" brushRef="#br0" timeOffset="98081.16">28179 7786 1737 0,'-2'-11'119'0,"0"3"25"0,-2-1 29 0,2 3 33 0,2-2 19 16,0-4 8-16,0 4 11 0,2-1 12 0,-2 0 8 16,2-2 5-16,0 1-10 0,0-1-14 15,0 3-11-15,-2 2-13 0,2-2-23 0,-1 1-21 16,-1 7-19-16,0-8-23 0,0 8-9 15,0 0 12-15,0 0 10 0,11 24 6 0,-10 1-2 16,7 11-10-16,3 21-8 0,-1 3 18 16,5 5-6-16,1 5-15 0,4 20-9 0,3-4-11 15,2 4-13-15,0 2 26 0,3-3 6 16,7-6 4-16,-3-1 2 0,2-1-6 0,-5-21-8 16,-2 0-9-16,-2-3-62 0,-3-2-51 15,-1-5 0-15,-3-4 0 0,-6-8 0 16,-2-3 0-16,-2-1 0 0,-2 0 0 15,-1-1 0-15,-3-6 0 0,0-2 0 0,0 1 0 16,-2 0 0-16,0-1 0 0,0 1 0 16,1 0 0-16,-1-1 0 0,0 3 0 15,0-3 0-15,2-2 0 0,3 0 0 0,-3-3 0 16,0-1 0-16,0-2 0 0,-2-3 0 16,0-2 0-16,1 0 0 0,-1-2 0 0,0-2 0 15,2-1 0-15,0 0 0 0,-2-7 0 16,0 14 0-16,0-14 0 0,0 10 0 15,0-10 0-15,0 9 0 0,0-9 0 0,0 6 0 16,0-6 0-16,0 7 0 0,0-7 0 16,0 0 0-16,0 10 0 0,0-10 0 15,0 0 0-15,0 0 0 0,0 6 0 0,0-6 0 16,0 0 0-16,0 0 0 0,0 0 0 16,-4 6 0-16,4-6 0 0,0 0 0 0,0 0-540 15,0 0-468-15,-12-17 113 0,7 9-1060 16,-4 0-1374-16</inkml:trace>
  <inkml:trace contextRef="#ctx0" brushRef="#br0" timeOffset="99130.9">27343 9818 4930 0,'-25'0'-298'0,"3"-3"56"0,6 3 48 0,0-4 44 0,1 3 43 0,3-1 31 0,-1 2 29 16,6-2 20-16,7 2 5 0,-18-2 4 15,18 2-1-15,-11-1 2 0,11 1 5 0,0 0 6 16,0 0 0-16,0 0 4 0,61 0-2 15,2-2 1-15,15-3 1 0,34-1 2 16,21 0-4-16,14-1-1 0,20 4 3 0,16-2 0 16,64 5-2-16,-1 0-2 0,-4 3 0 15,-57-1 0-15,-1-2 4 0,-1-2-3 0,-13 2-1 16,-15-3 2-16,-22 3-3 0,-21-4 9 16,-33 2-5-16,-13-1 25 0,-20 0 38 0,-8 1 13 15,-10-2 11-15,-7 2-8 0,-3-2-8 16,-7 2-10-16,-2-1-3 0,0-1-7 15,-6 0-18-15,-3 4-35 0,2-6-51 0,-2 6-60 16,0 0-57-16,-15-4-86 0,15 4-121 16,-29 0-184-16,5 4 56 0,-13 4-217 15,-6 1-217-15</inkml:trace>
  <inkml:trace contextRef="#ctx0" brushRef="#br0" timeOffset="100316.25">26967 9919 1943 0,'-4'-5'4'0,"2"-2"15"0,2 7 6 0,-5-7 0 0,5 7-1 0,-4-3 6 0,4 3 35 0,0 0 30 15,-8 24 23-15,0 6 24 0,3 12 24 16,-3 9 8-16,1 8 4 0,-3 2-8 0,-1 4-4 16,1 3-15-16,0-5-7 0,1-2-11 15,0-4-14-15,0-2-8 0,6-12-4 16,-1-4-4-16,-2-2-6 0,5-8-7 0,-1-7-6 16,2-3-5-16,-2-2-6 0,2-2-1 15,-2-2 6-15,2-4 8 0,-2 0 15 0,2-1 7 16,0-1 2-16,0 0-6 0,0-7-6 15,2 11-10-15,2-10-10 0,-4-1-9 0,0 0-7 16,16 0-8-16,-16 0-3 0,20-1-7 16,-6 1-6-16,2-4-4 0,7 2-5 0,6 0-3 15,13-3-25-15,6 0-19 0,16 1-22 16,12-2-22-16,3-1-15 0,6 4-22 16,36-1 11-16,6 3 13 0,8 1 2 15,4-4 6-15,8 4 4 0,8-3 11 0,1 2 5 16,2-2 3-16,-2 1 0 0,-6 1 8 15,-5 1 6-15,-5-5 2 0,-9 1 2 0,-5 1 4 16,-12 0 8-16,-22 1 1 0,-4 0 11 16,-2-1 11-16,-3 3-4 0,1-4 7 15,-2 1-5-15,-2-1 2 0,0 1-2 0,-2 0 0 16,0-1-3-16,-1 1 1 0,0-1 2 16,0 1-4-16,-1 1 3 0,-5 0-3 15,-3-1 1-15,-3 1-9 0,-2-1 3 0,-15-1-2 16,-5 1 4-16,-2 1-4 0,-11-1 13 0,-6 1 18 15,-4 1 1-15,-1-1 16 16,-2 0 0-16,-2 2 0 0,-2-2-6 0,7 1-6 16,-2-1 4-16,2-1-5 0,1 2-3 15,6-2-6-15,-2 3-3 0,6-2-1 0,8-1 0 16,-5 1-7-16,6 2 0 0,-14-1 16 16,-4-1 26-16,-8 2 23 0,0-2 19 0,-3 1 5 15,0-1 12-15,-11 2-1 16,16-4-8-16,-8 1-5 0,-5-2-6 0,1-1-14 15,1 0-6-15,-5 6-7 0,0-15-5 0,-2 9-4 16,2-2-10-16,-5-3-4 0,1 1-6 16,3-2-2-16,-3-1-4 0,-2-3 0 15,1-7 3-15,-1 1-7 0,0-14-4 0,-2 0 4 16,5-3-10-16,-1-6-4 0,-1-11 4 16,3-3 4-16,-3 1-8 0,3 0-1 0,-2-1 2 15,3 14-10-15,-1 4 7 0,-2 2-5 16,0 5-7-16,3 6 6 0,-3 8-2 0,2 1-5 15,-2 4 4-15,2 1-1 0,-2 2-1 16,2 0-6-16,0 4 8 0,-2-2-12 0,4 3 13 16,-1 1-8-16,-1-2-8 15,2 8 2-15,-4-10 2 0,4 10 3 0,-7-5 3 16,-4 1 2-16,0 2-3 0,-6 0 6 16,-7 0 2-16,-8 0-5 0,-11 4 1 0,-7-2 3 15,-11 2-4-15,0 4 3 0,-2-1 2 16,-1-1-1-16,-3 2 0 0,1 1-1 0,-1-2 3 15,4 2-4-15,13-5 5 0,6 4-2 16,3 0-5-16,3 0-1 0,7 0 3 16,10-3-6-16,-2 0-13 0,4 1-18 0,0-1-23 15,2 1-25-15,3-1-29 0,3-2-33 16,1 3-45-16,-1-2-50 0,4 1-73 0,7-3-80 16,-14 4-115-16,8-3-229 15,6-1 65-15,0 0 70 0,0 0-391 0,0 0-470 16</inkml:trace>
  <inkml:trace contextRef="#ctx0" brushRef="#br0" timeOffset="101062.9">27060 10328 2803 0,'-2'-14'23'0,"2"1"7"0,5 1 7 0,-2-1 17 0,7 1 28 0,4-3 20 0,6-5 17 16,-1 9 3-16,0 0-12 0,0 2-9 0,2 3-11 15,-4 4-13-15,2 0-6 16,0 4-5-16,-2 0-8 0,6 4 1 0,-2 2-6 15,-4 2-4-15,-1 0-3 0,-7 3 4 16,1-1 20-16,-5-1 9 0,-3 1 9 0,-4 0 7 16,-3 3 2-16,-3 3-6 0,-1 1-7 15,-7 4-5-15,0 0-9 0,-2-1-9 0,5-7-2 16,1-1-6-16,5-5-3 0,-1-2 8 16,2-1 18-16,0 1 8 0,4-3 7 0,2-4-12 15,-5 3-7-15,5-3-11 16,0 0-4-16,0 0-3 0,0 0-9 0,0 0-6 0,0 0-3 15,0 0-4-15,0 0-3 0,0 0-4 16,29 0-1-16,-18 2-5 0,2 0-1 0,6-1-1 16,4-1-3-16,4 2-6 15,0 0-37-15,-2-1-46 0,1 1-51 0,-3 0-60 16,-4-2-70-16,0 0-62 0,0-2-74 16,-2 2-83-16,-4-2-145 0,1 1 11 15,-1 1-422-15,-1-2-504 0</inkml:trace>
  <inkml:trace contextRef="#ctx0" brushRef="#br0" timeOffset="101414.03">27845 9980 3103 0,'-5'-15'121'0,"-3"6"39"0,3 1 37 15,-2 1 30-15,2 2 15 0,5 5 7 0,-4-9-6 16,4 9-12-16,-4-6-18 0,4 6-19 15,-2-9-25-15,2 9-16 0,8-6-14 16,-8 6-19-16,16-11-13 0,-5 8-8 0,3 1-14 16,-2 0-9-16,-12 2-8 0,33 5-7 15,-18 2-11-15,-2 5-4 0,5 12-4 0,-5 2-2 16,-8 1-5-16,-1 8 1 16,0 1-12-16,-1 2 9 0,-3-1-6 0,-3 3 0 15,-1-3 7-15,2 2 5 0,-1-4-3 16,1-6-2-16,0-4-5 0,2-2-4 0,-2-4-2 15,2 0-6-15,0-2 2 0,0-3-24 16,0 0-37-16,0-4-40 0,0-2-44 0,2 3-47 16,-2-3-69-16,2-1-67 0,1 0-66 15,-1-2-96-15,-2-5-145 0,10 3-67 0,-10-3 70 16,0 0-454-16,17-7-538 0</inkml:trace>
  <inkml:trace contextRef="#ctx0" brushRef="#br0" timeOffset="101847.34">28230 10086 2858 0,'-3'-5'56'0,"1"-2"27"0,0 0 19 16,2 7 4-16,-2-12 8 0,4 5-17 15,0-1-6-15,2 2-8 0,1 0-12 16,2 0-4-16,4 2-1 0,0 1 5 0,-2 2 2 16,-9 1 3-16,27 8 2 0,-13 2 7 15,-1 7 5-15,-1 3 7 0,-3 5 10 16,-4 0 20-16,-5 0 10 0,-1 0 15 16,-5 12 8-16,-6-2 12 0,1 0 11 0,0-4 14 15,-1-2 19-15,3-8-18 0,-1 1-3 16,7-7-11-16,-2 1-19 0,3-3-12 0,2-1-3 15,4 0-17-15,2-2-17 0,5 1-12 16,0-3-11-16,7-1-7 0,0-1-4 0,-4-3-15 16,6 2-4-16,-5-2-9 0,-2-1-5 15,0 1-6-15,-2-1-7 0,1-2-7 0,-12 0-6 16,19 3-10-16,-19-3-15 0,16 2-9 16,-16-2-36-16,11 2-13 0,-11-2-31 15,10 2-41-15,-10-2-48 0,11 2-54 0,-11-2-85 16,0 0-108-16,0 0-111 0,13-4-142 15,-13 4-73-15,0 0 77 0,0 0-583 16,5-4-719-16</inkml:trace>
  <inkml:trace contextRef="#ctx0" brushRef="#br0" timeOffset="102513.16">29168 9849 3348 0,'6'-12'-90'0,"-3"0"38"0,3 5 32 0,-1 0 33 0,-4 0 26 0,1 4 9 0,-2 3-2 0,0 0 4 15,0 0 56-15,0 0 28 0,8 20 25 16,-8 6 17-16,-6 13 9 0,-2 16 7 0,0 1 10 16,-3 2 4-16,1 0-4 0,3 0-7 15,-3-2-8-15,5 2-11 0,-1-5-6 0,2-10-17 16,0-1-19-16,0-3-13 0,3-1-10 16,-3-3-13-16,2-6-6 0,-2-5-13 0,2-2-6 15,-1-6-7-15,1 2-4 16,-1-2-12-16,-1-4-11 0,3 0-27 0,-1-4-36 15,0-1-40-15,2 2-40 0,0-2-52 16,0-7-86-16,-4 7-94 0,4-7-96 0,0 0-125 16,0 0-167-16,0 0 72 0,0 0-529 15,0 0-645-15</inkml:trace>
  <inkml:trace contextRef="#ctx0" brushRef="#br0" timeOffset="102980.31">29233 10340 3296 0,'0'-8'20'0,"2"0"19"0,-1-2 15 0,7-3 29 16,2 1 11-16,3-1 13 0,3-1 4 15,-2 3-11-15,4-1-4 0,-3 6-10 16,1-1-10-16,-4 3-5 0,0 4-5 0,-12 0-2 15,24 9-6-15,-12 1-4 0,0 2-2 16,-5 3-1-16,-3 3-2 0,-4-1 17 0,-4 6 15 16,-2-1 10-16,-7 9 10 0,0 0 11 15,-6-2-2-15,-8 7 5 0,-1-4-5 16,-5 0-5-16,8-9-5 0,2-3-6 16,9-5 0-16,2-2 7 0,4-4 13 0,3-2 1 15,-1-1 0-15,6-6-4 0,0 0-14 16,0 0-15-16,22 6-5 0,-6-8-7 0,-16 2 0 15,34-4-8-15,-18 0-2 0,2 2 1 16,-2 2-12-16,1 0-6 0,-2 0-6 0,-15 0-3 16,29 0-4-16,-16 2-9 0,1 0 7 15,-1 0-6-15,-2 2 1 0,-1-1-5 16,1 1-6-16,-4-1 0 0,5 1-4 0,-2-1-38 16,-1 1-40-16,1 0-40 0,-3-2-45 15,-7-2-52-15,13 6-58 0,-6-3-62 0,-2 0-55 16,-5-3-70-16,10 4-106 15,-10-4-144-15,0 0 51 0,0 0-495 0,0 0-613 0</inkml:trace>
  <inkml:trace contextRef="#ctx0" brushRef="#br0" timeOffset="103646.43">29808 10198 2886 0,'2'-8'-76'0,"-2"8"29"0,2-7 10 0,-2 7 15 0,7-5 14 0,-7 5 11 0,11-5 9 16,-11 5 8-16,11 0 12 15,-11 0 12-15,15 8 13 0,-5 1 4 0,-3 3 6 16,-1 4 17-16,-3 1 11 0,2 4 14 16,-3 4 5-16,-4 3 6 0,-5 6 7 0,2-2 4 15,-4 1-1-15,-1-2 0 0,2-6-6 16,3-4-8-16,1-4-7 0,0 0-10 0,0-1-16 16,4-2-2-16,0-3-9 0,2-1-2 15,2 2-15-15,3-3 1 0,-1-1-4 16,4-2-7-16,-1-2-6 0,1-2-4 0,-2-2-2 15,-8 0-3-15,16-4 1 0,-8-4 14 16,-2-1 9-16,0-3 9 0,-4-6 9 16,-2 0 5-16,0-6-1 0,-6-11-3 15,0 3-2-15,-4-2-10 0,-1 1 3 0,1 1-13 16,-1 0-3-16,0 3-5 0,-3 2-3 16,5 6 2-16,2 5 2 0,3 3-3 0,-3 3-8 15,6-1-2-15,1 1-4 0,0 0-6 16,0-1-5-16,3 1-12 0,4 2-23 0,0 1-24 15,1 2-30-15,3 0-38 0,1 3-47 16,-3 0-57-16,-9 2-57 0,28 5-57 0,-10-1-87 16,2 1-130-16,3 2-101 15,1-2 67-15,8 5-389 0,-2 2-448 0</inkml:trace>
  <inkml:trace contextRef="#ctx0" brushRef="#br0" timeOffset="104064.02">30458 10061 2638 0,'0'0'-19'0,"0"0"20"0,0 0 33 0,0 0 44 0,-13 20 42 0,-1-5 28 0,-8 7 14 0,-10 11 16 0,-3 2 4 15,-2 1 0-15,-1 2 0 0,-1 1-8 16,3-2-10-16,2 1-13 0,2-2-14 0,12-7-12 16,0 0-14-16,8 1-10 0,-1-2-6 15,6-5-13-15,3-4-9 0,3-5-9 0,1 1-15 16,1-1-16-16,3 1-22 16,3-5-20-16,6 0-13 0,-2-1-19 0,1-4-17 0,4 0 1 15,0-3 7-15,-3-2 4 0,0-2 7 16,1-2 1-16,-1 0 11 0,0-5 5 0,-1-1 12 15,1-4 6-15,-2-1 10 16,-1-3 8-16,-3 5 3 0,0-3 1 0,-2 5 1 16,-1-1-4-16,-1 0-1 0,-3 4-9 15,0 1-14-15,-1 0-12 0,-3 0-28 0,-2 4-33 16,1 0-56-16,5 3-51 0,-14-5-66 16,5 3-85-16,9 2-111 0,-14-2-132 15,14 2 61-15,-11 0-261 0,11 0-272 0</inkml:trace>
  <inkml:trace contextRef="#ctx0" brushRef="#br0" timeOffset="105996.45">31501 9731 2187 0,'-12'-7'-6'0,"3"1"22"0,-1 2 19 0,5-1 21 0,-4 3 21 0,9 2 8 0,-9-8 8 0,9 8-3 16,-5-5-2-16,5 5-7 0,-6-1-9 16,6 1-9-16,0 0-9 0,0 0-2 15,22-11-8-15,0 10-1 0,4-1-8 0,16-1-1 16,4-1-7-16,11 0-2 0,4-2-2 15,4 0-8-15,2 0 1 0,1-1-3 16,9 0-5-16,0 0-3 0,2 4-5 0,-5-4 5 16,-3-2 1-16,-7 3-1 0,-3-3 1 15,-5 2-6-15,-2-3 7 0,-7 3-6 0,10 0 2 16,0 0 0-16,-12 2-1 0,-2 0 1 16,-3-2 0-16,-3 4 3 0,-6-2-1 0,-6 1 9 15,-6 1-1-15,0-1 3 0,0 1 18 16,-4 0 6-16,1-1 15 15,-5 2-2-15,1-1 5 0,-5 1-6 0,1 1-9 16,-8 1-7-16,13-2-6 0,-13 2-9 16,12 5 14-16,-9 4-15 0,1 1-3 0,0 7 4 15,-3 2 2-15,-1 6 0 0,-1 13 12 16,-3 6 15-16,-3 8 8 0,-5 3 1 0,4 0 10 16,-3 5 12-16,-2 1 10 0,1-1 0 15,1-2 2-15,-3-6 2 0,3-2 3 16,-2-3-2-16,-1-9 2 0,1-5-2 0,1-2-3 15,1-3-9-15,2-7-4 0,1-1-9 16,2-6-7-16,2-2-2 0,1-2-7 0,-1 0-8 16,0-3 0-16,3 2-5 0,-4-3-7 15,3 1-4-15,0-2-5 0,-2 4 0 16,3-2 3-16,-1 0-10 0,0-1 0 16,0 1-1-16,-2 0-2 0,3 0-6 0,-1 0 1 15,0-2 1-15,2-5-2 0,-4 8-2 16,1-2 1-16,3-6-3 0,-1 6-1 15,1-6-1-15,-4 7 0 0,4-7 2 0,-2 7 1 16,2-7-5-16,-7 7 5 0,1-1 0 16,-6 1-2-16,-1-2 2 0,-6 2-3 0,-12 7 3 15,-3-1-3-15,-6-3 1 0,-11 2 2 16,-9 0 6-16,-1-1 7 0,-1 1 11 16,-5-6 17-16,3 1 10 0,-1 0 2 0,-3-2-2 15,6-3 0-15,-3 1-4 16,6 3-6-16,12-5 6 0,0 2-3 0,10-2-4 15,4 0-5-15,6 1-7 0,8 0 4 16,-1-1-10-16,4 1 3 0,1-2-1 0,1 2 1 16,14-2 14-16,-20 1 12 0,20-1 10 15,-16 0 11-15,16 0 0 0,-13 2-3 0,13-2-4 16,0 0-2-16,-13 0-10 0,13 0-4 16,0 0-7-16,0 0-7 0,0 0-9 0,-15 0-21 15,15 0-36-15,0 0-57 16,0 0-73-16,0 0-54 0,0 0-61 0,-9-7-76 15,9 7-82-15,0 0-112 0,5-7-196 0,-5 7-13 16,0 0 79-16,9-10-539 16,-3 5-672-16</inkml:trace>
  <inkml:trace contextRef="#ctx0" brushRef="#br0" timeOffset="107079.03">31722 10024 3100 0,'0'0'-30'16,"5"-10"31"-16,-3 3 3 0,5-1 4 0,5 0 18 0,1-1 14 0,7 1 8 0,1 2 6 0,-1 0-4 16,3 2-1-16,-3 4-6 0,-4 0-8 15,6 4-3-15,-8-1-5 0,4 4 1 16,-2 2 0-16,-5 1-1 0,0 0 5 0,-3 3 2 16,0-1 11-16,-7 2 14 15,-1-1 21-15,-3 3 3 0,-6-1 13 0,2 2 3 16,-10 9 7-16,-4-4 0 0,-2-2-7 15,0 3-4-15,1-5 1 0,-1 3-8 0,3-7 2 16,7-1-6-16,0-1-11 0,1-1-8 16,7-3-2-16,-1 0-8 0,3 0-2 0,-2 2-8 15,3 1 1-15,2-3-3 0,2 2-4 16,1 1-1-16,1-1 2 0,-3 0 5 16,3 2 2-16,2-1 3 0,-5 1-1 0,7 1-4 15,-3-1 9-15,2 0-1 0,-2-2 1 16,-1 1 10-16,0-3 7 0,-1-1 4 15,-1 2 6-15,0-4-3 0,3 2 10 16,-5-7 13-16,4 8 14 0,-4-8 0 0,-2 10 0 16,2-10 1-16,-5 7-17 0,5-7-5 15,-11 7-9-15,4-4-12 0,7-3-51 0,-24 3-60 16,15-6-57-16,9 3-58 0,-21 0-70 16,10-3-88-16,-1 0-100 0,4-3-99 0,5 1-135 15,-1-1-87-15,6 0 71 0,3-6-506 16,8 1-634-16</inkml:trace>
  <inkml:trace contextRef="#ctx0" brushRef="#br0" timeOffset="107463.28">32448 10014 2980 0,'15'-15'-142'0,"-2"3"31"0,-2 3 38 0,0 1 28 0,-4 2 29 0,-1 0 24 0,-3 4 15 0,-3 2 5 0,0 0 31 0,0 0 29 0,0 0 8 0,0 0 10 0,0 0 10 16,-32 22 6-16,19-11-4 0,-5-1-3 0,7 5-12 16,-1-3-1-16,-1 5-3 0,4-3 0 15,1 3 9-15,2-5 4 0,3 5 1 16,1-1-2-16,-2 4 3 0,4-2-2 0,-2 1 2 16,0 0 9-16,2 0-4 15,0 2-2-15,-1-3-2 0,-1 1 2 0,-1-2 3 16,3 3 6-16,-4-5 19 0,2 1 9 15,-3-1 8-15,-1-1 1 0,-1 1 3 0,-1-1-4 16,0-2-5-16,-3-1-13 0,-1 1-12 16,-1-1-12-16,-4-1-13 0,0-2-10 0,-1 1-5 15,4-4-12-15,-4 0-23 0,2-3-48 16,0 0-64-16,1-2-58 0,15 0-60 16,-27-4-67-16,15-1-70 0,5 0-78 0,-1-2-83 15,7-1-109-15,2-1-163 0,3-1 50 16,3-2-558-16,4 2-711 0</inkml:trace>
  <inkml:trace contextRef="#ctx0" brushRef="#br0" timeOffset="107845.26">32754 10121 3230 0,'2'-8'-73'15,"-2"8"43"-15,2-7 29 0,-2 7 26 16,0 0 23-16,0 0 30 0,0 0 34 0,-32 5 20 16,17 2 14-16,-10 8 9 15,-2 1 10-15,2 3 0 0,-1 1-7 0,4 2-7 16,2-1-15-16,1-1-10 0,6 1-13 16,3-4-9-16,-2 1-9 0,9-3-10 0,-1 1-7 15,2-2-7-15,2-1-6 0,4-1-7 16,0 0-8-16,1-2-4 0,3-1-3 15,2-2-5-15,1-4-6 0,3-1-1 0,-3-1 0 16,-11-1-3-16,23-4-6 0,-10-3 1 16,-1-4-3-16,-3 1 0 0,2-5-2 0,-2-4-4 15,0 0 0-15,-2-2 2 0,-3-3-7 16,-1 1-1-16,-3 4-6 0,0 1-23 16,-5 1-28-16,-2-2-46 0,-4 9-54 15,-2 1-65-15,-1 2-80 0,-4 6-106 16,-1 1-189-16,-5 1-81 0,-1 3 68 0,-9 4-342 0,-3 4-422 15</inkml:trace>
  <inkml:trace contextRef="#ctx0" brushRef="#br0" timeOffset="109695.02">26832 10872 2513 0,'0'0'-48'0,"0"0"29"0,13 0 29 0,-13 0 29 0,0 0 28 0,0 0 18 0,0 0 15 16,0 0 11-16,0 0 16 0,0 0-2 15,0 0-5-15,-36 13-3 0,14-8 5 0,-10 2-2 16,-4 3-4-16,0 0-7 0,-6 1-3 15,-6 1-7-15,10 0-12 0,-4-4-5 0,6-1-11 16,2 0-10-16,0 0-3 0,7-2-6 16,6-2 1-16,2 1-9 0,2-1-7 15,4-3-5-15,-1 1 5 0,3 3-5 16,11-4-6-16,-18 2-5 0,11-1-3 0,7-1-6 16,-15 13 2-16,5 3 24 0,-3 15 13 15,2 1 9-15,1 5 0 0,-1 10 4 16,-2 6 5-16,2 0-1 0,4-2 1 0,-3 1 0 15,2-11-3-15,3-2-2 0,-2 1-7 16,3-5-3-16,-3-7-6 0,5-4-2 0,1-3-5 16,1-3-3-16,-2-3-6 0,0-1 1 15,0-3-7-15,0-3 5 0,2 2-6 0,0-2 2 16,-2-1-2-16,2-1-4 0,0-6 0 16,0 11-4-16,0-11-3 0,8 3 1 0,-8-3-1 15,12 2-4-15,-12-2-2 0,22-2 0 16,-3 0-1-16,3 1-4 0,16-2-4 15,5-1-8-15,5 0-7 0,13 0-7 16,5 4-9-16,13-5-13 0,7 1-9 0,2 2-2 16,3 0-2-16,25 1 5 0,4-2 4 15,3 3 9-15,1 0 4 0,5 3 3 0,-5-3 5 16,-3 5 3-16,0-3 2 0,-8 0 2 16,-20-2 3-16,2 0-1 0,23 3 6 15,-25-3 2-15,23-3 0 0,-2 3 2 0,5-2 0 16,-3-2-2-16,0 1 7 0,1-3-4 15,-4-1-1-15,6 0 2 0,1 1 2 0,0-2 1 16,-2 2-3-16,4 0 3 16,0-2-2-16,-2 3-1 0,-3 1 2 0,-5-2-1 15,-20 4-9-15,19 0-1 0,-19 2-10 16,-1 4-4-16,1-2-1 0,19 4 3 0,0-1 2 16,-1 2-1-16,-1 2 5 0,-22-3 2 15,-4-1 0-15,3-2 3 0,-5-1 0 0,-1-1 4 16,-8-1-4-16,-2 0 6 0,2-5 3 15,-10 4-4-15,-11-2 5 0,-5 3 4 0,-4-4 2 16,0-2 1-16,-7 6 2 0,6-3 3 16,2 3-1-16,-2 1 4 0,1 3 4 0,0-2 0 15,0 2-2-15,-2-4 1 0,-8 2-3 16,-3-2-1-16,-3 3-1 0,-4-2 5 16,1 1-9-16,-5 0 4 0,3-2-3 15,-1 1 1-15,-4-1 1 0,6 2 2 0,5-1-4 16,10 3 10-16,5 1 9 0,2 3-6 15,15 0-2-15,1 1 0 0,-3 0-3 0,-3 0-12 16,-7-3 0-16,-6-1-8 0,0-2 12 16,-13 0-3-16,-5-1 5 0,-4-1 23 15,-3 2 12-15,-5-3 11 0,0 0 4 0,-3 0-1 16,-8 0 6-16,17 3-3 0,-17-3-10 16,16 0-2-16,-16 0-3 0,11 0-9 0,-11 0 0 15,11 0-4-15,-11 0-7 0,0 0-7 16,14-3-5-16,-14 3-4 0,11-6-4 15,-8 3-3-15,3-2-7 0,2-4-2 16,-2 0-2-16,-1-5-3 0,3-4-2 0,2-9-2 16,-1-10-5-16,2-11-8 0,3-1-4 15,1-8-14-15,1-2-5 0,2-4-13 0,1-2-8 16,3 4 17-16,-6 3-1 0,-2 5 6 16,-5 16 0-16,2 3 9 0,-2 3 7 15,-4 7 10-15,-1 5 10 0,-2 4 5 0,0 1 14 16,-2 2 5-16,2 2-3 0,-2 1 3 15,1-2-2-15,-1 7-2 0,-1-6-1 16,1 4 4-16,-2 0-3 0,-2-3-4 16,0 1 7-16,1 4-4 0,-3-4 2 0,-2 2-1 0,-1-1 0 15,-1 0 9-15,-4-2 12 16,-4 1 10-16,-1-1 10 0,-12-4 5 0,1 1 8 16,-1-2 11-16,1 0 6 0,-1 2 4 15,2 1 1-15,5 0 8 0,7 3-15 0,-3 2 0 16,6-2-11-16,0 3-6 0,3 0-8 15,1 0-6-15,4 4-4 0,-1-2-8 16,7 3-1-16,-13-5-3 0,13 5-8 0,-16 0-4 16,16 0-16-16,-18 3-18 0,7 1-17 15,2-2-31-15,-3 3-24 0,1 0-65 0,-2 2-31 16,-3 1-55-16,-3 1-44 16,-1 1-61-16,-7 4-93 0,2-4-177 0,4-1 1 15,-10 1 61-15,-1-2-252 0,0 4-298 16</inkml:trace>
  <inkml:trace contextRef="#ctx0" brushRef="#br0" timeOffset="110379.36">27445 10910 2297 0,'0'0'78'0,"0"-9"36"0,0 9 21 0,-2-7 11 0,2 7-3 16,0 0-8-16,2-6-16 0,-2 6 2 0,0 0 34 15,-11 29 13-15,-1 2 0 0,-6 14-8 16,2 2-6-16,-1 3-13 0,3 3-12 0,1-2-11 16,0 1-9-16,2-2-11 15,1 4-11-15,7-14-9 0,-8 2-9 0,10-5-6 0,-3 1-19 16,2-5-34-16,-2-4-30 15,2-5-35-15,-1-4-36 0,1 0-58 0,-5-1-48 16,4-1-57-16,-1-3-69 0,-1-1-81 16,1-3-160-16,0 1 21 0,2-6-287 0,2 0-315 15</inkml:trace>
  <inkml:trace contextRef="#ctx0" brushRef="#br0" timeOffset="110744.87">28566 11033 2091 0,'2'-6'-110'15,"-1"0"7"-15,3-2 13 0,0 1 8 16,1 0 25-16,0 1 25 0,2-3 22 0,3 0 28 15,0 1 16-15,-1 3 19 0,4-4 10 16,-3 4 10-16,-1 1 10 0,1 3 26 0,-10 1 33 16,17 10 16-16,-11 9 19 15,-3 6 10-15,-3 15-2 0,-3 6-10 0,-3 10-9 16,1 5-18-16,-6 1-7 0,4-2-15 16,2-2-14-16,1-2-8 0,-2-9-14 0,6-4-9 15,-2-2-49-15,2-4-47 0,-2-6-41 16,2-8-42-16,2-5-37 0,-2 2-40 15,4-6-65-15,-2 1-73 0,2-5-136 0,1-3-45 16,1-2 56-16,1-1-124 0,3-4-63 16</inkml:trace>
  <inkml:trace contextRef="#ctx0" brushRef="#br0" timeOffset="111160.73">30595 10890 1537 0,'10'-18'-22'16,"-3"5"3"-16,1 3 3 0,2 0 8 0,-3 2-7 15,3 1 9-15,-1 1-1 16,1-2 1-16,0 3 1 0,-1 0-2 0,-2 1 10 16,1 1 14-16,0-1 9 0,-2 0 14 15,-6 4 7-15,13-5 17 0,-8 3 17 0,-5 2 23 16,0 0 21-16,0 0 16 0,20 11 14 16,-19 2 27-16,1 7 4 0,0 17 3 0,-6 5 3 15,1 15 2-15,-5 2-9 0,3 2-10 16,-5 0-18-16,0 0-14 0,5 1-13 0,-1-3-11 15,0-5-12-15,0-10-12 0,1 0-8 16,1-3-15-16,-1-5-30 0,-2 1-37 0,3-9-49 16,1-4-57-16,-3-1-57 0,1 0-63 15,-5-5-79-15,4 1-124 0,-2-5-149 16,3-1 57-16,-1-1-216 0,3-4-224 16</inkml:trace>
  <inkml:trace contextRef="#ctx0" brushRef="#br0" timeOffset="112395.43">26531 11286 2236 0,'7'-9'112'0,"-2"4"-6"0,2 0-11 0,-3 2 0 0,-4 3 10 0,0 0 4 16,0 0 10-16,0 0-4 0,0 0-13 0,-16 23-7 16,9-9 1-16,-3 0-16 15,2 1-9-15,-1 5-10 0,1-3-2 0,-4 1-10 0,5 0-3 16,0-2-34-16,-1 0-34 15,3-3-37-15,-4 2-39 0,6-6-36 0,-1 2-42 16,-2-2-39-16,5-4-31 0,1-5-58 16,-2 3-109-16,2-3-34 0,0 0-114 0,0 0-63 15</inkml:trace>
  <inkml:trace contextRef="#ctx0" brushRef="#br0" timeOffset="112527.71">26536 11253 1565 0,'0'0'18'0,"0"0"23"16,0 0 25-16,16 15 21 0,-11-6 16 0,5 6 16 15,2-3 4-15,4 11 4 0,5 1-7 16,4-2-9-16,10 8-10 0,2-1-10 16,1-2-17-16,3-3-43 0,1 0-56 15,-10-5-73-15,-2-6-102 0,5 1-136 0,-3-3-109 16,-7-4-124-16,-4-5-71 0</inkml:trace>
  <inkml:trace contextRef="#ctx0" brushRef="#br0" timeOffset="112778.34">28191 10997 1761 0,'0'0'95'0,"0"0"-7"0,-29 26 7 0,6-5 5 16,0-1 6-16,-2 3 0 0,1 0-5 15,-3 0-8-15,2 3-10 0,0-3-5 0,0 2-12 16,0-1-9-16,3 0-15 0,-1 0-25 16,0-2-41-16,5-2-43 0,0-4-55 0,7-3-54 15,-1-5-51-15,3-2-46 16,-1-2-407-16,6-1-175 0</inkml:trace>
  <inkml:trace contextRef="#ctx0" brushRef="#br0" timeOffset="112944.64">27854 11194 1817 0,'5'-9'-22'0,"-1"2"3"15,-1 3 1-15,5 2 23 0,-8 2 26 0,0 0 8 16,21 10 7-16,-8 0-5 0,6-1-4 16,8 9-3-16,4 1-4 0,1 0-1 15,-2-1-6-15,5 0-4 0,3 6-9 0,0 1-8 16,4 0 7-16,1-2-15 0,4 1-63 16,-2-3-110-16,-1-2-215 0,-4-8-105 0,1 2-3 15</inkml:trace>
  <inkml:trace contextRef="#ctx0" brushRef="#br0" timeOffset="113195.21">30244 11180 1591 0,'7'-9'228'0,"-7"1"-2"15,0 0-23-15,0 8-29 0,0 0-7 0,-14-8-17 16,14 8-3-16,0 0-9 0,-34 10-7 16,14-2-12-16,2 3-13 0,-7 3-7 0,-2 1-15 15,2 2-1-15,0-1-18 16,1-1-32-16,-1 1-41 0,-1 2-42 0,-1 1-50 16,0-3-58-16,-4-1-75 0,1-2-71 15,5-7-133-15,3-2-58 0,-1 0-172 0,3-1-161 16</inkml:trace>
  <inkml:trace contextRef="#ctx0" brushRef="#br0" timeOffset="113360.54">29732 11246 1878 0,'15'-2'37'0,"0"1"26"0,1 2 25 0,-1 1 37 16,4 0 16-16,4 3 4 0,0 2-8 16,10 1-12-16,3 5-19 0,1-1-4 0,1-1-12 15,7 2-12-15,-6-5-42 16,1 4-55-16,3-2-75 0,-7-1-96 0,0-1-115 15,4 3-101-15,7 4-53 0,7-1-112 16,3 0-72-16</inkml:trace>
  <inkml:trace contextRef="#ctx0" brushRef="#br0" timeOffset="113760.58">32139 11051 1899 0,'-23'-9'212'0,"0"6"-22"15,0 1-16-15,1 2 7 0,-5 2-5 16,-9 5 7-16,-1 3-4 0,3 2-11 0,0 1-11 16,1 2-9-16,3-1-11 0,-1-2-21 15,4 2-12-15,1 1-9 0,-1-1-21 16,5-3-31-16,-3 5-32 0,2-5-34 0,1-3-35 15,4 3-29-15,-5-2-33 0,2-2-31 16,-1-2-30-16,2-4-28 0,2-1-30 0,4-4-19 16,3 2 13-16,0-7 18 15,6 1 24-15,3-4 35 0,2-3 41 0,4 1 65 16,-1-2 45-16,8 3 38 0,0-2 27 16,2 4 22-16,2 2 20 0,0 5 14 0,5 2 10 15,-1 6 9-15,11 7-3 0,3 3-11 16,10 12-9-16,2 3-8 0,3 3-14 0,4 0-10 15,2 3-33-15,-3 1-35 0,-1-4-36 16,-2 0-46-16,-11-3-48 0,-4-9-69 16,-8-1-96-16,-9-6-154 0,-4-1-182 0,-2-4-127 15</inkml:trace>
  <inkml:trace contextRef="#ctx0" brushRef="#br0" timeOffset="117781.28">8407 6868 511 0,'0'0'100'0,"6"-5"29"0,-6 5-19 0,5-2-7 0,-5 2-11 0,0 0-13 0,4-6-16 16,-4 6-7-16,0 0 3 0,0 0 18 0,0 0 13 16,0 0 6-16,-20 17 5 0,6-9-2 15,-3 4 1-15,-8 5-5 0,-5 1-3 16,1 1-2-16,-3 0-7 0,3 1-8 0,1-1-4 15,-1 2-8-15,2-3-7 0,4 1-5 16,1-2-5-16,4-3-5 0,4-1-5 0,0-2-8 16,5 0-27-16,-2-1-32 0,0-2-42 15,4 1-47-15,1-1-59 0,-4-2-61 0,8-1-120 16,2-5-215-16,-7 4-76 16</inkml:trace>
  <inkml:trace contextRef="#ctx0" brushRef="#br0" timeOffset="118010.27">7988 7018 1568 0,'0'0'-4'15,"0"0"8"-15,0 0-5 0,0 0 9 16,0 0 13-16,0 0 14 0,0 0 18 0,27 5 8 16,-11 3 2-16,4-2 1 0,3 0-4 15,11 7-8-15,-2 1-5 0,4 1-3 16,-5-3-5-16,1-1-1 0,-1 3-7 15,-8-4-27-15,-4-1-22 0,-2 2-29 0,-1-2-29 16,-5-3-47-16,1 1-66 0,-5-3-138 16,0 2-152-16,-3-2 15 0</inkml:trace>
  <inkml:trace contextRef="#ctx0" brushRef="#br0" timeOffset="118444.28">9377 6904 1388 0,'4'-2'38'0,"-4"2"1"0,0 0-4 0,0 0-4 0,0 0-1 16,0 0 12-16,-36 7 16 0,19 3 4 0,-14 2 2 16,2 1 1-16,3 3 1 0,-2 1-7 15,1 0-5-15,2 0-4 0,-2 0-6 0,2 2-4 16,2-2-5-16,1 2-13 0,5-5-21 16,2-3-31-16,1 1-42 0,1 0-54 0,1-5-64 15,1 3-112-15,2-6-210 0,0 2-15 16</inkml:trace>
  <inkml:trace contextRef="#ctx0" brushRef="#br0" timeOffset="118628.73">8965 6973 1357 0,'0'0'-33'0,"0"0"33"16,0 0 16-16,0 0 18 0,0 0 8 15,0 0-1-15,0 0 6 0,18 24 12 16,-9-12-4-16,3 2 0 0,3 1-6 0,8 3-6 15,2-2 1-15,2 0-9 0,-7-4-12 16,0 0-26-16,-6-4-30 0,2 0-57 0,-5-2-59 16,3 1-129-16,-5-2-169 0,-1-2 44 15</inkml:trace>
  <inkml:trace contextRef="#ctx0" brushRef="#br0" timeOffset="119777.02">10667 6898 1311 0,'9'-8'31'0,"-8"0"12"0,3 4 3 0,-2-2 3 0,-2 6-4 0,4-7 4 16,-4 7-4-16,0 0 2 0,0-6-7 0,0 6-1 16,0 0-2-16,0 0 2 0,0 0 12 15,0 0 5-15,0 0 12 0,-22 11 10 16,11-1 5-16,-12 10 5 0,0 4 4 16,-9 6-3-16,-4 8-4 0,-6 2-3 15,1 0-5-15,-15 14-6 0,1 1-4 0,-3 2-10 16,1-3-5-16,2 4-3 0,-1-1-3 15,0-3-9-15,10-13 3 0,2 2-8 0,0-3 1 16,1-2-6-16,-4 3-2 0,2-2-1 16,-3 0-6-16,-2-2 4 0,1 1-1 0,-3-2-6 15,-10 13 0-15,10-12 0 16,1-2-6-16,-1 0 4 0,4-2 1 0,3 0-6 16,3-4 2-16,5-2-2 0,9-7-2 0,2 1 2 15,-1-3-3-15,6 0-1 16,3-3 0-16,-4 5 7 0,3-6-8 0,-2 5-2 15,-2 2 6-15,4 0-2 0,-4-1-1 16,-2 3-6-16,1 2 0 0,-3-1 8 0,-3 7 4 16,-3-2-9-16,-2 0 4 0,9-4-3 15,0-2-3-15,-5 0-1 0,4-1 4 0,2-1-2 16,-1-2 2-16,1 1 3 0,2-1 1 16,0 0-6-16,0 1 2 0,0-1 3 0,1 0-1 15,-5 1 4-15,2 1 0 0,-3 0-4 16,-8 4 10-16,-5 1-8 0,5-1-2 15,5-4 4-15,1 0 6 0,1 1 2 16,2 1 1-16,3-3 2 0,-2-1-5 16,3 0 5-16,3-7 1 0,5 1-1 0,0-1-8 15,4-3 14-15,-5 3 2 0,5-2-6 16,2-1 6-16,-3-1 8 0,2 2-5 0,3-2 1 16,0-2 6-16,-2 1-7 0,2-1 4 15,-1 1-9-15,1-2-2 0,1 2 7 0,-2-3 3 16,3 4-2-16,-3-2-2 0,0 0 2 15,2 1-2-15,-1-3 5 0,0 2 6 16,-2-4 1-16,2 4 2 0,7-6 5 0,-13 9-3 16,7-4 6-16,-4-2-6 0,10-3 2 15,-9 6-1-15,9-6-2 0,-11 5 1 16,11-5-4-16,-8 5 0 0,8-5-2 16,-10 3-8-16,10-3-1 0,-11 4-5 0,11-4-1 15,0 0-3-15,-10 5-10 0,10-5 4 16,0 0 3-16,-9 3-4 0,9-3-1 0,0 0-1 15,0 0-1-15,0 0 0 0,0 0-21 16,0 0-31-16,0 0-53 0,-6 2-84 0,6-2-71 16,0 0-83-16,0 0-102 0,0 0-187 15,0 0 54-15,0 0-313 0,0 0-364 16</inkml:trace>
  <inkml:trace contextRef="#ctx0" brushRef="#br0" timeOffset="123228">7068 9297 2173 0,'0'0'-154'0,"-20"0"16"0,9 0 20 0,11 0 6 0,-19 1 20 0,12-1 17 0,7 0 24 16,0 0 22-16,-18 0-1 0,18 0 4 16,0 0 8-16,0 0 0 0,0 0 10 15,57 2 3-15,-10-2 6 0,15-2-9 0,10 2 5 16,9 2-2-16,8-2 10 0,7 0-5 16,24 2-11-16,3 0-3 0,1-1 1 15,-4 1-11-15,-3-2-2 0,-28 0 3 0,1 0-2 16,-4 0 8-16,-5-2 0 0,-4-1 13 15,-7-1 8-15,-3-1 3 0,-18 4 11 0,1-3 13 16,-3-1 5-16,0 1 11 0,-2-2 1 16,1 1 6-16,-1-2-1 0,9-2-6 15,-9 1-4-15,-2 4-3 0,-5-3-6 16,-10 4-1-16,-6 0-2 0,-6-1 1 0,0 2 1 16,-7 0-4-16,-2 1 5 0,-7 1-14 15,0 0 0-15,0 0-16 0,0 0-38 16,0 0-51-16,0 0-60 0,0 0-132 0,-43 7-156 15,27-5 58-15</inkml:trace>
  <inkml:trace contextRef="#ctx0" brushRef="#br0" timeOffset="124509.03">6820 9317 1184 0,'4'-3'-18'0,"-4"3"24"0,7-7 9 0,-1 4 22 0,-6 3 17 0,7-7 4 0,-4 3-2 15,-3 4-11-15,0 0-2 0,0 0 16 0,0 0 21 16,15 14 25-16,-13 1 11 0,1 6 10 15,-1 13 12-15,2 3 0 0,1 6-3 0,-5-2-8 16,0 3 6-16,0-3-6 0,-5 2-4 16,3-1-8-16,-2-1 2 0,-1-1 3 0,1-3-10 15,0 0-4-15,-3-1-2 0,1-9-8 16,2-3-8-16,-2-5-7 0,1-1-10 16,-1 0-4-16,3-2 2 0,-2-3-9 0,1 0-5 15,2-4-12-15,-1 1 4 0,1-2-15 16,-2-2 5-16,2 2-4 0,2-8-1 15,-2 9-4-15,2-9-7 0,-1 10 1 16,1-10 2-16,-2 8-5 0,2-8-5 0,0 0 1 16,5 9 0-16,-5-9 0 0,13 2-8 15,-1 1-15-15,9-2-17 0,5-2-7 0,21 1-16 16,14-7-3-16,5 6-3 0,8-1-9 16,8-2 3-16,11 3 4 0,29 1 8 0,6 0 11 15,10 1-2-15,0 1 8 0,4 0 5 16,-3 1 0-16,0 1 3 0,0-4 10 15,-6 0-6-15,-3 4-1 0,0-2 4 16,-6 0 5-16,-10 0-1 0,-26 0 6 0,-7-2-4 16,-6 0 4-16,-7 0-1 0,-20-2 1 15,-4 2 6-15,-12 0-6 0,-9-2-3 16,-1 4 11-16,-8-4-6 0,1 0 3 0,-3 4-2 16,-3-4 3-16,-9 2 0 0,22 0 0 15,-22 0-5-15,12 2-1 0,-12-2 5 0,14 0-3 16,-14 0 1-16,0 0 4 0,15-2 0 15,-15 2-2-15,0 0 7 0,12 0 1 0,-12 0-6 16,0 0 7-16,0 0 5 0,0 0 10 16,15-2 4-16,-15 2-3 0,0 0-5 15,7-8 6-15,-2 3-9 0,-1-3 0 0,-3-1-1 16,-1-3-3-16,4-4-1 16,-2-2-5-16,-2-7-6 0,0-2-6 0,-2-13-4 15,0-1 0-15,0-5-4 0,1-9-3 16,-6 1 3-16,3 13 6 0,-1-3-3 0,-1 5 2 15,3 3-2-15,-1 2 9 0,-3 6 6 16,6 8 8-16,-3 1 5 0,0 3-6 0,2 1 3 16,1 3-5-16,-1 0 6 0,0 3-2 15,0 2-1-15,0 0-1 0,2 1-2 0,-2-2-4 16,2 3-2-16,0 5 5 0,-1-12-5 16,1 12 2-16,0-6 0 0,0 6-2 15,0-7 6-15,0 7-5 0,-2-7 7 0,2 7-2 16,0 0 0-16,-2-9-5 15,2 9-2-15,0 0-2 0,-2-8 2 0,2 8-7 16,0 0 11-16,-3-5-1 0,3 5 4 16,0 0-10-16,0-7 3 0,0 7-1 0,0 0 3 15,-2-9-6-15,2 9 2 0,-3-5 1 16,3 5 6-16,-13-7 1 0,1 4-3 0,-5-2 2 16,-8 0-8-16,-11 1 2 0,-4-2-2 15,-2 0 0-15,-2 3 3 0,0-1 0 0,4 1 1 16,4 3-3-16,10-3-5 0,-3 3-25 15,8 3-43-15,0-1-56 0,0 3-73 16,0 2-115-16,8-2-237 0,3 0 10 16,0 0 73-16,5 0-145 0,-1 0-115 15</inkml:trace>
  <inkml:trace contextRef="#ctx0" brushRef="#br0" timeOffset="125842.2">7443 9631 1860 0,'-4'-4'64'0,"1"-2"3"0,1 0-6 0,0-2-6 0,4-1-8 15,1-1 0-15,3 0-3 0,4 0-2 16,3-2-4-16,5 0-4 0,0 3-4 15,3 1-1-15,2 0-8 0,-4 4 2 0,2 4 1 16,0 0 1-16,-2 3-4 0,0 6 6 16,-2 1 6-16,-3 3 18 0,-3 3 9 0,-4 3 12 15,0-2 16-15,-5 2 21 16,-6 3 3-16,2 0 7 0,-5 2-4 0,0-2-2 16,-2 7-9-16,2-6-9 0,0-2 0 15,3-4-7-15,2 0-17 0,1-2-3 0,2-2-7 16,3 0-5-16,6 1-4 0,3-1-1 15,5-1-7-15,2-3-2 0,1-1-6 0,3 1-17 16,-8-6-3-16,4 1-3 0,-8-2 2 16,2-4-6-16,-3 0 0 0,-5-1 8 15,-6 3 12-15,2-12 3 0,-10 2 8 0,-8-4 11 16,-13-5 13-16,-13-5 9 0,-5 0 1 16,-2 4 8-16,2-4-6 0,-3 5 3 15,2-1-3-15,1 2 4 0,13 3-4 0,2 2-3 16,3 1 3-16,8 2-4 0,3 3-1 15</inkml:trace>
  <inkml:trace contextRef="#ctx0" brushRef="#br0" timeOffset="127691.95">8106 9472 734 0,'2'-5'121'0,"0"-1"1"0,-2-2-2 0,4-2 1 0,-3 5-5 0,1-5-5 0,3-2-8 0,1 2 0 15,-5-2-2-15,5 0 0 0,-1 0 1 0,-1 0 1 16,2 2 0-16,-2 1 6 15,2-1 4-15,-2 2-4 0,-3 1-8 0,1 1-16 16,-2 6-4-16,8-4-18 0,-8 4 5 16,0 0-2-16,0 0 1 0,12 20-3 0,-9-5 0 15,1 2 7-15,5 12-8 0,1 2 9 16,-2 2 4-16,1 2 0 0,0 0 0 16,0 2 4-16,0 0 4 0,-2-3-1 0,-1-5-8 15,2 4 0-15,-4-6 0 0,-1-3 1 16,-1-1-5-16,2-2-6 0,0-4-5 0,-2 0 0 15,-1-3-8-15,1-4-6 0,-2 0-1 16,0-1-9-16,3-1 2 0,-1 1-3 0,0-2-5 16,-2-7-5-16,2 12 3 0,-2-7-6 15,0-5 2-15,0 8-4 0,0-8-8 16,0 0-27-16,1 11-26 0,-1-11-41 16,0 5-59-16,0-5-68 0,0 0-94 0,0 0-118 15,0 0-186-15,0 0 53 0,0 0-272 16,0 0-313-16</inkml:trace>
  <inkml:trace contextRef="#ctx0" brushRef="#br0" timeOffset="128041.9">8666 9614 2359 0,'-4'-12'12'0,"3"3"15"0,-3 2 8 0,2 2-2 0,2 5-1 0,-2-8-2 15,2 8-1-15,0 0 48 0,0 0 28 16,0 0 4-16,0 0 16 0,8 31 11 16,-7-16-2-16,3 2 14 0,4 3 3 0,-4 0-3 15,3 1-5-15,-1-2-11 0,2 3-12 16,-2-3-13-16,-1 1-8 0,3 1-14 15,2-4-4-15,-4-2-12 0,-3-1-6 16,1-1-9-16,1 1-8 0,-1-4-45 0,0 1-46 16,1-1-52-16,-4-2-63 0,1-1-55 15,2 0-75-15,0 0-86 0,-1-3-224 0,3-3 52 16,-6-1 68-16,0 0-159 0,27-3-137 16</inkml:trace>
  <inkml:trace contextRef="#ctx0" brushRef="#br0" timeOffset="132442.57">9086 9604 835 0,'0'0'93'0,"1"-6"13"0,-1 6 3 0,0 0-10 0,0 0-7 0,0 0 5 16,0-8-7-16,0 8 4 0,0 0 4 0,0 0 0 15,0 0 3-15,0-7 2 0,0 7 0 16,0 0 0-16,0 0 3 0,0 0-1 16,0 0 2-16,0 0-6 0,0 0-2 15,0 0-8-15,0 0-4 0,-7-7-8 16,7 7-2-16,0 0-11 0,-17 12 2 0,5-5 4 16,3 4-2-16,0-2-9 0,-3 5-9 15,1 1 4-15,1 1-11 0,-1 1-1 0,1 0-2 16,5-2-4-16,-2 0-1 0,5-3 3 15,1 1 7-15,1 1 2 0,0-2-6 0,1-1 11 16,3 1-4-16,3-2 2 0,-2-3-6 16,4 1-9-16,1-3 7 0,3 2-8 15,0-3-8-15,1-1-4 0,1-3 0 16,1 0 0-16,-1 0-12 0,-2-2-2 0,4-1 6 16,-3-1 0-16,-3 1-2 0,1-2-4 15,-1-1 6-15,-2 2-6 0,0-3-3 16,-2-2-1-16,-1 2-1 0,-5-3-4 0,1 2 2 15,-2-5 3-15,0 3-7 0,-2-1 1 16,-1-1 0-16,-1 2 2 0,-3 1 0 0,0-1-1 16,-2 0 0-16,2 3-3 0,-6 1-31 15,1 2-23-15,1 0-47 0,-5 4-23 0,0 0-40 16,3 0-56-16,-2 4-83 0,1-2-186 16,2 3-57-16,1 1 60 0,2 0-165 15,4 0-149-15</inkml:trace>
  <inkml:trace contextRef="#ctx0" brushRef="#br0" timeOffset="134772.91">6889 10119 1773 0,'0'0'-26'0,"7"-1"24"0,-7 1 22 0,0 0 12 16,4-5 19-16,-4 5 1 0,0 0 8 15,0 0 0-15,0 0 2 0,-38-3-3 16,17 4 5-16,-8-1 3 0,-11 2-5 0,-3 0-4 15,-3-2 0-15,-1-2 1 0,-5 0 5 16,2 2 4-16,1-1-5 0,-3-1-8 0,4-2-4 16,1 1-3-16,1-2-5 0,2 1-8 15,2-2-3-15,4 2-4 0,8-1-2 0,1 3-5 16,7-1-1-16,2 0-3 0,1-1-1 16,6 2-2-16,-1 0 1 0,1 2-6 15,13 0-2-15,-21 4 0 0,10 0-1 0,-3 6-1 16,3 1 1-16,-2 7 2 0,-3 9-2 15,2 2 3-15,-4 4-3 0,0 9 0 16,0 0 0-16,0 1 0 0,5-7 0 16,1 0 6-16,1-2 11 0,2-2-7 0,-1-1 4 15,4-5-5-15,1-6 1 0,1 1 0 16,2-3-2-16,0-2 0 0,1-3-2 0,-1-1 4 16,2-3-4-16,0 1-2 0,0-2 2 15,5 1 1-15,3-3-7 0,4 1 1 0,2-1-2 16,6 1 1-16,4-2 0 0,3-2-2 15,13 2 2-15,0 2 0 0,5 0 0 0,13 0-4 16,3 3 2-16,1-2-3 0,6 1 4 16,6 0 2-16,4 0-1 0,4 0-3 15,0-2-15-15,6 0-8 0,18 3-11 16,-17-6-5-16,1-1 9 0,23 1 3 16,-22-4 0-16,26 1-1 0,-1-1 12 0,-23 0-5 15,-1-1 5-15,-1 1 1 0,3-2 2 16,-5 0 1-16,-1-1 1 0,-2-1 5 0,-5 4-8 15,-2-4 5-15,-5 2-3 0,0-2 7 16,-5 2-3-16,-1 1 2 0,1-1-1 0,-4 0-2 16,3 2 3-16,-3-1 2 0,0 1-1 15,-1 0 2-15,6 0-4 0,0 1 3 0,4-1 0 16,3 2-1-16,-4 0 1 16,2-1-13-16,-1 1-11 0,-1 0-1 0,-1-2 10 15,-2 0-5-15,2 2 1 0,-8-2 2 16,-10-2 4-16,-3 0 1 0,-3 2-1 15,-7-2 7-15,-7 1-3 0,-7-1 0 0,-5 0 1 16,-3 1 4-16,-1-3 1 0,-4 4-2 16,-1-2 1-16,0 1 1 0,-1 0 3 0,-1-2-4 15,1 1 0-15,1 1 3 0,-2 1-2 16,-1-1 6-16,3-1-6 0,-1 2 1 0,1-2 2 16,0 2-3-16,-1-2 3 0,-1 2 0 15,-11 0 0-15,23-2-1 0,-13 1 1 0,-3-1 2 16,-7 2 1-16,19-2 1 15,-9 1-3-15,-2-1 6 0,-1-2 4 0,-7 4 0 0,17-3 2 16,-7 1 2-16,-2 0-3 16,-8 2 2-16,15-5 3 0,-7 4 7 0,-3-3-3 15,3-1-1-15,-5 2 0 0,6-4 2 16,-6-2-5-16,1-1 2 0,0-5-4 16,-2-4 0-16,-2-6-4 0,-2 0 0 0,-2-15-1 15,-2 2 0-15,0-2-5 0,2 0 4 16,-3 4 0-16,0 2 12 0,-1 3 13 0,-2 2 10 15,3 6 2-15,-1 5 2 0,3 0 1 16,-4 5 0-16,0 1 10 0,0-3-9 0,-3 4 6 16,-1 1 5-16,-5-2-3 15,0 2 6-15,-2 1 9 0,-10-3 6 0,-2 2 4 16,-3-1 1-16,-2 1 4 0,-6 2 6 16,3-1-3-16,1 2-5 0,2 0-8 0,4 4-7 15,9 0-10-15,-1-1-4 0,4 3-5 16,2-1-10-16,0 0-2 0,5 2-1 0,1 2-8 15,13-2-36-15,-26 2-38 0,15-1-43 16,-1 3-47-16,1-1-50 0,-3 4-44 16,4-2-58-16,-1 0-75 0,-3 4-163 0,3-3-46 15,0 3 75-15,-3 0-205 0,-2-1-194 16</inkml:trace>
  <inkml:trace contextRef="#ctx0" brushRef="#br0" timeOffset="135459.34">7228 10151 1959 0,'2'-11'-17'0,"-1"6"22"0,-1 5 16 0,2-10 15 0,0 3 8 0,0 2 16 0,3-2 8 16,-5 7 0-16,1-8-8 0,-1 8-8 15,2-8-4-15,-2 8-5 0,0 0 23 0,0 0 27 16,2 25 8-16,-4-7 7 16,0 5 0-16,-2 13-3 0,0-1 0 0,0 6-10 0,-3 5-2 15,1 7-10-15,5-7-12 16,-3-2 1-16,-3 1-6 0,6 0-6 0,-3-6-13 15,2-1-7-15,0-2 6 0,-2-7-16 16,4-7 0-16,-1-3 4 0,-1-2 2 16,0-3-14-16,2-2 5 0,-2 0-6 0,0-1 0 15,2-3 1-15,0 0-1 0,0-2 0 16,0-6-31-16,-2 8-26 0,2-8-44 0,0 0-49 16,0 0-61-16,0 0-97 0,0 0-152 15,0 0-102-15,0 0 59 0,0 0-163 0,6-22-143 16</inkml:trace>
  <inkml:trace contextRef="#ctx0" brushRef="#br0" timeOffset="136090.2">8577 10086 1638 0,'0'0'-73'0,"0"0"22"0,-2-7 12 16,2 7 20-16,0 0 16 0,0 0 18 0,0 0 27 0,0 0 14 0,0 0 11 15,0 0 19-15,0 0 16 0,0 0 14 0,-10 25 10 16,10-12 8-16,0 3 6 0,-1 5 1 16,1 3 1-16,0 5 11 0,1 11 0 15,1 2 1-15,0 3-10 0,0 2-13 0,4 7-12 16,-4-9-11-16,2-1-12 15,3 0-2-15,-5-1-7 0,4-1-16 0,-3-3-3 16,1-4-9-16,-1-6-4 0,1-7-1 16,-4-3-2-16,1-2-1 0,-1-4 2 0,0 2-3 15,2-4-1-15,-2 0-9 0,2-3 0 16,-2 0-5-16,2 0-3 0,-2-8 1 0,0 11 0 16,0-11-12-16,0 8-43 0,0-8-61 15,0 0-73-15,0 0-78 0,0 0-92 0,0 0-136 16,0 0-123-16,0 0 69 0,0 0-257 15,11-21-261-15</inkml:trace>
  <inkml:trace contextRef="#ctx0" brushRef="#br0" timeOffset="136975.29">6722 10372 2045 0,'0'-3'0'0,"0"3"27"0,0 0 4 0,0 0 3 0,0 0 14 0,0 0 23 0,-27 0 11 15,11 8 9-15,-4 1 3 0,-3 4 0 0,-8 3-7 16,6-1-7-16,-2 2-8 0,0 3-4 16,-1-2-7-16,1 1-7 0,0-1-2 0,0 2-11 15,5-2-1-15,-3 0-4 0,6-5-12 16,4-1-30-16,-1 0-22 0,5-3-27 16,-1-1-16-16,5-1-6 0,1-2-5 15,3-3-25-15,3-2-27 0,0 0 2 0,0 0-2 16,0 0 5-16,7-25 23 0,0 11 8 15,2-5 11-15,-2-1 27 0,4 3 24 0,0-3 39 16,-2 3 21-16,-2-2 22 0,5 4 14 16,-4 3 10-16,-1 0 3 0,2 2-7 15,-1 3-3-15,0 0 9 0,1 2 6 0,3 3 1 16,-3 2 2-16,-9 0-5 0,35 5-7 16,-16 0-9-16,11 6 0 0,3 0-8 0,-1 3-8 15,4 4-40-15,4 3-52 0,2-2-76 16,-7-1-108-16,-3-3-216 0,4 1-4 15,0-3-115-15,0-1-68 0</inkml:trace>
  <inkml:trace contextRef="#ctx0" brushRef="#br0" timeOffset="137390.17">8011 10374 1733 0,'0'0'52'0,"0"0"4"0,0 0 6 0,0 0 11 0,-19 15 13 0,6-6 8 16,-3 3 5-16,-1-1-9 0,-4 7-1 0,-2 0-7 16,-1 0-8-16,1 2-8 0,-2-3-5 15,-2 4-7-15,0-3-5 0,2-1-4 16,5-3-29-16,4-3-19 0,4-3-15 0,-1 0-10 15,2-3-13-15,2 0-27 0,-1-3-19 16,1-2-12-16,9 0 0 0,-21-7 6 0,8-2 1 16,-3-3 9-16,5-1 16 0,-9-11 5 15,7 1 8-15,2 0 18 0,5 6 24 0,0 2 21 16,3-1 12-16,-1 5 17 16,2 0-3-16,2 1-6 0,2 3 6 0,0 2 20 15,5 2 8-15,3 1 9 0,-10 2 3 16,26 2 0-16,-3 4 0 0,8 3-8 0,3 3-5 15,5 2-5-15,2 5-7 0,6 1-5 16,-6 3-13-16,3-2-32 0,-6 0-35 16,-3-1-48-16,-5-3-68 0,1 1-93 0,-3-5-185 15,-1 3-215-15,-5-7-140 0</inkml:trace>
  <inkml:trace contextRef="#ctx0" brushRef="#br0" timeOffset="137824.2">9214 10451 1738 0,'-18'0'32'0,"18"0"15"0,-11 5 4 0,1 1 12 0,1 3 17 0,-4 1 19 0,-1 2 19 0,1 0 13 0,-3 2-5 0,0-2-3 16,0 2 2-16,-7 3-9 15,6-1-13-15,-8-1-10 0,6-3-8 0,2-2-9 16,0 1-13-16,2-5-7 0,1 0 3 16,1-1-4-16,1-4-11 0,3-1-24 0,9 0-21 15,-19-6-13-15,9-4-10 0,1-1-6 16,2-5 0-16,2 1-2 0,3-3 7 15,0 1 3-15,2 2 14 0,0 1 16 0,2 2 12 16,-2 2-4-16,2 2 10 0,1 1 9 16,3 3 18-16,-6 4 16 0,18 2 12 0,3 4 2 15,12 7-11-15,11 4 3 16,9 6-10-16,4-1-8 0,6 2-21 0,-2-3-42 0,-2 2-51 16,-4-2-53-16,-3-2-66 15,-16-4-97-15,-2-1-158 0,-3 0-103 0,-14-4 54 16,-4-2-182-16,-6-1-158 0</inkml:trace>
  <inkml:trace contextRef="#ctx0" brushRef="#br0" timeOffset="155202.9">2176 2510 2866 0,'0'0'293'0,"0"0"-38"0,-4-9 9 0,4 9-12 0,-4-8 2 0,4 8-8 0,-2-7-17 15,2 7-13-15,0 0-23 0,-4-7-14 16,4 7-10-16,0 0-15 0,0 0-24 16,-5-7-13-16,5 7-12 0,0 0-7 0,0 0-16 15,-11 21-1-15,4-8-5 0,2 11 0 16,-5 5-3-16,3 6 5 0,-3 0-5 0,2 0-3 15,-1 2-13-15,2-3-2 0,-2 2-4 16,2-2-14-16,0-1 11 0,1 0-2 16,2-10-20-16,-2-3 5 0,2-3-4 15,2-2-3-15,-1 2-4 0,1-5-29 16,0-2-21-16,0 0-27 0,0-1-27 0,1-1-29 16,1-8-40-16,-4 9-84 0,4-9-105 15,-9 2-122-15,9-2-141 0,0 0-160 0,-7-17 66 16,5 6-489-16,2-1-653 0</inkml:trace>
  <inkml:trace contextRef="#ctx0" brushRef="#br0" timeOffset="155536.26">1979 2479 3354 0,'-13'2'37'0,"-6"-1"35"0,6 1 23 0,-3 0 32 16,5 1 34-16,-1 1 22 0,12-4 10 15,-18 3-5-15,10-1-14 0,8-2-8 16,0 0-15-16,-14 3-11 0,14-3-10 0,0 0-12 16,0 0-9-16,0 0-9 0,29-19-14 15,2 6-8-15,3-1-14 0,12-6-11 0,1-1-30 16,-1 2-30-16,1-1-30 0,-2 1-20 15,-13 7-16-15,-9 2-25 16,-4 3-6-16,-4 1-25 0,-5 2-9 0,-3-2-22 16,1 2-26-16,-8 4-42 0,11-2-45 15,-11 2-67-15,0 0-94 0,0 0-179 0,0 14 45 16,0-14-234-16,-11 21-289 0</inkml:trace>
  <inkml:trace contextRef="#ctx0" brushRef="#br0" timeOffset="155853.34">1686 3221 2506 0,'-15'10'175'0,"4"-2"32"0,2-3 27 15,4-1 31-15,5-4 27 0,-6 8 10 0,6-8 0 16,0 0-12-16,0 0-26 0,0 0-29 15,0 0-25-15,0 0-21 0,40-12-15 0,-11-1-22 16,1-1-15-16,4-3-15 0,0 2-12 16,0-1-18-16,-2 2 1 0,-5 1-18 15,-5 3-9-15,-3 2-7 0,-6 2-1 0,-1 1-5 16,-1 2-12-16,-3-2-10 0,2 1-12 16,-10 4-28-16,15-6-36 0,-10 2-47 0,4 1-55 15,-2-4-60-15,0 5-71 16,3-5-76-16,2 2-101 0,-3 0-147 0,0 0-126 15,3 0 66-15,-3 1-418 0,-1-1-550 16</inkml:trace>
  <inkml:trace contextRef="#ctx0" brushRef="#br0" timeOffset="156369.37">2435 2757 3024 0,'0'0'42'16,"-8"-5"24"-16,8 5 13 0,0 0 31 0,-7-5-4 15,7 5-24-15,0 0 4 0,0 0 54 16,0 0 12-16,0 0 0 0,0 0-7 0,4 24 2 16,-2-14-4-16,-1 0-7 0,1 0-8 15,0 2 7-15,0-1-7 0,-2 1-9 16,0-1-6-16,0-2-1 0,-2 2-7 0,2-3-4 15,0 2 0-15,0-3-7 0,0-7-5 16,-2 14 2-16,0-7 5 0,2-7 16 0,0 10 17 16,0-10 12-16,0 0 11 0,0 0-14 15,0 0-10-15,0 0-14 0,0 0-14 16,0 0-11-16,2-43-11 0,0 22-11 16,4 0-4-16,-3 0-13 0,6 0-6 15,-4 6-3-15,1 0-9 0,1 1-11 0,1 2-22 16,0 2-15-16,3 1-13 0,1 6-18 15,1 1-6-15,0 4 6 0,2 1 0 16,0 4 6-16,3 3 10 0,-1 2-5 0,-4 4 6 16,0-1 2-16,1 2 3 0,-3 0 5 15,1 0 11-15,-3 2 18 0,1-1 0 0,-5-3 6 16,2 1 6-16,-2-3-11 0,-1 3 6 16,1-6-8-16,-3 1-2 0,2-3-32 15,0 0-42-15,-3-2-55 0,-1-6-59 0,7 9-56 16,-7-9-89-16,0 0-105 15,13-1-131-15,-13 1-178 0,14-14 12 0,-5 4 94 16,2 0-416-16,3-5-525 0</inkml:trace>
  <inkml:trace contextRef="#ctx0" brushRef="#br0" timeOffset="156903.56">3290 2555 2733 0,'0'-6'-29'0,"0"6"40"0,0 0 29 0,-5-11 15 0,5 11 13 16,-2-8 18-16,2 8-4 0,-2-8 31 0,2 8-28 15,-2-9 4-15,2 9 17 0,-4-8-17 16,4 8 5-16,-3-10 6 0,3 10 14 15,-4-11-1-15,2 4 1 0,2 7 2 0,-10-10-7 16,6 5 2-16,-3 0-19 16,7 5-3-16,-16-5-18 0,7 3-6 0,0 0-7 15,-7 4-2-15,1 0-8 0,-4 1-4 16,-1 4-5-16,0 1-5 0,-1 3-4 0,1-3-3 16,4 4-1-16,-2-3-2 0,7-1-8 15,4 0-2-15,1-2-1 0,-2 1-4 16,4-2 0-16,2 2 2 0,4 1 1 0,2 0-3 15,3-2 2-15,0 3 3 0,4-1-9 16,8 3 5-16,-4 1-5 0,5 0 0 16,-4-2 3-16,0 1-1 0,0-1-3 0,-2 2 5 15,-3-3 9-15,1 1 16 0,-4 0 17 16,-1-1 20-16,-3 1 20 0,-2-3 18 0,1 3 23 16,-3-2 20-16,0-1 20 15,0 2 5-15,-7 0-11 0,3 1-9 0,-3-2-7 16,-2 3-11-16,-3-3-12 0,1 1-13 15,-3-1-10-15,3-3-13 0,0 0-8 16,-3-3-31-16,1 0-39 0,13-2-59 0,-25-4-80 16,11-1-85-16,1 2-121 0,4-2-132 15,3 0-192-15,-2-2-183 0,4 2 89 0,4 5-628 16,0-12-832-16</inkml:trace>
  <inkml:trace contextRef="#ctx0" brushRef="#br0" timeOffset="157351.87">3382 2538 3574 0,'0'0'-36'0,"-10"-8"61"0,10 8 29 0,-7-4 56 0,7 4 18 15,0 0 11-15,0 0 4 0,-7-6-2 0,7 6-8 16,0 0-1-16,0 0-22 0,0 0 6 15,0 0 7-15,0 0 0 0,0 0-3 0,0 0-3 16,24-2-12-16,-24 2-4 0,0 0-5 16,21 0-6-16,-21 0-9 0,14-1-7 15,-14 1-6-15,16-5-6 0,-10-1-5 0,-1 3-4 16,2-2-6-16,0-4-2 16,-3 4-5-16,-4 5 0 0,4-12-7 0,-2 7 1 15,-2 5-1-15,0-10-11 0,0 10-7 16,-8-7-3-16,8 7 2 0,-16 0-4 15,16 0-1-15,-25 9-1 0,5-2-3 0,1 1 2 16,0 4 1-16,-4 5-8 0,2 2 6 16,3 0 1-16,2 1 0 0,8-5-2 0,-1 5 4 15,5-3 1-15,2 0-5 0,0-1 0 16,2 2 7-16,6-2 5 0,2 1-3 16,1-5-4-16,5 3 3 0,2-4-2 0,2-1-19 15,2-5-47-15,3 0-72 16,-3-5-94-16,5-2-109 0,2-1-121 0,7-6-143 0,-2 1-150 15,0-1 59-15,-8 1-450 16,-4-2-603-16</inkml:trace>
  <inkml:trace contextRef="#ctx0" brushRef="#br0" timeOffset="157871.23">3651 2673 3013 0,'0'0'-40'0,"0"0"39"0,-12 2 32 0,12-2 32 0,0 0 26 0,0 0 29 0,0 0 9 0,0 0-5 15,0 0-8-15,0 0 0 0,0 0-14 16,0 0-4-16,0 0-12 0,36 0-6 0,-36 0-2 16,14-7 1-16,-6 3 9 0,-3-2 14 15,1-4 9-15,-3 4 4 0,1-5 2 0,1-1 0 16,-5-2 1-16,-3-3 0 0,1 0-6 15,-2-7-3-15,-3 3-6 0,2-2-1 16,-3 4-2-16,-2 1 4 0,4 4-8 16,-1 1-10-16,0 2-12 0,0 2-13 0,0 2-2 15,1 1-14-15,-1 4-16 0,7 2-15 16,-10-9-13-16,10 9-13 0,-6-6-4 16,6 6 0-16,0 0 11 0,2-9 0 15,-2 9 2-15,19-14-1 0,-4 6 1 0,1 1 5 16,-1 0-5-16,0 1 2 0,-2-1-5 15,-1 5 3-15,1 0 1 0,-13 2 2 0,23 4 2 16,-10-1 1-16,1 7 6 0,-1 4-3 16,1 1 4-16,1 7-2 0,0 2-1 15,-2 4 1-15,-2-3-2 0,3 4 4 0,-3 0-2 16,1 0 1-16,-4-6 2 0,-1-3-2 16,-1 1-1-16,2-2 6 0,-2-1-8 15,-1-5-14-15,3 3-29 0,-3-4-45 16,0-3-57-16,0-1-60 0,1-2-71 15,1 1-99-15,1-5-157 0,-8-2-183 0,15-2 61 16,-4-3-432-16,0-3-554 0</inkml:trace>
  <inkml:trace contextRef="#ctx0" brushRef="#br0" timeOffset="158152.22">4150 1771 2905 0,'-8'-11'99'0,"2"2"61"0,1 2 29 0,1 1-12 0,-1 2-18 0,5 4-21 15,0 0 4-15,0 0 31 0,-8 22 10 16,8-3 11-16,0 6 6 0,4 14 21 16,2 18 8-16,-1 2-1 0,6 3-24 0,1 4-6 15,1 1-17-15,1-2-17 0,-1-2-15 16,1-1-15-16,-7-1-13 0,2-7-19 0,-1 1-3 15,-2-16-24-15,-4 0-30 0,0-4-44 16,-2-10-50-16,2-1-55 0,-2-7-56 16,2-2-64-16,0-1-50 0,-2-6-77 0,0-3-92 15,1 1-113-15,-1-6-180 16,0 0 58-16,0 0-443 0,11-16-589 0</inkml:trace>
  <inkml:trace contextRef="#ctx0" brushRef="#br0" timeOffset="158352.73">4142 2515 3254 0,'-15'0'112'0,"2"2"48"16,5 1 43-16,8-3 34 0,-13 4 21 15,13-4 7-15,0 0 3 0,0 0-2 16,-14 0-21-16,14 0-33 0,0 0-17 0,0 0-20 16,0 0-16-16,0 0-17 15,29-12-62-15,-10 5-75 0,4-2-72 0,8-1-77 16,-1 0-84-16,6 1-95 0,-5-3-104 15,-1 0-120-15,-7 4-167 0,-4 1 55 0,-2 3-405 16,-5 3-535-16</inkml:trace>
  <inkml:trace contextRef="#ctx0" brushRef="#br0" timeOffset="158653.31">4939 2344 2968 0,'-17'-2'246'0,"6"0"68"0,11 2 33 15,-16-4 22-15,16 4 18 0,-11-2 1 16,11 2-24-16,0 0-22 0,0 0-38 16,-7-3-32-16,7 3-28 0,0 0-27 0,0 0-27 15,32-14-40-15,-16 10-48 0,8-4-54 16,-3 4-65-16,-1-1-57 0,1-1-48 0,-1 4-39 15,-4-4-52-15,2 2-51 0,-5 2-30 16,1-1-45-16,-1 1-56 0,-1-2-72 16,-1 2-117-16,-2-4-123 0,-2 3 69 0,2-2-375 15,-2 0-487-15</inkml:trace>
  <inkml:trace contextRef="#ctx0" brushRef="#br0" timeOffset="159069.17">5926 1711 3071 0,'-2'-14'162'16,"0"9"44"-16,2 5 19 0,-5-7-1 15,5 7-11-15,0 0-1 0,-29 7 11 16,0 6 7-16,-3 5 19 0,-9 10 14 15,-6 1 0-15,4 1-9 0,0 5-8 16,2 1-11-16,3 1-13 0,6 1-19 0,3 0-14 16,11-5-14-16,4 0-15 0,4-1-13 15,2-1-13-15,6-4-13 0,2-5-11 0,6-1-9 16,1-2-9-16,5-1-7 0,-3-4-8 16,4 1-7-16,5-4-41 0,0-3-29 15,-4-2 0-15,2-2 0 0,-3-4 0 0,0 0 0 16,-13 0 0-16,21 0 0 0,-12-4 0 15,3-2 0-15,-6-1 0 0,-1-1 0 0,-1-2 0 16,-2-1 0-16,-2 1 0 16,-2 2 0-16,2-1 0 0,-4-1 0 0,-3 1 0 15,0 1 0-15,-4-1-6 0,-3 4-242 16,5 3-77-16,-9 2-89 0,0 5-97 16,-12 9-127-16,2-2-234 0,1 5 72 0,-1 4 89 15,3-1-536-15,4 3-708 0</inkml:trace>
  <inkml:trace contextRef="#ctx0" brushRef="#br0" timeOffset="159602.04">6345 2513 3234 0,'-19'-3'-79'0,"1"1"23"0,-4-1 17 0,-5 1 24 0,-3 4 38 0,-13-2 12 0,-5 5 9 0,-12 2-5 0,-1 0-2 16,2 3-1-16,0 3-6 0,0 3-5 0,-2 3 1 16,-2 0-6-16,0 1-4 0,-1 3 7 15,-1 1 0-15,0 2-10 0,-19 6 0 16,-2 2-6-16,-7 2-3 0,-8 2-8 15,-4 1 1-15,-8 11-2 0,-11-1-4 0,-7 3 15 16,-43 12-7-16,0-6 10 0,2 2 6 16,39-14 5-16,-3 1 16 0,2 1 12 15,-4-4 22-15,10 1 19 0,1-6 24 0,3 3 7 16,6-6 1-16,5-1-6 0,7-3-7 16,2-3-5-16,7 2-8 0,0-2 0 0,6 0 0 15,0-2 4-15,5 4-2 0,0-4 13 16,19-7 11-16,1 3 11 0,3-4 10 15,2 0 4-15,5 1 4 0,8-6-1 0,9-3 5 16,6-3 8-16,8 1 10 0,2-4 0 16,10 0-1-16,0-1-7 0,1 0-9 15,3-1-6-15,0-2-17 0,9-1-13 16,-14 5-12-16,14-5-14 0,-11 2-11 0,11-2-12 16,0 0-24-16,-12 4-42 0,12-4-69 15,-6 1-98-15,6-1-95 0,0 0-99 16,2 9-123-16,-2-9-168 0,12 12-206 0,-4-8 90 15,1 5-666-15,3 2-880 0</inkml:trace>
  <inkml:trace contextRef="#ctx0" brushRef="#br0" timeOffset="163451.96">1023 4636 1479 0,'2'-6'384'0,"-2"-1"-102"0,0 7-64 0,0 0-30 0,2-10-14 0,-2 10 0 0,0 0-15 0,0 0-19 16,0 0-19-16,0 0-11 0,0 0 0 15,0 0 4-15,-20 29 7 0,8 0 7 16,-10 13 1-16,1 3 15 0,-1 3 5 15,-1 1-4-15,-2 3-4 0,0 1 3 0,2-1 1 16,1-3-13-16,0-3-5 0,5-12-10 16,2-4-5-16,6-1-2 0,-1-6 7 15,2-8 3-15,4-1-4 0,1-4 2 0,-1-3-10 16,0 2 2-16,4-3-6 0,0-6-9 16,-4 14-5-16,8-7-2 0,-2 1-3 15,2 1-5-15,5 1-11 0,0 1 2 16,5-3-7-16,1-1-10 0,3 1 1 0,3 1-7 15,-3-4-6-15,5 2-1 0,-1-2-8 16,-6-2 2-16,2-1-7 0,-2 2 0 16,0-1-5-16,-3 0-3 0,-1-1-5 0,-1-2-7 15,-11 0-27-15,18 4-44 0,-18-4-51 16,15 1-61-16,-15-1-79 0,9 2-85 0,-9-2-99 16,6 2-144-16,-6-2-216 0,0 0 66 15,0 0 86-15,0 0-443 16,0 0-560-16</inkml:trace>
  <inkml:trace contextRef="#ctx0" brushRef="#br0" timeOffset="163752.1">1116 5240 3175 0,'-5'-7'162'15,"0"-1"28"-15,5 8 10 0,-2-8-2 16,2 8-3-16,0 0-8 0,0 0-18 0,0 0-19 15,-3-4-11-15,3 4-10 0,0 0-15 16,0 0-8-16,17 24-11 0,-11-13-4 0,-1 5-12 16,-1-1-10-16,-2 2 0 0,3 0-8 15,-5 2-6-15,-3 5-3 0,-1 0 6 16,-1-1-3-16,-5 6 5 0,-2-4 4 16,1-3 3-16,0-2-2 0,1-3 3 15,4-4-9-15,-7 3-9 0,6-4 3 0,-3-2-11 16,4-1-20-16,-1-2-32 0,0-2-47 15,0 0-67-15,3-3-77 0,4-2-90 0,-9 3-88 16,9-3-134-16,0 0-171 0,0 0-1 16,-5-15 93-16,5 15-365 0,11-19-434 15</inkml:trace>
  <inkml:trace contextRef="#ctx0" brushRef="#br0" timeOffset="164584.4">1930 5066 2604 0,'8'0'48'0,"-8"0"48"0,9-8 48 0,-9 8 47 0,7-4 49 15,-7 4 43-15,0 0 32 0,7-5 24 0,-7 5-15 16,0 0 5-16,0 0-9 0,0 0-15 15,0 0-21-15,0 0-15 0,0 0-26 0,0 0-25 16,0 0-21-16,-23-7-22 0,23 7-15 16,-23 0-18-16,10 0-10 0,13 0-16 15,-29 4-12-15,13-4-11 0,3 0-15 16,0 2-19-16,13-2-17 0,-23 1-14 16,11-1-15-16,12 0-13 0,-18 0-13 0,18 0-3 15,-18 2-8-15,18-2-5 0,-17 0 0 16,17 0 5-16,-13 0-7 0,13 0 7 0,0 0-5 15,-20 0 9-15,20 0 2 0,0 0 0 16,-12 0 3-16,12 0 3 0,0 0-4 0,0 0 5 16,0 0 10-16,-18 0-5 15,18 0 0-15,0 0-1 0,0 0-3 0,0 0-1 16,0 0 4-16,-15 3-9 0,15-3 7 0,-7 12-4 16,0-3 2-16,2 1 6 15,-1 6 0-15,3-3 1 0,-1 5-1 0,0-3-6 16,4 5 4-16,0-3 7 0,2 1 1 15,0 1 16-15,3 0-14 0,5 1 2 0,0-2 1 16,6 6 3-16,4-4-1 0,-2-1 0 16,0-2-2-16,3 0-1 0,-1 3 0 15,4-2 0-15,-7-3 6 0,-2-1-12 0,1-1 7 16,-4 3-7-16,2-1 0 0,-1 1-3 16,-5-2 2-16,0-2 5 0,-1-2-4 15,-3 1 9-15,0-1 20 0,-2 0 17 0,-1-1 22 16,1-1 16-16,-4 1 11 0,2-9 11 15,-7 15 2-15,0-7-5 0,-3-1-66 0,-2 0-36 16,-3 0 0-16,2-1 0 16,-3-2 0-16,3 1 0 0,-2-3 0 0,3 0 0 15,-2 0 0-15,0-2 0 0,1 1 0 16,-1-1 0-16,14 0 0 0,-22-1 0 0,13 1-236 16,-2-2-145-16,11 2-102 0,-11-4-88 15,11 4-151-15,-4-5-119 0,4 5 76 16,10-12-661-16,3 6-876 0</inkml:trace>
  <inkml:trace contextRef="#ctx0" brushRef="#br0" timeOffset="164784.87">2060 5525 3678 0,'0'0'-4'0,"-10"6"71"0,10-6 47 0,0 0 39 0,-6 4 28 16,6-4 11-16,0 0 2 0,0 0-10 15,0 0-12-15,0 0-14 0,0 0-14 16,0 0-14-16,39 0-26 0,-23-4-40 0,6-2-54 16,-6 2-62-16,4-1-81 0,3 0-93 15,-3-2-97-15,1 2-121 0,2-2-146 0,-6 1-49 16,2 4 58-16,-1-3-288 0,-5 3-351 16</inkml:trace>
  <inkml:trace contextRef="#ctx0" brushRef="#br0" timeOffset="165300.7">2534 5418 2740 0,'-15'-5'225'0,"7"3"12"15,8 2 5-15,-10-2 7 0,10 2 2 16,0 0-3-16,-11-5-22 0,11 5-20 15,0 0-20-15,0 0-3 0,0 0-4 0,-9 12-10 16,9-12-19-16,0 12-14 16,0-2-11-16,2 0-14 0,0-1-7 0,1 1-11 15,-1 2-16-15,2-3-2 0,-2 2-9 16,1-4-13-16,-3-7-11 0,2 10-5 0,0-5-13 16,-2-5-2-16,7 8 1 0,-7-8-2 15,9 4-2-15,-9-4 0 0,0 0-2 16,17 0-1-16,-17 0 7 0,0 0 15 0,13 0-7 15,-13 0 3-15,0 0-3 0,0 0-9 16,13 2-3-16,-13-2-4 0,10 3 2 0,-10-3-3 16,10 9 4-16,-5-4-3 0,1-3-13 15,4 4-12-15,-3 0-1 0,4-3-10 16,3-1-9-16,-14-2-10 0,29-2-5 16,-13 0 7-16,2-3 6 0,-1 0 1 15,0 0 6-15,-1-2 15 0,-1 0 19 0,-1-2 24 16,0-1 15-16,-3-1 7 0,1-1 19 15,-4 0-10-15,1-5-5 0,1 0-3 0,-2-3-12 16,1-11-9-16,-4 0-27 0,4 8-37 16,-6 2-50-16,3 2-60 0,0 3-79 15,-5 3-67-15,1 3-90 0,2-2-103 0,-2 6-150 16,-2 1-105-16,0 5 75 16,0 0-505-16,0 0-630 0</inkml:trace>
  <inkml:trace contextRef="#ctx0" brushRef="#br0" timeOffset="165718.87">2892 5246 3176 0,'4'-11'30'0,"0"5"41"0,-4 6 44 0,0 0 38 0,6-8 27 0,-6 8 19 0,0 0 10 0,0 0 1 0,20 12 2 16,-11-5-17-16,-4 5-17 0,2-4-13 15,-1 5-5-15,2 0-20 0,-6-3-2 16,2 2-10-16,0 0-5 0,-4 0-8 0,0 1 1 16,-4 0-14-16,-2 4 2 0,-4 0-7 15,1 0-14-15,-2-5-14 0,1 1-3 0,0-3-5 16,1-1-3-16,1-3-4 0,2-4 1 16,6-2-21-16,0 0-9 0,-23-12-6 15,20-1-7-15,1-5-3 0,2-1-6 0,3-2 0 16,-1 3-4-16,5-1-7 0,-2 5 6 15,1 0-6-15,-1 4 1 0,3 3-2 0,0 0 2 16,-1 4-1-16,-7 3-1 16,17-2 10-16,-17 2-4 0,21 4-2 0,-9 1 0 15,1 0 3-15,0 4 4 0,5-1-5 16,-5 1 1-16,4-1-22 0,-4 3-18 16,1-3-20-16,1-1-34 0,-1 1-37 0,0 1-52 15,2-2-46-15,1 3-83 0,0-5-113 16,1-1-161-16,-5-2-122 0,3-2 63 0,0 0-486 15,2-2-602-15</inkml:trace>
  <inkml:trace contextRef="#ctx0" brushRef="#br0" timeOffset="166000.99">3677 5095 3238 0,'-9'-8'146'0,"4"1"31"0,-2 4 23 15,7 3 25-15,-7-5 7 0,7 5-6 16,0 0 28-16,0 0 50 0,-22 27 14 0,11 0-8 16,-2 8-13-16,-4 8-21 0,2 3-26 15,-1 0-20-15,-2 4-27 0,2-1-18 0,3 0-20 16,-1-1-17-16,3-12-15 0,-3-2-26 16,3-3-36-16,0-2-39 0,3-6-39 0,1-7-52 15,1-2-61-15,2-4-50 0,3 0-47 16,-3-1-54-16,-1-4-79 0,5-5-72 15,0 0-56-15,-9 0-54 0,9 0-51 16,-6-17-75-16,6 3 21 0,0-11-459 16,-3-12-567-16</inkml:trace>
  <inkml:trace contextRef="#ctx0" brushRef="#br0" timeOffset="166167.4">3390 5208 3045 0,'-2'-20'55'0,"0"7"67"16,2 3 25-16,0-1 32 0,0 4 31 15,0 7 18-15,0-9-4 0,0 9-15 16,0 0-11-16,0-8-1 0,0 8-11 0,0 0-9 15,0 0-14-15,0 0-23 0,22 19-11 16,-13-11-16-16,0 2-46 0,0 1-67 0,3 3-71 16,-1-4-85-16,0 5-90 0,3-1-99 15,-6 0-133-15,1 1-212 0,-4-1 67 16,0 1 61-16,-5 1-329 0,-2 3-372 16</inkml:trace>
  <inkml:trace contextRef="#ctx0" brushRef="#br0" timeOffset="166517.34">3896 5395 2843 0,'0'0'237'0,"2"-3"-7"16,-2 3 0-16,0 0 22 0,0 0 39 0,0 0 49 15,-22 12 31-15,4-3 7 16,-12 6-4-16,-12 6-20 0,-8 1-16 0,-5 3-16 15,-10-4-18-15,-24 7-27 0,-5 0-24 16,-3-6-27-16,-8 1-22 0,-5-2-24 0,-3 0-19 16,-3 1-135-16,-2 3-26 0,-2-4 0 15,0 1 0-15,4 3 0 0,3-1 0 16,6 2 0-16,7-1 0 0,8-1 0 0,26-3 0 16,6-2 0-16,5-2 0 0,10-2 0 15,8-3 0-15,4-2 0 0,5 0 0 0,6-2 0 16,4-2 0-16,5-1 0 15,3-1 0-15,1-1 0 0,3 0 0 0,6-3-69 0,-9 4-267 16,9-4-69-16,-5 4-79 16,5-4-75-16,0 0-134 0,0 0-134 0,0 0 87 15,0 0-647-15,0 0-840 0</inkml:trace>
  <inkml:trace contextRef="#ctx0" brushRef="#br0" timeOffset="169367.06">1619 6263 1507 0,'-6'5'389'0,"6"-5"-88"0,0 0-62 0,0 0-9 0,0 0-6 16,0 0 7-16,0 0-5 0,0 0-3 0,0 0 14 16,0 0 8-16,-7-15 9 15,7 15 8-15,0 0-5 0,0 0 3 0,-2-8-17 16,2 8-33-16,0 0-34 0,0 0-14 16,0 0-13-16,0 0-2 0,-16 25-3 0,11-4-9 15,-4 9-7-15,1 5-17 0,0 1 0 16,1 0-1-16,5 0-10 0,0-7-10 15,4-5-7-15,1-2-5 0,1 0-9 0,0-1-1 16,2-5-5-16,0-1-5 0,-1-1-2 16,-1-5 6-16,2 1 0 0,-3-3 1 15,6-2 2-15,-2 0-5 0,2-3-4 0,-9-2-7 16,23-5-2-16,-10-1-10 0,7-4 0 16,-3-2-8-16,7-7 2 0,1-2-14 15,-2-3-17-15,0 2 0 0,-2 0 0 16,-2 1 0-16,-6 6 0 0,1 5 0 0,-7 1 0 15,1 2 0-15,-2 2 0 0,-2 2 0 16,-4 3 0-16,0 0 0 0,13 12 0 0,-9 0 0 16,-3 3 0-16,4 6 0 0,2 1 0 15,-5 3 0-15,4-2 0 0,-3 0 0 16,1 2 0-16,0-1 0 0,1-1 0 0,-4-5 0 16,1-1 0-16,0-3 0 15,0-2 0-15,-2 0 0 0,2-3 0 0,0-1 0 0,-1 0-112 16,1-2-90-16,-2-6-82 15,0 8-110-15,0-8-120 0,0 0-148 0,4 6-187 16,-4-6 64-16,0 0 91 0,0 0-563 16,0 0-717-16</inkml:trace>
  <inkml:trace contextRef="#ctx0" brushRef="#br0" timeOffset="169600.11">2225 6694 3792 0,'-6'-2'158'0,"6"2"34"0,0 0 19 0,0 0 24 0,0 0 16 0,-5-8-12 0,5 8 2 0,0 0-29 0,15-7-23 0,-3 3-19 16,4-2-12-16,4 1-19 0,3-3-61 15,0 3-70-15,-1-4-76 0,3 3-92 16,-4-1-113-16,2 0-130 0,-4 0-158 0,2 1-163 15,-4 2 46-15,0-1-481 0,-4 3-624 16</inkml:trace>
  <inkml:trace contextRef="#ctx0" brushRef="#br0" timeOffset="169851.29">2608 6328 3553 0,'-3'-7'239'0,"3"7"43"0,-2-10 42 16,2 10 12-16,-2-8 20 0,2 8-21 0,0 0-28 16,0-8-39-16,0 8-33 0,0 0-20 15,0 0-18-15,0 0-15 0,7 33-16 0,-5-11-19 16,0 3-10-16,2 11-10 16,-4 2-19-16,0-2-30 0,-4 1-58 0,-1 0-80 15,-1-1-80-15,-2 0-73 0,0-5-82 16,3-6-76-16,1-4-89 0,0-4-104 15,3-4-146-15,-1-2-23 0,4-3 76 0,-1-3-503 16,-1-5-625-16</inkml:trace>
  <inkml:trace contextRef="#ctx0" brushRef="#br0" timeOffset="170050.22">2687 6572 3475 0,'-3'-11'139'0,"3"11"37"0,3-12 36 0,-1 8 21 16,-2 4 14-16,5-13 8 0,-1 5-26 0,3-1-10 15,3-3-20-15,2-3-21 0,4-6-19 16,7-1-25-16,-3-2-54 0,3 2-69 16,-1-2-62-16,-1 2-72 0,1 1-69 15,-8 4-78-15,-2 3-72 0,-4 3-86 16,-1 5-109-16,-3 0-104 0,-4 6 50 0,0 0-352 16,0 0-421-16</inkml:trace>
  <inkml:trace contextRef="#ctx0" brushRef="#br0" timeOffset="170216.56">2776 6408 2554 0,'-8'8'32'0,"5"1"66"16,1 1 38-16,-2-2 72 0,2 5 26 0,2-5 23 16,0 4 4-16,0 2-7 0,2-1-17 15,2 1-15-15,-1 1-22 0,1-1-19 0,3 1-18 16,0-2-17-16,0-1-13 16,1 0-22-16,-1-3-42 0,1-1-52 0,0-2-67 15,1 2-62-15,-1-5-85 0,0-1-84 16,-8-2-108-16,11 0-155 0,-11 0-95 15,17-3 57-15,-11-3-343 0,1 1-405 0</inkml:trace>
  <inkml:trace contextRef="#ctx0" brushRef="#br0" timeOffset="170600.08">3224 6452 2618 0,'-8'-2'199'0,"8"2"60"0,0 0 26 16,-17-1 11-16,17 1 1 0,0 0 6 0,0 0 1 16,0 0-18-16,0 0-13 0,0 0-17 15,0 0-22-15,0 0-19 0,0 0-17 16,0 0-22-16,21-12-15 0,-10 6-17 0,1 2-6 16,-1-2-19-16,1-1-10 0,-1-1-11 15,-1 1 0-15,0-1-15 0,-3-1 4 0,0 0 1 16,-3 1-3-16,0-1-4 0,0 3 3 15,-4 6-9-15,2-14-11 0,-2 14-4 0,-6-8-16 16,6 8-7-16,0 0-1 16,-17 2-8-16,17-2-1 0,-17 8-1 0,11 4 0 15,-3-2 1-15,-1 7-3 0,1 0 4 16,1 2 3-16,4 1-5 0,-1 1 0 16,0 1-2-16,3-3-16 0,4 0-8 0,3-1 0 15,0-1-56-15,5-3-101 0,5 1-92 16,4-5-119-16,11 0-151 0,-1-7-148 15,-2-3-183-15,11-3 67 0,-1-3 83 0,2-4-607 16,-1-4-764-16</inkml:trace>
  <inkml:trace contextRef="#ctx0" brushRef="#br0" timeOffset="170852.24">3842 6220 3592 0,'0'-13'80'0,"-3"2"54"0,3 6 36 15,0 5 32-15,0 0 32 0,-9-5 27 0,9 5 39 16,0 0 19-16,-25 21 2 0,10 1-5 15,-3 9-11-15,-4 10-19 0,-3 8-22 0,0 3-23 16,-1 5-25-16,-1 4-23 0,0 1-18 16,-5 12-20-16,7-14-29 0,4-7-37 15,2-2-40-15,1-8-36 0,6-10-42 16,2-5-61-16,0-8-49 0,6-2-29 0,1-7-35 16,1-6-48-16,0-1-46 0,2-4-38 0,0 0-31 15,0 0-30-15,9-29-27 16,-5 7-52-16,4-13-27 0,-2-4-25 0,1-13 8 15,2-6-611-15,0-2-597 0</inkml:trace>
  <inkml:trace contextRef="#ctx0" brushRef="#br0" timeOffset="171000.3">3548 6449 2892 0,'2'-20'-47'16,"-2"5"86"-16,0 3 81 0,-2 5 62 15,2 1 56-15,0 6 45 0,0 0 36 16,-2-7 28-16,2 7 7 0,0 0-11 0,0 0-28 16,0 0-29-16,0 0-24 0,6 24-29 15,-1-14-23-15,1 5-22 0,2-1-37 0,-1 3-65 16,3 0-100-16,4 11-95 15,-5-7-107-15,0-3-122 0,-2 2-127 0,2-2-162 16,-6-3-126-16,3-1 78 0,-4-2-551 16,0-1-688-16</inkml:trace>
  <inkml:trace contextRef="#ctx0" brushRef="#br0" timeOffset="171568.93">4145 5022 3224 0,'-14'2'31'0,"14"-2"70"0,-19 1 45 0,9 1 34 0,10-2 39 0,0 0 36 0,0 0 36 16,0 0 16-16,0 0-26 0,0 0-12 16,0 0-40-16,0 0-18 0,0 0-20 15,0 0-18-15,0 0-14 0,0 0-39 16,43-7-61-16,-17 4-80 0,2 1-85 0,13-3-103 16,1-2-133-16,-6 0-166 0,4-1-202 15,0-1-3-15,-2 1 84 0,2 1-462 0,-3 0-562 16</inkml:trace>
  <inkml:trace contextRef="#ctx0" brushRef="#br0" timeOffset="171883.1">5114 4746 3318 0,'-4'-9'157'0,"1"1"26"0,-3-1 22 16,0 2 27-16,-1 0 10 0,-1 3 2 16,-2-3-10-16,-2 1-17 0,-2 3-20 0,-1 3-19 15,-3 0-17-15,-5 5-9 0,-5 6-13 16,-3 5-13-16,2 2-11 0,2 6-5 0,2 1-14 16,2 1 1-16,5 4-18 15,5-1-4-15,2 0-1 0,5-3-14 0,4-5-25 16,2 0-31-16,2-2-38 0,4 2-36 15,2-8-34-15,4 3-44 0,4-3-52 16,5-4-83-16,2-6-91 0,3-4-107 0,14-6-141 16,3-4-72-16,2-4 65 0,5-7-422 15,0-6-525-15</inkml:trace>
  <inkml:trace contextRef="#ctx0" brushRef="#br0" timeOffset="172449.87">5567 4054 2761 0,'-9'-29'24'0,"-4"0"41"0,5 7 43 0,-5 7 32 0,6 1 38 16,-7 0 34-16,6 7 12 16,-1 1 3-16,1 4 9 0,8 2 11 0,-22 12 8 15,2 13 0-15,-5 10 6 0,5 13 9 16,-3 9-4-16,2 6-16 0,4 6-14 16,0 19-24-16,2-15-22 0,1 1-17 0,3 0-14 15,2-5-18-15,2-1-14 0,2-7-13 16,-1-6-7-16,2-12-12 0,3-6-8 0,-1-8-8 15,-3-6-8-15,5-4-1 0,0-5-4 16,-2-2-5-16,2-1 7 0,0-3 0 0,0-8-7 16,5 5-34-16,-5-5-27 15,0 0 0-15,0 0 0 0,27-28 0 0,-9 5 0 16,1-1 0-16,0 1 0 0,0 0 0 16,-6 9 0-16,-1 2 0 0,-2 1 0 15,-3 5 0-15,-2 0 0 0,-5 6 0 0,14-2 0 16,-14 2 0-16,0 0 0 0,20 18 0 15,-13-9 0-15,2 3 0 0,1 0 0 0,-2 3-25 16,-1-1-162-16,3-3-29 0,-3 1-25 16,1 0-12-16,0-3-11 0,-3 1-5 0,1-3-2 15,0 0 1-15,-2-2-16 16,1-1-15-16,-1-2-35 0,-4-2-16 0,9 2-20 16,-9-2 0-16,14-6 14 0,-3-3 45 0,0-1 67 15,5-5 65-15,-3-1 67 16,1-1 43-16,2-3 53 0,-2 3 52 0,-3 5 55 15,-2-2 47-15,-4 7 40 0,1-2 29 16,-1 2 9-16,-3 1-9 0,2 1-14 0,-4 5-16 16,5-6-15-16,-5 6-17 0,0 0-15 15,0 0-16-15,0 0-15 0,0 0-43 0,12 17-62 16,-12-9-62-16,0 2-87 0,0-1-83 16,0 1-95-16,0-2-108 0,0 0-113 15,0 1-19-15,0-3-313 0,2 0-370 0</inkml:trace>
  <inkml:trace contextRef="#ctx0" brushRef="#br0" timeOffset="172600.16">5759 4816 2323 0,'-2'-20'75'0,"2"1"61"0,-2-4 25 0,2 3 21 0,2-4 5 0,-2 3 2 0,0 3-5 16,-2 1-11-16,0 3-19 0,2 2-38 0,-3 3-53 15,3 1-64-15,-3 2-88 0,-3 4-96 16,6 2-133-16,-13-2-221 0,13 2 12 0,-14 6 56 15,9 0-146-15,5-6-115 0</inkml:trace>
  <inkml:trace contextRef="#ctx0" brushRef="#br0" timeOffset="172849.12">5743 4093 1993 0,'0'-12'219'15,"0"2"20"-15,0 1 13 0,0 9 16 16,2-7 27-16,-2 7 21 0,0 0 33 0,0 0 16 16,14 36-2-16,-5-3-14 0,0 6-29 15,1 9-31-15,-4 5-23 0,1 2-33 0,-1 3-20 16,-2-1-20-16,-3 0-45 0,-1-12-53 16,0 1-59-16,-1-3-56 0,-3-1-55 15,2-1-63-15,0-6-72 0,-2 2-87 16,4-10-86-16,-3-6-96 0,3-4-118 15,0-5-110-15,3-2 66 0,1-5-466 0,2-1-576 16</inkml:trace>
  <inkml:trace contextRef="#ctx0" brushRef="#br0" timeOffset="173249.79">6200 4114 3313 0,'2'-20'136'0,"0"7"47"15,0 0 37-15,-2 7 25 0,5 1 38 16,-5 5 49-16,0 0 23 0,0 0 13 0,-9 28 0 15,2 5-13-15,3 7-17 0,-3 2-21 16,-2 13-31-16,4 1-27 0,-1-2-28 16,1 1-20-16,-1 0-17 0,4-10-22 15,-6-2-147-15,4-3-25 0,3-3 0 0,-3-9 0 16,2-7 0-16,0-2 0 0,0-3 0 16,2-3 0-16,-2-1 0 0,2-3 0 15,0-4 0-15,0-5 0 0,0 0 0 0,0 0 0 16,0 0 0-16,0 0 0 0,0 0 0 15,0 0 0-15,-5-31 0 0,0 21 0 0,-2 1 0 16,0 1 0-16,-5 1 0 0,-1 4 0 16,-2 1 0-16,15 2 0 0,-33 9 0 15,14 1 0-15,-4 7 0 0,6-3 0 16,3 3 0-16,-2 5 0 0,4-1 0 0,6-4 0 16,1-1 0-16,-1-2 0 0,3 1 0 15,3-2 0-15,-2-1 0 0,4-3 0 16,-2-1 0-16,1-2 0 0,3 0-128 0,3 0-211 15,-1-6-120-15,4 3-132 0,3-3-163 16,2-3-88-16,4 1 90 0,4-4-719 0,2 2-920 16</inkml:trace>
  <inkml:trace contextRef="#ctx0" brushRef="#br0" timeOffset="173466.3">6448 4832 3990 0,'6'-2'54'0,"-6"2"91"0,0 0 69 16,-25 15 65-16,-3-1 60 0,-15 9 36 15,-6 2 25-15,-10 3 12 0,-17 8 2 0,-2 1-15 16,-1 6-23-16,2 1-34 0,4-3-33 16,1-2-166-16,16-8-143 0,1-2 0 0,6-4 0 15,3-1 0-15,4-3 0 0,12-4 0 16,3-5 0-16,4 0 0 0,6-4 0 0,1-1 0 16,4 0 0-16,0-1-43 0,0-2-531 15,0 0-113-15,1-1-179 0,-2 1 12 16,1 2 94-16,0-2-739 0,-6 0-945 15</inkml:trace>
  <inkml:trace contextRef="#ctx0" brushRef="#br0" timeOffset="181097.57">21869 1459 1744 0,'0'0'396'0,"4"-7"-74"0,-4 7-4 0,4-8 6 0,-4 8 8 0,6-10 6 0,-3 4-15 16,-1-1-8-16,-2 7 14 0,4-8 6 15,-4 8-8-15,4-8-10 0,-4 8-22 16,0 0-22-16,1-10-23 0,-1 10-25 0,0 0-13 16,0 0-26-16,0-7-21 0,0 7-17 15,0 0-13-15,0 0-6 0,0 0-7 0,2 26-7 16,-4-9-1-16,1 7-12 0,-1 15-102 15,-4-2 0-15,1 4 0 0,-6 9 0 16,-1-2 0-16,1-9 0 0,-3 8 0 16,3-11 0-16,-1-1 0 0,0 0 0 15,1-1 0-15,4-4 0 0,-1-7 0 0,0-4 0 16,5-3 0-16,-5-3 0 0,6-3 0 16,1 0 0-16,-2-2 0 0,-1-2 0 0,2-3 0 15,2-3-89-15,0 0-305 0,0 0-58 16,0 0-77-16,0 0-115 0,0 0-193 0,-2-29 21 15,6 14 100-15,0 1-547 0,0-7-724 16</inkml:trace>
  <inkml:trace contextRef="#ctx0" brushRef="#br0" timeOffset="181614.41">21836 1533 3324 0,'-3'-12'-28'0,"3"7"69"0,0 5 66 16,0-14 28-16,2 6 35 0,-1 1 9 16,8-3 6-16,-4 0-7 0,6 2-9 0,3-3-20 15,-1 1-16-15,7 3-13 0,0-2-12 16,-1 6-5-16,3-2-14 0,-6 5-12 0,4 0-8 16,-6 5-8-16,6-2-7 15,-4 3-6-15,-5 4-3 0,0 0-5 16,-1 2-3-16,-5 1-5 0,3 3 2 0,-6-1-8 15,-2 4 1-15,-4-1-1 0,-2 3-2 16,1 1 1-16,-7 6 0 0,-1-3 10 0,3-3 5 16,-1-5 1-16,1 0-2 0,0-1-7 15,5-2-5-15,-1-3-1 0,2 3-2 16,3-4 1-16,1-1-1 0,0 1 2 0,1 2 2 16,3-1 1-16,0 3-2 0,1-1 3 15,4 1-5-15,-4 0 3 0,3 3 2 0,-3-1 1 16,1-1 5-16,-2-1 11 0,-4-1 15 15,2 1 13-15,-2-2 13 0,-2 0 6 16,2 0 20-16,-4-2 7 0,-4 2 0 0,1 0-5 16,-2-1-2-16,-5-2-10 15,-1 1-8-15,-4-3-11 0,2-2-6 0,-1-1-7 16,-1-1-8-16,2-3-7 0,2 2-9 16,-2-4-16-16,1-1-30 0,4-3-51 0,-2-2-55 15,3 0-61-15,3 1-74 0,4-3-92 16,0 0-85-16,6 0-85 0,0-3-114 0,6 1-211 15,10-8 58-15,5-1 91 0,4 3-451 16,6 0-595-16</inkml:trace>
  <inkml:trace contextRef="#ctx0" brushRef="#br0" timeOffset="182030.9">22367 1809 2878 0,'0'0'-15'0,"-34"3"66"0,34-3 57 0,0 0 65 0,0 0 40 0,0 0 28 0,0 0 16 16,0 0 11-16,0 0 10 0,0 0 0 0,0 0-9 15,0 0-9-15,-11-10-24 0,11 10-19 16,0 0-23-16,0 0-19 0,0 0-25 0,24-10-7 16,-17 7-20-16,5-3-13 15,-1 0-19-15,1-2-17 0,-3 2-3 0,0-1-12 16,4-3 1-16,-6 0-11 0,-3 0-3 15,-3-2-11-15,-1 3 2 0,0-3-5 16,-3 3-9-16,-5-4 0 0,2 5-9 0,-5 1 2 16,0 2-5-16,-7 1-5 0,3 4 4 15,-2 2-5-15,-4 5 7 0,0 1-10 0,4 4 1 16,-6 4 4-16,8 1-4 0,1-1-10 16,5 1 11-16,1-1 3 0,5 1-2 15,-1 0 5-15,4-3 3 0,2 1-10 0,1-1 12 16,9 4-7-16,1-2 3 0,0-2-3 15,5-2 1-15,-1-1-24 0,2 0-48 16,1-4-53-16,3-3-69 0,2 2-84 16,0-5-76-16,4 1-85 0,-6-2-114 0,3-3-125 15,-1 1-87-15,0 0 77 0,0-1-447 16,-2 0-595-16</inkml:trace>
  <inkml:trace contextRef="#ctx0" brushRef="#br0" timeOffset="182380.9">22754 1699 3024 0,'-5'-7'-22'0,"5"7"51"0,-2-8 41 16,2 8 53-16,-1-8 21 0,1 8 7 0,0 0 20 15,0 0 39-15,0 0 9 16,0 0-6-16,-19 21 8 0,14-7-11 0,-6 3-18 16,6 3-15-16,-6 7-5 0,-1 0-16 15,2-3-10-15,1-5-18 0,1 0-13 16,1-2-13-16,-3-3-3 0,7-1-14 0,-6-1 0 15,6-2-3-15,-1-1 17 0,0-2 30 16,2-2 6-16,2-5-6 0,0 0-10 0,0 0-17 16,0 0-5-16,0 0-12 0,0 0-10 15,-13-27-2-15,17 4-15 0,4-11-7 16,3-14-8-16,6-8-23 0,4-6-16 0,2 0-16 16,1 4-23-16,1 0-28 15,2 8-13-15,0 5-17 0,-7 7-27 0,0 11-28 16,-4 1-45-16,-2 11-47 0,-3 3-50 15,1 5-53-15,-2 5-57 0,-1 2-49 16,-9 0-74-16,16 7-130 0,-7 0-26 0,1 3-411 16,-3 2-560-16</inkml:trace>
  <inkml:trace contextRef="#ctx0" brushRef="#br0" timeOffset="182864.54">22527 1796 2985 0,'-22'8'-13'0,"8"-3"27"15,3-2 33-15,0-1 31 0,4 2 17 16,7-4 16-16,0 0-4 0,-9 3-3 16,9-3-8-16,0 0-22 0,0 0 4 15,0 0-17-15,45-2-41 0,-20-3-45 0,11 0-34 16,2 2-39-16,2-5-43 0,4 2-29 16,-2 3-19-16,-6-6 15 0,0 2 12 0,-9 1 29 15,-2 2 42-15,-8-1 33 0,0-1 34 16,-6 5 36-16,1-2 25 0,-2 1 26 15,-10 2 19-15,14-6 16 0,-5 4-4 0,-9 2 21 16,0 0 6-16,0 0 24 0,0 0 13 16,0 0 12-16,0 0 8 0,-9 20-1 15,6-13-5-15,-5 5 4 0,-1 0-9 0,3 1-8 16,-2 1-10-16,5-1-15 16,-3-1-6-16,2 0-13 0,3-1-8 0,1 1-5 15,0-2-9-15,1 0-2 0,5-1-6 16,-1-1-10-16,5-1 0 0,4-1-11 0,-2-4-7 15,6 0 0-15,1-2-9 0,0-2-5 16,-2 0-6-16,2-2 2 0,0-5 1 16,1 1-6-16,-6-4 5 0,2-2-3 0,-5-1 8 15,2-11-4-15,-3-3 4 0,-4 3-8 16,-4 3-4-16,-2 5-3 0,0 1-12 0,-2 1 1 16,-5 2-16-16,-2 4-24 0,2 1-22 15,-4-1-24-15,-1 7-30 0,-1-1-37 16,2 4-48-16,-3 0-60 0,-1 5-70 15,1-1-85-15,1 1-106 0,1 0-187 16,5 1 23-16,0 2 72 0,3-3-290 0,2 3-368 16</inkml:trace>
  <inkml:trace contextRef="#ctx0" brushRef="#br0" timeOffset="183348.14">23353 1910 2553 0,'0'0'111'0,"0"0"60"0,0 0 51 0,0 0 34 0,0 0 27 0,0 0 5 0,0 0-7 0,0 0-13 15,0 0-30-15,0 0-20 0,0 0-23 0,0 0-18 16,0 0-17-16,0 0-14 0,0 0-17 16,0 0-15-16,7-27-13 0,-5 21-5 0,-2 6-11 15,2-15-10-15,-2 6-4 0,0-1-13 16,-2-2-1-16,0-1-12 0,-3-3-2 15,2 1-4-15,-1 1-5 0,0 1-5 0,-1 5-5 16,1-2-7-16,-4 2-5 0,0 2-5 16,3 3-15-16,5 3-7 0,-13-6 6 15,13 6-7-15,-9 0 1 0,9 0-1 0,0 0 8 16,0 0-1-16,0 0 4 16,24-12-1-16,-3 6-2 0,11-3 3 0,2 1 3 15,2 0-2-15,-3-2 0 0,-7 5 2 16,-2 2 3-16,-10 1 12 0,2 1 16 0,-3 1 13 15,-1 3 25-15,-3 0 12 0,0 6 2 16,0 1 12-16,-5 0 2 0,-3 2-7 16,5 3-6-16,-4-1-8 0,0 3-4 0,-2-2-7 15,1 2-1-15,-1-3-11 0,0 2-6 16,-1-2-6-16,1 0-1 0,0 0-3 0,-2-2-11 16,2 0-25-16,0-4-43 0,-2 3-55 15,2-5-57-15,0 3-80 0,0-9-98 16,2 12-100-16,-2-7-141 0,0-5-203 15,7 8-3-15,0-4 88 0,6-1-501 16,-1-1-659-16</inkml:trace>
  <inkml:trace contextRef="#ctx0" brushRef="#br0" timeOffset="183780.54">24135 1876 3520 0,'0'0'74'0,"0"0"68"0,-29-7 60 0,29 7 28 0,0 0 25 0,0 0 4 0,0 0-1 0,0 0-10 16,-5-5-17-16,5 5-19 0,0 0-27 15,0 0-11-15,16-12-11 0,-7 8-28 0,0-1-12 16,-2 1-25-16,4 0 4 0,-2-4-11 16,2 0-9-16,-3-2-10 0,1-3-6 0,-1 0-9 15,-3-3-2-15,2 1 2 0,-5-1-15 16,-2 3 0-16,-2 1-4 0,-5-2-4 15,2 2-1-15,-6 3-2 0,-5 1-5 0,-1 3 4 16,-4 3 3-16,0 4 7 0,-13 5 9 16,-2 1 10-16,3 4-1 0,5 5 8 0,1 2-3 15,4 1-7-15,4 1-3 16,9-1-3-16,5-1-3 0,3-1 1 0,2-3-5 16,3 3-1-16,6 2-9 0,2-2 1 15,8 2 1-15,2-1-20 0,0-6-15 16,-5-1 0-16,13-1 0 0,-4-5 0 0,-4 0 0 15,-1-3 0-15,-2 0 0 0,0-1 0 16,-3 0 0-16,-2 0 0 0,-2 0-72 0,3-1-156 16,-3 1-88-16,-1 0-98 0,-10-2-118 15,14 4-147-15,-11-2-189 0,5 2 79 0,-8-4-671 16,1 8-909-16</inkml:trace>
  <inkml:trace contextRef="#ctx0" brushRef="#br0" timeOffset="184113.04">25208 1699 4136 0,'0'-14'95'0,"1"5"61"0,2-3 48 0,-3 6 40 0,0 6 21 0,4-9-9 0,-4 9-26 15,0 0-19-15,0 0 22 0,0 0 13 16,0 0-11-16,-7 29-2 0,2-8-4 0,-1 3-7 16,-1 11-21-16,-2-1-13 0,-3 1-2 15,1 2-18-15,-3-3-18 0,5-2-47 16,-3-1-103-16,0 0 0 0,7-6 0 0,-1-6 0 16,-1-1 0-16,0-5 0 0,2 3 0 15,1-7 0-15,1 1 0 0,1-3-39 0,0-2-263 16,2-5-81-16,-6 4-68 0,6-4-52 15,0 0-74-15,0 0-86 0,0 0-130 16,10-29 61-16,-3 11-543 0,5-9-734 16</inkml:trace>
  <inkml:trace contextRef="#ctx0" brushRef="#br0" timeOffset="184314.12">25078 1552 3287 0,'-15'-9'-62'0,"3"4"63"0,3 0 61 16,4 1 57-16,5 4 36 0,-11-6 30 15,11 6 18-15,0 0-5 0,0-7-8 0,0 7-11 16,18-6-21-16,1 2-14 0,4 0-15 16,3 0-19-16,10 0-48 0,1-1-58 15,3 1-73-15,-8 0-75 0,-7 4-68 0,2 0-57 16,-6 2-74-16,-2 0-107 0,-5 2-163 16,-3 7 31-16,-6-1-249 0,1 3-316 15</inkml:trace>
  <inkml:trace contextRef="#ctx0" brushRef="#br0" timeOffset="184497.37">24909 2081 2402 0,'-23'14'80'0,"6"-3"35"15,4-1 48-15,2-3 79 0,4-2 50 16,3 0 44-16,4-5 18 0,-3 5 2 16,3-5-27-16,0 0-26 0,0 0-26 0,39-7-34 15,-21 2-27-15,7 0-19 0,-3 0-60 16,3-1-64-16,0 2-60 0,0-2-80 15,2 1-81-15,-4 2-92 0,-1-2-97 16,-3 1-100-16,1 2-146 0,-5 1-117 0,-4-2 52 16,1 3-362-16,-1 0-484 0</inkml:trace>
  <inkml:trace contextRef="#ctx0" brushRef="#br0" timeOffset="184929.87">25621 1999 2711 0,'0'0'93'16,"8"-5"75"-16,-8 5 25 0,0 0 18 0,0 0 7 16,0 0 16-16,0 0 37 0,0 0 15 15,0 0-3-15,5 13-9 0,-5-13-9 16,-7 16-8-16,3-8 1 0,-1 3-10 16,-4 1-12-16,-2-1-13 0,4 1-12 0,-2 0-20 15,-1 1-15-15,-2-3-17 0,1 2-15 16,3-3-11-16,1-1-16 0,-1-1-9 15,3-2-4-15,1 2 6 0,4-7-3 0,-8 4-12 16,8-4-4-16,0 0-75 0,0 0-16 16,3-21 0-16,8 6 0 0,2-3 0 0,6-3 0 15,2 3 0-15,1-1 0 0,-4 5 0 16,-1 3 0-16,-2 1 0 0,0 2 0 16,1 1 0-16,-1 4 0 0,-2 1 0 15,-2 2 0-15,3 0 0 0,-1 4 0 16,-2 0 0-16,1 4 0 0,-1 0 0 0,0 5 0 0,-4-1 0 15,-1 0 0-15,-1 1 0 16,-1 1 0-16,-4-2 0 0,2 3 0 0,-2-1 0 16,-2-2 0-16,2 0 0 0,-4-2 0 15,2 0-14-15,0 2-327 0,2-1-91 0,-1-3-97 16,-3 3-129-16,2-5-175 0,0 0 20 16,2-6 82-16,2 8-575 0,-2-8-764 15</inkml:trace>
  <inkml:trace contextRef="#ctx0" brushRef="#br0" timeOffset="185314.08">26118 1964 3381 0,'7'-11'-117'0,"-1"-1"49"0,-3 1 50 0,1 3 51 0,0-1 34 0,-3 2 43 16,3 2 30-16,-4 5 5 0,4-12-9 0,-4 12-14 15,0-6-14-15,0 6 9 0,0 0-6 16,0 0-1-16,0 0-13 0,0 0-2 15,-33 10-11-15,24-4-2 0,0 3-7 0,2 0-9 16,-5 1-5-16,2 2 12 0,5 0 33 16,-4 1 23-16,6-1 18 0,-1 0 15 0,2 1 2 15,2-1 4-15,0 2-30 0,0-3-1 16,6 9 8-16,-3-3-12 0,2 0-16 16,3 3-11-16,-5-1-15 0,6 0-9 15,-3-2-7-15,2-2-4 0,-2-1-8 16,-2-2-12-16,-1-2 7 0,1 2-10 0,0-5 3 15,-3 0 9-15,-1 0 20 0,0-7 4 16,-3 10 1-16,-3-6-4 0,6-4-7 0,-14 8-11 16,0-5-7-16,1-3-5 0,-5 0-8 15,2 0-34-15,-6-3-56 0,-3-2-57 0,4-4-77 16,-8-3-82-16,5-3-98 0,5 0-114 16,0-4-138-16,9-2-207 0,7 4 29 15,-1 0 90-15,8 2-517 0,3-3-682 0</inkml:trace>
  <inkml:trace contextRef="#ctx0" brushRef="#br0" timeOffset="186014.94">26304 2040 3334 0,'0'0'47'0,"0"0"56"0,9-4 33 0,-9 4 24 15,0 0 25-15,0 0 13 0,0 0 19 16,0 0 11-16,22 6-11 0,-22-6-15 15,11 6-15-15,-4-3-21 0,2 0-9 0,-9-3-18 16,20 6-17-16,-13-6-11 16,-7 0-11-16,18 3-6 0,-18-3-2 0,11 0-12 15,-11 0-9-15,0 0 3 0,17 0-14 16,-17 0 0-16,0 0-11 0,6-9-3 0,-6 9-8 16,0 0-4-16,0 0 0 0,-13-14-14 15,13 14-2-15,-18-4-1 0,6 4 4 16,12 0-3-16,-36 6-3 0,22 0 10 0,-6 2 10 15,4 1 5-15,0 3 3 0,1 0 15 16,-1-1 5-16,5 5 15 0,4-2 10 0,0 1 6 16,6 0 21-16,2 2 3 15,6-1-5-15,4 1-11 0,5-3-7 0,6 1-12 16,5-1-7-16,5-2-8 0,-2-4-21 16,-3-3-47-16,0-3 0 0,0-2 0 15,-4 0 0-15,1-4 0 0,-1-1 0 0,-2 1 0 16,-4-4 0-16,2-2 0 0,-3-2 0 15,-3-3 0-15,-2-2 0 0,-1-2 0 0,1-8 0 16,-3 3 0-16,-5 3 0 0,4 2 0 16,-3 1 0-16,-3 4 0 0,-1-1 0 0,-1 3 0 15,-3 3 0-15,-3-1 0 0,2 4 0 16,-3 0 0-16,7 0 0 0,-5 1 0 0,6 5 0 16,-5-6 0-16,5 6 0 0,-2-8 0 15,2 8 0-15,0 0 0 0,13-7 0 16,0 4 0-16,2-1 0 0,5 2 0 15,0 2 0-15,-1-1 0 0,-2 1 0 16,-1 0 0-16,-3 1 0 0,2 3 0 0,-4-1 0 16,0 4 0-16,-4 0 0 0,0 4 0 15,-1 2 0-15,-2-1 0 0,-4 3 0 0,0 3 0 16,-2 1 0-16,-4 3 0 0,3 1 0 16,-3-2 0-16,1 0 0 0,-2-4 0 0,3 1 0 15,1-3 0-15,-1-1 0 0,0-4 0 16,2-2 0-16,1 1 0 0,1-1 0 15,-2-2 0-15,0-1 0 0,2-5 0 0,-2 10 0 16,2-5 0-16,0-5 0 16,-7 7 0-16,7-7 0 0,-1 6-900 0,1-6-103 15,-10 2 104-15,10-2-934 0,0 0-1259 16</inkml:trace>
  <inkml:trace contextRef="#ctx0" brushRef="#br0" timeOffset="187112.95">27380 1349 5198 0,'6'-21'-123'0,"-4"5"62"0,0 3 55 0,0 5 45 0,-2 1 35 0,0 0 11 0,0 7-6 0,0-7-11 15,0 7 17-15,0 0 34 0,-12 28 19 16,1 4 6-16,-6 16 20 0,-4 8-3 16,-2 8 14-16,-3 21 5 0,-7-5-5 15,1 1-13-15,0-1-21 0,-4-1-8 16,8 0-17-16,2-19-7 0,-1-2-10 0,2-3-11 15,0-7-3-15,6-4-12 0,0-11-5 16,4-4-8-16,2-4-2 0,1-7-10 0,4-4-1 16,3-3-4-16,-1-1-3 0,4-5-9 15,2-5-11-15,-3 5-13 0,3-5-18 0,0 0-16 16,0 0-15-16,11-21-11 0,-4 8-15 16,7-16-3-16,-1 0 0 0,1-3 3 15,-5-2 9-15,0 0 5 0,-5 6 11 0,1 6-2 16,-8 2-1-16,1 3 6 15,-2 1 0-15,-5-1 6 0,0 5 10 0,-5-1 5 16,1 7 6-16,-1-2 23 0,3 2 0 16,2 2 5-16,-1-1 1 0,2 3-2 0,8 2 6 15,-9-4 11-15,9 4 5 0,0 0 17 16,0 0-3-16,0 0-3 0,31-8-1 16,-9 2-4-16,13-3-4 0,3 1-3 0,1-1-5 15,6 0-5-15,4-6-1 0,1 1-4 16,-9 6 5-16,-5-1-8 0,-5 5-5 0,-8 0-1 15,-4 0 7-15,-4 4 9 16,-1 0 14-16,-1 4 8 0,-1 2 13 0,-3 3 9 16,-2 3-69-16,-5 2-2 0,2 3 0 15,-4 4 0-15,-4 1 0 0,2 1 0 0,-3 2 0 16,-1-1 0-16,3-1 0 0,-6-2 0 16,6-1 0-16,-5-5 0 0,5 0 0 15,-1-3 0-15,0-3 0 0,2 1 0 0,1-3-31 16,-2-2-271-16,3-5-87 0,-4 7-94 15,4-7-82-15,0 0-122 0,0 0-144 0,0 0 64 16,16-29-640-16,-5 10-858 0</inkml:trace>
  <inkml:trace contextRef="#ctx0" brushRef="#br0" timeOffset="187280.27">27585 1838 3645 0,'-2'-11'-38'0,"2"3"80"0,-2 1 73 0,2 7 60 0,0-12 42 0,0 12 38 0,-2-8 8 0,2 8 0 15,0-9-18-15,0 9-28 0,0 0-13 0,-3-12-38 16,3 12-54-16,0 0-79 0,0 0-92 16,0-8-113-16,0 8-92 0,0 0-89 0,0 0-141 15,0 0-232-15,3 24 62 0,-3-24 80 16,2 22-300-16,-2-5-366 0</inkml:trace>
  <inkml:trace contextRef="#ctx0" brushRef="#br0" timeOffset="188048.19">27938 2023 2701 0,'-16'-10'132'16,"-2"-1"55"-16,4 5 34 0,-2 0 42 0,-1 1 27 16,0 2 10-16,0-1-12 0,-1 4-1 15,1 0-20-15,-2 2-9 0,2 3-7 16,-2-2-16-16,2 6-9 0,4 1-19 0,-5 2-13 15,7 3-18-15,1-1-10 16,3 3-18-16,-1 5-13 0,6-7-9 0,2 1-15 0,0-3-8 16,2 4-8-16,4-3-13 15,-1-2-5-15,1 0-7 0,0-3-6 0,2-1-5 16,1-3-6-16,5 2-3 0,-3-2-5 16,0-3-4-16,3-2-1 0,-14 0-4 15,29-4-7-15,-17-4 1 0,4 1-1 0,-1-5-3 16,-1-2-1-16,-3 1-2 0,-2-4 1 15,1 0-3-15,-4-3-21 0,-1 4 0 0,-5-1 0 16,0 0 0-16,0 3 0 0,-3-1 0 16,-1 1 0-16,-1-1 0 0,-4 5 0 15,2 2 0-15,-1 0 0 0,1 3 0 0,-5 2 0 16,12 3 0-16,-18-2 0 0,18 2 0 16,-24 10 0-16,14-6 0 0,3 4 0 15,-2 0 0-15,3-2 0 0,2 5 0 16,4-3 0-16,0 2 0 0,4-3 0 0,2 1 0 15,1 0 0-15,2-2 0 0,5-3 0 16,3 3 0-16,2-4 0 0,2 0 0 0,1-2 0 16,3-4 0-16,2 0 0 0,2 2 0 15,5-5 0-15,-7 2 0 0,-10 0 0 16,0 5 0-16,-5 0 0 0,-12 0 0 0,20 5 0 16,-9-2 0-16,-6 3 0 0,1 1 0 15,-3 3 0-15,3 2 0 0,-1-3 0 0,-4 5 0 16,-1 0 0-16,2-2 0 15,-2 0 0-15,2-2 0 0,-2 0 0 0,2-3 0 16,0 2 0-16,-2-9 0 0,3 9 0 16,-1-5 0-16,-2-4 0 0,11 2 0 15,-11-2 0-15,29-6 0 0,-11 0 0 0,3-1 0 16,-3 1 0-16,4-6 0 0,-6 10 0 16,0-5 0-16,-3 2 0 0,-1 0 0 0,-1 1 0 15,-4 2 0-15,-7 2 0 0,18-4 0 16,-18 4 0-16,16 0 0 0,-16 0 0 15,18 0 0-15,-18 0 0 0,19 8 0 0,-7-4 0 16,0-1 0-16,-3 2 0 0,2-1 0 16,-4-1 0-16,3-1 0 0,-2 4 0 15,-1-2 0-15,2-2 0 0,-4 1 0 0,1 0 0 16,-6-3-258-16,9 6-655 0,-9-6-61 16,10 1 105-16,-10-1-892 0,0 0-1191 15</inkml:trace>
  <inkml:trace contextRef="#ctx0" brushRef="#br0" timeOffset="188447.03">29439 1996 4483 0,'-16'-6'-69'0,"-1"4"81"0,2 2 51 0,0 0 56 0,-4 2 55 0,-3 2 45 15,-8 4 30-15,-3 4 4 0,7 1-5 0,0 0-10 16,5 1-9-16,3-3-9 0,1 1-11 16,4 5-12-16,1-5-10 0,1 5-9 0,7-5-14 15,0 1-13-15,4-1-10 0,0 2-9 16,4 0-11-16,6-3-15 0,3 2-5 16,3-5-35-16,-2-1-66 0,6 0 0 15,-4-6 0-15,2 3 0 0,1-2 0 16,-2-4 0-16,2-5 0 0,-4 1 0 0,5-5 0 15,1-6 0-15,-3-4 0 0,0-3 0 16,-9 2 0-16,-3 1 0 0,-3-2 0 0,-3 3 0 16,0-1 0-16,-3 6 0 0,-7-3 0 15,3 2 0-15,-9 4 0 0,3 3 0 0,-2 3 0 16,-2 2 0-16,-1 2 0 0,6 4 0 16,-6 2-476-16,3 2-200 0,7 3-172 15,2 0-49-15,6-2 102 0,6 1-735 0,4 4-975 16</inkml:trace>
  <inkml:trace contextRef="#ctx0" brushRef="#br0" timeOffset="188929.84">29534 2285 4299 0,'0'0'72'16,"0"0"67"-16,0 0 55 0,0 0 46 16,0 0 42-16,0 0 13 0,19-9 7 0,-19 9-4 15,6-11-4-15,-1 5-14 0,-1 2-8 16,2-2-17-16,-1-2-15 0,2 2-24 15,-7 6-18-15,11-11-17 0,-6 2-47 0,1-1-134 16,0-2 0-16,0-4 0 0,-2 1 0 16,1-6 0-16,-1 1 0 0,-2-4 0 15,-2 2 0-15,0-1 0 0,0 0 0 0,-4 1 0 16,-2 0 0-16,-1 3 0 0,-1 0 0 16,-3 2 0-16,-2 4 0 0,-1 1 0 15,3 2 0-15,-1 3 0 0,4 0 0 0,1 0 0 16,1 3 0-16,1-2 0 0,-2 4 0 15,7 2 0-15,0 0 0 0,0 0 0 16,12-9 0-16,1 8 0 0,7 1 0 0,3-2 0 16,3 0 0-16,0 2 0 0,1 0 0 15,0 2 0-15,-6-2 0 0,-2 2 0 0,-2 1 0 16,3 1 0-16,-5 1 0 0,2 7 0 16,-4-2 0-16,1 5 0 0,-5 4 0 0,0 0 0 15,-3 1 0-15,0 5 0 16,0-4 0-16,-1 5 0 0,-3-3 0 0,2 0 0 15,-4-3 0-15,4 4 0 0,-4-6 0 16,2 2 0-16,-1-3 0 0,-1-4 0 16,2-1 0-16,0 2 0 0,-2-5 0 0,0 1 0 15,0-2 0-15,0-1 0 0,0 3-297 16,-4-4-364-16,-1 2-183 0,-3-1-67 0,-9 3 97 16,-3 1-772-16,-15 1-1028 0</inkml:trace>
  <inkml:trace contextRef="#ctx0" brushRef="#br0" timeOffset="189746.97">25252 2363 4525 0,'4'-23'-69'0,"-4"6"77"0,1 3 70 0,-1 1 53 0,2 5 41 16,-2 0 5-16,0-1 6 0,0 9-3 0,0 0 39 16,0 0 48-16,-16 19 16 0,-2 10-8 15,-9 16-5-15,1 7 4 0,-3 4-8 16,2 4-21-16,3 0-29 0,3 2-18 0,0-6-20 15,4 0-63-15,1-5-115 0,3-3 0 16,5-13 0-16,-1-1 0 0,3-9 0 16,4-7 0-16,-1-1 0 0,1-5 0 15,0-2 0-15,2-2 0 0,0-8 0 0,2 7 0 16,-2-7 0-16,0 0 0 0,0 0 0 16,16-17 0-16,-10 5 0 0,1-5 0 0,-4-5 0 15,3-2 0-15,-4-4 0 0,-4-12 0 16,-6 1 0-16,3 3 0 0,-7 0 0 15,-3 7 0-15,-3 4 0 0,-5 4 0 0,-3 8 0 16,2 5 0-16,-3 7 0 0,0 4 0 16,-7 6 0-16,1 5 0 0,3 6 0 15,1 2 0-15,6 6 0 0,4 1 0 16,6 1 0-16,4 1 0 0,4-5 0 0,5-3 0 16,7-2 0-16,2 8 0 0,5-4 0 15,6-4 0-15,-1-8 0 0,0-2 0 0,2-5 0 16,-2-4 0-16,2 0-95 0,2-4-226 15,2-3-91-15,5-4-90 0,4-2-107 0,2-2-147 16,1-2-61-16,0-2 84 0,8-4-609 16,1-1-798-16</inkml:trace>
  <inkml:trace contextRef="#ctx0" brushRef="#br0" timeOffset="190129.01">25404 2853 3930 0,'-5'2'32'0,"5"-2"48"0,-12 4 33 0,12-4 30 0,0 0 19 0,0 0 23 0,0 0 26 16,0 0 16-16,0 0 13 0,0 0-5 0,0 0-15 15,0 0-22-15,25 4-26 0,-25-4-14 16,0 0-8-16,25-4-20 0,-16 0-10 0,3-2-15 16,-3-1-12-16,0 3-10 0,0-4-8 15,-2 0-3-15,1-1-6 0,-5-1-9 16,1 2-6-16,-2-1-12 0,-4 0-2 15,2 9-4-15,-7-11-10 0,-1 7-5 16,8 4 6-16,-25 0-1 0,8 4-5 0,-4 1-3 0,-2 3-2 16,-4 8 13-16,2 1-3 15,1 1 1-15,7-2 0 0,3 0 6 0,3-2-8 16,4 4 1-16,1-2-5 0,1-1-2 16,5-1 0-16,5-3-4 0,1 3-1 0,1-1-1 15,2-3-22-15,5-2-41 0,3 1-43 16,-2-1-38-16,2-8-46 0,8 2-68 15,-4-4-81-15,6 2-86 0,-2-6-73 0,7-1-85 16,2-5-56-16,-1 0-95 0,-5-5 59 16,-1 0-444-16,0-5-578 0</inkml:trace>
  <inkml:trace contextRef="#ctx0" brushRef="#br0" timeOffset="190362.29">25888 2495 2862 0,'0'-14'10'15,"2"0"87"-15,-2 6 61 0,-2 2 48 16,2 6 29-16,0-10 20 0,0 10 9 0,0 0 12 15,0 0 52-15,0 0 13 0,-17 17 8 16,2 7-2-16,-1 9-12 0,-4 9-17 0,-1 8-25 16,1 4-27-16,4 1-24 0,-4-1-27 15,3 4-17-15,0 0-20 0,2 2-22 16,0-7-40-16,4-2-34 0,0-12-36 0,2-5-47 16,4 0-51-16,1-11-75 0,-1-5-67 15,4-4-38-15,1-3-57 0,1-6-66 0,4-4-80 16,-5-1-76-16,15-1-96 15,-1-6-143-15,0-4 22 0,11-9-596 0,0-1-780 16</inkml:trace>
  <inkml:trace contextRef="#ctx0" brushRef="#br0" timeOffset="190762.83">26046 2917 3566 0,'0'0'-29'0,"0"0"43"0,0 0 47 0,-14 24 39 15,14-24 32-15,0 0 29 16,0 0 15-16,5 5 15 0,-5-5-14 0,8 6-5 0,-8-6-9 16,12 4-13-16,-12-4-8 15,16 2-13-15,-16-2-11 0,20 0-9 0,-20 0-8 16,20-6-3-16,-8 2-16 0,-1 2-11 16,-2-3-1-16,3-5-5 0,-1 2 10 15,-3-1 10-15,-5 0-13 0,4 0-1 0,-7 1-7 16,0-2-7-16,0 10-14 0,-14-9-2 15,3 7-9-15,-5 0 0 0,0 4-4 0,-7 2-1 16,-2 1-7-16,-10 7 6 0,5 0-10 16,-1 5-2-16,3 0 1 0,3-1 1 0,0 4-3 15,8-3 7-15,3-3 3 16,2 1 5-16,0 0-7 0,6-1 5 0,0 0-6 16,6-2-4-16,0-1 0 0,2 2 5 15,7-5-7-15,2 2-37 0,2-5-36 16,2 1-38-16,7-5-51 0,-2 1-59 0,7-4-51 15,7-5-57-15,5 2-51 0,0-5-58 16,-3-4-58-16,11-1-76 0,-13 0-92 0,0-2 49 16,-5-4-346-16,-1 1-425 0</inkml:trace>
  <inkml:trace contextRef="#ctx0" brushRef="#br0" timeOffset="191280.25">26638 2467 2614 0,'5'-19'37'0,"-3"6"56"0,-2-1 58 15,-2 3 45-15,0 7 34 0,2 4 19 0,-3-7 17 16,3 7 23-16,0 0 24 0,-22 13 16 16,10 1 4-16,-6 13-3 0,-3 11 0 0,-2 9-18 15,0-1-26-15,0 7-29 0,0 2-21 16,2 1-24-16,-1 1-21 0,-1-3-18 0,3 1-20 16,6-1-25-16,0-6-30 0,4-11-42 15,-1-1-27-15,5-3-31 0,-1-9-26 16,1-3-19-16,0-8-16 0,3-1-3 15,1-4-17-15,0 0-19 0,2-8-25 16,-2 6-10-16,2-6-15 0,0 0-15 0,0 0-5 16,0 0 3-16,8-22 9 0,-8 10 20 15,1-5 12-15,1 0 13 0,-2 1 16 0,0 2 25 16,-2-4 27-16,1 2 25 0,-3 6 15 16,-3 0 11-16,2 1 11 0,-1 4 13 0,1-1 7 15,-3 2 8-15,8 4 9 0,-6-7-7 16,6 7 5-16,0 0 9 0,-6-5 20 0,6 5 13 15,0 0-5-15,18-8-1 0,-3 2-4 16,2-4-4-16,16 0-16 0,-3-2 0 0,2-4-3 16,-1 4 6-16,-1 1-16 0,-6 1 19 15,-6 4 12-15,-4 2-3 0,-3 0 12 16,1 4 20-16,-12 0 22 0,18 6 4 16,-14 2-5-16,0 4-7 0,-1-1-12 0,-3 5-11 15,-3 1-9-15,-1 5-60 0,-1 11-31 16,-3-3 0-16,1 1 0 0,-2-7 0 15,2-4 0-15,2-2 0 0,-5 1 0 0,7-5 0 16,-2-4-65-16,-1-1-130 0,5-1-54 16,-1-3-59-16,2-5-75 0,0 0-72 0,0 0-58 15,0 0-72-15,0 0-99 0,0 0-48 16,15-22 65-16,-3 5-474 0,2-11-609 16</inkml:trace>
  <inkml:trace contextRef="#ctx0" brushRef="#br0" timeOffset="191446.36">26677 2888 3084 0,'2'-10'3'0,"-2"3"70"0,0-1 54 0,0 8 50 0,-2-14 36 0,2 14 26 0,-1-11 18 0,1 11 11 16,0-13-4-16,0 13-11 0,-2-8-22 15,2 8-23-15,-2-10-22 0,2 10-17 0,-2-9-70 16,2 9-69-16,0 0-95 0,0-9-97 16,0 9-129-16,0 0-131 0,11-5-181 0,-11 5-97 15,9 2 74-15,-9-2-399 0,18 9-498 16</inkml:trace>
  <inkml:trace contextRef="#ctx0" brushRef="#br0" timeOffset="192178.43">27076 2896 3137 0,'-22'-8'178'0,"2"5"37"0,-1 0 43 16,0 3 45-16,-6 2 37 0,-9 4 4 0,0 4 3 15,2 1-7-15,-1 3-9 0,5 2-15 16,1 1-16-16,8 2-23 0,2 1-21 0,7-1-23 16,5 0-19-16,3 1-18 15,3-1-22-15,2 0-20 0,1-2-19 0,6 3-8 0,1-4-111 16,3 0-16-16,-1-1 0 16,7-4 0-16,-4 1 0 0,6-4 0 0,0-2 0 15,-2-3 0-15,1-1 0 0,-1-4 0 16,2 2 0-16,-4-4 0 0,6-7 0 15,3-3 0-15,0-7 0 0,-7-4 0 0,1 0 0 16,-6-4 0-16,1 0 0 0,-5-2 0 16,-3 4 0-16,-6 3 0 0,0 5 0 0,-6-4 0 15,-1 5 0-15,-2-3 0 0,-3 5 0 16,-5 3 0-16,2 2 0 0,-2 4 0 0,-1 4 0 16,-1 4 0-16,0 3 0 0,-2 4 0 15,2 2 0-15,0 1 0 0,0 9 0 16,2-7 0-16,5 3 0 0,7-4 0 15,1-3 0-15,0 4 0 0,4-4 0 0,6 0 0 16,-1-1 0-16,8 2 0 0,-1-3 0 16,6-4 0-16,0 0 0 0,4-1 0 0,-1-2 0 15,3-2 0-15,1-3 0 0,2 0 0 16,-2-2 0-16,5-1 0 0,-3-2 0 0,-4 6 0 16,-6 1 0-16,-2-3 0 0,-2 2 0 15,1 3 0-15,-5 1 0 0,-9 0 0 16,22 7 0-16,-13-1 0 0,-2-1 0 0,1 3 0 15,-2 2 0-15,0-1 0 16,-3 1 0-16,3 2 0 0,-2-3 0 0,-3 1 0 16,5-2 0-16,-4-1 0 0,2 0 0 15,-2 0 0-15,-2-7 0 0,8 8 0 0,-1-3 0 16,-7-5 0-16,21 1 0 0,-6-1 0 16,6 0 0-16,1-1 0 0,-4-2 0 0,1 0 0 15,-1 1 0-15,-1-1 0 0,-2 3 0 16,-4-2 0-16,-11 2 0 0,22-3 0 0,-22 3 0 15,14-2 0-15,-14 2 0 0,20 2 0 16,-20-2 0-16,13 0 0 0,-13 0 0 0,16 0 0 16,-16 0 0-16,12 1 0 0,-12-1 0 15,0 0 0-15,18 2 0 0,-11-2 0 0,-7 0 0 16,13-2-394-16,-13 2-633 16,16-1 91-16,-16 1 110 0,15-2-877 0,-15 2-1138 15</inkml:trace>
  <inkml:trace contextRef="#ctx0" brushRef="#br0" timeOffset="192412.27">28207 3026 4986 0,'-13'-2'47'0,"1"-1"52"0,12 3 50 0,-13-3 48 0,13 3 27 0,-7-4 0 15,7 4-18-15,0 0-15 0,0 0-22 16,0 0-18-16,0 0-33 0,40-2-68 0,-19 2-69 16,6 0-69-16,1 2-65 0,-2 0-91 15,5-2-92-15,-4 2-96 0,-1-2-131 0,-1-2-186 16,-2 2 62-16,-2-2-517 0,-4 0-668 16</inkml:trace>
  <inkml:trace contextRef="#ctx0" brushRef="#br0" timeOffset="192695.87">28512 2859 3446 0,'-5'-4'100'15,"5"4"45"-15,-8-8 42 0,8 8 31 16,0 0 38-16,0 0 36 0,0 0-8 0,0 0 4 16,27 15-4-16,-16-6-8 0,-2 2-18 15,3 1-14-15,-1 5-2 0,2 1-9 0,-4 1-7 16,-2 3-12-16,0-3 0 0,-3 4-12 15,1-2-3-15,-3-2-10 0,-6 3-7 0,1-3-170 16,-1 1-12-16,-1-3 0 0,-2 0 0 16,-3 1 0-16,-2-3 0 0,3-1 0 15,-2-3 0-15,-3-3 0 0,1-2 0 0,-1 0 0 16,1-1-69-16,0-1-426 16,0-3-154-16,-1-1-206 0,-1 0-12 0,4 2 93 15,-1-2-750-15,12 0-970 0</inkml:trace>
  <inkml:trace contextRef="#ctx0" brushRef="#br0" timeOffset="193662.31">29349 2900 3911 0,'11'6'-164'0,"-11"-6"70"0,6 4 60 0,-6-4 55 0,0 0 56 0,0 0 43 0,10 3 34 16,-10-3 17-16,0 0 18 0,0 0 12 16,0 0 3-16,0 0 8 0,0 0-3 15,0 0-6-15,0 0-11 0,0 0 0 16,0 0-12-16,0 0-4 0,15-8-17 0,-15 8-11 15,0-11-11-15,0 11-14 0,0-16-11 16,0 9-13-16,-4-2-10 0,2 0-20 0,-1 2-10 16,-3-1-1-16,0 0-22 0,-2 0-17 15,-3 4-15-15,-5 1-11 0,3 1-9 16,13 2-11-16,-32 5-12 0,14 1-6 0,2 4-3 16,-2 2 7-16,5 1-5 0,0 3 4 15,1 1-2-15,7 2 7 0,-1 1 6 16,6-1 0-16,4 4 5 0,0-1 2 0,5 7 2 15,5 4 3-15,1-3 10 0,0-1 9 16,2-3 16-16,1-1-3 0,-2-1 8 16,0-7 13-16,-3 0 15 0,-3-5 16 15,-3-1 20-15,3 1 18 0,-5-2 26 0,-1-2 9 16,0-1 18-16,-2 0 13 0,2 0 8 16,-4-7 2-16,-4 13-6 0,0-8-167 0,-4 1-6 15,-3 1 0-15,-5 0 0 0,2-1 0 16,-8 0 0-16,1-2 0 0,-1 0 0 0,-1-1 0 15,4 1 0-15,0-2 0 0,2-2 0 16,0-2 0-16,-1-2 0 16,5-3 0-16,3 3-212 0,1-7-235 0,3 3-98 15,5-3-126-15,1 1-209 0,1-2 73 16,7 0 92-16,3-1-616 0,6-1-788 0</inkml:trace>
  <inkml:trace contextRef="#ctx0" brushRef="#br0" timeOffset="194328.46">29843 3167 3868 0,'0'0'122'0,"-12"-2"38"0,12 2 27 0,0 0 30 0,0 0 35 0,0 0 26 15,-13-2 4-15,13 2-5 0,0 0-18 0,0 0-10 16,0 0-22-16,-6-4-20 0,6 4-21 15,0 0-17-15,0 0-16 0,0 0-17 16,0 0-14-16,0 0-11 0,19-12-16 16,-19 12-17-16,10-5-15 0,-10 5-12 0,7-6-10 15,-7 6-11-15,8-9-16 0,-8 9-17 16,4-9-9-16,-4 9-20 0,0-8-4 0,0 8-14 16,0 0-2-16,-14-7-3 0,14 7 4 15,-27 4 3-15,13 2 11 0,-8 3-2 16,-3 5 7-16,-1 1-3 0,2 1 8 0,6-3-9 15,5-1 11-15,1 2-7 0,3-3 0 16,5 2-3-16,2-1 3 0,2 0-2 0,4 0 3 16,3 0-5-16,1-1-1 15,2 1 3-15,3-1 3 0,5-4-1 0,0 0 5 16,3-2-5-16,2-1 2 0,4-1 4 16,-7-3 5-16,7-1-1 0,-2-3 9 0,0-1 25 15,0-2 8-15,4-2 19 0,-1-2 12 16,-4-5 13-16,3-1 0 0,-2-1 1 0,-2-1 11 15,-3 0 5-15,4-2 4 0,-5-1 3 16,-1 0 9-16,-2 7-8 0,-3 3 5 0,-5 1 5 16,4 3 10-16,-5 2 5 15,-1-1-4-15,2 0-8 0,-5 4-97 0,-3 3-5 16,12-6 0-16,-12 6 0 0,0 0 0 16,21 10 0-16,-12 1 0 0,-1 3 0 15,2 1 0-15,-3 5 0 0,0-3 0 0,0 1 0 16,-3-1 0-16,-3-1 0 0,-1-3 0 15,0 3 0-15,-5-1 0 0,-2-3 0 0,2 2 0 16,-6 1 0-16,-3-3 0 0,1 0 0 16,-5-1 0-16,2 0 0 0,-5-3 0 0,-1-2 0 15,4-2 0-15,-3 1 0 0,-1-3 0 16,2-1 0-16,2-1 0 0,2-1 0 16,-2-5 0-16,4 1 0 0,0-3 0 15,3-1 0-15,7 1-696 0,1-5-151 16,3 2-78-16,8-1 92 0,0 0-830 0,1 2-1100 0</inkml:trace>
  <inkml:trace contextRef="#ctx0" brushRef="#br0" timeOffset="194862.23">30266 3248 4232 0,'0'0'-140'0,"-6"6"57"0,6-6 51 0,-4 9 59 0,4-9 42 0,0 0 35 0,0 0 23 0,4 10 12 0,-4-10 10 15,7 7 5-15,-7-7 11 0,10 5 16 16,-10-5-2-16,14 4-1 0,-7-1-22 16,-7-3-17-16,18 3-6 0,-18-3-15 15,18 2-9-15,-18-2-5 0,18-2-20 0,-18 2-3 16,12-6-17-16,-3 4-19 0,-9 2-30 16,11-12-19-16,-6 3-23 0,1-1-14 0,-1-4-18 15,0-1-7-15,1-2-3 0,-3-5 2 16,1 5 7-16,-4-3 6 0,2 1 1 0,-2 3 12 15,-2-2 13-15,-2 7 7 0,3-4-1 16,-5 7 2-16,-2 1 1 0,-2 0 0 16,-1 4 1-16,3 1 4 0,8 2-1 15,-17 2 3-15,17-2 0 0,0 0 4 16,-15 5 4-16,15-5 8 0,0 0 6 0,0 0 6 16,0 0 2-16,25 12 9 0,-10-12 3 15,4 0 7-15,-2-2 17 0,7 0 19 0,-4-1 18 16,-3 1 8-16,5-1 27 0,-8 1 2 15,-3 2 18-15,3 0 7 0,-14 0 8 0,23 3 4 16,-15 1 9-16,1 5-1 0,-3-1-6 16,0 5-14-16,-2 3-16 0,-2 1-13 15,-1 2-15-15,-1 1-37 0,0 0-72 0,0 1 0 16,0-4 0-16,-1 3 0 16,1-1 0-16,0 0 0 0,0-6 0 0,-2 1 0 15,2-3-32-15,-2-1-176 0,2-2-51 16,0 2-58-16,0-4-60 0,2 0-61 0,0-2-85 15,-2-4-126-15,9 5-138 0,-9-5 70 16,14 0-604-16,-14 0-778 0</inkml:trace>
  <inkml:trace contextRef="#ctx0" brushRef="#br0" timeOffset="195561.27">31032 3059 3455 0,'-17'0'-21'0,"-3"-2"58"0,1 2 39 0,1 5 46 0,-7 0 33 0,-6 6 27 15,1 6 12-15,-3 1 0 0,8 1-12 0,0 2-12 16,7-1-17-16,4-2-16 0,3-1-9 16,4 0-11-16,0-1-12 0,3-3-14 0,4-1-5 15,0 2-11-15,4-5-20 0,5 3-17 16,-2-6-32-16,4 3-22 0,3-4-27 15,-1-3-18-15,3-1-21 0,4-2-15 0,3-5-21 16,7-4-8-16,5-2-16 0,2-11-11 16,4-3 1-16,-1-7 2 0,-2-5 4 0,2-5 10 15,6-20 15-15,0-2 9 16,-3-10 15-16,3-3 12 0,-6-2 13 0,0-2 22 16,-3-2 21-16,-7 5 11 0,-9 19 11 15,-6 3 6-15,-2 6 9 0,-5 7-5 0,-7 8 3 16,2 7 2-16,-3 7 1 0,-3 5-1 15,2 2-8-15,-5 6-2 0,1 5 9 16,5 4 10-16,-22 13 12 0,2 9 14 0,-9 14 23 16,3 12 12-16,-3 11 27 0,-2 22 8 15,3 4 6-15,1-2 3 0,4 3-3 0,6-17-1 16,3 1-11-16,2-2-6 16,-1-2-8-16,8-4-8 0,-1-8-8 0,5-8-7 15,-1-9-1-15,2-10-2 0,0-4 5 16,3-6 16-16,1-3 15 0,3-3 6 15,6-2-2-15,-2-5 8 0,2 1 11 0,4-5 12 16,1-2 12-16,2-7 10 0,7-5 2 16,0-3-6-16,1-1-9 0,-5 1-1 0,-3 5-7 15,-6 1 0-15,-4 5-7 0,-2-2-15 16,-1 4-13-16,-7 4-12 0,0 0-3 0,0 0-7 16,0 0 2-16,2 23-18 0,-5-9-66 15,-3 2 0-15,2-1 0 0,0 0 0 16,2 1 0-16,2-2 0 0,0-3 0 15,2 1 0-15,0-1 0 0,2-1 0 0,2-3 0 16,1 0 0-16,2 0 0 0,3-2 0 16,-1-2 0-16,0 1 0 0,3-3 0 15,1 1 0-15,-1-1 0 0,1-1 0 0,-15 0 0 16,23 0 0-16,-14 0-193 0,-9 0-260 16,20 2-107-16,-13-4-159 0,-7 2-167 0,0 0 90 15,14 4-763-15,-14-4-1002 0</inkml:trace>
  <inkml:trace contextRef="#ctx0" brushRef="#br0" timeOffset="195910.46">32281 3699 4655 0,'-34'-11'116'0,"-7"1"46"0,-17-2 65 0,-8 1 52 0,-9-1 27 0,-6 4 4 0,-32-1-13 0,-9 7-14 0,-7 2-12 16,-7 9-12-16,-6 1-14 0,-5 7-8 0,-2 1-9 16,-5 4-5-16,-4 3-130 0,-39 13-93 15,54-9 0-15,1 2 0 0,13 2 0 0,12 2 0 16,10-1 0-16,13 0 0 16,8 2 0-16,27-6 0 0,9 0 0 0,1-2 0 15,8-1 0-15,4-3 0 0,8-7 0 16,3 0 0-16,9-3 0 0,-1-4 0 0,7-3 0 15,0 1 0-15,3-2 0 0,-1-1 0 16,3-3 0-16,6-2 0 0,-9 1 0 0,9-1 0 16,0 0 0-16,0 0-437 0,-9-12-266 15,9 12-229-15,2-12 68 0,5 2 102 16,-3 0-766-16,1-1-973 0</inkml:trace>
  <inkml:trace contextRef="#ctx0" brushRef="#br0" timeOffset="-205657.49">5203 1388 1209 0,'0'0'332'0,"0"0"-83"0,-5-8-65 0,5 8-45 0,0 0-36 0,0 0-25 15,0 0 29-15,0 0 5 0,0 0 7 16,0 0 4-16,0 0 11 0,-9 21-1 16,9-21 21-16,5 12 35 0,4-6 24 15,2-3 17-15,5 1-2 0,6-2-9 0,4-2-14 16,14-4-20-16,4-3-17 0,-4-5-16 15,14-1-17-15,-3-3-14 0,-3-1-12 16,0 2-13-16,-3-4-8 0,-11 7-8 0,-2-3-13 16,-1 1-6-16,-2 2-7 0,-8 2-13 15,-5 3-18-15,-2-1-24 0,-3 2-33 0,1 0-39 16,-4 4-42-16,-3-2-50 16,-5 4-46-16,11-6-47 0,-11 6-35 0,0 0-45 15,0 0-83-15,0 0-153 0,0 0-44 0,0 0 61 16,0 0-185-16,0 0-234 15</inkml:trace>
  <inkml:trace contextRef="#ctx0" brushRef="#br0" timeOffset="-203057.92">11487 3953 570 0,'17'-11'213'0,"-17"11"-49"0,0 0-11 0,0 0-21 0,0 0-10 0,0 0-16 15,0 0-10-15,0 0-7 0,0 0 0 16,0 0 6-16,0 0 0 0,0 0 4 16,0 0 10-16,0 0 5 0,0 0 3 0,6-9 3 15,-6 9 4-15,0 0-8 0,0 0 3 16,0 0-10-16,0 0-2 0,0 0-14 16,0 0 5-16,0 0 2 0,0 0 7 15,-34 22 4-15,16-10-8 0,-8 5-10 0,-1 2-4 0,2-1-6 16,-1-1 6-16,1-1-9 15,3-3 12-15,8-1-14 0,-1 0-5 16,1-3-5-16,3-1-6 0,3-2-6 0,0 0-9 16,3 1-10-16,-1-2-26 0,6-5-21 15,-9 9-38-15,4-7-33 0,5-2-36 0,0 0-54 16,-5 6-60-16,5-6-71 0,0 0-62 16,0 0-88-16,0 0-87 0,0 0 32 0,0 0-108 15,0 0-112-15</inkml:trace>
  <inkml:trace contextRef="#ctx0" brushRef="#br0" timeOffset="-202790.93">11214 3966 1745 0,'0'0'67'16,"0"-9"25"-16,0 9 19 0,0 0 13 16,-4-8 6-16,4 8-3 0,0 0-11 0,0 0-13 15,0 0 27-15,0 0 15 0,0 0 8 16,0 0-2-16,0 0 11 0,23 23-3 0,-10-11-2 15,12 9-17-15,-2-1-4 0,4 1-14 16,4 0-7-16,-4 0-17 0,1-3-7 0,3 0-8 16,-5-1-7-16,-2-2-9 0,-6-3-11 15,0-2-21-15,-7-1-23 0,-4-1-32 16,3-4-20-16,-4 1-30 0,-6-5-30 16,9 7-42-16,-9-7-52 0,4 3-48 15,-4-3-63-15,0 0-61 0,0 0-111 0,0 0-50 16,0 0-228-16,-23-15-246 0</inkml:trace>
  <inkml:trace contextRef="#ctx0" brushRef="#br0" timeOffset="-201708.15">11411 4013 1900 0,'0'0'-87'0,"7"-8"33"16,-7 8 25-16,8-6 36 0,-8 6 28 0,6-6 24 15,-6 6 15-15,6-5 10 0,-6 5 5 16,0 0 0-16,0 0-5 0,0 0 5 0,0 0 23 15,0 0 17-15,0 0 9 16,-27 12 9-16,7-2 0 0,-6 5 10 0,-3-2-14 16,0 4-1-16,4-4 10 0,0-2-9 15,3-1-10-15,8 1-13 0,-6-3-11 16,7-2-12-16,5 2-7 0,-1-3-8 0,1 0-10 16,3-2-5-16,5-3-3 0,-9 6-7 15,9-6-8-15,0 0-4 0,0 0 1 0,0 0-9 16,0 0-6-16,36-11-16 0,-14 3-10 15,6-4-12-15,5 0-2 0,-5-1-1 16,6 2 3-16,-3-1 0 0,-6 4-4 0,-4 0 4 16,-4 1 4-16,-1 2-9 15,-7 1 3-15,-2 2-1 0,-7 2 0 0,14-3 12 16,-14 3 9-16,0 0 15 0,0 0 6 16,0 0 14-16,-38 5 2 0,13 1 5 0,-9 3 5 15,-3 0 6-15,-1 0-1 0,-2 3 0 16,3-2-7-16,-6 1-5 0,5-2-8 0,0 3-1 15,6-4-7-15,5 1-3 0,10-4-4 16,0-2-2-16,5 3-2 0,3-3-5 16,1-1-5-16,8-2-2 0,0 0 0 0,0 0-7 15,0 0-7-15,0 0 1 0,22-19-11 16,-4 9 0-16,13-4 1 0,-3-2-1 16,5-1 6-16,-5 3 0 0,1 1 2 0,-6 2-4 15,-5 2 4-15,-4 4-5 0,-3-1 2 16,0 0 4-16,-4 6-5 0,-2-4 0 15,-5 4 3-15,8-4 5 0,-8 4 10 0,0 0 4 16,0 0 8-16,0 0 7 0,0 0 7 16,-38 11-2-16,27-8 3 0,-3 1-3 15,1 1-4-15,-1 1-5 0,-1-1-3 0,3 1 1 16,1-3-7-16,0 1 0 0,3 1-3 16,8-5-2-16,-9 3-1 0,9-3-6 0,0 0 2 15,0 0-2-15,0 0-16 0,0 0-7 16,53-1-14-16,-15-3-8 0,2-3-10 15,4-2-7-15,0 2-6 0,-2 0 5 16,-4 1 5-16,-7 0 4 0,-8 3 4 0,-5-2 7 16,-4 3 7-16,-1 0 7 0,-6 1 15 15,-7 1 14-15,0 0 9 0,0 0 13 16,0 0 16-16,-38 5 8 0,12 0 5 0,-14 1 2 16,-2 3-4-16,2 0-4 0,-6-1-6 15,4 4-4-15,2-4-5 0,2 1-5 0,4-3-2 16,5 5-4-16,6-5-3 0,6 0-7 15,4-3-10-15,4 0-10 0,-2-1-11 0,11-2-9 16,0 0-10-16,0 9-8 0,0-9-13 16,0 0-2-16,0 0-1 0,47-7-2 15,-31 3 8-15,7 1-2 0,0 0 1 0,2-1 7 16,-8 1 3-16,2-2 5 16,-6 2 4-16,-2 2 12 0,-11 1 16 0,12-3 19 15,-12 3 4-15,0 0 10 0,0 0 3 16,0 0 4-16,0 0-1 0,0 0 0 0,-41-6 0 15,25 8-5-15,0 0-4 0,0 0-7 16,-1 0-18-16,3 0-37 0,14-2-54 0,-19 3-75 16,12 0-89-16,7-3-85 0,-13 7-96 15,9-5-157-15,4-2-16 0,-4 8 66 16,4-8-233-16,0 0-268 0</inkml:trace>
  <inkml:trace contextRef="#ctx0" brushRef="#br0" timeOffset="-198608.94">8575 5692 2071 0,'0'0'-48'0,"0"0"28"0,0 0 17 16,0 0 28-16,0 0 14 0,-4-12 21 0,4 12 16 15,0 0 15-15,-4-8 7 0,4 8 7 16,-2-4 5-16,2 4 7 0,0 0 0 16,-5-8 3-16,5 8 6 0,0 0-4 0,0 0 3 15,-4-7 9-15,4 7-2 0,0 0-3 16,0 0-1-16,0 0-7 0,0 0 1 0,0 0-4 15,0 0 2-15,0 0-14 16,0 0-6-16,8-12-11 0,-8 12-10 0,5-5 0 0,-5 5 0 16,10-4-10-16,-10 4-5 15,13-3-4-15,-13 3-3 0,13-4-3 0,-13 4-6 16,16-1-1-16,-16 1-4 0,13 0-3 16,-13 0-3-16,0 0-6 0,19 0-1 0,-19 0 4 15,13 0 6-15,-13 0 3 0,16 0 3 16,-16 0-3-16,17 1 0 0,-17-1 1 15,23 0-5-15,-10-1-3 0,-2-1-2 0,-11 2-8 16,27-2 1-16,-14 0-3 0,-13 2-3 16,20 0-3-16,-11-1 1 0,-9 1-3 0,17 0-4 15,-17 0 2-15,0 0-7 0,18 0 0 16,-18 0-1-16,0 0 4 0,17 0-6 0,-17 0 4 16,0 0-6-16,0 0 0 15,15 0 3-15,-15 0 4 0,11 1-6 0,-11-1 4 16,0 0-4-16,18 2 1 0,-18-2-1 15,11 4 2-15,-11-4-3 0,11 1 1 16,-11-1-3-16,12 2 4 0,-12-2-3 0,11 2 3 16,-11-2-1-16,13 2 1 0,-13-2 0 15,14 3-1-15,-14-3-1 0,17 2 1 0,-7-2-1 16,-10 0 1-16,16 1-1 16,-5 1-1-16,-6 0-1 0,-5-2-1 0,13 4 0 0,-13-4 2 15,14 4-4-15,-9-2 5 0,-5-2 0 16,13 2-3-16,-13-2 3 0,11 3-1 15,-11-3 1-15,11 4 0 0,-11-4 0 16,11 1 1-16,-11-1 0 0,14 2 0 16,-14-2-1-16,11 3 2 0,-11-3-2 0,14 0-4 15,-14 0 3-15,11 2 2 0,-11-2-5 16,12 0 7-16,-12 0-6 0,0 0 3 0,20 2-2 16,-15-2 0-16,-5 0 0 0,14 0-4 15,-14 0 6-15,13 2-1 0,-3-2-1 0,-10 0 0 16,17 2 3-16,-17-2-6 0,18 0 4 15,-9 0-3-15,-9 0 2 0,17 0 0 16,-17 0 0-16,15 0 5 0,-15 0-3 16,16 0 0-16,-16 0-1 0,0 0 3 15,17 0-5-15,-17 0 6 0,0 0-3 0,0 0-1 16,17-2-3-16,-17 2 3 0,0 0-3 16,13 0 2-16,-13 0 1 0,0 0 0 0,18-2 1 15,-18 2-3-15,0 0 0 0,11 0 0 16,-11 0-2-16,0 0 5 0,14-2-3 0,-14 2-2 15,0 0 3-15,12-2 0 0,-12 2-2 16,0 0 4-16,17 0-2 0,-17 0 0 0,14-3-1 16,-14 3 2-16,15 0-1 0,-15 0-4 15,17 0 3-15,-17 0 2 0,18 3-1 16,-18-3 2-16,18 0-4 0,-18 0-1 16,22 0 4-16,-22 0 1 0,21 0 2 15,-12-3-4-15,-9 3-1 0,17 0 3 0,-17 0-2 16,15-2 0-16,-15 2 0 0,13-1 0 15,-13 1 3-15,14-2-4 0,-14 2 0 0,0 0 3 16,17 0-1-16,-17 0-3 0,14-2 2 16,-14 2 1-16,14-3 1 0,-14 3-2 0,18-2 1 15,-11 0-1-15,-7 2-1 0,18-3 3 16,-18 3-1-16,13-3 2 0,-13 3-3 16,17-4-1-16,-17 4 2 0,11-2 2 15,-11 2-5-15,12-1 1 0,-12 1 1 0,12-4-3 16,-12 4 2-16,0 0 1 0,16-1 0 15,-16 1 0-15,14-2 0 0,-14 2 0 16,17-2 0-16,-17 2 0 0,17-2 1 0,-8 1 2 16,4-3-3-16,-13 4-1 0,16-2 0 15,-16 2 2-15,16-2-4 0,-9 0 3 0,-7 2 2 16,15-4-2-16,-15 4 2 0,14-2-1 16,-14 2-2-16,11-3 1 0,-11 3 5 15,12-2-8-15,-12 2 2 0,13-3 2 0,-13 3-3 16,0 0 2-16,17-2 0 0,-17 2-2 15,12-2 0-15,-12 2 5 0,0 0-5 0,15-1 1 16,-15 1 3-16,0 0-3 16,15-2 1-16,-15 2-1 0,0 0 3 0,11-2-1 15,-11 2-3-15,0 0-2 0,14 0 3 16,-14 0-1-16,0 0 0 0,0 0 0 0,17 2 0 16,-17-2 0-16,0 0 4 0,15 2-1 15,-15-2-2-15,0 0 1 0,13 0 1 16,-13 0 1-16,0 0 14 0,20 1 14 0,-20-1 2 15,0 0-4-15,17 0 2 0,-17 0-5 16,13 0-1-16,-13 0-4 0,0 0-1 0,21 0 0 16,-21 0 1-16,13 0 3 15,-13 0-1-15,0 0 5 0,18 0-3 0,-18 0 18 0,0 0-4 16,15 0 7-16,-15 0-3 16,0 0 2-16,14 0-4 0,-14 0-3 0,0 0 5 15,0 0-15-15,12 2-5 0,-12-2-2 16,0 0 0-16,0 0-8 0,16 0 6 15,-16 0-6-15,0 0-2 0,0 0-1 0,11 2-4 16,-11-2 10-16,0 0-5 0,0 0 2 16,11 2-7-16,-11-2 17 0,0 0 6 0,0 0 3 15,12 3 13-15,-12-3-1 16,0 0 3-16,0 0 7 0,13 0 0 0,-13 0-1 0,0 0 3 16,0 0 7-16,0 0 5 15,0 0-10-15,16 0-1 0,-16 0-6 0,0 0-7 0,0 0-4 16,0 0-3-16,0 0-4 15,0 0-4-15,0 0-27 0,0 0-66 0,0 0-83 16,0 0-79-16,0 0-97 0,11-2-121 16,-11 2-143-16,0 0-217 0,0 0 20 15,0 0 74-15,0 0-609 0,-27-10-776 0</inkml:trace>
  <inkml:trace contextRef="#ctx0" brushRef="#br0" timeOffset="-194342.45">9175 5784 3314 0,'0'0'-135'0,"0"0"48"0,0 0 37 0,0 0 35 0,0 0 32 0,0 0 25 16,0 0 18-16,0 0 13 0,0 0 14 0,0 0 9 15,0 0-3-15,0 0 8 0,0 0 1 16,0 0 2-16,0 0 6 0,0 0 3 16,0 0 2-16,0 0-1 0,0 0 1 0,0 0 2 15,0 0 3-15,0 0 7 0,0 0-5 16,0 0-2-16,0 0-4 0,0 0-9 0,0 0-6 16,0 0-8-16,0 0-6 0,0 0-6 15,0 0-6-15,0 0-2 0,0 0-8 16,0 0-6-16,0 0-5 0,-27 8-6 15,27-8 0-15,0 0-1 0,-18-4 0 0,18 4 6 16,-12-3-1-16,12 3 2 0,-13-3 6 16,13 3 1-16,-14-5 0 0,14 5-1 15,-13-6-5-15,13 6 1 0,-11-4-4 0,3 0-3 16,8 4-8-16,-13-6-6 0,5 2 4 16,8 4-2-16,-15-3 1 0,5-1-33 0,10 4 1 15,-15-4 0-15,15 4-4 0,-15-4 4 16,8 4-6-16,7 0 2 0,-16-4 0 0,16 4 3 15,-17-2-10-15,17 2 10 16,-17-2-2-16,17 2 3 0,-20-2-4 0,20 2-3 16,-18 2 3-16,18-2-3 0,-20 0 8 15,20 0-10-15,-12 0 3 0,12 0 0 0,-20 2-4 16,20-2 12-16,-16 2-13 0,7 0 2 16,-4 0 5-16,13-2 0 0,-17 4-1 15,7 0-6-15,3 0 9 0,-3-1 0 0,10-3-8 16,-15 6 9-16,8-2-10 0,-2 0 3 15,0 0-2-15,9-4 2 0,-13 8 3 0,7-8-5 16,6 0 5-16,-11 7-2 0,5-1 0 16,6-6 4-16,-9 7-2 0,2-2-2 0,7-5-2 15,-9 10 3-15,4-4 4 0,-1-1-4 16,6-5-1-16,-12 12-1 0,8-7 3 16,-3 2 1-16,1-2-2 0,3 3 0 0,-2-1 2 15,1 0 0-15,1 0-7 0,-3-2 2 16,6-5 7-16,-5 12-4 0,1-5-1 15,0 2 7-15,2-3-11 0,-2 1 7 16,0 0 6-16,4-7-12 0,-4 15 10 0,1-8 1 16,-1 1-6-16,2 1-2 0,-2-2 0 15,1 2 2-15,1 1 3 0,-3-4-3 0,3 6-4 16,1-7 1-16,-3 7 3 0,2-6-2 16,-2 2-2-16,3 1 4 0,-1-1 16 0,2-8-16 15,-4 12-1-15,2-4 6 16,2-8-8-16,-2 12 4 0,0-7-2 0,2-5 16 15,0 12-22-15,-2-5 9 0,2-7-7 16,-2 12 1-16,2-12 2 0,0 12 0 0,0-5-1 16,0-7 2-16,0 12 0 0,2-4-5 15,0-1 13-15,0 3-3 0,-2-5 1 16,2 4 3-16,0-2-2 0,0 1 3 0,2-3-3 16,-4-5 6-16,5 14 6 0,-1-7-3 15,-1-2 0-15,-3-5-3 0,4 10 0 0,-1-5-3 16,2 1-1-16,-5-6 9 0,6 8-8 15,-4-2-1-15,-2-6-3 0,7 9 7 0,-3-3-2 16,0 0 0-16,-4-6 1 0,6 14-2 16,0-10-1-16,-3 3 1 0,1-3-2 15,2 2-4-15,-3 2 0 0,4-4 3 16,-7-4 4-16,9 11-4 0,-2-6 5 0,-1 2-7 16,0-2-1-16,-6-5 5 0,11 10 2 15,-7-7-6-15,-4-3-2 0,9 11 12 16,-2-8 2-16,-7-3-20 0,7 7 30 0,-7-7-7 15,9 7 3-15,-5-3-4 0,-4-4-2 16,12 6 1-16,-6-2-8 0,-6-4 5 0,13 6 7 16,-5-4-5-16,-1 2-1 0,3-1-1 15,-3-1 0-15,3 0 2 0,-10-2-3 0,15 5 2 16,-6-2-2-16,1-1-2 16,0-1 4-16,-10-1-6 0,15 4 4 0,-7-3-6 15,-1 1 2-15,-7-2-3 0,20 2 4 16,-13 0-3-16,-7-2 4 0,17 1-4 0,-5 1-2 15,-3-2 2-15,-9 0 1 0,21 2-5 16,-10-2 0-16,1 0 3 0,-1 0 5 0,0 0-10 16,-11 0 3-16,22 0 2 0,-13 0-2 15,-9 0-5-15,17 2 1 0,-17-2-1 16,13-2 11-16,-13 2-5 0,16 0 9 0,-9-2 9 16,4 0 11-16,-11 2 0 0,16-5-2 15,-5 2 2-15,1-1-1 0,1 1-1 16,1-4 0-16,-1 4 2 0,1-2-11 0,1-1-24 15,0 1 0-15,-4 0 0 0,0 0 0 16,2 2 0-16,-6-2 0 0,2 1 0 16,-1 1 0-16,0-1 0 0,1-1 0 0,-2 1 0 15,0 0 0-15,0 2 0 0,-1-5 0 16,1 4 0-16,1-4 0 0,0 1 0 0,-1 0 0 16,1-1 0-16,-1-1 0 0,3 0 0 15,0-2 0-15,-3 3 0 0,1-1 0 0,1 0 0 16,-3 0 0-16,1-1 0 0,0 3 0 15,-2-2 0-15,-1-2 0 0,2 1 0 0,-3-1 0 16,3-3 0-16,0 1 0 16,-2-4 0-16,2 1 0 0,-5-2 0 0,5 0 0 15,0-2 0-15,-5 2 0 0,3 0 0 16,-1 0 0-16,1-1 0 0,-4 0 0 0,-2 1 0 16,-3-6 0-16,1 2 0 0,-3 1 0 15,0 1 0-15,-3-2 0 0,-5-3 0 0,-5 4 0 16,4 4 0-16,-9-2 0 0,2 9 0 15,-6-5 0-15,2 8 0 0,3 1 0 0,-1 3 0 16,-2 2 0-16,-1 2 0 0,-10 3 0 16,2 1-494-16,4 3-282 0,-2 0-143 15,10 1 64-15,5-2-895 0,3 6-1183 0</inkml:trace>
  <inkml:trace contextRef="#ctx0" brushRef="#br0" timeOffset="-191226.48">8969 6147 4342 0,'-11'0'-258'0,"11"0"61"0,0 0 57 0,-11-2 47 0,11 2 39 0,0 0 40 0,-18 0 38 16,18 0 26-16,-13 0 27 0,13 0 14 15,-13 0 8-15,13 0 4 0,-11 2 1 0,11-2 4 16,0 0-5-16,-16-2-3 0,16 2-7 15,0 0-4-15,0 0-3 0,0 0 3 0,0 0 1 16,0 0-1-16,0 0-3 0,0 0-7 16,37-8-8-16,-19 4-7 0,5 0-5 15,0 0-10-15,2 0-1 0,-1 1-7 0,-6-1-1 16,1 1-8-16,-4 1-2 16,-2-1-2-16,-1 1-3 0,-3 2-1 0,-9 0-2 15,16-4-5-15,-9 4-1 0,-7 0 0 16,11-4-2-16,-11 4-2 0,9 0-2 0,-9 0-13 15,0 0-27-15,15 0-35 0,-15 0-45 16,0 0-72-16,0 0-70 0,9-2-66 0,-9 2-77 16,0 0-107-16,0 0-125 0,0 0 56 15,3 8-351-15,-3-8-401 0</inkml:trace>
  <inkml:trace contextRef="#ctx0" brushRef="#br0" timeOffset="-167231.41">5092 7753 2481 0,'-9'4'-14'0,"0"-3"25"0,9-1 20 0,-13 3 17 0,13-3 30 0,-14 4 24 16,14-4 25-16,-13 4 10 0,13-4-3 16,-9 4-4-16,9-4-7 0,0 0-4 15,-12 2-3-15,12-2-6 0,0 0-3 16,0 0 8-16,0 0 16 0,0 0-1 0,0 0-8 16,50-8-10-16,-12-2-11 0,17-3-10 15,6-3-11-15,6-5-6 0,19-5-7 0,-16 5-11 16,16-6-28-16,-20 5-27 0,-1 3-30 15,-8 2-22-15,-3-2-31 0,-12 6-32 0,-10 2-28 16,-7 4-32-16,-4 1-51 0,-8-2-90 16,-3 5-131-16,-4-1-131 0,-6 4 48 15,0 0-241-15,0 0-260 0</inkml:trace>
  <inkml:trace contextRef="#ctx0" brushRef="#br0" timeOffset="-166948.03">5726 7445 2248 0,'0'0'67'15,"0"0"1"-15,0 0 3 0,0 0 13 16,10-3 26-16,-10 3 16 0,0 0 13 0,26 13 0 16,-13-4 8-16,5 1-9 0,5 6-12 15,-3 4-8-15,-2-5-12 0,-5-1-2 0,1 1-4 16,-5 1 7-16,-2-3 4 0,-1 1-5 15,-1-1-6-15,-5 2-12 0,-5 0-10 16,1 1-8-16,-1-1-10 0,-5 3-32 0,3-1-33 16,-7-1-53-16,1 0-57 0,-2 7-60 15,-2-9-56-15,3 1-69 0,1-2-93 16,-1 1-155-16,1-4 24 0,2-1-255 16,-3-1-268-16</inkml:trace>
  <inkml:trace contextRef="#ctx0" brushRef="#br0" timeOffset="-166131.78">3272 8381 2013 0,'-4'-5'-13'0,"-2"0"44"0,6 5 36 0,-6-7 36 0,6 7 37 0,-7-8 29 0,7 8 31 15,-4-12 5-15,4 6 1 0,0 6 2 0,4-20 1 16,7 5-2-16,1-2-9 0,3 5-16 16,2-2-19-16,-2 3-18 0,1 1-18 15,-4 2-12-15,2 3-12 0,-1 4-7 16,-13 1-5-16,27 8-5 0,-11 6-9 16,2 9-5-16,-2 4-7 0,-3 4-6 0,-4 2-3 15,-2 6-2-15,-4-1 4 0,1-1 2 16,-4 3 15-16,-2-2 18 0,0-7 2 0,1-8 9 15,-3 0 11-15,1-4 22 0,3-3 14 16,-2 0 1-16,2-4 5 0,0-2 2 0,0-1 2 16,2 0 1-16,1-3-3 0,-3-6 3 15,7 9-1-15,1-6-3 0,-8-3-13 16,21-3-12-16,-5 1-15 0,0-3-76 0,4-2-42 16,2 0 0-16,-3-1 0 0,1 1 0 15,0 0 0-15,-3-1 0 0,-2 1 0 0,-1 2 0 16,-3-1 0-16,-2 0-268 0,3 4-90 15,-6-1-111-15,1-1-134 0,-7 4-171 16,10-5-46-16,-10 5 81 0,6-5-676 16,-6 5-866-16</inkml:trace>
  <inkml:trace contextRef="#ctx0" brushRef="#br0" timeOffset="-164998.53">3991 8313 4141 0,'3'-7'7'0,"3"2"16"0,-6 5 3 0,0 0 20 0,3-6 27 0,-3 6 19 0,0 0 16 16,0 0 5-16,8 20-4 0,-4-9-6 0,-3 1-5 16,-1-1-9-16,2 1-6 0,-2 3-8 15,2-3-6-15,-2 2-10 0,5-2-3 0,-3-1-5 16,-1 2-5-16,-1-3-7 0,2-1 25 15,-2-1 24-15,2-3 32 0,-2-5 22 16,2 9 3-16,-2-9-4 0,0 0-13 0,0 0-10 16,0 0-15-16,11-26-3 15,-9 11-6-15,3-2-16 0,0-6-7 0,-1 3-7 16,1-1 0-16,1 0-15 0,-3 6-22 16,3 1-3-16,-1 4-9 0,-2-1-1 0,-3 3-4 15,4 2 1-15,0 0-3 0,-4 6-3 16,9-6-1-16,-9 6 3 0,12-3 14 0,-12 3-17 15,0 0 1-15,0 0 3 0,31 7-2 16,-26-3-4-16,4-2 7 0,-9-2-6 16,16 6 2-16,-9-4-5 0,-7-2 0 0,13 5-4 15,-13-5 6-15,14 0-2 0,-14 0 4 16,15-3-2-16,-5-1 1 0,-1-2 1 0,2-2 6 16,1 2-10-16,1-3 3 0,-5 5-4 15,0-4 10-15,1 4-8 0,-1-2-13 0,1 3 10 16,-9 3-4-16,16-6-1 15,-16 6-4-15,14 0 8 0,-14 0 0 0,16 6-1 16,-8-3-5-16,0 3 10 0,-1-2-3 16,2 0-4-16,-9-4-1 0,13 6-1 0,-8-2-5 15,-5-4 10-15,11 5-12 0,-11-5-2 16,9 2 6-16,-9-2 19 0,0 0-19 16,20-5 5-16,-11-1 3 0,-1 0-7 0,0-1 0 15,-1 0 10-15,0 0-7 0,-1 0 2 16,1 2 7-16,-7 5-5 0,9-9-2 0,-6 6 1 15,-3 3-6-15,6-5-2 0,-6 5 7 16,0 0-6-16,0 0 4 0,0 0 2 16,0 0 0-16,25 8 0 0,-25-8-1 15,11 7-6-15,-3-3 1 0,0-1-2 0,-8-3-6 16,13 5-3-16,-13-5-2 0,14 4 7 16,-14-4-3-16,12 2 1 0,-12-2 1 0,0 0 7 15,16 0 2-15,-16 0 1 0,0 0 1 16,0 0-2-16,11-6-1 0,-11 6 2 15,0 0 4-15,0 0 0 0,0 0-6 0,-18-15 2 16,11 10 2-16,-2-1 4 16,4 3-9-16,5 3-1 0,-18-6-14 0,11 4-22 0,7 2-21 15,-20 0-18-15,20 0-21 16,-20 6-11-16,11-4-6 0,9-2-4 0,-14 3 0 0,14-3-7 16,-9 2 11-16,9-2 14 15,0 0 10-15,0 0 8 0,-4 9 8 0,4-9 14 16,0 0 7-16,18 10-3 0,-6-6 11 15,-1-1 8-15,0 1 6 0,1-3 29 0,-2 2 23 16,-1-1 39-16,-1 1 31 0,-8-3 35 16,13 2 28-16,-13-2 28 0,13 0 35 15,-13 0 15-15,0 0 3 0,14 2-4 0,-14-2-14 16,0 0-13-16,11-4-19 0,-11 4-11 16,7-9-13-16,-4 3-16 0,-3 6-11 0,6-12-12 15,-3 2-12-15,3 1-13 16,-2-6-10-16,1 5-7 0,2-2-9 0,0 0-5 15,0 3-10-15,-1 1-6 0,0 3-9 16,0-1 0-16,-6 6-13 0,0 0-17 0,19 0 0 16,-19 0 0-16,13 7 0 0,-13-7 0 15,13 10 0-15,-7-3 0 0,2 0 0 0,0 0 0 16,-3 1 0-16,4 3 0 0,0-3 0 16,-4 0 0-16,1 0 0 0,1 0 0 15,1 1-11-15,-2-4-121 0,0 2-37 0,-1 0-34 16,2 0-43-16,-3 0-44 0,1-3-56 15,0 0-59-15,-1 2-44 0,-4-6-54 0,7 8-62 16,-7-8-88-16,4 5 4 16,-4-5-565-16,7 2-678 0</inkml:trace>
  <inkml:trace contextRef="#ctx0" brushRef="#br0" timeOffset="-164881.78">4920 8249 3097 0,'0'0'-124'0,"0"0"36"0,0 0 15 0,2-6 8 0,-2 6 6 16,0 0 4-16,0 0-13 0,0 0-29 0,3-6-48 15,-3 6-64-15,0 0-126 0,2-9-270 16,-2 9-105-16</inkml:trace>
  <inkml:trace contextRef="#ctx0" brushRef="#br0" timeOffset="-164365.86">4878 8326 1745 0,'0'0'87'0,"-26"6"32"0,2 0 25 0,-12 5 15 15,-3-2 21-15,-11 6 15 0,-4 2 4 16,2 5 1-16,-2-3-2 0,0 0-2 15,4 3-8-15,0-1-12 0,3 1-15 0,-2 0-14 16,2 2-14-16,-2-3-6 16,6 0-9-16,-1 3-10 0,2-4-10 0,1 2-6 15,-2-1-10-15,9-4-5 0,-8 3 2 16,8-3 4-16,-1-1 3 0,-1-1 6 0,5-1 1 16,-3-1 4-16,2 0-5 0,1-2-7 15,8-4-11-15,1-1-7 0,3 0-9 0,1 0-8 16,3 0-22-16,0-3-31 0,2 2-36 15,2-2-48-15,-1 3-58 0,3-4-73 16,1 2-85-16,0-2-89 0,8-2-115 0,0 0-151 16,0 0 52-16,0 0-399 0,-11-8-481 15</inkml:trace>
  <inkml:trace contextRef="#ctx0" brushRef="#br0" timeOffset="-158616.68">8554 5625 828 0,'0'0'240'0,"15"-3"-41"0,-15 3-29 0,8-2-12 0,-8 2-16 0,0 0-3 16,8-2-6-16,-8 2-10 0,0 0 5 16,0 0-1-16,0 0 8 0,0 0 3 0,0 0 0 15,0 0 6-15,9-4-5 0,-9 4-5 16,0 0 7-16,0 0-4 0,0 0-6 15,0 0-1-15,0 0-1 0,0 0-4 16,0 0-2-16,0 0-9 0,0 0-13 16,0 0-1-16,0 0-13 0,0 0-8 0,-45 2-10 15,25-2-2-15,-6 1-7 0,-14 2 0 16,-1-1-10-16,1 0 1 0,3-1-8 0,-5 1-4 16,3 2-3-16,5-3-9 0,5 1 1 15,3 0-5-15,-1-1 0 0,1 1-2 0,5-4-2 16,-1 4-2-16,4 0-2 0,0-2 1 15,6 2 2-15,-4-2-5 0,5 2-3 16,11-2 2-16,-20-2 1 0,20 2-3 0,-19-2 0 16,12 2-2-16,7 0 4 0,-17-4-6 15,17 4 1-15,-14-1-2 0,14 1-1 16,-9-2-1-16,9 2-3 0,-9-3 0 16,9 3 2-16,0 0 0 0,-16-2 1 0,16 2 1 15,-8-2-2-15,8 2 7 0,0 0 4 16,-10-5 6-16,10 5-1 0,0 0 2 0,-7-5 2 15,7 5 1-15,0 0 3 0,0 0 4 16,-6-5-5-16,6 5 1 0,0 0 0 16,0 0 2-16,0 0 1 0,-9-5 1 0,9 5 5 15,0 0-1-15,0 0-1 0,0 0-1 16,0 0-3-16,-4-7-5 0,4 7 1 0,0 0 0 16,0 0-5-16,0 0-1 15,0 0 3-15,0 0-7 0,0 0 0 0,0 0 1 0,0 0-4 16,0 0 1-16,0 0-2 15,0 0-2-15,0 0 4 0,0 0-3 0,0 0 5 16,0 0 0-16,0 0-7 0,0 0 5 16,0 0 2-16,0 0 12 0,0 0 10 15,0 0 4-15,-12 20 2 0,12-9 20 0,-1 3 7 16,-3 1-12-16,-2 5-10 0,3 3-2 16,-8 8-3-16,2 0 4 0,-2 0 1 0,-3 4-4 15,5 0 22-15,-2-3-10 0,-3 4 0 16,3 0-11-16,-1-5 1 0,5-8-1 15,-1 1-4-15,3-5-9 0,-2 1-6 0,2-1 2 16,-1-2-3-16,2-2 3 0,3-3-8 16,-5 4-6-16,4-4-2 0,0 1 10 15,1-2-4-15,-4 1-4 0,3-1 1 0,0 1-3 16,0 0 4-16,0-1-4 0,2 1-9 16,-3-4 7-16,1 3-5 0,2-1-1 0,-2-2 5 15,2 4-5-15,-2-3 0 0,2-1-2 16,-2 2 4-16,2 0-8 0,0-3 4 0,0 1 4 15,-1 1-2-15,1 0-2 0,-2-4 3 16,0 5-2-16,0-2 4 0,-1 1 1 16,1 1-3-16,2-1-2 0,-1-1 6 15,-5 3-6-15,4-5 1 0,0 3 0 16,0-2 4-16,2 0-1 0,-3-1 10 0,3-6 6 16,-2 11 4-16,0-8 3 0,2-3 6 15,0 10 4-15,0-10 11 0,0 0-7 0,-2 6 2 16,2-6-7-16,0 0-6 0,-2 8-2 15,2-8-6-15,0 0-2 0,0 7-2 0,0-7-4 16,0 0-2-16,-1 8-1 0,1-8 2 16,0 0-4-16,-3 4-12 0,3-4 0 0,0 0 0 15,0 0 0-15,0 0 0 0,0 0 0 16,0 0 0-16,0 0 0 0,3 8 0 0,-3-8 0 16,0 0 0-16,0 0 0 0,0 0 0 15,0 0 0-15,0 0 0 0,0 0 0 0,0 0 0 16,0 0 0-16,0 0 0 15,0 0-22-15,0 0-155 0,0 0-82 0,-12 2-99 16,12-2-114-16,0 0-111 0,0 0-136 16,-17-2-70-16,17 2 73 0,0 0-677 15,-10-4-846-15</inkml:trace>
  <inkml:trace contextRef="#ctx0" brushRef="#br0" timeOffset="-157500.45">8221 5900 3426 0,'0'0'-196'16,"5"-5"56"-16,-5 5 39 0,4-4 35 0,-4 4 32 0,7-5 31 0,-7 5 30 0,11-3 21 0,-11 3 22 16,0 0 29-16,9-7 21 0,-9 7 9 15,7-4 19-15,-7 4 7 0,0 0 0 16,0 0 7-16,10-5-5 0,-10 5-4 15,0 0-6-15,0 0-10 0,0 0-11 0,4-5-12 16,-4 5-11-16,0 0-9 0,0 0-10 16,0 0-10-16,0 0-5 0,0 0-10 15,0 0-5-15,0 0-1 0,0 0-9 0,0 0-4 16,0 0-2-16,0 0-5 0,0 0 2 16,0 0-1-16,0 0 4 0,0 0 1 0,-29 14-3 15,24-11 2-15,5-3-5 0,-18 7 4 16,9-4-5-16,-3 3-3 0,1 1-3 15,-3-1-1-15,3 2 2 0,-2 0-3 0,-3-1 2 16,5 1-3-16,-3 2-1 0,3-1 2 16,-6-1-6-16,4 1-1 0,4 2 1 15,-3-2 1-15,2 0 0 0,-1 0-5 16,-1 2 2-16,1-1-6 0,-1 2 3 0,3-1 0 16,0-1 2-16,1 5-8 0,-4-1 6 15,1 3 1-15,2-2-1 0,-3 0 1 0,6-1-3 16,-5 1 4-16,5-1-7 0,0 0 0 15,-1-2 0-15,3 0 1 0,1 1 0 0,-3-1-1 16,3-1 3-16,1-1-4 0,-3 0 2 16,5 1 7-16,-2-3-2 0,2 2 2 15,0 0-6-15,0-2 2 0,4-1 3 0,-1 1-3 16,-1 0 1-16,5-2 0 16,0 1-9-16,2 0 4 0,2-2-4 0,-2-1 12 0,2-1-12 15,3-1 8-15,-3-1-4 16,2 1 1-16,-13-2 13 0,23-2 3 0,-11 1 11 15,-12 1 2-15,20-7-5 0,-8 3 8 16,-1-3-1-16,-2 2 14 0,-2-2 8 0,0-1 5 16,-3-2 1-16,2 2 7 0,-5 1-4 15,-1 7-12-15,0-14-1 0,-1 6-10 0,-5 4-9 16,6 4-5-16,-16-13-3 0,7 9-3 16,-4 0-8-16,-1 2-23 0,1 0-35 15,-6 0-29-15,2 2-45 0,-2 0-34 0,6 2-47 16,-5-2-52-16,1 2-76 15,4 0-79-15,0-1-83 0,-1 2-100 0,1-3-145 0,1 2 54 16,1 0-552-16,-1 0-688 16</inkml:trace>
  <inkml:trace contextRef="#ctx0" brushRef="#br0" timeOffset="-156016.68">7436 6677 3075 0,'9'-6'-161'0,"-9"6"53"0,10-1 43 0,-10 1 42 0,7-5 37 0,-7 5 35 0,0 0 35 0,11-2 33 0,-11 2 29 15,0 0 12-15,6-5 18 0,-6 5 6 16,0 0 8-16,0 0 4 0,0 0 2 0,8-5 2 15,-8 5-5-15,0 0-11 16,0 0-11-16,0 0-21 0,0 0-14 0,0 0-12 16,-25-7-14-16,25 7-2 0,-25 0-4 15,8-2-8-15,-3 2-13 0,-4 0-2 0,-6 0-7 16,1 0-3-16,-1 0-6 0,-12 0-4 16,10 0-6-16,3 0-5 0,2-2-5 15,-1 2-8-15,1-2-2 0,2 0-3 0,-2 0-1 16,7 2-6-16,1 0-4 0,-3-2-2 15,2 2-2-15,2-2 4 0,1 2-5 0,0 0-5 16,2 0-3-16,0 0 6 0,-1-1 4 16,3 1-13-16,-1-2 4 0,14 2-1 0,-22-2 6 15,22 2-6-15,-16 0 13 0,16 0 8 16,-13-3 8-16,13 3 2 0,-12-3 10 16,12 3 0-16,0 0 2 0,-12-1 3 15,12 1-5-15,0 0-7 0,-13-1 1 0,13 1-6 16,0 0-6-16,0 0 1 0,0 0-9 15,-14-2 1-15,14 2-9 0,0 0 0 16,0 0 2-16,0 0-3 0,0 0-3 0,0 0-1 16,0 0-3-16,-20 2 5 0,20-2-6 15,0 0-3-15,0 0 2 0,0 0 3 0,-7 5 2 16,7-5-5-16,-2 7 0 0,2-7 9 16,-4 9-5-16,4 0 8 0,-3 0 2 0,1 0 5 15,-2 3 2-15,0 3-6 16,-2 0 6-16,0 4 2 0,-1 2 14 0,-2 9 0 0,0 1 3 15,0 4 0-15,2-2 1 16,-2 2-1-16,0 1-5 0,2-1 5 0,1-1-7 16,1-3-2-16,-2-1-1 0,0-3 3 15,3-7-10-15,1-3-28 0,-1 1 0 16,0-4 0-16,2 1 0 0,2-3 0 0,-1-1 0 16,-1-3 0-16,-1 2 0 0,1-3 0 15,2-7 0-15,-2 15 0 0,2-10 0 0,0-5 0 16,-2 10 0-16,2-10 0 15,0 9 0-15,0-9 0 0,0 0 0 0,-2 10 0 16,2-10 0-16,0 0 0 0,2 9 0 0,-2-9 0 16,0 0 0-16,0 0 0 0,0 8 0 15,0-8 0-15,0 0 0 0,11 7 0 16,-11-7 0-16,9 3 0 0,-2-1 0 0,2-2 0 16,2 2 0-16,-11-2 0 0,20 3 0 15,-8-1 0-15,1 2 0 0,3-3 0 0,-4 2 0 16,4-2 0-16,-3 0 0 0,3-1 0 15,-1 2 0-15,-2-2 0 0,4 0 0 0,1 0 0 16,-4 0 0-16,8 0 0 0,-3 0 0 16,1-2 0-16,0 4 0 0,-2 0 0 0,0-2 0 15,1 0 0-15,-4 2 0 0,1-2 0 16,-2 1 0-16,0 1 0 0,-4-2 0 16,2 1 0-16,-3-1 0 0,2 2 0 15,-11-2 0-15,21 2 0 0,-10-2 0 0,5 2 0 16,-3-2 0-16,4 0 0 0,-2 0 0 15,3-2 0-15,0 0 0 0,3 2 0 16,-3-2 0-16,1 1 0 0,-4 1 0 0,2 0 0 16,-1 0 0-16,-4 0 0 0,2 0 0 15,-14 0 0-15,19 0 0 0,-9 0 0 0,-10 0 0 16,17 0 0-16,-17 0 0 0,14 1 0 16,-14-1 0-16,11 0 0 0,-11 0 0 0,0 0 0 15,12-1 0-15,-12 1 0 0,0 0 0 16,16 0 0-16,-16 0 0 0,11-3 0 15,-11 3 0-15,0 0 0 0,18-2 0 16,-18 2 0-16,9-2 0 0,-9 2 0 0,0 0 0 16,12-2 0-16,-12 2 0 0,0 0 0 15,0 0 0-15,0 0 0 0,0 0 0 0,13-1 0 16,-13 1 0-16,0 0 0 0,0 0 0 16,0 0 0-16,0 0 0 0,9-4 0 0,-9 4 0 15,0 0 0-15,0 0 0 0,4-5-271 16,-4 5-215-16,0 0-134 0,0 0-172 15,-11-15-40-15,7 11 79 0,-1 2-756 0,-4-4-955 16</inkml:trace>
  <inkml:trace contextRef="#ctx0" brushRef="#br0" timeOffset="-155083.6">7193 6867 3808 0,'0'0'-219'0,"2"-6"39"0,-2 6 39 0,2-8 37 0,-2 8 39 0,2-7 34 16,-2 7 27-16,0 0 13 0,0 0 8 0,0 0 21 15,0 0 30-15,0 0 22 0,0 0 12 16,-27 19 15-16,14-4 7 0,-6 5-7 0,-1 0 0 16,-2 2-2-16,3 3-10 15,-1-3-10-15,0 0-2 0,4-2-14 0,7-8-10 16,0 2-4-16,2-1-10 0,-2-4-4 15,2 2-6-15,1-4-28 0,1 2-15 0,0-3-29 16,2-1-33-16,-3-2-46 0,6-3-56 16,-6 6-52-16,6-6-59 0,0 0-56 15,0 0-78-15,0 0-107 0,-17-12 33 0,15 6-227 16,2 6-201-16</inkml:trace>
  <inkml:trace contextRef="#ctx0" brushRef="#br0" timeOffset="-154400.66">7050 6903 1975 0,'-3'-11'62'0,"-1"7"37"0,4 4 29 0,-4-10 37 0,4 10 36 0,-2-6 12 0,2 6 9 16,0 0-9-16,0-7-3 0,0 7 9 15,0 0 7-15,0 0-4 0,0 0-8 0,36 19-11 16,-18-7-14-16,4 7-9 0,1 2-18 15,0-3-20-15,2 5-12 0,-1-1-11 16,-1 0-12-16,0-5-9 0,-5-1-6 0,-5-6-15 16,-2 0-5-16,1-1-10 0,-5-2-7 15,1-2-1-15,-1 3 0 0,2-5-12 0,-6 1 0 16,-3-4-5-16,9 10-1 0,-5-8-7 16,-4-2-2-16,9 7-20 0,-9-7-27 15,0 0-43-15,11 3-57 0,-11-3-47 0,0 0-81 16,0 0-88-16,7 0-101 0,-7 0-146 15,0 0-86-15,0 0 61 0,9-6-458 0,-9 6-538 16</inkml:trace>
  <inkml:trace contextRef="#ctx0" brushRef="#br0" timeOffset="-150018.47">7910 5578 2644 0,'0'0'-152'0,"0"0"47"0,0 0 35 0,-1 15 36 0,1-15 19 16,-18 5 22-16,9-3 14 0,-1 0 7 0,-5 1 6 15,-1 0 3-15,1 3 2 0,0-3 6 16,-4-2 1-16,2 3-2 0,4-2 1 0,-5 1-3 16,5 1-2-16,-1-3 3 15,5 1 1-15,2 0 3 0,7-2 3 0,-18 0 3 16,18 0 3-16,0 0-1 0,-19-2-6 16,19 2 1-16,-10-3-4 0,10 3 6 15,0 0 1-15,-12-6-6 0,12 6 11 0,-11-3 2 16,11 3 2-16,0 0 2 0,-13-5-7 15,13 5-6-15,-9-3-4 0,9 3-10 0,-12-2-2 16,12 2-15-16,0 0 2 0,0 0 11 16,-18 0 2-16,18 0 5 0,0 0 6 0,0 0 10 15,-16 0 9-15,16 0 4 16,0 0 4-16,0 0 5 0,0 0-8 0,0 0 0 16,-13-2-3-16,13 2-6 0,0 0-8 0,0 0-6 15,0 0-6-15,0 0-1 16,0 0-7-16,-10 7 1 0,10-7-5 0,-4 8-3 15,2-1 10-15,1 4 0 0,-5 0 3 16,2 3-2-16,1 2 1 0,-6 3 4 0,6 2 0 16,-7 1-5-16,5-1-5 0,-1 0 1 15,-6 11-3-15,7-9 6 0,-1 1-2 0,-1-3-3 16,0-1 1-16,4 1-2 0,-5 1-6 16,5-1 1-16,-3-1-1 0,0 1 2 0,2-4-5 15,-4 3-2-15,5-3-4 0,-3 0 0 16,1 3 1-16,-2 1-1 0,0-4-2 15,1-2 1-15,3 0-2 0,-1-2 1 16,0-3 0-16,1 3-6 0,-4 1 1 16,1 0 3-16,3-1-2 0,-3 1 1 0,3-2-2 15,-6 3 0-15,4-1-1 0,1-1 5 16,-2 0-3-16,1-1-1 0,-2 0 5 0,-2 0 5 16,5 1-4-16,-3-3 2 0,3 0-2 15,-1 0-1-15,-2-1-5 0,2 0 6 0,3-1-6 16,-2 0 2-16,-1-1 2 0,1 0-2 15,0 2-2-15,-2-1-3 0,4-1 3 16,-2 2-2-16,1-1-1 0,-1 1 0 0,0-1 2 16,2 1-4-16,-1-2 1 0,-1-1 1 15,1 2-6-15,3-8 3 0,-2 12 1 16,2-12 1-16,-5 9-4 0,5-3 0 16,0-6 4-16,-4 10-1 0,4-10 4 0,0 10-6 15,0-10 3-15,-2 9-4 0,2-9 0 16,-2 8 1-16,2-8 2 0,0 10-2 0,0-10 1 15,-1 6 3-15,1-6 2 0,0 0 9 16,0 0 1-16,0 9 7 0,0-9 0 16,0 0-1-16,0 0 2 0,0 0 0 0,-2 8-6 15,2-8-1-15,0 0 1 0,0 0-6 16,0 0 0-16,-2 11 1 0,2-11-7 0,0 0 6 16,0 0-4-16,0 7-1 15,0-7-1-15,0 0 3 0,0 0-1 0,0 0-5 0,4 7 3 16,-4-7 5-16,0 0 6 15,0 0 8-15,0 0-4 0,0 0 3 0,1 8-1 16,-1-8 1-16,0 0 3 0,0 0-4 16,0 0-4-16,0 0-3 0,0 0 0 15,0 0-3-15,0 0 3 0,0 0-5 0,0 0 3 16,0 0-4-16,0 0-1 0,0 0-2 16,0 0-25-16,0 0-32 0,0 0-41 0,0 0-50 15,0 0-70-15,0 0-101 0,0 0-119 16,0 0-145-16,0 0-152 0,0 0 63 0,0 0-545 15,0 0-673-15</inkml:trace>
  <inkml:trace contextRef="#ctx0" brushRef="#br0" timeOffset="-148868.03">7746 5750 3156 0,'0'0'-110'0,"4"-8"38"0,-4 8 25 0,1-4 12 0,-1 4 19 0,0 0 32 0,0 0 30 16,0 0 20-16,-22 17 10 0,10-2 14 15,-6 7 9-15,-2 2 8 0,-1 3-6 0,5 1 0 16,-8 1 2-16,1 7-4 0,0 2-6 16,7-9-6-16,-2 0-10 0,3 0-5 0,1-5-9 15,3-3-11-15,2-4 3 0,1-2-8 16,0-3-4-16,5-2-6 0,-3 1-5 16,3-3-4-16,-3 1-5 0,1-2-4 0,3 0 8 15,2-7 1-15,-1 6-15 0,1-6 3 16,0 0 8-16,0 0-6 0,0 0-6 0,15-23-1 15,0-2-13-15,5-4-4 16,4-8-7-16,3-4-3 0,2-5 2 0,0 5 2 16,-5-3-2-16,-3 5-3 0,-4 8 10 15,-2 4-8-15,-6 6 15 0,-2 5 17 0,-2 3-2 16,-1 5-8-16,0 2 7 0,-4 2-5 16,0 4 9-16,0 0 3 0,-22 13 2 15,8 1 5-15,-8 8 8 0,-6 12 6 0,-1 5 5 16,-1 2-3-16,1 2-1 0,5 5-6 15,-5-2 0-15,6-1-2 0,-2 0-7 0,4-1 0 16,6-13-3-16,1-2-2 0,3-2-6 16,0-6 1-16,8-3-1 0,-4-5-1 0,5-2-4 15,0-2 4-15,-1-1 11 16,1-3 13-16,2-5-1 0,0 0 0 0,0 0-4 16,0 0-8-16,0 0 1 0,30-22-4 15,-10-2-3-15,-2-7-1 0,9-9-3 0,4-1 0 16,-1-5-5-16,-3 3-1 0,1-2 0 15,-3 4-4-15,-10 10 2 0,1 4-2 16,-7 8 1-16,0 2 0 0,-4 5 2 0,1 4-6 16,-5 0-2-16,-1 8-2 0,0 0 2 15,0 0 4-15,0 0-2 0,-37 35 0 0,13-6-1 16,-4 10 10-16,-1 3 1 0,1-1-3 16,1 3-1-16,0-1 2 0,2-2-2 15,7 0 2-15,-2-9-3 0,7 0-4 16,-1-1 1-16,7-10-2 0,0 0 2 0,1-5 3 15,0-3-6-15,2-2 4 0,0-1-4 16,2-1 5-16,-1-1-2 0,4-3 4 0,-1-5-1 16,0 0-1-16,0 0-1 0,0 0-2 15,24-11 1-15,-12-1-4 0,6-10-2 16,2-1 0-16,2-4 2 0,-3 0 0 0,1 4-4 16,-4 3 2-16,-7 5 2 0,1 3 1 15,-4 4-4-15,-2 2-3 0,-4 6 9 0,0 0 2 16,0 0 0-16,0 0 6 15,0 0-2-15,-23 25 12 0,12-9-3 0,-2 1-2 0,6 0 2 16,-6 8-1-16,1-4-2 16,7-4-5-16,-1-1 0 0,2 1 3 0,3-4-6 15,-1 1 0-15,0-6 0 0,2 3 0 16,0-3-1-16,0 1 4 0,0-2-2 0,0-7 3 16,0 10-3-16,0-10-1 0,2 5 0 15,-2-5 1-15,0 0 0 0,3 7-1 16,-3-7 1-16,0 0-5 0,0 0-11 0,0 0-27 15,0 0-39-15,0 0-58 0,0 0-79 16,0 0-92-16,0 0-105 0,-17 0-158 0,17 0-114 16,0 0 60-16,-8-9-466 0,8 9-554 15</inkml:trace>
  <inkml:trace contextRef="#ctx0" brushRef="#br0" timeOffset="-143052.48">10995 5610 2806 0,'0'0'-85'0,"12"-2"38"0,-12 2 34 0,0 0 26 0,11-3 27 0,-11 3 22 0,9-2 19 0,-9 2 8 15,12-5 9-15,-12 5 5 0,12-3 8 16,-9-1 4-16,-3 4 5 0,9-5-7 0,-9 5-3 15,11-5-7-15,-11 5-15 0,7-5-7 16,-7 5-8-16,6-5-7 0,-5-2-10 0,-1 7-7 16,0-10-8-16,0 10-17 15,-5-9-5-15,1 6-6 0,4 3-18 0,-11-9-8 16,3 7-7-16,-1 0-19 0,-3 1-9 16,-1 1-12-16,13 0-5 0,-29 1-4 15,12 5-1-15,-2-1 1 0,2 2 2 0,-2 0 5 16,1 1 5-16,5 1 0 0,0-1 5 15,1 1 10-15,1-1 2 0,3 3 5 0,3-2 4 16,-1-1 3-16,4 0 10 0,2 3 8 16,0 0 5-16,4 1 11 0,1 0 9 0,-1 2 0 15,4-2 14-15,-2 2 10 0,3 4 3 16,3-4-4-16,-1 1 7 0,-2-1 4 0,5 1-7 16,-4-1 7-16,-3-2-1 15,1-1 0-15,0 0 9 0,-3 1 1 0,3-2 13 16,-7-2 5-16,3 1 12 0,-4-2 9 15,0 0 18-15,0-7 5 0,-5 12-1 16,-1-7-6-16,1 3-10 0,-7-4-10 0,0 1-11 16,0 2-5-16,-6-2-11 0,0 0-4 15,4-2-30-15,-6-1-40 0,4 0-43 0,-4-2-69 16,5 0-73-16,-2-2-76 0,0 0-96 16,2-2-135-16,-3 0-110 0,7-1 44 0,2 0-311 15,-2-1-361-15</inkml:trace>
  <inkml:trace contextRef="#ctx0" brushRef="#br0" timeOffset="-142685.85">11294 5302 2251 0,'0'-11'-9'0,"-1"1"55"0,-3 3 33 0,2 0 26 0,2 7 10 0,-2-8-6 0,2 8-15 0,-2-5-11 0,2 5 4 0,0 0 13 16,0 0 13-16,-15 25-5 16,7-4 12-16,-1 10 15 0,-7 13 8 0,3 5-5 15,-4 6 0-15,0 3-4 0,3 0-9 16,0 1-13-16,-2 0-7 0,7-1-12 0,-2-1-6 15,6-2-9-15,-4-2-5 0,3-11-7 16,-1-5-9-16,-7-2-5 0,8-1-6 0,5-9-19 16,-3-3-20-16,0-4-31 0,2-3-37 15,-1-1-51-15,2-1-43 0,-1-4-42 0,0-1-40 16,2-2-72-16,0-6-78 0,4 6-115 16,-4-6-38-16,0 0 44 0,0 0-183 15,0 0-175-15</inkml:trace>
  <inkml:trace contextRef="#ctx0" brushRef="#br0" timeOffset="-142435.6">11113 5816 1864 0,'2'-5'-8'0,"-2"5"22"15,0 0 20-15,6-3 13 0,-6 3 9 16,0 0 5-16,0 0 6 0,21 10-5 0,-15-5-1 15,-1 0 3-15,3 2-3 0,-4 0-3 16,2 0 1-16,-3 1 5 0,-1-1 3 0,-2-2 1 16,-2 2-3-16,2-7-3 15,-3 15-7-15,-5-8-7 0,-2 2-7 0,-1 0-34 16,0-3-51-16,-5 3-66 0,3-4-81 16,-1 0-98-16,0 0-145 0,2-2-216 0,2-3-145 15</inkml:trace>
  <inkml:trace contextRef="#ctx0" brushRef="#br0" timeOffset="-142002.66">11291 5744 1690 0,'0'0'-10'0,"0"0"44"0,13 6 28 15,-10-3 34-15,2 3 16 0,-1 2 6 16,-1 2 14-16,1-1 6 0,-2 4 3 0,3 1 1 15,-5-2-6-15,2 3 6 0,-4-1-1 16,2 1 1-16,-7-1 0 0,3-1-5 0,-5 1-2 16,-1 0-10-16,1-4-13 0,0 2-7 15,-4-3-7-15,2-3-11 0,-1 1-11 0,1-3-5 16,2-1-5-16,9-3-6 0,-17 0-3 16,17 0-16-16,-13-9-7 0,5-2-11 0,4 1-14 15,4-6-8-15,1-3-21 16,4-2-3-16,2 1 8 0,1 0-1 0,-3 2 4 15,4 3 0-15,-6 5-4 0,3 0 4 16,-2 2 12-16,-1 4 14 0,3 2 5 16,-6 2 7-16,0 0 9 0,0 0 5 0,17 6 0 15,-9 0-3-15,-3 0 7 0,6 3-6 16,-4 2-1-16,2-2-4 0,0 2-2 0,3-1-5 16,-2 0-2-16,-3-1-5 0,1 0-1 15,-2-1-28-15,1 1-31 0,-3-4-53 0,0 2-64 16,0 0-68-16,0-1-76 0,0-1-95 15,-4-5-115-15,9 7-50 0,-4-7 43 16,-5 0-205-16,18 0-217 0</inkml:trace>
  <inkml:trace contextRef="#ctx0" brushRef="#br0" timeOffset="-141786.54">11624 5730 1970 0,'-7'-9'22'0,"0"6"39"0,7 3 30 16,-13-1 28-16,13 1 8 0,0 0 15 0,-23 1 1 15,12 5 6-15,2 0-4 0,-3 2-5 16,3 4-14-16,1 1-6 0,-4 3-15 16,3 1-10-16,5 0-4 0,-3-2-16 0,2-1-4 15,0 3-2-15,1-4-9 16,2 1-7-16,2 0-6 0,0-4-22 0,2 2-53 16,0-2-62-16,5-1-71 0,2-1-103 15,0-2-117-15,2-1-169 0,3-4 42 0,-1 1-194 16,4-4-196-16</inkml:trace>
  <inkml:trace contextRef="#ctx0" brushRef="#br0" timeOffset="-141369.35">11883 5726 1931 0,'0'0'80'0,"0"0"38"15,0 0 24-15,-11 2 28 0,11-2 26 16,0 0 14-16,0 0-1 0,0 0-7 0,0 0-11 16,0 0-14-16,0 0-19 0,0 0-25 15,32 6-4-15,-32-6-13 0,20 0-9 16,-20 0-10-16,18-4-6 0,-18 4-13 0,19-6-5 16,-7 2-4-16,-4-1-4 0,-1-1-5 15,-1 0-9-15,-3-5 4 0,1 3-6 16,-2-2 5-16,-4 2-1 0,0-2-3 0,0 3-8 15,-5-3-1-15,-2 3 3 0,-1 2 4 16,-5 3 0-16,-1 2 11 0,-2 0 5 16,-5 6 7-16,0-1 5 0,2 2 2 0,2 3 0 15,-1 3-6-15,8-1 8 0,-2 5 1 16,3-3 4-16,1 3 5 0,2 1-10 0,2-3 0 16,6 1 0-16,0-1 0 0,0 3-2 15,6-3-10-15,2 2-8 0,3 0 0 16,3-2-4-16,1-2-45 0,3-2-62 0,-2 0-67 15,7-1-73-15,-1-5-111 16,-2 0-102-16,-1-3-115 0,3 1-141 0,-6-1-41 0,0 0 65 16,-5-1-467-16,0 3-572 0</inkml:trace>
  <inkml:trace contextRef="#ctx0" brushRef="#br0" timeOffset="-141002.75">11443 6169 3076 0,'-40'-2'53'0,"-6"2"64"0,-4 0 35 0,1-1 45 0,0 1 48 0,-5-2 31 0,9 0 20 0,3 0 21 16,10 4-9-16,7-2-9 15,5-2-15-15,6 2-26 0,3-1-20 0,11 1 6 16,0 0-11-16,0 0-17 0,0 0-21 15,86 0-19-15,-11-3-21 0,15 1-16 0,22 0-60 16,-3-3-51-16,-23 0-32 0,-7 1-17 16,1 1 2-16,-6-3-7 0,-3 2 2 0,-13 0 3 15,-17-1 5-15,-3 2 7 0,-7 3 16 16,-10-4 15-16,-5 1 10 0,0 1 8 0,-3-2 7 16,1 3 4-16,-5-2-5 0,-9 3-2 15,18 0-6-15,-18 0-10 0,15-2-26 16,-15 2-43-16,7-3-65 0,-7 3-67 15,0 0-89-15,0 0-124 0,0 0-126 0,0 0-166 16,0 0-117-16,0 0 62 0,0 0-666 16,0 0-850-16</inkml:trace>
  <inkml:trace contextRef="#ctx0" brushRef="#br0" timeOffset="-135984.75">1807 13191 2200 0,'0'0'268'0,"0"0"-19"0,0 0-15 0,0 0 6 0,-5-21 6 0,5 21-15 0,-4-8 0 16,4 8 0-16,-3-7 17 0,3 7 14 15,0 0-9-15,-4-10-12 0,4 10-18 16,0 0-24-16,0 0-20 0,0 0-5 16,0 0 29-16,0 0 3 0,5 27-12 0,-3-6-16 15,2 13-10-15,1 2-12 0,0 5-5 16,-1-2-19-16,-2 2-12 0,-1-1-11 16,1 0-11-16,2-3-11 0,-4-8-3 0,0-3-14 15,2-2-6-15,-2-4-6 0,0-3-1 16,0-3-6-16,-2 1-21 0,2-3-36 15,2 0-48-15,-2-5-69 0,-2 3-74 16,2-6-88-16,0-4-116 0,-4 6-112 0,4-6-115 16,0 0-149-16,0 0-15 0,-13-22 90 15,9 7-538-15,2-2-703 0</inkml:trace>
  <inkml:trace contextRef="#ctx0" brushRef="#br0" timeOffset="-135752.31">1640 13208 3710 0,'-17'3'109'0,"0"3"30"0,1-1 36 0,5 0 54 16,0 0 37-16,3-3 15 0,8-2-1 15,-13 5-23-15,13-5-18 0,0 0-22 16,-11 1-23-16,11-1-17 0,0 0-18 16,0 0-14-16,0 0-7 0,30-13-16 0,-9 4-31 15,7-4-62-15,3-1-53 0,1-1-66 16,0 3-77-16,-1 1-94 0,1 1-97 15,-5 2-93-15,-4 6-124 0,-5-2-182 0,-2 5 59 16,-4 2-518-16,1 5-680 0</inkml:trace>
  <inkml:trace contextRef="#ctx0" brushRef="#br0" timeOffset="-135537.3">1597 13931 3674 0,'-10'12'150'15,"2"-5"35"-15,6-2 40 0,-3 0 47 16,5-5 32-16,-4 6-4 0,4-6-7 16,0 0-14-16,0 0-8 0,0 0-14 0,0 0-24 15,34-8-24-15,-13 0-15 0,9-3-25 16,1 1-16-16,-1-5-51 0,3 1-62 0,-5 1-95 16,1 1-114-16,-6 2-100 0,-4-1-120 15,0 1-129-15,0 0-159 0,-1 1-112 16,-4-1 80-16,2 0-561 0,-3 3-731 15</inkml:trace>
  <inkml:trace contextRef="#ctx0" brushRef="#br0" timeOffset="-135121.49">2046 13573 3903 0,'0'0'213'0,"-11"-4"29"15,11 4 28-15,0 0 21 0,0 0-1 0,-11-3-12 16,11 3-14-16,0 0-23 0,0 0-23 15,0 0 1-15,0 0 2 0,0 0-9 16,3 21-15-16,-1-14-12 0,0 1-1 0,0 1-3 16,0 1-17-16,1 0-12 15,-3 2-15-15,2 0-13 0,0-1-119 0,0-2-5 16,-2 3 0-16,2-2 0 0,0-3 0 16,-2 1 0-16,0-8 0 0,2 12 0 0,-2-12 0 15,2 6 0-15,-2-6 0 0,0 0 0 16,0 0 0-16,0 0 0 0,6-29 0 15,-4 12 0-15,3-1 0 0,1-2 0 0,1-1 0 16,1 3 0-16,-4 5 0 0,0 2 0 16,3-1 0-16,1 6 0 0,-2 0 0 0,3 1 0 15,1 3 0-15,-10 2 0 0,19 0 0 16,-19 0 0-16,25 11 0 0,-12-5 0 0,1 1 0 16,-1 2 0-16,1 0 0 0,-3-1 0 15,0 1 0-15,-4-3 0 0,1 2 0 16,0-2 0-16,-1 1 0 0,-3-2 0 15,2 0-266-15,-2 1-121 0,0-2-83 16,-1 2-100-16,-3-6-131 0,4 7-140 0,-4-7 73 16,0 0-656-16,9 1-876 0</inkml:trace>
  <inkml:trace contextRef="#ctx0" brushRef="#br0" timeOffset="-134721.55">2646 13312 3809 0,'0'0'-59'0,"0"0"60"0,-7-12 28 0,3 8 42 0,4 4 17 16,0 0 0-16,-15-4 6 0,15 4-6 16,0 0-2-16,-31 13-7 0,20-4-9 0,-5 6-4 15,-2 4-4-15,0 4-12 0,5-5-4 16,-1 9-11-16,5-8-15 0,4-1-9 15,1-3-6-15,0-3 2 0,4-1-4 0,-2-1 1 16,4 0 6-16,4-1 25 0,-1 0 20 16,5 1 16-16,0-2 9 0,3 1 14 15,4 1 10-15,0-1 0 0,2-1 2 16,-4 3 4-16,3-3 1 0,-4 1 9 0,-2-3 6 16,-1 3 13-16,3-2 22 0,-8 0 6 15,1 1-1-15,-1-1 19 0,-3 2 6 16,-1-2 6-16,0 1-8 0,-2 0-14 0,-2 6-19 15,-5-3-14-15,0-2-15 0,-3 0-24 16,-2 0-49-16,1-1-69 0,-4-4-102 0,2 0-104 16,-3-4-106-16,-1-4-96 0,0-1-112 15,-2-5-137-15,-4-8-162 0,9 4 76 16,1 3-646-16,4 1-857 0</inkml:trace>
  <inkml:trace contextRef="#ctx0" brushRef="#br0" timeOffset="-134021.36">2856 13391 3870 0,'0'0'37'0,"0"0"55"15,0 0 31-15,0 0 40 0,0 0 21 0,0 0 18 16,16 0 21-16,-16 0 25 0,0 0-15 16,0 0 8-16,13 2-4 0,-13-2-21 15,0 0-16-15,19-4-20 0,-19 4-18 0,13-2-18 16,-2-4-12-16,-1 2-14 15,1-2-15-15,1 0-4 0,-2-1-12 0,-3 3-1 16,2-4-7-16,-2 2-7 0,-2-3-10 16,-3 4-1-16,2-2-3 0,-4 7 1 0,0-10-9 15,0 10-9-15,-8-7-6 0,8 7-4 16,0 0-4-16,-30 12 10 0,14 0-4 0,3 3 1 16,-6 8-5-16,0 4-3 0,4 0-1 15,5 0-1-15,-2 0-2 0,7-3-16 16,3-3-6-16,0-4 0 0,4 3 0 0,2-3 0 15,1 4 0-15,5-6 0 0,0 3 0 16,1-8 0-16,4 1 0 0,0-5 0 0,1-3 0 16,1 0 0-16,2-6 0 0,0 0 0 15,5-3 0-15,-6-2 0 0,9-7 0 16,-4-3 0-16,-3 0 0 0,1-4 0 16,-5-4 0-16,-1-2 0 0,-6-1 0 0,-1-3 0 15,-2-2 0-15,-4 5 0 0,-2 0 0 16,-2 4 0-16,-2 1 0 0,2 3 0 15,-3 6 0-15,0 0 0 0,0 4 0 0,1 1 0 16,-3 5 0-16,1 2 0 0,6 3 0 16,0 0 0-16,-23 3 0 0,23-3 0 0,-11 5 0 15,11-5 0-15,-7 7 0 0,7-7 0 16,0 0 0-16,0 0 0 0,0 0 0 0,0 0 0 16,47-7 0-16,-31 4 0 15,2-2 0-15,-2 1 0 0,2 2 0 0,1 1 0 16,-6 1 0-16,5 3 0 0,-1 2 0 15,0 2 0-15,0 7 0 0,2 3 0 0,2 5 0 16,-6 2 0-16,3 2 0 0,-4 3 0 16,0 2 0-16,-3-1 0 0,3 4 0 15,-3-5 0-15,-3-2 0 0,-1-3 0 0,-2-3 0 16,0-6 0-16,-3 1 0 0,2-5 0 16,-2 1 0-16,1-2 0 0,-3-1 0 0,2-1 0 15,-2-4 0-15,0-4-526 0,0 0-149 16,0 0-149-16,0 0-32 0,0 0 75 15,6-39-759-15,-3 1-985 0</inkml:trace>
  <inkml:trace contextRef="#ctx0" brushRef="#br0" timeOffset="-133736.92">3541 12702 4233 0,'-14'-17'10'0,"3"0"63"0,3 2 54 0,0 2 46 0,2-1 55 0,1 3 50 0,1 1 19 0,1 4-2 0,-1 0-23 15,4 6-27-15,0 0-2 0,0 0 16 16,0 0 3-16,5 32-12 0,5 0 0 16,5 18-2-16,2 6-15 0,0 8-18 0,2 5-215 15,8 17 0-15,0 1 0 0,-3 1 0 16,7-3 0-16,-1-1 0 0,1-9 0 16,-8-17 0-16,-1-2 0 0,-4-6 0 0,-4-8 0 15,-1-8 0-15,-6-3 0 0,-2-8 0 16,1-4 0-16,0-5 0 0,-4-5 0 0,0-1 0 15,-2-6 0-15,0-2 0 0,0 0-451 16,0 0-146-16,0 0-104 0,-10-29-158 16,4 8 60-16,-1-8 76 0,-2-1-658 0,0-4-835 15</inkml:trace>
  <inkml:trace contextRef="#ctx0" brushRef="#br0" timeOffset="-133487.8">3548 13399 4158 0,'-16'1'162'16,"7"0"61"-16,9-1 63 0,-15 0 54 15,15 0 18-15,0 0 11 0,0 0 3 16,0 0 12-16,0 0 5 0,0 0-9 0,0 0-35 16,0 0-34-16,47-14-197 0,-16 2-114 15,5 1 0-15,-2 2 0 0,5-3 0 0,-3 0 0 16,-4 0 0-16,-1 2 0 0,-4 1 0 16,-9 3 0-16,0-1 0 0,-6 2 0 0,2 1 0 15,-4-1 0-15,0 1 0 0,-10 4 0 16,16-3 0-16,-10 1 0 0,-6 2 0 15,10-5 0-15,-10 5 0 0,7-1 0 16,-7 1 0-16,0 0-560 0,0 0-267 0,0 0-95 16,-23 17 80-16,10-9-872 0,-2 3-1148 15</inkml:trace>
  <inkml:trace contextRef="#ctx0" brushRef="#br0" timeOffset="-132554.49">4110 13266 4762 0,'-10'3'20'0,"1"1"59"0,2-1 52 0,7-3 55 0,-9 4 70 16,9-4 12-16,0 0 7 0,0 0-12 15,0 0-19-15,0 0-21 0,0 0-19 16,0 0-23-16,33-11-15 0,1 3-16 15,5 0-18-15,2-1-20 0,1-1-16 0,0-2-22 16,-2 1-24-16,-2 1-23 0,-6 0-13 16,-9-1-21-16,-1 7-16 0,-7 0-19 0,-2 0-23 15,-3 0-22-15,0 2-27 0,-1-1-34 16,-2-1-41-16,-7 4-55 0,0 0-70 0,6-4-78 16,-6 4-81-16,0 0-116 0,0 0-168 15,-27 15 56-15,12-5-581 0,2 0-740 16</inkml:trace>
  <inkml:trace contextRef="#ctx0" brushRef="#br0" timeOffset="-132172.1">4624 12791 3753 0,'2'-10'39'0,"-2"4"56"16,2-2 43-16,-2 8 37 0,0 0 25 15,0-10 7-15,0 10-6 0,0 0-12 16,0 0 19-16,0 0 20 0,0 0 10 0,0 0 19 0,27 30-6 16,-12-3-1-16,-2 6-2 15,3 13-18-15,-1 3-17 0,2-1-17 0,-4 3-17 16,1-1-17-16,-3-2-14 0,-1-8-16 15,-2-4-10-15,-3 0-10 0,3-4-92 0,-5-6-20 16,1-6 0-16,-2-3 0 0,1-3 0 16,-1 1 0-16,1-6 0 0,-1 2 0 15,0-2 0-15,-2-3 0 0,0-6 0 0,4 8 0 16,-4-8 0-16,0 0 0 0,0 0-119 16,0 0-261-16,0 0-95 0,7-29-104 0,-3 15-130 15,0-9-129-15,-3 0 89 16,6-1-728-16,-3 1-924 0</inkml:trace>
  <inkml:trace contextRef="#ctx0" brushRef="#br0" timeOffset="-131654.83">4927 12746 4016 0,'0'-17'14'15,"0"4"60"-15,-2 2 49 0,2 3 43 0,0 1 33 16,0 7 18-16,0-10-8 0,0 10-3 15,0 0 25-15,0 0 14 0,0 0 8 0,0 0-5 16,11 36-4-16,-8-11-3 16,3 9-9-16,-1 7-19 0,1 1-26 0,4 8-16 15,3-2-19-15,-2-11-14 0,5 8-15 16,-5-11-12-16,1-5-9 0,1 0-26 16,-4-6-76-16,-1-6 0 0,2-5 0 0,-3 0 0 15,0-3 0-15,4-3 0 0,-4-2 0 16,-7-4 0-16,23-5 0 0,-8-2 0 0,2-3 0 15,5-11 0-15,-4-2 0 0,3-3 0 16,-1-4 0-16,-4-1 0 0,2-1 0 0,-5-3 0 16,1 3 0-16,-1 3 0 15,-6 6 0-15,0 7 0 0,0 3 0 0,-3 3 0 0,-1 4 0 16,-3 1 0-16,0 5 0 16,0 0 0-16,0 0 0 0,0 0 0 0,2 34 0 15,-2-12 0-15,-2 5 0 0,2 13 0 16,-1 1 0-16,2 3 0 0,-1-1 0 0,2 0 0 15,0-2 0-15,2-1 0 0,1 1 0 16,-3-7 0-16,3-5 0 0,-2-7 0 16,-1-5 0-16,0 1 0 0,-2-5 0 0,2 0 0 15,0-4 0-15,2 0 0 0,-3-3 0 16,-1-1 0-16,0-5 0 0,0 0 0 0,0 0 0 16,0 0 0-16,0 0 0 0,0 0 0 15,0 0-508-15,8-20-180 0,-8 12-172 16,0 2 10-16,2-4 89 0,-2 3-778 15,1-3-982-15</inkml:trace>
  <inkml:trace contextRef="#ctx0" brushRef="#br0" timeOffset="-131255.84">5981 12572 4527 0,'-1'-14'65'0,"1"6"46"0,0 1 42 0,0 7 19 0,-4-10 9 0,4 10 0 16,0 0 13-16,0 0 34 0,0 0 15 15,-36 39 12-15,15-8 12 0,-6 10 8 0,-2 10 1 16,1 2 0-16,-7 20-2 0,3 2-17 16,7-15-15-16,2 3-228 0,6-3-14 15,3-2 0-15,2-1 0 0,6-4 0 0,4-12 0 16,2-4 0-16,2-7 0 0,4-4 0 15,-1-7 0-15,2-1 0 0,2-6 0 0,2-5 0 16,3-5 0-16,2-4 0 0,4-2 0 16,8-8 0-16,-4-5 0 0,1 0 0 0,-3-3 0 15,-5-4 0-15,0 0 0 0,-8 1 0 16,-1 2 0-16,-4 4 0 0,-4-1 0 0,0 5 0 16,-4 1 0-16,-2 2 0 15,-2 4 0-15,-4 1 0 0,-4 4 0 0,-3 2 0 16,-6 2 0-16,-7 5 0 0,0 4 0 15,-1 5 0-15,-2 2 0 0,-6 4-670 0,3 3-224 16,7-3-4-16,-3 6 82 0,2 0-855 16,11-6-1107-16</inkml:trace>
  <inkml:trace contextRef="#ctx0" brushRef="#br0" timeOffset="-130788.78">6568 13343 4746 0,'0'0'41'0,"0"0"8"0,-2-9 1 0,2 9 13 0,0 0 34 0,0 0 43 0,0 0 30 16,0 0 19-16,-43 18 4 0,14-3-1 0,-1 5-3 15,-17 5-6-15,-5 8-5 0,-23 8-10 16,-11 3-17-16,-9 6-15 0,-8 1-16 15,-11 1-14-15,-4 2-8 0,-50 18-8 16,-7 1-7-16,-10 3-12 0,-12 0-7 0,-11 1 15 16,-5-3 22-16,0 5 16 0,1 0 4 15,5-4 5-15,5-1-46 0,1-4-80 16,13-4 0-16,3-5 0 0,6-2 0 0,42-13 0 16,5-7 0-16,6 0 0 0,10 0 0 15,8-7 0-15,16-3 0 0,26-13 0 0,9-1 0 16,16-3 0-16,9-2 0 0,7-3 0 15,6 1 0-15,3-6 0 0,5 0 0 0,2 0 0 16,9-2 0-16,-12 2 0 0,12-2 0 16,0 0 0-16,0 0 0 0,0 0 0 0,0 0 0 15,0 0 0-15,0 0 0 0,0 0 0 16,0 0 0-16,0 0 0 0,0 0 0 0,0 0 0 16,0 0 0-16,0 0 0 15,43 2 0-15,-27 2 0 0,9-4-355 0,-4 0-690 16,4 0 106-16,3-4-1051 0,5-4-1408 15</inkml:trace>
  <inkml:trace contextRef="#ctx0" brushRef="#br0" timeOffset="-128238.71">11838 2360 4905 0,'0'0'-336'0,"0"0"66"0,3-4 51 0,-3 4 51 0,0 0 42 0,0 0 33 15,2-10 26-15,-2 10 19 0,0 0 21 0,0 0 3 16,0 0 11-16,0 0 7 0,0 0 21 16,4-6 7-16,-4 6 15 0,0 0 15 0,0 0 20 15,0 0-1-15,0 0 15 16,0 0 7-16,0 0-7 0,0 0 0 0,0 0-8 15,-11-9-9-15,11 9-6 0,-18-4-11 16,7 4-1-16,0-2-7 0,11 2-3 16,-25-2-6-16,13 0-2 0,12 2-3 0,-18 0-1 15,18 0-3-15,-22-2-6 0,13 0 3 16,9 2-2-16,-16 0-2 0,16 0-3 0,-11-3-4 16,11 3 0-16,0 0 4 0,-15-1-1 15,15 1-3-15,0 0 2 16,-10-4 0-16,10 4 3 0,0 0-1 0,0 0-1 15,0 0 5-15,0 0-5 0,0 0 5 16,-12-2 4-16,12 2-2 0,0 0 0 0,0 0 5 16,0 0-6-16,0 0 1 0,0 0-2 15,0 0-3-15,0 0-2 0,0 0 0 16,0 0-1-16,0 0-3 0,-18 4-6 0,18-4 3 16,0 0-1-16,0 0-4 0,0 0-2 15,0 0-5-15,0 0 3 0,-6 6 2 0,6-6 2 16,-1 14-2-16,-3-3 3 0,2 1-3 15,-3 3-1-15,4 3 7 0,-3 1 0 16,-2 1-3-16,3 1-2 0,-1-1 3 0,0-1 2 16,1-2 3-16,-2 0-2 0,3-1 4 15,-2-1-5-15,4-3 1 0,-1 1 0 0,1-5 3 16,-2-2-3-16,0 4 4 16,2-10-2-16,-2 11-1 0,2-5-1 0,0-6 6 15,-2 10-1-15,2-10 2 0,0 0 0 16,0 0-5-16,0 8-24 0,0-8-37 15,0 0-52-15,0 0-57 0,0 0-73 0,0 0-92 16,0 0-115-16,0 0-212 0,0 0 27 16,0 0 73-16,-21-12-227 0,21 12-268 0</inkml:trace>
  <inkml:trace contextRef="#ctx0" brushRef="#br0" timeOffset="-111976.38">17048 7139 2086 0,'-2'-5'80'0,"0"0"23"0,0 0 18 0,2 5 22 0,-8-10 17 0,6 4 27 0,2 6 12 15,-7-5 8-15,3 1-1 0,4 4-9 0,0 0-12 16,-5-8-13-16,5 8-7 0,-7-5-4 15,7 5-1-15,0 0-4 0,-1-5-4 0,1 5-5 16,0 0-2-16,0 0 8 0,0 0 10 16,0 0 4-16,0 0-2 0,0 0-3 0,21 18-2 15,-10-10-13-15,-1 2-7 0,5 2-1 16,4 8-2-16,6 0-6 0,-3 1-9 0,3 0-7 16,0 2-11-16,2-1-9 0,2 1-9 15,-4 1-9-15,-1 0-5 0,2-2-4 0,-3 0 7 16,2-3 2-16,-1 0-5 15,-10-2 2-15,2-1-2 0,-1-1 1 0,-1-1 5 0,-1-1 4 16,-2 1-29-16,3-2-53 16,-3 2 0-16,3 0 0 0,-5-3 0 0,2 0 0 15,-1 1 0-15,-1-2 0 0,2 2 0 16,1 2 0-16,1-2 0 0,-1-1 0 0,-3 1 0 16,3-3 0-16,-2 0 0 0,-3 0 0 15,2-1 0-15,2 0 0 0,-2-1 0 16,-4 0 0-16,5 0 0 0,-5 1 0 0,3 1 0 15,2-1 0-15,-1 2 0 0,-4 0 0 16,7-1 0-16,-4 4 0 0,-1-3 0 0,3 1 0 16,-2-2 0-16,1 2 0 0,-1-1 0 15,2 1 0-15,-3-1 0 0,0 0 0 16,4 1 0-16,-2 1 0 0,2-2 0 0,-1 0 0 16,-1 2 0-16,6 0 0 0,-1 2 0 15,-1 0 0-15,1-3 0 0,-1 5 0 16,-1-3 0-16,1 2 0 0,-4-3 0 0,3 2 0 15,-1-4 0-15,-4-2 0 0,3 0 0 16,-2 1 0-16,-3-1 0 0,-1-2 0 0,3-1 0 16,-2 2 0-16,2-2 0 0,-5 0 0 15,4 0 0-15,-2-1 0 0,-1 3 0 0,4-4 0 16,-4 2 0-16,3 0 0 0,-2 1 0 16,-1-1 0-16,3 2 0 0,-2-3 0 0,0 2 0 15,2 1 0-15,-3-2 0 0,1 2 0 16,0-1 0-16,-1-4 0 0,-1 3 0 15,5 0 0-15,-3 1 0 0,-3-1 0 0,-1-5 0 16,10 10 0-16,-9-6 0 0,-1-4 0 16,6 6 0-16,-4-1 0 0,2-1 0 0,-4-4 0 15,4 10 0-15,0-6 0 0,-4-4 0 16,5 9 0-16,-3-5 0 0,2 2 0 0,-4-6 0 16,5 6 0-16,-5 0 0 0,0-6 0 15,9 4 0-15,-5 1 0 0,-4-5 0 0,3 6 0 16,-3-6 0-16,4 6 0 0,-4-6 0 15,5 6 0-15,-5-6 0 0,0 6 0 16,0-6 0-16,4 5 0 0,-4-5 0 16,6 6 0-16,-6-6 0 0,1 6 0 0,-1-6 0 15,5 6 0-15,-5-6 0 0,4 7 0 16,-4-7 0-16,2 5 0 0,-2-5 0 0,3 6 0 16,-3-6 0-16,0 0 0 0,2 5 0 15,-2-5 0-15,0 0 0 0,4 6 0 0,-4-6 0 16,0 0 0-16,0 0 0 0,4 6 0 15,-4-6 0-15,0 0 0 0,0 0 0 0,1 5 0 16,-1-5 0-16,0 0 0 0,0 0 0 16,0 0 0-16,0 0 0 0,4 7 0 15,-4-7 0-15,0 0 0 0,0 0 0 16,0 0 0-16,0 0 0 0,0 0 0 0,0 0 0 16,0 0 0-16,0 0 0 0,0 0 0 15,0 0 0-15,0 0 0 0,0 0 0 0,0 0 0 16,5 5 0-16,-5-5 0 0,0 0 0 15,0 0 0-15,0 0 0 0,0 0 0 0,0 0 0 16,0 0 0-16,0 0 0 0,2 6 0 16,-2-6 0-16,0 0 0 0,0 0 0 0,0 0 0 15,0 0 0-15,0 0 0 0,0 0 0 16,0 0 0-16,0 0 0 0,0 0 0 0,0 7 0 16,0-7 0-16,0 0 0 15,0 0 0-15,0 0 0 0,0 0 0 0,0 7 0 16,0-7 0-16,0 0 0 0,0 0 0 15,0 0 0-15,0 0 0 0,0 0 0 0,0 0 0 16,0 7 0-16,0-7 0 0,0 0 0 16,0 0 0-16,0 0 0 0,0 0 0 0,0 0 0 15,0 0 0-15,0 0 0 0,0 0 0 16,1 5 0-16,-1-5 0 0,0 0 0 0,0 0 0 16,0 0 0-16,0 0 0 0,0 0 0 15,0 0 0-15,0 0 0 0,0 0 0 16,0 0 0-16,0 0 0 0,0 0 0 0,0 0 0 15,0 0 0-15,0 0 0 0,0 0 0 16,0 0 0-16,0 0 0 0,0 0 0 0,0 0 0 16,0 0 0-16,0 0 0 0,0 0 0 15,0 0 0-15,0 0 0 0,0 0 0 0,0 0 0 16,0 0 0-16,0 0 0 0,0 0 0 16,0 0 0-16,0 0 0 0,0 0 0 15,0 0 0-15,0 0 0 0,0 0 0 0,0 0 0 16,0 0 0-16,0 0 0 0,0 0 0 15,0 0 0-15,0 0 0 0,0 0 0 0,0 0 0 16,0 0 0-16,0 0 0 0,0 0 0 16,0 0 0-16,0 0 0 0,0 0 0 15,0 0 0-15,0 0 0 0,0 0 0 0,0 0 0 16,0 0 0-16,0 0 0 0,0 0 0 16,0 0 0-16,0 0 0 0,0 0 0 0,0 0 0 15,0 0 0-15,0 0 0 0,0 0 0 16,0 0 0-16,0 0 0 0,0 0 0 0,0 0 0 15,0 0 0-15,0 0 0 0,0 0 0 16,0 0 0-16,0 0 0 0,0 0 0 0,0 0 0 16,0 0 0-16,0 0 0 0,0 0 0 15,0 0 0-15,0 0 0 0,0 0 0 0,0 0 0 16,0 0 0-16,0 0 0 0,0 0 0 16,0 0 0-16,0 0 0 0,0 0 0 0,0 0 0 15,0 0 0-15,-10 3 0 16,10-3 0-16,0 0 0 0,0 0 0 0,0 0 0 15,0 0 0-15,0 0 0 0,0 0 0 16,0 0 0-16,0 0 0 0,0 0 0 0,0 0 0 16,0 0 0-16,0 0 0 0,0 0 0 15,0 0 0-15,0 0 0 0,0 0 0 0,0 0 0 16,0 0 0-16,0 0 0 0,0 0 0 16,0 0 0-16,0 0 0 0,0 0 0 0,0 0 0 15,0 0 0-15,0 0 0 0,0 0 0 16,0 0 0-16,0 0 0 0,0 0 0 0,0 0 0 15,0 0 0-15,0 0 0 16,0 0 0-16,0 0 0 0,0 0 0 0,0 0 0 16,0 0 0-16,0 0 0 0,-3-15-566 15,1 7-400-15,-2-1 86 0,2-1-1085 0,0-2-1385 16</inkml:trace>
  <inkml:trace contextRef="#ctx0" brushRef="#br0" timeOffset="-96460.49">15628 5867 1223 0,'0'-10'174'0,"0"0"-47"0,0-2-14 0,2-2-8 0,2-1-10 0,-1-3-1 0,1 0-8 16,5-2-9-16,2-9-4 0,1 3-6 0,2-1-5 16,7 2-3-16,-2-1 0 0,6 0 2 15,7-3-2-15,1 0-6 0,-1 2-4 16,-2 5-6-16,1 1-2 0,-1 2 0 15,-1 1-4-15,2 5-6 0,-6 3 3 16,-6 4-4-16,-1 6-3 0,0 0 3 0,2 4-3 16,3 4-1-16,6 4-1 0,0 5-3 15,-3 0-3-15,3 3 0 0,0-1-2 0,-2 1 0 16,-1-1 0-16,0 0-5 0,-3 0-4 16,-5-6 6-16,-5-2 2 0,-1-1 16 0,-5-1 19 15,2-3 12-15,-5-1 14 0,2 1 6 16,0-1-4-16,0 0 2 0,-6-5-11 15,7 8-9-15,-7-8-7 0,7 4-3 0,-7-4-8 16,9 5-2-16,-9-5-13 0,3 2-25 16,-3-2-35-16,0 0-35 0,0 0-48 15,0 0-53-15,4 6-83 0,-4-6-108 16,0 0-160-16,-2 9 25 0,-1-4-187 0,-4 4-175 16</inkml:trace>
  <inkml:trace contextRef="#ctx0" brushRef="#br0" timeOffset="-95744.55">16867 5528 1994 0,'-2'-9'116'0,"-2"1"22"15,2 1 23-15,2 7 10 0,-8-10 21 0,8 10 9 0,-5-10-3 0,5 10-17 0,-6-5-20 0,6 5-13 16,0 0-21-16,0 0-9 0,0 0-10 0,-10 27-10 15,6-8-6-15,3 5-11 16,-5 8-15-16,4 4 1 0,-1 0-8 0,1 0-7 0,0-1-5 16,-2-6-8-16,2-5-11 0,2-5-2 15,-3 1-4-15,3-3-6 0,-1-1-5 16,-1-5-7-16,2 1-7 0,-2-3-5 16,2-1-22-16,0-8-31 0,-2 11-24 15,2-11-27-15,0 0-10 0,0 0-14 0,0 3-13 16,0-3-18-16,0 0-13 0,0 0-13 15,-2-24-2-15,0 14-14 0,2-5-5 0,-1-2 1 16,-1-6-6-16,-2-1-4 0,0 1-3 16,3-2-447-16,-6-8-167 0</inkml:trace>
  <inkml:trace contextRef="#ctx0" brushRef="#br0" timeOffset="-95210.68">16764 5631 1678 0,'-6'-29'-80'0,"2"6"25"0,3 3 23 16,-5 1 16-16,4 0 22 0,-3-3 18 16,5 0 17-16,-1-2 12 0,1 1 14 15,0 0 8-15,0-4 13 0,1 3 6 0,4 0 11 16,1 0 10-16,1-6 9 0,0 4 1 15,4 7 6-15,-4 2-7 0,4 3-19 16,1 0-9-16,1 5-8 0,1 5-11 0,-1 2-4 16,0 4-11-16,2 2-3 0,2 5-5 15,3 3-3-15,3 7-13 0,-7 4-8 0,0-6 6 16,-5 0-5-16,-3 2-1 0,0-2 6 16,-5 0 7-16,-1 0 33 0,-2-2 13 0,-3 2 25 15,-5 2 13-15,2 0 11 0,-4-1 1 16,1-6 3-16,-3 3-14 0,5-5-14 15,-2 1-9-15,-1-3-8 0,-2-2-10 0,5-2-12 16,0 0-4-16,-4 0-11 16,11-4-7-16,-11 3-5 0,11-3-3 0,-9 3-9 15,9-3-9-15,-8 3-7 0,8-3-9 16,0 0 7-16,-8 8-2 0,8-8-3 0,0 8-3 16,0-8 3-16,4 12 0 0,0-5-4 15,2 0-1-15,2 1 1 0,-3 4-2 0,4-2-2 16,2 3-6-16,-2-1 8 0,2 1-3 15,-1-1 1-15,1 0 3 0,-2-2 0 16,3 1-2-16,-4-3 0 0,-1 1 4 0,1-3-6 16,-2 2 2-16,0-4 3 0,-1 2-1 15,-5-6 0-15,9 8 4 0,-7-5-2 16,-2-3 4-16,10 8-4 0,-10-8-4 16,4 6 5-16,-4-6-3 0,6 4 0 0,-6-4-5 15,0 0 3-15,5 6-4 0,-5-6 0 16,0 0-5-16,8 5 5 0,-8-5 5 0,0 0-6 15,0 0 2-15,0 0-4 0,0 0-15 16,8 4-23-16,-8-4-35 0,0 0-51 0,0 0-74 16,0 0-92-16,0 0-114 0,0 0-183 15,0 0-48-15,0 0 79 0,0 0-381 16,0 0-418-16</inkml:trace>
  <inkml:trace contextRef="#ctx0" brushRef="#br0" timeOffset="-87596.29">15216 9143 2317 0,'4'-6'-118'0,"-4"6"35"0,5-6 28 0,-5 6 32 0,1-9 23 0,1 3 16 15,2 1 19-15,-4 5 15 0,4-9 12 16,-3 6 13-16,-1 3 17 0,4-6 14 15,-4 6 17-15,2-8 11 0,-2 8 17 0,0 0 15 16,4-6 5-16,-4 6 6 0,0 0-2 16,1-7-4-16,-1 7-3 0,0 0-3 0,2-4-8 15,-2 4-2-15,0 0-6 0,0 0-6 16,5-6-4-16,-5 6-8 0,0 0-5 0,0 0-7 16,4-6-9-16,-4 6 4 0,0 0-4 15,0 0-1-15,3-10-2 0,-3 10 0 16,0 0-8-16,0 0 0 0,0 0 0 15,0 0-4-15,2-8 0 0,-2 8-6 0,0 0-8 0,0 0-3 16,0 0-6-16,0 0 1 16,0 0 0-16,4-7-5 0,-4 7 3 0,0 0-5 15,0 0-6-15,0 0-3 0,0 0-9 16,0 0-5-16,0 0 1 0,0 0-7 0,0 0-8 16,0 0 4-16,0 0 19 0,0 0 0 15,0 0-2-15,0 0 5 0,2 20 0 0,-2-11 5 16,0 1 3-16,-4 1 0 0,2 2-4 15,0-1 0-15,2 0-2 0,-1 1-8 0,1-1-3 16,-2 2-3-16,0-2-7 0,4-1-4 16,-4 1-32-16,0 2 0 0,-1-2 0 0,3 0 0 15,-2 0 0-15,2 0 0 16,0 2 0-16,0-3 0 0,0 2 0 0,0 0 0 16,0-1 0-16,2 0 0 0,-2-2 0 15,0-1 0-15,0 1 0 0,3 2 0 0,-3-3 0 16,0 1 0-16,0 0 0 0,0-1 0 15,0-1 0-15,2 0 0 0,-2 0 0 0,0 0 0 16,2-3 0-16,-2-5 0 0,0 12 0 16,0-6 0-16,0-6 0 0,-2 9 0 0,2-9 0 15,0 6 0-15,0-6 0 0,2 8 0 16,-2-8 0-16,0 0 0 0,0 8 0 0,0-8 0 16,0 0 0-16,-2 9 0 0,2-9 0 15,0 0 0-15,0 0 0 0,0 0 0 16,2 6 0-16,-2-6 0 0,0 0 0 15,0 0 0-15,0 0 0 0,0 0 0 0,3 4 0 16,-3-4-81-16,0 0-239 0,0 0-111 16,0 0-106-16,0 0-125 0,4-17-182 0,-4 10 72 15,2 0 89-15,2-1-630 0,-3 3-771 16</inkml:trace>
  <inkml:trace contextRef="#ctx0" brushRef="#br0" timeOffset="-86080.57">15616 9087 3273 0,'0'0'-167'0,"0"0"53"0,-2-8 42 0,2 8 32 0,0 0 26 0,0 0 28 0,0 0 23 0,2-9 23 0,-2 9 15 16,0 0 13-16,0-6 21 0,0 6-4 16,0 0 14-16,0 0 19 0,3-8 4 0,-3 8 10 15,0 0 4-15,0 0 2 0,0 0 5 16,0 0 2-16,-5-8 1 0,5 8 6 15,0 0-2-15,0 0-3 0,0 0 2 16,0 0-1-16,0 0 1 0,0 0 1 0,0 0 2 16,0 0-7-16,0 0-2 0,0 0-3 15,-5-7-8-15,5 7-6 0,0 0-4 16,0 0-14-16,0 0-8 0,0 0-11 0,0 0-10 16,0 0-8-16,0 0-8 0,0 0-12 15,0 0-6-15,0 0 13 0,0 0 1 0,0 0-3 16,-6 21-1-16,6-21-12 0,0 15-7 15,0-7-56-15,0 4 0 0,0-5 0 0,0 3 0 16,0 0 0-16,0 0 0 16,0-1 0-16,0-1 0 0,0 1 0 0,0-9 0 15,0 14 0-15,0-6 0 0,0-1 0 16,0-7 0-16,2 14 0 0,-2-14 0 0,0 8 0 16,0-8 0-16,2 8 0 0,-2-8 0 15,2 9 0-15,-2-9 0 0,0 0 0 0,0 9 0 16,0-9 0-16,0 0 0 0,0 0 0 15,0 7 0-15,0-7 0 0,0 0 0 0,0 0 0 16,0 0 0-16,0 10 0 0,0-10 0 16,0 0 0-16,0 0 0 0,3 5 0 0,-3-5 0 15,0 0 0-15,13 5 0 0,-13-5 0 16,12 4 0-16,-2-3 0 0,2 1 0 0,1-2 0 16,2 2 0-16,4-1 0 0,2-1 0 15,-2 0 0-15,4 0 0 0,-2 0 0 16,-2 0 0-16,2-1 0 0,-2 1 0 15,-1-2 0-15,-6 2 0 0,2-2 0 0,-14 2 0 16,23-1 0-16,-13 1 0 0,-10 0 0 16,14 0 0-16,-14 0 0 0,14-2 0 0,-14 2 0 15,0 0 0-15,15 0 0 0,-15 0 0 16,0 0 0-16,0 0 0 0,16 0 0 0,-16 0 0 16,0 0 0-16,0 0 0 0,0 0 0 15,0 0 0-15,15 0 0 0,-15 0 0 16,0 0 0-16,0 0 0 0,0 0 0 0,0 0 0 15,0 0 0-15,11-3 0 0,-11 3 0 16,0 0 0-16,3-9 0 0,-3 9 0 0,1-10 0 16,-1 10 0-16,2-11 0 0,-2 3 0 15,0 1 0-15,2-2 0 0,-2 9 0 16,2-17 0-16,0 11 0 0,-2-2 0 16,0-1 0-16,0 9 0 0,2-14 0 0,-2 4 0 15,1 4 0-15,-1-2 0 0,2-1 0 16,-2 1 0-16,0-2 0 0,0 3 0 0,0 7 0 15,2-16 0-15,-2 8 0 0,0 3 0 16,2-3 0-16,-2 8 0 0,2-9 0 0,-2 9 0 16,0-8 0-16,0 8 0 15,0 0 0-15,2-12 0 0,-2 12 0 0,0 0 0 16,0-9 0-16,0 9 0 0,0 0 0 16,0 0 0-16,0 0 0 0,0-8 0 0,0 8 0 15,0 0 0-15,0 0 0 0,0 0 0 16,0 0 0-16,0 29 0 0,0-16 0 0,0 1 0 15,1 5 0-15,-1 6 0 0,2-2 0 16,0 3 0-16,3 0 0 0,-1 0 0 0,-1 6 0 16,-1-5 0-16,2-3 0 0,-2-1 0 15,-1-5 0-15,1-1 0 0,0-1 0 0,0-3 0 16,0-1 0-16,0-1 0 0,0-3 0 16,-2 2 0-16,0-4 0 0,0 2 0 0,0-8 0 15,0 9 0-15,0-3 0 16,0-6 0-16,0 6 0 0,0-6 0 0,0 8 0 15,0-8 0-15,0 0 0 0,2 7 0 16,-2-7 0-16,0 0 0 0,0 0 0 0,0 0 0 16,0 0 0-16,0 0 0 0,0 0 0 15,0 0 0-15,0 0 0 0,0 0-68 0,0 0-726 16,0 0-170-16,0 0 97 0,-2-21 91 16,2 21-830-16,0-12-1046 0</inkml:trace>
  <inkml:trace contextRef="#ctx0" brushRef="#br0" timeOffset="-81298.36">14861 8860 4071 0,'0'0'-190'0,"0"0"51"16,3 5 39-16,-3-5 29 0,0 0 28 0,0 0 32 0,0 0 20 0,0 0 14 0,0 0 10 16,0 0 13-16,0 0 0 15,0 0-3-15,0 0 2 0,0 0-11 0,0 0-7 16,0 0-11-16,0 0-29 0,0 0-43 16,0 0-45-16,0 0-53 0,0 0-48 0,0 0-65 15,-14 4-64-15,14-4-121 0,-14 5-20 16,3-5-137-16,11 0-109 0</inkml:trace>
  <inkml:trace contextRef="#ctx0" brushRef="#br0" timeOffset="-81148.58">14702 8892 1699 0,'0'0'-5'0,"-15"-6"-1"15,7 6-5-15,8 0-12 0,-15-4-18 0,7 2-21 0,-4-2-26 16,1 2-21-16,2 2-42 15,9 0-259-15,-19-5 81 0</inkml:trace>
  <inkml:trace contextRef="#ctx0" brushRef="#br0" timeOffset="-80964.76">14437 8882 1043 0,'-8'2'-16'0,"1"0"18"0,7-2 12 16,-11 0 5-16,11 0 9 0,0 0 14 15,-11 3 11-15,11-3 1 0,0 0-5 0,0 0-2 16,0 0-5-16,0 0-12 0,0 0-27 16,-11 5-7-16,11-5-26 0,-2 5-38 15,1-1-33-15,1-4-57 0,-6 12-199 0,2-4 129 16</inkml:trace>
  <inkml:trace contextRef="#ctx0" brushRef="#br0" timeOffset="-80831.38">14275 9254 899 0,'0'0'-35'16,"0"9"18"-16,0-9 2 0,-4 6 6 15,4-6 5-15,-2 5 6 0,2-5-16 16,-3 5-24-16,3-5-24 0,-2 7-48 0,2-7-93 16,-6 11 69-16</inkml:trace>
  <inkml:trace contextRef="#ctx0" brushRef="#br0" timeOffset="-80648.38">14212 9639 644 0,'0'0'72'0,"0"0"11"0,0 5 7 16,0-5 7-16,0 0 2 0,0 0 3 16,-2 7 1-16,2-7-13 0,0 0-10 0,0 0-19 15,0 0-29-15,0 0-29 16,-2 7-31-16,2-7-29 0,0 0-31 0,0 0-19 15,-2 7-36-15,2-7-243 0,0 7 103 16</inkml:trace>
  <inkml:trace contextRef="#ctx0" brushRef="#br0" timeOffset="-80496.5">14180 9774 1037 0,'-4'5'2'0,"0"0"27"0,4-5 20 16,-2 8 24-16,2-8 15 0,0 0 11 0,-1 4 9 15,1-4 2-15,0 0-9 0,0 0-8 16,0 7-10-16,0-7-10 0,0 0-16 15,0 0-37-15,0 0-42 0,0 0-39 16,0 8-37-16,0-8-41 0,0 0-50 0,0 10-326 16,1-4-19-16</inkml:trace>
  <inkml:trace contextRef="#ctx0" brushRef="#br0" timeOffset="-80329.83">14212 9947 1347 0,'-2'6'-12'0,"2"-6"20"15,-2 5 15-15,2-5 8 0,0 0 6 0,0 0 13 16,0 7 0-16,0-7-1 0,0 0-9 16,0 0-7-16,0 0-27 0,0 0-25 15,4 7-22-15,-4-7-31 0,5 6-31 16,-5-6-26-16,7 3-46 0,-7-3-207 0,9 4 105 16</inkml:trace>
  <inkml:trace contextRef="#ctx0" brushRef="#br0" timeOffset="-80181.52">14382 10032 985 0,'13'4'15'0,"-13"-4"22"0,7 2 15 16,-7-2 0-16,10 2 7 0,-10-2-1 15,0 0-8-15,13 3-4 0,-5-2-3 0,-8-1-11 16,15 4-21-16,-3-6-19 0,1 4-31 16,-2-2-25-16,5 0-26 0,1 0-17 15,4-2-25-15,0 2-208 0,-2 0 144 0</inkml:trace>
  <inkml:trace contextRef="#ctx0" brushRef="#br0" timeOffset="-79981.41">14839 10096 878 0,'9'3'-13'0,"-1"-1"7"0,0 0 10 15,-8-2 8-15,9 1 13 0,-9-1 14 16,0 0 10-16,11 2 12 0,-11-2 6 0,0 0-1 16,0 0 0-16,13 2 0 0,-13-2 2 15,0 0-3-15,9 0 2 0,-9 0-2 0,0 0-10 16,16 0-5-16,-16 0-4 0,11 0-8 15,-11 0-3-15,11-2-1 0,-11 2-11 0,0 0-13 16,15 0-24-16,-15 0-29 16,0 0-34-16,0 0-39 0,0 0-55 0,0 0-322 15,0 0 1-15</inkml:trace>
  <inkml:trace contextRef="#ctx0" brushRef="#br0" timeOffset="-77632.69">15115 10260 1472 0,'13'-15'58'0,"-13"15"29"0,5-6 33 0,-5 6 24 0,4-6 17 0,-4 6 12 0,0-7 4 15,0 7-1-15,0 0-13 0,0 0 27 16,0 0 14-16,0 0 2 0,-20 13-10 0,9-1-5 16,-3 2-10-16,-7 7-10 0,1 0-12 15,-1 2-6-15,-3 0-14 0,2-1-16 0,1-1-8 16,5-2-14-16,3-6-11 0,2 1-10 16,1-4-9-16,3 2-5 0,-1-3-32 15,1-1-33-15,2 0-43 0,2-4-55 16,-1 1-63-16,4-5-52 0,-6 7-49 0,6-7-81 15,0 0-85-15,0 0-131 0,0 0 8 16,11-20-319-16,-4 10-351 0</inkml:trace>
  <inkml:trace contextRef="#ctx0" brushRef="#br0" timeOffset="-77432.29">14997 10233 2357 0,'0'0'45'0,"0"0"31"0,2-7 5 0,-2 7-4 16,0 0-4-16,0 0 36 0,0 0 39 15,0 0 13-15,0 0 0 0,21 17-13 16,-10-4-9-16,3-1-11 0,7 9-15 16,-2 4-14-16,4-3 0 0,6 2-16 0,-2 0-5 15,0-4-35-15,10 6-39 0,-4-7-39 16,-5-1-54-16,1-4-44 0,-1 2-60 0,-7-6-72 16,-4-1-75-16,-2-3-142 0,3-1-24 15,-5-1 53-15,-1-2-134 0,-1 1-88 0</inkml:trace>
  <inkml:trace contextRef="#ctx0" brushRef="#br0" timeOffset="-77014.92">16118 10251 1889 0,'0'0'155'15,"0"0"-14"-15,0 0 9 0,0 0 17 16,0 0 6-16,0 0 5 0,-18 23-6 0,11-11-9 16,-2 3-16-16,-3 3-14 0,-7 3-15 15,2 4-15-15,-4 0-3 0,-2 3-9 0,0 0-25 16,-2-3-49-16,-3 4-44 0,4-5-41 16,0-5-32-16,9-4-29 0,0-3-27 0,1-2-23 15,3-5-10-15,4-4-5 0,-4 1-2 16,11-2 12-16,-11-12 28 0,8 0 29 15,-3-3 24-15,4-8 37 0,0 1 40 16,0-4 38-16,2 2 45 0,0 5 42 16,0 1 39-16,0 4 18 0,0 0 7 0,0 2-1 15,0 4-19-15,0 2 17 0,0 6 10 16,6-3-1-16,-6 3-7 0,0 0-15 0,24 14-12 16,-6-2-14-16,7 5-10 0,1 5-10 15,1 0-23-15,2-1-56 0,0 1-68 0,-4-2-77 16,6-1-82-16,-6-1-102 0,0-1-143 15,-4-3-100-15,-3-6 51 0,2 0-246 16,-1-1-235-16</inkml:trace>
  <inkml:trace contextRef="#ctx0" brushRef="#br0" timeOffset="-76715.69">17583 10260 2428 0,'-5'-9'227'0,"-1"5"-25"0,6 4-14 0,-16 0 5 0,16 0 8 0,-18 6 14 16,0 1-8-16,4 5-11 0,-11 5-18 15,0 3-19-15,0-3-13 0,2 7-19 16,0-5-7-16,-2 2-11 0,4 2-14 0,-2-1-18 15,5-1-35-15,0-4-38 0,5-3-42 16,4-4-32-16,-1-2-46 0,0-1-37 0,3 0-45 16,1-4-41-16,6-3-44 0,0 0-41 15,-13-12-42-15,11 2-58 0,2-3-53 0,2-5 4 16,0-5-192-16,-1-2-159 0</inkml:trace>
  <inkml:trace contextRef="#ctx0" brushRef="#br0" timeOffset="-76582.63">17251 10282 1784 0,'9'-14'30'15,"-7"2"25"-15,-1 3 10 16,3 3 27-16,-4 6 35 0,6-2 24 0,-6 2 12 15,0 0 11-15,0 0-6 0,26 14-2 16,-13-2-7-16,10 8-18 0,4-2-16 0,2 1-6 16,1-1-51-16,5 2-64 0,-5-3-74 15,2 0-71-15,-3-1-116 0,2-3-152 16,-5 1-96-16,-3-4 57 0,-2-1-151 0,-4-3-99 16</inkml:trace>
  <inkml:trace contextRef="#ctx0" brushRef="#br0" timeOffset="-76247.11">19859 10055 1940 0,'-6'-9'156'0,"2"3"-16"16,1 0-5-16,3 6 13 0,-16 2 21 0,16-2 29 15,-29 17 14-15,7 2-8 0,-5 1-14 16,0 5-15-16,-5 5-12 0,2 1-18 16,-3 1-14-16,8-6-13 0,0 0-11 0,0-2-10 15,2 0-9-15,-1 0-12 0,1-3-24 16,2-1-35-16,1-1-47 0,-2-7-48 15,7 0-56-15,2-5-47 0,-3-4-50 0,3 1-53 16,2-6-52-16,11 2-78 0,-17-9-80 16,11-1 16-16,0-3-203 0,5-4-175 0</inkml:trace>
  <inkml:trace contextRef="#ctx0" brushRef="#br0" timeOffset="-76099.44">19396 10069 1955 0,'3'-8'37'15,"3"4"30"-15,-6 4 43 0,0 0 36 0,0 0 18 16,19 17 21-16,-9-5 4 0,-3 1-7 15,10 7-10-15,3 5-14 0,0-1-14 0,1 1-17 16,10 6-11-16,-4-4-47 0,0-4-49 16,1 0-75-16,1-1-78 0,-1-1-107 0,1-6-117 15,-1 2-159-15,-5-7 27 0,6 4-209 16,-6-6-191-16</inkml:trace>
  <inkml:trace contextRef="#ctx0" brushRef="#br0" timeOffset="-75799.47">20733 10156 2318 0,'0'0'244'0,"0"0"-20"0,0 0 5 16,0 0 9-16,0 0 12 0,-21 20 4 0,12-8-6 15,-2 4-21-15,-1-1-23 0,-7 9-20 16,4-2-17-16,-2 2-17 0,3-3-13 16,-2 1-17-16,-4 1-26 0,3-1-45 15,-4 0-54-15,2-1-49 0,-1-8-57 0,8-2-52 16,-1-3-39-16,-1-3-41 0,3-1-40 16,-1-3-39-16,12-1-43 0,-21-6-68 0,15-1-41 15,0-3-20-15,4-2-250 0,2-5-236 16</inkml:trace>
  <inkml:trace contextRef="#ctx0" brushRef="#br0" timeOffset="-75649.33">20450 10256 2052 0,'5'-13'39'0,"3"3"38"16,-5 3 33-16,3 0 38 0,-1 4 54 0,-5 3 40 16,11-4 19-16,-11 4 14 0,0 0 0 15,28 6-13-15,-15-3-17 0,3 2-23 0,1 0-21 16,0 3-20-16,4 2-21 0,-2-3-45 16,0 5-55-16,10 0-74 0,-6-3-100 15,-3-1-115-15,2 2-115 0,-1-3-156 16,-3 1-115-16,2-4 47 0,-1 4-365 0,1 1-413 15</inkml:trace>
  <inkml:trace contextRef="#ctx0" brushRef="#br0" timeOffset="-75032.49">22458 10140 2695 0,'0'0'83'0,"0"0"36"0,0 0 20 0,-9-7 19 0,9 7 20 0,0 0 16 0,-30 11 4 16,12-3-8-16,-7 9-14 0,-2-1-16 0,2 3-18 15,1-1-12-15,-1 3-14 0,0 0-8 16,2 0-16-16,0-1-23 0,5 1-44 0,0-7-50 16,3 1-63-16,1-1-66 0,3-4-52 15,2-2-46-15,3-1-45 0,-2-3-55 0,5-3-72 16,3-1-83-16,0 0 11 0,0 0-243 15,0 0-229-15</inkml:trace>
  <inkml:trace contextRef="#ctx0" brushRef="#br0" timeOffset="-74883.31">22250 10202 1968 0,'18'-16'43'0,"-7"3"49"15,-4 2 37-15,4 5 20 0,-8-1 16 16,3 2 13-16,-3 1-6 0,-3 4 8 0,6-3 6 16,-6 3-12-16,0 0-16 0,9 10-19 15,-4-3-12-15,-1 1-37 0,1 3-73 16,1 1-79-16,-1 1-89 0,4-1-116 0,-4 2-170 15,1-2-98-15,-1 1 55 0,3-2-212 16,0 1-187-16</inkml:trace>
  <inkml:trace contextRef="#ctx0" brushRef="#br0" timeOffset="-73850.22">22723 8703 1947 0,'0'-7'123'0,"0"1"34"0,0 6 30 0,-1-12 28 0,1 7 27 0,0 5 25 0,-3-12 11 0,3 5 14 16,0 7 8-16,0-10 1 15,0 10-2-15,-2-9-17 0,2 9-18 0,0 0-26 16,0-8-23-16,0 8-33 0,0 0 6 15,0 0 1-15,0 0 1 0,-4 29-19 0,2-9-18 16,-1 2-12-16,-5 11-11 0,3 1-12 16,-4 0-10-16,0 0-13 0,4-1-8 15,-1 0-20-15,2-5-18 0,0-8 9 0,2-1-12 16,-2-6 0-16,4 1-6 0,0-2 0 16,-2 0-3-16,2-3-5 0,2-1 0 0,2-3-2 15,-4-5 0-15,12 5-6 0,-12-5-1 16,20-5-7-16,-4-1-13 0,3-6-6 0,5-4-4 15,3-3 2-15,-2 0-3 16,2 2 4-16,-8 3 3 0,-2 5 0 0,-3 0 3 16,-3 2-9-16,-4 2-5 0,3 2-3 15,-10 3 2-15,0 0 2 0,13 12 2 0,-7 0-2 16,-1 5 4-16,-1 5 7 0,1 2-1 16,-2 8-1-16,1 2 2 0,2-5 0 0,-3-6 1 15,-1 1 0-15,0-3-1 0,0 0 4 16,2-3-4-16,-2-1-2 0,-2-3 1 0,4-2-19 15,-2-3-21-15,-2 3-34 0,2-5-40 16,-2-2-63-16,0-5-79 0,0 0-93 0,0 0-87 16,0 0-92-16,0 0-142 0,0 0-76 15,4-26 76-15,-4 11-597 0,-4-3-729 0</inkml:trace>
  <inkml:trace contextRef="#ctx0" brushRef="#br0" timeOffset="-73265.5">22916 8520 3305 0,'-6'-21'-64'0,"-2"4"46"0,0 3 25 0,-1 4 25 0,-2 3 28 0,-5 6 33 0,-9 7 27 0,-11 6 29 16,-12 21 21-16,-15 17 12 0,1 8 11 15,-1 4 15-15,5 6 6 0,10 3-1 0,7 1 0 16,19-12-6-16,10 0-12 0,12-2-13 16,15-2-7-16,16-3-22 0,23 6-16 0,10-6-12 15,14-8-23-15,4-7-26 0,4-9-25 16,-14-12-22-16,3-7-12 0,-3-2-1 0,-4-8-1 15,2-6 0-15,-4-5 0 0,-1-6 6 16,-2-2 2-16,-8-5 14 0,-8-6 18 0,-3-6 17 16,-8-9 12-16,-3-5 9 0,-10-4 2 15,-8-10-14-15,-12-5-8 0,-8-6-10 16,-14-22-10-16,-16 4-7 0,-10 7-3 16,-11 12-15-16,-8 14-19 0,-15 15-29 0,0 15-45 15,4 18-61-15,-1 10-68 0,-4 6-95 16,-19 14-126-16,2 10-161 0,13 4-218 15,7 4 65-15,25-5 69 0,0-3-563 0,10 4-685 16</inkml:trace>
  <inkml:trace contextRef="#ctx0" brushRef="#br0" timeOffset="-61868.41">15062 10346 1631 0,'5'4'188'0,"-5"-4"-32"0,0 0-30 0,4 5 15 0,-4-5 5 0,0 0 18 0,0 0-2 16,0 0-2-16,0 0 2 0,0 0-4 0,7 2 7 16,-7-2-13-16,0 0-3 15,0 0-11-15,0 0-8 0,0 0-6 0,0 0-12 16,0 0-10-16,0 0-10 0,0 0-2 16,0 0-6-16,0 0-2 0,0 0-5 0,0 0 0 15,0 0 0-15,0 0 0 0,0 0-3 16,0 0-4-16,0 0-7 0,0 0-9 0,0 0-1 15,0 0-7-15,0 0-4 0,14-9-2 16,-14 9 0-16,0 0-6 0,0-8-6 0,0 8-1 16,0 0-4-16,0-8-4 0,0 8 1 15,0 0-4-15,0 0-2 0,-5-10-5 0,5 10 1 16,-8-2-5-16,8 2 1 0,-19 2 1 16,19-2-4-16,-25 8 1 0,10 0 8 15,-2 0 4-15,-2 1 3 0,4 3 3 16,0-2 4-16,3 0-2 0,3 1 4 0,-1-1-1 15,6-1 4-15,-2 1 7 0,2-2 8 16,4 1 2-16,2-1 3 0,2-1-2 16,0 1-3-16,2-4-4 0,3 1-3 0,1-1-5 15,2-1-2-15,-3 1-3 0,0-4-3 16,-9 0 0-16,21-2-4 0,-21 2-3 0,25-5-3 16,-15 0-4-16,-1-1 7 0,-1 1-6 15,0-3 2-15,-3-1-6 0,1-1-2 0,-3 0-3 16,4-2 2-16,-7 0 0 15,2-1-2-15,-4 2-1 0,0 1-6 0,-3-2 6 16,2 3-4-16,-7-1-1 0,1-2 3 16,-3 6-2-16,-1 0-3 0,-3 1 8 0,-2-1-8 15,-1 2 0-15,-3 4-2 0,0 0 5 16,-3 6 0-16,-9 0-3 0,4 7 3 0,-3 1 3 16,8 3 3-16,0 2-5 0,6 3 3 15,2 0 4-15,8 0-4 0,3-3 0 0,6 0 4 16,1-2 0-16,4 4 2 0,6-4 1 15,0-1 2-15,14 3 1 0,6-7-1 0,-3-1 0 16,-1-5 3-16,2-2-1 0,-2-2-5 16,-1-6 4-16,-2 2-3 0,11-9-1 15,-7 1 3-15,1-4-4 0,-2-1 7 16,-6-5 2-16,-4 3 1 0,-2-4-3 16,-4 0 3-16,-1 2-2 0,-6 0-5 0,2 0 1 15,-4 2-2-15,-2 0-2 0,0 0 4 16,-6 1-5-16,0 2 0 0,-4 1 0 0,-3 5 4 15,0-2-7-15,-2 5 5 0,-3 2 1 16,2 1 1-16,-6 4 3 0,2 1-5 0,-1 4 4 16,-1 2 0-16,8 1 6 0,-4 4-1 15,5 0 5-15,1 3-2 0,7-1 6 0,-1-1-2 16,4 0-3-16,2 1 5 0,2-3 8 16,4 3-3-16,-1-4 8 0,4 1-7 15,0-2 11-15,4-1 3 0,-1-2-4 16,-1-4-1-16,2 0 2 0,1-4-5 0,-2 0 1 15,-12 0-1-15,27-8-6 0,-13 2 1 16,-3-3-4-16,0-1 3 0,1-2-5 0,-4 0 0 16,-5 2-3-16,5-6-3 0,-5 2 2 15,-3 3-4-15,0-1-3 0,-3 1 12 0,-1 1-18 16,-1 2-1-16,-5 2-3 0,0 0-4 16,-1 4-1-16,-2 0 3 0,13 2 0 15,-27 2-2-15,15 3 1 0,1 2-3 0,4 0 0 16,-3 1 2-16,4 0-1 0,2 3 5 15,3-2 0-15,1-1-4 0,1 1 0 0,-1-1 2 16,4 1 0-16,2-1 6 16,0-1-6-16,0-2 4 0,-6-5 1 0,9 7 5 15,-9-7 3-15,12 2 11 0,-12-2 2 16,0 0-2-16,0 0-2 0,0 0-23 0,18-6-4 16,-18 6 0-16,4-8 0 0,-4 8 0 15,4-12 0-15,-4 12 0 0,0-10 0 0,0 10 0 16,-2-9-41-16,2 9-109 0,-4-7-62 15,4 7-54-15,-5-3-63 0,5 3-74 0,-15 0-82 16,15 0-100-16,-18 3-164 0,11 1 10 16,-1 1 69-16,-2 0-542 0,3 2-674 15</inkml:trace>
  <inkml:trace contextRef="#ctx0" brushRef="#br0" timeOffset="-61068.46">15005 10489 3065 0,'0'0'-182'0,"0"0"28"0,0 0 26 0,-6-6 39 0,6 6 30 0,0 0 27 0,0 0 20 0,0 0 15 0,0 0 20 15,0 0 12-15,0 0 20 0,0 0 4 0,0 0 9 16,-13 10 5-16,13-10 4 0,-4 5 5 15,4-5 4-15,-8 7 1 0,4-2 7 0,-1-1 4 16,-1 4-9-16,-1-3 11 0,0 4-2 16,-2 2 16-16,0 0 8 0,-5 3 5 0,-4 5 7 15,-4 1 5-15,-3 3 7 0,2 1-3 16,-2-1 0-16,-11 6-4 0,2 1-1 16,0 1 0-16,-4 0-5 0,0 2-4 15,-1 0-7-15,2 4-3 0,1-3-2 0,-6 2-8 16,1-1-5-16,2 1-7 0,-1-1-10 15,1 2-10-15,1-2-10 0,2 0-3 16,2 0-8-16,0 6-6 0,-1-5-4 0,2 1-5 16,-3-1-6-16,4 1 0 0,0 0-3 15,-1-1-5-15,1-2-4 0,-2-1-2 0,2-3-1 16,7-4 2-16,1-3-1 0,0-5-7 16,3 2 0-16,5-7 5 0,5-3 14 0,1-1 26 15,5-3 20-15,-3-1 16 16,3-1 17-16,-1 1 11 0,6-5-11 0,-6 3-7 15,6-3-16-15,0 0-7 0,0 0-10 16,-15 0-6-16,15 0-9 0,0 0-17 0,0 0-20 16,-11-8-29-16,11 8-38 0,-7-4-39 15,7 4-50-15,-7-2-54 0,7 2-57 0,-4-5-93 16,4 5-96-16,-3-6-119 0,3 6-167 16,0 0-26-16,2-10 68 0,-2 10-568 0,7-6-708 15</inkml:trace>
  <inkml:trace contextRef="#ctx0" brushRef="#br0" timeOffset="-60369.42">13124 11879 3293 0,'-17'-4'-85'0,"-1"0"44"0,4 2 35 0,0 0 30 0,5 0 41 0,-1 0 34 0,10 2 7 0,-14-3-6 0,14 3-16 0,0 0-5 16,0 0-9-16,0 0-1 0,58-9-3 15,5 8-5-15,13-1-9 0,38 0-3 16,11 2-6-16,2 0-16 0,2 2-16 0,4 1-13 16,3 3 2-16,-3-1-8 0,-1 0-5 15,-6-1 5-15,-12-3 3 0,-32-1-2 16,-9 0 5-16,-20 0 15 0,-5-3 16 0,-9 1 16 16,-10 0 12-16,-6 2 9 0,-3-2 8 15,-8 2-3-15,1-1-3 0,-2-1-8 0,-11 2-9 16,12-2-11-16,-12 2-28 0,0 0-52 15,0 0-66-15,0 0-89 0,0 0-108 0,0 0-130 16,0 0-162-16,0 0 34 0,-36 4-281 16,13 3-326-16</inkml:trace>
  <inkml:trace contextRef="#ctx0" brushRef="#br0" timeOffset="-59452.3">12827 11939 2134 0,'0'0'-68'0,"-5"-4"21"0,5 4 13 0,0 0 12 0,0 0 30 16,0 0 26-16,0 0 24 0,0 0 17 15,0 0 17-15,16 29 17 0,-14-12 14 16,2 7 12-16,-6 1 21 0,0 11 5 0,0 0 6 16,-1 0-1-16,-5 1 6 0,2-4-7 15,0-2-4-15,2-4-7 0,1-2-1 0,-3-5-4 16,3 1-10-16,-4-5-10 0,3 2-8 16,2-2-10-16,-3-3-4 0,3-3-11 0,-2 2-12 15,3-1-9-15,-5-1-7 0,4-2-7 16,-1 1-4-16,1-2-7 0,-1 2-7 0,1-1-3 15,0-1-3-15,0 1-7 0,2 2 0 16,0-4-2-16,4 2-1 0,1 1-3 16,6-1-4-16,2 0 2 0,6 0-3 15,13 1-3-15,10-1-1 0,15 0-7 16,10 2-9-16,6-3-21 0,2 1-25 0,11-1-33 16,22 5-34-16,-2-6-35 0,-1 5-37 15,-22-6-16-15,1 2-2 0,2-3 0 0,-4 0 10 16,-2 0 3-16,-2-1 18 0,-6-1 19 15,3 0 19-15,-8-2 16 0,-14-2 11 0,-2 4 15 16,5-2 60-16,-5 0 16 0,-3-2-5 16,0 2 7-16,-5-2 25 0,1 2 22 0,2 0 44 15,-2 2 40-15,1 0 3 0,-2-1-14 16,-4 3 0-16,-1-1 14 0,-7-3 9 16,-6 2 13-16,-8 0 18 0,-2 0 14 15,1-2 10-15,-3 0 1 0,-2 0-7 0,-11 0-11 16,17 1-8-16,-17-1-8 0,11 0-14 0,-11 0-12 15,0 0-11-15,18 0-12 0,-18 0-10 16,0 0-7-16,0 0-7 0,15-1-3 16,-15 1-4-16,0 0-5 0,10-6-14 15,-10 6-1-15,4-10-5 0,-3 3 2 0,-1-3-8 16,0-5-1-16,2-1-4 0,-2-9-5 16,2-10 0-16,2-5-4 0,1-2-5 0,0-12-3 15,2-2-1-15,3-5-2 0,-3 7-4 16,3-3-1-16,-2 6 1 0,-5 13-6 15,1 4 4-15,0 9-4 0,-2 1-18 16,-1 10-20-16,-1-1-26 0,0 3-33 0,-3 4-30 16,-3 3-31-16,1 1-37 0,-5 4-57 15,10 0-62-15,-21 2-77 0,5 5-102 0,0 3-176 16,-2 4 10-16,-7 7 61 0,-1 3-397 16,-7 3-467-16</inkml:trace>
  <inkml:trace contextRef="#ctx0" brushRef="#br0" timeOffset="-58935.8">13511 12157 2610 0,'5'-10'45'0,"1"-1"49"0,0 1 47 0,-2 1 44 0,0 1 23 0,-1 3 20 0,-3 5-2 16,4-12-17-16,-2 6-25 0,-2 6-14 0,0 0 8 15,0 0 12-15,0 0-5 0,0 0-2 16,4 33 1-16,-8-16 4 0,0 4 13 16,1 3-15-16,-7 9-18 0,2 0-1 0,1-1-11 15,-1-1-13-15,3-6-9 0,-1-3-10 16,1-1-14-16,2-4-15 0,-1 0-10 15,0-1-6-15,3-4-5 0,-3-1-7 16,0 0-4-16,4-2-4 0,-2-1-11 0,2-1-4 16,0-7-8-16,-1 10-31 0,1-10-46 15,-2 5-65-15,2-5-70 0,0 0-74 0,0 0-83 16,0 0-91-16,0 0-97 0,0 0-125 16,5-20-83-16,-3 14 59 0,2-2-540 0,-1 1-672 15</inkml:trace>
  <inkml:trace contextRef="#ctx0" brushRef="#br0" timeOffset="-58319.23">13860 12192 3353 0,'4'-10'16'0,"-1"4"51"0,-1-1 42 0,-2 1 39 0,0 6 29 16,0 0 10-16,2-12-4 0,-2 12-18 0,0 0-18 15,0 0-1-15,0 0 15 0,0 0 8 16,0 0-3-16,-27 21-11 0,18-9 3 15,-1 4-17-15,1 2-6 0,1-1-7 16,3 2-7-16,-4 3-20 0,6-5-1 0,1 0 0 16,0-1-16-16,6 2 2 0,-1-3-8 15,2-1-10-15,2-2 1 0,4-2-10 0,2 0-5 16,-1-3-5-16,-1-2-2 0,3-3-7 16,-1-2 0-16,-13 0-4 0,31-7-3 0,-14 2-6 15,0-5 19-15,2-1-12 0,-3 0 3 16,4-10 1-16,2 2-13 0,-8 2-1 15,-2 2-5-15,1-1 8 0,-1-1-10 0,-4 3 6 16,-1 5-1-16,1-3-8 0,-5 6-5 16,4-1-2-16,-5 1-1 0,-2 6-7 15,0 0 3-15,0 0 13 0,0 0 6 16,0 0 8-16,-14 27 10 0,6-14 2 0,-1 7 1 16,1 9 6-16,0 1-3 0,1-4-2 15,3-2-8-15,1-2 1 0,-3 0-4 0,3-3-7 16,1 0 1-16,1-1-6 0,1-5 1 15,-2 1 1-15,2-5-6 0,-2 3 4 0,2-4-4 16,-2-2-3-16,2 1-2 16,0 1-24-16,0-8-41 0,0 8-53 0,0-8-79 15,0 6-82-15,0-6-106 0,0 0-106 16,0 0-113-16,0 0-153 0,0 0-16 0,0 0 72 16,19-18-601-16,-13 11-749 0</inkml:trace>
  <inkml:trace contextRef="#ctx0" brushRef="#br0" timeOffset="-57952.29">14624 12158 3672 0,'2'-7'22'0,"-2"7"13"0,2-4-2 0,-2 4 49 0,0 0 64 0,0 0 35 0,-23 10 16 0,8 2 15 15,-8 10-1-15,-10 8 5 0,3 1-5 16,-2 2 19-16,-1 4-1 0,5-2-14 0,-3 3-15 16,10-9-18-16,1 0-12 0,8 3-24 15,-1-5-16-15,2-4-3 0,8-5-15 0,-1-3-12 16,2-1-5-16,2-3-10 0,2 1-3 16,2-2-11-16,-1-3-3 0,3-3-3 0,0 0-5 15,4-4-13-15,-10 0 3 0,19-4-11 16,-10 0-5-16,1-1-6 0,-3-4-3 15,1-2-6-15,0-2-6 0,-7-1-19 16,3-5-26-16,-2 3-27 0,-2 2-35 0,-2-1-31 16,-2 3-57-16,3 3-62 0,-9-1-77 15,-3 2-76-15,-4 6-75 0,-4 4-100 16,-15 6-185-16,-5 3 53 0,-8 8 70 0,-6 6-468 16,-5 5-573-16</inkml:trace>
  <inkml:trace contextRef="#ctx0" brushRef="#br0" timeOffset="-56651.34">13017 12678 2942 0,'0'0'-20'0,"8"-2"40"0,-8 2 34 0,0 0 32 0,0 0 39 0,0 0 32 0,0 0 18 16,0 0 4-16,0 0 4 0,-31-1-6 15,15 2-4-15,-11-1-12 0,-4 2-15 0,-7 2-13 16,-6-4-7-16,-4 3-19 0,3-1-8 16,-1-1-11-16,-1-1-6 0,0 0-13 0,4 0-2 15,2 0-4-15,7 0-11 16,5-1-4-16,4 1-4 0,-4-4-3 0,2 3-4 15,2-3-3-15,2 1-1 0,7-1-5 16,-4 1 12-16,4-1 6 0,3 1 3 0,1-3-4 16,0 4 0-16,0-5-4 0,3 1 1 15,3 0 10-15,0 0-8 0,6 6-2 16,-5-8-4-16,5 8-6 0,-4-7-2 0,4 7-3 16,0 0 16-16,0 0 25 0,0 0-12 15,2 36 3-15,-4-14-1 0,-4 12 25 0,0 4 20 16,-1 11 1-16,-3-7-5 0,-2 10 8 15,-1-4-4-15,0 3-5 0,0-3-2 16,2-10-8-16,0-3-9 0,2-2-8 16,0-2-1-16,3-8-8 0,1-5-8 0,0-2-3 15,1-3-5-15,3 0-4 0,-3-3-2 16,2-2 3-16,0-1 2 0,2 2-3 0,0-4 4 16,0-5-1-16,2 8-37 0,5-6-8 15,-7-2 0-15,14 5 0 0,-3-3 0 0,0 0 0 16,5-2 0-16,5 1 0 0,-2 1 0 15,10 0 0-15,8-1 0 0,6 1 0 0,2 0 0 16,1 0 0-16,6-2 0 0,-1 0 0 16,15 0 0-16,4-2 0 0,4 0 0 0,4 0 0 15,3 1 0-15,5-3 0 0,2 1-37 16,0 1-43-16,2 2 6 0,20 5 10 16,-2 0 6-16,2 3 2 0,-2-2 9 0,-21 1 3 15,22 3 9-15,-6 0 1 0,-17-3 8 16,-2 0 3-16,2-2-1 0,-1 1 7 15,3 0-3-15,-1-4 9 0,1 4-5 16,-4-4 8-16,0-1 12 0,-4 0-3 0,-4 2 16 16,-4-3 13-16,1 2 2 0,-2-2 11 15,-7 2 14-15,1 2 9 0,-13-4-2 0,-9 0 8 16,-9 0 7-16,-3-2 15 0,-10 4 21 16,0-4-115-16,-4 2 0 0,-1 0 0 0,-2-2 0 15,-2 0 0-15,-12 2 0 0,21-2 0 16,-21 2 0-16,15 0 0 0,-15 0 0 15,12-3 0-15,-12 3 0 0,0 0 0 16,13-2 0-16,-13 2 0 0,6-6 0 0,-6 6 0 16,4-9 0-16,-4 9 0 0,2-12 0 15,-2 2 0-15,0-2 0 0,0-4 0 0,0-4 0 16,-2-4 0-16,0-13 0 0,4-7 0 16,-4-3 0-16,-2-11 0 0,2-3 0 0,2 0 0 15,0-1 0-15,0 0 0 0,0 4 0 16,-2 12 0-16,2 3 0 0,0 5 0 0,0 11 0 15,-1 3 0-15,1 7 0 0,0 5 0 16,-2-2 0-16,2 1 0 0,0 5 0 0,-2 0 0 16,-1 1 0-16,3 7 0 15,-2-8 0-15,2 8 0 0,-2-8 0 0,2 8 0 16,0 0 0-16,-1-6 0 0,1 6 0 16,0 0 0-16,0 0 0 0,0 0 0 0,-6-5 0 15,6 5 0-15,0 0 0 0,0 0 0 16,0 0 0-16,0 0 0 0,0 0 0 0,-21 5 0 15,21-5 0-15,-22 4 0 0,8-2 0 16,-1 0 0-16,-4 2 0 0,-6-2 0 0,0 0 0 16,-15 2 0-16,8-2 0 0,-8 0 0 15,9-2 0-15,5 2 0 0,-1-2 0 0,4 0 0 16,2 0 0-16,-2 3 0 0,6-3 0 16,-2 0 0-16,5 0 0 0,0 1 0 15,0-1 0-15,1 2 0 0,1 1 0 16,1-1 0-16,0 4-639 0,0-2-178 0,0 2-91 15,-1 2 77-15,-4 3-868 0,-4-1-1134 16</inkml:trace>
  <inkml:trace contextRef="#ctx0" brushRef="#br0" timeOffset="-56120.33">13642 12752 4310 0,'16'-12'-136'0,"-5"1"66"0,3-1 52 0,-1 0 57 0,0 0 48 0,-2 2 47 0,1 0 52 0,-2 1 33 0,-5 0 16 16,4 3-9-16,-5 1-19 15,5 0-12-15,-9 5-14 0,0 0 53 0,0 0 17 16,1 25-1-16,-7-4-7 0,-3 13 1 15,-2 4 4-15,-7 11 0 0,3 3-10 0,0-1-13 16,0 1-16-16,-1-4-203 0,1-2-6 16,5-10 0-16,-1-1 0 0,2-4 0 15,0-6 0-15,6-2 0 0,-5-3 0 0,5-5 0 16,-3 1 0-16,2-4 0 0,-2 0 0 16,4-4 0-16,-2 1 0 0,3-1 0 0,-3-1 0 15,0-2 0-15,4-5 0 16,-3 8 0-16,3-8 0 0,-8 4 0 0,8-4-54 15,0 0-521-15,0 0-92 0,-19-8-116 16,9 3-60-16,0-2 66 0,-3-2-751 0,1 1-972 16</inkml:trace>
  <inkml:trace contextRef="#ctx0" brushRef="#br0" timeOffset="-55703.39">13368 12804 4258 0,'0'-8'44'16,"0"3"-2"-16,0 5-5 16,0 0 12-16,0 0 36 0,0 0 40 0,-33 10 25 15,17 1 6-15,-11 4 10 0,-4 3 15 16,1 1-14-16,-1 1-11 0,-1-1-12 0,2 0-15 16,-8 8-10-16,4-7-15 0,7 3-6 15,-4-3-13-15,6-1-10 0,-2-2-24 0,8-5-36 16,4 0-35-16,3-5-39 0,1 3-46 15,2-6-52-15,-1-1-71 0,2-3-54 0,8 0-38 16,0 0-35-16,-19-7-22 0,13-3-10 16,3-4 21-16,-1-3 24 0,4 0 43 15,-2 0 57-15,2 0 67 0,0-2 68 16,0 5 69-16,0 3 69 0,0-2 51 0,2 3 43 16,-2 2 29-16,0-1 15 0,2 1 7 15,2 2 24-15,-3 0 19 0,-1 6 14 16,14 0 9-16,-14 0-2 0,22 6-16 0,-6 4-20 15,9 7-19-15,0 3-17 0,1 2-16 16,7 7-19-16,3 0-14 0,-2 3-44 0,2-1-53 16,0-2-63-16,-1 4-81 0,-3-5-102 15,-3-4-111-15,-3-4-132 0,1-3-212 0,4 1 52 16,-1-5 63-16,4-2-345 0,5-5-389 16</inkml:trace>
  <inkml:trace contextRef="#ctx0" brushRef="#br0" timeOffset="-55303.86">14513 12956 2814 0,'0'-9'167'0,"0"2"-17"0,0 7-19 0,2-6-21 0,-2 6 32 0,0 0 37 16,0 0 20-16,-17 13-4 15,9-2-7-15,-3-1-2 0,-8 10-8 0,-2 1-3 0,-4 1-9 16,0-1-8-16,-3-1-15 16,-3 2-15-16,1 0-8 0,-3-3-19 0,3 1-8 15,-1-3-17-15,1-1-32 0,1-1-41 16,6-5-34-16,7-3-32 0,0-2-37 0,1-3-38 16,5-2-20-16,10 0-1 0,-19-10 13 15,12 1 9-15,1-3 12 0,4-4 19 0,0 0 11 16,2-1 36-16,2-1 38 0,0 3 38 15,-1 1 21-15,4 3 19 0,-1 3 20 0,1-1 27 16,3 4 24-16,-8 5 16 0,17-2 11 16,-17 2 0-16,34 10-12 0,-7 4-9 0,6 1-18 15,1 5-12-15,5 1-12 16,4-2-56-16,-3 6-77 0,-10-5-88 0,2 0-103 16,-7-2-110-16,-8-2-128 0,1-3-162 15,-7-1-21-15,-3-2 65 0,-1-1-406 16,-3 1-469-16</inkml:trace>
  <inkml:trace contextRef="#ctx0" brushRef="#br0" timeOffset="-40671.23">17560 5885 374 0,'0'0'270'0,"-4"-7"-51"0,4 7-24 0,0 0-18 0,0 0-9 0,0-7-10 0,0 7-4 16,0 0-15-16,0 0 8 0,0 0-2 15,0 0 5-15,2-9 0 0,-2 9-3 0,0 0 14 16,0 0-3-16,0 0-2 0,0 0-2 15,2-5-4-15,-2 5-3 0,0 0-5 0,0 0-12 16,0 0-8-16,0 0-11 0,0 0-6 16,0 0-10-16,0 0-12 0,0 0-8 0,0 0-5 15,0-8 3-15,0 8-2 16,0 0-6-16,0 0-7 0,0 0-5 0,0 0-9 16,0 0-7-16,0 0-1 0,0 0-1 15,0 0-4-15,0 0-1 0,0 0-7 0,0 29 1 16,0-19-5-16,-2 0 1 0,2 2 2 15,0 0-5-15,0 0-3 0,0 3 0 0,0-3 0 16,0 1-6-16,0 1 0 0,0-3 4 16,-2-1-5-16,2 5 1 0,0-7-1 0,0 1 2 15,0 0-4-15,-2-2-4 16,2-7-21-16,-1 16-25 0,1-10-36 0,0-6-41 16,-2 10-48-16,2-7-66 0,0-3-75 15,0 0-82-15,0 0-101 0,0 0-70 0,0 0 43 16,0 0-248-16,0 0-258 0</inkml:trace>
  <inkml:trace contextRef="#ctx0" brushRef="#br0" timeOffset="-39906.83">17818 5922 1990 0,'0'-5'-27'0,"0"5"42"0,0 0 34 0,2-7 31 0,-2 7 27 0,0 0 25 0,0 0 24 0,0 0 38 16,-2-12 5-16,2 12 9 0,0 0 4 15,-2-9-4-15,2 9 4 0,0 0-7 16,0 0-13-16,-6-6-15 0,6 6-16 0,0 0-19 15,0 0-18-15,0 0-14 0,0 0-10 16,0 0-7-16,0 0-8 0,0 0-11 0,-10 27-2 16,8-17-5-16,0 2-6 0,1 2-5 15,-1 0-6-15,0 0-7 0,0 0-1 0,2-1-2 16,0 1-7-16,0-1-6 16,2 0 0-16,0 0 0 0,0-2-3 0,-1-3-4 15,1 1 0-15,0-2 0 0,5-2-8 16,-7-5-8-16,9 10-8 0,-4-8-8 0,-5-2-8 15,0 0-4-15,22-4-5 0,-22 4-1 16,18-8 7-16,-6-2 3 0,-3 1 3 0,5-3-2 16,-3 2 4-16,-1-2 6 0,2 3 6 15,-7 1 10-15,3-1 1 0,-5 3 4 16,5 1 0-16,-7 0-8 0,6 1 0 0,-7 4-2 16,5-4 1-16,-5 4 8 0,0 0 8 15,0 0-2-15,0 0-2 0,8 16 3 16,-8-6-1-16,0-3-2 0,0 5-3 15,0 2 4-15,-2-3-3 0,0 3-2 0,0 0 1 16,2-1-3-16,0 1 1 0,0-2 1 16,0 0-5-16,0-3-2 0,0 1 2 0,0-3-2 15,0-7 3-15,2 13 3 0,-2-7-3 16,0-6 0-16,2 10-12 0,-2-10-23 0,2 8-41 16,-2-8-60-16,0 5-50 0,0-5-73 15,0 0-69-15,0 0-87 0,5 4-106 16,-5-4-113-16,0 0 42 0,0 0-371 0,0 0-434 15</inkml:trace>
  <inkml:trace contextRef="#ctx0" brushRef="#br0" timeOffset="-39504.94">18391 5903 2432 0,'2'-7'-47'0,"-2"7"44"15,0 0 26-15,0 0 38 0,0 0 36 0,0 0 33 0,0 0 15 0,0 0 25 0,-19 24 4 16,10-13 6-16,-2 4 2 0,-9 7 1 0,4 1-10 16,0 1-16-16,2-3-4 15,5-4-13-15,-2 0-19 0,0 0-6 0,8-2-13 16,-5-1-8-16,5-1-11 0,1 0-9 15,2-3-2-15,-2-2-9 0,2 1-6 0,0-9-5 16,6 12-6-16,-3-7-2 0,3 0-6 16,-6-5-3-16,16 4-4 0,-16-4-2 0,11 1-2 15,-11-1-2-15,0 0 2 0,17-11 6 16,-13 5 7-16,0-1-1 0,-4 7 4 16,0-13-12-16,0 6-5 0,0 7-3 0,-12-14-3 15,4 7-20-15,1 1-38 16,-1 4-47-16,-6-1-66 0,3 1-82 0,2 2-86 0,9 0-115 15,-21 2-162-15,10-1-29 16,2 1 62-16,2 0-354 0,7-2-398 0</inkml:trace>
  <inkml:trace contextRef="#ctx0" brushRef="#br0" timeOffset="-38988.43">17614 6282 2673 0,'-17'-4'103'0,"1"0"31"0,7 0 32 0,2 0 23 0,0 1 19 0,7 3 2 0,-4-8-24 16,4 8-13-16,14-9-9 0,5 6-11 0,6-3-14 16,14 3-12-16,8 1-14 0,14-1-10 15,3-1-9-15,3 4-16 0,-3-1-9 16,-3-1-26-16,-9 4-20 0,-2-2-25 0,-7-2-19 16,-8 2-12-16,-9 0 6 0,-2 0-7 15,-3 0 14-15,-6 0-3 0,-2 0 0 0,0 0-6 16,-3 2-14-16,-10-2-28 0,17-2-36 15,-17 2-48-15,11 2-54 0,-11-2-74 0,0 0-88 16,0 0-140-16,0 0-38 16,7 3 58-16,-7-3-239 0,0 0-222 0</inkml:trace>
  <inkml:trace contextRef="#ctx0" brushRef="#br0" timeOffset="-38455.96">17644 5843 2059 0,'-20'-3'79'0,"0"0"30"0,6-3 24 0,3 4 30 0,4-2 23 0,7 4 10 0,-14-2-6 16,14 2-12-16,0 0-14 0,0 0-12 15,31-7-12-15,-3 7-10 0,18 4-11 0,15 1-13 16,8 1-16-16,1 3-9 0,1-2-6 16,-1 0-7-16,-1 1-5 0,-8 1-13 0,-6-2-5 15,-12-2-9-15,-15-2-3 16,-4 0 0-16,-4-1-1 0,-3 2-3 0,-4-4-2 0,0 1 3 15,-3 1-1-15,-1 0-3 16,-9-2 0-16,16 0-3 0,-16 0-23 0,11 0-51 16,-11 0-59-16,10-4-70 0,-10 4-90 15,0 0-124-15,5-5-187 0,-5 5 10 0,5-5 60 16,-5 5-248-16,0 0-250 0</inkml:trace>
  <inkml:trace contextRef="#ctx0" brushRef="#br0" timeOffset="-38040.36">17798 6044 2317 0,'-18'-8'133'15,"2"6"20"-15,3-4 18 0,3 2 17 0,3 1 17 16,1-1 6-16,4-2-3 0,2 6-16 15,0 0-19-15,9-14-15 0,7 9-17 0,7 1-15 16,12-6-13-16,4 4-14 0,6 0-15 16,13 0-30-16,-10 1-27 0,-3-1-33 0,-1 2-14 15,-8 0-11-15,-7 0-1 0,-8 3 4 16,-6-1 0-16,-3 0 3 0,-4 2 16 0,-8 0 15 16,0 0 12-16,0 0 8 15,0 0 6-15,-58 2 18 0,19-2 8 0,-8 2 6 16,0 1 6-16,-1-1 4 0,0 0 4 15,7 0 7-15,1-1 13 0,9 2-7 0,10-3-13 16,6 0-1-16,1 0-14 0,5 2 1 16,9-2-1-16,0 0-9 0,0 0-4 0,0 0-4 15,0 0-7-15,0 0-7 0,54 0-12 16,-34-2-24-16,9 2-33 0,-2 0-42 16,-1-3-42-16,-4 2-63 0,-4-1-56 0,1 2-56 15,-6-2-53-15,-1 2-71 0,0 0-97 16,-12 0-72-16,12 0 40 0,-12 0-310 0,11 2-343 15</inkml:trace>
  <inkml:trace contextRef="#ctx0" brushRef="#br0" timeOffset="-26942.86">15259 9122 2211 0,'0'0'-86'0,"0"0"35"0,2-6 19 0,-2 6 16 0,0 0 20 0,0 0 14 0,1-6 14 16,-1 6 13-16,0 0 7 0,4-9 11 15,-4 9 7-15,4-4 5 0,-4 4 3 16,3-8 7-16,-3 8 6 0,4-7-3 0,-4 7-1 16,9-5 0-16,-9 5 0 0,1-5-3 15,-1 5-5-15,0 0-2 0,0 0 8 0,0 0 9 16,0 0 6-16,0 0 4 0,-10 29-4 16,3-14-5-16,-1 1-2 0,-4-1-2 0,1 1 4 15,0-1-2-15,-3-1 3 0,5 0-6 16,0-2-8-16,1-3-4 0,0-1-10 15,3-1-4-15,-1 0-6 0,2-2-7 0,0 0-2 16,-2 0-6-16,6-5-9 0,-5 5-22 16,5-5-34-16,0 0-40 0,-8 2-46 15,8-2-47-15,0 0-48 0,0 0-61 0,0 0-80 16,0 0-115-16,-14-7-80 0,14 7 38 16,0 0-263-16,0 0-254 0</inkml:trace>
  <inkml:trace contextRef="#ctx0" brushRef="#br0" timeOffset="-26592.27">15191 9559 2388 0,'0'0'187'0,"-11"3"14"0,11-3 19 0,-7 2 19 0,7-2 22 0,0 0 8 0,0 0-2 15,0 0-17-15,-9 2-27 0,9-2-15 16,0 0 2-16,0 0 1 0,0 0-14 0,0 0-14 16,48 2-28-16,-23-6-11 0,0 2-17 15,4 1-12-15,0-1-13 0,-3 0-12 16,0 1-24-16,-4-1-27 0,-3 0-33 0,-2 2-26 15,-2-2-27-15,-2 2-23 0,-1 0-29 16,-12 0-38-16,17 0-67 0,-17 0-71 16,0 0-61-16,7 2-67 0,-7-2-85 0,0 0-145 15,0 0 42-15,0 0-448 0,0 0-513 16</inkml:trace>
  <inkml:trace contextRef="#ctx0" brushRef="#br0" timeOffset="-20908.23">5217 14241 2397 0,'0'-8'155'0,"0"8"-71"0,0 0-36 0,0 0-16 16,0 0 25-16,0 0 22 0,-25 19 25 0,11 4 23 15,-4 7 24-15,-5 10 19 0,0 6 16 16,-1 4 1-16,-5 1 6 0,2 2-7 16,-1-1 0-16,1-4 1 0,4-4 5 0,4-1-10 15,9-10-9-15,-1-3-3 0,8-7-9 16,-3-4-2-16,4-2 6 0,2-3 2 0,2-4-1 15,5 2-7-15,3-1-10 0,3-1-13 16,6-5-13-16,13 3-10 0,-1-3-13 16,9-4-13-16,2 2-8 0,1-3-8 15,4 1-11-15,-4-1-12 0,1 0-43 0,-4-1-35 16,-6 1-41-16,-5 1-49 0,-2-1-50 16,-4 2-62-16,-4-2-74 0,-4 0-92 15,-2-2-97-15,-3 2-142 0,-10 0-96 0,13 2 64 16,-13-2-465-16,10-3-601 0</inkml:trace>
  <inkml:trace contextRef="#ctx0" brushRef="#br0" timeOffset="-20659.88">5528 14742 3350 0,'-2'-8'30'0,"2"8"17"15,0 0 55-15,0 0 41 0,0 0 25 16,0 0 14-16,34 14 11 0,-18-4 2 0,-3 3-10 15,8 8-14-15,-3-1-17 0,2 5-10 16,-3 0-9-16,-5-3 9 0,-5-1 5 16,-2 2 2-16,-3-6-3 0,-2 3-15 0,-2 1-16 15,-3 0-1-15,-2-1-14 0,-6 7-15 16,-3-1-6-16,-4-2-14 0,0 1-17 0,-3-5-44 16,0-1-52-16,0 0-57 0,1-1-74 15,2-5-94-15,7-2-105 0,-2-4-125 16,2-2-165-16,3 1-33 0,2-5 63 15,4 1-410-15,4-2-519 0</inkml:trace>
  <inkml:trace contextRef="#ctx0" brushRef="#br0" timeOffset="-17927.09">18463 12457 2783 0,'0'0'-45'0,"0"0"35"0,0-9 34 0,0 9 26 0,0-7 29 15,0 7 25-15,0 0 21 0,0-10 15 16,0 10 6-16,0 0 6 0,0-9 6 0,0 9-5 16,0 0-5-16,0-5-4 0,0 5-8 15,0 0-11-15,0 0-16 0,0 0-14 0,0 0-10 16,0 0 20-16,0 0 5 0,0 0 1 16,-3 29 3-16,-3-10 9 0,4 3-7 0,-5 12-3 15,1-2 4-15,-2 1-8 0,1 1-5 16,-1 0 11-16,-2-1-11 0,3-3-8 0,-1-6 10 15,1-3-21-15,1 1-7 0,-2-2-10 16,3-6-8-16,-1 1-4 0,1-1-7 16,0-3 5-16,1-3-10 0,2 0 14 15,-1 0-5-15,1-2-5 0,-2-1-12 0,0 1-33 16,4-6-65-16,0 0-76 0,-5 6-81 16,5-6-82-16,0 0-91 0,0 0-98 0,-8-16-102 15,6 7-118-15,2 1 51 0,2 0-488 16,-1-3-615-16</inkml:trace>
  <inkml:trace contextRef="#ctx0" brushRef="#br0" timeOffset="-17627.88">18293 12477 3189 0,'-18'-5'3'16,"0"2"47"-16,6 1 38 0,-1-2 51 15,1 3 34-15,4-1 28 0,8 2 7 16,-16-3 0-16,16 3-14 0,0 0-9 0,-7-6-5 16,7 6-22-16,0 0-12 0,32-10-7 15,-5 7-21-15,16-2-13 0,0-2-9 0,14 0-8 16,3 0-10-16,-5-1-14 0,-10 1-20 16,0 0-25-16,-7 0-17 0,-2 0-22 15,-8 4-19-15,-7-1-32 0,-6 3-38 16,-1-1-53-16,-5 2-60 0,-9 0-46 0,11 2-54 15,-11-2-83-15,-1 10-154 0,-3-2-55 16,-5 4 53-16,-7 12-297 0,-3 0-343 0</inkml:trace>
  <inkml:trace contextRef="#ctx0" brushRef="#br0" timeOffset="-17377.63">18067 12990 2673 0,'-18'8'205'0,"0"-2"27"0,5-1 22 0,3-2 41 16,5-1 24-16,5-2 20 16,-12 2 18-16,12-2-12 0,0 0-15 0,0 0-9 15,0 0-17-15,0 0-27 0,0 0-28 16,36 3-22-16,-12-1-24 0,1-2-20 0,2-2-21 16,2 2-15-16,-1-2-32 0,13-1-36 15,-10 1-49-15,-6-1-56 0,0-2-66 16,-1 1-68-16,0-1-71 0,0 2-100 0,-8-1-115 15,2-1-130-15,-3 0-194 0,0 2 23 16,-4-1 86-16,3 2-566 0,-5 1-688 0</inkml:trace>
  <inkml:trace contextRef="#ctx0" brushRef="#br0" timeOffset="-16894.85">18694 12777 3544 0,'0'-8'109'0,"0"1"46"16,-1 2 19-16,1 5 14 0,0-9 1 0,0 9-8 16,0 0-17-16,0 0 20 0,0 0 6 15,0 0-9-15,0 0-4 0,0 0-11 0,0 0-6 16,11 27-4-16,-9-13-2 0,-1-3-3 16,-1 1-16-16,0 1-4 0,0 1 0 15,0 0-6-15,-1-3-2 0,-1 1-1 0,0-2-4 16,-2 1-5-16,2-3-2 0,0 0 2 15,2-1 7-15,0-7 8 0,-1 10 7 16,1-10 1-16,0 0-17 0,0 0-11 16,0 0-108-16,0 0 0 0,0 0 0 0,13-22 0 15,-3 5 0-15,4-8 0 0,4-2 0 16,2-2 0-16,2 3 0 0,-1 0 0 0,-1 4 0 16,1 3 0-16,-5 4 0 0,-3 5 0 15,-2 1 0-15,-1 4 0 0,1 2 0 0,-3 1 0 16,-8 2 0-16,17 5 0 15,-9 0 0-15,-3 4 0 0,4-1 0 0,-6 4 0 16,3 2 0-16,-2 0 0 0,-3 1 0 16,1 2 0-16,-2 0 0 0,0-2 0 0,0 2 0 15,0-4 0-15,-2 4 0 0,1-2 0 16,-1-1 0-16,0-1 0 0,2-1 0 0,0-4 0 16,-2 4-39-16,0-5-48 0,4 0-49 15,-2-2-46-15,0-5-63 0,4 9-82 0,-4-9-87 16,7 3-98-16,-7-3-110 0,12 0-162 15,-12 0 58-15,17-5 77 0,-10 3-531 0,5 0-644 16</inkml:trace>
  <inkml:trace contextRef="#ctx0" brushRef="#br0" timeOffset="-16394.47">19554 12711 3021 0,'1'-9'-75'0,"5"-1"46"0,-1 3 41 0,-2-2 38 0,-1 1 37 0,-2-1 43 0,0 1 15 0,2 1 16 0,-2-3 6 16,-2 4-3-16,2 0-4 0,0 6-13 15,-8-13-13-15,2 9-7 0,-1 2-3 0,-4 0-4 16,11 2-3-16,-27 4-8 0,10-1-4 15,-7 4-10-15,2 0-6 0,-8 8-9 16,1-1-7-16,8-4-10 0,3 0-2 16,5 1-7-16,4-1-5 0,4-2-3 0,0 1-3 15,3-1-2-15,9 1 1 0,-2 1-6 16,6 0-4-16,5 1-1 0,2-1-3 0,0 0-5 16,0 2 1-16,4-3-7 0,-3 3 0 15,0-1-4-15,-4-2 4 0,0 4 5 0,-3-5 11 16,-5 3 16-16,3-1 20 0,-4-2 14 15,-2 1 21-15,-2-1 19 0,-2 0 19 0,-2 2 6 16,-5-2 5-16,4 1-3 16,-7 1-7-16,-1-1-9 0,-1-1-11 0,1-1-9 15,-3 0-11-15,-2-2-14 0,-2-1-7 16,2-1-10-16,0-1-7 0,-3-1-14 0,2 1-49 16,2-2-50-16,-1 0-59 0,3-2-66 15,13 2-73-15,-21-1-94 0,14-1-114 0,7 2-134 16,-10-3-186-16,10 3 7 0,0 0 80 15,0 0-612-15,17-16-758 0</inkml:trace>
  <inkml:trace contextRef="#ctx0" brushRef="#br0" timeOffset="-15978.39">19834 12804 3660 0,'-8'-10'80'0,"8"10"52"0,-4-5 33 0,4 5 26 16,0 0 22-16,0 0 1 0,-3-8-2 0,3 8-12 16,0 0-7-16,0 0-18 0,15-9-21 15,-5 6-12-15,-1 1-14 0,2-3-14 0,1 3-7 16,1-1-16-16,1 0-5 0,1-3-8 16,-1 4-7-16,-3-4-6 0,0 0-5 0,-1 3-4 15,-3-2-7-15,1 0 2 0,-3 0-8 16,-5 5-8-16,9-11-3 0,-8 4-6 15,-1 7-3-15,-3-11-1 0,3 11-6 16,-14-11 0-16,3 10-4 0,-3-1 4 16,-3 2 14-16,-2 2 11 0,-6 3 16 0,3 0 13 15,-12 7 9-15,9 0 4 0,-2 1 0 16,6 1 5-16,5-2 5 0,5 2 6 0,0 1 5 16,0 0-1-16,10-1-7 0,-3 2-4 15,4-4-7-15,2 1-25 0,1 4-60 0,8-2 0 16,0-1 0-16,4-2 0 0,2 1 0 15,4-3 0-15,10 1 0 0,-4-3-10 16,-4-2-262-16,1-5-102 0,-1-1-107 16,0 0-112-16,0-1-140 0,-3-1-74 0,3-2 70 15,-5-1-686-15,0 2-874 0</inkml:trace>
  <inkml:trace contextRef="#ctx0" brushRef="#br0" timeOffset="-15492.77">20088 12888 3888 0,'-14'0'-34'0,"14"0"27"0,0 0 41 0,0 0 41 16,-11 0 48-16,11 0 31 0,0 0 17 15,0 0 5-15,0 0 8 0,0 0-5 0,0 0-10 16,23 9-12-16,-14-7-16 16,2-2-8-16,3 0-10 0,-1 0-13 0,3 0-13 15,-3-2 11-15,0 1 13 0,-2-2 0 16,2 3 16-16,-2-4-5 0,-2 1 2 0,-4-4-6 15,6 2-6-15,-8-5-13 0,5 1-12 16,-7-1-6-16,3-5-11 0,0-1-5 0,-2-4-8 16,-2 1-10-16,0-1-3 0,-2-1-2 15,0 3-9-15,0 0-2 0,-2 3 0 0,3 3-9 16,-7 0-8-16,5 2 1 16,-6 0 0-16,5 1 4 0,1 1 4 0,-1 3 6 15,2-3 8-15,2 4 7 0,0 4-9 16,9-16 0-16,4 7-8 0,5-3-3 0,11-2-3 15,3 3-23-15,0 1-8 0,-1 4 0 16,-6 0 0-16,0 3 0 0,-6 3 0 0,0 0 0 16,-2 3 0-16,-2 5 0 0,-1 0 0 15,-1 2 0-15,-4 3 0 0,-3 1 0 0,2 5 0 16,-5-4 0-16,-1 3 0 0,2 2 0 16,-2-2 0-16,-2 1 0 0,-2 2 0 15,0 1 0-15,0 2 0 0,0-5 0 0,1 3 0 16,-1-3 0-16,-2-2 0 0,2 1 0 15,0-1 0-15,1-3-127 0,-2-1-172 0,1-1-103 16,2-4-105-16,-2 0-121 16,2 0-178-16,0-1 30 0,0-7 73 0,0 10-638 15,0-10-797-15</inkml:trace>
  <inkml:trace contextRef="#ctx0" brushRef="#br0" timeOffset="-15161.43">20999 12066 3764 0,'-11'-18'48'0,"4"4"51"0,1 2 52 0,1 2 42 0,-1 3 33 0,2 1 5 16,2 0-17-16,-2 2-18 0,4 4-24 15,0 0 16-15,0 0 26 0,-4 19 4 0,3-1 13 16,1 10 1-16,-2 15 2 0,0 13 0 15,-2 5-12-15,1 1-14 0,-3 4-17 0,0-1-19 16,0-3-16-16,0-2-18 0,-3-2-10 16,3-3-17-16,-3-5-91 0,-1-9-20 15,5-5 0-15,-4-1 0 0,2-2 0 0,0-2 0 16,-1-8 0-16,5-5 0 0,0-4 0 16,1-3 0-16,-2-1 0 0,2-3-175 15,2-2-187-15,0-5-114 0,0 0-98 16,0 0-119-16,0 0-127 0,0 0 69 0,0 0-725 15,22-24-924-15</inkml:trace>
  <inkml:trace contextRef="#ctx0" brushRef="#br0" timeOffset="-14944.49">20751 12806 4112 0,'-23'-5'103'0,"2"2"76"16,4-1 74-16,1 1 79 0,5 1 54 16,3 0 31-16,8 2 8 0,-15-4 2 0,15 4-5 15,-9-4-29-15,9 4-28 0,0 0-24 16,0 0-305-16,27-12-36 0,-5 7 0 0,5 1 0 15,9-2 0-15,2 0 0 0,-2 1 0 16,4 0 0-16,-4 0 0 0,-5 0 0 16,-6 1 0-16,-4 1 0 0,-4 3 0 15,-4-3 0-15,0 1 0 0,1 2 0 0,-5-2 0 16,-9 2-478-16,15 0-129 0,-15 0-115 16,0 0-144-16,16 2 70 0,-16-2-810 0,0 0-1046 15</inkml:trace>
  <inkml:trace contextRef="#ctx0" brushRef="#br0" timeOffset="-13111.67">27830 10171 4131 0,'0'0'-173'0,"0"0"49"0,-13 0 50 0,13 0 47 0,0 0 36 0,0 0 33 0,0 0 18 0,0 0 7 16,-10-5 1-16,10 5 4 0,0 0 8 15,0 0-7-15,22-9-3 0,-11 8-5 16,3-1-8-16,0 0-9 0,4 1-4 0,-2-1-9 15,-2 0-37-15,1 2-42 0,-1 0-62 16,-14 0-63-16,20 0-66 0,-11 2-51 0,-9-2-62 16,11 2-120-16,-11-2-65 0,5 3 58 15,-5-3-157-15,2 8-129 0</inkml:trace>
  <inkml:trace contextRef="#ctx0" brushRef="#br0" timeOffset="-11479.7">27843 10144 1641 0,'-14'0'-34'0,"14"0"34"0,0 0 21 0,0 0 29 15,0 0 13-15,0 0 8 0,0 0 5 16,-12 0 5-16,12 0-1 0,0 0 1 15,0 0 1-15,0 0-4 0,0 0-1 0,0 0-3 16,0 0-6-16,0 0-7 0,35 3-3 16,-22-1-6-16,3 0-7 0,4-1-4 0,1 1-3 15,-1 0-5-15,1 1-1 0,1-1 1 16,-3-2-6-16,-4 1 0 0,1-1 22 0,-5 0 15 16,-2 0 14-16,-9 0 5 0,17-1-6 15,-9-1-10-15,-8 2-9 0,11-3-3 0,-11 3-10 16,6-4-7-16,-6 4-5 0,0 0-24 15,8-3-23-15,-8 3-33 0,0 0-36 16,0 0-36-16,0 0-63 0,0 0-48 16,0 0-95-16,0 0-159 0,0 0 22 15,0 0-105-15,0 0-68 0</inkml:trace>
  <inkml:trace contextRef="#ctx0" brushRef="#br0" timeOffset="-10195.82">21822 12611 1619 0,'0'0'63'0,"-16"0"32"0,16 0 31 0,0 0 28 0,0 0 29 0,-11-3 34 0,11 3 7 0,-6-3 8 15,6 3 2-15,-3-9 5 0,1 4 1 16,0-2-4-16,-1-1 2 0,3 8-11 15,5-23-5-15,-1 9-12 0,3 0-14 16,0-3-13-16,5 0-5 0,-1 2 4 0,11-4-12 16,-6 3-19-16,4 4-11 0,-6 4-18 15,2 1-18-15,1 4-5 0,0 1-9 0,-1 2-15 16,1 3-6-16,-2 4-4 0,4 2-7 16,-5 4-3-16,-3 3-3 0,-4 4-10 0,2 1-4 15,-12 4 1-15,-7 10-7 0,-6 8 1 16,-7 2-3-16,-8-1 1 0,1-3-8 0,1-3-5 15,8-11 8-15,-2-1 20 0,3-5 5 16,4-5 21-16,5-3 28 0,1-3 24 0,4-3 20 16,0-3-9-16,3-4-14 15,3 0-7-15,0 0-7 0,0 0-10 0,0 0-77 16,-6-17-20-16,6 17 0 0,6-12 0 16,-6 12 0-16,5-9 0 0,3 5 0 0,-8 4 0 15,12-4 0-15,-12 4 0 0,18 0 0 16,-18 0 0-16,29 8 0 0,-13-4 0 15,-2 1 0-15,4 3 0 0,-1 0 0 0,-2 0 0 16,3-3 0-16,-5 3 0 0,1 0 0 16,-5-2 0-16,0-1 0 0,0 0-50 0,1 0-278 15,-2-1-86-15,-3 2-80 0,1-2-76 16,0-2-87-16,-6-2-139 0,15 3 72 0,-6-3-690 16,5-2-866-16</inkml:trace>
  <inkml:trace contextRef="#ctx0" brushRef="#br0" timeOffset="-9844.87">22435 12510 4129 0,'-9'-18'23'0,"-1"5"57"0,0 1 50 0,1 2 40 0,2 1 31 0,-1 1 17 0,0 1 23 0,3 0-18 0,1 2-18 0,4 5-20 15,-7-9-16-15,7 9-21 0,-5-7-22 16,5 7-8-16,0 0-12 0,0 0 0 15,17-5-17-15,-17 5-7 0,24 2-11 16,-10 1-5-16,6 4-7 0,-6 0-12 0,4 2-4 16,-3 6 6-16,-1 0 8 0,0 10 18 15,-3-3 1-15,-6 0 7 0,-1 2 3 0,-2 1 4 16,-2 2-2-16,0-2-6 0,-4 13-7 16,2-11-7-16,0 9-10 0,1-8-4 0,1-2-5 15,-2-3-5-15,0 1-5 0,2-3 7 16,0-2-9-16,-2 0-37 0,2 0 0 0,0-5-11 15,-3-2-79-15,3 0-51 0,-2 0-51 16,2-2-51-16,0-3-56 0,-2 1-81 0,2-8-94 16,-1 5-97-16,1-5-97 15,0 0-80-15,0 0 66 0,0 0-574 0,3-22-716 16</inkml:trace>
  <inkml:trace contextRef="#ctx0" brushRef="#br0" timeOffset="-9662.75">22514 12781 3453 0,'-14'-6'12'0,"1"6"52"15,1-4 61-15,3 0 44 0,9 4 51 0,-20-2 37 16,20 2 27-16,-13-3 17 0,13 3-4 16,0 0-8-16,-13-2-16 0,13 2-23 0,0 0-14 15,0 0-10-15,0 0-13 16,0 0-28-16,0 0-18 0,0 0-18 0,47-2-39 16,-25 1-79-16,-4 1-90 0,3-2-86 15,6 1-91-15,0-3-117 0,0 0-134 0,11-2-177 16,-6 4-103-16,4-5 69 0,3 0-629 15,-10 4-784-15</inkml:trace>
  <inkml:trace contextRef="#ctx0" brushRef="#br0" timeOffset="-9312.25">23148 12521 3945 0,'0'0'83'0,"-4"-7"26"16,4 7 14-16,0 0 52 0,0 0 41 15,0 0 35-15,-33 21 43 0,20-6-3 0,-4 7-1 16,-2 2-9-16,6 0-15 0,-2 0-14 16,3-4-14-16,4-1-14 0,5-4-16 15,-1 3-8-15,6-5-8 0,2 4-6 0,1-5-14 16,7 2-17-16,-1-3-115 0,7-3-40 16,-4-1 0-16,8-5 0 0,-4-1 0 0,3-1 0 15,3-5 0-15,-1 0 0 0,-3-2 0 16,-1-2 0-16,-1-3 0 0,-3-1 0 15,-4-3 0-15,-3-2 0 0,-2-5 0 0,-3 1 0 16,-4-3 0-16,-5-8 0 0,-4 0 0 16,-1 6 0-16,-4-1 0 0,-4 8 0 0,-3 2 0 15,4 6 0-15,-3 4 0 0,-4 3 0 16,3 5-64-16,-6 1-401 0,-8 7-102 16,-4 2-107-16,4 1-165 0,2 2 39 15,1 3 81-15,0 2-663 0,6-1-835 0</inkml:trace>
  <inkml:trace contextRef="#ctx0" brushRef="#br0" timeOffset="-8662.58">18639 13866 3539 0,'-29'5'-107'0,"1"-3"24"0,3 0 24 0,-4-1 27 0,2-1 40 0,3 2 34 15,1-2 45-15,0-2 32 0,8 4 20 0,2-2 13 16,0-2-3-16,13 2 6 0,-22 0-10 15,22 0-17-15,-5-3-12 0,5 3-10 16,0 0-12-16,27-8-10 0,-1 2-5 0,18 3-10 16,20-2-7-16,11 0-3 15,15-1-8-15,36-2-3 0,8-1-8 0,21-3-5 16,13 1-1-16,70-7-1 0,15 0-9 16,13 0-2-16,10 2-5 0,11 0 2 0,7-3-1 15,-4 1-11-15,-6-1 17 0,-8-1 20 16,-17 3 17-16,-27-2 10 0,-64 5 21 0,-10-1 12 15,-14-2 10-15,-21 0 13 0,-15 1 2 16,-31 4 10-16,-14 1 4 0,-20 4 18 0,-6 0 13 16,-9 0 8-16,-7 2-10 0,-3 1-16 15,-5-2-22-15,-1 1-16 0,-5 1-13 0,1 0-19 16,-8 4-46-16,9-4-72 0,-6 0-79 16,-3 4-77-16,11-2-83 0,-11 2-96 0,0 0-97 15,0 0-132-15,0 14-196 16,-2-5 47-16,-4-3 94 0,3 3-559 0,-2 3-674 15</inkml:trace>
  <inkml:trace contextRef="#ctx0" brushRef="#br0" timeOffset="11950.31">28976 6004 478 0,'-8'-7'233'0,"8"7"-117"0,-4-2-45 0,4 2-20 0,0 0-23 0,2-9-3 16,-2 9-10-16,0 0-11 0,10-6-9 0,-10 6-24 15,11-2-35-15,-4-1-62 0,3 2-145 16,-10 1 209-16</inkml:trace>
  <inkml:trace contextRef="#ctx0" brushRef="#br0" timeOffset="12133.11">29503 5970 870 0,'0'0'87'0,"8"-4"6"16,-8 4-5-16,5-6-2 0,-1 2-8 15,-4 4-8-15,8-5-9 0,-8 5-10 0,17-5-21 16,-5 4-29-16,-1-1-30 0,5 0-54 16,0-2-62-16,6 4-283 0,-4-1 62 15</inkml:trace>
  <inkml:trace contextRef="#ctx0" brushRef="#br0" timeOffset="12316.08">30058 5916 1152 0,'0'0'20'0,"0"0"-1"15,0 0 9-15,0 0 7 0,0 0-3 16,0 0-7-16,0 0-10 0,-2-9-24 0,2 9-22 16,0 0-34-16,16 0-46 0,-16 0-68 15,18-2-138-15,-6 0 167 0</inkml:trace>
  <inkml:trace contextRef="#ctx0" brushRef="#br0" timeOffset="12483.46">30264 5883 868 0,'0'0'4'0,"0"0"20"16,0 0 18-16,5 5 21 0,-5-5 0 16,0 0 5-16,0 0 1 0,0 0-8 0,8 1-4 15,-8-1-3-15,0 0-10 0,8 6-3 16,-8-6-27-16,4 7-47 0,-1-4-60 15,-3 4-79-15,4-2-228 0,-2 3 90 0</inkml:trace>
  <inkml:trace contextRef="#ctx0" brushRef="#br0" timeOffset="12682.66">30292 6507 1140 0,'-7'3'28'16,"1"1"9"-16,6-4 7 0,-6 3-2 0,6-3 4 16,0 0-5-16,-6 5-6 15,6-5-5-15,0 0-4 0,-1 9-7 0,-1-4-14 16,0 2-17-16,-2 1-24 0,2 2-24 16,-1 1-30-16,-4 1-25 0,2 2-32 0,-1-1-205 15,-1 1 135-15</inkml:trace>
  <inkml:trace contextRef="#ctx0" brushRef="#br0" timeOffset="12851.12">30110 6845 930 0,'0'0'-16'0,"-4"7"29"15,4-7 19-15,0 0 12 0,-2 9 19 16,2-9 12-16,0 0 8 0,0 0 7 16,0 0 1-16,-2 7 0 0,2-7-12 15,0 0-7-15,0 0-13 0,0 0-24 0,6 10-41 16,-6-10-31-16,0 0-42 0,3 10-11 0,-3-6-26 15,0 4-46-15,0-1-264 16,0-7 65-16</inkml:trace>
  <inkml:trace contextRef="#ctx0" brushRef="#br0" timeOffset="13016.2">30104 7117 1134 0,'0'0'21'0,"0"7"10"15,0-7 18-15,0 0 14 0,0 8 8 0,0-8 8 16,0 0 1-16,0 0-4 15,6 6-6-15,-6-6-7 0,0 0-3 0,0 0-25 0,0 0-27 16,11 1-39-16,-11-1-25 16,0 0-37-16,0 0-30 0,0 0-13 0,0 0-34 15,0 0-249-15,0 0 71 0</inkml:trace>
  <inkml:trace contextRef="#ctx0" brushRef="#br0" timeOffset="13149.38">30031 7192 1089 0,'-7'4'-1'16,"7"-4"28"-16,-13 6 18 0,4-4 14 0,9-2 12 15,-7 3 12-15,7-3 4 0,0 0-4 16,-15 4-5-16,15-4-6 0,-10 4-10 0,10-4-30 16,0 0-34-16,-13 2-59 15,13-2-80-15,0 0-127 0,0 0-180 0,0 0 45 16</inkml:trace>
  <inkml:trace contextRef="#ctx0" brushRef="#br0" timeOffset="22866.4">27849 9945 1339 0,'-8'-2'83'0,"8"2"11"0,-9-4 6 0,9 4 16 0,0 0 18 0,-7-3 20 0,7 3 15 16,0 0 13-16,-7-3-13 0,7 3 1 15,0 0-9-15,0 0 3 0,0 0-1 16,0 0-14-16,0 0-12 0,0 0-17 0,0 0-11 16,0 0-9-16,14-11-8 0,-14 11-11 15,13-1-7-15,-4 1-9 0,-9 0-7 0,16-4-7 16,-9 4 3-16,-7 0-6 0,18-5-6 16,-11 3-3-16,1-1-8 0,-8 3 1 0,17-3-7 15,-11 1-1-15,1 0-2 0,-7 2-4 16,12-5 1-16,-12 5-5 0,11-3 2 0,-11 3 0 15,8-2-7-15,-8 2 3 0,0 0-4 16,10-4 0-16,-10 4-4 0,0 0-3 0,6-3-2 16,-6 3 2-16,0 0-2 0,0 0 0 15,0 0-2-15,7 12 11 0,-9-5 3 16,2-7 3-16,-4 25 1 0,1-7 7 16,-5 5 2-16,0 8-4 0,-1 1 0 0,-2 0-4 15,0-1-3-15,0 0-2 0,4 0 1 16,1-6 0-16,-2-6-3 0,3 2 0 15,-1-3-3-15,1-4 1 0,1 1-5 0,2-2 7 16,-3-3 0-16,3-2 10 0,1 2 5 16,-1-4 14-16,0 1 14 0,0-3 3 0,2-4 2 15,-2 12 1-15,2-12 0 0,-2 8-11 16,2-8 1-16,-1 7-3 0,1-7-7 16,-4 4-5-16,4-4 0 0,0 0-5 0,-2 8-20 15,2-8-26-15,0 0-34 0,0 0-47 16,-4 4-70-16,4-4-62 0,0 0-68 15,0 0-78-15,0 0-106 0,0 0-120 0,0 0 41 16,0 0-346-16,0 0-388 0</inkml:trace>
  <inkml:trace contextRef="#ctx0" brushRef="#br0" timeOffset="23247.44">27874 10192 2712 0,'-8'-6'73'0,"3"5"16"0,5 1 20 0,-7-4 21 0,7 4 19 0,0 0 9 0,0 0 9 16,-7-5-13-16,7 5-20 0,0 0-10 16,0 0-8-16,23-5-11 0,-9 3-20 15,3 2-4-15,2-1-6 0,1 1-15 0,3 0-18 16,1 0-15-16,-3 0-13 0,-3 0-9 16,0-2-15-16,-5 4-1 0,1-4-5 15,-14 2-17-15,18 0-6 0,-10-2-13 0,-8 2-23 16,11 0-23-16,-11 0-24 0,0 0-30 15,12 0-38-15,-12 0-53 0,0 0-71 0,0 0-131 16,0 0-63-16,0 0 35 0,0 0-149 16,0 0-120-16</inkml:trace>
  <inkml:trace contextRef="#ctx0" brushRef="#br0" timeOffset="26480.77">26751 9769 1721 0,'0'0'-14'0,"0"0"4"0,0 0 7 0,0 0 13 0,0 0 19 0,0 0 16 0,0 0 10 16,0 0-1-16,0 0-4 0,0 0-3 16,0 0-3-16,0 0-7 0,0 0-1 0,0 0-1 15,0 0-3-15,0 0-4 0,0 0-2 16,0 0-2-16,-26 11-9 0,14-11-44 15,1 2-58-15,-6 0-76 0,-6-2-111 16,-4 0-307-16,-4 0-82 0</inkml:trace>
  <inkml:trace contextRef="#ctx0" brushRef="#br0" timeOffset="26647.35">26027 9747 1662 0,'-7'-4'22'0,"-3"1"-2"0,5 1-6 0,-3-2-2 16,8 4-10-16,-17-3-30 0,5 3-43 16,-3 0-70-16,2 0-127 0,-6 1-149 15,-1 1 74-15</inkml:trace>
  <inkml:trace contextRef="#ctx0" brushRef="#br0" timeOffset="26831.59">25557 9830 1236 0,'-11'0'94'0,"11"0"21"0,0 0 12 16,-12-7 11-16,12 7 3 0,-8-4 1 15,8 4-8-15,-2-4-12 0,2 4-12 0,-5-5-12 16,5 5-32-16,0 0-42 0,-8-4-46 16,8 4-33-16,0 0-43 0,0 0-37 15,-19 5-38-15,14-1-32 0,-4-1-42 16,9-3-302-16,-9 9-50 0</inkml:trace>
  <inkml:trace contextRef="#ctx0" brushRef="#br0" timeOffset="27296.2">25426 9883 1381 0,'-5'3'-32'0,"5"-3"42"16,-6 6 26-16,6-6 30 0,0 0 29 0,0 0 25 15,0 0 24-15,0 0 11 0,-3 8 5 16,3-8 3-16,0 0-11 0,0 0-9 0,0 0-19 16,0 0-16-16,0 0-12 0,0 0-12 15,0 10-7-15,0-1-4 0,0-1-29 0,-2 6-14 16,2 5-19-16,-6 3-7 15,5 3-14-15,-3 0-13 0,-5 8-9 0,6 0-8 16,-1-4 0-16,0-4-4 0,3-1 1 16,-3-2 8-16,0 2 0 0,2-1 5 0,-3-3 0 15,0-3 5-15,1 0 1 0,1-1 5 16,-1-1 3-16,0-1 0 0,-1 2 8 0,3-4 6 16,-4 2 1-16,4-2 1 0,0-2 10 15,-2 0 5-15,0 2 3 0,4-3 2 16,-1-1-3-16,-3 2 8 0,2 0-10 0,-2-1 2 15,4 2-4-15,-1-1 2 0,-1 3-4 16,-3-1-1-16,3-3-2 0,-2 7 2 0,3-5-4 16,-3 7-6-16,-2-1-13 15,1 4-8-15,-2-3-7 0,2 3-5 0,-1-2-1 0,3 1-4 16,-5-1-1-16,5-2 4 16,-2-1 4-16,1 0-2 0,1-5 8 0,1 1 4 15,0-2 0-15,0 1 2 0,-2-5 4 16,4 2 11-16,0-8 9 0,-3 11 4 0,3-5 1 15,0-6 0-15,-2 10 6 0,0-6-10 16,2-4 0-16,0 0 5 0,0 10-8 0,0-10 1 16,0 0 4-16,0 12-17 0,0-12-16 15,2 9-21-15,-2-9-29 0,3 10-34 0,-1-3-35 16,2-1-37-16,-2 0-38 0,3 2-411 16,1 1-127-16</inkml:trace>
  <inkml:trace contextRef="#ctx0" brushRef="#br0" timeOffset="27463.71">25410 11069 1718 0,'5'4'31'0,"-3"-1"40"0,-2-3 27 0,0 0 30 0,0 0 21 0,0 0 23 15,12 4 1-15,-12-4-18 0,0 0-8 16,0 0-22-16,0 0-9 0,0 0-24 0,0 0-14 16,21-2-41-16,-21 2-37 0,14-2-53 15,-14 2-68-15,18 0-78 0,-6 0-91 16,3-1-140-16,0 2-16 0,4-2-150 15,4 4-95-15</inkml:trace>
  <inkml:trace contextRef="#ctx0" brushRef="#br0" timeOffset="27613.88">25982 11118 1660 0,'0'0'74'15,"0"0"13"-15,0 0-1 0,7-6-5 16,-7 6-7-16,0 0-8 0,8-2-22 0,-8 2-39 15,8-5-56-15,-8 5-62 0,11-3-73 16,-2-1-98-16,3 3-241 0,1-3-29 0</inkml:trace>
  <inkml:trace contextRef="#ctx0" brushRef="#br0" timeOffset="27813.62">26525 11029 1554 0,'7'-4'76'0,"1"2"5"15,-8 2 3-15,12-1 8 0,-12 1 0 0,0 0-2 16,11-1-7-16,-11 1-9 0,7-3-5 16,-7 3-7-16,0 0-5 0,20-1-8 0,-20 1-3 15,11-2-5-15,-3 0-4 0,-8 2-16 16,13-2-20-16,-13 2-35 0,11 0-54 0,-11 0-64 16,8-3-82-16,-8 3-116 15,0 0-246-15,0 0-95 0</inkml:trace>
  <inkml:trace contextRef="#ctx0" brushRef="#br0" timeOffset="28645.9">25842 10372 1570 0,'0'0'12'0,"0"0"33"0,-11-5 19 0,11 5 19 0,-7-2 28 0,7 2 23 0,0 0 24 16,-10-4 28-16,10 4 20 0,0 0 19 15,-10-4 13-15,10 4 0 0,-5-4 3 0,5 4 1 16,-6-7 3-16,6 7 0 0,-5-10-6 16,2 4-2-16,-1-2-8 0,2 0-11 0,2-1-12 15,0-2-16-15,0 2-10 16,2-4-13-16,0 3-13 0,3 1-10 0,-2-1-21 15,3 0-8-15,0 1-17 0,-1 3-10 16,2-2-13-16,4 4-12 0,-2 2-6 0,-9 2-7 16,17 0-5-16,-17 0 1 0,21 10-7 15,-9 0-12-15,-5 1 5 0,1 3-2 0,-3-1-4 16,-3 5-5-16,-4-1-2 0,-3 6 1 16,-8 9-4-16,-12 5 2 0,-4-1-8 0,-5 1 0 15,-2-1 5-15,2-5-3 0,-1-4 0 16,11-5 6-16,4-9-9 0,4-1 6 15,5-4 15-15,4 0 20 0,0-4-6 16,7-4 2-16,-11 0-3 0,11 0-8 0,0 0-6 16,0 0-1-16,-3-14-8 0,3 14 5 15,0 0-8-15,12-16-2 0,-9 9 4 0,-3 7-8 16,11-8 4-16,-1 6-4 0,-10 2 6 16,21-4-8-16,-5 4-1 0,-3 2-1 0,4 0 1 15,2 2-1-15,-2-2-3 0,3 6 0 16,-2-4 0-16,0 1-29 0,-4 1-39 0,-1-1-39 15,-1 0-40-15,-1 3-39 0,0-5-41 16,-2 5-54-16,-4-3-75 0,1 0-67 16,-2 1-85-16,0-1-111 0,0 0-91 0,-4-5 48 15,7 5-550-15,-1-2-671 16</inkml:trace>
  <inkml:trace contextRef="#ctx0" brushRef="#br0" timeOffset="28980.27">26199 10239 3408 0,'-2'-10'56'0,"-2"0"46"0,4 3 44 0,0-3 39 0,0 10 29 0,-1-16 13 0,1 11 0 0,0 5-11 16,3-15-19-16,1 8-17 0,1 0-22 16,1 1-16-16,2 0-18 0,3 3-12 0,-11 3-10 15,20-2-17-15,-20 2-12 0,20 7-10 0,-10 3 1 16,-1 0-15-16,-1 9-4 15,-3-3 2-15,-2 6-5 0,-3 2 14 0,-4 13 2 16,0-3 4-16,-4 4 9 0,3-3 7 16,-2 3-7-16,-4-4-2 0,4-1-8 0,0-3-4 15,-2-3-6-15,6-6-6 0,-3 0-5 16,-1-1-8-16,5-3-27 0,-6 1-42 16,2 3-51-16,0-7-55 0,3-1-59 0,1-1-80 15,-2-3-70-15,2-1-55 0,1-1-87 16,1-7-132-16,0 0-41 0,3 5 61 0,-3-5-454 15,0 0-532-15</inkml:trace>
  <inkml:trace contextRef="#ctx0" brushRef="#br0" timeOffset="29145.81">26222 10605 2945 0,'-7'-8'61'16,"-4"2"67"-16,6 1 59 0,-2-1 51 16,3 4 35-16,4 2 24 0,-9-6 7 0,9 6 8 15,-5-4-17-15,5 4-23 0,0 0-31 16,4-13-22-16,-4 13-22 0,19-8-22 0,-3 0-58 15,6 2-68-15,-3 2-81 0,8 1-81 16,-2-1-95-16,1 4-110 0,-1-3-103 0,-2 3-105 16,-2-1-151-16,-1-1 42 15,-4 2-515-15,1 2-616 0</inkml:trace>
  <inkml:trace contextRef="#ctx0" brushRef="#br0" timeOffset="29495.94">26721 10352 3044 0,'2'-9'-6'0,"-2"9"29"15,0 0 39-15,0 0 57 0,0 0 48 16,0 0 27-16,-29 20 17 0,20-8 17 16,-2 3 0-16,-5 10 4 0,5-5-4 15,2-3 2-15,0 2-20 0,6-3-15 0,1 1-10 16,0-3-8-16,4-3-10 0,2 5-4 15,1-6-24-15,3 0-9 0,2-1-19 0,3-1-4 16,0-2-11-16,0-4-12 0,5-2-3 16,-3-4-11-16,0-2-8 0,7 0-4 0,-8-6-12 15,4-1-2-15,-5-3-23 0,-4-3-6 16,0-2-17-16,-8 1-18 0,-1-6-12 0,0 0-8 16,-12-6-22-16,1 0-19 0,-6 9-38 15,-5 3-35-15,-14 5-34 0,0 5-39 16,-9 8-41-16,-18 6-51 0,-1 8-65 0,-8 5-109 15,-15 15-174-15,-1 5 30 16,3 4 70-16,-1 2-406 0,9 0-451 0</inkml:trace>
  <inkml:trace contextRef="#ctx0" brushRef="#br0" timeOffset="30579.35">25029 10894 2715 0,'0'-6'22'0,"0"0"46"0,0 6 47 0,4-11 55 0,-2 4 27 0,0 0 32 0,-2 7 11 15,3-10 2-15,-3 5-19 0,0 5-19 0,0-7-24 16,0 7-16-16,2-6-18 0,-2 6-9 16,0 0 30-16,0 0 10 0,0 0 1 0,-2 28-14 15,1-9 13-15,-5 4-17 16,-2 12 17-16,0 3-4 0,3 1-6 0,-3 1-8 15,-2-1-10-15,3 1-6 0,-1-2-4 0,-4 3-11 16,5-2-11-16,-4-3-9 0,2 2-7 16,-3-4-6-16,1 0-14 0,-1-2-3 15,-1 0-7-15,2-6-12 0,-3 3-3 0,1-3-6 16,4-4-4-16,-5 3-27 0,4-6-19 16,-2 1 0-16,3-4 0 0,2 1 0 0,-3 1 0 15,0-3 0-15,5-1 0 0,-3-3 0 16,5-1 0-16,-4 2 0 0,5-4 0 0,-1-2 0 15,-5 3 0-15,8-3 0 0,-3 0 0 16,3-6 0-16,-4 9 0 0,4-7 0 0,0-2 0 16,-4 10 0-16,4-10 0 0,-3 7 0 15,3-7 0-15,-1 8 0 0,1-3 0 16,0-5 0-16,0 9 0 0,0-2 0 16,0-7 0-16,1 10 0 0,-1-5 0 0,3 2 0 15,-3-7 0-15,2 9 0 0,-2-9 0 16,2 8 0-16,0-4 0 0,-2-4 0 0,5 8 0 15,1-6 0-15,1 1 0 0,3-1 0 16,3 0 0-16,5-1 0 0,0-1 0 0,9 2 0 16,2 0 0-16,12-2 0 0,4 0 0 15,5 0 0-15,12-2 0 0,5 2 0 16,1-2 0-16,1 1 0 0,0-1 0 0,-1 0 0 16,-3-1 0-16,0 0 0 0,-6-1 0 15,-11 1 0-15,-7-1 0 0,-3 1 0 16,-5 1 0-16,-8-1 0 0,-4 1 0 0,-3-2 0 15,2 1 0-15,-3-1 0 0,0 1 0 16,0 0 0-16,0-1 0 0,-1 1 0 0,-3 0 0 16,2-2 0-16,-2 3 0 0,1 0 0 15,1-2 0-15,-3 3 0 0,-1-3 0 0,0 3 0 16,-1-3 0-16,-2 3 0 0,-8 1 0 16,13-4 0-16,-13 4 0 0,10-2 0 0,-10 2 0 15,9-1 0-15,-9 1 0 0,0 0 0 16,9-3 0-16,-9 3 0 0,0 0 0 15,11-1 0-15,-11 1 0 0,0 0 0 16,0 0 0-16,9-1 0 0,-9 1 0 0,0 0 0 16,0 0 0-16,0 0 0 0,0 0 0 15,0 0 0-15,9-4 0 0,-9 4 0 0,0 0 0 16,0 0 0-16,0 0-62 0,0 0-279 16,0 0-107-16,0 0-111 0,-20-10-150 0,13 7-109 15,2-1 57-15,-5-3-767 0,5 0-973 16</inkml:trace>
  <inkml:trace contextRef="#ctx0" brushRef="#br0" timeOffset="31196.21">25704 11335 3690 0,'0'0'-291'0,"2"-8"55"0,-2 8 42 0,1-9 43 0,-1 6 40 0,0 3 34 0,6-9 32 0,-6 9 33 0,2-6 28 15,-2 6 32-15,3-8 25 0,-3 8 19 0,2-6 17 16,-2 6 9-16,0 0 14 0,0 0 26 16,0 0 30-16,0 0 6 0,-34 17 8 0,11 3 2 15,-1 3 2-15,-3-1-1 0,0 3-8 16,1-2-7-16,3-4-12 0,-2 3-17 15,2-1-14-15,4-2-13 0,1-5-18 0,6 1-10 16,0-6-10-16,2-1-11 0,5 0-15 16,-1-1-27-16,3-1-23 0,-1-3-35 15,4-3-43-15,0 0-40 0,0 0-35 0,0 0-22 16,-10-12-18-16,10 1-7 0,0 0 5 16,1-8 13-16,1-1 11 0,3-2 17 0,-3-2 17 15,2 1 33-15,-1 3 37 0,1 4 43 16,0 2 27-16,-3 3 11 0,1-1 13 0,2 6 29 15,1 0 26-15,-5 6 32 0,11-1 11 16,-11 1 6-16,14 12 3 0,0-2-1 16,-1 4-9-16,9 7-15 0,1 1-16 15,-3 2-10-15,5-2-38 0,-2-3-51 0,-2 5-56 16,1-5-61-16,-4-5-77 0,-5-1-85 16,-5-2-90-16,0-4-90 0,-1 1-140 15,-3-1-32-15,-2-1 51 0,-2-6-388 0,0 8-432 16</inkml:trace>
  <inkml:trace contextRef="#ctx0" brushRef="#br0" timeOffset="33463.01">25791 9893 2500 0,'-12'-3'-66'0,"0"-1"23"0,-1 3 28 0,2-3 30 0,0 4 30 0,-3-5 19 0,3 2 17 0,-2-1 15 15,0 1 3-15,3 1-5 0,-2 0-1 16,12 2-1-16,-14-5-4 0,8 4-5 0,6 1 2 15,-10-2-20-15,10 2 5 0,0 0-9 16,0 0-9-16,0 0 4 0,0 0-6 16,0 0-6-16,34 0 0 0,-7 3-8 0,17-3 1 15,5 4-11-15,17-1-3 0,2-1 5 16,8 0-9-16,2-1-2 0,2 3-5 16,-2-1 1-16,1 2-1 0,-3-3-2 0,0 0-6 15,-7 1 4-15,-6-1 1 0,-14 0-2 16,-5 1-2-16,-10-3 4 0,-7 2 4 15,0-2-10-15,-2 1 2 0,-2-1-1 0,-1 0 0 16,-1 0-3-16,0 0 5 0,1-1-14 16,0 1-10-16,-1 0 1 0,-1-2 4 0,2 2-1 15,-7 0-4-15,2 0 0 0,-3-2 6 16,-1 4-1-16,-1-4 8 0,-1 4-6 0,0-2 1 16,-11 0 2-16,17 2-3 0,-6-2 2 15,0 1 3-15,-11-1 3 0,16 0 0 0,-5 0-5 16,1 0 2-16,-12 0 5 0,19 2 0 15,-9-2 0-15,-10 0 0 0,15 0 4 0,-15 0 0 16,14 2 2-16,-14-2 1 16,9 0-3-16,-9 0 7 0,0 0 4 0,0 0 1 15,0 0-7-15,0 0 3 0,0 0 5 16,0 0 0-16,0 0 7 0,0 0 5 0,0 0 10 16,-31-9 1-16,22 9-1 0,-5-1-3 15,1-1-7-15,-6 2 7 0,-1 0 1 16,-3 0 0-16,-6 0 3 0,-2 0-8 0,-13 0-1 15,-1 0 0-15,-3 0-5 0,-1 0 2 16,-3 0-3-16,-13 0-2 0,-1 0 3 0,-2 2 3 16,0-4 11-16,2 4-1 0,-1-2 0 15,13 0 2-15,3 0-5 0,0 1-5 16,-1-1-1-16,2 2-3 0,0 0-5 16,0-1-3-16,-2 1 2 0,5-2-6 0,-1 2 0 15,2-2 1-15,4 2-2 0,0 0-2 16,8-2 0-16,6 1-3 0,-3 2 0 0,2-3-3 15,3 2 1-15,4-2 3 0,2 2-1 16,1-2-1-16,6 1-4 0,-3 1 1 0,5-2 1 16,-1 2 10-16,12-2 15 0,-17 0 10 15,17 0 14-15,-15 0 6 0,15 0 5 0,-11 0 4 16,11 0 6-16,0 0 0 0,-14 0-8 16,14 0-7-16,-10-4 0 0,10 4-9 0,0 0-5 15,-9-1-4-15,9 1-7 16,0 0 2-16,0 0-3 0,-10-4-4 0,10 4 1 15,0 0 4-15,0 0 3 0,0 0 3 16,0 0 0-16,0 0 5 0,0 0-2 0,-13-3-2 16,13 3 4-16,0 0 5 0,0 0-7 15,0 0 0-15,0 0-7 0,0 0-4 0,0 0-1 16,-9-3-4-16,9 3-3 0,0 0-3 16,0 0-1-16,-9-6-6 0,9 6-1 0,0 0 2 15,0 0-5-15,0 0 4 0,0 0-4 16,0 0-1-16,-3-5-4 0,3 5 0 15,0 0 0-15,0 0 1 0,0 0-1 16,0 0 7-16,0 0-1 0,0 0 13 0,0 0 5 16,0 0 9-16,0 0 20 0,0 0-15 15,0 0 7-15,0 0-2 0,0 0-5 16,0 0-2-16,0 0-6 0,2-12-9 0,-2 12 1 16,0 0-3-16,0 0 0 0,1-8-7 15,-1 8 1-15,0 0 0 0,0 0-14 0,2-9 11 16,-2 9-16-16,0 0 23 0,0 0-10 15,0 0 3-15,0 0-3 0,0 0-23 0,0 0 7 16,0 0 14-16,0 0 9 0,0 0 20 16,5 29 1-16,-5-7 5 0,-5 13 13 15,2 4 13-15,-3 6 3 0,-1 10-1 0,-1 2 0 16,-2-1-4-16,3 6-2 0,-2-4-25 16,-2-1-43-16,4-3 0 0,-4 0 0 15,-1-6 0-15,4-11 0 0,3 2 0 0,-4-4 0 16,-1-2 0-16,2-1 0 0,4-6 0 15,-3-3 0-15,2-2 0 0,-2 2 0 0,2-3 0 16,-3 1 0-16,-1 6 0 0,-1-2 0 16,2-3 0-16,1-2 0 0,1-1 0 0,-4 0 0 15,7-3 0-15,-3-3 0 0,0-1 0 16,5 0 0-16,-3-3 0 0,0-2 0 0,1 1 0 16,3-8 0-16,-1 10 0 15,-1-5 0-15,2-5 0 0,-2 9 0 0,0-6 0 16,2-3 0-16,0 0 0 0,-4 12 0 15,4-12 0-15,0 0 0 0,-1 4 0 0,1-4 0 16,0 0 0-16,-2 7 0 0,2-7 0 16,0 0 0-16,0 6 0 0,0-6 0 0,0 0 0 15,0 0 0-15,0 0 0 0,11 6 0 16,-11-6 0-16,17 2 0 0,-6-2 0 0,7 1 0 16,0-1 0-16,4 0 0 0,4 0 0 15,3-1 0-15,2 1 0 0,8-2 0 0,6-2 0 16,-4 2 0-16,4-1 0 0,-6 0 0 15,5-1 0-15,-4 1 0 0,-2-1 0 16,-5 1 0-16,-7 0 0 0,10-3 0 0,-5 3 0 16,-6 0 0-16,0-1 0 0,0 0 0 15,-3-3 0-15,1 3 0 0,-4 0 0 0,4-1 0 16,-6 2 0-16,3-1 0 0,-6 1 0 16,2-2 0-16,1 2 0 0,-3-1 0 0,-3 2 0 15,0 0 0-15,1-2 0 0,-1 2 0 16,-2 0 0-16,3 0 0 0,-3-1 0 0,2-1 0 15,1 1 0-15,-1-1 0 0,1 1 0 16,1 2 0-16,-2-3 0 0,7 1 0 0,0-1 0 16,4-1 0-16,-5 0 0 15,5-2 0-15,-2 2 0 0,1-2 0 0,2 2 0 16,-1-3 0-16,1 4 0 0,-3-2 0 16,1 2 0-16,-1-1 0 0,-2 1 0 0,-1-2 0 15,-2 4 0-15,4-2 0 0,-2 2 0 16,-4-2 0-16,3 2 0 0,-3 2 0 0,3-4 0 15,-3 3 0-15,0-3 0 0,0 2 0 16,-1-2 0-16,1 2 0 0,-2 0 0 0,1 0 0 16,0 0 0-16,-2-1 0 0,-1 0 0 15,-9 3 0-15,17-3 0 0,-7 2 0 0,-3-1 0 16,-7 2 0-16,15-3 0 16,-5 1 0-16,-10 2 0 0,15-2 0 0,-10 0 0 0,6 0 0 15,-11 2 0-15,14-2 0 16,-14 2 0-16,14-2 0 0,-14 2 0 0,9-4 0 15,-9 4 0-15,10-1 0 0,-10 1 0 16,8-3 0-16,-8 3 0 0,0 0 0 0,7-3 0 16,-7 3 0-16,0 0 0 0,8-3 0 15,-8 3 0-15,0 0 0 0,0 0 0 0,0 0 0 16,0 0 0-16,9-4 0 0,-9 4 0 16,0 0 0-16,0 0 0 0,0 0 0 0,0 0 0 15,0 0 0-15,0 0 0 0,0 0-77 16,-34 18-967-16,15-10 107 0,-13 5-1149 0,2 1-1497 15</inkml:trace>
  <inkml:trace contextRef="#ctx0" brushRef="#br0" timeOffset="40344.17">18971 14669 2652 0,'-6'-11'135'0,"2"3"29"0,1 1 27 0,-2 0 7 0,5 7-11 0,-4-10-20 16,4 10-25-16,-1-8-30 0,1 8-14 0,-4-5-11 15,4 5-15-15,0 0-8 0,0 0 17 16,0 0 28-16,0 0 24 0,-13 30 9 0,8-6 1 15,0 9 11-15,-3 3-8 0,3 5-8 16,-1 2-1-16,-4-2-9 0,5-1-8 0,-5 0-8 16,3-4-11-16,-1 0-11 15,-2-3 1-15,1-2-13 0,-3-4-11 0,7-5-5 16,-3-4-5-16,3-4-11 0,-4-2-10 0,2 0-46 16,1-2-49-16,3-2-59 15,-5-1-74-15,5-1-106 0,-6-1-113 0,9-5-116 16,-7 1-164-16,7-1 10 0,0 0 66 15,-6-15-350-15,6 1-444 0</inkml:trace>
  <inkml:trace contextRef="#ctx0" brushRef="#br0" timeOffset="40561.11">18670 14744 2762 0,'-24'-3'60'0,"4"1"39"0,3 2 32 16,2-2 35-16,1 2 28 0,14 0 11 0,-20 0-4 15,20 0-13-15,-14 0-12 0,14 0 14 16,0 0 2-16,0 0-14 0,0 0-15 16,0 0-16-16,84 0-14 0,-39-1-16 15,14-3-23-15,-7 2-59 0,11 1-61 0,-11-1-73 16,-7 0-91-16,-4 0-85 0,-6 2-91 16,-12 2-82-16,-4 2-119 0,-8-1-38 15,-3 2-366-15,-4 2-449 0</inkml:trace>
  <inkml:trace contextRef="#ctx0" brushRef="#br0" timeOffset="40778.35">18544 15300 2777 0,'-23'15'74'0,"0"2"61"16,4-3 30-16,5-6 33 0,5 1 27 0,4-1 23 0,-3 0 30 15,5-4 30-15,3-4 10 16,0 0-17-16,9 12-29 0,-2-9-37 0,6-1-17 15,3-2-25-15,0 0-75 0,4 0-82 16,7 0-97-16,-2-2-109 0,1-1-121 0,1 3-122 16,9-6-120-16,-7 0-178 0,3-2 57 15,0-1-457-15,-7 1-580 0</inkml:trace>
  <inkml:trace contextRef="#ctx0" brushRef="#br0" timeOffset="41161.34">19066 15129 2888 0,'2'-3'3'15,"-2"3"47"-15,0 0 21 0,-2-11 19 0,2 11 11 16,0 0 10-16,0 0 40 0,0 0 28 16,0 0 4-16,0 0-5 0,-8 26-10 15,7-12-13-15,-1 1-13 0,-2 5-15 0,2-3-9 16,-1 5-1-16,-2 1-7 0,-1-1-5 16,1-2-8-16,-3 3-7 0,0-3-8 0,-1 0-8 15,2-4-6-15,-4 2-8 0,6-5-5 16,-3-1 5-16,5-3-10 0,-1-2 13 15,0-4-6-15,4-3-5 0,0 0-5 0,0 0-4 16,15-26-5-16,6 0-7 0,6-6-1 16,7 0-5-16,0 3-4 0,-7 6-2 15,2 3-1-15,-2 1-5 0,-9 7 4 16,2 1-9-16,-8 6 0 0,2 4-3 0,-1 1 1 16,-13 0 0-16,23 6 7 0,-10 2-5 15,-1 4-5-15,-2-3-1 0,0 5 4 0,-5 0-2 16,3 1-2-16,-5-1 8 0,1 2-9 15,2-3 0-15,-5-1 4 0,4 0 6 16,-1-2-24-16,-2-1-39 0,0-1-53 0,-1 1-64 16,1-2-72-16,2-1-87 0,-2-1-117 15,-2-5-171-15,7 2-63 0,-7-2 58 0,16 0-395 16,-7-5-491-16</inkml:trace>
  <inkml:trace contextRef="#ctx0" brushRef="#br0" timeOffset="41526.74">19742 15029 2799 0,'-4'-10'-1'0,"-3"2"39"0,1 2 23 0,6 6 20 0,-12-5 27 0,3 3 12 0,9 2 19 16,-23 7 0-16,8-1-1 0,-4 2-1 0,-8 7-9 15,5 1-11-15,-1 3-9 0,3-5-13 16,6 0-8-16,2 1-6 0,2-1-7 15,9-2-13-15,-5 1-3 0,4 0-7 16,0-2-7-16,6 1-1 0,2 1-5 0,-3-1-4 16,7 2-4-16,0 3-1 0,-3-1-5 15,0 1-4-15,1-2-2 0,-2 5 0 0,5-4 1 16,-7-1-2-16,-2 0 15 0,0-1 21 16,-4 1 17-16,-2-1 16 0,2 2 13 15,-5-3 11-15,2 2 5 0,-8-4 10 0,4 2-8 16,-2-3-6-16,-3-1-11 0,1-1-12 15,0-3-6-15,0-1-7 0,-1-4-29 0,3 0-52 16,-2-4-65-16,1-2-85 0,1-5-118 16,2-2-133-16,6-8-188 0,3 1-136 15,3 0 73-15,11-9-486 0,9 3-612 16</inkml:trace>
  <inkml:trace contextRef="#ctx0" brushRef="#br0" timeOffset="42193.68">20009 15223 3404 0,'-7'3'89'0,"-1"-1"25"0,8-2 32 0,-10 2 14 16,10-2 8-16,0 0-6 0,-5 4-13 16,5-4 22-16,0 0 2 0,0 0-9 0,0 0-9 15,17 7-16-15,-17-7-13 0,19 0-12 16,-5 0-10-16,-2-1-13 0,2-3-4 15,3 1-9-15,-1-1-7 0,-2 0-5 0,-2-3-5 16,1 1-4-16,-2 1 6 0,-2-1 6 16,-2 0-3-16,-1 1 7 0,-3-1-3 0,-3 6-3 15,4-12-8-15,-4 12-7 0,0 0-8 16,-7-11-9-16,7 11-1 0,-20-3 3 16,7 6 1-16,-1 0 9 0,-8 5-2 0,-4 4 11 15,-1 5-1-15,0 1-5 0,4 3-4 16,4 1-7-16,2 2 9 0,6-2-5 15,3 0-3-15,7-1-12 0,-1-2 8 16,4 0-5-16,1 1-1 0,6-3-1 0,1 2 3 16,4-3 15-16,-2-2-1 0,6-5 5 15,0 1 9-15,2-4 10 0,-3-1 13 0,2-1 5 16,-3-4 8-16,-2 0-2 0,6-4 2 16,-4-1-47-16,0-1-49 0,2-6 0 0,-4-2 0 15,-2-3 0-15,5-10 0 0,1-4 0 16,-4-2 0-16,-1 0 0 0,-1 2 0 15,-2 4 0-15,-5 5 0 0,2 4 0 0,-5 5 0 16,-1 2 0-16,-1 3 0 0,0 1 0 16,0 7 0-16,-1-10 0 0,1 10 0 15,-2-10 0-15,2 10 0 0,0 0 0 16,3-9 0-16,3 6 0 0,1-1 0 0,7 1 0 16,1 3 0-16,3 0 0 0,-2 2 0 15,4 0 0-15,-4 5 0 0,2 3 0 0,-2 2 0 16,2 3 0-16,-5 2 0 0,-3 0 0 15,3 9 0-15,-3 1 0 0,-4-1 0 0,-5-4 0 16,3 1 0-16,-4-3 0 0,2 1 0 16,0-3 0-16,-2 3 0 0,-2 0 0 15,0-4 0-15,2 0 0 0,-2-4 0 0,0 1 0 16,2-3 0-16,0 0-193 0,0-2-218 16,0 0-99-16,0-3-119 0,0-6-177 15,6 5-9-15,-6-5 81 0,19-5-658 16,-8-3-845-16</inkml:trace>
  <inkml:trace contextRef="#ctx0" brushRef="#br0" timeOffset="42460.14">20954 14633 3877 0,'-4'-26'1'0,"1"6"81"0,-1 1 54 0,2 5 47 0,0 1 38 0,2 4 7 15,-1 0-20-15,1 9-22 0,-4-6 27 0,4 6 25 0,0 0 11 16,-5 35 10-16,2 0-6 15,-1 11-16-15,-5 15-22 0,1 6-16 0,-4 1-20 16,-1 2-17-16,-1 2-16 0,2-3-13 16,-12 15-16-16,10-18-11 0,-6-2-9 0,4-6-30 15,-2-4-36-15,0-2-62 0,4-7-75 16,3-11-65-16,2-8-59 0,6-8-66 0,-1-2-65 16,0-6-75-16,4-3-102 0,0-7-104 15,6 2-122-15,-6-2 66 0,15-15-577 16,-3-5-736-16</inkml:trace>
  <inkml:trace contextRef="#ctx0" brushRef="#br0" timeOffset="42627.13">20817 15300 3291 0,'-7'-10'-57'16,"-3"4"71"-16,-1-1 56 0,3 4 49 15,-2-1 54-15,10 4 48 0,-13-3 23 0,13 3 19 16,0 0 17-16,-15-4 18 0,15 4-16 16,0 0-14-16,-11-1-16 0,11 1-11 15,0 0-17-15,0 0-25 0,0 0-22 0,0 0-40 16,0 0-81-16,36-5-101 0,-23 3-107 15,4 1-133-15,2-1-148 0,5 0-187 0,-4-1-149 16,-1 1 60-16,4 2-563 0,8 0-731 16</inkml:trace>
  <inkml:trace contextRef="#ctx0" brushRef="#br0" timeOffset="43209.92">21757 15209 3339 0,'-4'-9'-21'0,"3"-1"56"16,1 0 48-16,1 0 43 0,3-6 31 15,3 3 23-15,3-4 16 0,4 2 8 16,-2 0-9-16,2 4-6 0,5-1-15 0,-3 6-13 16,2 2-11-16,0 4-10 0,-2 2-11 15,5 5-9-15,-1 6-7 0,3 4-9 0,-5 3-2 16,-4-2 0-16,3 6 13 0,-12-2 15 15,-5-1 15-15,-1 2 15 0,-11 8-3 0,0 0-10 16,-15 8-12-16,-6-2-13 16,3-1-12-16,-5-5-11 0,11-6-10 0,-1-5-5 15,5-6-6-15,8-4 22 0,-1-1 14 16,4-4-7-16,4-3-12 0,5-2-9 0,0 0-10 16,0 0-12-16,-20-16-64 0,20 11 0 15,0 5 0-15,-2-10 0 0,2 10 0 16,0-9 0-16,0 9 0 0,0 0 0 0,14-3 0 15,-14 3 0-15,0 0 0 0,31 9 0 16,-15 1 0-16,6 0 0 0,6 2 0 0,-3 2 0 16,6 3 0-16,-7-3 0 0,-1-5 0 15,-6 0 0-15,2 0 0 0,-3-1 0 16,-2-1 0-16,-2-2 0 0,-1-1 0 16,3-1-218-16,-3 1-147 0,0 0-114 0,0-4-150 15,-11 0-217-15,18 0 24 0,-6-3 94 16,-12 3-668-16,24-5-848 0</inkml:trace>
  <inkml:trace contextRef="#ctx0" brushRef="#br0" timeOffset="43626.55">23059 14911 4045 0,'0'-18'103'0,"-2"7"40"0,4 1 23 0,-4 4 10 0,2 6 8 0,-8-8 15 0,8 8 6 0,-21 0 35 16,4 10 7-16,-14 6 11 0,-9 12 10 15,-2 7 1-15,-5 6-6 0,-14 11-6 0,2 3-6 16,1 4-16-16,3-1-20 0,8 2-18 16,12-12-19-16,2 2-86 0,11-2-92 0,3-3 0 15,3-9 0-15,7-2 0 0,3-2 0 16,3-7 0-16,5-4 0 0,-1-7 0 0,7 1 0 15,2-3 0-15,3-6 0 16,2 2 0-16,2-8 0 0,1 3 0 0,0-6 0 0,5-5 0 16,4-4 0-16,-2-5 0 15,-5-4 0-15,4-3 0 0,-5-5 0 0,-1-2 0 16,-6 1 0-16,1-1 0 0,-5 6 0 16,-2 7 0-16,-2 2 0 0,-2 5 0 0,-2-2 0 15,-4 4 0-15,-1 1 0 0,-8 5 0 16,2 1 0-16,-4 2 0 0,-4 4 0 15,-4 3 0-15,4 1 0 0,-2 2 0 0,6 3-404 16,0-1-224-16,7-2-128 0,2-3-129 16,6 1 79-16,4-4-797 0,-4-4-1042 0</inkml:trace>
  <inkml:trace contextRef="#ctx0" brushRef="#br0" timeOffset="44009.66">23342 15274 4199 0,'-3'-9'23'0,"-5"3"62"15,4-3 42-15,-4 2 35 0,5 2 17 0,3 5 10 16,-13-5 5-16,13 5 2 0,-22 1-8 16,8 5-6-16,2 1 1 0,-1 1-16 0,-3 4-6 15,1 4-11-15,5-1-8 0,1 2-9 16,1 2-14-16,5-3-9 0,-2 0-4 15,5-2-11-15,3 1-13 0,1 2-5 16,5-5-7-16,2-3-4 0,3-1-6 16,0 0-10-16,10-3-2 0,-3-4 6 0,-3-1-7 15,4-2-3-15,-3-2 17 0,-1-4 23 16,2 0 6-16,-5-3 9 0,-2-3-5 0,-5-1-19 16,-3-5-75-16,2-2 0 0,-5 0 0 15,-2-4 0-15,-5 0 0 0,1 3 0 0,-5-6 0 16,-4 1 0-16,-2 1 0 0,-7 8 0 15,0 3-131-15,1 7-142 0,-2 7-74 0,1 2-94 16,-14 5-112-16,-3 3-143 16,-1 4-127-16,-4 9 68 0,4 1-664 0,6 4-870 15</inkml:trace>
  <inkml:trace contextRef="#ctx0" brushRef="#br0" timeOffset="44495.4">24128 15883 4022 0,'-20'-13'-6'0,"20"13"10"0,-25-1 35 0,5 2 32 0,-23 1 40 0,-2 5 34 15,-21 4 21-15,-13 1 3 0,-25 1-4 0,-9 9-11 16,-11-1-11-16,-3 4-7 0,-9-2 2 16,-17 3 4-16,-54 3 5 0,-16-2 14 0,-14-3 16 15,-5-5 11-15,-9 2 3 0,-5-4 4 16,-1-2-12-16,2 1-13 0,-4 1-13 0,4-3-13 16,-1 1-8-16,7-3 10 15,1 0 11-15,8-1 17 0,1-1 4 0,11 0-90 16,56-4-88-16,-7-1 0 0,0-1 0 15,1 4 0-15,6-3 0 0,2 2 0 0,8 0 0 16,13-3 0-16,12 2 0 0,15 0 0 16,34-2 0-16,12 1 0 0,13-1 0 0,19-1 0 15,10-1 0-15,9-2 0 0,6 1 0 16,4 1 0-16,2-2 0 0,3 0 0 16,10 0 0-16,-10 3 0 0,10-3 0 0,0 0 0 15,0 0 0-15,0 0 0 0,0 0 0 16,0 0 0-16,20 14 0 0,-11-10 0 0,2-1 0 15,1 0 0-15,5 2-464 0,2-3-405 16,6 2-95-16,4-4 109 0,9-4-859 16,3-4-1147-16</inkml:trace>
  <inkml:trace contextRef="#ctx0" brushRef="#br0" timeOffset="56342.28">12361 1978 1326 0,'0'0'252'0,"0"0"-25"0,0 0-13 0,0 0-5 0,0 0 3 0,0 0-10 0,0 0 6 15,0 0 12-15,0 0 23 0,0 0-1 16,0 0-1-16,0 0-12 0,0 0-12 15,0 0-9-15,0 0-11 0,0 0-13 16,0 0-13-16,0 0-11 0,27 6-13 0,-27-6-19 16,0 0-9-16,0 0-13 0,0 0-8 15,16 1-6-15,-16-1-10 0,0 0 16 16,0 0-5-16,13-5-13 0,-13 5 8 0,0 0-1 16,4-9-15-16,-4 9 0 0,0 0-12 15,0 0 0-15,0 0-9 0,-11-12-9 0,11 12-8 16,0 0 2-16,-20-3-6 0,20 3-1 15,0 0-6-15,-23 5-3 0,23-5-2 16,-15 3-7-16,15-3 6 0,-11 7-9 0,11-7 0 16,-6 7 1-16,6-7 6 15,-6 7-3-15,6-7 4 0,0 7 1 0,0-7 3 16,0 0 6-16,12 9-5 0,-12-9-2 16,13 4 4-16,-13-4 5 0,18 0 14 0,-18 0 12 15,14 0 9-15,-14 0 14 0,13-4 15 16,-13 4 9-16,11-5 0 0,-11 5 2 15,3-8-4-15,-3 8-10 0,0-10-7 0,0 10-7 16,-2-10-39-16,2 10-36 0,0 0 0 16,-5-12 0-16,1 9 0 0,4 3 0 0,0 0 0 15,-14-7 0-15,14 7 0 0,0 0 0 16,-11-2 0-16,11 2-12 0,0 0-178 16,0 0-57-16,0 0-55 0,-17 5-74 15,17-5-89-15,-8 6-129 0,8-6-192 16,-5 4-18-16,5-4 75 0,-6 5-525 0,6-5-714 15</inkml:trace>
  <inkml:trace contextRef="#ctx0" brushRef="#br0" timeOffset="57573.98">13810 1953 3232 0,'15'0'-101'0,"-15"0"57"0,0 0 48 0,0 0 52 0,0 0 53 0,0 0 46 15,10-4 39-15,-10 4 19 0,0 0 11 0,0 0 5 16,0 0 7-16,0 0-3 0,0 0 2 16,9-3-1-16,-9 3-17 0,0 0-7 0,0 0 1 15,0 0-2-15,0 0-8 0,0 0-5 16,0 0-8-16,8-5-4 0,-8 5-14 16,0 0-8-16,0 0-7 0,0 0-13 0,0 0-16 15,0 0-9-15,0 0-15 16,0 0-13-16,0 0-12 0,0 0-9 0,0 0-9 15,0 0-4-15,0 0-11 0,0 0-44 16,0 0 0-16,0 0 0 0,-40 5 0 0,40-5 0 16,-7 5 0-16,7-5 0 0,-6 8 0 15,6-8 0-15,-3 5 0 0,3-5 0 16,0 0 0-16,0 0 0 0,12 14 0 0,-4-12 0 16,-8-2 0-16,15 4 0 0,-15-4 0 15,17 0 0-15,-17 0 0 0,18-2 0 0,-18 2 0 16,12-6 0-16,-12 6 0 0,14-6 0 15,-8 2 0-15,-6 4 0 0,7-7 0 16,-3-1 0-16,-4 8 0 0,4-9 0 0,-4 9 0 16,1-7 0-16,-1 7 0 15,0 0 0-15,0 0 0 0,-9-7 0 0,9 7 0 16,0 0-30-16,-21 6-454 0,21-6-101 16,-17 7-138-16,8-4-190 0,3 2 87 0,2-1-749 15,4-4-1016-15</inkml:trace>
  <inkml:trace contextRef="#ctx0" brushRef="#br0" timeOffset="58257.28">15840 1964 4058 0,'0'0'-133'0,"0"0"62"0,0 0 42 0,0 0 56 0,0-9 57 0,0 9 42 16,0 0 30-16,3-8 21 0,-3 8 1 15,0 0-2-15,6-8-5 0,0 3 4 16,-6 5 3-16,8-8-4 0,-3 2 2 16,-5 6 8-16,8-8 9 0,-8 8-6 0,3-7-3 15,-3 7-3-15,4-6-6 0,-4 6-6 16,2-6-19-16,-2 6-11 0,0 0-20 0,0 0-13 16,-6-14-11-16,6 14-6 0,-7-3-15 15,7 3-11-15,-14-4-7 0,14 4-5 16,0 0-3-16,-24 4-10 0,24-4-4 0,-14 3-2 15,14-3-7-15,-11 5-4 0,6-1-3 16,5-4 0-16,-7 7-4 0,7-7-5 0,0 0 9 16,-2 8-1-16,2-8-3 0,0 0 0 15,0 0-2-15,11 10 5 0,-11-10-13 16,0 0-4-16,7 4 0 0,-7-4 0 16,0 0 0-16,0 0 0 0,0 0 0 15,0 0 0-15,0 0 0 0,0 0 0 0,0 0 0 16,19-12 0-16,-19 12-126 0,0-6-80 15,0 6-82-15,0 0-104 0,0 0-83 0,0 0-81 16,0 0-142-16,0 0-125 0,0 0 77 16,0 0-574-16,-15 14-777 0</inkml:trace>
  <inkml:trace contextRef="#ctx0" brushRef="#br0" timeOffset="58840.51">17153 1740 3222 0,'0'0'-204'0,"-2"-9"51"0,2 9 49 0,0-5 37 0,0 5 38 0,0 0 30 0,0 0 25 16,0 0 24-16,-4-7 11 0,4 7 7 0,0 0 16 16,0 0 6-16,0 0 10 0,0 0 14 15,0 0 9-15,0 0 21 0,0 0 1 16,2-12 16-16,-2 12 9 0,0 0 11 0,0 0 6 15,0 0 11-15,5-6 8 0,-5 6-2 16,0 0 5-16,0 0 3 0,0 0-6 0,0 0-12 16,0-8-13-16,0 8-21 0,0 0-17 15,0 0-29-15,0 0-4 0,0 0-16 16,0 0-5-16,0 0-7 0,0 0-12 16,-28 12-12-16,20-6-4 0,-1 0-12 15,3 0 0-15,0 1-3 0,2-1-13 0,1 2 7 16,-1-1-9-16,4-7 2 0,-2 12-6 15,2-12 6-15,4 10-4 0,0-3 1 0,-4-7 3 16,9 9-6-16,-6-6 0 0,-3-3 7 16,14 4-6-16,-14-4 4 0,10 2-8 15,-10-2 0-15,0 0-4 0,0 0-18 16,0 0-27-16,17-6-36 0,-17 6-47 0,6-7-49 16,-6 7-60-16,2-8-85 0,-2 8-81 0,1-6-99 15,-1 6-155-15,4-6-133 16,-4 6 71-16,7-2-498 0,-7 2-668 15</inkml:trace>
  <inkml:trace contextRef="#ctx0" brushRef="#br0" timeOffset="74987.63">26561 5956 3023 0,'0'0'-164'0,"0"0"33"0,13-3 35 0,-13 3 25 0,0 0 32 0,8-4 26 16,-8 4 24-16,8-3 21 0,-8 3 19 0,5-3 17 15,-5 3 11-15,0 0 19 0,9-4 10 16,-9 4 11-16,0 0 2 0,9-3 9 0,-9 3 0 15,0 0 4-15,5-5-10 0,-5 5 0 16,0 0-10-16,0 0-3 0,6-4-6 0,-6 4-9 16,0 0-11-16,0 0-12 0,0 0-6 15,0 0-8-15,0 0-3 0,0 0-7 16,0 0-2-16,0 0-5 0,-25-5-5 16,12 3-2-16,-5 2 1 0,-5-3 7 0,-3 0-2 15,-16-1-3-15,-1 1-4 0,-6-1 0 16,-10-3-7-16,-2 2 0 0,2 0-5 0,10 4-8 15,-1-3 8-15,0 1-6 0,3-1-2 16,3 2 0-16,2 1-5 0,3-1 2 16,6 0-5-16,7 2 5 0,1-1-1 0,2-1-4 15,-1 2 2-15,6-2-2 0,-1 0-3 16,-3 2-1-16,4-1 1 0,-3 1 2 0,-1-2 0 16,4 2-5-16,-1-3 1 0,0 3 0 15,1 0 1-15,4-2 0 0,-6 0 0 16,6 2-4-16,0-1 6 0,1-1 1 15,-1 0-5-15,3 0-2 0,-1 1 7 0,3-1-5 16,-3 0 1-16,2 1 1 0,10 1 4 16,-14-4-5-16,6 2 0 0,8 2 4 0,-14-3-2 15,14 3 1-15,-9-3 1 0,9 3-5 16,-9-2 1-16,9 2 2 0,0 0-2 0,-12-2 3 16,12 2-2-16,0 0-2 0,0 0 2 15,-11-1-2-15,11 1 2 0,0 0-3 0,0 0 3 16,0 0 2-16,-10-2-3 0,10 2-5 15,0 0 6-15,0 0 2 0,0 0-6 16,0 0 7-16,0 0 5 0,0 0 7 16,0 0 3-16,0 0-1 0,0 0 3 15,0 0 0-15,-12-4-2 0,12 4 0 0,0 0-5 16,0 0 1-16,0 0-1 0,0 0-2 16,0 0 1-16,0 0-8 0,0 0 4 0,0 0-5 15,0 0 2-15,0 0-2 0,0 0-1 16,0 0-4-16,0 0 4 0,-5 9 4 0,5-9 10 15,-2 10 9-15,0-1-2 0,0 1 1 16,1 4 1-16,-1-2 1 0,-1 5-1 0,-1 2-3 16,0 1 3-16,4 2 17 15,-1 0 8-15,-3 1-1 0,0 0-2 0,2 3-6 16,2-5-4-16,-1 4 0 0,1-5-5 16,-2 2-3-16,2-3-4 0,0 0-2 0,0 0-3 15,0-2-1-15,-2 0 2 0,-2 0 0 16,1-2 5-16,3-1 3 0,-3 2-7 0,1-3 4 15,0 0 4-15,-2-2-9 0,2 2 5 16,1-4-4-16,-1 2 0 0,0-2-3 16,0 0-2-16,-2 1-2 0,4-4 0 0,-3 3-4 15,0-2 3-15,1 0-5 0,0 2-1 16,2-9 4-16,-2 13-5 0,-1-6 7 16,1 2-6-16,0-3-2 0,-2 1 2 0,2 2-3 15,1-1 0-15,-1-1 0 0,0 0-3 0,0 1 2 16,-3-1 5-16,4 0-8 15,1-7 5-15,-4 14-3 0,2-7 3 0,0-1 4 16,0 2-5-16,2-8 4 0,-3 13 7 16,1-5-3-16,0 0-5 0,-2-2 3 0,4-6-2 15,-2 15-4-15,1-9 4 0,-1 1-2 16,-1 2-2-16,-1-2 1 0,4-7 0 0,-2 12 0 16,-1-7-3-16,1 2 1 0,2-7-2 15,-6 10-1-15,4-3 6 0,2-7-7 0,-3 8 4 16,3-8 2-16,-2 11-2 0,-2-7-4 15,4-4 0-15,-3 9 1 0,3-9 0 16,-3 11 3-16,3-11 0 0,-2 8-6 16,-2-1-4-16,4-7 8 0,-2 10 0 15,1-3 0-15,1-7-3 0,-4 10 0 0,2-5 5 16,2-5-7-16,-2 12 6 0,0-5-5 16,2-7 1-16,-2 14 2 0,2-7-1 0,0-7-2 15,0 13 2-15,0-5-1 0,0 0-2 16,0-8-1-16,0 13 4 0,0-13-4 0,0 12 0 15,0-6 3-15,0-6-2 0,2 8 7 16,-2-8 0-16,0 9 3 0,0-9-5 16,-2 11 8-16,2-11 5 0,2 7 3 0,-2-7-4 15,0 9 1-15,0-9-6 0,2 9 8 16,-2-9-11-16,2 11 6 0,-2-11-3 16,2 9-11-16,-2-9-1 0,2 9-1 0,0-4 10 15,-2-5-6-15,0 11-1 0,0-11 2 16,1 8-2-16,-1-8 2 0,2 9 0 0,-2-9-1 15,0 9-9-15,0-9 5 0,0 12 8 16,0-12-6-16,0 11 5 0,2-4 0 0,0 3 6 16,-2-3-16-16,0 2 8 0,0 0-5 15,0-1-1-15,0 2 5 0,2-1-3 0,-2-1 6 16,0 1-3-16,2-1 2 0,-2 1-6 16,1-2 4-16,-1-7-2 0,-1 15 0 15,1-9 0-15,0-6 1 0,0 12 3 16,0-12-2-16,1 8 0 0,-1-8 3 0,-1 13 5 15,1-7 17-15,-2 0-6 0,0 0-6 16,2 2 10-16,-4 1-8 0,4-1-3 0,0 2 3 16,-2-2 0-16,2 1-1 0,-1 1-4 15,1 0 1-15,0-1-12 0,0-1 14 0,0 1 0 16,0-1 0-16,0-2-8 0,0-6 7 16,0 12-11-16,0-7 1 0,0-5 2 0,0 12-1 15,-2-7 2-15,2-5 5 0,0 10-9 16,-2-5 1-16,2-5 1 0,0 9-1 15,-2-1-1-15,2-8 4 0,-2 7-9 16,2-2 8-16,0-5-1 0,0 9-1 0,0-9-3 16,0 11 2-16,0-11-2 0,-2 8 18 15,2-8-17-15,0 6 2 0,0-6-3 0,0 12 2 16,0-12 4-16,-2 10-4 0,2-3-4 16,0 5 0-16,0-2 6 0,0 3 1 15,-1-1-1-15,-1 2-13 0,-1 0 11 0,3-2-3 16,-4-2 8-16,2 2-10 0,2-3 4 15,0-1 16-15,0-1 23 0,-1 0 15 0,1-7 8 16,0 10 10-16,0-10 4 0,0 9-3 16,0-9-51-16,0 0-24 0,1 6 0 0,-1-6 0 15,0 0 0-15,0 0 0 0,0 0 0 16,0 0 0-16,0 0 0 0,0 0 0 16,0 0 0-16,0 0 0 0,0 0 0 15,0 0 0-15,16-3 0 0,-16 3 0 0,0 0 0 16,0 0 0-16,0 0 0 0,0 0 0 15,0 0 0-15,0 0 0 0,0 0 0 0,0 0 0 16,0 0 0-16,0 0 0 0,0 0 0 16,0 0 0-16,0 0 0 0,0 0 0 0,0 0 0 15,0 0 0-15,0 0 0 0,0 0 0 16,9-8 0-16,-9 8 0 0,0 0 0 0,0 0 0 16,0 0 0-16,2-7 0 0,-2 7 0 15,0 0 0-15,0 0 0 0,-2-9 0 16,2 9 0-16,0 0 0 0,-1-8 0 15,1 8 0-15,0 0 0 0,0-7 0 0,0 7 0 16,0 0 0-16,-2-7 0 0,2 7 0 16,0 0 0-16,0 0 0 0,0-7 0 0,0 7 0 15,0 0 0-15,0 0 0 0,0 0 0 16,0 0 0-16,-2-9 0 0,2 9-56 0,0 0-68 16,0 0-29-16,-2-6-29 0,2 6-36 15,-6-5-43-15,6 5-53 0,0 0-56 0,-10-7-44 16,10 7-40-16,-7-6-51 0,1 2-72 15,6 4-92-15,-14-2 52 0,11-2-498 0,3 4-583 16</inkml:trace>
  <inkml:trace contextRef="#ctx0" brushRef="#br0" timeOffset="75970.08">25118 7364 2922 0,'0'0'-70'0,"5"-4"38"0,-5 4 30 16,0 0 41-16,1-6 33 0,-1 6 29 0,0 0 25 15,0 0 12-15,0 0 7 0,0 0-5 16,4-9 3-16,-4 9-2 0,0 0-4 0,0 0 0 16,0 0-6-16,0 0-2 0,0 0-3 15,0 0 13-15,0 0 13 0,0 0 10 16,-21-5-1-16,21 5 6 0,-32 5 4 0,7-3-3 16,-2 1-4-16,-13-1-5 0,0 0-1 15,0 1-16-15,0-3-7 0,-2 3-20 0,8-2-12 16,6-1-9-16,-1 0-4 0,0 0-9 15,3 0-12-15,2 0-11 0,5 0-2 16,1 0-1-16,2 0-7 0,1 0-5 16,1-1 0-16,14 1-3 0,-22-3-8 0,12 3 3 15,10 0-7-15,-19-3 3 0,19 3-7 16,-17-4 6-16,9 3 6 0,8 1-2 0,-13-2 4 16,13 2-6-16,0 0-2 0,-17-2-3 15,17 2-4-15,0 0 3 0,-18 0-8 0,18 0-3 16,-13 7 3-16,8-2 7 0,-3 2 9 15,-2 6 0-15,3-1 9 0,-5 2 12 16,3 3 4-16,-8 8 2 0,3-6-6 0,0 5-3 16,0-5-52-16,3-5 0 0,-2 4 0 15,2-4 0-15,0 1 0 0,-1-4 0 16,5 0 0-16,0-2 0 0,-1 0 0 0,2-1 0 16,0-3 0-16,2 2 0 0,1-2 0 15,-3 1 0-15,6-6 0 0,-7 13 0 0,-1-3 0 16,0 2 0-16,1 3 0 0,-3 2 0 15,0-1 0-15,-1 4 0 0,4-1 0 0,-3 1 0 16,0 1 0-16,5-3 0 0,-3 3 0 16,4-2 0-16,0-4 0 0,2-3 0 0,2 0 0 15,0-1 0-15,0 0 0 16,2-1 0-16,2-4 0 0,1 2 0 0,4-2 0 16,0 0 0-16,2-2 0 0,1-1 0 15,1-1 0-15,3 0 0 0,-1 2 0 0,4-2 0 16,0 1 0-16,3 2 0 0,3-1 0 15,11 1 0-15,7 4 0 0,0 0 0 0,13 0 0 16,3 2 0-16,-2-2 0 0,2 2 0 16,1-3 0-16,-3 0 0 0,-12-2 0 0,-2-2 0 15,2-1 0-15,-6 0 0 0,-6-5 0 16,-6 2 0-16,-4 0 0 0,0 0 0 0,-3 2 0 16,0-4 0-16,-5 2 0 0,0-1 0 15,-6-2 0-15,3 3 0 0,-1-1 0 16,-11 1 0-16,16-1 0 0,-9 1 0 15,-7 0 0-15,0 0 0 0,15 0 0 0,-15 0 0 16,0 0 0-16,16 0 0 0,-16 0 0 16,0 0 0-16,11 1 0 0,-11-1 0 0,0 0 0 15,10-3 0-15,-10 3 0 0,0 0 0 16,0 0 0-16,0 0 0 0,11-2 0 0,-11 2 0 16,0 0 0-16,0 0 0 0,0 0 0 15,0 0 0-15,-5-8-293 0,5 8-397 0,-18-11-201 16,9 6 37-16,2 0 77 0,-5 0-817 15,2-1-1034-15</inkml:trace>
  <inkml:trace contextRef="#ctx0" brushRef="#br0" timeOffset="77453.63">25585 6592 4121 0,'-12'-2'-163'0,"12"2"53"0,0 0 44 0,-7-2 54 0,7 2 46 16,0 0 42-16,-7-4 22 0,7 4 6 15,0 0 6-15,-10-4 10 0,10 4 2 0,0 0 8 16,-12-2 3-16,12 2 1 0,0 0-2 16,0 0 4-16,-7-4-1 0,7 4 1 15,0 0 3-15,0 0 5 0,0 0 6 0,-9-6 5 16,9 6-7-16,0 0-8 0,-6-7-12 16,6 7-6-16,0 0-8 0,-3-12-11 15,3 12-11-15,-1-10-9 0,1 10-4 0,1-13-14 16,4 2-6-16,1 3-4 0,-1-4-5 15,4 2-9-15,3-1-7 0,-1 3-1 0,1-1-8 16,1 2-4-16,0 4 1 0,1 1-5 16,3 0-1-16,0 4-2 0,2 2 0 0,0 4-3 15,10 6-1-15,-4 3-2 16,-7 5 8-16,0 0-8 0,-7 7-3 0,-5-8 5 16,-6 1-5-16,-3 3 14 0,-9 6 16 15,-8-2 17-15,-4 5 14 0,-1-7 17 0,-1-3 14 16,-3-1 2-16,-2-3 12 0,3-3-1 15,-3 1-97-15,6-5-13 0,7-4 0 0,0-1 0 16,5-2 0-16,1-2 0 0,1 0 0 16,4 0 0-16,7-4 0 0,-14 2 0 0,14-2 0 15,-9 1 0-15,9-1 0 0,0 0 0 16,-14 4 0-16,14-4 0 0,-6 2 0 0,6-2 0 16,0 0 0-16,0 0 0 0,14 18 0 15,-3-11 0-15,0 3 0 0,5 2 0 16,2 0 0-16,-2 2 0 0,2-4 0 15,0 2 0-15,0 0 0 0,-3 0 0 0,0-2 0 16,-3 1 0-16,-2-6 0 0,-1 2 0 16,-2-2 0-16,1 0 0 0,-5-2 0 0,4 1 0 15,-7-4 0-15,9 7 0 0,-5-4 0 16,-4-3 0-16,0 0 0 0,0 0 0 0,0 0-315 16,0 0-163-16,0 0-69 0,0 0-92 15,0 0-165-15,0 0 34 0,0 0 68 0,0 0-637 16,-9-22-794-16</inkml:trace>
  <inkml:trace contextRef="#ctx0" brushRef="#br0" timeOffset="79320.45">26115 6526 3321 0,'0'0'-182'0,"0"0"68"0,0-6 54 0,0 6 48 0,0 0 44 0,0 0 37 15,0 0 33-15,0 0 29 0,0-10 12 16,0 10 7-16,0 0 1 0,0 0 1 0,0 0 5 16,0 0-6-16,0 0 0 0,0-8-3 15,0 8-3-15,0 0-3 0,0 0-6 0,0 0-2 16,0 0 1-16,0 0-1 0,0 0-1 16,0 0-3-16,0 0-2 0,0 0-4 0,0 0-5 15,0 0-8-15,0 0-8 16,0 0-6-16,0 0-15 0,-9-4-6 0,9 4-3 15,0 0-10-15,0 0-2 0,0 0-11 16,0 0-9-16,0 0 0 0,0 0-4 16,0 0-5-16,0 0 2 0,-24 9-6 0,24-9-3 15,-11 5 12-15,6 0 1 0,-5-2 6 16,0 3 3-16,3-3-3 0,-5 4-8 0,3-2 1 16,0 0-1-16,-3 2-3 0,0 1-4 15,1-1-1-15,-1 0-6 0,-1 2 1 0,1 2-2 16,1-3 3-16,-2 4 1 15,1 0-9-15,-1-3 2 0,1 4 1 0,1 0 6 16,-2-2 2-16,1 3 1 0,1 1 12 0,-1-1-4 16,5 0-5-16,-2 1-1 0,-1-1-1 15,4-1-3-15,0 1 1 0,-1 0-6 16,3 0 2-16,1-2-1 0,1-1 4 0,0 1 4 16,2 0 5-16,0-3 1 0,2 3 5 15,0-2-5-15,1 0 1 0,1-1 1 0,2 0-3 16,-1 0-4-16,3-2-31 0,0-1 0 15,-3 0 0-15,5-1 0 0,-4-2 0 0,-6-3 0 16,15 6 0-16,-15-6 0 0,16 3 0 16,-16-3 0-16,13 0 0 0,-13 0 0 0,15-5 0 15,-6 1 0-15,-1-3 0 16,1 0 0-16,-1 1 0 0,2-1 0 0,-5-2 0 16,3 2 0-16,-4 1 0 0,2-1 0 15,-3 2 0-15,-3 5 0 0,6-11 0 0,-6 11 0 16,4-9 0-16,-4 9 0 0,0 0 0 15,-8-8 0-15,8 8 0 0,-11-6 0 16,11 6 0-16,-14-4 0 0,14 4 0 0,-13-2 0 16,5 0 0-16,8 2-7 0,-13-1-233 15,13 1-42-15,0 0-53 0,-16 0-54 0,16 0-48 16,0 0-36-16,0 0-46 16,-7 3-55-16,7-3-102 0,0 0 22 0,0 0-572 0,0 0-689 15</inkml:trace>
  <inkml:trace contextRef="#ctx0" brushRef="#br0" timeOffset="79770.18">26206 6745 3056 0,'0'-5'-111'0,"0"5"61"0,4-8 45 0,-4 8 36 0,3-7 33 0,-3 7 23 0,0-7 18 0,0 7 7 0,0 0-9 0,0 0 17 15,0 0 16-15,0 0 4 0,0 0 6 16,0 0 5-16,-25 14-2 0,15-8 8 0,0 5-9 16,3-1-4-16,0 0-6 0,-4 7 2 15,8-4-4-15,-1-2-6 0,0 1-9 0,3-2-3 16,1 1-8-16,0 1 2 0,1-2 1 15,5 0-10-15,-1-1-3 0,3-1-7 16,4 0-7-16,-3-4-5 0,7 1-6 0,-3-3 1 16,1 0 2-16,0-2 9 0,-14 0-1 0,27-6 8 15,-14 2-2-15,-5-3-3 16,7-7-1-16,-6 0-6 0,3-2-9 0,-2-4-14 16,-8-2-3-16,-1-2-4 0,-1 2-10 15,-1-2-6-15,-5 4-10 0,-3 0-23 0,-13-1-28 16,5 13-37-16,-3 0-37 0,-3 5-43 15,-1 1-58-15,-2 4-81 0,-9 3-94 0,-1 7-88 16,8 0-102-16,-5-1-156 0,8 3 40 16,9 0 63-16,2 0-479 0,3 0-568 15</inkml:trace>
  <inkml:trace contextRef="#ctx0" brushRef="#br0" timeOffset="80103.73">25700 7174 3076 0,'-19'-1'55'0,"3"-1"56"0,3 2 45 0,13 0 48 0,-18-2 33 0,13 0 17 0,5 2 3 0,0 0-7 16,-11-6-22-16,11 6-23 0,0 0-26 16,0 0-17-16,32-12-25 0,-7 6-57 0,13 1-75 15,0-1-87-15,1-2-119 0,0 4-124 16,1 1-146-16,-9 1-191 0,-5 2 46 15,-3 0 66-15,-1 2-365 0,-8 1-395 0</inkml:trace>
  <inkml:trace contextRef="#ctx0" brushRef="#br0" timeOffset="126495.4">8420 13858 1614 0,'-5'-7'282'0,"5"7"-64"0,-6-7-20 0,6 7-18 0,-3-8 9 0,1 4 18 0,2 4 1 0,-6-9-14 16,6 9 9-16,-2-5-5 0,2 5-4 15,0 0-9-15,-4-9-6 0,4 9-10 0,0 0-3 16,0 0-8-16,-6-6-5 0,6 6-1 15,0 0-1-15,0 0-1 0,0 0-4 0,-4-7 6 16,4 7 1-16,0 0 2 0,0 0-31 16,0 0 7-16,0 0-2 0,0 0-7 0,0 0-8 15,0 0-14-15,-7-3-11 16,7 3-15-16,0 0 11 0,0 0 9 0,-4 18 1 16,4-4 2-16,0 5-1 0,-1 5 2 0,-1 12-5 15,0 6 2-15,2-1-5 16,2 0-6-16,1 0-2 0,-1-2-7 0,0 0-3 15,4-4 1-15,-5-5 13 0,3-7-47 16,0 0-39-16,-2-5 0 0,1-1 0 0,-2-5 0 16,-1-1 0-16,2 2 0 0,0-4 0 15,0 0 0-15,-2-1 0 0,0-8 0 0,4 12 0 16,-4-12 0-16,1 10 0 0,-1-10 0 16,0 7 0-16,0-7 0 0,0 0 0 0,0 9 0 15,0-9 0-15,0 0 0 0,0 5 0 16,0-5 0-16,0 0 0 0,0 0 0 0,0 0-218 15,0 0-356-15,0 0-116 0,0 0-190 16,0 0 34-16,0 0 90 0,0 0-682 16,0 0-887-16</inkml:trace>
  <inkml:trace contextRef="#ctx0" brushRef="#br0" timeOffset="127562.61">8673 13997 3591 0,'-2'-10'-211'0,"2"10"49"0,0-8 44 0,0 8 41 0,-2-7 40 0,2 7 33 0,0 0 26 0,-3-8 18 0,3 8 26 0,0 0 12 15,0 0 14-15,0 0 12 0,0-10 12 0,0 10 3 16,0 0 7-16,0 0-2 0,0-8 9 16,0 8-4-16,0 0 1 0,0 0 5 0,0 0 1 15,-2-5 1-15,2 5 0 0,0 0-5 16,0 0-4-16,0 0-6 0,0 0-13 15,0 0-7-15,0 0-7 0,0 0-9 16,0 0-11-16,0 0-11 0,0 0-7 16,0 0-2-16,0 0-7 0,0 0-2 0,0 0-14 15,2 23 5-15,-2-10 4 0,-2 1 12 16,2 2-3-16,0 3 3 0,0 0 4 0,-2 0 1 16,2-1 6-16,0 0-5 0,0 0-5 15,-1 0-1-15,1-5 5 0,0 1-5 0,1 0-5 16,-2-4-4-16,1 0 7 0,1 1-15 15,-1-3 1-15,2 1-10 0,0-1 3 0,1 0-9 16,1-3 9-16,-3 3-8 0,3-2 0 16,0 2 1-16,-4-8-12 0,11 8 19 15,-5-5-15-15,2 1 1 0,-8-4 1 0,16 4-9 16,-16-4 5-16,18 0-8 0,-18 0-8 16,25-4 4-16,-14-1 1 0,3 2 2 15,-3-2-4-15,2 1-1 0,-1-2 15 16,-1 1-15-16,1-2-1 0,-1 0 7 0,-2 1-4 15,1 0-1-15,0-4 0 0,-3 3 2 16,2-3 1-16,1 0 2 0,-4 0-3 0,1-1 1 16,-1 3-5-16,0-3 3 0,-2 1 9 15,0 2-5-15,0-1-5 0,-1 2-1 0,-1 0 2 16,0 1 2-16,-2 6-3 0,5-11 0 16,-5 11 4-16,2-8-4 0,-2 8 8 15,2-10-1-15,-2 10 9 0,3-4-9 16,-3 4-6-16,0 0-1 0,0 0-14 0,0 0 13 15,0 0-5-15,0 0 7 0,0 0 0 16,0 0 2-16,5 33 4 0,-5-20 5 16,0 6-1-16,0 7 4 0,2-1 6 0,-2 1 3 15,2 1-11-15,0 8 1 0,-2-4-4 16,2-8 6-16,-2 4 7 0,2-4 19 0,0-3 11 16,-2-3 8-16,1-2 20 0,1-1 13 15,0-2 14-15,-2-4 16 0,2 1 11 0,0-1-40 16,0-1-95-16,-2-7 0 0,2 10 0 15,-2-10 0-15,2 12 0 0,-2-12 0 16,2 4 0-16,-2-4 0 0,0 0 0 16,2 7 0-16,-2-7 0 0,0 0 0 0,0 0 0 15,0 0 0-15,0 0 0 0,0 0-225 16,0 0-345-16,0 0-157 0,0 0-191 16,0 0 82-16,0 0 90 0,4-23-672 0,-1 17-869 15</inkml:trace>
  <inkml:trace contextRef="#ctx0" brushRef="#br0" timeOffset="128610.31">9499 13925 3482 0,'0'0'-194'0,"0"0"55"0,8-4 44 0,-8 4 39 0,0 0 32 0,0 0 24 0,7-5 18 0,-7 5 14 15,5-4 7-15,-5 4 4 0,0 0 6 16,9-5 6-16,-9 5 7 0,6-7 5 0,-6 7 1 15,3-6 9-15,-3 6 0 0,4-7 1 16,-4 7 1-16,2-11-2 0,0 6 3 16,-4-3-7-16,0-3-7 0,0 1 3 0,-2 0-1 15,-1-2-3-15,-1 1 3 16,-2 2-5-16,2 0-1 0,-3 0-9 0,0 3-2 16,-3 2-2-16,-1 1 0 0,-1 3-4 15,-2 2 7-15,-4 1-1 0,0 5 5 0,-9 4 2 16,4 5-3-16,0 1-3 0,6 2-2 15,4 6-3-15,1-1-4 0,7-2-2 0,3-3-4 16,2-3-4-16,4 0-4 0,0 1 0 16,5-3-2-16,0 1-3 0,4 0 0 0,2-3 1 15,-1-3 0-15,1-1 5 0,3-4 9 16,-3-2 0-16,0-1 2 0,-2-2-1 16,-11 0 2-16,27-4 2 0,-14 3-5 15,-1-2 1-15,-1-2 7 0,0-1 2 16,0 0 1-16,-4 2-5 0,0 0-7 0,-7 4-7 15,12-4-11-15,-12 4 2 0,0 0 2 16,13 12-1-16,-9-4-4 0,1 1 15 0,-1 6 15 16,3 2-2-16,-2 2-5 0,1 3-6 15,-1 0 0-15,1 1-1 0,0-1-5 0,-2 1-6 16,2-2 15-16,-5 0 18 0,1-3 12 16,-2-4 21-16,2-1 28 0,-2-1 25 15,0-3 28-15,0 1 22 0,-2-2 10 0,-1 1 1 16,-3-3 2-16,-2 2-6 15,-2 0-171-15,-1 1-29 0,-4-2 0 0,-4-1 0 16,3 1 0-16,0 0 0 0,0-2 0 16,1 0 0-16,1 1 0 0,3-3 0 0,-1 3 0 15,1-4 0-15,4 2 0 0,7-4 0 16,-16 7 0-16,11-6 0 0,5-1 0 0,-11 6 0 16,2-4 0-16,9-2 0 0,-9 4 0 15,9-4 0-15,-5 5 0 0,-1-1 0 0,6-4-540 16,-6 8-335-16,4-2-66 0,-2 0 101 15,2-1-859-15,2 3-1133 0</inkml:trace>
  <inkml:trace contextRef="#ctx0" brushRef="#br0" timeOffset="128976.53">8180 15036 4713 0,'-41'5'-11'0,"-3"4"47"0,2-5 47 0,0 3 45 0,6-2 38 0,7 0 35 0,4-1 18 15,8 0-6-15,4-3-18 0,2-1-18 16,11 0-10-16,0 0-11 0,0 0-3 0,0 0 0 16,93-14-14-16,4-4-15 15,18-5-13-15,12-2-13 0,8-3-21 0,10 1-3 16,9 1-16-16,6 4-4 0,3 0-5 15,0 1-9-15,-12 0-2 0,-10 4-1 0,-22 1-1 16,-42 8-1-16,-12-1 3 0,-19 3 45 16,-4-1 24-16,-14 3 13 0,-5 1 4 15,-6-1-124-15,-3 3 0 0,1 0 0 0,-7-2 0 16,-8 3 0-16,0 0 0 0,0 0 0 16,0 0 0-16,0 0 0 0,0 0 0 0,0 0-189 15,0 0-323-15,-52 12-153 16,16-3-217-16,0 2 33 0,-3-2 87 0,1 2-711 0,-11 4-922 15</inkml:trace>
  <inkml:trace contextRef="#ctx0" brushRef="#br0" timeOffset="129327.43">8259 15435 3816 0,'-63'16'-32'15,"7"-3"24"-15,-5 3 44 0,0-4 67 0,-1 0 63 16,4-3 55-16,13-1 76 0,4-5 56 15,13 1 15-15,9-2-19 0,2-2-19 16,9 0-32-16,8 0-29 0,0 0-22 0,42-30-19 16,17 8-21-16,36-7-20 0,25-2-20 15,16-4-16-15,11-4-17 0,53-7-21 16,-4 2-10-16,-39 11-15 0,-3 5-88 16,-2-3 0-16,-9 6 0 0,-10 0 0 0,-22 5 0 15,-35 5 0-15,-15 1 0 0,-7 2 0 16,-16 5 0-16,-12 3 0 0,-4 0 0 0,-8 0 0 15,-2 2 0-15,-1-1 0 0,0 1 0 16,-11 2 0-16,16-5 0 0,-16 5 0 0,13-1 0 16,-13 1 0-16,12-4 0 0,-12 4 0 15,9-3 0-15,-9 3 0 0,6-5 0 0,-6 5 0 16,0 0 0-16,0 0 0 0,0 0 0 16,0 0 0-16,0 0-851 0,0 0-128 15,-38 15 88-15,20-5-969 0,0-1-1286 16</inkml:trace>
  <inkml:trace contextRef="#ctx0" brushRef="#br0" timeOffset="138858.81">18881 6021 4875 0,'2'-8'-167'0,"0"2"75"0,-2 6 65 0,0-12 59 0,0 5 48 16,0 7 42-16,2-10 28 0,-2 4 12 15,0 6-4-15,1-6-12 0,-1 6-19 16,0 0-13-16,0 0 6 0,0 0 23 0,0 0 5 15,2 22-12-15,-2-6-5 0,0 1-5 16,0 8-8-16,0 0-6 0,-2 3-10 0,2-2-10 16,0-1-8-16,-1 1-8 0,-1-2-6 15,0 0-10-15,-2-2-6 0,2-2 2 0,-1-6-12 16,-1 1-2-16,-1 1-9 0,3-3-24 16,1-3-39-16,-1-2-31 0,2 0-40 15,0-4-58-15,0-4-82 0,0 0-75 16,0 0-72-16,0 0-60 0,0 0-66 0,28-18-75 15,-8-3-94-15,3-4 47 0,-1-2-476 16,9-5-582-16</inkml:trace>
  <inkml:trace contextRef="#ctx0" brushRef="#br0" timeOffset="139225.63">19155 5999 2966 0,'4'-10'-41'16,"0"1"57"-16,0 3 46 0,-4 0 29 0,0 6 21 16,1-8 12-16,-1 8 19 0,0 0 26 15,0 0 5-15,0 0 6 0,0 0 2 0,-7 32-5 16,3-15-3-16,2 2-17 0,1 3-12 15,1-1-11-15,0 2-11 0,0 1-15 16,1-5-11-16,1-2-6 0,2 1-12 16,0-2-4-16,-1-2-4 0,4 0-3 0,-2-5 1 15,3 0-8-15,-1-2-3 0,3-3-4 16,1 0-7-16,2-4-1 0,7-4-5 16,-3-2-6-16,2-2-4 0,0-3-2 0,2 1-2 15,2-9-6-15,0-1 18 0,0 1-6 16,-7 4 13-16,-4 3 12 0,-2 5 0 0,-1 2-8 15,-3-2-6-15,0 3-4 0,-6 4-1 16,0 0 15-16,0 0 1 0,5 18-8 0,-6-9 2 16,-3 7-9-16,0 1-4 0,1 4-4 15,-2-1 0-15,-1-3-3 0,5 6-3 16,-3-6-18-16,2 1-16 0,0-4-22 16,0 1-26-16,2-3-24 0,0-3-35 0,2 1-38 15,2-2-73-15,0-4-86 0,-1 0-77 16,-3-4-73-16,14 2-58 0,-14-2-79 0,25-8-51 15,-6-4-510-15,5-3-627 0</inkml:trace>
  <inkml:trace contextRef="#ctx0" brushRef="#br0" timeOffset="139541.49">19908 5883 2996 0,'2'-5'-83'0,"-2"5"50"0,0 0 45 15,0 0 46-15,0 0 40 0,0 0 36 16,-28 18 21-16,15-4 16 0,-7 12 8 15,-1 4 20-15,3-1 0 0,-6 10-9 0,9-8-20 16,0 0-13-16,1 4-15 0,5-4-13 16,3-2-11-16,4-8-14 0,1-2-12 0,1-1-3 15,1-1-8-15,-1-1-7 0,6-3-6 16,1-1-5-16,1-4-6 0,0-2-7 0,1 0-5 16,1-5-3-16,-10-1-3 0,15 4 9 15,-15-4 17-15,0 0 12 0,20-8 10 16,-17 1 6-16,-1-3-1 0,0 0 3 15,0 1-3-15,-4-4-20 0,-2 1-12 16,-2 0-9-16,-1 2-26 0,-6 3-27 0,-1 0-31 16,-1 4-44-16,-3 1-57 0,-2 4-98 15,1-1-122-15,-4 3-137 0,-1 1-166 0,2 2-53 16,-3 1 71-16,-9 2-491 0,4 3-599 16</inkml:trace>
  <inkml:trace contextRef="#ctx0" brushRef="#br0" timeOffset="140373.81">18266 6442 2774 0,'-9'3'-182'0,"0"-3"30"0,9 0 22 0,0 0 21 15,-15 2 24-15,15-2 10 0,0 0 6 16,-8 2 6-16,8-2 13 0,0 0 4 0,0 0 7 15,0 0 2-15,0 0 1 0,25 10-10 16,-7-7-63-16,0 1-91 0,7-3-258 0,6 1 34 16</inkml:trace>
  <inkml:trace contextRef="#ctx0" brushRef="#br0" timeOffset="151789.5">15600 8299 1381 0,'5'-4'94'0,"1"2"6"0,-6 2-1 0,5-3-10 0,-5 3-3 0,0 0 4 0,7-4-4 16,-7 4-10-16,0 0-9 0,0 0-14 0,5-3-24 16,-5 3-40-16,8-3-43 0,-8 3-57 15,11-2-67-15,-11 2-106 0,19-4-265 16,-5 2-50-16</inkml:trace>
  <inkml:trace contextRef="#ctx0" brushRef="#br0" timeOffset="151923.34">16322 8139 1541 0,'0'0'21'0,"0"0"0"15,11-1-5-15,-11 1-20 0,0 0-20 16,0 0-31-16,16-5-24 0,-11 4-44 0,-5 1-76 16,19-3-181-16,-7 1 109 0</inkml:trace>
  <inkml:trace contextRef="#ctx0" brushRef="#br0" timeOffset="152090.73">17126 7974 1090 0,'0'0'37'0,"0"0"4"16,0 0-3-16,0 0-3 0,0 0-10 0,0 0-15 15,9-2-16-15,-9 2-33 0,0 0-35 16,12-4-47-16,-12 4-232 0,13-2 134 0</inkml:trace>
  <inkml:trace contextRef="#ctx0" brushRef="#br0" timeOffset="152256.28">17721 7894 1088 0,'0'0'88'0,"5"-2"3"0,-5 2-1 16,0 0-13-16,0 0-6 0,0 0-9 15,0 0-13-15,6-5-20 0,-6 5-32 0,0 0-56 16,0 0-54-16,0 0-77 0,0 0-246 16,0 0 56-16</inkml:trace>
  <inkml:trace contextRef="#ctx0" brushRef="#br0" timeOffset="152407.51">17920 7874 1278 0,'0'0'55'0,"0"0"-1"0,0 0-3 16,0 0-8-16,0 0-4 0,0 0-4 15,0 0-28-15,0 0-57 0,-30-7-68 0,30 7-136 16,-17 1-134-16,3 1 100 0</inkml:trace>
  <inkml:trace contextRef="#ctx0" brushRef="#br0" timeOffset="152805.53">15443 8266 1063 0,'-12'2'10'0,"1"2"-3"15,4-4 5-15,7 0-16 0,-10 2-12 0,10-2-27 16,-8 2-26-16,8-2-51 0,0 0-166 16,0 0 196-16</inkml:trace>
  <inkml:trace contextRef="#ctx0" brushRef="#br0" timeOffset="152971.94">15540 8309 930 0,'0'0'105'0,"0"0"-9"0,0 0-6 16,0 0-10-16,0 0-5 0,0 0-7 15,0 0-11-15,0 0-13 0,0 0-34 0,0 0-61 16,0 0-63-16,0 0-127 0,0 0-150 15,10-18 97-15</inkml:trace>
  <inkml:trace contextRef="#ctx0" brushRef="#br0" timeOffset="169935.18">14231 9228 1013 0,'0'0'-12'0,"0"0"4"0,0-9 20 0,0 9 12 0,0-6 21 0,0 6 9 15,0-10 11-15,0 10 11 0,0-7 8 0,0 7-2 16,0-10 3-16,0 10 2 15,0-10-2-15,0 6 0 0,0 4-3 0,0-9-6 16,0 9-1-16,2-6-7 0,-2 6-5 0,0-8-4 16,0 8-6-16,0 0-4 0,0-6-6 15,0 6-5-15,0 0-3 0,0-7-2 16,0 7-3-16,0 0-5 0,0 0-6 16,0 0 4-16,2-8-4 0,-2 8-4 0,0 0 0 15,0 0-4-15,0 0-3 0,0 0 0 16,0 0 0-16,0 0-2 0,0 0 2 0,0 0 1 15,0 0 5-15,-5 25 5 0,3-15 2 16,2 3 1-16,-4 1 2 0,1 2 0 0,1 1 3 16,0 0-3-16,1 2 0 0,1-2 1 15,-4 0 0-15,2 0-3 0,-2 0 5 16,4-1 3-16,-1-3 5 0,-1-1-8 16,2 1 3-16,-2-3-2 0,0-2-4 0,2-1-4 15,-2 1 1-15,2 0 0 0,0-8-3 16,-2 10-1-16,2-4 1 0,0-6 7 0,0 7 3 15,0-7 2-15,0 6-2 0,0-6-4 16,0 0-1-16,0 9-1 0,0-9 0 0,0 0-7 16,-1 7-10-16,1-7-16 0,0 0-22 15,0 0-30-15,0 0-32 0,0 7-52 0,0-7-51 16,0 0-63-16,0 0-119 0,0 0-105 16,0 0-124-16,0 0-109 0</inkml:trace>
  <inkml:trace contextRef="#ctx0" brushRef="#br0" timeOffset="170751.73">14400 9215 1562 0,'0'0'-74'0,"2"-8"17"0,-2 8 17 0,0 0 14 0,3-8 15 16,-3 8 12-16,0 0 7 0,0-9 14 15,0 9 1-15,0 0 3 0,0-6 3 0,0 6 0 16,0 0 4-16,0 0 3 0,2-8 3 16,-2 8-2-16,0 0-6 0,0 0-3 15,0 0-8-15,0 0-3 0,0 0 1 0,0 0-4 16,0 0 11-16,0 0-1 15,0 0 6-15,-10 23 3 0,6-11 2 0,0 2 3 16,1 1 3-16,-3 4 0 0,1 1-2 16,-2 1-2-16,3 1 0 0,4-3-5 0,-3 2-4 15,-1-2 2-15,4-1 0 0,-2-3-1 16,2-1-4-16,0 1 2 0,-2-3-5 0,4 0 4 16,-2-5-6-16,2 3-4 0,-2-2 3 15,4-1-2-15,-1 0-1 0,1 0 0 0,3-2-1 16,-2-2-3-16,-5-3 0 0,11 6 3 15,-2-6-6-15,-9 0 6 0,14 0-6 16,-14 0-6-16,15-8-8 0,-5 4-3 16,-1-7-3-16,3 1-6 0,-4 0 1 0,-1-2-2 15,2-3 2-15,-3 3 3 0,2-1 0 16,0 1 1-16,-3 0 5 0,-1 1-4 0,2-1 2 16,-3 2 1-16,2 3-2 0,-1 1 7 15,-3 0-3-15,1 0 0 0,0 0-2 0,-2 6 0 16,4-5-2-16,-4 5 2 0,0 0 6 15,0 0 9-15,0 0 1 0,0 0 5 16,-4 25 1-16,2-16 3 0,0 3-1 0,2 2-1 16,0 1 1-16,0-1 2 15,-1 1 0-15,1-1 1 0,0 3-4 0,0-5-2 16,0 5-3-16,0-5 3 0,0 0-1 16,0-2-5-16,0 0 3 0,0-1-1 0,1-1 1 15,-1 1-5-15,0-3 1 0,0 0 0 16,0-6-1-16,2 10-3 0,0-5-10 0,-2-5-15 15,0 10-12-15,0-10-25 0,4 4-47 16,-4-4-75-16,0 0-61 0,0 0-434 0,0 0-171 16</inkml:trace>
  <inkml:trace contextRef="#ctx0" brushRef="#br0" timeOffset="171203.43">14927 9230 1720 0,'4'-5'-96'0,"-4"5"15"0,0 0 22 0,0 0 5 0,0 0 23 16,0 0 16-16,0 0 15 0,0 0 13 0,-31 7 19 15,19 3 18-15,-1 4 7 0,0-1 6 16,-8 11 8-16,4-2 0 0,-4 4 3 0,4 1-4 16,-3-2-1-16,5 0-6 15,3 2-3-15,0-5-6 0,2-3 0 0,1-1-4 16,4-4-9-16,0 1-4 0,1-1-3 16,2-2 1-16,1 0-7 0,1-2-2 0,0 1 0 15,1-5-3-15,1 3-2 0,4-1-2 16,-3-2 1-16,6-1-3 0,-4-2-2 0,5 1 2 15,-10-4-2-15,15 0-1 16,-15 0-5-16,13-4 3 0,-5-1-4 0,-2 0-1 0,-2 0 1 16,-1-2-3-16,-1 0-1 15,-2 2-4-15,0 5-3 0,-3-10-8 0,3 10-4 16,-11-7-10-16,4 5-10 0,7 2-16 16,-18 0-19-16,18 0-20 0,-24 3-36 0,11 1-38 15,2-1-50-15,-1-1-423 0,0 0-134 16</inkml:trace>
  <inkml:trace contextRef="#ctx0" brushRef="#br0" timeOffset="172051.53">14266 9815 1640 0,'-10'0'-82'0,"10"0"23"0,-15 0 21 0,15 0 21 0,0 0 13 16,-17-2 12-16,17 2 9 0,0 0 10 0,-14 0-5 15,14 0-7-15,0 0 2 0,0 0 0 16,0 0 1-16,0 0 0 0,0 0-6 0,0 0 5 16,0 0-3-16,0 0-2 0,40-2-2 15,-19 1 2-15,8-1-3 0,10-2 0 0,4-1-4 16,0 4-1-16,4-3 3 15,0 0 1-15,-3 0-4 0,-1 0-2 0,0 1 5 16,-3-2-2-16,-12 0-2 0,-5 5 3 16,-6-2-3-16,-1 0-6 0,-7 0-6 0,0 0-9 15,-9 2-6-15,18 0-15 0,-18 0-10 16,0 0-21-16,0 0-24 0,0 0-19 0,0 0-19 16,0 0-34-16,0 0-185 0,0 0 135 15</inkml:trace>
  <inkml:trace contextRef="#ctx0" brushRef="#br0" timeOffset="172385.2">14292 9847 924 0,'-12'0'-20'16,"5"0"10"-16,7 0 12 0,-11 2 14 0,11-2 19 15,0 0-5-15,0 0 1 0,0 0-2 16,0 0-2-16,0 0-7 0,0 0 1 0,23-12-2 15,-6 8 0-15,0 3-5 0,8-4 1 16,9-3-4-16,2 2 3 0,2 3-8 16,0-4 4-16,3 0 0 0,-5 1-3 0,-6 2-6 15,-5 2 8-15,-5-2 1 0,-4 3-2 16,-3-1-1-16,-1 0-2 0,-3-1-5 16,1 0 0-16,-10 3 2 0,10 0-2 15,-10 0 1-15,0 0-3 0,0 0-4 0,0 0 10 16,0 0-16-16,0 0-2 0,0 0-3 15,0 0-21-15,0 0-3 0,-33 8-14 0,33-8-7 16,-10 2-11-16,10-2-18 0,0 0-35 16,-13 1-126-16,13-1 228 0</inkml:trace>
  <inkml:trace contextRef="#ctx0" brushRef="#br0" timeOffset="176067.8">22758 10761 875 0,'-11'-14'85'0,"2"4"-2"0,2 0 4 0,-1 1 4 0,4 2 11 16,-2 0 3-16,1-1 9 0,1 1 7 16,0 0 5-16,1 2 0 0,1 0-13 15,2 5-7-15,-5-7-16 0,5 7-10 0,0 0-4 16,0 0-12-16,21-2-5 0,-3 8-5 15,11 6-8-15,3 3-5 0,9 4-2 0,9 3-2 16,-3 3 2-16,3 3-11 0,0 0-1 16,-5 5-3-16,4-2-3 0,-6 6-2 0,-2-1-1 15,2 2 0-15,-3-1-2 0,0 0 3 16,-2 0-5-16,4 1-5 0,0 0 0 16,0-3 1-16,-1 7-4 0,0-1 1 15,1 1 2-15,-6 3 1 0,0-2-6 0,-6 1 1 16,1 1-3-16,-3 0 0 0,-3-2 0 15,0 2 1-15,0-2 1 0,0 4-1 16,1-1 1-16,-3 2 0 0,4 4 0 0,0-1 0 16,1-1 0-16,8 2 2 0,2-1 8 15,14 9 6-15,3 2 1 0,6-4 9 0,4 2 1 16,9-4-2-16,6 4 2 0,4-8-1 16,2 0 3-16,0-3 3 0,1-1-5 15,-5-2 1-15,-1-5-8 0,-11 0 2 0,-16-12-4 16,-11-3-2-16,-2-3-5 0,-16-6 1 15,-5-3-4-15,-4-5-2 0,-5 3 0 16,-2-2 0-16,-4-2 0 0,-2-3 5 0,1 1 1 16,-2-1 1-16,-2-5-2 0,2 8 0 15,-2-8 1-15,0 7-19 0,0-7-41 0,0 0-52 16,0 0-85-16,0 0-113 0,0 0-164 16,0 0-57-16,0 0 62 0,-20-17-104 15,16 8-59-15</inkml:trace>
  <inkml:trace contextRef="#ctx0" brushRef="#br0" timeOffset="176351.04">25209 12717 1706 0,'0'0'65'0,"0"0"-4"0,25 9 7 0,-13-1 11 0,3 4 4 15,-1 4 9-15,4 6 7 0,-2 4 3 0,-1-2 4 16,-3 4-2-16,-3 1-5 0,0 2 1 16,-5-4-10-16,-2-3-5 0,-2 0-4 15,-2-2-6-15,-2 2 5 0,-5-4-13 0,2 0 2 16,-5-2-7-16,-5 3-7 16,1-4-10-16,0-5-7 0,-4 1-21 0,3-1-34 0,-2-4-39 15,4-1-54-15,0-2-68 16,-1 0-94-16,5-3-181 0,4-2-46 0,7 0-162 15,-12 0-157-15</inkml:trace>
  <inkml:trace contextRef="#ctx0" brushRef="#br0" timeOffset="176817.12">25713 12982 2051 0,'5'-4'105'0,"-5"4"-12"0,8 0 21 0,-8 0 28 0,3 14 4 0,-3-4 3 0,0 4 9 0,-3 4-6 15,1 6-6-15,-2 1 0 0,2 0-18 16,-3 8-13-16,1-6-6 0,1-2-15 0,-1-1-9 16,-3-2-7-16,4-2-24 0,-1-3-37 15,-2-1-42-15,5-3-54 0,-3-1-63 16,-2 0-77-16,5-7-106 0,-4 1-153 0,5-6-52 16,-6 3 38-16,6-3-118 0,0 0-108 15</inkml:trace>
  <inkml:trace contextRef="#ctx0" brushRef="#br0" timeOffset="177217.2">25756 12958 1836 0,'0'-12'103'15,"3"3"29"-15,-1 2 22 0,0-1 8 16,2 1 4-16,-4 7 4 0,12-7-10 16,-1 2-11-16,0 1-14 0,0 4-9 0,5 0-15 15,2 2-15-15,3 2-4 0,0 6-9 16,8 3-12-16,-4 3-7 0,-1 1-6 15,-5 4-11-15,-3-3-2 0,-7-2-1 16,1 1-6-16,-9-2-3 0,-1 0 6 0,-1 3 9 16,-5 1 10-16,-1-1 12 0,-3 1 11 15,4-3 8-15,-3-1-5 0,3-1-7 0,1 0-8 16,0-5 3-16,1 4 3 0,3-2 8 16,-1-1 1-16,2 0 0 0,0 0 2 0,0 2-1 15,2 2-12-15,-1-2 0 0,-1 2-8 16,2 0-5-16,2 1-7 0,-4-1-2 0,3 1-4 15,-3-1-6-15,0 0-4 0,0-1 4 16,-3 1 12-16,3-3 14 0,-4 1 16 16,1 0 16-16,-3-1 14 0,0-1 13 15,-3-1 7-15,1-2-7 0,-3 0-6 16,0-1-14-16,-3-2-17 0,1 0-7 0,-1-3-22 16,-3-2-55-16,4-3-45 0,0-1-74 15,2-3-97-15,8-6-116 0,3-2-134 0,5-3-144 16,15-10-179-16,3 2 66 0,7-8-610 15,4 8-784-15</inkml:trace>
  <inkml:trace contextRef="#ctx0" brushRef="#br0" timeOffset="177400.54">26384 13258 3879 0,'0'0'24'0,"0"0"37"0,7 6 32 0,-7-6 37 0,0 0 26 0,0 0 21 0,0 0 13 0,8 4 1 16,-8-4-17-16,13 1-15 0,1 1-15 0,3 0-16 15,0 0-5-15,5-1-52 16,0 1-50-16,3 0-71 0,1 0-94 0,-2-2-125 16,-2 0-148-16,3 0-209 0,-6-2-50 15,-2 2 69-15,-2-2-390 0,-2 2-474 0</inkml:trace>
  <inkml:trace contextRef="#ctx0" brushRef="#br0" timeOffset="177635.25">26774 13089 3029 0,'-3'-10'167'16,"1"3"27"-16,-4 0 23 0,6 7 15 0,0 0-14 15,0 0-13-15,0 0 40 0,0 0 18 16,0 0-3-16,-3 26-11 0,3-9-19 0,-3 8-23 16,-1 10-18-16,-1 2-22 0,-3 2-7 15,3 2-24-15,-5-1-12 0,-2-3-14 0,3 1-14 16,-1-5-37-16,-3-1-44 0,2-4-38 15,1-8-39-15,2-1-50 0,5-7-57 0,-3-2-72 16,3-1-102-16,-2-3-105 0,3-4-146 16,2-2-132-16,0 0 61 0,0 0-488 15,0 0-619-15</inkml:trace>
  <inkml:trace contextRef="#ctx0" brushRef="#br0" timeOffset="177817.84">26511 13106 3276 0,'-15'-12'85'0,"3"7"45"16,5-5 33-16,1 3 16 0,6-2 6 0,0 1-5 16,0 8-12-16,11-19-13 0,3 9-19 15,5 0-13-15,11-2-13 0,5 1-20 16,7 3-51-16,0 1-61 0,2 0-111 0,-3 4-125 16,2 3-155-16,-1 1-249 15,-5 3 60-15,-8-1 63 0,-4 4-274 0,0 7-300 0</inkml:trace>
  <inkml:trace contextRef="#ctx0" brushRef="#br0" timeOffset="178366.7">27110 13547 2496 0,'-20'-1'139'0,"7"-3"2"0,4 4-10 15,9 0-12-15,-14-2-11 0,14 2-4 16,0 0 0-16,-9 7-6 0,9-7 1 16,0 9-4-16,0-9-6 0,7 12-11 15,1-5-9-15,2 0-6 0,-1-1-3 0,2 0-10 16,1 0-3-16,-1-2 0 0,2-1-8 16,-6-1 1-16,-7-2-5 0,16-2-10 0,-16 2 10 15,20-10 4-15,-13 0 9 0,5-4 1 16,-2-5-6-16,-3-1 1 0,5-11-1 0,-3-2 10 15,0 2 4-15,-3 6 24 0,-1 4 18 16,-5 3 13-16,1 5 0 0,-2-1-4 16,-2 2-10-16,-3 2-6 0,1 1-6 0,-3 4-7 15,-1 0 0-15,9 5-7 0,-16-3-6 16,16 3-10-16,0 0 3 0,-17 3-7 16,17-3 2-16,0 0 4 0,0 0 1 15,8 14-1-15,-8-14-5 0,27 8-9 0,-10-6 0 16,2 0-5-16,-1-1-20 0,6-1 12 15,-3 0-3-15,-5 0 1 0,4 2 4 0,-4-2-13 16,-4 2 2-16,1 1-7 0,3 2 4 16,-3 4 20-16,-1 0-12 0,-5 2-2 0,1 5 4 15,-3 1-2-15,4 5-5 0,-6-5-4 16,3 4 1-16,-2 2 1 0,-1-3-1 16,1-2-10-16,1-1 7 0,-5-2 11 15,2-1-17-15,-1-2-21 0,-1-2-29 16,0 2-41-16,2-4-56 0,0 1-82 0,2 0-118 15,-1-3-157-15,1-1-232 0,3-1-12 16,2 0 79-16,-2-3-507 0,2-1-632 0</inkml:trace>
  <inkml:trace contextRef="#ctx0" brushRef="#br0" timeOffset="178752.28">27741 13511 3053 0,'0'0'11'0,"-12"-6"49"0,12 6 40 0,0 0 40 0,0 0 32 0,0 0 29 0,0 0 15 16,0 0 4-16,0 0-11 0,0 0-13 0,0 0-19 15,0 0-15-15,0 0-17 0,33 12-12 16,-33-12-15-16,13 3-8 0,-13-3-11 0,18 0-10 16,-18 0-12-16,16-2-5 0,-16 2-4 15,16-5-9-15,-11 1-6 0,3-2-5 16,-5-1-5-16,3-1-3 0,-4 0-6 0,-2 0-4 15,0 8-6-15,-6-15-2 0,1 5-4 16,-6 6 0-16,-3-2-2 0,-3 2 2 0,0 4 1 16,-5 0 1-16,2 4 4 15,-1 6 4-15,-6 2 2 0,2 5 9 0,-2 3 7 16,9 2-2-16,6-1 7 0,3-2 1 16,1-1-21-16,6 0 3 0,1-1-10 0,2 1 4 15,1-1-3-15,4-3-1 0,1 1-14 16,5-1-49-16,1-4-68 0,5-1-106 0,0-1-136 15,3-3-163-15,8-2-219 0,-2-3-17 16,0-2 84-16,-1-2-498 0,10-2-629 16</inkml:trace>
  <inkml:trace contextRef="#ctx0" brushRef="#br0" timeOffset="179149.95">28189 13479 3057 0,'0'0'-21'0,"-8"-3"55"0,8 3 45 15,0 0 46-15,0 0 29 0,0 0 25 16,0 0 10-16,-23 8 10 0,23-8-1 16,2 9-7-16,-2-9-10 0,0 0-10 15,9 15-18-15,-3-12-10 0,3 3-14 0,1-1-15 16,1 0-9-16,2-2-10 0,-1-1-10 16,-1 0-10-16,3-2-6 0,1 0-9 0,-15 0-3 15,25-2-4-15,-18-1-5 0,7-4-6 16,-6 0-1-16,-3-3-4 0,1 1-4 0,-3-3 0 15,-3 2-8-15,-3 1-3 16,-5-3-6-16,-4 4-2 0,-8 0 0 0,-5 4-2 16,-5 1 6-16,-10 3 10 0,-2 5 11 15,4 7 11-15,0 0 15 0,2 5 20 16,3 3 14-16,8 2 8 0,4 2 1 0,5 0-3 16,3-2-3-16,8-3-4 0,3 0-8 15,4 1-1-15,3 4-4 0,8 1-11 0,-1-4-6 16,0-4-8-16,9 3-16 0,-6-4-35 15,2-6-83-15,1 2-43 0,-5-5-60 0,-1 0-63 16,-3 1-88-16,-2-1-91 0,-1-4-116 16,-3 3-186-16,-3-6-39 0,-7 11 80 15,-2-2-539-15,-11 1-681 0</inkml:trace>
  <inkml:trace contextRef="#ctx0" brushRef="#br0" timeOffset="179400.04">25063 14093 3582 0,'-30'1'38'0,"11"-1"14"0,13-1-8 0,6 1 26 0,0 0 38 0,104-4 36 0,13 1 8 0,30 1-11 0,20-2-16 15,24 6-15-15,72 4-8 0,11 0-10 16,-2 3-11-16,-5 1-11 0,-7-1-5 0,-12 1-24 15,-64-5-33-15,-12-1-37 0,-10-4-45 16,-17-4-36-16,-18-3-66 0,-42 0-69 16,-17 1-69-16,-28-2-67 0,-14 4-110 0,-14-3-81 15,-12 2 50-15,0 5-196 0,-35-7-211 16</inkml:trace>
  <inkml:trace contextRef="#ctx0" brushRef="#br0" timeOffset="179666.15">24951 14195 2080 0,'-58'5'29'0,"22"-3"2"16,17 2 20-16,12 2 38 0,14-1 38 15,-7-5 36-15,79 9 28 0,5-6 16 0,45 3 3 16,31-4 1-16,21 2 12 0,77-2-3 16,10 3 8-16,12 5-12 0,-2-2-13 0,-3 2-23 15,-8 1-10-15,-10 2-21 0,-17 0-13 16,-66-6-17-16,-15 1-8 0,-14-2-6 0,-23-2-18 15,-39 0-11-15,-19-1-23 0,-18-3-18 16,-12 0-15-16,-13-2-26 0,-8 1-41 0,-7 1-45 16,-6 0-55-16,0 0-64 15,0 0-51-15,-57-8-62 0,13 4-74 0,-1 2-121 16,-9 3-117-16,-9 0 63 0,2 3-279 16,-4 4-337-16</inkml:trace>
  <inkml:trace contextRef="#ctx0" brushRef="#br0" timeOffset="182982.56">28057 12934 2133 0,'-2'-8'-147'0,"2"8"31"0,-4-9 19 0,0 1 6 0,1 2 21 0,-5-4 13 0,0 1 14 16,-3-1 10-16,-7-2 5 0,4-3 6 16,-11-2 9-16,-4 1-8 0,0-4 15 0,-5 1 6 15,-7-2 8-15,-4 0 4 0,0-3 5 16,-5 2 5-16,-2-1-2 0,-7-1 4 0,0 2-2 15,-4-3-1-15,2 4-1 0,-1 0-2 16,-7-1 3-16,1-1-6 0,-22-2 0 16,20 6-4-16,-3 3 7 0,1 1 12 0,-3 1 5 15,1 8-2-15,-1-1 0 0,5 3 2 16,0 2-2-16,4 6 0 0,-2 1-5 0,3 2 0 16,4 3-5-16,0 0 1 15,2 2-5-15,4-1-5 0,0 1 8 0,4-2 12 16,4 0 14-16,6-3 5 0,-3 2 1 15,2 0-1-15,0-2 1 0,3 1-9 0,0 0 1 16,3 2-6-16,2 1-2 0,-1 3-2 16,3 0-2-16,2 1-2 0,1 2-2 15,0 2-1-15,4 1-4 0,0 3 0 0,0 1 0 16,7 1-2-16,-3 0-2 0,-2 0-3 16,4 0-3-16,0 4 2 0,-1-4-5 0,4 1 2 15,-2 1-3-15,5-1-1 0,-1-5 0 16,2 4 0-16,2-6-4 0,2-2 4 15,1 2-2-15,-1 1 1 0,3 1 3 0,-3 1 3 16,0 10-1-16,1-1 1 0,3-4 3 16,0-1 6-16,-1 10-1 0,0-1-2 15,1 2 1-15,2 0-1 0,4 2-1 0,5-1 4 16,-4-1 4-16,9 4 19 0,0 5 0 16,8 2 0-16,3-1-6 0,2-4 2 15,4 2 6-15,-4-2-4 0,6 2-3 0,-1-1 4 16,4-3-6-16,-2 4 15 0,0-2-1 15,4-3 4-15,0-1 12 0,0-2-7 0,5-4 0 16,1-1-1-16,1-3-5 0,1-5 11 16,2 3-5-16,4-8 1 0,-1-1 1 0,0 1-7 15,5-1-7-15,0-1 0 16,5-4-2-16,-2 4-7 0,-3-3-2 0,7-2-2 16,0 5-7-16,5 2 1 0,-1-4-5 15,-1 2-4-15,5 0-3 0,-1 0-1 0,1 1-6 16,2-4 2-16,-5-2-4 0,4 2 1 15,-4-5-1-15,-3 2-1 0,0-1-3 16,-1-2 0-16,-13-7-2 0,3 1 4 0,0-2 1 16,1 0-5-16,8-9 4 0,-1 6-6 15,-1-6 1-15,-5 1 0 0,3-1 1 0,3-3 1 16,-3-4-2-16,2 1-4 16,-4-3 4-16,1-2-4 0,-5-2 3 0,-2 1-6 15,-3-3 6-15,0 1 0 0,-6-5-4 16,-1 0 4-16,-7-7 2 0,-4 2 5 0,3-4-1 15,-9-3 0-15,-1-3 2 0,-3-3 4 16,-5-6-1-16,-6-1 0 0,-1-4 2 0,-6-1-7 16,-2-3 1-16,-5-3-6 0,-6-2 0 15,-5 3 0-15,-7 2 1 0,-4 4-8 16,-5 2 5-16,-15-7-5 0,-4 6 1 0,3 18-17 16,-1 6-10-16,-4 3-17 0,-3 6-22 15,1 4-31-15,2 4-46 0,-1 5-52 0,13 6-57 16,-2 1-85-16,6 0-133 15,6 3-138-15,5-2 63 0,1 0-247 0,0 0-283 16</inkml:trace>
  <inkml:trace contextRef="#ctx0" brushRef="#br0" timeOffset="189865.31">15479 11265 2254 0,'2'-7'29'16,"0"0"16"-16,0 2 1 0,-2 5-10 0,4-6-10 0,-4 6 19 0,0 0 32 0,0 0 19 0,2 22 9 15,-2-11 4-15,0 9 6 0,-4 4 4 16,2 3-3-16,0 10-5 0,-2 0-4 0,3-1-7 15,-5 0-10-15,2-4-13 0,0-4 8 16,0-6-14-16,2-2-8 0,0-4-5 0,-1 1-11 16,-1-3 0-16,2-2-4 15,0-1 1-15,0-3 1 0,1 1 26 0,-1-3 6 16,2-6-6-16,-2 8-7 0,2-8-9 16,0 0-7-16,0 0-3 0,0 0-4 0,0 0-13 15,0 0 4-15,-14-26-8 0,10 15-11 16,-3-3-6-16,-1 2 2 0,-3-3-10 0,-4 4 3 15,-3 0-8-15,3 2 3 0,-8 4 4 16,0 1-3-16,0 4-2 0,-4 2-6 0,-7 3 9 16,0 5 0-16,4-1-2 0,1 5 2 15,9-2 1-15,4 0-5 0,7-1 8 0,-2 1 2 16,8-1 0-16,1 1-1 0,2-1 0 16,4-2-3-16,-1 2 3 0,6 1 2 15,2-3-5-15,0-1-26 0,3-2-46 16,0 0-66-16,2-2-55 0,4-1-63 0,-2-3-54 15,3 0-64-15,1-1-74 0,0-5-96 16,1 0 32-16,-6 0-145 0,5 1-151 16</inkml:trace>
  <inkml:trace contextRef="#ctx0" brushRef="#br0" timeOffset="190148.09">15510 11622 1796 0,'4'-4'4'0,"-1"1"18"16,-3 3 20-16,0 0 27 0,0 0 18 15,0 0 12-15,0 0 5 0,0 0 2 0,-7 24-1 16,5-13-11-16,-2-1-3 15,4 0-7-15,-1 1-6 0,-1 1-4 0,2-2-8 16,2 1 1-16,-2 0 0 0,1-2-1 16,3-1 0-16,4 1 1 0,-3-3-1 0,5 0-18 15,1-1 4-15,0-4-5 0,0 1-4 16,-11-2-1-16,25-2-7 0,-14-2 0 16,1 2-7-16,1-4 1 0,-4 0-1 0,-2-2 3 15,3 0-5-15,-2-2-1 0,-5 1-6 16,3-2-5-16,-4-1-1 0,0-1-9 0,-2 0-3 15,-4 2-17-15,0 2-14 0,1 1-22 16,-7 4-17-16,2-1-32 0,-1 5-35 0,9 0-48 16,-22 0-62-16,11 3-118 15,0-1-154-15,1 0 40 0,5 1-82 0,5-3-62 16</inkml:trace>
  <inkml:trace contextRef="#ctx0" brushRef="#br0" timeOffset="190563.79">15723 11662 1707 0,'10'-4'127'16,"-10"4"3"-16,0 0-11 0,8-2 0 16,-8 2 1-16,0 0 23 0,0 0 9 0,0 0 8 15,5 12-16-15,-5-12-17 0,0 13-8 16,0-4-10-16,0-2-10 0,0-7-13 16,-1 17-8-16,1-9-6 0,0 2-5 0,0-2-5 15,1 0-10-15,-1-1-4 0,0-7-4 16,0 13-3-16,0-13-3 0,4 8-6 15,-4-8 7-15,8 4-14 0,-8-4 2 16,11 3 0-16,-11-3-3 0,19-8-4 0,-5 2 1 16,-1 0-9-16,0-2 5 0,-1 1 8 15,-3 2 10-15,-2 2 7 0,4-2-4 0,-11 5 1 16,11-5-9-16,-8 3 19 0,-3 2 7 16,0 0 3-16,0 0 2 0,20 7-4 15,-17-3 5-15,-3-4 7 0,10 9 2 0,-5-6-2 16,4 3 7-16,0 0-1 0,0-1-4 15,3 0-5-15,3-2-6 0,1-1-6 0,0 0-5 16,5-2-3-16,-1 0-7 0,0-2-2 16,3-1-5-16,0-1-6 0,-2 1-17 15,2-1-12-15,-6-1-33 0,2 1-24 16,-4 3-54-16,-3-2-66 0,0 3-74 0,-12 0-56 16,12-3-55-16,-12 3-99 0,0 0-164 15,0 0 49-15,0 0-311 0,-7 15-372 0</inkml:trace>
  <inkml:trace contextRef="#ctx0" brushRef="#br0" timeOffset="190781.2">15382 12105 2428 0,'-28'0'68'0,"7"-1"51"0,4 1 35 0,5 1 15 0,12-1-4 15,0 0 0-15,0 0 31 0,0 0 2 16,32-17-16-16,13 9-20 0,16-3-19 0,5-1-17 15,4 1-28-15,3 2-29 0,9 4-4 16,2-1-23-16,2 2-57 0,-2 4-79 0,-3-3-90 16,-4 6-81-16,-26-3-91 0,-2 0-122 15,-14 3-90-15,-11-3 51 0,-8 3-188 0,-5-1-198 16</inkml:trace>
  <inkml:trace contextRef="#ctx0" brushRef="#br0" timeOffset="191247.34">16401 11510 1994 0,'0'0'33'0,"0"0"-1"0,-1-6-5 0,1 6 0 0,0 0-5 0,0 0 2 15,0 0 2-15,12-6-2 0,-12 6 0 16,13 0-2-16,-13 0-3 0,17 0-4 0,-17 0-1 15,15 2-2-15,-15-2-9 0,16 2-29 16,-16-2-52-16,9 2-62 0,-9-2-69 0,9 0-426 16,-9 0-131-16</inkml:trace>
  <inkml:trace contextRef="#ctx0" brushRef="#br0" timeOffset="-136303.06">14642 9122 1506 0,'4'-6'321'0,"-1"1"-125"0,-3 5-67 0,0 0-35 0,0 0 19 0,0 0 20 0,0 0-4 0,-31 25-1 15,10-4 1-15,0 6 12 0,0 0-8 0,0 2 0 16,4 0 0-16,0 0-5 0,0-1-9 15,4-1-16-15,3-5-1 0,2-4-16 0,4-3-1 16,-1-3-7-16,3 0-3 0,0-4-2 16,0 1-2-16,2-1 13 0,0-8 7 15,4 6 3-15,-4-6-6 0,0 0-7 16,25-20-9-16,-7-1-5 0,4-7-12 0,3-10-3 16,-3-3-6-16,-1-1-2 0,0-3-5 15,-4 6-5-15,-1 7-4 0,-3 6-2 16,-8 5-2-16,2 5-1 0,-4 4-2 0,-1 3-2 15,-4 6-4-15,2 3 0 0,0 0-2 16,-28 15 1-16,5 6-4 0,-1 7 4 0,-8 7 1 16,-2 5 1-16,3 3-1 0,3 0 2 15,-1 1 0-15,7-1-6 0,4-3 2 0,3-7-2 16,4-2-3-16,0-2 0 16,5-5 0-16,1-7-2 0,4-4-3 0,-1-1 2 0,2-3 1 15,0-2 1-15,3-2 0 16,-3-5 2-16,0 0-5 0,25-12 1 0,-2-7-3 15,2-8-3-15,6-8-3 0,3-5-3 16,-2 2-2-16,3 0 3 0,-7 1-1 0,1 3-2 16,-10 10 2-16,-6 5-1 0,-2 6 1 15,0 3-3-15,-6 3-4 0,-1 2 5 0,-4 5 2 16,0 0 2-16,0 0 2 0,-23 32-2 16,2-1 11-16,-5 13 11 0,-5 4 1 0,1 4 2 15,-1 3 0-15,2 0 1 0,4-2-3 16,2-3 0-16,3-3-1 0,4-1-4 0,7-11 0 15,1-2 0-15,4-8-2 0,2-6-2 16,4-3-1-16,5-8 0 0,0-1 1 16,6-7-7-16,8-5-9 0,11-9-12 15,10-10-7-15,2-6 0 0,3-7 1 0,0-2 5 16,-4-1 2-16,-4-1 3 0,-7 10 9 16,-10 6 16-16,-2 4 17 0,-4 6 12 0,-7 5 7 15,-4 1-2-15,-5 7-1 0,0 2 1 16,0 0-1-16,-17 18-5 0,2-3 0 15,-3 9-3-15,-4 1-6 0,7 0 0 0,-4-2-2 16,7 1-8-16,5-9-1 0,-3 3-4 16,2-5-2-16,4-1-7 0,1-2-15 0,-1 0-28 15,0-1-37-15,3-3-40 16,-1 1-61-16,0-3-72 0,0 2-89 0,2-6-109 16,-5 7-190-16,5-7-25 0,0 0 74 15,0 0-438-15,0 0-496 0</inkml:trace>
  <inkml:trace contextRef="#ctx0" brushRef="#br0" timeOffset="-127337.48">14972 10433 2727 0,'0'7'-83'0,"0"-7"11"0,0 0 9 0,0 0 15 0,2 9 26 0,-2-9 25 16,0 0 14-16,0 0 10 0,0 0 1 15,4 5-5-15,-4-5-3 0,0 0-1 16,0 0-3-16,0 0 0 0,0 0-2 15,0 0-3-15,16-12-1 0,-16 12 0 0,3-7 1 16,-3 7 2-16,2-7 9 0,-2 7 2 0,0 0 0 16,0-7-4-16,0 7 3 0,0 0-3 15,0 0 9-15,-17 0 7 0,17 0 6 16,-19 7 1-16,10-3-1 0,-1 1-1 0,0-2 2 16,3 4 1-16,2-2-5 0,-2 0-6 15,1 0-2-15,5 2 4 0,-1-1-8 0,2-6 4 16,2 8 8-16,-1-2-4 0,5-3 7 15,-6-3-5-15,18 5-5 0,-9-5-3 16,-9 0 1-16,21-2 2 0,-12-1-8 0,3 0 3 16,-1-3-7-16,-3 1 3 15,-1-2 11-15,3 0 12 0,-6 2 1 0,2 0 0 16,-5 0-10-16,-1 5-1 0,0-7-4 16,0 7-3-16,0 0 0 0,-11-7-6 0,11 7-1 15,-15 0 3-15,15 0-4 0,-13 0-2 16,13 0 2-16,0 0-9 0,-18 0 5 0,18 0-3 15,0 0-1-15,-13 2-9 0,13-2 0 16,0 0-16-16,-12 2-29 0,12-2-49 0,-5 1-64 16,5-1-87-16,-10 6-138 0,3-3-199 15,2 2 57-15,-4 0-232 0,4 4-242 16</inkml:trace>
  <inkml:trace contextRef="#ctx0" brushRef="#br0" timeOffset="-125587.18">12566 13805 2363 0,'0'0'236'0,"2"3"11"0,-2-3-11 0,0 0 19 0,0 0 19 0,30-17 32 15,-12 6 15-15,6-7 3 16,2-3-27-16,3 1-19 0,7-6-46 0,1-1-11 0,-5 5-31 16,-5 2-20-16,1-1-17 15,-1 3-17-15,-2-1-12 0,-8 3-16 0,0 4-4 16,-2 2-17-16,-2 0-15 0,-2 3-27 15,-6-1-27-15,2 4-34 0,-3-1-32 0,2 2-38 16,-3-1-42-16,-3 4-58 0,7-5-75 16,-7 5-77-16,0 0-86 0,0 0-116 0,0 0-184 15,-14 17 67-15,7-7-496 0,-3 2-619 16</inkml:trace>
  <inkml:trace contextRef="#ctx0" brushRef="#br0" timeOffset="-125254.59">13939 13774 3080 0,'-7'5'157'0,"2"-2"38"15,5-3 7-15,0 0 6 0,0 0 4 16,0 0 13-16,0 0 26 0,0 0 17 0,28-27-3 16,-3 9-27-16,6 2-26 0,6-6-16 15,-6 2-24-15,-1 5-16 0,-3-1-16 16,0 1-7-16,-7 1-16 0,0 6-21 16,-4-1-7-16,-4 3-35 0,-1 0-23 0,-3 1-22 15,0 0-29-15,0 1-35 0,-5 1-39 16,-3 3-55-16,9-5-79 0,-9 5-89 15,0 0-98-15,0 0-161 0,0 0-157 0,0 0 74 16,0 0-518-16,0 0-642 0</inkml:trace>
  <inkml:trace contextRef="#ctx0" brushRef="#br0" timeOffset="-121888.14">15250 10301 3483 0,'0'0'53'0,"9"-4"-3"0,-9 4-5 0,0 0 16 0,0 0 26 0,0 0 32 0,0 0 14 16,3-6-2-16,-3 6-12 0,0 0-13 16,0 0-12-16,0 0-11 0,0 0-8 0,0 0-9 15,0 0-17-15,0 0-36 0,0 0-27 16,0 0-60-16,0 0-80 0,0 0-74 0,2 14-112 15,-2-14-173-15,-3 10-87 0,3-10 75 16,-6 9-264-16,3-7-277 0</inkml:trace>
  <inkml:trace contextRef="#ctx0" brushRef="#br0" timeOffset="-121453.04">16120 10274 2371 0,'-4'-6'104'0,"4"6"30"0,0 0 29 0,-6-6 25 0,6 6 17 0,0 0 2 0,-3-11-1 15,3 11-9-15,-5-6-19 0,5 6-19 16,0 0-18-16,0 0-16 0,-2-6-16 16,2 6-43-16,0 0-51 0,0 0-91 0,0 0-88 15,0 0-74-15,0 0-112 0,0 0-239 16,0 0 23-16,0 0 70 0,0 0-215 16,0 0-203-16</inkml:trace>
  <inkml:trace contextRef="#ctx0" brushRef="#br0" timeOffset="-121070.58">17728 10282 2291 0,'0'0'203'0,"6"-6"-1"15,-6 6-4-15,1-8 13 0,-1 8 5 16,0 0-10-16,0-4-23 0,0 4-19 0,0 0-21 16,0 0-35-16,0 0-48 0,0 0-56 15,0 0-72-15,0 0-75 0,0 0-95 0,0 0-145 16,0 0-200-16,0 0 61 0,0 0-244 16,0 0-256-16</inkml:trace>
  <inkml:trace contextRef="#ctx0" brushRef="#br0" timeOffset="-120671.53">20032 10249 1936 0,'0'0'-76'0,"0"0"12"0,-7-4 5 0,7 4 9 0,0 0 4 0,-9-4 5 16,9 4 4-16,0 0-19 15,0 0-30-15,-7-2-41 0,7 2-90 0,0 0-150 16,0 0 121-16</inkml:trace>
  <inkml:trace contextRef="#ctx0" brushRef="#br0" timeOffset="-116622.69">15359 10268 1021 0,'0'0'32'0,"0"0"7"0,0 0 12 0,-36 2 13 0,11 2 16 16,-11 3 16-16,-8 1 14 15,-10 4 32-15,-6-2 11 0,1 5 2 0,0-3-3 0,6 2-13 16,-1-1-7-16,12-3-18 16,6 1-8-16,6-3-8 0,7-1-15 0,3-4-8 15,7 1-5-15,3-1-1 0,1 1-2 16,9-4 0-16,0 0-7 0,0 0-7 0,0 0 0 15,50-25-9-15,-5 7-5 0,7-2-6 16,5-6-12-16,2 5-8 0,1-4 0 0,-1 1-4 16,-2 3 3-16,-8 0-1 0,-15 7 0 15,-9 4-8-15,-6 3-3 0,-8 5-1 0,-5-1-3 16,-6 3 4-16,0 0-1 0,0 0 4 16,-54 22 5-16,5-3 11 0,-2 1 4 15,-7 5 7-15,-3-2 5 0,2 4-2 0,0-1-6 16,7-1 0-16,-2-1-4 0,8 2 4 15,12-9-6-15,3 2 0 0,4-2-7 16,11-4-1-16,2-4 0 0,6 1 13 16,3-3-14-16,7-4 4 0,-2-3 0 0,15 4-6 15,6-8-11-15,13-2-12 0,8-6 3 16,7-5-4-16,1-2 4 0,2-2-2 0,-5-1 3 16,-2 1 1-16,-6-2 0 0,-6 6-1 15,-8 1 3-15,-6 4 4 0,-4 2 5 0,-6-1-1 16,-3 5 1-16,-2 0-4 0,-6 1 1 15,2 5-2-15,-12-5 6 0,-1 4 4 0,-2 2 3 16,-8 3-1-16,0 2 1 16,-13 2-10-16,4 3 4 0,3-1-5 0,4 0 4 15,6 0-2-15,2 0 3 0,3-3-3 16,2 1 3-16,1-1-6 0,4 0 6 0,3-2-8 16,4-5 15-16,0 0-12 0,11 5-4 15,-11-5-15-15,37-7 0 0,-2-1 0 0,1-5 2 16,0-2-1-16,0-1 1 0,1 1 2 15,-5-1 7-15,-3 3 0 0,-7 3 0 16,-7 2 8-16,-2 2-3 0,-5 0-2 0,-5 3 2 16,-3 3 0-16,0 0 9 0,0 0 4 15,-37 5 4-15,4 7 6 0,-3 3-4 16,-7 3 3-16,-3 3 0 0,0 3-8 16,7 0 3-16,3 2-3 0,10-7-3 0,4 1 6 15,6-3-3-15,7-2-2 0,3-1-2 16,6-4 10-16,4 1-8 0,9-5 3 0,6 2-3 15,10-7-8-15,10-4-10 0,7-3-7 16,15-9-4-16,1 0 4 0,0-4 2 0,-1-2 2 16,0 1-2-16,-4-1 2 0,-9 3 0 15,-14 4-2-15,-5 2 17 0,-8 3 9 0,-6 3 1 16,-5 0-5-16,-8 4 5 0,-2 2 0 16,0 0-3-16,0 0 4 0,-54 18 7 15,22-3 1-15,-13 6-6 0,0 3 8 0,-1 5-2 16,1-1-3-16,-3 0-6 0,4-1 2 15,4 2-3-15,3-2 5 0,11-8-5 16,4 1-3-16,6-5-3 0,7-3 2 0,1-1 3 16,8-3 1-16,4-3 4 0,5-1-6 15,9-4 1-15,6-3-3 0,15-5-12 16,9-7 2-16,4-5-7 0,5-3-3 0,-1 0 3 16,-5-4-1-16,-3 3 2 0,-9 5 0 15,-10 1 6-15,-8 7 7 0,-3 1-1 0,-9 6-1 16,-5-4-5-16,-4 6 6 0,0 2 6 15,0 0 6-15,-38 7 9 0,6 4 8 16,-5 4 1-16,-9 5 0 0,-2 1-3 16,1 1-6-16,1 5 4 0,-1-4-5 0,3 0-3 15,2 1-3-15,10-6-4 0,1 0 3 16,12-6-3-16,2-4 1 0,3-1-1 0,7 1 3 16,1-6-4-16,5 2 5 0,1-4-6 15,0 0 2-15,26-10-3 0,3-4-1 0,5-5-5 16,11-5-3-16,2-4 0 0,-4-1-2 15,1 0-3-15,-2 2 8 0,-6-2-6 0,-9 8 5 16,-4 2-1-16,-7 5-10 0,-5 2 9 16,-6 4 2-16,-3 1-6 0,-2 7 5 0,-14-7 4 15,3 7 6-15,-8 3-1 0,-3 3 0 16,-13 4 5-16,-2 0-2 0,5 6-1 16,0-1-1-16,1 0-1 0,4 2-5 15,7-6-2-15,4-1 3 0,5-2-2 0,-1-3 4 16,7 1-1-16,-1-3-2 0,6-3 2 15,0 0 1-15,0 0-3 0,42-9 2 0,-10-5-11 16,16-6-11-16,6-5-11 0,-5-1-12 16,1-1 2-16,-2 1-14 0,-9 2 4 15,-6 4 7-15,-8-1 0 0,-9 8 6 0,-4-1 2 16,-4 2 4-16,-8 5-4 0,-4-1 16 16,-5 3 7-16,-7 4 11 0,-3 1 10 0,-9 4 9 15,-11 2-5-15,-2 6 4 16,-8 3-1-16,2 3-4 0,1 1-1 0,12-2-1 15,4 0-4-15,-1-1 3 0,10-3-10 16,4-3 6-16,3-1-3 0,5-2 3 0,4-1 1 16,5-1 0-16,0-5 5 0,0 0-4 15,28-3-4-15,5-7-15 0,12-7-7 0,7-2-14 16,1-3 3-16,1-2-22 0,-7-2 3 16,-1 2 2-16,-6 1 4 0,-12 5 9 0,-6 5 2 15,-8 1 18-15,-2 3-11 0,-8 3 4 16,-4 0-1-16,0 6 19 0,-16-8 15 0,2 8 8 15,-13 4 5-15,-11 1 4 0,-5 4 0 16,-5 2 1-16,-2 3-2 0,0 3-4 16,4-1-2-16,9-2 2 0,1 1-8 15,8-3 0-15,8-1-6 0,2-1 0 0,5-1 1 16,5-4-2-16,4 0 3 0,4-5-4 16,0 0 3-16,29 0-3 0,5-7-16 0,6-3-9 15,18-7-13-15,1-3 1 0,0 0-16 16,-3-1-5-16,0-3 4 0,-10 6 4 15,-10 2 6-15,-6 3 6 0,-8 2-2 0,-7 2 1 16,-6 3 0-16,-5 0-1 0,-4 3 25 16,0 3 10-16,0 0 10 0,-37 2 10 0,1 5 1 15,-1 5 5-15,-13 2 6 0,1 3-3 16,-1-1 0-16,2 1 0 0,1 2-8 16,11-3-1-16,1-2-5 0,7-1-4 15,7-3-8-15,5-2 6 0,3-3-1 0,7-1 4 16,3-1 2-16,3-3-2 0,0 0-5 15,0 0-4-15,64-14-1 0,-15-4-18 0,10 1-13 16,2-1-1-16,-2-3-14 0,1 0-5 16,-9 3 0-16,-13 3 3 0,-5 3 12 0,-8 1-4 15,-10 2 3-15,-4 4 2 0,-3 0 6 16,-8 2 3-16,0 3 17 0,0 0 6 0,-34 3 5 16,-4 2 14-16,-5 6 0 0,-10 4 3 15,-4 0 3-15,2 2-3 0,-3 2-4 0,3 3-3 16,2-3-3-16,5 1 1 15,12-3-7-15,4-3 0 0,11-4-2 0,3-1 1 16,7-4 5-16,6 0-3 0,3-3 0 16,2-2-4-16,0 0 0 0,39-12-1 0,-1-2 2 15,14-5-6-15,2-6-1 0,1 1-3 16,1-1 0-16,-6 2-5 0,-3-2 0 0,-15 6 5 16,-4 5-2-16,-7 1-2 0,-7 4 0 15,-5 4-2-15,-4-2-1 0,-6 4 0 16,1 3 3-16,0 0 0 0,-42 3 2 0,8 6 1 15,-7 1 4-15,-6 5 1 0,-5 2-2 16,3 1-3-16,-2 2 0 0,1 0 3 16,6 0 0-16,8-3-4 0,10-1 0 15,2-6-2-15,12-1 2 0,1-1 6 0,9-4 2 16,2-4-4-16,14 6 4 0,7-8-3 16,17-2-6-16,19-8-20 0,7-1-17 0,2-1-16 15,1-1-9-15,-5-3-10 0,-4 6-2 16,-17 1 14-16,-7 2-2 0,-7 4 4 0,-6 0 3 15,-8 3 5-15,-6 2 27 0,-7 0 28 16,0 0 11-16,-20 15 18 0,-12-3 14 0,-10 9 2 16,-7 1 4-16,-1 3-4 0,-1 0 0 15,5 0-7-15,-2 2-4 0,2-2-5 0,14-6-2 16,5 0-4-16,8-5-2 0,6 0-1 16,6-4 1-16,3-2 0 0,10-1-8 15,3-3-10-15,10-1-21 0,10-4-27 16,14-3-18-16,16-5-16 0,0-1-27 0,-5 0-6 15,-11 1 11-15,-5 2 10 0,-11 2 9 16,-6 0 12-16,-6 3 14 0,-7-1 13 0,-8 3 22 16,0 0 33-16,0 0 15 0,0 0 22 15,-40 10 2-15,4 2 3 0,-2 1-2 16,0-2-1-16,-8 8-6 0,10-5-7 0,2 0-5 16,1-1-2-16,6-1-1 0,8-2-7 15,4 1-1-15,3-3 0 0,7 1-7 16,-1-2-11-16,8 0-7 0,4-1-16 0,4 0-14 15,3-2-15-15,6 2-10 0,1 0-3 16,4-5 5-16,-1 1 0 0,-4 0 3 16,-1-1 8-16,-2 1 12 0,-5-1 24 0,0-1 17 15,0 2 13-15,-11-2 7 0,0 0 11 16,0 0 6-16,0 0 13 0,0 0 9 0,0 0 3 16,0 0 0-16,0 0 0 0,-20-11 6 15,20 11-2-15,-7-4-7 0,7 4-5 0,0 0-5 16,-8-8-6-16,8 8-11 0,0 0-26 15,0 0-19-15,15-14-23 0,-4 11-24 0,7-1-27 16,-1 0-30-16,-2 0-16 16,1 2-3-16,-3 0 7 0,-6 0 9 0,3 2 10 15,-10 0 11-15,0 0 27 0,15 0 41 16,-15 0 30-16,0 0 21 0,0 0 20 0,-21 14 26 16,10-10 14-16,-2-1 9 0,1 1 4 15,1 0-1-15,-1-2-2 0,2 1-7 0,10-3-7 16,-12 4-3-16,6-1-9 0,6-3-10 15,0 0-6-15,-8 2-5 0,8-2-7 16,0 0-9-16,0 0-20 0,0 0-25 0,42-5-15 16,-25 1-19-16,0 1-11 0,-2-3-6 15,3 2 5-15,-7 2 5 0,3 1 3 0,-7-3 4 16,0 2 5-16,1-1 6 16,-8 3 17-16,10-3 4 0,-10 3 6 0,0 0 5 15,0 0 3-15,0 0 11 0,0 0 7 16,0 0 1-16,0 0 2 0,0 0 0 0,0 0-3 15,0 0 4-15,0 0 0 0,0 0 2 16,0 0-5-16,0 0-1 0,-6-14-4 0,16 8-1 16,-3 0-1-16,4-3-8 0,-1-2-10 15,1 1 1-15,1-2-6 0,-4 0 1 0,-3-1-3 16,3-1 2-16,-5-1-3 16,1-1 0-16,-4 4 0 0,0 0 2 0,-4 2-3 0,1-1 2 15,-3 4-2-15,1 1-31 16,-1 1-36-16,1 1-58 0,5 4-73 0,-12-2-72 15,12 2-94-15,0 0-134 0,-15 11-134 16,10-5 75-16,3 1-366 0,2 0-411 0</inkml:trace>
  <inkml:trace contextRef="#ctx0" brushRef="#br0" timeOffset="-37721.36">8838 5537 1640 0,'12'0'502'0,"-12"0"-115"0,0 0-71 0,0 0-1 0,9-6-28 0,-9 6-9 16,0 0-14-16,11-6-14 0,-11 6 12 0,8-8-17 15,-4 4-8-15,-4 4-3 0,11-9-8 16,-7 4-15-16,2-2-15 0,-1-1-10 0,3 1-16 15,-4 0-5-15,4-2-24 0,-5 1-10 16,1-3-4-16,0-1-21 0,-2 0-11 16,2-3-10-16,-2-1-6 0,-2-5-14 15,-2-2-5-15,-4-10-8 0,0-1-9 0,-1-2-3 16,-3 4-2-16,-7 1-8 0,0-1-3 16,-2 7-6-16,-2 0-3 0,-1 2-3 15,-7 5-1-15,0 3-2 0,-1 3-4 0,-4 5-1 16,-3 2 5-16,-3 3-6 0,8 2-1 15,-1 2 2-15,-7 3-2 0,2 0-5 0,2 7-4 16,-4 2 3-16,8 1 1 0,-1 2 0 16,5 4 1-16,-1 0 1 0,4 3-1 0,2 0 0 15,4-1 11-15,2 2-10 16,6-4-3-16,2-4 1 0,2-2 3 0,3-1 1 16,-1 0 0-16,1-3 0 0,0 1-3 15,4-1 2-15,0-2 1 0,-2-3 4 0,2-6-8 16,2 12 6-16,-2-12-1 0,0 12-1 15,0-12-13-15,0 7-44 0,0-7-51 16,2 5-61-16,-2-5-76 0,0 0-88 0,0 0-95 16,0 0-110-16,0 0-150 0,0 0-78 15,0 0 74-15,0 0-566 0,-8-24-714 0</inkml:trace>
  <inkml:trace contextRef="#ctx0" brushRef="#br0" timeOffset="-37371.33">8031 5206 3456 0,'0'0'20'0,"-3"-12"60"0,1 4 50 0,2 8 41 0,-2-9 24 15,2 9 16-15,-2-7-11 0,2 7 11 0,0 0 44 0,0 0 12 0,0 0 20 0,-5 32 21 0,-1-11 1 0,2 13-8 0,-6 2-8 0,3 0-9 0,-1 1-12 0,1 0-11 0,2-2-22 0,2-6-10 0,3-6-17 0,3 0-212 0,0-1 0 0,5 0 0 0,1-5 0 0,3 0 0 0,8 2 0 0,1-5 0 0,-1-4 0 0,2-3 0 0,1-3 0 0,2 0 0 0,-2-4 0 0,-1 0 0 0,1-3 0 0,-3 2 0 0,0-1 0 0,0-2 0 0,-7 2 0 0,4-1 0 0,-5 0 0 0,-1-1 0 0,-2 2 0 0,-1-1 0 0,-8 3 0 0,8-2 0 0,-8 2-304 0,0 0-481 0,0 0-157 16,-14 16 73-16,-1-6 100 0,-10 7-769 0,1 5-982 16</inkml:trace>
  <inkml:trace contextRef="#ctx0" brushRef="#br0" timeOffset="-25457.27">10590 6814 3990 0,'0'0'-136'0,"0"0"54"0,1 6 47 0,-1-6 39 0,0 0 43 0,0 0 36 15,0 0 24-15,0 0 22 0,0 8 17 0,0-8 9 16,0 0-1-16,0 0-1 0,0 0 1 16,0 0-4-16,0 0-5 0,0 0-6 0,0 0-9 15,0 0-7-15,0 0-3 0,0 0-17 16,0 0-1-16,11-18-6 0,-11 18-4 0,0 0-9 15,0-8-9-15,0 8-4 0,0 0-8 16,0 0-10-16,-9-9-1 0,9 9-2 0,0 0-8 16,0 0-6-16,-30 9-1 0,21-4 15 15,-4 0 0-15,6 3 6 0,-4 1-10 16,3-2 1-16,0 3-5 0,5-1 1 0,-1-1-2 16,2 1 16-16,0-1-12 0,4 2 3 15,0-4-6-15,3 1-3 0,-1-1-3 16,4 0-4-16,0-1-4 0,-8-5 1 15,18 4 1-15,-6-3-9 0,-12-1 1 0,21-1-1 16,-11-3-6-16,1 1 0 0,-2-3 0 16,1-1 8-16,-2 1 3 0,-1-2 6 0,-1 0 15 15,0 0 7-15,-2-1 4 0,1 3 2 16,-5-1-1-16,2-2-1 0,-2 9 0 0,2-11-8 16,-2 11-5-16,-5-10-1 0,5 10-3 15,-13-7 1-15,13 7 2 0,-16-1-43 16,16 1 0-16,-16 1 0 0,16-1 0 15,-16 7 0-15,8-1 0 0,2-2 0 0,6-4 0 16,-10 11 0-16,9-5 0 0,-1 0 0 16,0 2 0-16,2-8 0 0,4 15 0 0,-3-9 0 15,3 0 0-15,-4-6 0 0,12 10 0 16,-4-7 0-16,-8-3 0 0,12 4 0 0,-12-4 0 16,14 0 0-16,-14 0 0 0,0 0 0 15,17-7 0-15,-17 7 0 0,10-10 0 16,-6 8 0-16,-4 2 0 0,5-10 0 0,-5 10 0 15,2-10 0-15,-2 10 0 0,0-7 0 16,0 7 0-16,0 0 0 0,0 0 0 16,0 0 0-16,-17-2 0 0,17 2 0 15,0 0 0-15,0 0 0 0,-17 9 0 0,17-9 0 16,-5 7 0-16,5-7 0 0,-7 9 0 16,7-9 0-16,-2 8 0 0,2-8 0 0,0 0 0 15,2 10 0-15,-2-10 0 0,0 0 0 16,0 0 0-16,0 0 0 0,18 0 0 0,-18 0 0 15,0 0 0-15,0 0 0 0,19-12 0 16,-13 6 0-16,-6 6 0 0,7-10 0 0,-5 4 0 16,-2 6 0-16,3-7 0 0,-3 7 0 15,2-6 0-15,-2 6 0 0,0 0 0 0,0 0 0 16,0 0 0-16,0 0 0 0,0 0 0 16,0 0 0-16,-27 13 0 0,20-7 0 15,3 0 0-15,-1 4 0 0,1-4 0 16,2 2 0-16,-1-1 0 0,3-7 0 0,-2 13 0 15,2-13 0-15,0 9 0 0,0-9 0 16,4 7 0-16,-4-7 0 0,5 6 0 0,-5-6 0 16,0 0 0-16,0 0 0 0,31-10 0 15,-22 5 0-15,0-1 0 0,-1-2 0 16,3-2 0-16,-5 5 0 0,2-5 0 0,-4 2 0 16,2 2 0-16,-5-2 0 0,-1 8 0 15,2-11 0-15,-2 11 0 0,0 0 0 16,-7-10 0-16,7 10 0 0,-14 0 0 15,14 0 0-15,0 0 0 0,-31 10 0 0,22-6 0 16,0 3 0-16,1 1 0 0,0 0 0 16,1 1 0-16,1-1 0 0,3 0 0 0,-2 0 0 15,3-2 0-15,2-6 0 0,-2 11 0 16,2-11 0-16,0 10 0 0,0-10 0 0,4 4 0 16,-4-4 0-16,0 0 0 0,14 4 0 15,-14-4 0-15,0 0 0 0,0 0 0 0,21-8 0 16,-17 4 0-16,-4 4 0 0,7-8 0 15,-5 3 0-15,2 1 0 0,-1-1 0 0,-3 5 0 16,0-9 0-16,0 9 0 16,0-7 0-16,0 7 0 0,0 0-417 0,-9-6-103 15,9 6-88-15,0 0-96 0,-16 0-108 16,16 0 64-16,-12 6-742 0,2-3-938 0</inkml:trace>
  <inkml:trace contextRef="#ctx0" brushRef="#br0" timeOffset="-18672.47">7066 7037 3886 0,'-12'-2'-156'0,"3"2"26"0,9 0 20 0,-15-2 16 0,15 2 25 0,0 0 27 0,-12-1 19 15,12 1 8-15,0 0-1 0,0 0 3 16,0 0 0-16,0 0 0 0,0 0 4 0,0 0 17 15,0 0 15-15,38 3 8 0,-8-1 5 16,17-2 8-16,17-5-1 0,13 4-4 16,11-3 2-16,27-3 0 0,15-4-11 15,7 1-10-15,12 0-6 0,5 3-2 0,11-4-3 16,-4 7-1-16,1 0-7 0,2 1 0 16,-7 1-2-16,-9 2-2 0,-7-2 0 15,-7 0 2-15,-14 2-1 0,-9-1 4 0,-25-2 2 16,-3 2-2-16,-9-2-1 0,-12-1 4 15,-14 0-5-15,-4 2-4 0,-14 2 5 0,-5-2 0 16,-3 1 3-16,-8-1 0 0,0 0 2 16,-3-2 1-16,-2 3-3 0,-9 1 1 0,7-4-11 15,-7 4-6-15,0 0-20 0,0 0-18 16,-29-1-15-16,6 1-25 0,-16 1-20 0,-8 3-28 16,-14-1-38-16,-5-1-47 15,-11 3-53-15,-6 1-56 0,-24 3-51 0,-10 2-203 16,-8 2-87-16</inkml:trace>
  <inkml:trace contextRef="#ctx0" brushRef="#br0" timeOffset="-18424.97">8169 7093 1639 0,'-91'7'35'0,"5"0"14"0,-26 0 13 16,-1 1 13-16,2-2 19 0,1 2 30 15,21-6 14-15,1 3 21 0,6-3 14 0,8 2 1 16,6-4-2-16,20 3-3 0,3-3 3 16,13 1-12-16,12-2-12 0,2 1-8 0,11-3-15 15,7 3-13-15,0 0-8 0,50-20 1 16,20 6-8-16,32-2-16 0,22 0-5 15,19-1-9-15,11-2 0 0,16 4-12 16,46-6-13-16,-45 9-12 0,50-5-14 0,-53 8-11 16,-2-2-8-16,-4-1-17 0,-14 2-19 15,-15 4-30-15,-13-3-35 0,-37 4-38 16,-15 2-33-16,-20-1-27 0,-6 0-17 0,-14 2-8 16,-8 2-8-16,-11-3-38 0,-4 2-56 15,-5 1-102-15,0 0-13 0,0 0-153 0,-36-5-95 16</inkml:trace>
  <inkml:trace contextRef="#ctx0" brushRef="#br0" timeOffset="-17524.91">7056 7399 1638 0,'4'-6'50'0,"-4"6"27"0,4-7 17 0,-4 7 17 0,4-5 25 0,-4 5 22 16,0 0 12-16,2-7 12 0,-2 7-17 0,0 0-5 16,0 0-12-16,0 0 9 0,0 0 1 15,-6 29 3-15,2-8-6 0,-4 12-13 16,3 2-6-16,-3 4-1 0,6 0-8 15,-5 1-11-15,0-3-5 0,2 1-6 0,-1-3-10 16,3-2 0-16,-1-4-3 0,0-7-4 16,1 1 2-16,-2-6-3 0,3 0-6 15,-2-1-7-15,4-4-8 0,-3 1-4 0,1-4-4 16,0-1-9-16,0 1-5 0,0-2-23 16,2-7-30-16,0 10-49 0,0-10-42 0,-1 7-65 15,1-7-66-15,0 0-63 0,0 0-86 16,0 0-127-16,0 0-83 0,0 0 31 0,-9 2-360 15,9-2-399-15</inkml:trace>
  <inkml:trace contextRef="#ctx0" brushRef="#br0" timeOffset="-16676.27">7047 7841 2453 0,'-10'2'16'0,"10"-2"20"16,0 0 13-16,-14 0 5 0,14 0 11 0,0 0 6 16,0 0 3-16,-11-4-7 0,11 4-3 15,0 0-1-15,0 0-4 0,0 0-4 0,0 0-10 16,27-6 6-16,-14 6-8 0,1-1-4 15,4 0-4-15,0-1 1 0,3 0-4 16,3-1-8-16,3-1-1 0,0 1-4 0,9-2 1 16,3 0 0-16,2 2-8 0,7 1 6 15,1-2 18-15,18 4 1 0,2-2 4 0,5 2 0 16,3-1-7-16,0 1-3 0,9 3 0 16,2-3-10-16,2 0-4 0,-1 0 2 0,3 2 1 15,1-2-4-15,22-4 4 16,-6 1-6-16,-17 0 2 0,-1 1-3 0,20-4-2 0,-21 3-1 15,-1-2-3-15,21 0-1 16,-26-3 0-16,2 4-2 0,-3-1-4 0,-8-1-2 16,2 4-13-16,-1-2-4 0,-5-1 1 15,-3 2 3-15,-5 0 0 0,0 0 1 16,-9 3-1-16,-6-4-4 0,4 2 12 0,11 2-4 16,-9-2 0-16,-4-1-2 0,0 1 4 15,-2-2 5-15,-1 2 1 0,-2 1 0 0,-4-2 2 16,-5 3 1-16,-7-3-7 15,0 3 4-15,-3-1 4 0,-2 1-6 0,-5-2 6 0,-1 0-1 16,2 2-2-16,-4-4 3 16,0 3 0-16,-3 0 8 0,3-2 9 0,-3 0 1 15,1 3 7-15,-5-3-4 0,-9 3 1 16,19-2 1-16,-19 2 9 0,17-1-3 0,-17 1 1 16,16-3 1-16,-16 3 7 0,9 0 5 15,-9 0 7-15,0 0-3 0,14-3 3 16,-14 3-10-16,0 0-1 0,0 0 1 0,15-3-4 15,-15 3-5-15,0 0-1 0,9-2 0 16,-9 2 4-16,0 0-3 0,8-5-4 0,-8 5 10 16,6-7 8-16,-6 7-3 15,3-9 14-15,-1 3 4 0,-2-5 0 0,0 1 5 16,0-4-1-16,-2-3-2 0,0-3-6 16,2-4-8-16,-7-12 0 0,2-2-7 0,0-3-9 15,1-1-2-15,1 5 3 0,1 1-9 16,-4 2 3-16,2 8 5 0,3 5 4 0,1 2 1 15,-4 4-6-15,1 5 2 0,3 0-6 16,0-1-2-16,-2 5-7 0,2-3-1 0,0 9-10 16,-2-13-8-16,2 13-20 0,0-10-22 15,0 10-35-15,0-7-23 0,0 7-45 16,-1-5-57-16,1 5-58 0,0 0-61 0,0 0-92 16,0 0-141-16,0 0-32 0,0 0 48 15,0 0-312-15,0 0-334 0</inkml:trace>
  <inkml:trace contextRef="#ctx0" brushRef="#br0" timeOffset="-15541.72">7828 7395 2315 0,'0'0'25'0,"0"-5"26"0,0 5 18 0,4-7 24 0,-4 7 23 0,4-9 23 0,-4 9 31 0,1-8 12 15,-1 8 4-15,4-5-9 0,-4 5-15 0,0 0-19 16,0 0 3-16,0 0 17 0,0 0 3 16,7 29-7-16,-7-4-13 0,-3 13-14 0,3 4-15 15,0-1-7-15,0 0-12 16,4-2-6-16,-4-1-12 0,4-1-5 0,-2 0-6 15,0-12-7-15,2-3-5 0,-3-1 1 16,-1-3 3-16,0-1-7 0,2-4-5 0,-2-3-2 16,2 1-2-16,-2-2-8 0,2-1-4 15,-2-1-11-15,2 0-21 0,-2-7-41 16,2 8-57-16,-2-8-78 0,0 0-100 0,0 0-93 16,0 0-117-16,0 0-177 0,0 0 47 15,0 0 77-15,0 0-364 0,19-15-384 0</inkml:trace>
  <inkml:trace contextRef="#ctx0" brushRef="#br0" timeOffset="-13941.51">8637 7343 2245 0,'0'0'-131'0,"0"0"35"0,0 0 35 0,0 0 28 0,0 0 33 0,9-1 33 0,-9 1 38 15,0 0 13-15,0 0 26 0,0 0 19 0,3-5 19 16,-3 5 17-16,0 0 8 0,0 0 9 16,0 0 0-16,0 0 3 0,0 0-10 0,0 0-11 15,0 0 6-15,0 0 14 0,0 15 6 16,0-3-2-16,2 7-2 0,0 5 0 0,0 4-18 16,4 8-10-16,-5 1-7 0,8 3-17 15,-4-5-12-15,1 0-8 0,-1-8-13 0,-1-2-7 16,0-4-10-16,0-1-9 15,-2-3-6-15,2-1-7 0,-2 1-5 0,0-5-10 16,-1-1-18-16,-1 3-27 0,0-4-32 16,0-3-33-16,0 2-39 0,2-1-41 15,-2-2-63-15,0-6-84 0,-2 8-79 0,2-8-97 16,-1 4-123-16,1-4-25 0,0 0 38 16,0 0-393-16,0 0-446 0</inkml:trace>
  <inkml:trace contextRef="#ctx0" brushRef="#br0" timeOffset="-13593.31">9353 7296 2569 0,'3'-7'6'16,"1"-3"34"-16,0 8 23 0,-4 2 26 15,4-7 34-15,-4 7 43 0,2-7 32 0,-2 7 7 16,0 0 4-16,0 0-9 0,4-10-14 16,-4 10-13-16,0 0-6 0,0 0 28 0,0 0 10 15,0 0-7-15,3 34-14 0,-3-17-14 16,2 10-15-16,-2-1 2 0,2 12-9 0,-2-1-20 16,2-2-17-16,-2-2-7 0,0-6-10 15,0-1-6-15,-2 0-3 0,2-6-14 16,0-1-10-16,0 0-4 0,-2 0-8 15,2-5-6-15,-2-3-6 0,2 1-18 0,-1 1-26 16,1-4-42-16,0-2-53 0,0-7-63 16,-4 14-99-16,2-8-104 0,0-2-106 15,2-4-124-15,-2 7-83 0,2-7 50 0,-8 8-530 16,8-8-628-16</inkml:trace>
  <inkml:trace contextRef="#ctx0" brushRef="#br0" timeOffset="-10810.26">9317 8388 2974 0,'5'-7'-62'0,"-1"0"55"0,-1 2 46 0,1 0 38 0,-4 5 32 0,7-8 35 16,-7 8 15-16,3-6 8 15,-3 6 1-15,0 0-6 0,2-5-7 0,-2 5 4 16,0 0 13-16,0 0 2 0,0 0-1 16,0 0 5-16,0 0-1 0,-16 26 5 0,9-16-6 15,-2 2-3-15,-7 3-7 0,-2 6-10 16,-9 0-11-16,4-1-7 0,-2 3-21 0,2-5-12 16,2 2-6-16,-2-4-12 0,6-2-7 15,4-5 14-15,4-1 5 0,-2-2 4 0,4-1 4 16,1 0 0-16,6-5 8 0,-7 7-4 15,7-7-13-15,-4 5-7 0,4-5-8 0,0 0-5 16,0 0-6-16,11 9-6 16,1-4-8-16,1 0-3 0,8 2-4 0,0 3-5 15,9 2-31-15,5-1-15 0,-7 5 0 16,5-2 0-16,-5-2 0 0,-3 2 0 0,0-4 0 16,-8-2 0-16,-2 1 0 0,-2-4 0 15,-1 2 0-15,-2-2 0 0,-1 0 0 16,-1-2 0-16,-8-3 0 0,13 6 0 0,-7-3 0 15,-6-3 0-15,10 3 0 0,-10-3 0 16,0 0 0-16,11 6 0 0,-11-6 0 0,0 0 0 16,0 0 0-16,0 0 0 15,0 0-68-15,18-4-161 0,-18 4-60 0,0 0-84 16,0 0-94-16,7-6-97 0,-7 6-112 16,4-4-86-16,-4 4 61 0,0 0-681 0,1-7-834 15</inkml:trace>
  <inkml:trace contextRef="#ctx0" brushRef="#br0" timeOffset="-9942.65">9705 8344 3454 0,'0'0'-225'0,"-1"-6"27"0,1 6 21 0,0 0 34 0,-4-6 10 16,4 6 24-16,0 0 23 0,2-9 26 0,-2 9 27 15,0 0 47-15,3-8 45 0,-3 8 50 16,2-8 60-16,-2 8 43 0,4-6 41 0,-4 6 32 16,0 0 24-16,4-11 15 0,-4 11 23 15,0 0 12-15,-2-8-6 0,2 8-9 0,0 0-19 16,0 0-28-16,0 0-29 0,0 0-22 16,0 0-1-16,0 0-18 0,4 25-19 15,-4-6-23-15,1 5-16 0,3 14-18 0,2-1-8 16,-2 3-20-16,0-3-10 0,1 1-49 15,-1-2-64-15,4-1 0 0,-3-4 0 0,2-6 0 16,-6-2 0-16,1-8 0 16,0 2 0-16,0-5 0 0,2 0 0 0,-4 0 0 15,1-3 0-15,-2-1-147 0,-1-1-200 16,2-7-124-16,-4 7-124 0,4-7-126 0,0 0-85 16,0 0 71-16,0 0-751 0,2-26-933 15</inkml:trace>
  <inkml:trace contextRef="#ctx0" brushRef="#br0" timeOffset="-9644.11">9858 8376 3996 0,'4'-12'32'0,"-4"0"64"16,1 4 33-16,1-1 24 0,4 0 16 0,-3 1 8 15,6 1-4-15,-2-1-11 0,2 6-12 16,2-2-11-16,2 6-11 0,-1 2-3 16,1 2-10-16,-2 5-4 0,0 4 4 15,-1 4 15-15,-3 1 5 0,-3 6 17 0,-2-2 13 16,-2 3 11-16,2-1 0 0,-6-1-2 15,2-1-9-15,2-3-13 0,0-4-9 16,0-1-5-16,0-2-2 0,2-1 7 0,2-2 4 16,-3-1-58-16,6-6-89 0,0 4 0 15,1-4 0-15,-8-4 0 0,14 3 0 0,-14-3 0 16,20-2 0-16,-20 2 0 0,19-3 0 16,-8 1 0-16,-1-2 0 0,2 0 0 15,-5 4-297-15,4-4-234 0,-3 1-115 0,-8 3-129 16,15 0-33-16,-15 0 67 0,10 5-753 15,-8 0-941-15</inkml:trace>
  <inkml:trace contextRef="#ctx0" brushRef="#br0" timeOffset="-9193.65">9404 9056 4319 0,'-14'4'116'0,"0"1"41"0,4 2 31 15,0-2 45-15,3-3 49 0,7-2 44 0,-6 6 42 16,6-6 16-16,0 0-12 16,0 0-11-16,34 4-27 0,-7-8-32 0,15-4-24 15,10-4-107-15,1-2-171 0,3-4 0 16,0 2 0-16,-1-4 0 0,-5 2 0 0,-1 2 0 16,-8 2 0-16,-7 1 0 0,-2 2 0 15,-8 1 0-15,-12 4 0 0,2 3-105 0,-3-2-61 16,-5 3 1-16,-6 2 3 0,7-1 15 15,-7 1 13-15,0 0 11 0,0 0 13 0,-34 20 12 16,5-6 9-16,-3-2 10 0,-2 5 10 16,-2-2 11-16,0-1 38 0,4 1 29 0,-1-1 36 15,8-2 39-15,8-5 26 16,0-2 33-16,5 0 31 0,3 0 28 0,1-2 26 16,8-3 26-16,0 0 21 0,0 0-274 15,0 0-1-15,0 0 0 0,0 0 0 0,53-12 0 16,-18 1 0-16,-1-1 0 0,2-1 0 15,-1 0 0-15,-3 1 0 0,0 0 0 0,-3 0 0 16,-8 2 0-16,-4 3 0 0,-3 3 0 16,-5-2 0-16,0 4 0 0,1 0 0 0,-10 2 0 15,10-3 0-15,-10 3-392 0,0 0-267 16,0 0-163-16,0 0-41 0,0 0 89 0,0 0-818 16,-24 17-1033-16</inkml:trace>
  <inkml:trace contextRef="#ctx0" brushRef="#br0" timeOffset="-7561.4">10771 6315 3923 0,'0'0'-304'15,"-14"-2"38"-15,14 2 36 0,-11 0 37 0,11 0 22 0,0 0 37 0,-18-2 25 16,18 2 18-16,-9 0 13 0,9 0 19 16,0 0 7-16,-9-2 1 0,9 2 7 15,0 0 3-15,0 0 5 0,0 0 2 0,0 0-4 16,-12-2-16-16,12 2-39 0,0 0-28 16,0 0-52-16,0 0-355 0,0 0-31 0</inkml:trace>
  <inkml:trace contextRef="#ctx0" brushRef="#br0" timeOffset="1487.74">12689 15030 3213 0,'6'-13'288'0,"-2"3"-59"0,-4 3-93 0,2 1-64 0,-2 6-22 16,0 0-8-16,0 0 69 0,0 0 9 15,-13 43 1-15,2-9-3 0,-3 17 1 16,1 3 4-16,-1 3 0 0,-1 4-1 16,3-4-8-16,3 1-3 0,1-3-7 0,-2-3-9 15,8-13-8-15,-1 0-12 0,1-4-7 16,0-6-5-16,0-4-5 0,0-6-5 0,2 1-7 16,0-4-5-16,-1-1-5 0,-1-3-20 15,0-1-24-15,0-3-29 0,0 0-45 0,0-3-85 16,2-5-94-16,0 0-84 0,0 0-94 15,0 0-125-15,0 0-99 0,8-31 57 0,-3 10-340 16,6-12-426-16</inkml:trace>
  <inkml:trace contextRef="#ctx0" brushRef="#br0" timeOffset="2320.39">12794 15109 2592 0,'-8'-5'-29'0,"1"1"20"16,7 4 20-16,-11-9 17 0,6 5 19 16,5 4 15-16,-9-4 12 0,9 4 0 0,-5-10-3 15,5 10-10-15,0 0-12 0,0 0-5 16,0 0 0-16,11-7-6 0,8 7-1 16,10-1-5-16,22-1-8 0,27 0 6 15,13 0-6-15,42-3 2 0,11-1-31 16,8-1-46-16,4 2-47 0,9 3-12 0,7 0 16 15,0-1 9-15,8-1 7 0,-5 4 5 16,-10 2 8-16,-6 0 7 0,-11-2 11 0,-12 1 5 16,-18-4 4-16,-34 1 4 0,-12 0 10 15,-20 2 18-15,-7-1 30 0,-12-1 26 16,-10 1 27-16,-4-1 12 0,-6 0 2 0,1 0-1 16,-3 0 3-16,-11 2-3 0,17-4-9 15,-17 4-2-15,10-2-19 0,-10 2-1 16,0 0-8-16,0 0-3 0,5 14 0 15,-5-1-10-15,-3 9-5 0,-5 10-1 0,-2 6 2 16,-3 8-2-16,-1 9 3 0,0 2 5 16,-4-2 5-16,3 3 0 0,0-2-10 15,2-2 4-15,-5-4 9 0,3 0 5 0,5-13 4 16,-1-2 5-16,4-3 1 0,-3-3-6 16,4-6-2-16,0-4 5 0,-1-5-9 0,3-3 22 15,2 0-1-15,1-1 11 0,-6 0 7 16,5-5 1-16,0 2 0 0,-1 0-4 0,3-7 1 15,-9 10-16-15,3-8-9 0,-2 1-8 16,-3 1-6-16,-9-1-3 0,2-1-5 16,-11 2-9-16,-12-3-2 0,-11 1-4 15,-17 0-3-15,-7-2-2 0,-8-2-4 16,-4 0-6-16,-24-1 2 0,1-1-2 0,0-4 1 16,3 1-1-16,-1 0-3 0,3 0-2 15,-3 0-2-15,-1 2-2 0,-3 0 1 0,2 2 0 16,27-1 0-16,-1-1-1 0,1 4 2 15,8-4-2-15,2 4 0 0,5 0 0 0,2 1 4 16,18 0-5-16,-1 0-1 0,7 1-1 16,0-1 4-16,13 1-3 0,6 2 1 15,2-1-4-15,3-1-2 0,4 1 1 0,1 0-3 16,1-1 2-16,1 1 1 16,12-2 0-16,-20 4-1 0,12-3 1 0,8-1-2 15,-17 5 2-15,17-5 2 0,-14 2 0 16,14-2 0-16,-13 3 0 0,13-3-2 0,-9 4 5 15,9-4-1-15,0 0 4 0,-12 3-2 16,12-3-1-16,0 0 2 0,0 0-5 16,-11 2 4-16,11-2-1 0,0 0 2 0,0 0-10 15,0 0-33-15,0 0-43 0,0 0-50 16,-7 3-51-16,7-3-62 0,0 0-67 0,0 0-98 16,0 0-247-16,0 0 46 0,0 0 69 15,30-12-255-15,-13 7-287 0</inkml:trace>
  <inkml:trace contextRef="#ctx0" brushRef="#br0" timeOffset="2738.64">13814 15241 2232 0,'3'-8'17'0,"-1"1"25"0,-2 7 24 0,2-8 19 0,-2 8 24 0,0 0 24 16,-2-11 9-16,2 11-3 0,0 0 8 15,0 0-15-15,0 0-8 0,0 0-12 0,0 0-2 16,0 0 13-16,0 0 7 0,-23 18 13 15,14-2-2-15,0 13 11 0,-2 4-1 16,-1 5 6-16,1 8 7 0,0-4-2 0,2 7-8 16,4-8-2-16,-3-1-11 15,5-3-2-15,-2-1-9 0,1-2-14 0,2-7-17 16,1-4-8-16,-1-4-6 0,0 0-5 16,0-3-9-16,0-3-9 0,0 1-9 0,0-2-1 15,2-3-15-15,-1-3-39 0,-1 3-49 16,0-6-89-16,2-3-100 0,-7 5-97 15,7-5-106-15,0 0-173 0,0 0-93 0,-20-17 64 16,12 9-441-16,-3-1-556 0</inkml:trace>
  <inkml:trace contextRef="#ctx0" brushRef="#br0" timeOffset="3220.38">13199 15415 3060 0,'0'0'41'0,"-13"-3"32"0,13 3 18 0,0 0 28 0,-12 0 28 0,12 0 18 0,0 0 0 0,0 0-16 16,0 0-15-16,0 0-15 0,17-17-11 16,0 13-9-16,2-1-12 0,1-1-9 15,5 1-9-15,-1 1-5 0,-5 2-8 16,-1-1-5-16,4 2-11 0,-8 1 1 0,2 1-4 16,-3 4-7-16,1 4-1 0,-5 4 8 15,0 0 0-15,-4 5 11 0,-1-1 8 0,-4 3 15 16,-2 3 5-16,0 0 2 0,-3 0-3 15,4 1-6-15,-5-2-1 0,2 0-3 16,2-3-6-16,-1-2-3 0,-1 1-6 0,0-4-6 16,4-1-4-16,-1-1-3 15,-1-3-6-15,-3 3-2 0,3-6-2 0,2 3-3 16,0-2-25-16,-2-3-29 0,2-4-48 16,0 0-78-16,4 9-100 0,-4-9-90 0,0 0-111 15,0 0-158-15,0 0-54 0,16-13 58 16,-13 8-379-16,-3 5-466 0</inkml:trace>
  <inkml:trace contextRef="#ctx0" brushRef="#br0" timeOffset="3938.75">14269 15277 2646 0,'-11'-8'2'0,"7"4"50"0,4 4 45 0,-8-6 45 0,8 6 39 0,-4-7 44 0,4 7 22 16,-7-5 10-16,7 5-19 0,0 0-21 0,-7-6-28 16,7 6-11-16,0 0 36 15,-11 21 10-15,4-1-16 0,0 10 9 0,-1 4-10 0,0 3-2 16,2 0-10-16,-1 1-7 15,3-2-13-15,1-2-16 0,-4 0-15 0,5-6-10 16,-1-6-17-16,1-3-8 0,-2 0-11 16,0-3-11-16,4 1-9 0,-3-5-7 15,1 1-11-15,0-3-53 0,0-1-69 0,2-2-74 16,0 0-87-16,0-7-137 0,0 0-150 16,0 6-146-16,0-6-156 0,0 0 72 0,0 0-644 15,13-22-837-15</inkml:trace>
  <inkml:trace contextRef="#ctx0" brushRef="#br0" timeOffset="4220.36">14425 15336 3774 0,'11'-13'-46'0,"-4"1"38"16,0 2 33-16,1 3 34 0,-3 1 31 0,4 1 9 16,-9 5 17-16,14 0 28 0,-14 0 11 15,16 11 18-15,-9 3 14 0,-3 3 2 0,-2 6 5 16,-4 4 11-16,-3 10 14 0,-6-2-2 15,-5 2 1-15,1-3-10 0,-1-2-11 16,3-3-11-16,3-3-18 0,3-6-7 0,3-3-6 16,0-3 5-16,4-1 13 15,2-3 14-15,4-2-5 0,1 0-16 0,7-3-16 16,3-1-62-16,2 0-88 0,2-4 0 16,0 0 0-16,0 0 0 0,4-2-132 0,0-2-202 15,-5 4-119-15,0-2-113 0,-8 2-147 16,2 0-137-16,-14 0 73 0,11 2-708 15,-11-2-932-15</inkml:trace>
  <inkml:trace contextRef="#ctx0" brushRef="#br0" timeOffset="6053.58">12652 15862 3820 0,'7'-3'-148'0,"-7"3"46"0,0 0 30 0,0 0 26 0,7-6 30 0,-7 6 20 0,0 0 15 16,0 0 8-16,0 0 7 0,-43 6-1 0,18 0 11 15,-11-1 1-15,-7 1 10 0,6 1 9 16,-7 1 9-16,3-1-10 0,0-2-10 16,-1 0 4-16,0 0-10 0,2 1 0 15,8-5-2-15,3 2-6 0,2-3-4 0,6 2 0 16,1-4 0-16,-1 2-8 0,1-3-2 16,4 2 6-16,-4-3-2 0,7 2 4 15,1 0-7-15,-1-1 26 0,2 0 3 0,11 3 8 16,-16-3 0-16,7 1-15 15,9 2-6-15,-14-2-16 0,14 2 0 0,0 0-2 16,-18 7 7-16,11 1 5 0,-2 4-2 0,2 5 1 16,-1 4 13-16,0-1 5 0,-1 9 7 15,1-3 4-15,3-3-3 0,1-1 1 16,0 1-4-16,-2-1-1 0,2-2 2 16,3-1-11-16,-3-4-5 0,0 3-3 0,2-7-4 15,0 3 5-15,2-4-14 0,-1-3-2 16,1 3-1-16,-2-2-3 0,2 1-1 0,-3-3-4 15,3-6 1-15,3 16 5 0,-1-7-7 16,-1-2-4-16,3 1 5 0,2-1-3 0,1 1-4 16,0 1 1-16,7-3 0 0,1 0-3 15,6 2-1-15,15 1 2 0,0-2-3 16,3-2 1-16,3 2 1 0,2-4-5 0,3 1-3 16,3-3 1-16,11 1-6 0,2 0-9 15,2-4-4-15,-14 2-5 0,12-2-6 0,-7 2-3 16,-7-1-1-16,0-1 0 15,0 0 4-15,-1 0-2 0,-1 1 7 0,-6-3 4 16,4 3-2-16,0-1 8 0,0 0-1 16,3 1-1-16,2-1 4 0,-1 0-1 0,5 2 2 15,8-1 4-15,1 1-2 0,4-2 3 16,0 2 1-16,3 0-2 0,1 0 4 16,-1 0 0-16,1 0 0 0,5-2 0 15,-5 2-1-15,-3 0 1 0,2-2 3 0,-1 2-1 16,-5 0 2-16,-14 0-1 0,0 0-2 15,-3-1 2-15,0-1 1 0,-6 0 0 0,3 0-1 16,2 1 4-16,2-3 4 0,4 3 5 16,8-3 0-16,-7 4-2 0,10-2-1 15,3 2-3-15,-4 0 2 0,-9 0-1 0,1 0 1 16,10 2-4-16,-10 0 3 0,-1-2-3 16,-5 2 1-16,-6-1-3 0,-8-1 3 0,-9 0-1 15,-5 0 0-15,-2 2 0 0,-1-2-2 16,-2-2 2-16,0 2-1 0,1-1 4 15,-1 1 9-15,0-2 7 0,-2 0 13 0,3 0-7 16,-1 0-3-16,-1 1-2 0,-1 0-2 16,0 1 5-16,-13 0-7 0,19-4 0 15,-19 4-3-15,17-2 6 0,-17 2-1 16,13-1 9-16,-13 1 5 0,12-2 5 0,-12 2 3 16,0 0-1-16,11-2 3 0,-11 2-2 15,0 0-1-15,0 0 7 0,14-2 13 0,-14 2 14 16,0 0 12-16,0 0 8 0,11-3 12 15,-11 3 0-15,0 0-18 0,10-5-8 16,-10 5-6-16,3-6-9 0,-3 6-7 0,9-6-6 16,-9 6-10-16,5-7-2 0,-1 2-4 15,-4 5-1-15,5-9-4 0,-5 9 1 0,10-8-9 16,-6 2-5-16,-2 0-2 0,4-1 0 16,-3-1 1-16,1 0-6 0,2-1-3 0,-3-3-5 15,4-2 9-15,-2 3-1 0,-3-5-1 16,4 1 1-16,-3 1-5 0,-1-1 4 15,0-1-1-15,0 3 0 0,-2-1-1 16,0 0-1-16,0 3 0 0,0-3 0 16,-2 1 0-16,2 0 2 0,-2 3 0 0,0 0 0 15,1-2 7-15,-5 1-3 0,2 3-4 16,-1-4 1-16,-5 3-2 0,-1 1-3 0,-3-2-1 16,-5 2 2-16,-4 1-2 0,-9-1-2 15,-4 1 2-15,-2 1 0 0,-1 3-3 16,7 2 3-16,3-1-2 0,0 0-2 0,3 4-5 15,5-2 2-15,-2 0 0 0,2 0 3 16,4 2-10-16,2-2-38 0,0 1-56 16,1 1-61-16,1-1-56 0,2 1-68 0,1 1-82 15,2-2-99-15,-1 2-121 0,9-3-183 16,-14 8 3-16,11-6 76 0,3-2-520 16,-10 4-674-16</inkml:trace>
  <inkml:trace contextRef="#ctx0" brushRef="#br0" timeOffset="6919.63">13005 15861 3233 0,'0'0'-57'0,"3"-8"38"0,-3 8 37 0,0 0 37 0,2-10 33 0,-2 10 42 16,0 0 12-16,-2-7 9 16,2 7-4-16,0 0-14 0,0 0-13 0,0 0-16 15,0 0-7-15,0 0 14 0,0 0 28 16,0 0 7-16,0 0 5 0,-4 31 7 15,2-14 4-15,-2 7 9 0,2 2 3 0,-2 10 0 16,3 2 2-16,-3-1-1 0,2-2-10 16,-2 1 4-16,4-5-5 0,0-5-7 0,-1-3-4 15,-1 1-6-15,-1-3-7 0,1-4-4 16,2-1-9-16,-2-4-10 0,0 2-7 16,2-2-7-16,0-4-8 0,-1 1-2 15,-1-1-10-15,2-1-8 0,0 0-5 0,0-7-62 16,-2 10-8-16,2-5 0 0,0-5 0 15,-2 7 0-15,2-7 0 0,0 7 0 0,0-7 0 16,0 0 0-16,2 8 0 0,-2-8 0 16,0 0 0-16,0 0 0 0,0 0 0 15,2 6-316-15,-2-6-140 0,0 0-162 0,0 0-249 16,0 0 3-16,0 0 94 0,0 0-692 16,0 0-912-16</inkml:trace>
  <inkml:trace contextRef="#ctx0" brushRef="#br0" timeOffset="7602.89">14228 15881 3820 0,'0'0'-102'0,"3"-9"57"0,-3 9 49 0,0 0 47 0,2-7 41 0,-2 7 32 0,0 0 24 16,2-10 7-16,-2 10-3 0,0 0-10 0,0 0 7 15,0 0 32-15,0 0 28 0,0 0 19 16,-2 36 12-16,0-12 9 0,2 2 1 16,0 14-8-16,0-1-9 0,0 2-7 0,-1 2-6 15,1 1-9-15,0-2-11 0,-2-1-10 16,2 0-9-16,0-10-8 0,-2-5-4 15,0-1-70-15,-1-2-99 0,3-6 0 0,-2 0 0 16,2-4 0-16,-2-1 0 0,2-3 0 16,0-1 0-16,0 1 0 0,0-9 0 0,0 15 0 15,2-11 0-15,-2-4 0 0,0 9 0 16,0-9 0-16,0 0 0 0,0 8 0 0,0-8 0 16,0 0 0-16,0 0 0 0,0 0 0 15,0 0 0-15,0 0 0 0,0 0 0 16,0 0-3-16,0 0-619 0,18-14-152 0,-18 14-151 15,2-5 73-15,-2 5-854 0,0 0-1139 16</inkml:trace>
  <inkml:trace contextRef="#ctx0" brushRef="#br0" timeOffset="8553.71">12663 16027 4336 0,'0'0'-251'0,"2"-9"46"0,-2 9 38 0,0-6 31 0,0 6 28 0,0 0 27 0,0 0 24 16,0 0 27-16,-25 10 27 0,8 0 17 16,-6 11 23-16,0-1 16 0,1 4 16 0,-3 0 21 15,2 0 6-15,-1 2 10 0,4-2-2 16,1-4 3-16,3 0-9 0,5-7-3 0,4-1-10 15,-4-2-8-15,4-1-8 16,1-1-5-16,-1 0-5 0,2 0-7 0,-2-3-5 16,3-1-11-16,1 2-39 0,3-6-46 15,-10 7-68-15,10-7-93 0,-7 4-101 16,7-4-142-16,0 0-159 0,0 0 44 0,-18-11-226 16,18 11-281-16</inkml:trace>
  <inkml:trace contextRef="#ctx0" brushRef="#br0" timeOffset="8854.53">12350 16112 2244 0,'0'0'131'0,"-1"-10"28"0,1 10 10 16,0 0-1-16,0 0 15 0,0-10 10 16,0 10 8-16,0 0 34 0,0 0 21 0,0 0 1 15,0 0-12-15,37 19-15 0,-10-6-15 16,0 6-2-16,4 3-30 0,6 1-15 0,1 0-14 15,3 3-13-15,-5-1-18 0,-6-6-7 16,-3 1-19-16,0-3-8 0,-5 1-4 16,-4-5-13-16,-5-3-3 0,-1-1-10 0,-7-2-8 15,4 0-5-15,-3-1-6 0,1 0-7 16,-7-6-13-16,7 8-16 0,-7-8-21 0,5 5-31 16,-5-5-37-16,0 0-39 0,0 0-50 15,0 0-50-15,0 0-51 0,0 0-50 16,0 0-61-16,0 0-94 0,0 0-142 15,0 0-34-15,0 0 53 0,0 0-292 16,-12-25-376-16</inkml:trace>
  <inkml:trace contextRef="#ctx0" brushRef="#br0" timeOffset="9352.56">13701 16065 2504 0,'0'0'62'0,"0"0"15"0,0 0 12 0,0 0 16 0,0 0 29 0,0 0 18 0,-38 8 3 0,23 2 10 16,-4 1-5-16,-4 6-3 0,-2 2-6 0,3-1 0 16,1 3-3-16,-3-2-7 0,6 1-11 15,0-3-12-15,6-5-12 0,-2 3-9 0,3-3-10 16,0-2-12-16,0-1-4 0,2 3-10 16,-3-2-36-16,5-3-40 0,-1 3-64 15,-1-3-61-15,1-2-74 0,0 0-79 0,1-3-113 16,7-2-143-16,-9 0-51 0,9 0 39 15,0 0-209-15,-10-14-260 0</inkml:trace>
  <inkml:trace contextRef="#ctx0" brushRef="#br0" timeOffset="9586.84">13344 16106 2033 0,'0'-9'79'0,"0"2"44"0,0 7 44 0,1-12 32 16,-1 12 21-16,0 0 19 0,0-8-10 15,0 8-21-15,0 0 8 0,0 0 8 16,0 0-2-16,0 0-12 0,36 17-23 0,-11 0-17 15,-2 0-14-15,1 2-19 16,1 0-10-16,0-1-16 0,-2 0-12 0,1 0-5 16,-8-4-15-16,-1-1-4 0,-3-5-14 15,-1 0-14-15,-2 0-13 0,0-3-18 0,-4 1-29 16,3 0-22-16,-8-6-41 0,9 6-43 16,-5-2-64-16,0 0-63 0,-4-4-81 0,6 3-125 15,-6-3-187-15,5 3 0 0,-5-3 65 16,0 0-263-16,0 0-321 0</inkml:trace>
  <inkml:trace contextRef="#ctx0" brushRef="#br0" timeOffset="10852.57">14771 16041 2193 0,'0'0'-40'0,"0"0"37"0,0 0 34 0,0 0 32 16,0 0 27-16,0 0 26 0,0 0 17 0,0 0 19 15,0 0 26-15,0 0 6 0,0 0 13 16,0 0 12-16,0 0 10 0,0 0 11 16,0 0 7-16,0 0 7 0,0 0 4 0,0 0-1 15,0 0-6-15,0 0-3 0,0 0 2 16,0 0-3-16,0 0-6 0,0 0-11 0,0 0-13 16,0 0-21-16,0 0-21 0,0 0-13 15,0 0-17-15,0 0-14 0,0 0-13 0,0 0-11 16,0 0-10-16,0 0-10 15,-37 6-1-15,31 0-2 0,6-6-4 0,-11 10 0 16,9-3-4-16,-3-2 0 0,0 2-3 16,5-7-27-16,-2 12-36 0,1-5 0 0,1-7 0 15,1 10 0-15,-1-10 0 0,2 10 0 16,1-5 0-16,-3-5 0 0,7 7 0 16,-7-7 0-16,10 5 0 0,-10-5 0 0,7 3 0 15,-7-3 0-15,0 0 0 0,0 0 0 16,0 0 0-16,0 0 0 0,29-5 0 0,-29 5 0 15,3-6 0-15,-3 6 0 0,5-7 0 16,-5 7 0-16,0 0 0 0,4-7 0 0,-4 7 0 16,0 0 0-16,0 0 0 15,0 0 0-15,0 0 0 0,0 0 0 0,0 0 0 16,0 0 0-16,0 0 0 0,-33 15 0 16,32-8 0-16,-4 0 0 0,3 0 0 0,0 2 0 15,2-9 0-15,0 13 0 0,0-6 0 16,0-7 0-16,6 14 0 0,-6-14 0 15,4 9 0-15,-4-9 0 0,2 7 0 0,-2-7 0 16,6 6 0-16,-6-6 0 0,0 0 0 16,7 3 0-16,-7-3 0 0,0 0 0 0,0 0 0 15,0 0 0-15,0 0 0 0,21-12 0 16,-21 12 0-16,4-8 0 0,-4 8 0 0,2-6 0 16,-2 6 0-16,0 0-8 0,0 0-388 15,0 0-65-15,0 0-76 0,0 0-109 16,-32 8-183-16,18-2 32 0,-1 1 70 15,2 3-562-15,1 0-748 0</inkml:trace>
  <inkml:trace contextRef="#ctx0" brushRef="#br0" timeOffset="12986.81">13572 16128 3293 0,'14'12'-82'0,"-14"-12"22"0,0 0 26 0,-7 13 24 0,5-5 26 0,2-8 26 15,-5 15 13-15,1-9 20 0,2 3 10 0,0-2-12 16,1 1 1-16,1-8-4 0,-4 13-2 16,4-13 4-16,2 8 0 0,-2-8 21 0,5 6-1 15,-5-6-1-15,13 2-7 0,-13-2-1 16,23-6-9-16,-9 2-2 0,1-4-6 15,1 2-5-15,-3-3-2 0,-2-2 3 16,1 1-3-16,-5-2 2 0,0 4-1 0,-1-3 7 16,-1 4 8-16,-4 0-5 0,-1-1-9 15,0 8-6-15,-8-9-5 0,8 9-6 16,-17-1 8-16,17 1 5 0,-23 3 10 0,10 2 7 16,-2 0 6-16,0 2-4 0,1 2-2 15,1-3-2-15,1 3 6 0,1-2-4 0,4 1-8 16,-2-1 1-16,6-1 0 0,-3-1-2 15,6-5 8-15,-4 11 17 0,4-11 18 16,0 7-9-16,0-7-6 0,0 0-5 16,13 6-8-16,-13-6-3 0,22-2-10 0,-22 2-4 15,23-6-3-15,-12 3-6 0,1-3-6 16,-1 0-4-16,-2 1 4 0,-1-2 12 16,0-1-1-16,-3-1-9 0,-1-1-5 0,-2 1 2 15,-2 1-9-15,0 8-3 0,-4-14-6 16,1 6-1-16,-5 2-6 0,0 3-4 0,-3 0-1 15,11 3-5-15,-25 0 1 0,8 5 4 16,1 0 1-16,-2 5 0 0,0 2 3 16,-5 5-2-16,10 1 4 0,-1-1-3 0,3 1 1 15,4-1-4-15,3-1 4 0,4 1-1 16,0-3 3-16,8 0 10 0,-3-2 13 16,9 0 6-16,5-4-12 0,2-1-40 0,0-5 0 15,-1-2 0-15,7-3 0 0,7-6 0 16,-1 1 0-16,-5-6 0 0,-3-2 0 15,0 1 0-15,-5-1 0 0,-9 1 0 0,-2-1 0 16,-2 1 0-16,-2-1 0 0,-1 1 0 16,-4 1 0-16,-4 2 0 0,-1 0 0 0,0 2 0 15,-4 0 0-15,-1 3 0 0,-4 2 0 16,2 1 0-16,-6 4 0 0,18 0 0 0,-30 6 0 16,15 0 0-16,-1 0 0 0,5 2 0 15,1 1 0-15,2-1 0 0,1 1 0 16,3-1 0-16,2-1 0 0,2 2 0 15,0-9 0-15,6 11 0 0,0-5 0 16,-6-6 0-16,9 7 0 0,-9-7 0 0,14 3 0 16,-14-3 0-16,11 2 0 0,-11-2 0 15,0 0 0-15,0 0 0 0,0 0 0 0,19-4 0 16,-19 4 0-16,8-5 0 0,-8 5 0 16,0 0 0-16,3-9 0 0,-3 9 0 0,0 0-72 15,2-8-330-15,-2 8-87 0,0 0-63 16,0 0-82-16,0 0-187 0,0 0 40 15,12 20 66-15,-3-14-552 0,2 2-727 0</inkml:trace>
  <inkml:trace contextRef="#ctx0" brushRef="#br0" timeOffset="13686.94">15144 16016 3321 0,'2'-4'-38'0,"-2"4"40"0,0 0 32 15,-9-11 23-15,9 11 46 0,-20 0 19 0,20 0 30 0,-36 11 9 0,4 2 11 0,2 0 7 16,-13 8 1-16,1 3 10 0,3 0-1 15,-6 0 4-15,6 0-2 0,-3 0-9 16,3-1-14-16,9-5-11 0,-3-1-14 0,5 2-13 16,-3-1-11-16,4-3-16 0,9-3-11 15,-1-1-10-15,2-3-11 0,3 1-34 0,3-4-37 16,1 0-32-16,1-1-35 0,-1-2-49 16,10-2-41-16,0 0-27 0,-17-6-28 0,13 1-2 15,2-5 16-15,2-2 25 0,0 0 17 16,2-7 12-16,0-8 16 0,2 6 26 0,-1-4 39 15,2 1 30-15,1 5 50 16,-5-1 36-16,1 6 33 0,0-1 23 0,2 3 17 16,-1 3 9-16,1 2 16 0,2 2 38 15,0 0 39-15,-6 5 22 0,24 2 9 16,-3 3 6-16,14 7-1 0,5 7-19 0,7 1-20 16,0 5-20-16,-2 0-20 0,-3 0-19 15,0-1-18-15,-6 1-11 0,-6-8-16 0,-1 1-11 16,-2-1-106-16,-8-2-4 0,-4-5 0 15,3 0 0-15,-7-1 0 0,-2-2 0 0,1-2 0 16,-1 0 0-16,-3-1 0 0,-6-4 0 16,16 3 0-16,-16-3 0 0,11 0-198 15,-11 0-174-15,14-2-78 0,-14 2-94 16,7-6-147-16,-3 2-150 0,-4 4 58 16,0 0-684-16,0 0-914 0</inkml:trace>
  <inkml:trace contextRef="#ctx0" brushRef="#br0" timeOffset="14502.5">13740 16171 3679 0,'0'0'-132'0,"0"0"51"0,0 0 33 0,0 0 28 0,0 0 23 0,0 0 36 0,0 0 28 0,0 0 26 16,-48 17 20-16,19 3 15 0,-7 13 22 16,0 5 24-16,0-1 11 0,-3 6 17 0,1 2 8 15,-1-1 19-15,-4 3-3 16,5-2 8-16,0-2-14 0,-4 1-1 0,2-5-1 15,2 1-5-15,4-6-7 0,4 0-15 16,5-10-14-16,2-2-15 0,0 1-14 0,2-2-10 16,5-2-8-16,4-7-15 0,0 1-3 15,0-3-10-15,3 1-10 0,-1-1-8 0,5-3-8 16,-3 0-6-16,4-2-4 0,-1 0-65 16,5-5-1-16,-7 5 0 0,7-5 0 0,-7 7 0 15,7-7 0-15,0 0 0 16,-5 5 0-16,5-5 0 0,0 0 0 0,-6 2-230 15,6-2-122-15,0 0-87 0,0 0-102 16,0 0-138-16,0 0-180 0,0 0 74 16,0 0-680-16,0 0-912 0</inkml:trace>
  <inkml:trace contextRef="#ctx0" brushRef="#br0" timeOffset="15551.56">12112 17258 3923 0,'-16'-9'-71'0,"5"4"32"0,0 2 57 0,-1-2 79 16,3 1 44-16,9 4 38 0,-18-5 17 0,11 2-3 15,7 3-9-15,-13-4-13 0,13 4-17 16,-10-3-15-16,10 3-20 0,0 0-5 16,0 0 7-16,0 0 8 0,0 0 1 0,59-4-4 15,-7 3-7-15,24-4-12 16,12-1-13-16,29 0-9 0,10-3-12 0,-1-1-8 0,5 0-33 15,-2 0-19-15,0 1-14 16,-10-1-6-16,-5 2 2 0,-6-1 1 0,-33 3 1 16,-4 0 2-16,-11-2-1 0,-21 4 0 15,-6 2 10-15,-8-2 24 0,-7 2 10 0,1 1 7 16,-6-1 10-16,-1 0-7 0,-1 0-4 16,-11 2-5-16,20 0-8 0,-20 0 1 15,17-2 4-15,-17 2-20 0,13 0-22 0,-13 0-8 16,0 0-7-16,13 0 2 15,-13 0-3-15,0 0-4 0,0 0 2 0,0 0-6 16,14 0 5-16,-14 0 6 0,0 0 4 0,0 0-1 16,-2 15-2-16,2-15 4 0,-12 18 3 15,7-3-3-15,-3 5 4 0,-5 7-3 16,0 4 1-16,2 1 2 0,-2 1-1 16,2-1 1-16,1-1 0 0,3 1-1 0,1-6 8 15,3-9 0-15,-1 2-2 0,0-3 1 16,2-4-1-16,1-1-3 0,1-1 11 0,-3-2 0 15,1 1 2-15,0-3 18 0,0 2-10 16,0-3 5-16,2-5-5 0,0 10 0 0,0-10 2 16,-1 8-6-16,1-8 2 0,-6 7-2 15,0-2-6-15,1 1-2 0,-5 1-2 16,-7-1 3-16,0 3 0 0,-18 3-7 16,-1-2 2-16,-3 2 1 0,-15 3 3 15,-7-3-4-15,-4 1 3 0,-8 1 4 0,1-5-7 16,-4 1 3-16,-4 2-4 0,4-3 4 15,-2 1 1-15,3 2-5 0,3 1 2 0,4-1 1 16,-2 0-4-16,9 1-2 0,4 1 3 16,5-1-3-16,7-3 7 0,5 2-6 0,3-2 3 15,-2-2-3-15,3 3-2 0,3-3 6 16,1 2 4-16,7-1-2 0,7-2-3 16,-4 1-3-16,1-2 6 0,6 0-5 0,-4-2 0 15,4 3 7-15,1-1 8 16,1 0 14-16,-1-2-5 0,3 0 10 0,2-1 12 15,1 1 11-15,8-4 5 0,-15 4 13 16,15-4-2-16,-12 4 10 0,12-4 1 0,0 0 3 16,0 0-15-16,-13-8-9 0,13 8-2 15,-5-13-9-15,5 1-3 0,0-2-7 16,0-5-4-16,1-2-19 0,-1-16-16 0,4-1-9 16,0-3-9-16,0-4-16 0,-1-7-11 15,6-1-10-15,-4 0-20 0,2 10-7 0,1 4 2 16,-3 3 9-16,6 6 10 15,-8 5 0-15,3 8 1 0,-3 3-24 0,-1 2-27 0,0 2-27 16,2 1-37-16,-1-1-41 16,-1 3-49-16,-1 4-29 0,-1 3-37 0,0 0-62 15,0 0-93-15,0 0-172 0,0 0-40 16,0 0 64-16,0 0-383 0,13 19-489 16</inkml:trace>
  <inkml:trace contextRef="#ctx0" brushRef="#br0" timeOffset="16067.54">12352 17464 2796 0,'8'-12'-58'0,"-3"0"8"0,5-1 14 0,0 2 24 0,2-1 31 0,6-1 14 0,0 1 0 0,-5 4-4 0,6 2-6 16,-2 2 1-16,-4 2-3 0,2 4 3 15,-1 2 14-15,-1 4 19 0,-2 6 19 16,-3 1 23-16,-6 3 18 0,-2 2 27 0,-2 2 18 16,-4 0 16-16,-1 7 12 0,-3-3-3 15,3-4-6-15,0-5-12 0,2 0-6 0,-1-3-20 16,6-2-7-16,-3 0-14 15,3-1-7-15,2-3-5 0,-1 1-2 16,5-5-7-16,4 2-6 0,1-3-9 0,2 0-10 16,-13-3-3-16,27-3-13 0,-15 2-3 15,1-5-2-15,-2 4-5 0,-1-5-4 0,-4-3-6 16,-3 0-4-16,-5-3-8 0,-3-3 1 16,-7-1 1-16,-5-9-6 0,-6 2 12 15,0 4 1-15,-1-3 16 0,1 5 19 0,5 3 3 16,6 3 15-16,-2 1 1 15,3 3 1-15,1-2 0 0,4 5-6 0,-2-3-8 16,5 2-12-16,1-2-15 0,2 8-23 0,4-17-39 16,1 9-53-16,5-3-46 0,5-1-43 15,6 2-49-15,1 0-51 0,-2 3-54 16,5 3-62-16,0 4-71 0,2 0-108 16,-2 4-176-16,-1 1 36 0,-5 5-436 0,2 0-593 15</inkml:trace>
  <inkml:trace contextRef="#ctx0" brushRef="#br0" timeOffset="16368.29">12863 17299 3221 0,'0'-9'76'0,"-2"1"27"0,2 8 5 0,2-10 8 0,-2 10 11 0,0 0 5 0,2-7 24 16,-2 7 25-16,0 0 17 0,0 0 3 0,18 27-6 16,-13-8-12-16,2 1-6 0,1 11-12 15,-3 3-16-15,4-1-16 0,-4 0-14 16,3 0-4-16,-5-8-14 0,1-3-12 0,0 1-11 16,-1-6-2-16,-1-2-12 15,3 1-4-15,-1-4-11 0,-4-1-34 0,1-2-42 16,1 0-51-16,0-1-66 0,-2-3-80 0,0-5-80 15,4 10-91-15,-4-10-132 0,4 2-204 16,-4-2 56-16,0 0-441 0,0 0-586 16</inkml:trace>
  <inkml:trace contextRef="#ctx0" brushRef="#br0" timeOffset="16633.94">13132 17383 3171 0,'0'0'88'0,"-2"-10"39"0,2 10 14 16,-3-8 9-16,3 8-2 0,0 0-12 15,0 0-6-15,0 0-2 0,0 0-9 0,0 0-10 16,0 0-8-16,0 0-13 0,18 26-9 16,-14-17-9-16,-3 2-3 0,1-2-10 0,2 2-32 15,-4-1-42-15,5-2-51 0,-3 2-46 16,-1-3-41-16,3 3-35 0,0-3-39 15,1 0-37-15,-1-2-54 0,3-5-67 0,-7 0-86 16,20 3-71-16,-20-3-195 0,21-7-229 16</inkml:trace>
  <inkml:trace contextRef="#ctx0" brushRef="#br0" timeOffset="16900.34">13355 17412 1939 0,'3'-6'44'0,"-3"6"51"0,2-6 35 16,-2 6 26-16,0 0 23 0,0 0 16 15,0 0 7-15,0 0-7 0,0 0-13 16,0 0-5-16,0 0-10 0,0 0-9 0,0 0-14 15,0 0-12-15,0 0-4 0,-4 27-7 16,8-21-4-16,-4-6-3 0,8 10-6 0,-5-6-5 16,-3-4-8-16,16 5-10 0,-9-3-5 15,-7-2-9-15,23-5-9 0,-23 5-7 16,24-4-1-16,-15 0-6 0,0 0-5 0,-1 0-3 16,0-2-4-16,-5 2-4 0,-3 4-2 15,6-17-4-15,-8 9-4 0,0-1-3 16,0-3-7-16,-5 2-15 0,2 1-24 15,-2-1-38-15,0 6-53 0,-3 0-50 16,10 4-54-16,-25 4-61 0,2 0-94 0,5 6-157 16,-13 6-118-16,5 4 57 0,-3 0-273 15,4 1-352-15</inkml:trace>
  <inkml:trace contextRef="#ctx0" brushRef="#br0" timeOffset="20983.46">12489 16006 2264 0,'0'0'-48'0,"-6"-2"21"0,6 2 32 0,0 0 29 0,0 0 24 0,0 0 23 0,0 0 13 15,-20 2 11-15,20-2 4 0,0 0-5 16,-14 4 1-16,14-4-6 0,0 0-6 16,-9 8-5-16,9-8-6 0,0 0-7 15,-4 6-11-15,4-6-4 0,0 0-9 0,0 0 8 16,0 0-2-16,-8 5 1 0,8-5 8 16,0 0 14-16,0 0 14 0,0 0-1 0,0 0 4 15,0 0-4-15,0 0-7 0,0 0 0 16,0 0-14-16,0 0 2 0,0 0-13 15,0 0 2-15,0 0 1 0,0 0-9 0,0 0-3 16,-6-17-6-16,6 17 2 0,0 0-16 16,-12-4-2-16,12 4 0 0,0 0-4 15,-25 7 3-15,14-4-1 0,-2 4 6 16,-1 5 5-16,-2 0 3 0,1 4-4 0,0 6 6 16,3-3-8-16,0-1-2 0,5 1 0 15,1 3-5-15,3-6-3 0,-1 1 0 0,4-4 0 16,0 1 6-16,0-2 7 0,2-3 8 15,2 1 10-15,-1 0 10 0,5-4 5 0,-2-1-2 16,2-1-12-16,-8-4 2 0,16 0-8 16,-16 0-4-16,23-6 1 0,-12 1-12 15,1-1-1-15,-1-4-3 0,2 0-1 0,-6-1-4 16,2-2-1-16,0-1-6 0,0-1-3 16,-6 1-1-16,1 3 9 0,-2-2 2 15,0 7-8-15,-2-3 0 0,0 9-6 16,-4-12-2-16,4 12 1 0,-7-3 3 0,7 3-1 15,0 0 2-15,0 0-5 0,-22 3 0 16,22-3-1-16,0 0-1 0,-12 10 2 0,12-10 1 16,-7 5-4-16,7-5-2 0,-4 6-3 15,4-6 4-15,0 0-4 0,-3 8 3 16,3-8-3-16,0 0 2 0,-6 7-14 0,6-7-29 16,0 0-40-16,0 0-50 0,-5 5-52 15,5-5-55-15,0 0-67 0,0 0-71 0,-8 4-118 16,8-4-202-16,0 0 10 0,0 0 63 15,0 0-356-15,0 0-451 0</inkml:trace>
  <inkml:trace contextRef="#ctx0" brushRef="#br0" timeOffset="25498.88">12257 15133 2558 0,'0'0'-64'0,"0"0"36"0,0 0 32 0,0 0 31 0,0 0 38 0,0 0 26 0,0 0 17 15,20-4 8-15,-20 4 10 0,0 0-12 16,5-4 4-16,-5 4 7 0,0 0 0 0,6-7-2 16,-6 7-3-16,0 0-9 0,0 0-15 15,0 0-5-15,1-6-9 0,-1 6-13 16,0 0-2-16,0 0-10 0,0 0-5 16,0 0 5-16,0 0-9 0,0 0-11 15,0 0-4-15,0 0 9 0,0 0-9 0,-32 4 6 16,32-4-2-16,-25 10 7 0,6-1-2 15,0 0-2-15,-6 5 4 0,-1 6 4 0,-3 2 2 16,-3 7 0-16,-3 1 1 0,5 2 4 16,-1 6 0-16,5-2 0 0,-3 1-5 0,8-1 2 15,4-4-12-15,3-2-5 0,3 0-3 16,6-6-4-16,-1-4-3 0,4-3-1 16,4-1-1-16,0 2 1 0,3-6 7 0,1 3-1 15,5-5 5-15,1-2 0 0,1 1-4 16,8-5-4-16,2 0-3 0,0-2 0 0,-2-4-1 15,0 1-3-15,-3-2 0 16,6-3-3-16,-9 0 4 0,-2 1-4 0,1-5 0 16,-3 0-1-16,-2-2-3 0,-3-2-6 15,0 1 1-15,-2-3-2 0,0 4-5 16,-2 0 2-16,-2 2-5 0,-4 0 8 0,4 1-16 16,-2 1 3-16,0 1-8 0,2 7-15 15,-10-10-22-15,10 10-24 0,-13-2-34 0,13 2-37 16,-17 1-50-16,6 3-46 0,1 1-64 15,-4 0-72-15,2 3-111 0,-2-1-178 0,1 2 0 16,4 0 67-16,-4-1-321 16,4 2-396-16</inkml:trace>
  <inkml:trace contextRef="#ctx0" brushRef="#br0" timeOffset="26915.23">12846 14993 2508 0,'0'0'-25'0,"-2"-9"30"0,2 9 22 0,-4-8 24 0,0 4 23 0,4 4 13 0,-7-9 7 0,7 9 7 16,-18-6-5-16,6 3 1 0,-10 1-4 15,-6 0 11-15,-19 2-14 0,0 2-1 16,-4-2 4-16,-5 2-4 0,-9-2 19 16,3 1-3-16,6 1-4 0,5-2-10 0,-4 0-13 15,3 1 0-15,5 0-11 0,1-1-9 16,4 0-4-16,0 0-6 0,2-1-4 0,10 1-5 15,5 1-7-15,-2 2-3 0,7-3-3 16,-4 0-2-16,3 1 0 0,3-2-2 16,-2-2-2-16,1 2-3 0,4 1-1 0,-1-1-4 15,2-1 7-15,-2 1-4 0,3-1-2 16,-1 0-2-16,3-1-2 0,2-1 3 16,1 1-5-16,8 3 0 0,-15-6 3 0,15 6 1 15,-11-4 0-15,11 4-5 0,-11-1 3 16,11 1-1-16,0 0 6 0,-11-3 0 15,11 3-2-15,-5-4 5 0,5 4 4 0,0 0 4 16,0 0 1-16,-10-1-1 0,10 1 0 16,0 0-3-16,0 0-2 0,0 0-1 15,0 0-3-15,0 0-4 0,-10-3-4 0,10 3 0 16,0 0-1-16,0 0 0 0,0 0-1 16,0 0 1-16,0 0 0 0,0 0 13 0,13 18 17 15,-10-4 18-15,-1 3 8 0,0 9 16 16,0 11 5-16,0 4-6 0,-2 4 5 15,-4 14 0-15,2 0-6 0,-3 1 1 16,5 0-14-16,-3-5-4 0,-1-6 1 0,4-5-10 16,-4 1-6-16,2-6 3 0,1 0-4 15,-3-6 3-15,0-4 1 0,2-4 3 16,-1-2 5-16,-2 0-3 0,1-5-3 0,1 3-1 16,-3 0 6-16,2-3-7 0,-1-4-5 15,1 2 2-15,1-3-2 0,0-2-3 0,-1-1-2 16,2 1-6-16,0-5-1 0,0 2 12 15,2-8 16-15,-3 12-3 0,3-12 2 0,-2 7 8 16,2-7-8-16,-2 10-3 0,2-10-1 16,0 0-8-16,-2 8-8 0,2-8-5 0,0 0-2 15,0 0-5-15,0 8-5 0,0-8 3 16,0 0-7-16,0 0-8 0,0 0-1 16,2 11 2-16,-2-11-2 0,7 2 0 15,-7-2 3-15,16 4-7 0,-5-2 0 0,4 0 0 16,4-2 1-16,8 0-1 0,6-2 7 15,8 0-12-15,9-2 2 0,11 0-6 16,6-2-9-16,-3 3 1 0,-1-1-7 0,-4 0 1 16,-13 0 1-16,-6 0 2 0,-8 4 6 15,-7 0 0-15,-2 0-1 0,-8 0-1 0,1 0 4 16,-1 0 2-16,-5-2 2 0,-10 2-1 16,20-2 2-16,-20 2 3 0,16 0-1 0,-16 0-2 15,15-2 9-15,-15 2-4 16,0 0 1-16,15 0 2 0,-15 0 1 0,0 0 2 15,0 0-3-15,13 0-2 0,-13 0-1 16,0 0-15-16,9-2-62 0,-9 2-76 0,0 0-86 16,0 0-99-16,0 0-113 0,0 0-140 15,0 0-204-15,-31 6 18 0,21-4 75 16,1 2-520-16,-2 0-682 0</inkml:trace>
  <inkml:trace contextRef="#ctx0" brushRef="#br0" timeOffset="28249.37">7473 16359 3584 0,'-3'-12'42'0,"-1"4"-4"16,2 3-2-16,2 5 0 0,0 0 35 0,0 0 22 0,-3 39 17 0,3-13 10 15,-4 13 4-15,4 4-12 0,0 1-6 16,0 1-10-16,0 0-6 0,0-1-15 16,2-1-6-16,-2-1-2 0,0-4-9 0,-2-1-7 15,4-9-4-15,-2-5-2 0,2-4-5 16,-2-5-6-16,0 0 15 0,0-2 24 0,1-4 24 16,-1-1 14-16,0-7-12 0,0 0-11 15,0 0-9-15,0 0-8 0,0 0-3 16,6-34-9-16,-2 10-7 0,1-10-6 0,3-1-4 15,0-1-7-15,1 4 0 0,0 1-7 16,-2 8-3-16,-2 5-6 0,1 4-2 16,-1 4-7-16,1 3 1 0,0 2-3 15,4 3 4-15,-10 2-4 0,23 4-4 0,-12-1 4 16,0 4 2-16,3-1 0 0,-1 1-2 16,1 2 2-16,-5-2 0 0,0-1-6 15,1 0 3-15,-2-1-6 0,-1 0 6 0,0-2-3 16,-7-3 8-16,12 4-4 0,-12-4 5 15,19-9-6-15,-7 1 6 0,4-6-1 0,6-7-3 16,-1-1-2-16,-3 0 5 0,-2 5 5 16,-3 2-4-16,-3 6-1 0,1 1-2 15,-5-2-5-15,1 6-4 0,2 1 3 16,-9 3 4-16,0 0-4 0,26 5 4 0,-16 5-3 16,1-2-2-16,1 3 4 0,3 1 0 15,-3 0-6-15,-1-3-37 0,0 2-37 16,-1-1-42-16,1 0-48 0,-2-1-62 0,3 0-64 15,-3-4-58-15,2 2-77 0,2-4-107 16,-6-1-168-16,4-2 63 0,-11 0-394 16,21-7-505-16</inkml:trace>
  <inkml:trace contextRef="#ctx0" brushRef="#br0" timeOffset="28415.7">8280 16543 2752 0,'0'0'55'0,"7"-8"52"0,-7 8 28 0,2-8 30 0,-2 8 10 0,8-7 6 0,-8 7-3 15,12-12-16-15,-5 8-17 0,4-5-19 16,3 0-10-16,3 0-20 0,0-1-63 0,3 2-84 16,-4-3-81-16,4 5-85 0,-4 0-123 15,4 1-215-15,-8 2-23 0,2 1 56 16,-4 2-169-16,-10 0-185 0</inkml:trace>
  <inkml:trace contextRef="#ctx0" brushRef="#br0" timeOffset="31081.55">12422 16182 1873 0,'0'0'15'0,"0"0"29"0,0 0 7 0,0 0 10 0,0 0 29 0,0 0 42 16,0 0 26-16,0 0 30 0,0 0 19 16,0 0 14-16,0 0 8 0,0 0-6 15,14-1-7-15,-14 1-9 0,0 0-9 0,0 0-8 16,0 0-6-16,0 0-11 0,0 0-13 16,17 1-12-16,-17-1-10 0,0 0-8 0,0 0-1 15,0 0 5-15,0 0 3 0,0 0-2 16,0 0-16-16,0 0-1 0,0 0-14 15,0 0-1-15,0 0-8 0,0 0-12 0,-38 9 14 16,20-4 7-16,2 3 11 16,-2-4 1-16,4 3 3 0,0-2-10 0,3 0-9 15,1 1-13-15,0 0-7 0,5-6-7 16,5 0-2-16,-11 7-2 0,11-7 17 0,0 0 7 16,0 0-6-16,0 0-7 0,0 0-7 15,0 0-9-15,0 0-2 0,30 2-9 0,-30-2-5 16,25-5-36-16,-14 1-12 0,-2 4 0 15,-9 0 0-15,16-6 0 0,-16 6 0 16,13-2 0-16,-13 2 0 0,7-4 0 0,-7 4 0 16,0 0 0-16,0 0 0 0,0 0 0 15,0 0 0-15,0 0 0 0,0 0 0 0,0 0 0 16,0 0 0-16,0 0 0 0,0 0 0 16,-36 8 0-16,36-8 0 0,0 0 0 15,-13 4 0-15,13-4 0 0,0 0 0 16,-9 3 0-16,9-3 0 0,0 0 0 15,-6 4 0-15,6-4 0 0,0 0 0 0,0 0-91 16,0 0 0-16,0 0 12 0,0 0 7 16,0 0 9-16,0 0 6 0,0 0 7 0,0 0 15 15,0 0-3-15,0 0 6 0,0 0 3 16,0 0 1-16,0 0 5 0,0 0 4 0,0 0 7 16,0 0-2-16,0 0 6 0,0 0-6 15,0 0 15-15,0 0 16 16,0 0 7-16,-10 16 12 0,-4-4 10 0,-15 7 12 15,-6 6-3-15,-7 8 7 0,-11 3-5 16,-21 15 0-16,-8 1-6 0,-15 5-1 0,-16 5-5 16,-40 19-4-16,33-19 12 0,-38 17 22 15,40-22-48-15,5-2-27 0,7-4 0 0,7-1 0 16,8-5 0-16,9-7 0 0,19-9 0 16,7-4 0-16,9-3 0 0,3-1 0 15,15-7 0-15,3-2 0 0,5-2 0 0,6-3 0 16,2 0 0-16,1-2 0 0,2-2 0 15,1 1 0-15,3-1 0 0,-2 0 0 0,8-3 0 16,-13 4 0-16,13-4 0 0,-8 5 0 16,8-5 0-16,-7 2 0 0,7-2 0 15,0 0 0-15,-10 5 0 0,10-5 0 16,0 0 0-16,0 0 0 0,0 0 0 0,0 0 0 16,2 7 0-16,-2-7-571 0,11 8-78 15,-1-3-139-15,-2 2-108 0,-1 0 86 16,1 1-713-16,0-2-967 0</inkml:trace>
  <inkml:trace contextRef="#ctx0" brushRef="#br0" timeOffset="31897.34">10294 17530 3992 0,'-20'-3'-132'0,"4"-2"40"0,-2 3 37 0,5-1 53 0,0-1 49 16,0 1 58-16,2 1 34 0,-1-1 27 0,0-1 23 16,12 4 3-16,-19-6 5 0,13 6-3 15,6 0-15-15,-11-4-10 0,11 4-25 16,-10-3-10-16,10 3-12 0,0 0-11 15,0 0-10-15,0 0-4 0,35-18-10 16,12 3-11-16,13 0-5 0,6-5-9 0,5 2-12 16,23-5-1-16,-21 5-9 0,-1-1-3 15,0 1-10-15,-10 1-18 0,-1 4-2 0,-9 3 0 16,-12 1-2-16,-11 4-2 0,-6 1-2 16,-5 1 2-16,-2 3-2 0,-5 2-1 15,5 3 14-15,-9 5 15 0,2 4 19 0,-1 5 16 16,-7 4 18-16,6 12-5 0,-7 0 20 15,6 4-1-15,-6-1 2 0,1 1-6 16,-1 0-9-16,0-5 0 0,2 4-3 16,2-2-6-16,-4-9-5 0,0-3-7 0,2-3-4 15,0-3-4-15,-4 1-4 0,0-6-2 16,2 1 1-16,-2-2 5 0,2-2 5 16,-2 0 9-16,0 1 0 0,-1-1-65 0,-9 0-3 15,-3 4 0-15,-6 3 0 0,-10 0 0 16,1-2 0-16,-16 4 0 0,-4 2 0 0,-5-1 0 15,0 1 0-15,-6 0 0 0,-4-2 0 16,0-2 0-16,4 2 0 0,2-4 0 16,4 1 0-16,0-3 0 0,5 2 0 0,13-6 0 15,-2 0 0-15,5-1 0 0,1 1 0 16,8-1 0-16,5-4 0 0,2 1 0 16,4 0 0-16,2-3 0 0,-5 1 0 15,1 1 0-15,7-1 0 0,2 0 0 16,7-3 0-16,-20 3 0 0,20-3 0 0,-11 1 0 15,11-1 0-15,0 0 0 0,0 0 0 16,-19-4 0-16,19 4 0 0,-8-13 0 0,8 1 0 16,-1-5 0-16,-1-9 0 0,0-10 0 15,2-7 0-15,0-3 0 0,0-13 0 16,-3 1 0-16,10 0 0 0,-6 12 0 0,3-10 0 16,-2 13 0-16,2-1 0 0,-1 5 0 15,-5 3 0-15,2 10 0 0,2 2 0 0,0 7 0 16,0 4 0-16,0 1 0 15,0 0 0-15,-2 1-84 0,1 3-217 0,-1 1-87 16,0 2-44-16,0 5-32 0,0 0-40 16,7-5-70-16,-7 5-156 0,0 0-3 15,0 0 46-15,0 0-433 0,20 17-590 0</inkml:trace>
  <inkml:trace contextRef="#ctx0" brushRef="#br0" timeOffset="32330.84">10576 17499 3287 0,'6'-13'27'0,"0"1"22"0,-3 2 23 0,1 1 56 0,0 3 23 0,-4 6 22 15,3-9-1-15,-3 9-15 0,0 0-12 16,0 0-14-16,0 0-6 0,0 0-4 15,-30 32-5-15,10-6-6 0,-9 8-3 0,0 4 1 16,3 1 2-16,-1 0-1 0,2 2 4 16,4-2-4-16,2-6-12 0,3-1-5 0,5-3-3 15,0 0-7-15,7-5-7 0,-2-5-8 16,6-4-7-16,2-1-3 16,2-1-7-16,0-1-1 0,6-2-3 0,2-3-2 15,2-5-8-15,7 2-2 0,-4-6-4 16,4-1-1-16,2-3-5 0,-6 0-6 0,3-3 5 15,-6 0-5-15,-2 0 4 0,-6-3-8 16,-2-1-2-16,-4 1 0 0,-4-1-6 16,-2 1 3-16,-2 0-5 0,-3 1-1 0,-3 3 3 15,1 1-10-15,-3 2-15 0,2 0-24 16,-1 3-38-16,1 2-43 0,14 0-61 16,-25 2-65-16,16 0-72 0,9-2-68 0,-16 8-95 15,12-4-197-15,1 1-16 16,3-5 69-16,-6 8-329 0,6-8-436 0</inkml:trace>
  <inkml:trace contextRef="#ctx0" brushRef="#br0" timeOffset="112818.98">23998 10092 409 0,'6'-6'63'0,"1"1"-9"0,2-2 23 0,3 0 4 0,1 0-12 0,-2 3-7 0,3 1-3 15,-3 3-8-15,5 2 15 0,-5 3 3 0,5 2 13 16,-5 1 11-16,-4 3 7 16,2 4 2-16,-7 2 0 0,-2 0 2 0,-4 4 2 15,-3-2 0-15,2 1-2 0,-3 1 3 16,1-4 0-16,-1 1-1 0,0-1-6 0,3-4-8 15,-1-1-10-15,3-4-2 0,1 2 0 16,0-2-4-16,-3-1-5 0,5-1 1 0,0-6-8 16,5 8-5-16,-1-4-7 0,-4-4-2 15,11 6-1-15,-2-4-14 0,1-2-13 16,-10 0-22-16,24-2-40 0,-6 0-54 0,-1 0-65 16,4-1-76-16,0 0-141 0,0-1-98 0,1 0-167 15,1-2-139-15</inkml:trace>
  <inkml:trace contextRef="#ctx0" brushRef="#br0" timeOffset="113181.88">24747 9919 1693 0,'1'-7'32'16,"-1"2"8"-16,0 5-4 0,0 0-5 15,0 0 7-15,0 0 21 0,0 0 12 0,-25 10 8 16,13 2 9-16,-10 10-5 0,2 3-3 16,-1 0-4-16,-1 2-3 0,2 1-14 15,1 0-5-15,-1-1 4 0,4-3-8 16,4-2-2-16,2-4-5 0,1-1-4 0,6-2-2 16,-4 0-4-16,3-2-2 0,3-3 0 15,1 1-4-15,1-3-6 0,-1-2-1 0,4 2-14 16,3-1-15-16,0-3-5 0,-2 0-7 15,-5-4-2-15,13 1-9 0,-13-1-7 0,0 0-7 16,16-7 0-16,-10 2 0 0,-5 1 5 16,-1 4 1-16,2-10 2 0,-2 2 4 15,0 8-4-15,-5-11-3 0,-1 3-13 16,3 3-10-16,-5 0-27 0,2-2-26 0,2 2-43 16,-2 0-50-16,3 1-413 0,3 4-122 15</inkml:trace>
  <inkml:trace contextRef="#ctx0" brushRef="#br0" timeOffset="113498.32">24886 10048 1644 0,'0'0'-25'0,"7"-4"16"16,-7 4 18-16,0 0 30 0,0 0 29 15,0 0 11-15,0 0 12 0,-9 21 4 0,4-14 8 16,-5 3 1-16,-2 2-6 0,3 0-7 15,-5 0-7-15,5 0-2 0,-1 0-12 16,3 0-4-16,-3 2-4 0,5-1-7 16,-4-1-2-16,8 2-7 0,-3-2-6 0,0 2-4 15,2-2-3-15,2 1-3 0,0 3-4 16,0-3-1-16,-1 3-3 0,1-2-7 0,-2-1 2 16,0 3 0-16,0-5-3 0,-2 4-3 15,2-3 0-15,-4 0-11 0,0-2-5 0,3-1-17 16,-5-1-15-16,3 1-25 0,-4-2-32 15,2 1-50-15,-2-4-58 0,0 1-83 0,-3 0-142 16,1-4-228-16,-2 4-150 16</inkml:trace>
  <inkml:trace contextRef="#ctx0" brushRef="#br0" timeOffset="114049.06">23983 10790 1947 0,'-13'0'56'0,"1"3"4"0,2-3-9 0,10 0-1 0,0 0 4 16,0 0 11-16,0 0-4 0,0 0-4 0,0 0-6 0,0 0-7 0,65-13-4 16,-8 2-15-16,8 3-14 0,3-4-21 0,5 2-29 15,1-2-42-15,-1 2-50 0,-1-1-62 16,-9 3-57-16,-6-1-386 0,-17 4-132 0</inkml:trace>
  <inkml:trace contextRef="#ctx0" brushRef="#br0" timeOffset="114184.39">24565 10754 1698 0,'-30'6'-40'15,"-6"-2"10"-15,2 1 17 16,-2 1 21-16,5-3 13 0,6 0 12 0,2-1 1 16,5 0 4-16,-2 0-3 0,6-2 1 15,0 2-2-15,3-1-8 0,0-1-10 0,11 0-25 16,0 0-37-16,-16-1-30 0,16 1-23 16,0 0-43-16,0 0-49 0,0 0-263 0,0 0 39 15</inkml:trace>
  <inkml:trace contextRef="#ctx0" brushRef="#br0" timeOffset="118697.32">25652 11442 1300 0,'0'0'26'0,"0"0"9"0,0 0 5 0,0 0 5 0,0 0 12 0,0 0 13 15,0 0 2-15,0 0 1 16,0 0 2-16,0 0 0 0,-25 12-1 0,21-9-2 0,4-3-2 15,-3 8-6-15,3-8-6 16,-4 7-5-16,4-7-5 0,-2 8-4 0,2-8-3 16,0 6 0-16,0-6 2 0,0 0 3 15,-2 7 2-15,2-7 0 0,0 0 6 0,0 0-3 16,0 0 6-16,0 0 3 0,0 0 5 16,0 0 4-16,0 0 3 0,0 0-2 15,-2-28 0-15,2 28-6 0,-8-8-2 0,3 5-5 16,5 3-5-16,-15-6-8 0,15 6 6 15,-22 0-6-15,22 0 3 0,-17 3-4 16,8 1-7-16,-1 0 3 0,5 1 2 0,5-5-2 16,-10 10 4-16,6-4-7 0,4 0-2 15,0-6-1-15,-2 14-2 0,2-14 2 16,6 15-11-16,-3-8 5 0,4-1-4 0,0 1 2 16,3-3 1-16,0 0-7 0,-1-3-2 15,-9-1-5-15,18 2 10 0,-18-2 8 0,22-6-2 16,-13 2-2-16,-1-1 10 0,1-4 3 15,-1-2 6-15,-4 2 9 0,-3-1-2 0,4-2 3 16,-3 4-4-16,-2 1-7 16,0 7-4-16,-8-14-7 0,2 11-5 0,6 3 0 15,-18-1-3-15,18 1-5 0,-25 4 0 16,11 0-2-16,4 4-1 0,-1-2-4 16,-1 5 2-16,5-1-1 0,0 0-3 0,-1 0 0 15,4 1 2-15,0-1-2 0,2-2-3 16,-2 1 0-16,4 0-1 0,0-9 3 0,2 14 0 15,2-10-4-15,-4-4-7 0,5 7 15 16,-5-7-4-16,11 4-3 0,-11-4-3 0,0 0 5 16,0 0-2-16,20-9-1 0,-14 4 0 15,-2-2-3-15,2 0 2 0,-5-1-4 0,1-3 6 16,4 3-4-16,-4-1 3 0,0 1-4 16,-1 1 8-16,-1 7-3 0,3-13 0 0,1 9-7 15,-4 4 8-15,2-10-4 16,-2 10-1-16,2-8 1 0,-2 8-3 0,1-7 4 15,-1 7 0-15,0 0-5 0,2-8 1 16,-2 8 1-16,0 0-3 0,0 0 3 16,4-6 0-16,-4 6-2 0,0 0 4 0,0 0 1 15,0 0-2-15,0 0 5 0,0-9-5 16,0 9 7-16,0 0 4 0,0 0-6 0,0 0 3 16,0 0 0-16,0 0-2 0,0 0 11 15,-4-8 1-15,4 8 4 0,0 0-1 0,0 0-4 16,0 0 5-16,0 0-3 0,0 0-4 15,0 0-2-15,0 0-4 0,-21 2 0 16,4 7 4-16,-8 10 7 0,-1 5 11 16,-14 9 20-16,-8 6 12 0,-11 12 14 0,-4 5 12 15,-4 2 2-15,1 0 15 0,-3 5 23 16,-2-1 3-16,-1-2 6 0,8-6-6 0,-4 2-9 16,7-5-6-16,18-9-9 0,1-3-8 15,3-2-9-15,2-4-13 0,12-8-6 0,0 0-9 16,4-4-4-16,8-4-7 0,1-5-6 15,0-2-4-15,7-2-5 0,-2-1 3 16,1 2-3-16,0-4-6 0,3 0 6 0,3-5-12 16,-10 9-1-16,6-4-2 0,4-5-6 15,-6 8-9-15,6-8-35 0,0 0-40 0,-7 4-44 16,7-4-59-16,-4 5-80 16,4-5-111-16,-3 5-125 0,3-5-159 0,0 0-171 15,0 0 74-15,0 0-699 0,0 0-890 16</inkml:trace>
  <inkml:trace contextRef="#ctx0" brushRef="#br0" timeOffset="119680.71">23975 12626 3717 0,'-12'-1'-32'0,"-1"-2"41"0,13 3 12 0,-23-4 17 0,14 4 21 15,9 0 16-15,-18-3 13 0,18 3 2 0,-11-2-16 16,11 2-2-16,0 0-4 0,0 0-7 16,0 0 5-16,0 0-3 0,0 0-3 0,65 15-11 15,-15-11 1-15,16-2-2 0,8 1-15 16,7-3-12-16,3-3-21 0,0 1-27 0,-5-2-22 15,0 1-14-15,-11-4-11 0,-3 4 6 16,-17-1 7-16,-7 1 3 0,-3 0 9 16,-9 1 11-16,-10 0 10 0,-2 0 13 15,-1 2 14-15,-5-2 4 0,-11 2 10 0,17 4 15 16,-11 0 24-16,-3 6 0 0,-3 0 3 0,-3 7-8 16,-3 2 5-16,-3 12-5 15,-5 1 2-15,1 2-3 0,-1 0 1 0,1 3-8 16,4 0-4-16,-1 2 2 0,1-4-5 15,1 0-8-15,-2-1 0 0,7-9-1 0,-3-1-7 16,0-5 1-16,5-2 0 0,-3-1-4 16,-3 0 2-16,4-5 3 0,-3 2-1 0,3-4 7 15,-9 6 5-15,4-5 2 0,-3 2 7 16,-7 0-4-16,-7 3 8 0,-6 1 4 16,-4-1 6-16,-14 2 9 0,-3-1 3 15,-3-1 8-15,-6 2 5 0,-4-3 6 0,-1 1 6 16,1-1 3-16,-1-1 5 0,1-4 0 15,-1 2 2-15,9-2-8 0,1-1-4 16,9-2 0-16,6 2-8 0,-2-1-9 0,7-1-6 16,2 2-9-16,7-2-5 0,2 0-5 15,3 0 0-15,-1 3 6 0,4-3-16 0,-3 2-6 16,4 0-6-16,0-1 0 0,6-1 1 16,-2 0 1-16,-1 1-7 0,1-2-1 0,5 0-1 15,0-3 11-15,-1 3 13 16,0-2 14-16,10-3 0 0,-13 4 11 0,13-4 1 0,-12 1-8 15,12-1-2-15,0 0-8 0,-15-17 2 16,12 4-20-16,1-6-15 0,0-5-14 16,4-17-39-16,2-15-27 0,5-2-17 15,8-3-14-15,-4-1 0 0,9-1 12 0,-1 2 5 16,-3 5 15-16,5 4 1 0,-1 6 4 16,-6 4 5-16,0 13 6 0,-3 3 5 15,-2 5 4-15,-3 4 12 0,-2 3-5 0,-1 3 2 16,-1 3 1-16,2-1 4 0,-5 2-13 15,6 1-17-15,-5-1-17 0,2 2-26 0,-4 5-17 16,3-9-17-16,1 6-18 0,-4 3-26 16,4-7-31-16,-4 7-28 0,3-5-33 0,-3 5-30 15,0 0-53-15,7-4-81 0,-7 4-182 16,0 0 38-16,0 0 64 0,0 0-257 16,0 0-258-16</inkml:trace>
  <inkml:trace contextRef="#ctx0" brushRef="#br0" timeOffset="120729.31">23918 12913 2276 0,'-6'-4'72'0,"6"4"4"0,-14-4 5 0,9-2 17 0,-1 3 24 0,5-2 27 0,1 5-10 16,-4-9-15-16,4 9-11 0,0-8-17 0,0 8-7 15,9-10-9-15,-2 8-9 0,-7 2-12 16,22-4-2-16,-22 4-6 0,28 6-4 16,-15 4-7-16,-1-2-11 0,1 3-1 15,-1 5 6-15,-2 1 9 0,-7 1 22 0,1 1 23 16,-8-2 22-16,1 3 18 0,-7 3 8 16,-2 4 8-16,-2-2 1 0,-4 4 5 0,1-7-1 15,3-3-9-15,3-5-8 0,1-5-10 16,5 2-4-16,-3-4-3 0,5 0 9 15,-3-1 4-15,2 0-2 0,4-6-2 0,-4 6-21 16,4-6-8-16,0 0-11 0,0 0-5 16,0 0-13-16,0 0-5 0,0 0-11 15,0 0-6-15,19 2-3 0,-19-2-1 16,0 0-21-16,20 4-29 0,-11-3-31 0,-9-1-39 16,25 4-40-16,-11-1-42 0,4-1-53 15,-3 0-58-15,2-1-61 0,3 1-58 0,-5-2-71 16,0-2-103-16,0 1-88 0,1-1 56 15,-7 0-420-15,0 0-492 0</inkml:trace>
  <inkml:trace contextRef="#ctx0" brushRef="#br0" timeOffset="121131">24587 12748 2852 0,'2'-5'12'0,"-2"5"16"0,0 0 19 0,0 0 32 0,0 0 34 0,-29 12 18 16,14 0 14-16,-6 5 4 0,-4 5 8 16,-2 5-4-16,-1 4 2 0,3-6-9 0,-4 8 1 15,7-8-6-15,-1 3-6 0,3-5-10 16,4 2-10-16,4-7-10 0,1-1-13 0,3-3-3 15,3 1-8-15,0-4-13 16,5-1-4-16,0 0-3 0,3 1-7 0,-1-3-4 16,3 2-12-16,3-6-14 0,-1 2-10 15,-2-4 3-15,6 1-4 0,-11-3 0 0,13 2-3 16,-13-2 2-16,0 0-4 0,14-5 3 16,-14 5 5-16,1-9-2 0,-1 9 4 15,0-9-4-15,0 9-4 0,-1-13 2 0,1 13-2 16,-11-10-4-16,11 10-14 0,-11-6-33 15,11 6-43-15,-16-2-66 0,7 0-71 0,9 2-79 16,-14 2-95-16,14-2-144 0,-16 6-102 16,16-6 64-16,-8 0-375 0,8 0-430 15</inkml:trace>
  <inkml:trace contextRef="#ctx0" brushRef="#br0" timeOffset="121513.72">24585 12903 2483 0,'15'-15'22'0,"-3"3"36"0,-1 0 15 16,-2 6 10-16,1-1 19 0,-1 1 16 0,-1 0-1 16,2 1 13-16,-3 4-7 0,1-2 0 15,-8 3-1-15,0 0 16 0,0 0 14 0,16 9 10 16,-16-3 12-16,-4 4 6 16,-5 3 4-16,2-1-10 0,-4 1-2 0,-5 5-13 0,5-3-10 15,-3 1-15-15,3 0-10 0,4-5-7 16,-1 2-13-16,2-3-9 0,2 0-9 0,2 0-8 15,1 3-2-15,2-5-5 16,-1 2-8-16,0 1-10 0,4 0 1 0,0-1-6 16,0 2-7-16,-2-1 2 0,4 1-3 15,-2 0 4-15,-3-1 15 0,-1 3 20 0,0-2 28 16,-1-1 8-16,-3 5 1 0,-2-5 1 16,0 3-7-16,-3 4-8 0,-1-3-14 0,-4-1-6 15,2-1-9-15,-4 1-7 0,-1-2-24 16,3 0-37-16,-2-4-64 0,0 0-69 15,1-2-84-15,3-3-89 0,-1 1-113 16,2-4-128-16,-1 0-154 0,3 0-74 16,-5 3 80-16,1-1-609 0,2 1-756 0</inkml:trace>
  <inkml:trace contextRef="#ctx0" brushRef="#br0" timeOffset="146476.43">28616 6024 201 0,'0'0'76'0,"0"0"-31"0,0 0-25 0,0 0 13 0,0 0-9 0,24 8-8 16,-10-6 2-16,5 0-5 0,7 0 6 0,11 2-6 16,4 2 5-16,7 0-3 0,-1-1-4 15,13 1-6-15,-10-4-19 0,-3 2-14 0,10 2 0 16,-11-1-22-16,-2-2-89 0,-2 1 47 15</inkml:trace>
  <inkml:trace contextRef="#ctx0" brushRef="#br0" timeOffset="147242.29">29566 6089 389 0,'15'0'17'0,"-3"0"-5"0,-3-2 9 16,3 0 1-16,-2 1-4 0,-10 1 1 0,18-5 1 16,-6 5 3-16,-1-4-2 0,-1 2-4 15,1 0-3-15,0-2-2 0,0 2 5 0,-2-2 1 16,-9 4 0-16,15-4 0 0,-9 3-5 15,-6 1-1-15,9-3-1 0,-9 3-2 16,10-3-4-16,-10 3 2 0,0 0 3 0,0 0-9 16,0 0 7-16,0 0 5 15,13 7-3-15,-13-7-3 0,0 10 6 0,2 0-6 16,-2 2 0-16,-2 5 3 0,1 6 2 16,-6 12-4-16,2 6 0 0,-1 0-2 0,-3 8-19 15,0 6-13-15,0-6-8 0,4-6-10 16,1-2-6-16,-3-2-2 0,3 0 8 0,-3-5 5 15,6-5 11-15,-3-5 12 0,2-2 9 16,2-3 11-16,-4-4 10 0,4-1 5 0,0 0 12 16,0-6 12-16,0 2 4 0,0-1 3 15,0-1 3-15,0-1-10 0,2 2-4 16,0-2-8-16,0 2-2 0,2-3-4 0,-3 3 2 16,3-1-1-16,1 2-2 0,-1 1-3 15,-3-2-6-15,5 0-5 0,-2 2 2 0,-3-3 3 16,3 2-5-16,0-2 2 15,-1-2-4-15,0 1 4 0,1 1-5 0,0-2 1 16,-2 0 9-16,-1-1 4 0,3 3 5 16,-2 1 6-16,0-2 11 0,0 3 1 0,-2-2-1 15,1 1 2-15,-2 0-9 0,1 3 6 16,-2 0 2-16,2-1-3 0,0 0-6 0,-2 1-2 16,2 0-3-16,-2 0-2 0,2-4 0 15,-2 1 0-15,2-1-2 0,-2-1-4 0,2 0 2 16,0 0 0-16,0 1 0 0,0-8-1 15,2 9-3-15,-2-4 1 0,-2 4-1 16,2-9 0-16,0 14 0 0,0-8-4 16,-1 3-1-16,1-1-2 0,0 2-1 15,-2-2-1-15,0 1 5 0,0-1 0 0,0 1 1 16,0-3-7-16,-1 2 6 0,3 0-4 16,0-8 2-16,-1 10-5 0,1-4 2 0,0-6 2 15,0 8 2-15,0-8 2 0,-2 7-8 16,2-7 3-16,0 0-5 0,-2 8 2 15,2-8 2-15,-6 7-3 0,6-7 2 0,-1 7-1 16,1-7 2-16,-6 5-3 0,6-5 3 0,-4 5 2 16,4-5 3-16,-7 6 0 0,7-6 6 15,-7 4 0-15,7-4-4 0,-7 2-2 16,7-2 1-16,-11 4-3 0,11-4-2 16,-14 3 0-16,9-1-1 0,-5 1-1 0,2-1-2 15,8-2-2-15,-15 5-3 0,8-3 0 16,1 1-11-16,6-3-23 0,-14 3-33 15,14-3-59-15,-9 1-68 0,9-1-127 0,0 0-300 16,-14 0-117-16</inkml:trace>
  <inkml:trace contextRef="#ctx0" brushRef="#br0" timeOffset="148491.54">28715 6508 1654 0,'5'-5'44'0,"1"-2"19"16,2 1 12-16,-1-1 3 0,4-2 7 0,1 2 3 0,-1 2-2 0,-1 0-10 0,2 4-9 16,-5-1-5-16,-7 2-7 0,15 5-4 15,-9 2-5-15,-2 3 2 0,-2 4 2 16,-4 3 3-16,-3 4 9 0,-7 6 7 0,-1 0 6 15,1 2 7-15,-3-2 12 16,3 0 6-16,1-8 11 0,1-3-4 0,5-2 11 16,-2-1 1-16,4-2 8 0,-1 0 4 15,2-3 14-15,0-1 9 0,6 0 3 0,0-1-4 16,1 0-14-16,5-4-10 0,2 1-17 16,1-3-8-16,4 0-15 0,-1 0-13 0,0 2-35 15,6-4-37-15,-3 2-49 0,-1 0-67 16,4 2-67-16,-4-2-60 0,-2 0-68 0,-3 1-79 15,3-2-125-15,-9 2-65 0,-7-1 51 16,16-1-257-16,-16 1-271 0</inkml:trace>
  <inkml:trace contextRef="#ctx0" brushRef="#br0" timeOffset="148875.07">29286 6476 2020 0,'0'0'8'16,"0"0"46"-16,0 0 38 0,-15 15 30 0,4-6 31 15,1 3 26-15,-4 4 12 16,-2 5 5-16,-4 0-5 0,3 5-10 0,0-2-9 16,3-4-4-16,5 0-15 0,2-3-13 15,-1 2-8-15,2-4-15 0,2 1-12 16,2-5-12-16,2 3-7 0,2 0-6 0,2-3-6 15,2-2-8-15,2 4-5 0,1-5-11 16,-2 0-6-16,5-3-2 0,-2 1-7 0,-1 0 3 16,-3-4-6-16,-6-2-2 0,13 2-3 15,-13-2 3-15,0 0-2 0,16-12-1 16,-14 8 7-16,0-6 0 0,0 3-6 0,-2 7-2 16,-2-17-4-16,2 9-2 0,-2-1-5 15,2 1-8-15,-5 1-26 0,5 7-34 16,-3-14-50-16,-3 9-58 0,0 0-72 0,1 2-74 15,5 3-83-15,-10-7-109 0,8 3-97 16,2 4 46-16,-2-8-298 0,2 8-332 16</inkml:trace>
  <inkml:trace contextRef="#ctx0" brushRef="#br0" timeOffset="149241.77">29488 6546 2221 0,'4'-1'25'0,"-4"1"48"0,0 0 32 0,10-11 28 15,-10 11 18-15,0 0 10 0,7-5-6 16,-7 5-8-16,0 0-13 0,0 0 8 0,0 0 1 16,0 0 8-16,11 14 7 15,-11-14 8-15,-4 18-4 0,-1-5 1 0,-3 1-3 16,-3 1-9-16,1 2-17 0,-1-1-17 16,-1 1-10-16,7-5-10 0,-3 2-12 0,3 3-10 15,1-4-8-15,0-1-8 0,2-1-7 16,0 0-2-16,2 0-7 0,-2 1-1 0,2-1-6 15,0-3-4-15,0 4 0 0,0-1 7 16,0 3 13-16,-2-2 10 0,2 3 10 16,-2-3 6-16,0 1-10 0,0 1 11 15,-1-2-3-15,1-1-7 0,-6 3 4 16,5-3-8-16,-4-1 1 0,2 2-16 0,-3-3-3 16,3-1-2-16,-3-1-13 0,2 2-24 15,-3-4-33-15,1 1-29 0,1-4-42 0,7-2-47 16,-16 4-54-16,9-4-70 0,7 0-68 15,-18-2-68-15,18 2-87 0,-14-3-129 0,5-1-23 16,2 1 55-16,1-2-383 0,6 5-448 16</inkml:trace>
  <inkml:trace contextRef="#ctx0" brushRef="#br0" timeOffset="152625.94">28661 7028 2502 0,'0'0'-30'0,"0"0"32"16,-11-5 29-16,5 2 25 0,6 3 38 0,-8-4 44 0,8 4 23 0,-11-5 19 15,11 5 8-15,-7-3 2 0,7 3-1 16,-9-4-8-16,9 4-3 0,0 0-4 0,-7-5-3 16,7 5-2-16,0 0 7 0,0 0 20 15,0 0 5-15,0 0 12 0,0 0 1 0,0 0-1 16,0 0 4-16,16 21 0 0,-9-16 0 15,2 2-1-15,1-1-1 0,1 1-2 16,4 0 1-16,1 0-6 0,1 2-6 0,0 0-10 16,2-1-6-16,2-2-79 0,0 0-107 15,2 0 0-15,-2-1 0 0,2 1 0 16,1 0 0-16,0-2 0 0,-1 0 0 0,-1 0 0 16,-1-2 0-16,-1 2 0 0,0-3 0 15,1 1 0-15,-1 2 0 0,-4 0 0 0,2-4 0 16,-4 3 0-16,-2-2 0 0,1 1 0 15,-1 0 0-15,1 0 0 0,-2 0 0 0,-11-2 0 16,24 2 0-16,-12 0 0 0,-1 2 0 16,-2-2 0-16,3 0 0 0,-12-2 0 15,24 1 0-15,-10 0 0 0,-1 2 0 0,-1-3 0 16,-12 0 0-16,27 3 0 0,-16-6 0 16,-11 3 0-16,25 0 0 0,-14 0 0 15,0 0 0-15,-11 0 0 0,25 0 0 16,-12-3 0-16,-1 3 0 0,1-1 0 0,0 0 0 15,-13 1 0-15,25-4 0 0,-12 0 0 16,1 0 0-16,-1 2 0 0,3-4 0 0,-5 2 0 16,0 1 0-16,5-4 0 0,-5 0 0 15,4 1 0-15,-4 0 0 0,-1-2 0 0,2 3 0 16,-3-2 0-16,0 0 0 0,1 0 0 16,0 0 0-16,-1 0 0 0,-3 1 0 0,2-1 0 15,3-2 0-15,-4 2 0 16,0 1 0-16,2 1 0 0,-5-4 0 0,3 2 0 15,-2-3 0-15,6 0 0 0,-8-1 0 16,3 3 0-16,-2-2 0 0,-1-1 0 0,4 3 0 16,-4-4 0-16,-1 3 0 0,4-1 0 15,-2 0 0-15,-3-2 0 0,3 1 0 0,0-1 0 16,0 1 0-16,-2-1 0 0,2 0 0 16,-2 1 0-16,0-3 0 0,0 1 0 0,-1-3 0 15,1 2 0-15,0 1 0 0,-2-1 0 16,2-1 0-16,-2 1 0 0,0 0 0 0,0 0 0 15,0 2 0-15,-2-1 0 16,-2 1 0-16,3-2 0 0,-3 0 0 0,2 1 0 16,0 4 0-16,-2-3 0 0,-2 0 0 15,0-1 0-15,5 1 0 0,-9 0 0 0,5-1 0 16,-4 1 0-16,2-2 0 0,2 2 0 16,-5 0 0-16,4 0 0 0,-2 0 0 0,3 2 0 15,-4-1 0-15,0 0 0 0,2 2 0 16,-2 0 0-16,1 1 0 0,0-2 0 0,-1 3 0 15,1-1 0-15,-4 1 0 0,5 0 0 16,-4-2 0-16,1 1 0 0,-1 4 0 0,1-3 0 16,-2 3 0-16,3-2 0 0,-2 0 0 15,-1 1 0-15,3 0 0 0,0-2 0 16,-3 5 0-16,0-2 0 0,3-2 0 0,-3 1 0 16,1 0 0-16,-1 1 0 0,1 1 0 15,-2 0 0-15,-3 0 0 0,3-1 0 16,-4 0 0-16,4 1 0 0,-5 0 0 0,7 1 0 15,-3-2 0-15,3 3 0 0,0-1 0 16,-3-1 0-16,5 1 0 0,2-2 0 0,-5 3 0 16,3-1 0-16,9 2 0 0,-22-2 0 15,15-1 0-15,-2 2 0 0,9 1 0 0,-22 0 0 16,11 0 0-16,-1 0 0 0,-1 0 0 16,0 0 0-16,0 0 0 0,-1 1 0 0,1-1 0 15,2 3 0-15,-3-3 0 0,3 0 0 16,-3 2 0-16,1 0 0 0,-1-1 0 15,3 1 0-15,2 0 0 0,-5 0 0 16,3-1 0-16,0 1 0 0,-1 0 0 0,1-1 0 16,-1 3 0-16,-1-2 0 0,2 1 0 15,0 0 0-15,0-1 0 0,0 0 0 0,3 2 0 16,-1-1 0-16,1 0 0 0,-4 0 0 16,3 1 0-16,2 0 0 0,-2 0 0 0,0 2 0 15,2 0 0-15,-1-1 0 0,0-3 0 16,1 5 0-16,-1-2 0 0,3 3 0 0,-3-1 0 15,2-1 0-15,0 0 0 16,1 0 0-16,-1 2 0 0,1-2 0 0,-2 3 0 16,4-3 0-16,-3 2 0 0,-1 0 0 15,1-1 0-15,1 1 0 0,-2 1 0 0,3-2 0 16,-1 2 0-16,-1-3 0 0,3 1 0 16,-4 2 0-16,2-1 0 0,1-1 0 0,0 0 0 15,1 1 0-15,-3-1 0 0,0 2 0 16,4-2 0-16,-2 1 0 0,-2-1 0 0,5 0 0 15,-3 0 0-15,0-1 0 0,2 2 0 16,1-2 0-16,-3 2 0 0,-1-2 0 0,1 3 0 16,3-3 0-16,-1 4 0 0,-2-4 0 15,0 2 0-15,3 1 0 0,-1-1 0 16,-4 2 0-16,4-3 0 0,-4 4 0 0,4 0 0 16,-4-4 0-16,5 3 0 0,-1-2 0 15,-2 1 0-15,0 1 0 0,3-3 0 16,-1 2 0-16,0-1 0 0,0-1 0 0,-3 1 0 15,3 1 0-15,2-2 0 0,0 1 0 16,-3 3 0-16,3-3 0 0,0 3 0 0,0-3 0 16,0 2 0-16,0 1 0 0,0-3 0 15,0 3 0-15,0-1 0 0,2 2 0 0,-1-1 0 16,1 1 0-16,3 1 0 0,-3-3 0 16,0 2 0-16,1 1 0 0,1 3 0 0,0-3 0 15,-1 4 0-15,3-4 0 0,1 3 0 16,-4-2 0-16,1-3 0 0,0 1 0 15,-1 0 0-15,1-3 0 0,0 1 0 16,-1-1 0-16,2-2 0 0,-1-1 0 0,-2-1 0 16,1 2 0-16,-3-7 0 0,6 13 0 15,-3-9 0-15,1 2 0 0,-4-6 0 0,8 8 0 16,-4-2 0-16,-4-6 0 0,8 9 0 16,-8-9 0-16,5 6 0 0,-5-6 0 0,4 6 0 15,-4-6 0-15,0 0 0 0,5 5 0 16,-5-5 0-16,0 0 0 0,7 6 0 0,-7-6 0 15,0 0 0-15,0 0 0 16,4 6 0-16,-4-6 0 0,0 0 0 0,0 0 0 0,0 0 0 16,0 0 0-16,1 6 0 15,-1-6 0-15,0 0 0 0,0 0 0 0,0 0 0 16,0 0 0-16,0 0 0 0,0 0 0 16,0 0 0-16,0 0 0 0,0 0 0 0,0 0 0 15,0 0 0-15,0 0 0 0,0 0 0 16,0 0 0-16,0 0 0 0,0 0 0 0,0 0 0 15,-21 0 0-15,10 2 0 0,-48 13 0 16,32-1-937-16,6-2 3 0,-6 5-1215 16,7 2-1558-16</inkml:trace>
  <inkml:trace contextRef="#ctx0" brushRef="#br0" timeOffset="154057.18">25790 9137 5292 0,'-16'6'-317'16,"5"-4"48"-16,1 0 32 0,0 0 35 0,10-2 34 0,-12 2 35 0,12-2 34 15,-9 2 28-15,9-2 10 0,0 0 4 16,0 0 8-16,-4 7 7 0,4-7 10 0,16 5 8 16,1-1 3-16,6-1 1 0,15 1 1 15,6 0 4-15,7-2 1 0,16 0 4 0,4-2-11 16,7 0-10-16,3 2-22 0,0-4-20 15,3 0-22-15,-3 2-31 0,0-2-23 16,-6 0-4-16,-4 0-26 0,-10 2-3 0,-14-2 12 16,-2 0 26-16,-15-1 33 0,-7 3 34 15,-4 0 23-15,-3-2 21 0,-3 0-3 16,-1 0-6-16,-3 0-23 0,-9 2-40 0,0 0-48 16,4-4-317-16,-4 4 24 0</inkml:trace>
  <inkml:trace contextRef="#ctx0" brushRef="#br0" timeOffset="154273.94">25747 9254 1465 0,'-36'2'103'0,"6"1"3"0,1-1-8 16,2 1-2-16,2 1 10 0,7-1 11 15,-2-1 1-15,7-1-6 0,1 1-11 0,3 1-10 16,9-3-7-16,-4 6-13 0,4-6-2 15,17 5-22-15,4-3-29 0,21-1-29 16,8-1-41-16,16-1-45 0,5 1-41 0,3-2-53 16,5 0-72-16,0 2-103 0,2-2-207 15,-6 1-74-15</inkml:trace>
  <inkml:trace contextRef="#ctx0" brushRef="#br0" timeOffset="154640.44">25984 9269 1582 0,'-36'-3'10'0,"-5"0"13"0,-1 1 8 0,3 0 5 16,-2 0 19-16,5 4 24 0,7-2 24 16,3 0 18-16,2 2 9 0,0 0 2 15,7-1 0-15,0-1-1 0,3 2-4 0,1-2 1 16,1 2 5-16,12-2-13 0,-14 0-16 15,14 0 0-15,-10 3 7 0,10-3-2 0,0 0 8 16,0 0 4-16,0 0-5 16,55-2-5-16,-13-1-6 0,6 0-9 0,12-3-11 15,8 1-6-15,-2 3-17 0,7-1-1 16,0 0-2-16,0 3-4 0,1-2-14 0,-1 2-19 16,-2 0-18-16,-5 2-24 0,-11-2-16 15,-5 0-14-15,-6 0-6 0,-8 0 1 0,-9 0 6 16,-6 0 3-16,-4 0-1 0,0 0 4 15,-3 0-8-15,-5 0-18 0,0 0-33 16,-9 0-53-16,9-6-52 0,-9 6-66 0,0 0-79 16,0 0-89-16,0 0-44 0,-20-11-229 0,15 9-206 15</inkml:trace>
  <inkml:trace contextRef="#ctx0" brushRef="#br0" timeOffset="155007.66">27672 9157 2341 0,'-12'0'236'0,"12"0"-9"0,-16-2-18 0,16 2 1 0,-10 0 18 16,10 0 10-16,0 0-9 0,0 0-22 0,0 0-23 15,0 0-20-15,0 0-15 0,0 0-38 16,0 0-58-16,0 0-91 0,46 2-121 15,-25-2-125-15,7 0-144 0,0 0-177 0,1 0 52 16,12-4 52-16,-9 6-254 0,11 0-244 16</inkml:trace>
  <inkml:trace contextRef="#ctx0" brushRef="#br0" timeOffset="155173.84">28867 9215 2133 0,'0'0'253'0,"11"-4"33"0,-11 4-5 15,4-4-15-15,-4 4-8 0,0 0-18 16,0 0-19-16,0 0-22 0,4-4-19 0,-4 4-36 16,0 0-52-16,0 0-69 15,0 0-94-15,17 0-108 0,-17 0-126 0,16 0-138 16,-16 0-139-16,14 0 50 0,-1 0-306 16,-13 0-324-16</inkml:trace>
  <inkml:trace contextRef="#ctx0" brushRef="#br0" timeOffset="158590.37">30070 4787 2298 0,'2'-10'42'0,"-2"-1"35"0,2 1 11 0,-1 3 15 0,-1 0 31 0,0 7 25 0,2-11 28 0,-2 11 2 16,2-11-9-16,-2 11-22 0,0-7-17 15,0 7-25-15,0 0 16 0,0 0 12 0,0 0-5 16,4 33-6-16,-4-13-5 15,2 3 7-15,-2 0-8 0,1 6-1 0,-1-3-7 16,0 11-8-16,0-6-9 0,2 5-6 16,-2-7-8-16,-2-5-11 0,2 1-5 0,0-2-7 15,-1-4-6-15,-1-1-8 0,-2-2-6 16,2 0-6-16,0-3-32 0,-1 0-36 16,-1-2-41-16,-3-3-49 0,6 2-58 0,-5-2-70 15,2-3-73-15,-1-3-100 0,5-2-164 16,0 0-52-16,0 0 65 0,0 0-345 0,-10-15-398 15</inkml:trace>
  <inkml:trace contextRef="#ctx0" brushRef="#br0" timeOffset="159188.53">30220 4625 2327 0,'-15'0'-63'0,"2"-2"34"16,1 0 25-16,3 0 15 0,9 2 17 16,-14-2 19-16,14 2 7 0,-10-1 9 15,10 1 2-15,0 0-3 0,0 0 4 16,0 0-9-16,0 0-4 0,33-3-7 0,-8 3-5 15,14 0-3-15,6-2-2 0,0 0-5 16,3 0-2-16,1 0-7 0,-3 2 1 16,-1 0-4-16,0 0-6 0,-11 0 4 0,-7 0 0 15,-4 2-8-15,-5 0 1 0,2 2-2 16,-3 0 11-16,-2 4 14 0,1 2 13 0,-7 1 6 16,2 5 7-16,-4 5 23 0,0-1 14 15,0 14 9-15,1 0-6 0,-3 4-6 0,2 2-3 16,-3 1-11-16,1 2 0 0,-1 1-9 15,-1-3-5-15,1 1-8 0,2-1-2 16,-6-4-3-16,1 0-11 0,-1-8 5 16,0-5-6-16,0-6-2 0,-3 5-5 0,1-6 4 15,0-1 5-15,-2-1 10 0,1-3 17 16,-5 0 20-16,3-2 9 0,-7 0 3 16,-1-1-1-16,-7-4-4 0,1 0-10 0,-5 0-6 15,-5-3-10-15,-11 2-4 0,-4 0-7 16,-2-2-6-16,1 0-5 0,-3 0-8 0,3 0-5 15,-2 2-1-15,6-2-2 0,3-2-6 16,7 2-1-16,5 0-21 0,4-2-24 0,4 1-36 16,-1-1-43-16,3 0-43 0,1 0-46 15,4 0-49-15,-3 0-49 0,14 0-56 16,-19-5-88-16,11 5-163 0,3-6 1 16,5 6 61-16,-6-8-269 0,6 8-287 15</inkml:trace>
  <inkml:trace contextRef="#ctx0" brushRef="#br0" timeOffset="168554.84">29317 6114 2182 0,'0'0'-36'0,"0"0"24"0,0 0 27 0,-38 21 29 0,9 1 21 15,-11 12 24-15,-6 4 21 0,-11 13 17 16,-6 1 11-16,6 3 10 0,2 1-7 15,9-13-6-15,8 0-11 0,-4-2 0 0,4-2 4 16,4-4-13-16,2-2-8 0,10-8-12 16,1 0-7-16,4-3-13 0,2-5-4 0,6-5-7 15,3-2-6-15,-1-1-5 0,2-3 2 16,3 1-12-16,2-7-3 0,-5 5-4 0,5-5-1 16,0 0-15-16,0 0-13 0,21-18-11 15,-1-2-21-15,5-7-19 0,9-10-22 16,7-6-12-16,-1-3-10 0,15-15-1 15,1 1 4-15,-6 0 3 0,-7 12 9 0,-2 3 10 16,-5 2 8-16,-3 2 4 0,-5 9 14 16,-8 10 19-16,-7 5 5 0,-3 3 1 15,-5 5-2-15,-1 4 9 0,-4 5 13 0,0 0 20 16,0 0-2-16,-38 35 5 0,8-5 15 16,-7 8 8-16,-3 5 0 0,-1 4-6 15,-11 16 0-15,2-1-4 0,8-15-3 0,6-1-4 16,2-3-4-16,5-1 2 0,3-6 1 15,4-7-3-15,8-3 3 0,0-8-5 16,5-2-3-16,1-4-2 0,2 0-4 0,0-4 1 16,2 0 9-16,3-4-4 0,1-4-5 15,0 0 1-15,0 0-11 0,0 0 3 0,36-15-7 16,-10-7-14-16,14-9-24 0,4-8-9 16,16-13-21-16,2-1-9 0,-1 3-1 0,-9 12 12 15,-7 4 2-15,-2 5 9 0,-13 9-2 16,-6 4 4-16,-8 8 3 0,-7 6 13 15,-1 4 25-15,-8-2 9 0,-2 17 5 0,-5 3-2 16,-10 11 12-16,-8 10-7 0,-2 5 13 16,-1 1 2-16,-1-1-3 0,-2-1-10 15,6-1 5-15,-1-3 0 0,5-1-6 16,6-9-3-16,2-3 5 0,2-6 1 0,4-8-6 16,3 2 1-16,-1-5 6 0,3-1-2 15,0-3 7-15,2-7 2 0,8 7-6 0,-8-7 0 16,25-5-2-16,1-8-1 0,18-8-1 15,4-2-8-15,1-9-12 0,2-6-8 0,14-12-2 16,-4-7-7-16,-2 4 5 0,-15 10 0 16,-6 6 7-16,-1 6 2 0,-13 10 6 0,-9 5 3 15,-1 6-15-15,-8 7 29 0,-5 3 20 16,-1 0 8-16,-13 17-5 0,-8 8-4 16,-7 12-3-16,-5 4 12 0,-3 2-8 15,-1 3 9-15,-1 0-2 0,4 0-1 16,4 1-3-16,3 0 0 0,0-7-4 0,12-7-1 0,3 0-6 15,5-9-9-15,1-4 5 16,5-4-3-16,1-3 5 0,1-3 0 0,5-2-5 16,1-2 0-16,5-2-4 0,5-6 0 15,4-2-1-15,13-11-3 0,9-5-2 0,0-5-4 16,3-4-3-16,0-3-2 0,-5-4-2 16,4-3-2-16,-5 5 3 0,-6 2 2 0,-9 8 2 15,-2 6-5-15,-10 5-3 0,-3 6 3 16,-8 7 0-16,-2 0 3 0,0 0 15 15,-25 24-2-15,2-3 6 0,1 4-7 16,-10 10 8-16,2 2-2 0,1 0 1 0,2-3 0 16,12-6-3-16,0-3-2 0,2 0-2 15,3-4 1-15,7-5-6 0,-2-3-7 16,3-3 10-16,2-2 1 0,5-2-2 0,-5-6-2 16,15 5 1-16,-6-5-3 0,-9 0-6 15,34-11-9-15,-3-3-9 0,-1-1 2 0,3-3-2 16,3-9 2-16,-1 2-9 0,-3-5 11 15,-7 6 5-15,-2 2-2 0,-5 0 5 0,0 6 8 16,-7 6 2-16,-4 2-3 0,2 1-5 16,-6 3 0-16,-3 4 8 0,0 0 2 0,0 0 4 15,0 0 2-15,-23 25-3 16,9-10 4-16,-8 7 4 0,5-1 0 0,2-4-2 16,3 0-3-16,1-2 0 0,4-1-4 15,-2-2 3-15,5-2-2 0,1 0-4 0,-1-1 0 16,2-1 4-16,2-8-1 0,4 9-3 15,-4-9 4-15,0 0-7 0,14 0 1 16,-14 0 1-16,22-9-5 0,-8-1-6 0,1-1-3 16,-1-3 9-16,2-9-1 0,2-1-6 15,-4-3 8-15,-2-2-4 0,0-5 0 0,-3-3 3 16,-5 0-1-16,2-1 1 0,-6 7 1 16,-2 7 10-16,-2 0 0 0,-2 2 1 15,-5 5-3-15,-2 3-3 0,-5 4-2 16,-5 5 4-16,3 3-1 0,-7 6 3 0,-5 2-1 15,0 6-1-15,3-1 4 0,2 4-4 16,6-3-2-16,5 0 3 0,5-2-2 0,2 0-4 16,1-1 3-16,2 0-1 0,4-3 3 15,2-6-3-15,4 9 4 0,-4-9-3 0,17 2-2 16,-17-2 0-16,35-11 0 0,-11-1 0 16,5-2-1-16,-4-7 2 0,2-2-2 15,-7-2 0-15,-4-4-4 0,-3-2 2 0,-3-4 1 16,-4 0-3-16,-6 6 1 15,0 2 0-15,-4 3-3 0,-5 2-4 0,-5-2 1 16,0 5-1-16,-1 7-2 0,-6 4-14 16,-4 4-18-16,3 1-25 0,-5 5-25 0,0 3-44 15,-7 3-48-15,3 0-57 0,3 6-59 16,5-1-75-16,5-3-135 0,7 0-104 0,4-1 50 16,1-1-334-16,4-3-377 0</inkml:trace>
  <inkml:trace contextRef="#ctx0" brushRef="#br0" timeOffset="170988.95">30214 7943 2675 0,'0'0'90'0,"4"4"-1"0,-4-4 30 0,2 9 58 0,-2 1 44 0,0 4 38 0,0 3 29 16,-4 6 21-16,-4 14 7 0,-8 6 4 15,0 7-1-15,1 3-6 0,-4 1-8 16,-4 4-13-16,1 5-13 0,-1 0-19 0,-8 14-21 16,2-15-17-16,3-2-21 0,-9 12-14 15,9-16-17-15,-5 0-1 0,1 2 1 16,1-5-4-16,0-5-130 0,3-4-36 0,1-3 0 15,4-12 0-15,4-2 0 0,-1-6 0 16,9-3 0-16,2-3 0 0,-3-4 0 0,6-2 0 16,-2-1 0-16,2-1 0 0,1-2 0 15,-1 0 0-15,4-5 0 0,-5 9 0 0,5-9 0 16,-4 8 0-16,4-8 0 0,-7 4 0 16,7-4 0-16,0 0 0 0,0 0 0 15,0 0 0-15,0 0 0 0,0 0-154 0,0 0-399 16,0 0-91-16,0 0-112 0,0 0-65 0,0 0 63 15,0 0-774-15,-13-12-977 0</inkml:trace>
  <inkml:trace contextRef="#ctx0" brushRef="#br0" timeOffset="171304.29">29586 9145 4373 0,'2'-5'129'0,"-2"5"36"0,0-6 20 0,0 6 25 15,0 0 32-15,0 0 24 0,0 0 42 16,0 0 15-16,-16 21-6 0,5-4-22 0,-3 7-24 16,-3 1-20-16,0 3-15 15,4-1-15-15,-3-1-25 0,3 1-21 0,4-5-147 16,2-5-28-16,4 0 0 0,3 1 0 16,2-3 0-16,1-1 0 0,6-3 0 0,0-1 0 15,4-3 0-15,2-4 0 0,5-1 0 16,0-2 0-16,5-4 0 0,0 0 0 0,-2 2 0 15,-3-2 0-15,-2 2 0 0,-3-2 0 16,-1 2 0-16,-3-1 0 0,-1 3 0 0,-3 0 0 16,-7 0 0-16,15-2 0 0,-15 2 0 15,12 0-114-15,-12 0-329 0,0 0-85 16,13-2-103-16,-13 2-140 0,7-2-15 0,-7 2 69 16,9-6-712-16,-9 6-879 15</inkml:trace>
  <inkml:trace contextRef="#ctx0" brushRef="#br0" timeOffset="172070.47">30576 8906 4107 0,'-11'9'-62'0,"4"-3"27"0,0 0 35 0,3-1 38 0,4-5 35 0,-7 10 23 0,7-10 14 15,-4 5 6-15,4-5 2 0,-1 5 4 16,1-5 10-16,0 0 5 0,0 0 0 0,0 0 1 16,0 0-12-16,0 0-6 0,34-16-12 15,-21 3-14-15,4-11-2 0,4-1-4 0,2-14-16 16,2-5-8-16,-2-8-6 0,3-8-5 15,7-18-9-15,-1-8-7 0,4-4-5 0,0-9 0 16,-1-1-5-16,1 3-11 0,-3 0 0 16,-3 10 3-16,-5 5-4 0,-8 22-1 15,-3 6-1-15,-5 5-1 0,-2 11 6 16,-1 4 4-16,-4 8 4 0,0 3 3 0,0 9 10 16,0-1 2-16,-2 3-7 0,2 1 9 15,0 3-17-15,-2-1-5 0,0 1-2 0,2 1-3 16,-2 7-6-16,1-11 4 0,-1 5-11 15,0 6 2-15,2-5-9 0,-2 5 10 0,2-8-7 16,-2 8 5-16,0 0-2 0,0 0 3 16,0 0-2-16,0 0 23 0,-21 21-4 0,10-7 17 15,-10 5 23-15,-3 3 16 0,0-3 1 16,-1 0 1-16,-1 1 3 0,-3-1-2 16,2-2 0-16,0-2-6 0,11-1 6 0,-2-4-11 15,5-4-6-15,-1 0-2 0,7-1-2 16,0 1-9-16,-4-3 1 0,11-3-2 15,-11 3-6-15,11-3-4 0,0 0-12 16,-11-10-3-16,11 2-4 0,6-7-8 0,-1-6-3 16,11-10-8-16,6-8-2 0,3 3-3 15,4 1 2-15,1 5-3 0,-7 7-1 0,-3 8-2 16,-7 3 2-16,-4 4-5 0,-2 2 1 16,4 4 9-16,-11 2 12 0,16 8 2 0,-7 0 7 15,0 6 2-15,0 1 3 0,1 2-26 16,3 9 0-16,0-1 0 0,1-1 0 0,-3-3 0 15,1-4 0-15,-1 0 0 0,0-1 0 16,3-3 0-16,-3-1 0 0,-1-1 0 16,0-1 0-16,-3-2 0 0,-2-2 0 15,4-1 0-15,-5 0-169 0,1 0-50 0,-1 0-59 16,-4-5-71-16,5 7-78 0,-5-7-79 16,2 8-118-16,-2-8-162 0,-9 14 61 0,2-3 82 15,-2 1-536-15,-2 1-643 0</inkml:trace>
  <inkml:trace contextRef="#ctx0" brushRef="#br0" timeOffset="172971.27">30481 8671 3151 0,'-25'7'77'0,"7"-2"40"0,4-2-4 0,3 1-6 0,1-1-3 0,10-3 15 0,-6 2 32 16,6-2 29-16,0 0 20 0,0 0 11 15,41-12-3-15,-11 2-15 0,6 1-17 16,11-6-12-16,-4 2-24 0,6-2-17 0,0 0-28 16,0-1-28-16,-12 6-42 0,-1 0-57 15,-1 2-64-15,-10 3-83 0,-6 3-97 16,-6-2-94-16,-6 6-109 0,-7-2-172 15,0 0 41-15,0 0-420 0,0 0-504 0</inkml:trace>
  <inkml:trace contextRef="#ctx0" brushRef="#br0" timeOffset="-119303.07">17606 10249 2376 0,'0'0'344'0,"0"0"-130"0,0 0-45 0,0 0-19 0,0 0 37 0,0 0-5 0,0 0-7 0,0 0-14 16,0 0-1-16,0 0-11 0,0 0-7 15,0 0-15-15,0 0-8 0,0 0-12 0,0 0-11 16,0 0-6-16,0 0-8 0,0 0-7 16,0 0-4-16,0 0 1 0,0 0 8 0,0 0 8 15,0 0 7-15,0 0 13 16,0 0 8-16,0 0 2 0,0 0-9 0,-32 2-2 15,32-2-12-15,0 0-11 0,-21 5-14 16,10 1-7-16,-5 0 1 0,1 0-10 0,1 2-5 16,-1 1-10-16,4-1-5 0,-1 3-3 15,1-2-1-15,4-2-4 0,-2 3-2 0,6-3-6 16,-5 0 9-16,7-2-6 0,-1 3 5 16,-2-2-7-16,4-6 0 0,0 10 6 0,0-10 3 15,6 7 4-15,-6-7-10 16,9 4 8-16,-9-4-1 0,14 0-3 0,-14 0-5 0,0 0 16 15,0 0-4-15,0 0 10 0,20-4 4 16,-20 4 4-16,0 0-12 0,0 0-6 0,0 0-5 16,0 0-1-16,0 0-5 15,-42 17 0-15,21-7-13 0,5 2 9 0,-2 0-15 16,-5 3 0-16,6 1 1 0,3-4 8 16,5 0-15-16,2 0 3 0,-2 0-1 0,2-4 1 15,3 3-4-15,3-1 2 0,-1-4 0 16,0 1 0-16,2 0 6 0,0 0-2 0,2 1-2 15,-2-8-6-15,5 6 9 16,3-2-4-16,-8-4-11 0,10 1-14 0,-10-1-18 0,7 2-18 16,-7-2-24-16,0 0-26 15,13 4-36-15,-13-4-35 0,7 2-46 0,-7-2-52 0,0 0-56 16,3 6-52-16,-3-6-64 16,-2 9-63-16,2-9-119 0,-8 12 3 0,4-6-507 15,1 1-607-15</inkml:trace>
  <inkml:trace contextRef="#ctx0" brushRef="#br0" timeOffset="-118903.68">17416 10542 3038 0,'7'-16'41'0,"1"2"51"0,-5 2 26 0,4 1 24 0,-2 0 36 0,-3 2 31 0,4 1 14 0,-3 1 1 15,-1 0-12-15,-2 7-15 0,4-10-22 0,-4 10-14 0,4-9-18 0,-4 9-14 0,0 0-12 0,0 0-2 0,0 0 6 0,0 0-1 0,-6 26 2 0,2-4 8 0,-5 12 1 0,2 3 5 0,-5 2 1 0,1 11 4 0,-3 0-3 0,5-1 0 0,-2 1-7 0,-2 0-4 0,6-11 0 0,2 1-9 0,-3-1-9 0,0 0-8 0,0-6-5 0,5 0-13 0,-3-6-8 0,3-5-9 0,-1-3-9 0,-1-2 0 0,3-1-8 0,1 1-2 0,1-5-6 0,-4 1-6 0,0 0-1 0,2-1-24 0,0 0-10 0,1-2 0 0,-1 2 0 0,-2 0 0 0,-1-2 0 0,4 1 0 0,-5-1 0 0,4 2 0 0,-1-2 0 0,-3 0 0 0,2-1 0 0,1-2 0 0,1 2 0 16,-5-1-10-16,2-1-143 0,-3 1-53 16,3-1-62-16,-4 0-77 0,0 0-95 0,4-1-82 15,-5-2-80-15,-2 1-138 0,3-2 14 16,4 1 78-16,-6-2-553 0,11-2-665 0</inkml:trace>
  <inkml:trace contextRef="#ctx0" brushRef="#br0" timeOffset="-118417.81">17056 11490 3179 0,'-24'-2'72'0,"5"0"44"0,2 2-8 15,2-1 0-15,-2 1 34 0,3-2 31 0,1 2 14 16,2 0-6-16,11 0-20 0,-14-3-19 16,14 3-13-16,-11 5-13 0,11-5-14 0,0 0-7 15,23 8-11-15,1-7-6 0,23-1-9 16,14-1-8-16,11-4-14 0,2-3-14 0,11 2-16 16,23-4-6-16,3 3 0 0,0 4-1 15,2 0 2-15,-22 3 5 0,-5 0 3 0,-5-3 1 16,-11 2-1-16,-18 1-3 0,-9 0 1 15,-9-2 11-15,-9 0 18 0,-4 2 18 16,-4 0 18-16,-1-1 20 0,-1 1 18 16,-2-3 15-16,-13 3-3 0,19 0-20 0,-19 0-7 15,16 0-12-15,-16 0-19 0,0 0-36 16,14 0-46-16,-14 0-52 0,11 0-72 16,-11 0-107-16,0 0-117 0,0 8-105 0,0-8-107 15,-22 18-140-15,-3 3 61 0,-11 7-555 16,-10 6-665-16</inkml:trace>
  <inkml:trace contextRef="#ctx0" brushRef="#br0" timeOffset="-117671">16745 11751 3162 0,'0'0'-63'0,"-2"-6"22"0,2 6 9 0,0 0 10 0,0 0 23 0,0 0 23 0,0 0 25 0,-12 18 12 15,10-5 17-15,-1 5 2 0,-1 5 12 0,0 11 2 16,1 4 6-16,-2 2 0 0,-1-3 1 16,1 2 2-16,1-4-4 0,-1 1-1 0,-3-1-3 15,4-3-3-15,-2-4 0 0,2-5 2 16,1-1-9-16,-3-1-7 0,4-6-7 0,-1 1-8 16,-2-4-5-16,3-1-9 0,0-1-5 15,1-1-5-15,-1-2-3 0,2-2-5 0,0-5 2 16,3 13-2-16,-3-6-6 0,4-1 4 15,3 0-2-15,0-1 2 0,2 0-4 16,9-1-2-16,0-1-5 0,13-1-3 16,11 0-1-16,7-1-13 0,19-1-15 0,2-1-27 15,4 1-25-15,4 3-10 0,6 1 0 16,8 0 4-16,12 5 13 0,-16-2 4 0,17 2 0 16,-23-3 9-16,-2 1-3 0,-4-3-3 15,-1-1 8-15,-13 0-6 0,-12-3-14 16,-5 0 1-16,-10 0 5 0,-9 0 16 0,-4 0 48 15,-6-1 43-15,-2 1 42 0,1 0 32 16,-1-2 20-16,-5 2 9 0,-9 0 0 0,19-3-1 16,-11 1-14-16,-8 2-11 15,13-5-16-15,-7 1-8 0,-6 4-11 0,10-5-9 16,-7 2-9-16,3-2-8 0,-6 5-4 16,5-11-8-16,-1 4-7 0,1-3-2 0,-4-2-6 15,3-4-5-15,0-4-5 0,0-15-6 16,-1-4-7-16,5-15-5 0,-2-8-8 0,1-8-8 15,3-5-14-15,7-20-1 0,0 1-9 16,-5 18-6-16,-1 10-1 0,-2 8 0 0,1 16 4 16,-6 6 0-16,2 10-3 0,-5 6-9 15,1 3-6-15,-2 5-21 0,0 0-22 0,-2 5-38 16,-1 1-39-16,-3 2-41 0,6 4-40 16,-14-3-57-16,14 3-73 0,-13 3-79 15,1 0-123-15,3 2 27 0,-4 4-359 16,1 0-397-16</inkml:trace>
  <inkml:trace contextRef="#ctx0" brushRef="#br0" timeOffset="-117220.25">17287 11775 2565 0,'0'-6'55'0,"0"6"30"0,0 0 18 0,0-10 26 0,0 10 21 0,0-8 17 0,0 8 0 16,0 0-13-16,0 0-8 0,0 0 1 0,0 0-5 15,-5 22 2-15,1-7-1 16,2 2 1-16,-3 7-1 0,-3 9-5 0,-2 3-9 0,1-4-8 16,3 2-9-16,-3-2-10 15,-1-3-10-15,5-6-8 0,-5-2-15 0,5-2-5 16,-2-3-5-16,2-3-20 0,-1 1-26 15,4-4-30-15,-1 0-40 0,-1-1-51 0,0-4-73 16,4-5-70-16,0 0-72 0,0 0-82 16,0 0-84-16,0 0-111 0,4-34 48 0,3 14-340 15,-1-1-375-15</inkml:trace>
  <inkml:trace contextRef="#ctx0" brushRef="#br0" timeOffset="-116836.98">17410 11732 2472 0,'8'-6'50'0,"-5"2"31"15,-3 4 20-15,0 0 33 16,0 0 27-16,0 0 24 0,6 13 15 0,-6-5 8 16,-2 6-4-16,2 0-12 0,-2 3-16 15,2 2-12-15,-2 2-15 0,4 1-17 0,0-1-11 16,-2-1-16-16,0 0-8 0,0-1-10 16,2-2-8-16,0 0-15 0,0-5-18 0,-1 1-17 15,3-3-22-15,3 1-18 0,-2-7-17 16,1 0-20-16,-6-4-26 0,19 0-20 0,-19 0-10 15,24-13-3-15,-4 4 9 16,-9-2 11-16,4-1 6 0,-4 3 13 0,1 3 25 16,0 0 8-16,-5 1 22 0,1 1 18 15,-8 4 14-15,9-4 22 0,-9 4 12 0,0 0 12 16,0 0 13-16,13 12 2 0,-11-5-1 16,0 5-3-16,3-1-4 0,-3 1 0 0,-1 3-5 15,3-1-5-15,0-1-10 0,-2 3-4 16,0-4-5-16,-1-2-4 0,3 2-7 15,0-3-4-15,-2 1-8 0,-2-3-20 0,1-1-26 16,4 0-31-16,-5-6-48 0,6 11-60 16,-5-5-68-16,-1-6-76 0,0 0-95 15,0 0-124-15,0 0-67 0,0 0 60 16,0 0-291-16,0 0-311 0</inkml:trace>
  <inkml:trace contextRef="#ctx0" brushRef="#br0" timeOffset="-116188">17974 11855 2181 0,'4'-5'29'0,"-3"1"41"0,-1 4 21 0,0 0 20 0,4-5 23 0,-4 5 25 0,0 0 19 0,0 0 9 0,0 0 4 15,0 0-7-15,0 0-6 16,0 0-13-16,0 0-13 0,-4 19-12 0,4-19-14 15,-1 11-13-15,-1-5-12 0,2-6-8 16,-2 7-9-16,2-7-7 0,0 9-7 0,0-9-8 16,-4 5-5-16,4-5-2 0,0 0 1 15,0 0-4-15,0 0-2 0,0 0-5 0,0 0-4 16,0 0-4-16,11-16-5 0,-4 5-1 16,-4-5-4-16,1-5-2 0,4-1-6 0,-7-2-4 15,1 1-5-15,0 0-5 0,-2 3-7 16,0 3-7-16,-4 1 1 0,1 2-4 0,-5 6-6 15,-2 1-6-15,1 5 4 0,-4 2 3 16,-3 4-2-16,0 4 4 0,-6 1-3 16,5 2 5-16,-7 7 5 0,4-4 3 15,9 1 8-15,-1-1 6 0,5 0 7 0,1-1 9 16,5-1 7-16,-1-2 8 0,4 0 4 16,-1 1 2-16,3-1 3 0,2-1-3 0,-1-3 4 15,5-1-6-15,1 1-1 0,0-5-3 16,1 1-2-16,1-4 0 0,-2 1 6 15,2-1 6-15,-13 2 7 0,21-2-3 16,-21 2 12-16,13 0 8 0,-13 0 10 0,0 0 0 16,11 7-2-16,-8 2 6 0,0-1 0 0,-3 4 7 15,-3 4-6-15,3 8-3 16,-1-6-2-16,1 3-12 0,-2 2-2 0,0 0-4 16,0-3-8-16,2-3-6 0,-2 3-7 15,0-6 8-15,1 1 9 0,-1-1 3 0,0-2 17 16,-2-2 11-16,0 1 5 0,-6 0 0 15,5-4 0-15,-6 3-6 0,-5-4-10 0,1-1-10 16,-2 0-72-16,-7 0 0 0,2 0 0 16,1 0 0-16,-2 1 0 0,-2-2 0 0,3 2-32 15,-1-1-183-15,2 3-80 16,2-6-102-16,2 2-117 0,-1 2-133 0,1-3-182 16,3-1 68-16,3 0 90 0,-2 0-632 0,1 2-760 15</inkml:trace>
  <inkml:trace contextRef="#ctx0" brushRef="#br0" timeOffset="-102990.18">16200 8601 827 0,'0'0'196'0,"0"0"-24"0,0 0-13 0,0 0-12 0,0 0-7 16,0 0-1-16,0 0 1 0,0 0-3 16,0 0 9-16,0 0 21 0,0 0 2 15,0 0 10-15,0 0 7 0,0 0 5 0,-19 10 4 16,19-10-2-16,0 0 3 0,0 0 2 16,0 0-6-16,0 0 1 0,0 0-6 0,-8 4-3 15,8-4-7-15,0 0 0 0,0 0-7 16,0 0 1-16,0 0-10 0,0 0 2 0,0 0-17 15,0 0-14-15,0 0-13 0,0 0-15 16,-10-12 2-16,10 12-9 0,0-11-12 0,-2 5-6 16,2 6-8-16,0-16-4 0,0 7-7 15,2-1 3-15,1-2-2 0,-1-1-11 16,0 2 2-16,-1-2 1 0,-1-2 7 16,2 3-7-16,4-3-1 0,-1-2-9 0,-1 1 2 15,4-1 6-15,-2-3 5 0,1 4-2 16,3-2-2-16,-5 2 4 0,5-1-10 0,1 0-5 15,1 0-2-15,-1 2-18 0,2-2-1 16,1 0 2-16,-1 2-3 0,8-4 5 16,-4 3-5-16,1 3-8 0,-3-1 9 0,7-5-1 15,3 4-3-15,-3 1 12 0,3-1-1 16,-3 3 5-16,-5 2 2 0,3-1 6 0,-4 1-1 16,-2 3 3-16,-1 1 7 15,-2 0 4-15,3 0-42 0,-5 0-11 0,3 2 0 0,1 0 0 16,-2 1 0-16,7-1 0 15,-1 2 0-15,0-1 0 0,4 0 0 0,1 0 0 16,5 2 0-16,-5 1 0 0,1-2 0 16,-5 0 0-16,2 2 0 0,-5 0 0 0,0 0 0 15,1 0 0-15,-3 0 0 0,0 0 0 16,0 2 0-16,0 0 0 0,3-1 0 0,-3 2 0 16,3 0 0-16,0-2 0 0,0 3 0 15,3 0 0-15,-2-4 0 0,4 3 0 0,-2-1 0 16,-2 2 0-16,-2-2 0 0,3 0 0 15,-4 2 0-15,-1-1 0 0,-1-2 0 16,0 1 0-16,1 2 0 0,-2-1 0 16,1 1 0-16,1-1 0 0,-1-2 0 0,0 4 0 15,0 1 0-15,2-1 0 0,-1 1 0 16,-1 0 0-16,1-1 0 0,-3-1 0 0,0 2 0 16,-1 0 0-16,-2-4 0 0,3 4 0 15,0-1 0-15,-3 1 0 0,1-2 0 0,0 2 0 16,-1 1 0-16,0-2 0 0,4 0 0 15,-6-2 0-15,3 4 0 0,-3-2 0 0,1 0 0 16,0 0 0-16,2 3 0 0,-5-3 0 16,5-2 0-16,-5 2 0 0,-3-5 0 0,12 10 0 15,-10-6 0-15,4 2 0 16,-3-2 0-16,3 0 0 0,-1 0 0 0,0 2 0 16,1-1 0-16,-1 1 0 0,3 0 0 15,-5-1 0-15,4 2 0 0,-4-2 0 0,1 3 0 16,0-2 0-16,1 0 0 0,-3 1 0 15,4 1 0-15,-3 0 0 0,0 1 0 0,1-3 0 16,0 2 0-16,-3-2 0 0,1 1 0 16,0 0 0-16,0-1 0 0,0 1 0 0,0 1 0 15,0-2 0-15,-2-6 0 0,0 11 0 16,1-6 0-16,-1-5 0 0,0 8 0 0,0-8 0 16,2 7 0-16,-2-7 0 0,0 9 0 15,0-9 0-15,2 8 0 0,-2-4 0 16,0-4 0-16,2 8 0 0,-2-8 0 15,3 9 0-15,-3-9 0 0,2 5 0 0,-2-5 0 16,1 7 0-16,-1-7 0 0,0 0 0 16,0 0 0-16,-1 8 0 0,1-8 0 0,0 0 0 15,1 5 0-15,-1-5 0 0,0 0 0 16,0 0 0-16,0 0 0 0,0 0 0 0,0 0 0 16,0 0 0-16,0 8 0 0,0-8 0 15,0 0 0-15,0 0 0 0,0 0 0 0,0 0 0 16,0 0 0-16,0 0 0 0,0 0 0 15,0 0 0-15,0 0-321 0,0 0-609 0,-23-13 3 16,14 10 88-16,-3 1-921 0,1-1-1190 16</inkml:trace>
  <inkml:trace contextRef="#ctx0" brushRef="#br0" timeOffset="-102240.45">17284 8453 4262 0,'-4'-7'-335'0,"4"7"59"0,-2-7 45 0,2 7 52 0,0 0 41 0,0-8 47 0,0 8 39 16,0 0 33-16,0-9 38 0,0 9 36 15,0 0 31-15,0 0 39 0,0-8 23 0,0 8 31 16,0 0 12-16,-2-7 20 0,2 7 16 16,0 0 9-16,0 0 4 0,0 0 4 15,0 0 2-15,-1-9 0 0,1 9-15 0,0 0-1 16,0 0-16-16,0 0-10 0,0 0-12 15,0 0-7-15,0 0-10 0,-2-8-7 16,2 8-13-16,0 0-6 0,0 0-6 16,0 0-2-16,0 0-7 0,0 0 0 0,0 0-1 15,0 0-5-15,0 0-47 0,0 0-81 16,0 0 0-16,0 0 0 0,0 0 0 0,0 0 0 16,0 0 0-16,0 0 0 0,0 0 0 15,0 0 0-15,0 0 0 0,0 0 0 0,0 0 0 16,0 0 0-16,19 22 0 0,-13-15 0 15,-3 1 0-15,3 3 0 0,-1-1 0 0,2 0 0 16,-2 0 0-16,3 3 0 16,-3-5 0-16,-1 2 0 0,4-1 0 0,-4-1 0 15,3 0 0-15,-3-1 0 0,2-3 0 16,-6-4 0-16,7 10 0 0,0-6 0 0,-7-4 0 16,11 6 0-16,-11-6 0 0,13 2 0 15,-13-2 0-15,0 0 0 0,28-12 0 0,-10 2 0 16,-1 1 0-16,7-11 0 0,3 0 0 15,0-3 0-15,7-7 0 0,-2 4 0 0,-3 4 0 16,-6 1 0-16,0 2 0 16,-4 4 0-16,-5 3 0 0,-5 1 0 0,-2 5 0 0,2-4 0 15,-4 5 0-15,2-1 0 16,-3 0 0-16,2 2 0 0,-2-2 0 0,-4 6 0 16,8-8 0-16,-5 6 0 0,-3 2 0 15,6-5 0-15,-6 5 0 0,4-4 0 0,-4 4 0 16,0 0 0-16,0 0 0 0,0 0 0 15,0 0-245-15,0 0-259 0,-10 16-89 0,3-9-153 16,-7 3-97-16,3 1 85 0,-3-3-773 16,3 6-976-16</inkml:trace>
  <inkml:trace contextRef="#ctx0" brushRef="#br0" timeOffset="-99807.58">18462 8450 4055 0,'-2'6'-70'0,"2"-6"55"0,0 0 59 15,0 5 51-15,0-5 39 0,0 0 36 0,0 0 18 16,0 0 11-16,0 0 2 0,0 0-4 16,0 0 8-16,0 0-4 0,0 0-2 0,0 0-1 15,0 0 3-15,0 0-15 0,0 0-1 16,0 0-2-16,0 0-3 0,0 0-10 0,0 0-8 15,0 0-11-15,0 0-10 16,0 0-13-16,0 0-13 0,0 0-12 0,19-15-10 0,-13 10-12 16,-3-3-4-16,1 0-43 0,4 0-34 15,-4-4 0-15,2 2 0 0,-3-6 0 16,1 2 0-16,0-1 0 0,-2-3 0 16,-1 1 0-16,-1-5 0 0,0 3 0 0,0-6 0 15,0 1 0-15,-3 0 0 0,-1 0 0 16,0-2 0-16,3 2 0 0,-5 0 0 15,1 2 0-15,0-1 0 0,-1 3 0 0,1-3 0 16,-3 5 0-16,0-1 0 0,2 2 0 16,1 1 0-16,-1 2 0 0,-1-1 0 0,2 2 0 15,-4-1 0-15,4 0 0 0,-5 2 0 16,2-1 0-16,1 2 0 0,-1 1 0 0,-1 0 0 16,-1 1 0-16,-1-1 0 0,-3 0 0 15,1 2 0-15,-2 1 0 0,1 1 0 16,1-2 0-16,0 2 0 0,0 0 0 0,1 3 0 15,-1 1 0-15,2-4 0 0,-1 3 0 16,1 0 0-16,-2 0 0 0,4 2 0 16,-2-1 0-16,4 0 0 0,7 2 0 0,-20-2 0 15,8 2 0-15,12 0 0 0,-20 0 0 16,11 2 0-16,-1-2 0 0,-1 2 0 0,0 1 0 16,-2 0 0-16,2 5 0 0,-2-2 0 15,1 1 0-15,0 4 0 0,0 3 0 0,-1-2 0 16,1 6 0-16,0-1 0 0,0 2 0 15,1 7 0-15,0 3 0 0,-1 0 0 0,3 4 0 16,2-3 0-16,-4 3 0 16,2-4 0-16,4-3 0 0,-3-3 0 0,3-1 0 0,-2-2 0 15,4-1 0-15,-3-1 0 16,2-2 0-16,3 1 0 0,-5 0 0 0,2-3 0 16,1 1 0-16,0-3 0 0,-1-1 0 15,0 1 0-15,4-1 0 0,-1-2 0 0,-1 0 0 16,0-1 0-16,0 0 0 0,2-8 0 15,-2 12 0-15,2-12 0 0,0 9 0 0,0-9 0 16,-2 8 0-16,2-8 0 0,0 0 0 16,0 9 0-16,0-9 0 0,2 5 0 0,-2-5 0 15,0 0 0-15,0 0 0 16,0 0 0-16,0 0-303 0,0 0-182 0,0 0-104 0,0 0-130 16,0 0-121-16,0 0 81 15,0 0-770-15,0 0-974 0</inkml:trace>
  <inkml:trace contextRef="#ctx0" brushRef="#br0" timeOffset="-99457.39">17753 8276 4071 0,'0'0'-40'0,"4"-8"82"0,-4 8 57 0,2-6 48 0,-2 6 51 0,0 0 40 0,0 0 19 15,0 0 12-15,0 0-16 0,0 0 5 16,0 0 28-16,0 0-3 0,0 0-15 0,0 0-8 16,-10 35-19-16,7-17-17 0,-2-1-21 15,3 7-17-15,0-6-20 0,0 1-12 0,2-2-26 16,0 2-128-16,0-4 0 0,4 1 0 16,-2-3 0-16,5 0 0 0,-2-3 0 0,2 0 0 15,3-1 0-15,2-2 0 0,-1-3 0 16,1-4 0-16,1 0 0 0,-2 0 0 15,3-2 0-15,0-4 0 0,-2-2 0 0,1 0 0 16,-2-1 0-16,2-2 0 0,-4 2 0 16,-2 3-48-16,3 0-326 0,-4 2-95 0,-6 4-105 15,0 0-98-15,0 0-157 16,0 0 71-16,-18 24 79 0,2-1-609 0,-13 12-748 16</inkml:trace>
  <inkml:trace contextRef="#ctx0" brushRef="#br0" timeOffset="-97541.13">17290 10305 3242 0,'0'0'-99'0,"-12"6"52"0,9-2 39 0,-3 1 30 0,0 1 37 0,5-2 34 0,1-4 33 0,-11 10 19 0,11-4 7 15,-1 0 2-15,1-6-2 0,0 8-9 0,0-8-6 16,1 9-3-16,3-6-14 0,-4-3-6 16,10 7-12-16,0-5-10 0,-3-2-9 15,-7 0-10-15,19-2-4 0,-8 0-11 0,1-1 0 16,-1-2-7-16,1-1 9 0,1-2 2 15,-2 1-2-15,2-1-2 0,-4-4 3 0,-2 3 6 16,3-3 7-16,-6 2 7 0,2-1 3 16,-5 3 10-16,1-2-7 0,-2 2-3 0,0 8-6 15,-3-13 2-15,-3 7-11 0,6 6 8 16,-18-5 18-16,9 5 8 0,9 0 6 0,-27 3 3 16,14 1 0-16,-4 2 5 0,1 1-1 15,3-1-3-15,2 2-1 0,1 2-8 16,3-1-6-16,-1-1-4 0,6 2-5 15,1-2-12-15,2 1-8 0,-1 1-2 0,6-1-10 16,0-2-6-16,1-2-6 0,1 1 0 16,1 0-40-16,4-1-5 0,-1-5 0 0,-12 0 0 15,25 0 0-15,-12-3 0 0,-2 1 0 16,3-2 0-16,-1-2 0 0,1 1 0 0,-5-3 0 16,0 2 0-16,0-4 0 0,-5 2 0 15,-1 2 0-15,-3 6 0 0,0-13 0 16,0 13 0-16,-7-10 0 0,7 10 0 15,-18-4 0-15,7 4 0 0,11 0 0 0,-27 4 0 16,13 2 0-16,0-2 0 0,-2 4 0 16,3-2 0-16,1 3 0 0,3-1 0 0,0 3 0 15,1-1 0-15,4 0 0 0,0 1 0 16,2-3 0-16,2 0 0 0,2 1 0 0,3 0 0 16,2 0 0-16,0-5 0 0,4 2 0 15,1-3 0-15,-1-1 0 0,5-2 0 0,-16 0 0 16,31-2 0-16,-17-1 0 0,2-3 0 15,-1 0 0-15,1 1 0 0,-5-2 0 16,0-4 0-16,-1 3 0 0,-3 1 0 0,-3-3 0 16,0 3 0-16,-2 0 0 0,-2 7 0 15,-4-13 0-15,4 13 0 0,-13-4 0 0,5 2 0 16,8 2 0-16,-26 6 0 0,8-2 0 16,1 5 0-16,0 1 0 0,-1 1 0 15,6 1 0-15,0 1 0 0,0 1 0 16,7 0 0-16,-1-1 0 0,6-1 0 0,0 0 0 15,2-1 0-15,4-3 0 0,3 1 0 16,5-3 0-16,2-2 0 0,8-1 0 0,-3-4 0 16,4-1 0-16,1-3 0 0,6-3 0 15,-2-3 0-15,4 0 0 0,-8-4 0 16,-5 3 0-16,-4 2 0 0,-2-2 0 0,-3 2 0 16,-3 0 0-16,-1 1 0 0,-6 1 0 0,-2-1 0 15,-2 4 0-15,-6-2 0 16,1 2 0-16,-9 0 0 0,3 3 0 0,-2 0 0 15,-2 2 0-15,1 0 0 0,0 0 0 16,-4 4 0-16,5-1 0 0,-2-1 0 0,5 4 0 16,-3 0 0-16,4-4 0 0,-3 4 0 15,5 1 0-15,2 0 0 0,-4-4 0 0,6 3 0 16,-1-3 0-16,1 2 0 0,-1-1-24 16,6-4-410-16,-4 8-95 0,2-5-105 0,2-3-171 15,-4 11 0-15,4-11 93 0,4 10-733 16,-4-5-894-16</inkml:trace>
  <inkml:trace contextRef="#ctx0" brushRef="#br0" timeOffset="4271.88">11393 4081 1226 0,'0'0'347'0,"-5"4"-60"0,5-4-31 0,0 0-22 0,0 0-4 0,0 0-22 16,0 0-22-16,0 0-18 0,0 0 3 15,0 0-15-15,0 0-11 0,0 0-4 0,0 0-19 16,0 0-13-16,0 0 2 0,0 0-9 16,0 0-10-16,19-17 0 0,-17 14-6 15,-2 3-7-15,2-10 0 0,-2 5-3 0,0 5-2 16,-2-8-10-16,2 8-5 0,-6-10-11 15,0 8 0-15,6 2-1 0,-15-2-1 0,15 2 4 16,-23 2 0-16,12 2 2 0,-5 4 0 16,3 0 3-16,1 1-4 0,1 0-1 15,2 2 3-15,0-1-2 0,0 1 1 0,8 2 3 16,-3-2 2-16,4-1 7 0,4-1 1 16,-3 1 14-16,5-1 1 0,2-1 5 15,2-1-4-15,-1-2-3 0,7 0-1 16,-4-1 10-16,2 0 6 0,-1-4 6 0,-13 0 12 15,27-4 9-15,-16 0 12 0,1 0-8 16,-3-1 3-16,2-3-2 0,0-2 2 0,-4-2 1 16,-1 3-7-16,-3-3-7 0,-1 3-11 15,-2 1-8-15,-2-2-12 0,2 10-10 0,-5-12-70 16,-3 7-3-16,-1-1 0 16,-3 4 0-16,12 2 0 0,-29 2 0 0,15 4 0 15,-4-1 0-15,3 3 0 0,0 2 0 16,-2 4 0-16,3 0 0 0,5 1 0 0,2-1 0 15,-2 0 0-15,5 1 0 0,4-1 0 16,2-2 0-16,5-2 0 0,-2 4 0 16,6-3 0-16,2-1 0 0,3-3 0 0,5-1 0 15,-2-2 0-15,0-2 0 0,2-2 0 16,3-4 0-16,-2-2 0 0,-1 1 0 0,-3-3 0 16,2-1 0-16,-3-3 0 0,-4-2 0 15,5-10 0-15,-5 6 0 0,-4-1 0 0,-2 5 0 16,-2-1 0-16,-3 3 0 15,2 0 0-15,-4 2 0 0,-2 4 0 0,2 6 0 16,-11-11 0-16,1 7 0 0,10 4 0 16,-25 2 0-16,10 0 0 0,-3 3 0 15,5 1 0-15,-1 3 0 0,3 1 0 0,-2 1 0 16,3-1 0-16,5-2 0 0,-1 1 0 16,4 0 0-16,2-3 0 0,0-6 0 0,6 16 0 15,1-9 0-15,3-1 0 0,2-4 0 16,-1 0 0-16,2-2 0 0,-13 0 0 0,29-4 0 15,-14 0 0-15,1-4 0 0,-3 2 0 16,0-5 0-16,-2 3 0 0,-1-2 0 0,-2-3 0 16,-2 3 0-16,-3-1 0 15,-1 2 0-15,0 0 0 0,-4 2 0 0,2 7 0 16,-4-14 0-16,-3 10 0 0,-3 0 0 16,-1 0 0-16,11 4 0 0,-29 2 0 15,16 0 0-15,-3 2 0 0,2 2 0 0,-2 0 0 16,1 0 0-16,1-1 0 0,1 1 0 15,3 0-128-15,1 0-275 0,2 0-68 0,-4 1-65 16,6-2-88-16,-1 2-140 0,6-7-18 16,0 6 75-16,0-6-577 0,6 6-744 0</inkml:trace>
  <inkml:trace contextRef="#ctx0" brushRef="#br0" timeOffset="5304.82">13071 4042 3222 0,'7'3'-76'0,"-7"-3"71"0,0 0 48 0,0 0 46 0,2 10 50 0,-2-10 37 0,0 7 28 16,0-7 13-16,0 0 7 0,0 12-5 15,0-12-4-15,0 7-2 0,0-7-5 16,0 0 2-16,2 8-14 0,-2-8-6 0,0 0 3 16,7 5-4-16,-7-5 0 0,0 0 1 15,0 0-6-15,0 0-4 0,18-1 1 16,-18 1-3-16,0 0-2 0,13-9-6 15,-8 4-7-15,-5 5-1 0,2-8-12 0,-2 8-18 16,0 0-62-16,0-9-70 0,0 9 0 16,0 0 0-16,-13-5 0 0,13 5 0 0,-17 0 0 15,17 0 0-15,-19 6 0 0,7 2 0 16,3-2 0-16,4 1 0 0,-5 3 0 0,2 1 0 16,2-2 0-16,5 1 0 0,1-2 0 15,0-8 0-15,3 17 0 0,3-8 0 16,2-4 0-16,1 2 0 0,4 0 0 15,3-4 0-15,2 0 0 0,-4-3 0 0,-1 0 0 16,3 0 0-16,-1-1 0 0,2-3 0 16,-1-3 0-16,-3 0 0 0,0-1 0 15,3-5 0-15,-3 2 0 0,0-3 0 0,-3 4 0 16,-3-2 0-16,1 0 0 0,-4 2 0 16,2-1 0-16,-4 5 0 0,-2-1 0 0,0 7 0 15,-6-11 0-15,6 11 0 0,-7-3 0 16,7 3 0-16,0 0 0 0,-29 6 0 0,21-2 0 15,-2 4 0-15,1-3 0 0,4 1 0 16,-2 3 0-16,3-2 0 0,4 1 0 0,0-8 0 16,2 14 0-16,2-9 0 0,2 1 0 15,4 2 0-15,-3-5 0 0,2 2 0 16,1-3 0-16,-10-2 0 0,19 2 0 16,-19-2 0-16,19-2 0 0,-8-1 0 0,-2-1 0 15,-2-1 0-15,2-2 0 0,0-1 0 16,-4-1 0-16,-1-2 0 0,0 1 0 0,-1-2 0 15,-1 1 0-15,-2-2 0 0,0 4 0 16,-2-2 0-16,-1 2 0 0,-5 2 0 0,-2 3 0 16,1-2 0-16,-4 5 0 0,-3 2 0 15,-3 2 0-15,-2 4 0 0,-2 3-821 16,-5 5-164-16,3 2 83 0,6-2-963 0,5 0-1289 16</inkml:trace>
  <inkml:trace contextRef="#ctx0" brushRef="#br0" timeOffset="6104.78">14416 4093 4652 0,'0'0'-193'0,"-5"-4"76"0,5 4 65 16,0 0 57-16,0 0 40 0,-12-5 32 0,12 5 23 16,0 0 20-16,0 0 17 0,0 0 5 0,0 0 9 15,0 0 5-15,0 0 2 0,0 0 10 16,0 0 7-16,0 0-8 0,0 0 11 15,0 0 12-15,0 0 13 0,0 0-1 0,0 0 6 16,26 12 1-16,-26-12 1 0,0 0 7 16,18-7 3-16,-18 7-5 0,7-8-8 0,-3 2-166 15,-4 6-41-15,6-10 0 0,-6 10 0 16,1-8 0-16,-1 8 0 0,-1-11 0 0,1 11 0 16,-12-4 0-16,12 4 0 0,-17 0 0 15,17 0 0-15,-26 3 0 0,10 2 0 16,3 0 0-16,-2 0 0 0,4 2 0 15,-1 1 0-15,2 1 0 0,7 0 0 0,-3-2 0 16,4 1 0-16,0-2 0 0,2-6 0 16,2 15 0-16,2-9 0 0,3 1 0 15,1-1 0-15,2-3 0 0,1-1 0 0,0-1 0 16,-11-1 0-16,23 2 0 0,-23-2 0 16,23-5 0-16,-12 2 0 0,0-3 0 0,0-2 0 15,-2-2 0-15,-2-2 0 16,2 0 0-16,-4 5 0 0,-3-2 0 0,2 2 0 0,-4 7 0 15,0-12 0-15,0 12 0 16,-10-8 0-16,10 8 0 0,-17-2 0 0,17 2 0 16,-25 2 0-16,10 3 0 0,-1 1 0 15,3 1 0-15,1-1 0 0,-2 2 0 0,3 1 0 16,0-4 0-16,2 0 0 0,4-1 0 16,-1-2 0-16,6-2 0 0,-4 8 0 0,4-8-233 15,0 0-277-15,4 8-87 0,-4-8-100 16,0 0-169-16,17 2 84 0,-17-2-751 15,15-2-976-15</inkml:trace>
  <inkml:trace contextRef="#ctx0" brushRef="#br0" timeOffset="7089.83">16217 4001 4061 0,'0'0'-71'0,"0"9"44"0,0-9 53 0,0 0 50 0,0 7 55 16,0-7 44-16,0 0 30 0,0 0 16 0,0 0 1 15,0 0 3-15,5 8-15 0,-5-8-17 16,0 0-17-16,0 0-16 0,0 0-19 0,0 0-13 16,35-12-5-16,-29 9-11 15,-6 3 10-15,13-7 14 0,-8 4 3 0,-5 3 13 16,9-7-10-16,-9 7-4 0,5-5-10 16,-5 5-10-16,0 0-19 0,0-8-5 0,0 8-14 15,0 0-10-15,-21-2-6 0,21 2-10 16,0 0-5-16,-32 6-8 0,22-2-2 15,-2 1-5-15,3 1-29 0,2-2-5 0,-1 3 0 16,0 0 0-16,3 1 0 0,1-3 0 16,2 1 0-16,2-6 0 0,-2 12 0 0,2-12 0 15,9 12 0-15,-1-7 0 0,4-2 0 16,1 0 0-16,2-3 0 0,4 3 0 16,0-6 0-16,3 0 0 0,-4 0 0 15,1-3 0-15,3-1 0 0,-8 0 0 0,0 0 0 16,-1-1 0-16,-2-1 0 0,-2 1 0 15,-4 0 0-15,3 2 0 0,-7-1 0 0,-1 7 0 16,2-8 0-16,-2 8 0 0,-11-8 0 16,11 8 0-16,-16-4 0 0,16 4 0 0,-25 2 0 15,13 4 0-15,-1-5 0 0,1 5 0 16,1-1 0-16,1-1 0 0,-4 5 0 16,7-4 0-16,0 1 0 0,-2-1 0 0,6 2 0 15,-5-5 0-15,8-2 0 0,-5 9 0 16,5-9 0-16,-6 7 0 0,6-7 0 0,0 0 0 15,-6 6 0-15,6-6 0 16,0 0 0-16,0 0 0 0,-6 7 0 0,6-7 0 16,0 0 0-16,0 0 0 0,0 0 0 15,0 0 0-15,0 0 0 0,0 0 0 0,0 0 0 16,0 0 0-16,-7 1 0 0,7-1 0 16,0 0 0-16,0 0 0 0,-11 5-721 0,11-5-261 15,-12 3 70-15,6 0 105 0,6-3-815 16,-4 6-1061-16</inkml:trace>
  <inkml:trace contextRef="#ctx0" brushRef="#br0" timeOffset="9988.18">13711 5639 4046 0,'2'-5'-137'0,"-2"5"62"0,0 0 34 0,0 0 22 0,0 0 37 16,0 0 35-16,0 0 20 0,0 0 10 15,0 0 5-15,0 0-1 0,-39 15-2 16,30-8-5-16,0 0-6 0,0 2-5 16,-3-1-9-16,0 1-5 0,0-1-5 0,5 2-9 15,0-4-1-15,-3 1-3 0,2-1-5 16,1 0-8-16,-1 0-6 0,1-2-13 0,7-4-15 16,-12 6-14-16,5-4-14 0,7-2-7 15,0 0-5-15,0 0-4 0,-22-8-7 0,19 4 5 16,1-6 15-16,0 2 0 0,0-1 8 15,0 1 18-15,0 0 11 0,2 8 12 16,0-15 18-16,0 9 15 0,0 6 8 0,-1-11 2 16,1 11-2-16,0 0 3 15,1-9 20-15,-1 9 12 0,0 0 7 0,0 0-4 16,0 0-4-16,0 0-2 0,27 20 0 16,-16-12-10-16,-2-1-3 0,2 3-9 0,0-2-7 15,-2 0-4-15,-1 1-4 0,2-5-4 16,-3 4-5-16,-2-6-1 0,2 4-2 0,-2 0-4 15,-5-6 0-15,8 3-1 0,-8-3 0 16,0 0-11-16,0 0-11 0,13 0-9 16,-13 0-5-16,0 0-10 0,10-15-4 0,-4 3 1 15,-3 1 0-15,3-3 1 16,-3 4 2-16,4-3 4 0,-3 5 4 0,-3-1 1 16,1 2 1-16,-2 7-2 0,4-9 2 15,-4 9-3-15,4-8 6 0,-4 8 2 0,0 0 8 16,0 0 0-16,0 0 5 0,0 0 2 15,0 0 1-15,0 0 1 0,-8 29 1 0,8-29-4 16,-2 9 2-16,2-9 0 0,-1 7 4 16,1-7 5-16,0 0 5 0,-2 9 5 15,2-9-1-15,0 0-1 0,-2 6-6 0,2-6-1 16,0 0-2-16,0 0-3 0,-7 10 0 16,7-10-3-16,-1 8-22 0,1-8-29 0,-8 6-39 15,8-6-54-15,-7 7-80 0,3-5-91 16,4-2-107-16,-14 6-143 0,7-4-120 15,7-2 65-15,-18 0-410 0,7 3-490 0</inkml:trace>
  <inkml:trace contextRef="#ctx0" brushRef="#br0" timeOffset="11254.71">7448 4998 2525 0,'7'7'283'0,"-7"-7"-99"0,-8 13-29 0,0-4 9 15,-1 1 7-15,-3 4 5 0,1 1-4 0,-5-3-9 16,5 2 0-16,0-3-10 0,1-3-20 0,2 2-7 16,1-1-17-16,2-3-8 0,-4 0-13 15,6-1-6-15,3-5-10 0,-10 10-17 0,8-8-18 16,2-2-22-16,0 0-14 0,0 0-11 16,0 0-6-16,0 0 1 0,0 0 3 0,-17-17 0 15,17 9 0-15,0-1 3 16,0 4 0-16,0 5 1 0,-2-11 4 0,2 11-2 15,0-10 1-15,0 10 3 0,0-4 1 16,0 4 9-16,0 0 0 0,0 0 3 16,0 0 0-16,0 0-1 0,19 17 2 0,-11-9-3 15,2-3 6-15,-3 2-8 0,1-1 2 16,1-1 1-16,-1 2-3 0,-2-2-3 0,-1 1 2 16,-5-6 7-16,11 6 9 0,-11-6 10 15,9 4 5-15,-9-4 4 0,0 0-8 0,0 0-1 16,0 0 0-16,16-12-6 0,-14 6-2 15,4-5 2-15,-2 3 7 0,-2-5 4 16,2 4 3-16,-2 0 11 0,2 1 11 0,-3 0 6 16,-1 8-2-16,2-10-8 0,-2 10-9 15,2-7-6-15,-2 7 2 0,0 0-8 16,0 0-6-16,0 0-2 0,0 0 1 16,0 0-5-16,7 25-6 0,-5-17-6 0,1-2-17 15,-3 3-13-15,0-9-14 0,4 12-17 16,-4-6-20-16,0-6-26 0,5 9-35 0,-5-9-62 15,4 4-71-15,-4-4-77 0,0 0-103 16,0 0-131-16,0 0-74 0,19-11 67 16,-15 5-360-16,2-1-419 0</inkml:trace>
  <inkml:trace contextRef="#ctx0" brushRef="#br0" timeOffset="12570.84">25029 5523 2518 0,'0'0'-5'0,"10"-2"25"0,-10 2 12 0,0 0 14 0,0 0 32 0,0 0 27 0,0 12 34 16,0-12 12-16,-14 14-7 0,4-4 1 15,-2 0-12-15,-2 2-1 0,-1 0-2 16,-1 0-10-16,0 1-6 0,2-2-5 0,-3-2-8 16,1 0-11-16,3-3-6 0,1 1-13 15,3-4-1-15,0 2-6 0,1-3-4 16,-2-2-23-16,10 0-6 0,-11-7-20 0,8 0-15 15,3 2-2-15,0-7-8 0,3 0-2 16,3-1 1-16,-1-3 0 0,3 4 5 0,0-1-1 16,-1 2 11-16,-1 1-4 0,-2 2 10 15,-1 3-3-15,1-1 0 0,-4 6 11 16,7-3 9-16,-7 3 12 0,0 0-3 16,0 0-2-16,1 19-5 0,-1-12 0 0,0 6-1 0,-1 1-2 15,1 0 2-15,0-1-9 16,1 1 5-16,-1-2-4 0,2 0-3 0,0 0 1 15,0-2-5-15,0 0-1 0,0-3-8 16,-1 0-4-16,1-2-8 0,-2-5-10 0,6 7-14 16,-6-7-3-16,5 3 0 0,-5-3 2 15,0 0 7-15,12-12 4 0,-10 4 5 16,4-1 13-16,-3-3 11 0,1-1 13 0,3 1 17 16,-4 2 13-16,1-1 7 0,0 5-2 15,-2 0-7-15,-1 0-5 0,-1 6-8 16,0 0 9-16,0 0 0 0,0 0 0 0,0 0-4 15,0 0-5-15,4 16-5 0,-4-7-3 16,-2 0 0-16,2 1-5 0,0-3 1 0,0 3-11 16,0-1-20-16,4-3-25 0,-4 3-19 15,0-9-22-15,4 14-34 0,-2-8-53 16,-1-4-51-16,2 4-64 0,-3-6-80 0,8 3-105 16,-8-3-127-16,0 0 55 0,0 0-290 15,5 3-314-15</inkml:trace>
  <inkml:trace contextRef="#ctx0" brushRef="#br0" timeOffset="54611.78">21257 5674 1529 0,'0'0'385'0,"0"0"-82"0,0 0-33 0,0 0-24 16,0 0-10-16,-13-6 1 0,13 6-14 0,0 0-7 15,-5-7 11-15,5 7 12 0,-2-8 0 16,2 8 0-16,-2-7-7 0,2 7-6 0,0-10 0 15,0 10-17-15,4-16-19 0,-1 8-15 16,1-2-17-16,4-3-16 0,4 2-17 16,0-1-12-16,3 0-17 0,5 0-11 0,-3 3-9 15,4 1 5-15,-6 4-21 0,4 0-12 16,-4 1-12-16,0 3-3 0,1 0-28 0,-3 3-6 16,-3 1-3-16,-3 3-2 15,1 3 0-15,-6 1-8 0,-4 2 6 0,-6 6 2 16,-5 8-5-16,-8 1 9 0,0-3-2 15,-10 9 5-15,3-5-8 0,3-3 11 0,3-3 0 16,-1 0 3-16,1-1-7 0,9-3 6 16,1-2 0-16,3-5 0 0,5 1-2 0,1-1 2 15,-1-1-2-15,4-1 6 0,0-2-4 16,6 3-1-16,-5-6 5 0,-1-5-5 0,10 7 6 16,-10-7 10-16,0 0 7 0,0 0 24 15,23-12 13-15,-19 3 28 0,-1-3 13 16,3-5 19-16,-3-2 0 0,-2-1 1 0,-1-5 2 15,2-2-6-15,0-8-12 16,2 0-2-16,-1-2-57 0,5 5-51 0,-3 0 0 0,4 1 0 16,-2 7 0-16,0 2 0 15,3 6 0-15,-4 3 0 0,2-1 0 0,-3 3 0 16,3 1 0-16,0 4 0 0,-3 1 0 16,5 1 0-16,1 0 0 0,-1 4-201 0,-10 0-109 15,27 6-92-15,-9 1-105 0,3 1-130 16,12 6-190-16,-3-1 51 0,15 8 83 0,0 3-612 15,8-4-764-15</inkml:trace>
  <inkml:trace contextRef="#ctx0" brushRef="#br0" timeOffset="54978.93">22311 5608 3501 0,'-3'-8'-41'0,"-3"1"56"0,-2 2 50 0,0 0 40 0,-3 3 30 0,-1-1 25 0,-2 1 16 0,-2 2 7 0,-5 2 2 0,-3 1 3 0,-1 0-2 0,0 2-9 0,-6 8-10 0,9-3-9 0,3-2-13 0,-6 8-17 0,8-1-8 0,1 0-15 0,11-1-14 0,-1 3-7 0,6 1-3 0,8 5-4 0,-3-2-9 0,11 8-13 0,2 1-11 0,4-3-3 0,-3 0-4 0,-1-3-16 0,0 0 1 15,-7-8-1-15,-4-3-6 0,2-1 25 0,-5-1 45 0,-3-1 20 0,-1-3 32 0,0-7 31 0,-7 12 17 0,-1-6 17 0,-3-2 9 0,-5 0-22 0,-3-4-16 0,-6 2-20 0,0-4-125 0,-3 0-28 0,-12-2 0 0,6-2 0 0,3 0 0 0,-1-3 0 0,4-4 0 0,4 1 0 0,-1-5 0 0,4-2-36 0,6 2-280 0,6-2-89 0,1 0-78 0,2-1-65 0,3-1-83 0,3 3-144 0,0-7 33 0,1 4 74 0,7-2-552 0,6-6-683 0</inkml:trace>
  <inkml:trace contextRef="#ctx0" brushRef="#br0" timeOffset="55378.61">22182 5109 3136 0,'-43'-18'-30'0,"-5"-1"44"16,-10 3 25-16,-5 4 35 0,-8 5 48 15,-3 2 33-15,-4 5 24 0,-5 5 16 0,-19 7 11 16,3 9 7-16,8 4-2 0,-3 10-4 16,3 6-4-16,3 7 0 0,4 7-15 0,10 10-20 15,10 5-12-15,6 9-12 16,16 2-6-16,9 4-24 0,19 3-10 0,12-10 13 16,18 19-15-16,15-1-7 0,19-7-13 15,16-3-22-15,15-4-44 0,16-6-47 0,8-8-41 16,5-8-7-16,1-10 9 0,-1-15 5 15,-1-12-28-15,-9-10-12 0,-21-13 5 16,-5-7 14-16,-3-11 27 0,-3-3 39 0,8-20 38 16,-5-6 32-16,-10-14 24 0,-5-9 10 15,-11-11 1-15,-7-8 5 0,-11-12-4 0,-13-9-9 16,-14-14-5-16,-14 2-15 0,-17 3 0 16,-12 8-13-16,-16 10-9 0,-16 15-1 0,-15 11-13 15,-10 11-1-15,-13 14-18 0,-7 13-33 16,-4 11-32-16,4 10-48 0,4 11-67 15,25 5-109-15,-13 11-121 0,27 1-140 16,6 5-193-16,12-4 53 0,10 6 82 0,4 3-440 16,18-5-520-16</inkml:trace>
  <inkml:trace contextRef="#ctx0" brushRef="#br0" timeOffset="67093.88">14644 7064 673 0,'9'-7'178'0,"-6"0"-10"0,-1 0-16 16,0 2-15-16,-2 5 0 0,2-7-3 0,-2 7-7 0,-2-10-8 0,2 10 3 16,-7-7 2-16,0 2-5 0,0 2 2 15,7 3-4-15,-17-2-4 0,5 2-9 16,12 0 1-16,-25 4 2 0,14-1-7 15,-4 0-10-15,1 3-5 0,3-1-4 0,1 1-7 16,3-2 1-16,-1 3-11 0,1-2 2 16,2 2-14-16,-2-2-3 0,1 0 3 15,6-5 1-15,0 13-2 0,0-13-7 0,2 9 5 16,-2-9-20-16,12 7-1 0,-4-5 3 16,-8-2-13-16,18 4 3 0,-18-4-2 0,23-2 5 15,-11 0 1-15,-1 0 13 0,-3 0 12 16,-1-1 16-16,2-2 13 0,-6 0 9 15,1-1 7-15,0 0 1 0,-4-1 2 16,0 0-7-16,0 7-8 0,-6-14-6 0,2 9-12 16,-1 0-7-16,-4 0-4 0,0 3-11 15,9 2-16-15,-14-1-23 0,14 1-19 0,-18 0-24 16,18 0-28-16,-19 3-44 0,11-1-44 16,1 1-46-16,-1 1-48 0,2-1-73 0,6-3-71 15,-13 5-126-15,7-2-29 0,6-3 56 16,-3 6-201-16,3-6-188 0</inkml:trace>
  <inkml:trace contextRef="#ctx0" brushRef="#br0" timeOffset="73809.07">20140 6752 2244 0,'5'-9'242'0,"-1"3"10"0,-4 1 20 0,0 5 9 0,1-5 2 16,-1 5-6-16,0 0-21 0,0 0-1 16,0 0 22-16,0 0 14 0,0 0-10 0,-7 29-13 15,2-16-25-15,2 3-18 0,-1 1-10 16,0 3-19-16,1-3-16 0,-1 1-24 0,0-1-13 15,2-1-16-15,1 1-16 0,-4-4-37 16,3 0-40-16,0-4-55 0,0 2-42 0,2-2-41 16,-1-3-47-16,1-6-69 0,-2 7-89 15,2-7-80-15,0 0-64 0,0 0-49 16,0 0-54-16,5-22-75 0,4 5 4 0,2-10-447 16,2-4-545-16</inkml:trace>
  <inkml:trace contextRef="#ctx0" brushRef="#br0" timeOffset="74109.68">20199 6584 2869 0,'-7'-10'-26'0,"-2"2"50"0,-5 5 42 16,-1 3 44-16,-1 2 35 0,-4 3 19 16,-10 5 18-16,-5 6 15 0,5 3-13 0,-5 8 3 15,13-2 2-15,-5 8-4 0,7-1-3 16,9 0-2-16,2 1 9 0,9-4-7 0,8 4-16 16,4 3-15-16,13 5-12 0,6-6-15 15,3-2-10-15,10-5-11 0,-8-11-16 16,8 0-1-16,-5-4-11 0,-5-6-9 0,-4-5-2 15,-1-2-3-15,-3-3-4 0,-1-3-11 16,2-5 7-16,-1-7 3 0,-4-1-1 0,-6-6-3 16,-2-3-5-16,-5-4-6 15,-5-5-7-15,-2-4-2 0,-4 1-7 0,-2-2-5 16,-5 3 1-16,-1 5-18 0,-5 5-15 16,-6 3-37-16,-6 8-39 0,-3 5-42 0,-5 6-50 15,3 6-60-15,-6 3-74 0,2 8-71 16,-3 1-95-16,5 3-128 0,2 3-82 0,5 1 65 15,12-3-459-15,1-1-554 0</inkml:trace>
  <inkml:trace contextRef="#ctx0" brushRef="#br0" timeOffset="74507.82">21370 6978 3122 0,'0'0'95'0,"2"-11"12"0,0 7 5 0,5-3 12 15,3 1 9-15,7 2 0 0,0 0-9 0,-2 2-9 16,5 2-14-16,-4 4-8 0,2 1-10 15,-3 6-9-15,-3-1 5 0,-3 2 27 16,-6 3 40-16,-3 2 32 0,-1 1 35 0,-9 0 21 16,-3 6 25-16,-2 1 18 0,-7-4 3 15,8-3 4-15,0-4-7 0,3-1-14 0,2-3-23 16,0-1-24-16,4-1-22 0,-1 0-13 16,2-1-16-16,6 1-18 0,2 1-111 15,1-2-36-15,8-2 0 0,-1-1 0 0,6 2 0 16,0-4 0-16,4-1-194 0,5-1-145 15,9-5-102-15,1-1-86 0,2-11-80 16,6 0-77-16,4-5-79 0,-4-3 58 16,-5-8-632-16,0 4-793 0</inkml:trace>
  <inkml:trace contextRef="#ctx0" brushRef="#br0" timeOffset="74808.12">21972 6892 3515 0,'-14'-17'-92'0,"0"3"53"0,-13-1 41 16,-7 1 28-16,-6 4 33 0,-15 2 32 15,-8 6 20-15,-7 4 25 0,-4 4 21 0,2 8 26 16,-1 5 18-16,7 3 8 0,1 5 7 15,12 4 4-15,7 1-3 0,9 2 4 16,9 4-6-16,11-5 3 0,14 0-14 0,4 0-17 16,16 2-16-16,13 1-21 0,13-4-15 0,8-3-15 15,4-6-45-15,4-6-45 16,0-4-33-16,2-6-24 0,2-3-21 0,-13-4-5 16,9-5 6-16,-5-6 4 0,-5-2 7 15,-5-7 21-15,-8-5 26 0,-3-6 24 0,-9-6 2 16,-3-4 22-16,-11 4-9 0,-6-3-3 15,-4-1-11-15,-11-11 0 0,-9 7-12 16,-5 1-4-16,-9 9-13 0,-8 2-32 0,-6 8-47 16,-5 6-57-16,-8 5-65 0,-4 6-64 15,1 6-81-15,1 4-86 0,0 4-109 0,4 4-165 16,5 3-2-16,7 1 74 0,10 1-478 16,8 0-571-16</inkml:trace>
  <inkml:trace contextRef="#ctx0" brushRef="#br0" timeOffset="77574.73">16078 4938 3202 0,'0'0'-12'0,"2"-10"28"0,-2 10 16 0,2-7 7 0,-2 7 0 0,0 0 0 16,0 0-2-16,0 0 42 0,0 0 30 0,0 0 6 15,-16 24-3-15,5 2 1 16,-3 3-6-16,1 3-5 0,0 2-12 0,1-5-7 15,-1 4-4-15,6-8-11 0,0-1-2 16,2-5-9-16,-1 4-3 0,5-5-9 0,-1-1-6 16,0 0 5-16,0-4-7 0,2-1-7 15,0 0-20-15,0-2-32 0,-2-3-45 0,2-7-42 16,0 14-51-16,2-8-72 0,-2-6-111 16,0 0-122-16,0 0-130 0,0 0 54 15,0 0-240-15,0 0-271 0</inkml:trace>
  <inkml:trace contextRef="#ctx0" brushRef="#br0" timeOffset="83405.98">14522 6968 2294 0,'2'7'93'0,"-2"-7"32"0,0 0 17 0,3 7 42 0,-3-7 31 0,0 0 36 0,0 0 21 0,0 0 10 15,0 0-2-15,0 5-12 0,0-5-23 16,0 0-23-16,0 0-17 0,0 0-21 0,0 0-15 16,0 0-17-16,0 0-10 0,0 0-12 15,0 0-18-15,0 0-7 0,0 0-8 0,22-9-9 16,-22 9-11-16,0 0 2 0,0 0-5 16,0 0-17-16,0 0-6 0,0 0-4 0,0 0-12 15,0 0 7-15,-30 9-10 0,11 1 4 16,-6 6-12-16,2 3 4 0,-2 1-1 0,7 0-4 15,-2 1 5-15,7-2 5 0,3 1 0 16,7-7 6-16,-3 3 1 0,6-3 14 16,4 1 5-16,-1-2 4 0,8-1 6 15,0-1-1-15,2 0 12 0,2-3 8 0,2-5 3 16,0 2 1-16,5-6 8 0,-2 2-1 16,5-4 3-16,-2-2 6 0,0-1-52 0,-3 1-56 15,0-6 0-15,-3 1 0 0,-2-3 0 16,-2 1 0-16,-1-3 0 0,-3 2 0 0,-3 1 0 15,-1 1 0-15,-4 1 0 0,-1 3 0 16,-4-2 0-16,-4 4 0 0,-1-1 0 0,-3 6 0 16,-3 1 0-16,-2 3 0 0,0 2 0 15,-4 2 0-15,6-2 0 0,-1 7 0 16,4-7 0-16,0 4 0 0,0-2 0 16,9 1 0-16,-3-1 0 0,4 0 0 0,2-7 0 15,4 13 0-15,3-9 0 0,5 2 0 16,3-4 0-16,7 0 0 0,-4-4 0 15,9-2 0-15,-2-2 0 0,7-3 0 0,-5 2 0 16,-6-2 0-16,-1-1 0 0,-4-1 0 16,-1-1 0-16,-5 2 0 0,-1-4 0 0,-3 3 0 15,-2 0 0-15,-4-1 0 0,-2 5 0 16,-6 0 0-16,-1-3 0 0,-3 7 0 16,-5-1 0-16,0 3 0 0,-3 2 0 15,0 1 0-15,1 0 0 0,-1 1 0 0,6 1 0 16,-4 2 0-16,3-2 0 0,3-1 0 15,1 1 0-15,4-1 0 0,-1-1 0 0,8-2 0 16,-14 5 0-16,14-5 0 0,-5 4 0 16,5-4-567-16,0 0-146 0,0 0-207 0,0 0 77 15,0 0 94-15,29-11-747 0,-22 9-943 16</inkml:trace>
  <inkml:trace contextRef="#ctx0" brushRef="#br0" timeOffset="86139.17">14468 7325 3249 0,'0'-11'-23'0,"-2"3"29"0,2-1 8 0,-3 3 14 0,3 6 24 0,-2-9 49 0,2 9 33 15,-1-8 18-15,1 8 4 0,-2-7-14 16,2 7-16-16,0 0-1 0,0 0 17 0,0 0 15 16,-15 27 12-16,3 0 4 0,-1 4-1 15,0 3-1-15,-5 12 11 0,-3 0-1 16,3 3-4-16,-3 1 6 0,-1-4 3 15,6 1-5-15,-6-4-3 0,9-10-6 0,-2 0-9 16,2-2-5-16,3 0-17 0,0-11-13 16,1 0-8-16,4-5-10 0,-4-1-4 0,4-3-14 15,-1 0-9-15,3 0-4 0,1-5-10 16,-5 1-5-16,5-1-8 0,2-6-5 0,-3 12-3 16,-3-8-11-16,6-4-37 0,-4 8 0 15,4-8 0-15,-1 7-2 0,1-7-74 0,0 0-56 16,-4 7-50-16,4-7-58 15,-2 3-72-15,2-3-76 0,0 0-71 0,0 0-81 0,0 0-107 16,0 0-107-16,0 0 70 0,0 0-600 16,0 0-743-16</inkml:trace>
  <inkml:trace contextRef="#ctx0" brushRef="#br0" timeOffset="86872.39">13853 7960 3331 0,'-25'-3'26'0,"2"2"49"0,-1-3 16 0,7 1 19 0,-2 1 25 0,0 0 37 0,6 2 20 0,-1-2 9 15,5-1-13-15,9 3-12 0,-18-3-21 16,18 3-18-16,-7 0-12 0,7 0-10 15,0 0-12-15,36 2-11 0,10-2-10 16,23-4-12-16,7 0-33 0,31-6-37 0,3-1-36 16,-2 0-29-16,2-1-18 0,-4-1-7 15,-24 2 3-15,-2 4 21 0,-6-1 37 16,-7-1 18-16,-10 1 14 0,-16 2 34 0,-13 2 34 16,-4 2 31-16,-4 0 15 0,-3-1 9 15,-4-1 0-15,-2 2 3 0,0 1 1 0,-11 1-13 16,16-3-5-16,-16 3-16 15,12 0-6-15,-12 0-16 0,0 0-5 0,6 16-3 16,-10-5-7-16,-2 2-9 0,0 8 6 16,-1 8-11-16,-4 4-6 0,-2 1-8 0,4 2-3 15,0-1 0-15,1 2 0 0,0-2-9 16,3 0-1-16,-3-4 0 0,5-7 2 0,-4-4-1 16,3-3-2-16,-1-3 14 0,-1 1 24 15,5-5 9-15,-5 0 11 0,2-1 18 0,3-3 10 16,-6 2 1-16,0-4-7 0,-3 0-9 15,-2-2-8-15,-1 0-10 0,-10-2-8 0,-2 0-6 16,-14-2-5-16,-7 0-12 0,-2 0-2 16,-13 0-37-16,-3 2 0 0,-5 0 0 15,-2 0 0-15,-1 2 0 0,-1 2 0 0,-1 3 0 16,2 1 0-16,-1 0 0 0,7 3 0 16,-1-1 0-16,8 2 0 0,5-3 0 15,13-1 0-15,5 1 0 0,4-2 0 0,7-1 0 16,3-2 0-16,8-1 0 0,0-1 0 15,3 2 0-15,0-3 0 0,2 1 0 16,9-2 0-16,-13 0 0 0,13 0 0 0,0 0 0 16,-12-3 0-16,12 3 0 0,0-14 0 15,4 3 0-15,2-4 0 0,4-2 0 0,3-11 0 16,2 3 0-16,2-3 0 0,2-4 0 16,1 1-83-16,-2-2-53 0,4 2-31 15,-8 4-41-15,6 2-38 0,-5 7-46 16,-5 5-49-16,-3 1-43 0,-1 3-49 0,0 1-56 15,0 2-63-15,-5 0-119 0,-1 6 23 16,6-3-556-16,-6 3-669 0</inkml:trace>
  <inkml:trace contextRef="#ctx0" brushRef="#br0" timeOffset="87839.16">14153 8038 3243 0,'5'-3'-30'0,"-5"3"24"0,11-3 8 0,-11 3 14 0,0 0 36 16,0 0 48-16,0 0 16 0,12 8 23 0,-10-3 13 0,0 3 7 16,-2 3 6-16,0 3 4 0,-4 1 3 15,1 0-4-15,-3 1 5 0,3-1 5 16,-6-1-11-16,4 1-5 0,-1-1-15 0,2-2-11 15,3-2-13-15,-1 0-10 0,2-2-4 16,2-2-15-16,1 1-9 0,5-2-7 0,4-2-9 16,-12-3-14-16,27 2-1 0,-15-7-5 15,3 2-5-15,-1-6-1 0,-3 1-8 16,-1-6 2-16,-2 2 15 0,-5 3-2 0,-3-3 34 16,-3 2 10-16,-5 3 4 0,-4-5 18 15,-2 0 9-15,-4 2 7 0,1 0 9 0,-2 1 8 16,6 2 1-16,-1 1-5 0,5 1-13 15,-1-1-10-15,2 2-89 0,3 0-33 0,-1 0 0 16,6 4 0-16,-3-9 0 16,3 9 0-16,7-11 0 0,2 6 0 0,5-5 0 15,6 4 0-15,9-5 0 0,5-1-9 16,3-1-195-16,7 5-32 0,5-6-20 0,2 2-14 16,1 1 3-16,-12 1 19 0,0 0 26 15,-5 1 25-15,-10 3 30 0,-2 0 37 0,-9 4 50 16,-3-3 47-16,2 0 45 0,-4 2 32 15,-2 1 23-15,-7 2 7 0,8-4 5 0,-8 4-2 16,0 0 1-16,0 0 0 0,-24 11-4 16,6-1 4-16,-1 2 4 0,4 0-7 0,-3 0 5 15,5 4-3-15,0-2-11 16,3 2-6-16,5-3-3 0,-3 1-17 0,5-1 5 0,3-1-7 16,1 0 3-16,1-4-6 15,4 1 3-15,1-2-5 0,3 4-2 0,-2-6-6 16,-1 7-3-16,2-6 8 0,0 0-11 15,-4-1 4-15,1 1 5 0,-3 0 18 0,-3-6 15 16,2 10 12-16,-2-5 8 0,-2 2 2 16,-1 0-12-16,-5 1-3 0,1-1-9 0,-1-1-7 15,-2 0-17-15,-2 1-23 0,-2 0-47 16,-3 0-48-16,-2 0-58 0,-1-2-61 0,4-2-68 16,-8 2-79-16,0 0-86 15,-1 1-71-15,-10 0-88 0,1 3-147 0,0-1 42 16,2 2 63-16,-2 0-530 0,-1 1-632 15</inkml:trace>
  <inkml:trace contextRef="#ctx0" brushRef="#br0" timeOffset="88438.65">13589 8443 3244 0,'-3'-4'18'0,"3"4"31"0,-9-7 32 16,9 7 45-16,-5-3 27 0,5 3 20 0,-6-5 5 0,6 5-8 0,0 0-15 15,0 0 6-15,0 0 2 0,-11 9 3 0,6-1 2 16,4 1-2-16,-7 1 7 0,3 2-3 16,-3 1-7-16,-4 1-1 0,3 2-10 0,-2-3-11 15,-3 4-15-15,3-2-17 0,-3-1 1 16,5-2-14-16,0-3-14 0,-1-1-7 0,0 2 0 15,3-3-8-15,1 0-7 16,0-2-8-16,6-5-8 0,-8 8-2 0,3-4-2 0,5-4-12 16,-6 6-5-16,6-6-3 15,0 0-9-15,4 11 0 0,5-3-1 0,7-1 2 16,15 3-18-16,6 0-18 0,21 4-20 16,6-3-19-16,5-3-31 0,6 1-41 0,2-4-40 15,5-2-37-15,1-5-41 0,-6 1-28 16,4-4-20-16,-8 3 15 0,1 4 56 0,-4 1 82 15,-6 0 62-15,-12-1 26 0,-8-2 13 16,-12 2 25-16,-5 0 36 0,-6-2 37 16,-2 3 29-16,0 0 13 0,-3-1-3 0,-4 0-7 15,0 1-8-15,1-1-7 0,-3 1-4 16,-2-1-6-16,-8-2-10 0,15 3 0 0,-15-3-3 16,11 4-3-16,-11-4-3 15,8 0-5-15,-8 0-6 0,0 0-3 0,7-10 0 16,-7 1-1-16,0-1-5 0,-3-6-3 0,-1-4 0 15,-4-11 0-15,-1-1 0 0,-1-2-5 16,-4 1-3-16,3 0-5 0,-2 4-20 16,-6 2-21-16,1 1-30 0,0 5-40 0,-7 6-56 15,6 3-53-15,-2 3-54 0,-2 4-59 16,-2 2-71-16,4 3-83 0,3 1-114 0,-6 1 49 16,-10 7-353-16,7 4-384 0</inkml:trace>
  <inkml:trace contextRef="#ctx0" brushRef="#br0" timeOffset="88806.78">13877 8560 2640 0,'0'0'109'0,"0"0"4"0,0 0-7 0,0 0 6 0,-44 18 17 16,17-2 13-16,4-1 13 0,-2 1-6 0,0 1 0 16,7-3-13-16,0-5-19 15,4 4-6-15,2-3-15 0,1-2-24 0,1-1-36 0,4 0-48 16,-2 0-42-16,7-2-48 16,1-5-33-16,0 0-31 0,0 0-28 0,13 4-18 15,-13-4-21-15,33-16-6 0,-5 1-2 16,1 1 23-16,3 2 33 0,-6 0 28 0,-1 7 29 15,-5 2 37-15,-6 1 37 0,0 2 30 16,-1 3 24-16,1 3 8 0,-3 2 5 0,1 1 4 16,-3 1 1-16,1 2-1 0,-3 0 3 15,1 0-3-15,2 0-4 0,-3 0-9 16,0-2-37-16,3 2-42 0,-2-4-67 0,3 1-84 16,-1-4-311-16,-1 1-40 0</inkml:trace>
  <inkml:trace contextRef="#ctx0" brushRef="#br0" timeOffset="92754.97">15039 5490 1677 0,'4'-6'98'0,"6"1"-3"0,-3-1-10 0,9-2-6 0,2-2 2 0,3 4 9 0,3-2-1 16,-4 3-9-16,-1 1-8 0,1 4-4 15,-2 2-9-15,0 2-2 0,-5 2 1 16,-5 5 10-16,-2 5 17 0,-8 3 18 15,-9 10 9-15,-3 4 18 0,-9 4 9 16,-8-1 9-16,1 0-3 0,-1-2 3 0,3-3-14 16,6-4-4-16,4-3-15 0,6-5-1 15,3-2-9-15,3-2 0 0,6-1-9 0,4-2 1 16,3 1-10-16,7 1-9 0,4-4-8 16,6-1-16-16,6-1-6 0,1-2-3 0,-8-6-3 15,3-2-7-15,-1-2 1 0,-3-4-5 16,5-6-6-16,-4-3 3 0,-1-2-5 0,-17-2-5 15,3 3 1-15,-3-5-3 16,-7 5 14-16,-1-2-6 0,-7-4 0 0,-4 1 0 16,2 2-6-16,-2 5 1 0,1 3 0 15,4 3 1-15,0 1-3 0,4 0-4 16,-3 2-7-16,5 1 4 0,1-1-2 0,2 2 1 16,0 5-1-16,11-12-3 0,5 5 1 15,0-1-3-15,15-3-3 0,-5 3-12 0,7-1-11 16,-5 2-5-16,-3 2-4 0,-2 1 4 15,-2 0 0-15,-4 4 2 0,-2-4 5 0,-1 2 3 16,-3 0 4-16,-3 2 9 0,-8 0 18 16,0 0 16-16,0 0 7 0,0 0 10 0,0 12 5 15,0-12-3-15,-13 13-3 16,3-6-3-16,5 1-2 0,-4-1-7 0,2 3-5 16,1-3 0-16,3 1-1 0,-3 1-7 15,3 0-10-15,-2 0-25 0,3-3-29 16,2-6-31-16,-2 14-36 0,2-7-54 0,0-1-53 15,-2 1-43-15,2-2-49 0,0-5-55 16,-1 13-84-16,2-9-146 0,-1-4 17 0,-1 13-325 16,-1-7-385-16</inkml:trace>
  <inkml:trace contextRef="#ctx0" brushRef="#br0" timeOffset="93388.42">13581 6007 2273 0,'-6'-3'-124'0,"6"3"29"0,-11-7 18 0,8 5 27 0,3 2 23 0,-11-4 21 0,11 4 9 0,-7-3 8 0,7 3-2 0,0 0 3 16,-5-6-2-16,5 6 2 0,0 0 2 16,0 0-4-16,0 0 1 0,0 0-1 0,0 0 0 15,23-8-2-15,2 4-1 0,11 0 1 16,9-1-3-16,8 4 1 0,14-4-2 15,13 3-14-15,8-2-16 0,24 4-26 16,2-4-23-16,7 2-29 0,-1-2-27 16,0 1-28-16,-4-1-46 0,-8-4-231 0,-22 0 54 15</inkml:trace>
  <inkml:trace contextRef="#ctx0" brushRef="#br0" timeOffset="93505.19">15519 5854 1069 0,'31'-2'-80'0,"-8"-1"5"0,-2 1 20 15,-3 0 14-15,0-1 11 0,3 1 1 0,5-1 1 16,3 1-1-16,11 0 3 0,2 2 9 15,2-2-24-15,0 0-35 0,-3 2-109 16,4 0 63-16</inkml:trace>
  <inkml:trace contextRef="#ctx0" brushRef="#br0" timeOffset="95837.33">14703 6904 720 0,'0'0'163'0,"0"0"19"0,-12 23 19 0,-8-12 12 0,-7 7 18 0,-5-1 13 0,-8 7 15 15,1 0 4-15,-6-2 0 0,5 1-16 0,6-8-13 16,6 1-25-16,1-1-20 0,7-7-19 16,8 1-17-16,0-2-17 0,0-4-13 0,7 1-11 15,-1 2-19-15,6-6-20 0,-14 4-36 16,11 0-39-16,3-4-47 0,-8 4-61 0,8-4-80 16,0 0-98-16,-9 6-110 0,9-6-180 15,0 0 45-15,0 0-272 0,0 0-293 16</inkml:trace>
  <inkml:trace contextRef="#ctx0" brushRef="#br0" timeOffset="96521.79">15937 6903 2105 0,'2'-7'36'0,"-2"7"44"0,0 0 18 0,0 0 9 0,0 0 22 0,0 0 28 16,-22-1 28-16,22 1 10 0,-32 16 4 0,3-2-5 15,-3 5-12-15,-8 7-15 0,2 3-15 16,2-3-14-16,8-6-12 0,-3 3-12 0,5-3-11 16,-1 2-13-16,4-3-6 0,1 1-11 15,-2-6-18-15,11-2-17 0,1-3-21 0,2-1-12 16,5-2-24-16,-3-4-38 0,8-2-35 16,0 0-17-16,0 0-17 0,-21-10-13 15,19 1 1-15,0-7-2 0,2 0 11 0,2-1 18 16,-2-5 15-16,6-2 17 0,-2 2 22 15,0 1 24-15,0 5 26 0,-1 0 26 16,-3 4 20-16,2 2 5 0,2 3 30 16,0 0 34-16,-4 7 30 0,7-5 12 0,-7 5 12 15,0 0-2-15,0 0-2 0,33 15-9 16,-22-4-13-16,4 2-13 0,1 3-11 0,-1-3-12 16,0 3-9-16,-2-4-8 0,1 3-17 15,-3-1-23-15,1-2-28 0,-2 1-21 0,-5-4-30 16,2 0-21-16,2-1-22 0,-4-1-20 15,-1 1-28-15,0-4-37 0,-1 0-28 16,-3-4-41-16,4 5-49 0,-4-5-46 16,0 0-44-16,0 0-56 0,0 0-71 0,0 0 8 15,0 0-215-15,0 0-198 0</inkml:trace>
  <inkml:trace contextRef="#ctx0" brushRef="#br0" timeOffset="96753.9">15673 6917 1872 0,'-9'-10'63'0,"4"6"49"0,-3-3 47 15,4 1 43-15,-2 2 40 0,6 4 20 16,-5-8 15-16,5 8-2 0,0 0-22 0,-6-6-25 16,6 6-22-16,0 0-4 0,0 0-3 15,0 0-13-15,17 26-16 0,-9-11-15 0,-1 3-13 16,4 1-21-16,2 9-10 16,-6-3-14-16,0 5-26 0,1-4-32 0,0-6-40 15,-2 4-46-15,-3-5-47 0,-1-2-56 16,2 1-60-16,-2-2-55 0,-1-5-46 15,1 1-49-15,0-1-38 0,3-5-59 0,-2 1-83 16,-1-3 22-16,-2-4-262 0,11 1-269 16</inkml:trace>
  <inkml:trace contextRef="#ctx0" brushRef="#br0" timeOffset="96870.88">15784 7068 2086 0,'-7'-6'-31'0,"1"3"28"0,-2 1 18 15,8 2 12-15,0 0 10 0,0 0 1 0,0 0-3 16,-18 7-3-16,18-7-4 15,-7 6-10-15,7-6-32 0,-2 8-53 0,2-8-68 16,-2 7-95-16,2-7-395 0,0 0-122 16</inkml:trace>
  <inkml:trace contextRef="#ctx0" brushRef="#br0" timeOffset="110167.89">26181 15929 1501 0,'-2'-17'408'0,"2"1"-172"0,2 1-69 0,3 3-24 0,-3-2-25 0,3 0-18 15,5 1-14-15,0 1-13 0,1 1-5 0,-2 1-7 16,0 3-5-16,1 2-7 0,-2 4 1 16,-8 1-4-16,0 0 10 0,17 12 6 0,-17-4 4 15,-1 6 5-15,-10 15 8 0,-3 0-7 16,-4 3 2-16,-9 8-4 0,2 3-2 0,3-3-2 16,3-1-5-16,4-8-6 0,5 0-7 15,4-6-4-15,4-3-2 0,4-1-2 16,6-2-11-16,4-1 5 0,-1-5-14 15,4-1 7-15,-3-6 4 0,-1 0-8 0,1-4 14 16,-12-2 27-16,0 0 17 0,14-10 20 16,-14 0 10-16,-5-3 9 0,-15-9 2 15,-4-3 5-15,-11-4 4 0,-4-3 7 0,-5 0-7 16,-2 1-2-16,1 2-9 0,0 0 17 16,4 4 13-16,5 0 13 0,9 4 3 0,2 0-2 15,6-1-8-15,8 0-11 0,5 3-18 16,4 0-14-16,8-3-16 0,8-6-6 0,8 1-16 15,10-4-5-15,4 3-36 0,5 5-45 16,-5 6-65-16,2 3-64 0,1 6-68 16,8 2-66-16,3 6-87 0,10 7-99 15,0 4-132-15,-1 3-182 0,-7 3 59 16,-4 2-574-16,-2 1-747 0</inkml:trace>
  <inkml:trace contextRef="#ctx0" brushRef="#br0" timeOffset="110517.99">26906 15812 3368 0,'-33'12'-118'0,"24"-5"49"0,-7 7 47 0,0 8 36 0,-6 5 14 0,4 2 9 0,0-2-1 0,4 2-2 15,2 4-4-15,4-4 11 0,6-2-3 16,2-5-4-16,6 0 5 0,1-1-13 15,7-4 5-15,6 2-8 0,4-2 1 0,-1-8 0 16,-2-4-8-16,-3-3-4 0,2-2 11 16,-4-4 29-16,8-3 11 0,-5-3 14 0,1-9 22 15,2-2 16-15,-9-2 11 0,-3 0 0 16,-5 0-8-16,-3-4-7 0,-6-6-10 0,-3-4-5 16,-5 3-16-16,-7 4-9 0,0 0-5 15,-4 4-9-15,-1 4-9 0,-5 2-7 16,1 8-11-16,-3-1-27 0,4 7-35 15,2 0-41-15,2 5-61 0,5 1-73 0,-2 0-87 16,1 3-135-16,1 1-214 0,2-2 47 16,7 6 65-16,1-5-221 0,8-3-242 15</inkml:trace>
  <inkml:trace contextRef="#ctx0" brushRef="#br0" timeOffset="111285.67">28663 15745 2003 0,'-2'14'5'0,"2"-14"46"0,0 0 42 0,0 0 31 0,0 0 34 0,0 0 38 16,0 0 24-16,0 0 2 0,0 0-2 0,0 0-8 15,0 0-13-15,0 0-8 0,23-8-16 16,-16 1-15-16,1 0-11 0,2 0-3 0,-3-1-11 16,1-2-8-16,2-2-8 0,-5-1-12 15,3-3-5-15,-3 1-7 0,-1-1-8 16,-2-1-7-16,0-1-2 0,-2 4-2 0,0-1-9 16,-4 4-6-16,0-6-3 0,-3 7-6 15,0 0-5-15,-7 1-7 0,-3 2 0 0,-2 4-8 16,-4 3-1-16,-6 2-4 0,-7 0-2 15,0 8 0-15,2-3-6 0,1 8 3 16,7-3-6-16,1 3 1 0,5 1-2 16,7-1-5-16,4 1 3 0,5-3 0 15,0 3-2-15,2-2-1 0,4-3 4 0,2 5-4 16,2-3 0-16,1 0-1 0,3 1-2 16,2-5 8-16,-3 4-3 0,0-3-5 0,3-1 0 15,-3 3 3-15,2-2-2 0,1 0 1 16,-1 0 2-16,3 4 3 0,-4 1 5 0,1 3-1 15,-1-1-3-15,-1 2 8 0,-2 1 3 16,1 2-4-16,-2-1-1 0,-2 0-3 16,0 0 10-16,-1 1 17 0,-1-3 30 15,-2-6 29-15,-2 3 18 0,2-4 17 16,-1 0 20-16,-1 0 16 0,0-5 9 0,-4 4 2 16,0-2-7-16,-3-1-9 0,-1-1-31 15,-2-3-139-15,-1 3 0 0,2-4 0 0,-1 1 0 16,-1-1 0-16,1 1 0 0,1-3 0 15,11-1 0-15,-26 2 0 0,13-4 0 0,-1 2 0 16,14 0 0-16,-29-1 0 0,14 1 0 16,1-2-417-16,3 2-216 0,11 0-238 15,-13-5-15-15,13 5 90 0,6-11-764 0,9 3-1004 16</inkml:trace>
  <inkml:trace contextRef="#ctx0" brushRef="#br0" timeOffset="111650.16">29138 15883 4006 0,'11'-13'-11'0,"-1"2"64"0,1-1 46 0,0 3 17 0,5-1 15 0,5 0 5 0,-1 3-3 0,3 0-2 0,12 0-14 16,-9 4-14-16,-1 3-12 0,-4 1-5 0,-2 3-8 16,0 2-7-16,-4 7-4 0,-5-1-7 15,-2 1-5-15,-6 5-4 0,-4 0-3 16,-6 5-2-16,-4 6 0 0,-4-2 1 15,-4 1 3-15,3-4 4 0,4-5-4 0,2-4-2 16,2-3-5-16,4-3 2 0,-1 1 6 16,3 0 19-16,3-3 15 0,0-7 4 15,7 12-12-15,0-7 2 0,6-1-17 0,-1 1-8 16,2-4-1-16,3 1-7 0,0 0-7 16,0-1 0-16,1-1-6 0,-4 0-3 0,6-1 1 15,-1 1-4-15,-4-2-1 0,3 0-7 16,-4 1 3-16,-2-1-10 0,-1-1-14 0,-11 3-29 15,20-2-47-15,-20 2-56 0,13-2-88 16,-8 0-103-16,-5 2-134 0,0 0-188 16,0 0-122-16,0 0 79 0,0 0-547 15,0 0-699-15</inkml:trace>
  <inkml:trace contextRef="#ctx0" brushRef="#br0" timeOffset="112183.88">30877 15565 3337 0,'-2'-11'-68'0,"2"-2"33"0,-1 2 40 0,1 4 44 0,0 7 43 0,0-12 21 0,0 12 0 15,-2-7-12-15,2 7-7 0,0 0 7 16,0 0 27-16,0 0 30 0,-8 26 28 16,6-4 12-16,-6 10-15 0,3 9 6 0,-1 0 0 15,1 11-14-15,1-7-12 0,2-1-21 16,0 1-8-16,0-1-17 0,-1 0-14 0,3-3-5 15,0-6-11-15,0-4-8 16,-3-5-10-16,3-2-8 0,-2-5-13 0,2-5-50 0,0-1-36 16,0-3-41-16,0-1-63 0,2-4-68 15,1 2-79-15,2-4-82 0,-5-3-111 16,0 0-157-16,19 0-24 0,-19 0 55 16,17-4-374-16,-8 0-458 0</inkml:trace>
  <inkml:trace contextRef="#ctx0" brushRef="#br0" timeOffset="112717.98">31323 15640 2875 0,'4'-15'85'15,"0"1"59"-15,0 2 47 16,-3 4 36-16,3 1 8 0,-4 7-11 0,5-10-18 15,-5 10-25-15,0 0 3 0,0 0 14 16,0 0 19-16,-2 27-5 0,-5-3-19 16,-2 11-13-16,0 5-19 0,-5 7-15 0,3 3-12 15,2 0-19-15,0-11-8 0,4 0-8 16,-3-4-15-16,5-2-8 0,1-6-6 0,0-6-7 16,2-6-5-16,-2-1-7 0,4-2 1 15,0-4-6-15,3-1-2 0,5-2-7 16,4-3 0-16,-1-2-4 0,6-5-8 15,3-2 3-15,9-9-6 0,-1-2-4 16,9-10-2-16,-3-1 3 0,0-6-1 0,0 2-3 16,-2 0 8-16,-9 7-3 0,-2 0 12 15,-2-1 3-15,-2 5 5 0,-2-1 10 0,-4 6 5 16,-4 5-5-16,0 2 4 0,-4 2-2 16,3 1-10-16,-4 0-2 0,2 1-5 0,-6 6-5 15,6-9-4-15,-6 9-1 0,0 0-6 16,0 0 4-16,0 0-2 0,0 0-5 15,1 29 1-15,-2-14-3 0,-1 7-1 16,-2 2-4-16,-2 10-1 0,-2 3 7 0,3 0-5 16,-1 2-1-16,1-3 1 0,-2 1-8 15,2-3-10-15,3-5-36 0,0-7-34 16,-2-1-46-16,2-1-44 0,0-4-37 0,2-3-48 16,-1-2-36-16,1-5-50 0,1 2-50 15,5-3-77-15,0-2-112 0,-6-3-162 0,0 0 55 16,24-8-524-16,3-8-673 0</inkml:trace>
  <inkml:trace contextRef="#ctx0" brushRef="#br0" timeOffset="112950.03">32242 15596 3202 0,'3'-12'-11'0,"1"5"64"0,-2 0 52 0,1 2 34 0,-3 5 11 0,0 0-4 15,0 0 50-15,0 0 38 0,0 0 18 0,-14 33 22 0,1 1 12 16,-5 11 4-16,-1 5-22 0,-1 3-22 15,-2 3-23-15,1-1-22 0,3 2-18 0,0-2-25 16,2-4-10-16,0-1-16 0,3-4-14 16,-1-10-12-16,3-2-14 0,2-4-36 0,0-10-52 15,2-3-73-15,1-1-62 0,1-7-70 16,-2 1-90-16,7-3-86 0,-3-4-93 16,3-3-150-16,-6 4-155 0,6-4 65 0,0 0-517 15,0 0-689-15</inkml:trace>
  <inkml:trace contextRef="#ctx0" brushRef="#br0" timeOffset="114083.66">26746 16820 3144 0,'0'0'-156'0,"0"0"33"0,0 0 29 0,0 0 34 0,0 0 32 0,0 0 26 16,0 0 25-16,28 0 16 15,-12 0 8-15,4 0 2 0,13-1 5 0,7-1 1 16,8-1-4-16,-2 0-4 0,-1 0-2 16,-1 3-5-16,2-2-1 0,-12 2-10 15,-6 0-3-15,3-2-6 0,-6 2 5 0,0 4-7 16,-7-1 3-16,2 3 0 0,-6 2 10 15,-3 7 1-15,0 1 1 0,-3 4 10 0,-1 9 3 16,3 2 5-16,-7 3-15 16,3 3 19-16,-1 1-7 0,-4 4 5 0,5-2-15 0,-4 3-2 15,3 0-9-15,1-1 5 0,-1-2-9 16,4 1-7-16,-4-8 11 0,4-4-14 16,-7-3 0-16,4-9 4 0,-4-1-7 15,2-4 6-15,-2-2-10 0,0 1 3 16,0-2-1-16,-2-1 21 0,-2 0 6 0,-6 1 23 15,-2-1 10-15,-2 2-1 0,-8 3 5 16,-7-2 3-16,-3 3 4 0,-4 0-1 0,-2-2 2 16,-4 1-4-16,-3-2-2 0,-4 1 1 15,3-2-1-15,2-1-4 0,-2-3-11 16,4 0-1-16,-1-5-6 0,-4 2-2 0,15-3-4 16,-1 0-1-16,5-3 23 0,-1 0 2 15,-5-6-4-15,9-1-6 0,-5-6-5 16,1-1-1-16,4-10-5 0,-2-9-7 15,5-5-6-15,2-5-3 0,2-5-5 0,7-2-2 0,2 1-7 16,3 7-1-16,0 1-2 16,1 9 0-16,3 8-4 0,-3 6 0 0,3 3-5 15,-2 7-16-15,0-1-25 0,0 0-30 16,2 5-25-16,0 7-27 0,0-8-45 16,0 8-46-16,0 0-47 0,0 0-56 0,10 0-101 15,-10 0-166-15,0 0-58 0,31 6 62 16,-14-2-317-16,4 0-372 0</inkml:trace>
  <inkml:trace contextRef="#ctx0" brushRef="#br0" timeOffset="114550.89">28047 17129 2632 0,'-11'-6'40'0,"5"-1"14"0,0-1 14 0,8 0 11 0,-2 8 8 0,14-17 1 0,1 5 4 16,12-2-7-16,-2 5-3 0,-2 1-11 0,1 4-8 15,1 4-6-15,0 0-6 16,9 8-2-16,-6 3-7 0,1 3-1 0,-8 4-5 15,1 3-4-15,-8 2 3 0,1 2 6 16,-1 3 4-16,-5 1 12 0,1 4 2 16,0-2 4-16,-1 3-3 0,-4 3-8 0,4-6-8 15,-4 2-4-15,1-8-5 0,-4 2 12 16,0-8 2-16,-4 5 8 0,-2-5 18 0,-2 1 9 16,-4-1 19-16,-5 6 25 0,-4-6 25 15,-3 1 18-15,-7-5 10 0,-3-1-10 16,-5-3-6-16,-3-3-19 0,-1 2-13 15,-4-3-11-15,4-5-12 0,-2 2-7 16,9-4-14-16,5 0-7 0,1 0-15 0,2-4-8 16,1 2-51-16,2-3-63 0,0-5-77 15,1 4-105-15,2-2-99 0,3-1-124 0,-2-3-213 16,3 1-64-16,0 1 68 0,0 0-448 16,1-2-586-16</inkml:trace>
  <inkml:trace contextRef="#ctx0" brushRef="#br0" timeOffset="114966.81">26749 16293 3220 0,'2'-12'-45'0,"4"1"13"0,-6 3 20 0,0 0 14 0,0 8 15 0,0-10-1 0,0 10 1 0,0 0-3 0,0 0 18 16,0 0 24-16,0 0 19 0,-6 35 14 0,8-11 7 16,5 10 6-16,6 14 1 0,-1-2-1 15,10 2-8-15,5-2-10 0,3 3-3 16,1-5-10-16,-1 1-9 0,1-2-4 0,-5-4-10 16,-1-3-31-16,-4-6-63 0,-2-4-65 15,-1-1-76-15,-6-8-95 0,1-3-102 0,-2-6-194 16,-2-2 37-16,-4-3-220 0,6-1-252 15</inkml:trace>
  <inkml:trace contextRef="#ctx0" brushRef="#br0" timeOffset="116699.76">28400 16283 2060 0,'11'-13'-28'0,"-3"3"30"0,-3 2 22 0,4-2 16 16,-4 5 18-16,1-3 8 0,-6 8 2 16,5-6-3-16,-5 6-5 0,0 0-1 0,0 0 4 15,0 0 8-15,-25 49 11 0,1-9 13 16,-4 7 13-16,-6 3 11 0,-3 3-4 0,-10 9 2 16,11-12-5-16,-13 13-3 0,13-17 4 15,2-5-11-15,4 0-8 0,3-6-3 16,6-8-10-16,4-2-8 0,1-7-3 15,9-4-1-15,0-3-6 0,0-3-3 0,2 1-3 16,1-1-2-16,0-4-6 0,4-4-10 0,-3 12-2 16,3-12-1-16,-4 7-7 15,4-7-19-15,-5 6-31 0,5-6-49 0,0 0-54 16,0 0-61-16,-2 9-71 0,2-9-109 16,0 0-167-16,0 0-37 0,0 0 65 15,0 0-165-15,0 0-165 0</inkml:trace>
  <inkml:trace contextRef="#ctx0" brushRef="#br0" timeOffset="118032.1">27510 15712 1742 0,'0'0'-55'0,"0"0"19"0,0 0 31 0,0 0 22 0,0 0 18 0,0 0 22 16,0 0 12-16,17 10 10 0,-17-10 11 15,29-6 6-15,-11 2 1 0,2 4-2 0,-3-3-4 16,-4 2-10-16,-2 1-13 0,0 1 0 16,-4 6 1-16,-1 2 18 0,-5 3 6 15,-1 5 14-15,-7 13 6 0,-6 4 4 0,-6 5 1 16,-3 2-7-16,-3 2-1 0,1-3-6 16,5 1-5-16,3-10-5 0,5-1-12 0,2 0 0 15,2-5-2-15,2-2-7 16,3-7-4-16,4 3-7 0,0-4-7 0,3-1 1 15,-4-2-12-15,5-3 3 0,-4-1 1 16,0 2 21-16,-1-5 13 0,-1-5-4 0,0 0-2 16,0 0-15-16,0 0-3 0,-30-15-3 15,9-6-8-15,-1-4 1 0,-2-1-7 0,5 1-5 16,1 1-4-16,-2-2 1 0,4 1-1 16,5 2 2-16,4 2 1 0,0 1-5 15,0 0-5-15,5 1 0 0,2 2-7 0,2-4-3 16,5 0-2-16,-4 1-5 15,7 1-16-15,-1 0-26 0,3 2-41 0,-1 2-54 0,2 1-53 16,-1 5-38-16,3 3-39 16,-3 4-50-16,-1 0-57 0,0 6-146 0,1-1-78 15,-1 2 56-15,3 2-229 0,0-2-252 16</inkml:trace>
  <inkml:trace contextRef="#ctx0" brushRef="#br0" timeOffset="118382.93">28010 15763 2050 0,'16'-9'-10'0,"-4"2"32"0,-1 1 30 16,-3 2 30-16,-3-1 22 0,2 2 18 16,-7 3 13-16,3-7-10 0,-3 7-5 15,0 0-16-15,0 0-8 0,0 0-5 16,0 0-17-16,0 0 0 0,-36 8-9 0,19 3-11 16,-6 6-2-16,4 0-4 0,0 3-5 15,3-3-5-15,5 1-4 0,4-1-9 0,-1 2 5 16,6-2-6-16,2 2-3 0,4 2 4 15,2-3-4-15,1 4-5 0,4 6 2 0,-1-7-1 16,0-1 2-16,-3-1 11 0,-1 0 6 16,-2-4 10-16,0 1 21 0,-4-4 12 15,-2 1 20-15,0 1 10 0,-2-2 5 16,-2-2 1-16,0 1-8 0,-1-3-8 0,0-1-7 16,-4 0-10-16,4-2-7 0,-2 1-6 15,0-4-8-15,-3 1-9 0,-1-1-7 16,-5 0-46-16,0-2-59 0,-4 0-60 0,-3 4-81 15,-1-3-93-15,-12 4-125 0,5-5-205 16,5 0 17-16,-1 2 65 0,2-4-240 0,6 2-272 16</inkml:trace>
  <inkml:trace contextRef="#ctx0" brushRef="#br0" timeOffset="118766.72">27660 15296 2149 0,'-26'-13'-41'16,"-10"4"12"-16,-6 2 15 0,-4 5 18 15,-13 11 22-15,-4 8 24 0,-15 19 22 0,-2 12 22 16,-2 10 11-16,0 9 9 0,2 5 16 16,0 8 22-16,9 5 8 0,12 4 11 0,9-2 0 15,14 3 6-15,18-1 8 0,20-16-12 16,11-1-4-16,26 11-9 0,22-8-14 15,18-8-13-15,12-9-14 0,12-8-14 0,11-10-7 16,3-11-8-16,-3-12-10 0,3-12-6 16,-9-12-9-16,-5-8-3 0,-6-12-4 15,-9-11-9-15,-12-11 0 0,-10-5-4 16,-8-8 0-16,-14-10-2 0,-8-7-7 0,-9-5-1 16,-11-5-3-16,-9 12-8 0,-10-6-1 15,-8-23-14-15,-14 7-8 0,-7 13-13 0,-6 17-16 16,2 23-31-16,-14 11-27 0,-5 15-36 15,-6 10-44-15,-10 11-34 0,-1 14-27 16,-15 17-37-16,-1 11-44 0,2 7-76 0,2 7-137 16,8 3-60-16,1 10 56 0,9 0-195 15,1 3-212-15</inkml:trace>
  <inkml:trace contextRef="#ctx0" brushRef="#br0" timeOffset="118982.88">26809 16887 2281 0,'-11'14'171'0,"3"-2"44"0,2-3 27 16,2-4 16-16,4-5-6 0,0 0-8 16,0 0-5-16,30-5-14 0,15-12-15 0,9-4-18 15,30-9-22-15,10 3-17 0,9-4-14 16,3 0-25-16,3-1-44 0,-4 1-52 0,-4 4-62 16,-11-1-65-16,-22 5-56 15,-5 4-54-15,-7 1-47 0,-9 1-55 0,-13 5-63 16,-11 2-111-16,-5 5-67 0,-11 3 39 0,-3 2-193 15,-4 0-209-15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12:29.7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2741 1713 1546 0,'0'0'496'0,"2"-8"-82"16,-2 8-53-16,2-8-19 0,-2 8-45 16,0 0-54-16,0 0-46 0,0 0-13 0,0 0 7 15,0 0-9-15,3 24-1 0,-6-5 21 16,-4 14 21-16,-2 3 16 0,-5 10 5 15,-1 2-3-15,2 2-13 0,1-6-12 0,3-5-11 16,1-2-14-16,4-4-11 0,-2-4-6 16,4-7-6-16,0-3-2 0,2-2 0 0,-1-4 2 15,1-1-5-15,0-3-6 0,1 1-6 16,1-3-76-16,2 2-75 16,6-3 0-16,-1-2 0 0,2 0 0 0,3-3 0 15,-3 1 0-15,5-2 0 0,-3 0 0 16,1 1 0-16,-14-1 0 0,22-1 0 0,-22 1 0 15,20 1 0-15,-20-1 0 0,14 0 0 16,-14 0 0-16,14 2 0 0,-14-2 0 16,0 0 0-16,13 3 0 0,-13-3-279 0,0 0-166 15,0 0-106-15,10 0-137 0,-10 0-184 16,0 0 79-16,0 0 81 0,0 0-598 0,11-8-767 16</inkml:trace>
  <inkml:trace contextRef="#ctx0" brushRef="#br0" timeOffset="266.6">3157 1949 3538 0,'-2'-3'-30'0,"2"3"46"0,0 0 30 16,-7-7 34-16,7 7 59 0,0 0 30 15,0 0 10-15,0 25-12 0,-2-13-2 16,2 6-13-16,-2 2 7 0,2 6-8 15,-3 11-13-15,2-2-12 0,-3 0-9 16,2-6-16-16,-2-6-11 0,-1 0-11 0,-1-1-24 16,5-5-48-16,-3-5-66 0,2 0-79 15,-1 1-70-15,1-6-99 0,0-3-119 16,2-4-168-16,0 0-48 0,0 0 54 0,0 0-324 16,0 0-394-16</inkml:trace>
  <inkml:trace contextRef="#ctx0" brushRef="#br0" timeOffset="399.84">3195 1874 2372 0,'-4'-7'31'0,"4"0"59"0,0 7 26 0,-3-10 21 15,3 10-9-15,-4-7-10 0,4 7-21 16,0 0-23-16,0 0-51 0,0 0-59 16,0 0-86-16,0 0-135 0,17 0-235 15,-17 0-7-15,30 10-107 0,-9-3-104 0</inkml:trace>
  <inkml:trace contextRef="#ctx0" brushRef="#br0" timeOffset="782.53">3727 1918 1573 0,'0'0'16'0,"-16"-5"22"0,16 5 17 0,-18 5 22 0,6-3 15 16,-3 5 11-16,0-2 9 15,-4 5 4-15,2-1 5 0,-8 8-7 0,1 0-6 16,2 3-9-16,7-4-13 0,4-3-6 16,1-3-8-16,4 0 0 0,2-1-6 15,4-1 6-15,0 1 16 0,4 0-3 0,2 0 19 16,0-1 18-16,3 0 6 0,2 1 14 16,-1-1 11-16,1 0 18 0,0 1 11 15,-2 0 16-15,0-2 7 0,-2 1 20 0,0-1 26 16,-2 0 12-16,-3-2 3 0,-2-5-1 15,2 14-12-15,-2-6-10 0,0-8-20 16,-7 17-20-16,2-10-17 0,-2 2-18 16,-3 0-18-16,-2-1-14 0,0 0-15 15,-3-1-14-15,1-1-16 0,1-2-27 0,-1-2-50 16,1-2-65-16,-3-5-90 0,2-2-105 16,-4-4-115-16,7-7-132 0,-1-1-152 0,6-3-202 15,5-4 60-15,4-6 91 0,6-4-533 16,11-5-690-16</inkml:trace>
  <inkml:trace contextRef="#ctx0" brushRef="#br0" timeOffset="1032.75">3946 1509 3169 0,'9'-17'35'0,"-2"2"112"0,-2 3 76 16,-3 2 54-16,0 3 18 0,0 3 12 16,-2 4-1-16,0 0-26 0,0 0 4 0,0 0 18 15,0 0-12-15,0 29-21 0,-6 7-17 16,3 5 0-16,-4 12-12 0,-2 5-27 0,3 2-15 15,1 0-22-15,-3-2-26 0,2 4-20 16,-1-4-12-16,-1-4-27 0,0-4-31 16,2-7-38-16,-3-6-56 0,4-6-60 0,-1-7-79 15,1-5-61-15,4-4-58 0,-3-5-50 16,4-1-73-16,-2-4-58 0,2-5-68 0,0 0-34 16,0 0-2-16,0 0 17 0,0 0-724 15,-2-26-744-15</inkml:trace>
  <inkml:trace contextRef="#ctx0" brushRef="#br0" timeOffset="1165.64">3839 2164 3295 0,'-9'-11'-115'0,"1"1"53"0,-1 2 43 15,1 4 54-15,2-1 62 16,6 5 46-16,-11-5 29 0,11 5 15 0,-10-5 4 16,10 5 6-16,0 0 0 0,-6-4-11 15,6 4-17-15,0 0-16 0,0 0-15 16,0 0-11-16,0 0-16 0,0 0-48 0,0 0-75 16,27-6-119-16,-7 2-135 0,3-1-165 15,13-3-239-15,-2 0 22 0,6 0 74 16,-1-2-288-16,0-1-345 0</inkml:trace>
  <inkml:trace contextRef="#ctx0" brushRef="#br0" timeOffset="1399.13">4504 2075 2702 0,'-11'0'228'0,"2"2"54"0,9-2 40 16,-14 3 31-16,14-3 35 0,0 0-15 16,-11 1-20-16,11-1-34 0,0 0-34 15,0 0-28-15,0 0-23 0,0 0-23 0,0 0-42 16,0 0-94-16,45 2-102 0,-16-4-97 16,11-2-138-16,4-2-156 0,-3-2-179 0,2 3-190 15,-1-5 84-15,-6 2-533 0,2 2-697 16</inkml:trace>
  <inkml:trace contextRef="#ctx0" brushRef="#br0" timeOffset="1650.03">4800 1899 3278 0,'-13'-1'-1'0,"13"1"55"0,-14-3 39 16,14 3 34-16,0 0 35 0,0 0 34 15,0 0 16-15,0 0-9 0,0 0-14 16,16 20-16-16,-7-9-14 0,0 0-16 0,3 5-9 15,-3 1-5-15,1 1 9 0,-4 3 7 16,-4-3 11-16,-2-1-5 0,0 2-11 16,-6-1-9-16,0 3-9 0,-1 0-26 0,-3-5-9 15,0 2-36-15,-3-3-53 0,2-1-70 16,-5-2-76-16,4 0-100 0,0-2-121 16,-3-3-155-16,1-2-211 0,1-2 24 0,1 1 77 15,3-1-395-15,9-3-503 0</inkml:trace>
  <inkml:trace contextRef="#ctx0" brushRef="#br0" timeOffset="3165.61">6587 1627 2794 0,'0'0'10'0,"0"0"43"0,0-10 33 15,0 10 43-15,0 0 49 0,0 0 30 0,0-9 18 16,0 9 9-16,0 0-4 0,0 0-15 15,0 0-23-15,0 0-17 0,0 0 49 16,0 0 40-16,0 0-3 0,0 41-13 0,-3-17 5 16,-1 10-10-16,2-5-13 0,0 8-22 15,2-6-19-15,0-6-20 0,2 3-17 16,-2-2-20-16,4-3-7 0,1 1-7 16,-3-1-12-16,4-5-11 0,-1 1-10 15,2-4-11-15,-2-1-3 0,1-2-6 0,-1-1-6 16,3-5-2-16,2 0-52 0,-1-2-6 15,-9-4 0-15,29-7 0 0,-10 0 0 0,5-8 0 16,1-3 0-16,0-3 0 0,0-1 0 16,-2 0 0-16,-1 0 0 0,-2-1 0 15,-3 6 0-15,-6 3 0 0,-3 4 0 0,-1 3 0 16,2 1 0-16,-6-2 0 16,1 4 0-16,-4 4 0 0,0 0 0 0,0 0 0 0,0 0 0 15,9 24 0-15,-9-9 0 16,0 6 0-16,0 4 0 0,-2 14 0 0,2 1 0 15,0 1 0-15,4 0 0 0,1 1 0 16,0-3 0-16,-1-5 0 0,0-6 0 16,-1-5 0-16,-1-5 0 0,2-1 0 0,0-3 0 15,-3-3 0-15,-1-1 0 0,2-2 0 16,-2 1 0-16,3-3 0 0,-3-6 0 0,2 14 0 16,-2-14 0-16,0 9 0 0,0-9-251 15,-5 3-186-15,5-3-115 0,0 0-161 0,0 0-166 16,0 0 65-16,0 0-732 0,0 0-989 15</inkml:trace>
  <inkml:trace contextRef="#ctx0" brushRef="#br0" timeOffset="3565.77">7916 1618 3998 0,'2'-8'38'0,"-2"1"71"0,0 7 28 0,2-9 20 0,-2 9 20 16,0 0 36-16,0 0 39 0,-18 19 35 16,3 3-10-16,-4 7-15 15,-8 9-13-15,-2 6-22 0,1-3-26 0,-3 1-15 16,1 1-31-16,4 0-6 0,-1-2-11 16,8-1-17-16,6-5-6 0,5-1-15 0,0-2-14 15,6-6-6-15,2-6-11 0,4-6-6 16,2 1-4-16,0-3-3 0,1 0-8 15,4-5-5-15,2-4 5 0,-2-1-8 0,1-2 1 16,-12 0-31-16,27-7-10 0,-13 2 0 16,-3-3 0-16,-2-1 0 0,2-1 0 0,-4-2 0 15,-3 0 0-15,-1 2 0 0,-3-2 0 16,-1-1 0-16,1 3 0 0,-6-1 0 16,1 2 0-16,-6-2 0 0,0 5 0 15,-3 1 0-15,-4-1 0 0,-2 2 0 16,0 7 0-16,-3 0-187 0,-11 6-291 0,3-1-132 15,-3 4-209-15,4-1-55 0,7-1 73 16,3-4-703-16,9 0-950 0</inkml:trace>
  <inkml:trace contextRef="#ctx0" brushRef="#br0" timeOffset="4298.89">9329 1777 3890 0,'-1'-4'-43'0,"-3"-4"94"0,4 8 68 0,-4-7 53 16,4 7 44-16,-2-7 26 0,2 7 11 15,0 0 3-15,-5-7-18 0,5 7-29 16,0 0 13-16,0 0 50 0,-4 21 12 15,2-3-9-15,0 8-13 0,-4 10-14 16,2 0-33-16,2 1-19 0,1 0-19 0,-3 0-16 16,4-8-16-16,0-2-18 0,0-2-123 15,-2-1-4-15,2-3 0 0,0-4 0 0,0 1 0 16,0-4 0-16,0-2 0 0,0 0 0 16,0-5 0-16,2 0-42 0,-2-7-332 15,4 5-147-15,-4-5-162 0,0 0-185 0,19-12 18 16,-4-4 88-16,6-4-629 0,2-7-845 15</inkml:trace>
  <inkml:trace contextRef="#ctx0" brushRef="#br0" timeOffset="4715.6">9688 1719 3836 0,'4'-12'20'0,"-1"2"69"16,-1 1 51-16,5-1 39 0,-4 3 23 0,1 0 10 15,2 2-13-15,-6 5-21 0,15-8-12 16,-6 6-19-16,-9 2-15 0,17 2-12 15,-5 2-8-15,3 4-3 0,-3 0-24 0,1 5-5 16,-4 2-6-16,-1 3-2 0,-2-4 3 16,-1 6 0-16,-3-2 5 0,-5 5 6 15,-1-1 3-15,-2-1-2 0,-4 1-3 0,5 0 0 16,-5-3-12-16,5-2 2 16,-1-4-15-16,4 0-3 0,-2-3-6 0,2 0-7 15,2 0 31-15,0-1 10 0,2-1 14 16,4 0 21-16,-2 1 9 0,2 0 16 0,-1 4 7 15,3-6 2-15,0 5-79 0,-3-2-74 16,5 1 0-16,-5-1 0 0,-1 0 0 16,2 0 0-16,-4-1 0 0,2 3 0 0,-4 0 0 15,0-3 0-15,-2 2 0 0,0-1 0 16,-4 2 0-16,0 0 0 0,-3-1 0 0,-2-1 0 16,-1 0 0-16,-1-1 0 0,-1-3 0 15,-1 1 0-15,0-2 0 0,-2-1 0 0,3-1 0 16,1-1 0-16,-1-2 0 0,1-2 0 15,0-1 0-15,-4-1 0 0,4-3-400 16,-3-1-646-16,5-1 87 0,1-3 119 16,1 2-842-16,3-2-1118 0</inkml:trace>
  <inkml:trace contextRef="#ctx0" brushRef="#br0" timeOffset="5331.02">11379 1898 4529 0,'5'-10'-67'0,"-1"-2"39"0,1 0 51 15,4 1 40-15,0-1 37 0,2 2 33 0,1 0 15 16,-1-1-1-16,5 3-11 0,-1 2-15 16,2 2-13-16,2 4-5 0,0 2-11 0,2 6-9 15,-2 0-2-15,-4 6 3 0,2 7 25 16,-3 4 34-16,-5-2 19 0,-7-1 13 15,-4 0 10-15,-2 2 13 0,-5 5 8 0,3-6 4 16,-4-5 16-16,5 3 1 16,-1-6 1-16,3-1-5 0,-2-1-180 0,3-3-43 15,0 0 0-15,2-3 0 0,0-7 0 16,-1 12 0-16,1-12 0 0,10 12 0 0,1-5 0 16,2 0 0-16,6-2 0 0,6 0 0 15,0-4 0-15,4 1 0 0,-2 0 0 16,18-4 0-16,5-1 0 0,6-4 0 0,1 0-28 15,-12 0-720-15,-6-3-199 0,-3-2 21 16,-5 4 97-16,-8-4-774 0,-6 3-1043 0</inkml:trace>
  <inkml:trace contextRef="#ctx0" brushRef="#br0" timeOffset="5730.99">12221 1752 4062 0,'0'-16'-142'0,"2"5"42"0,2-1 25 16,-3 4 31-16,3-4 31 0,4 7 22 15,2-3 18-15,-1 4-7 0,2-2 15 16,3 4 17-16,-14 2-21 0,30 3-6 0,-17 2 10 16,9 4 10-16,-10 1 12 0,4 6 28 15,-3-1 22-15,-4 5 8 0,0-3 19 0,-4 5 21 16,-3-3 32-16,-4 1 29 0,0 3-2 16,-5-1 7-16,0-2-10 0,-2-1-11 15,2 1-5-15,1-4-13 0,3-1-19 16,-4-3-9-16,3 1-15 0,4-5-7 15,0 2 3-15,0-1 4 0,4 3 4 0,3-1 1 16,-4 1 3-16,7 2-1 0,-5-3-11 16,2 3 4-16,4-1-12 0,-4 1-25 0,0 0-102 15,-3-1 0-15,3 1 0 0,-4 2 0 16,-3-3 0-16,0 3 0 0,0-2 0 16,-1 1 0-16,-6 0 0 0,1-1 0 0,1-2 0 15,-1 0 0-15,-3 0 0 0,1-3 0 16,0-3 0-16,-1 4 0 0,1-6 0 0,0 2 0 15,-1-2 0-15,-2-1 0 0,-3-1 0 16,5-2 0-16,9 0 0 0,-29-2 0 16,16 2 0-16,-2-3 0 0,-1-3-598 15,1 0-426-15,4 1 88 0,-3-4-980 16,5 4-1337-16</inkml:trace>
  <inkml:trace contextRef="#ctx0" brushRef="#br0" timeOffset="6465.72">14090 1693 5424 0,'2'-11'-120'0,"2"2"69"0,-3 0 57 0,-1 3 55 16,0 6 54-16,0-11 26 0,0 11 29 0,0 0 18 15,-1-10-18-15,1 10-11 16,-8-5-23-16,8 5-11 0,0 0-18 0,-25 3-12 16,10 4-8-16,-4 2-10 0,-8 4-12 15,0 3-1-15,-1 1-7 0,2 3-11 0,7-7-7 16,3 1-3-16,3-2-12 0,6 1-1 16,-4-1 1-16,8-1-1 0,3 1-2 15,1 0 0-15,4 1-1 0,4 3 4 0,4-1-6 16,9 4-3-16,-3 1 2 0,-1-1-5 15,6 0 1-15,-7-3 13 0,-4-1-1 16,0-3 6-16,-5-2 9 0,1 2 10 0,-3 0 25 16,1-5 28-16,-2 3 34 0,1-1 24 15,-6-1-70-15,0 2-91 0,0-10 0 16,-2 15 0-16,-2-7 0 0,-1 0 0 0,0 0 0 16,-3-1 0-16,1-1 0 0,-1 0 0 15,-3-1 0-15,-4 0 0 0,1-1 0 16,-3-1 0-16,0-1 0 0,-4-2 0 0,2 3 0 15,0-6 0-15,-1 1-365 0,6-3-482 16,1-2-123-16,2-4 81 0,8-1-852 16,6-3-1174-16</inkml:trace>
  <inkml:trace contextRef="#ctx0" brushRef="#br0" timeOffset="6865.76">14542 1577 5098 0,'7'-10'55'0,"-1"1"50"0,-2 3 44 15,-2 1 41-15,-2 5 20 0,8-9-11 16,-5 4-16-16,-3 5-17 0,13-6-19 0,-13 6-18 16,18 0-20-16,-18 0 0 0,21 4-18 15,-8 3-10-15,1 2-7 0,-1-1-9 16,-2 4-6-16,-1 0-6 0,-1 3-10 0,0 3 10 16,-4-3-12-16,-3 2-9 0,-2 2 1 15,-5 0-9-15,3-2 7 0,-1 3-7 0,-3-3 4 16,4-2-11-16,1-3-4 15,-1 2 2-15,0-4 0 0,2-1-3 0,2 1 3 16,0 2-1-16,-1-4 6 0,1 1 9 16,6 3 12-16,-7-4 9 0,6 1 6 0,-2-1 4 15,1 1 8-15,0-2 5 0,-5 0-2 16,3-1-30-16,0 1-41 0,-4-7 0 16,3 12 0-16,-2-6 0 0,-1-6 0 15,-1 13 0-15,-4-5 0 0,1 0 0 0,-1 0 0 16,-1 0 0-16,-1-1 0 0,-3 3 0 15,0-1 0-15,-3-1 0 0,1 0 0 0,-2-2 0 16,0 0 0-16,1-2 0 0,1-2 0 16,3 1 0-16,-1-3 0 0,10 0 0 15,-25-3-256-15,14-1-644 0,1-2-85 0,8-1 106 16,2 7-880-16,0-12-1189 0</inkml:trace>
  <inkml:trace contextRef="#ctx0" brushRef="#br0" timeOffset="7380.96">16080 1705 4721 0,'7'-10'-42'0,"-3"3"58"0,2 3 41 0,-6 4 42 0,3-6 33 16,-3 6 18-16,0 0-3 0,0 0-21 15,0 0 14-15,0 0 30 0,2 19 12 0,-4-5-6 16,0 3-16-16,2 3-18 0,-3-3-14 16,1 3-9-16,0-1-12 0,2 1-8 15,0-3-16-15,4 1 0 0,-2-3-12 0,-1-1 2 16,6-3-11-16,-2 0 3 0,3-3 0 15,-1 1-7-15,7-4-3 0,-1-3-1 0,5-1-4 16,2-2-6-16,5-5-6 0,7-2-3 16,4-4-3-16,-1-1-2 0,-2-3 5 15,-3-3 16-15,-1 2 3 0,-5 1 10 16,-5 5 1-16,-3 1 1 0,-7 6-5 16,0-2-4-16,-1 2-46 0,-8 4-11 0,8-3 0 15,-8 3 0-15,0 0 0 0,9 13 0 16,-9-3 0-16,0 2 0 0,0-1 0 0,-3 6 0 15,1 0 0-15,-2 0 0 0,2 0 0 16,-4 4 0-16,2-4 0 0,2 1 0 16,-1-1 0-16,-1-3 0 0,2-2-117 0,0-1-166 15,4-3-75-15,-4 2-91 16,4-3-104-16,4-1-151 0,-1-4-139 0,3 3 78 16,4-5-636-16,-12 0-853 0</inkml:trace>
  <inkml:trace contextRef="#ctx0" brushRef="#br0" timeOffset="7748.53">17183 1754 3676 0,'2'-10'-25'0,"-2"4"64"0,0 6 55 0,-4-10 33 16,4 10 20-16,0 0 0 0,-5-7-12 0,5 7-8 16,0 0-3-16,-29 10-2 0,11-1 6 15,-10 5 7-15,-3 3-3 0,5 1-7 0,-5 3-16 16,5 0-4-16,1 1-26 15,8-1-4-15,4-4-6 0,3 0-4 0,6-1-5 16,2-3-4-16,4-1-2 0,4 3 1 16,2 3 21-16,3-3 31 0,-4-1 18 15,3-2 16-15,0 1 17 0,-3-3 16 0,1 4 6 16,0-5 11-16,-5-1 10 0,1 2 19 16,0-3 3-16,-2-1 10 0,-2-6-31 0,0 9-202 15,0-9 0-15,0 9 0 16,0-9 0-16,-8 10 0 0,-1-5 0 0,-1 3 0 15,-3 1 0-15,-1-4 0 0,-1 2 0 0,0-2 0 16,-8 2 0-16,6-2 0 16,-3-2 0-16,2 1 0 0,0-1 0 0,0 3 0 0,0-5-431 15,-3 1-592-15,5 1 62 16,0-1 119-16,3 0-836 0,13-2-1114 0</inkml:trace>
  <inkml:trace contextRef="#ctx0" brushRef="#br0" timeOffset="8864.73">18603 1806 4309 0,'6'-6'-159'0,"-6"6"56"16,0 0 54-16,3-6 53 15,-3 6 75-15,0 0 38 0,0 0 23 0,0 0 1 16,0 0-16-16,0 0-7 0,0 0 33 15,0 0 25-15,-5 27 3 0,-1-10-2 0,4 5-13 16,-3 9-1-16,2-7-24 0,-1 0-5 16,4-4-19-16,0-1-16 0,2 2-9 15,5-1-6-15,-4-3-7 0,3 3-3 0,1-7-1 16,2-1-4-16,2-1 3 0,0-3-3 16,3-2-6-16,-1-3 0 0,2-6-3 0,6 1-6 15,2-4-9-15,0-3-2 0,5-3-5 16,1-5 1-16,0 1 4 0,-4-3 21 0,0-1 4 15,0 3 11-15,-5 0 10 0,-5 5 3 16,-5 4-7-16,-1 1-6 0,-2 0-17 16,1 2-6-16,-5 1-19 0,-3 4-6 15,0 0 2-15,0 0-3 0,9 16-3 16,-11-4 0-16,0 3-4 0,-3 6-1 0,4 1-10 16,-5 2-12-16,4 3 0 0,0 0 0 15,2-5 0-15,0 2 0 0,0-5 0 0,0-2 0 16,0 0 0-16,0-3 0 0,0-2 0 15,0 1 0-15,2-6-40 0,-2 3-83 0,0-1-51 16,0 0-44-16,0-1-71 0,-2 1-79 16,4-3-90-16,-2 4-125 15,0-6-188-15,0-4-22 0,2 11 84 0,2-7-538 16,-4-4-707-16</inkml:trace>
  <inkml:trace contextRef="#ctx0" brushRef="#br0" timeOffset="9482.53">19826 1876 3404 0,'-11'-6'-10'0,"11"6"35"0,0 0 32 16,0 0 68-16,0 0 40 0,-7-3 24 0,7 3 12 15,0 0-6-15,0 0-13 0,0 0-8 16,0 0-16-16,0 0-4 0,13-15 5 0,-10 11 2 16,-3 4 4-16,11-10 5 0,-6 3-6 15,-1 0 13-15,-1-1 6 0,1-2-5 16,0-2-6-16,0 1-9 0,-3 1-9 0,-1 0-4 16,-1-2-11-16,-1 3-17 0,-2-2-15 15,-2 5-16-15,-6 0-8 0,-1 0-11 0,-4 6-13 16,-5 1-4-16,-5 4-6 0,-7 4-10 15,1 5-4-15,5 0-5 0,-1 3-9 16,6-1-5-16,5-1-8 0,7 0-4 16,2-3-2-16,7 0-8 0,-1 0-5 15,3-3 9-15,3 4 6 0,7-2-4 0,-1-1-2 16,7-3 5-16,4 1 1 0,-3-1-3 16,3-1 6-16,-4-2 7 0,0 0 10 0,-1-1 3 15,-1 1 1-15,-3 1-2 0,-4-2-3 16,3 4 9-16,0 1 6 0,-3 1-4 15,0 3-34-15,2 0 0 0,-4 4 0 0,-3 0 0 16,4-1 0-16,-4 1 0 0,-2-1 0 16,1-1 0-16,-1 1 0 0,-1-3 0 15,-1 2 0-15,0-5 0 0,-4 4 0 16,1-3 0-16,-5 0 0 0,0-5 0 0,-3 6 0 16,1-4 0-16,-1-1 0 0,0 1 0 15,-2 0 0-15,1-4 0 0,-1-1 0 0,4 2 0 16,-3 2 0-16,3-6 0 0,-1 2 0 15,3-2 0-15,9 0 0 0,-20 2 0 16,11-1 0-16,9-1 0 0,-13 0 0 0,13 0-713 16,0 0-294-16,-17-3 80 0,17 3 108 15,-6-8-788-15,6 8-1047 0</inkml:trace>
  <inkml:trace contextRef="#ctx0" brushRef="#br0" timeOffset="10181.2">20964 1744 4212 0,'-10'-6'-32'0,"10"6"74"0,-11-4 35 0,11 4 40 16,-7-4 51-16,7 4 50 0,0 0 35 16,0 0 6-16,-9-5-13 0,9 5-19 0,0 0-21 15,0 0-19-15,0 0-17 0,18-12-19 16,0 8-12-16,6 0-14 0,14 4-10 16,6-3-15-16,-3 6-14 0,2 1-1 0,-7 6-14 15,-6 1-8-15,-3 3-5 0,-6 5 2 16,-10 1 3-16,-1-1 10 0,-8 3 5 15,-2 4 14-15,-4 8 10 0,-4 2 16 16,-3-1 3-16,1 0 8 0,-1 0-117 0,4 0-12 16,-2-6 0-16,2-2 0 0,1-8 0 15,3 3 0-15,-5-3 0 0,8-4 0 0,-1-1 0 16,-2-2 0-16,1 1 0 0,2-6 0 16,0 2 0-16,0-9 0 0,0 13 0 0,0-7 0 15,0-6 0-15,2 8-380 0,1-5-141 16,-3-3-130-16,0 0-183 0,0 0-29 15,36-17 97-15,-10-1-654 0,7-3-872 0</inkml:trace>
  <inkml:trace contextRef="#ctx0" brushRef="#br0" timeOffset="10563.58">22134 1589 3945 0,'2'-6'40'0,"1"0"54"0,-3 6 39 0,0 0 23 15,0 0 40-15,0 0 59 0,0 0 63 16,-36 47 10-16,10-12 0 0,-12 5-9 16,-2 5-9-16,-1 0-13 0,0-3-21 0,-9 18-25 15,16-14-9-15,1 1-20 16,5 0-21-16,3-3-21 0,12-9-80 0,6 0-100 16,-4-4 0-16,9-6 0 0,2-4 0 15,4-4 0-15,5-1 0 0,-4-3 0 0,4-1 0 16,5-4 0-16,1-4 0 0,4-2 0 15,2-4 0-15,4-2 0 0,-2 0 0 16,5-9 0-16,-5-2 0 0,1-4 0 0,-6-1 0 16,-2-4 0-16,-5 1 0 0,-6 6 0 15,-3-1 0-15,0 2 0 0,-4 1 0 0,-3 0 0 16,-5-1 0-16,-3 3 0 16,-4-1 0-16,-2 6 0 0,-3 1 0 0,4 5 0 15,-2 2 0-15,-3 0 0 0,7 2 0 16,-6 3-297-16,8 1-389 0,-2 3-220 15,5-4-4-15,4 2 100 0,2-5-748 0,5-2-1002 16</inkml:trace>
  <inkml:trace contextRef="#ctx0" brushRef="#br0" timeOffset="11230.92">23276 1771 3887 0,'0'0'-155'0,"0"0"53"0,0 0 34 0,0 0 37 16,4-8 38-16,-4 8 45 0,0 0 47 15,7-3 22-15,-7 3 8 0,9-6 4 0,-9 6 1 16,18-6 5-16,-9 4 3 0,1 0 3 15,-1-2-1-15,2-2 3 0,1 2-3 0,0-1-2 16,-3-1-3-16,1 0 5 0,-3-2-14 16,3 2-2-16,-2-5 0 0,-1-1-4 15,-1 2-5-15,-3 0-6 0,-1-4-11 0,-2 2-15 16,0 0-9-16,-2 2-2 0,-1 0-9 16,-5 1-13-16,-4 1-7 0,-1 1-8 15,-4 3-2-15,-3 4-8 0,-5 2-1 16,-11 7 1-16,-3 3-4 0,-6 10-9 15,7 5 4-15,4 1-6 0,7-3-2 0,5 1-4 16,7 1 0-16,5-6-3 0,7-1 7 16,3-3-8-16,3 0-4 0,5-5 1 0,0 3-4 15,1-3 8-15,6 0-7 0,1-5 2 16,-1 0-4-16,2-2 10 0,1-2 1 16,-5 0 2-16,0-1 18 0,1 0 18 0,-3 0 22 15,-11-2 8-15,15 1-10 16,-15-1-12-16,13 6 0 0,-5-1 12 0,-4 2 34 15,2 3 4-15,-2 2-11 0,-1 3-5 16,1 0-12-16,-2 5-6 0,-2-2-1 0,2 2-6 16,-6 6-26-16,2-1-36 0,-3 8 0 15,-3-8 0-15,3-4 0 0,-4 1 0 0,4-3 0 16,-3-2 0-16,1-4 0 0,-3 1 0 16,1-4 0-16,-4 1 0 0,2-1 0 15,-1-2 0-15,-6 4 0 0,0-7 0 0,0 1 0 16,-5 0 0-16,4-6 0 0,0 4 0 15,-2-2 0-15,2 0 0 0,0-2 0 16,1 0 0-16,2-4 0 0,2 0 0 0,1 4 0 16,4-4-490-16,-2-2-137 0,8 1-160 15,1-3-112-15,4-2 87 0,5-3-744 16,13-9-1000-16</inkml:trace>
  <inkml:trace contextRef="#ctx0" brushRef="#br0" timeOffset="11647.42">23972 1802 4473 0,'9'-13'-17'15,"-6"4"38"-15,3 2 41 0,-2 1 28 0,0 2 0 16,-4 4-15-16,0 0 0 0,0 0 15 16,0 0 6-16,0 0 7 0,0 29 10 15,-12-12 13-15,-6 12 8 0,-3 0 5 16,-12 5-2-16,5 0-7 0,-1-1-8 0,0 4-14 15,10-8-12-15,0 0-4 0,6-3-11 16,3-3-9-16,8-2-10 0,1-6 3 0,2 1-7 16,9-3-9-16,0-2-5 0,3-3-8 15,2-1-4-15,0-4-2 0,3 1-2 0,-3-6-9 16,-2-3 52-16,0-2 34 0,-2-1 26 16,-5-1 16-16,-1-3 8 0,-7-3 1 15,-12-11 6-15,-7-3-6 0,-13-5 1 16,-8 2-137-16,-6-2-20 0,1 1 0 15,1 4 0-15,2 4 0 0,6-1 0 0,13 6 0 16,0 6 0-16,12-1 0 0,3 4 0 16,10 1 0-16,6 2 0 0,8 0 0 0,4 2 0 15,9 1 0-15,0 3 0 0,1 2 0 16,3 0 0-16,-4 4-305 0,11-1-224 16,-4 3-122-16,1 2-162 0,-3 2-59 0,1 1 105 15,1 0-680-15,0 3-896 16</inkml:trace>
  <inkml:trace contextRef="#ctx0" brushRef="#br0" timeOffset="12363.84">24933 1642 4381 0,'-4'-7'171'0,"4"7"18"0,-3-8 20 0,3 8 9 16,0 0 18-16,0 0 37 0,0 0 13 16,-9 29-8-16,5-7-23 0,-3 2-26 15,4 14-21-15,-3-1-19 0,1 4-25 0,-3-2-19 16,0 2-17-16,1-4-26 0,-1 1-28 15,3 0-37-15,-6-3-44 0,2-4-62 0,2-6-67 16,1-3-61-16,3-7-71 16,-2 1-66-16,1-2-85 0,4-7-104 0,0-1-132 15,0-6-127-15,7 4 67 0,-7-4-532 16,0 0-709-16</inkml:trace>
  <inkml:trace contextRef="#ctx0" brushRef="#br0" timeOffset="12630.43">25151 1748 3306 0,'11'-20'-22'15,"0"5"50"-15,-2 1 36 0,0 3 37 16,-2-1 22-16,4 2 14 0,1 3-2 16,0 4-8-16,0 3 3 0,-12 0-2 0,25 14 4 15,-11 0 8-15,-5 4 8 0,4 11 11 16,-12 0 34-16,-1 5 24 0,-8 5 35 16,-3-3 15-16,-7 7 15 0,4-9 4 15,-2-2 4-15,1-1-3 0,-1-6-9 16,9-1-4-16,2-7-18 0,1-3-7 0,-2-3-25 15,4-2-224-15,4-2 0 0,4-2 0 16,-6-5 0-16,15 7 0 0,-2-9 0 0,6 0 0 16,4-4 0-16,7-6 0 0,8-2 0 15,7-7-286-15,0 1-307 0,-1-4-110 0,3-1-123 16,1-1-17-16,1 1 81 0,-2 0-659 16,-1-2-872-16</inkml:trace>
  <inkml:trace contextRef="#ctx0" brushRef="#br0" timeOffset="12913.46">25900 1725 3812 0,'0'0'-43'15,"-8"-8"67"-15,8 8 79 0,0 0 54 16,-23 4 39-16,10 1 28 0,-4 5 19 0,-7 8 5 16,0 5-2-16,1 2-10 15,-7 11-17-15,1-2-14 0,4 4-26 0,2 1-17 16,8-8-19-16,3 0-14 0,5-8-16 16,3-1-21-16,4-5-7 0,6-1-11 0,-1 1-12 15,6-7-1-15,1-3-10 0,8-4 0 16,1-3-9-16,5-5 7 0,11-4-9 15,-3-3-1-15,0-3 1 0,1-7 13 0,2-3-7 16,-2-4 4-16,-3-4 6 0,-2-2-1 16,-7-5 0-16,-1-1-1 0,-9 8-1 15,-7 2-5-15,-4 2-1 0,-7 10-4 16,-4-3-11-16,-6 9-5 0,-11-1-8 0,-5 3-38 16,1 8-76-16,-8 6-91 0,-3 4-95 15,1 3-107-15,2 4-135 0,-6 1-189 0,3 9-119 16,6-5 64-16,5 0-634 0,1 4-852 15</inkml:trace>
  <inkml:trace contextRef="#ctx0" brushRef="#br0" timeOffset="14263.68">27302 1635 4067 0,'2'-5'4'16,"-2"5"53"-16,3-12 50 0,-3 12 51 16,1-6 34-16,-1 6 25 0,2-7 7 0,-2 7-14 15,0 0-24-15,0 0-18 0,0 0 10 16,0 0 12-16,6 20-10 0,-4-1-14 0,-4 7-18 16,0 9-12-16,-2 2-10 0,1 1-11 15,-4 1-12-15,2-3-9 0,-3 0-12 16,1-1-6-16,-2-5-11 0,4-2 4 15,-1-7-12-15,5-3-4 0,-5-3-2 16,2-1-9-16,1-3 0 0,0 1-8 0,1-4-14 16,-2-2-21-16,2 0-38 0,2-6-56 15,-1 9-64-15,1-9-72 0,0 0-84 0,0 0-97 16,0 0-109-16,0 0-164 0,0 0-101 16,0 0 75-16,3-23-535 0,-3 23-706 15</inkml:trace>
  <inkml:trace contextRef="#ctx0" brushRef="#br0" timeOffset="14696.97">27739 1635 3677 0,'2'-5'47'0,"-2"5"17"15,0 0 58-15,0 0 53 0,0 0 40 0,2 25 14 16,-6-12 4-16,2 3-3 0,-2 2-5 16,0 5-22-16,2-2-12 0,-2 0-25 0,2-1-14 15,1-3-18-15,1 0-3 0,0-3-20 16,1-1-3-16,-1-1-11 16,4-2-4-16,0-1-5 0,0-2-3 0,4-4-4 15,1 1-4-15,-9-4-8 0,23 0-9 0,-8-4-5 16,2-1 3-16,3-3 4 0,-4-1 12 15,4 1-1-15,-4-3 3 0,-2 4 8 16,-1 1 2-16,-3 0-1 0,0 3-4 0,-10 3-8 16,11-3-10-16,-11 3 0 0,0 0 3 15,10 12-5-15,-8-2-5 0,-2 2-44 16,0 1-12-16,0 5 0 0,-2 0 0 0,-1 6 0 16,1-1 0-16,2-5 0 0,0 1 0 15,-2 0 0-15,2-1 0 0,2-3 0 0,-2-3-145 16,5-1-91-16,-3 1-71 15,2-6-97-15,1 0-124 0,2-3-149 16,1 0-170-16,4-3 78 0,-12 0-686 0,28-8-904 16</inkml:trace>
  <inkml:trace contextRef="#ctx0" brushRef="#br0" timeOffset="15029.84">28320 1754 3800 0,'0'0'-54'0,"0"0"57"0,0 0 44 15,-25 9 48-15,20-1 23 0,-5 4 8 16,4 1 2-16,-2 7 0 0,3-1-3 0,-2 1 2 16,1 1 2-16,1-4 1 15,2 0 5-15,3 0-15 0,1-3 8 0,-1-2 9 16,7-1 11-16,-1-2 8 0,5 0-3 16,2-3-3-16,0-2-20 0,2 0-5 0,6-4 16 15,-3 0 10-15,0-2 13 0,4-4 16 16,-1 0 6-16,-1-3-6 0,0-1 4 15,3-6 7-15,-7 1-4 0,-2 1-14 0,-3-1-15 16,-5 1-146-16,-1-1-12 0,-4 1 0 16,-5-1 0-16,-4-1 0 0,-3 1 0 0,-3 1 0 15,0 1 0-15,-6 3 0 16,0 0 0-16,0 3-88 0,-3 3-346 0,7 0-121 16,-4 3-135-16,-1 1-192 0,5 0 39 15,0 0 99-15,16 0-601 0,-21 1-801 16</inkml:trace>
  <inkml:trace contextRef="#ctx0" brushRef="#br0" timeOffset="15598.02">29564 1526 3935 0,'-1'-7'52'16,"1"7"45"-16,-2-9 46 0,2 9 25 0,0 0 5 0,0 0-15 0,0 0-4 15,0 0 20-15,0 0 4 0,-12 31-6 16,8-8-12-16,0 1-13 0,1 10-15 16,-1 2-12-16,-2-1-7 0,1-2-10 0,-2 1-11 15,6-5-10-15,-3-8-8 16,0 2-18-16,0-4-11 0,4-1-38 0,-3 0-41 15,-1-3-42-15,4-3-57 0,-4-1-71 16,2-3-76-16,2-1-89 0,0-7-122 16,0 6-151-16,0-6-54 0,0 0 67 0,0 0-385 15,40-15-489-15</inkml:trace>
  <inkml:trace contextRef="#ctx0" brushRef="#br0" timeOffset="15946.9">30097 1451 2731 0,'0'-13'13'0,"0"5"52"0,-1 2 39 16,1 6 21-16,-4-11 3 0,4 11-15 16,-7-2-13-16,7 2-15 0,0 0 3 15,-31 10-2-15,16-1-2 0,-2 3 6 16,-8 6 5-16,0 7-7 0,3-1-10 0,-1 5-6 16,1-3-5-16,8 6-5 0,0-4-6 15,6-5-6-15,6-2 3 0,2-1 11 16,6-1 32-16,1 2 20 0,5 5 40 0,3 0 8 15,3-2 28-15,-2-2 10 16,-4-5 52-16,-1-1 11 0,-1-5 9 0,-2-4 10 16,-2 4 3-16,-3-3 9 0,1-1-5 15,0-2-27-15,-4-5-5 0,0 12-5 0,0-12-214 16,-8 12-40-16,5-7 0 0,-5 0 0 16,0 0 0-16,-1 1 0 0,-2 0 0 15,0-4 0-15,-2 1 0 0,2-1 0 0,3-2 0 16,8 0 0-16,-20-3-562 0,11-1-155 15,2-6-153-15,3 0-7 0,4-3 68 16,8-1-673-16,2-3-928 0</inkml:trace>
  <inkml:trace contextRef="#ctx0" brushRef="#br0" timeOffset="16329.51">30414 1459 3891 0,'11'-11'-55'0,"-2"-1"74"0,-4 4 67 0,-1 1 31 16,-4 7 13-16,6-4-2 15,-6 4 6-15,0 0 11 0,0 0-5 16,0 0-9-16,9 17-13 0,-11-3-7 0,2-2-11 16,-2 5-9-16,-2 6-5 0,1 0-9 15,-3 1-12-15,-1 5-2 0,-2-4-6 0,8-2-6 16,-5-1-5-16,2 0-3 0,3-2-9 16,-1-3-3-16,2-1-3 0,2 3 2 15,-1-3 6-15,1 1 24 0,2-1 35 16,0 1 45-16,-3 0 30 0,5-2 35 15,-1-1 17-15,-2 1 12 0,-1 1 6 0,0 0 2 16,0-2 3-16,-2 0-19 0,-2 0-47 16,-2 0-179-16,4-3 0 0,-5 3 0 15,2 0 0-15,-3-3 0 0,5-2 0 0,-5 2 0 16,1-2 0-16,-1 1 0 0,-4-2 0 16,1 0 0-16,-6-3 0 0,-5 1 0 0,1-2 0 15,-3-2 0-15,1 1 0 0,-3-3 0 16,1 0 0-16,5-3 0 0,-7 1 0 0,6 0 0 15,2 0 0-15,-1-4-702 0,5 4-310 16,5-1 85-16,3 3-960 0,5 0-1312 16</inkml:trace>
  <inkml:trace contextRef="#ctx0" brushRef="#br0" timeOffset="16815.09">31169 1642 4825 0,'0'-14'-203'0,"2"4"64"0,0 4 70 0,-2-3 66 0,2 2 57 0,-2 7 41 0,3-12 22 15,-3 12 9-15,4-8 10 0,-4 8 5 16,2-9 0-16,-2 9-9 0,0 0-12 0,0 0 16 15,0 0 37-15,0 0-2 16,5 26-8-16,-6-7-13 0,1 6-3 0,-2 2-16 16,0 11-11-16,-4 2-8 0,3-2-9 15,-3 1-3-15,1-3 2 0,-2-2-9 16,3 3-10-16,-1-10-9 0,3-7-8 0,-2-1-7 16,3-4-23-16,-1-1-20 0,0-1-37 15,0-3-45-15,2 0-50 0,-2-4-57 0,2 3-69 16,-2-3-97-16,2-6-100 0,0 0-104 15,0 0-191-15,0 0-15 0,0 0 59 16,0 0-465-16,0 0-622 0</inkml:trace>
  <inkml:trace contextRef="#ctx0" brushRef="#br0" timeOffset="17481.14">31613 1780 3070 0,'0'0'-2'15,"1"-11"57"-15,-1 11 49 0,0 0 50 0,5-6 23 16,-5 6 17-16,0 0 3 0,7-9-5 16,-7 9-9-16,12-6-17 0,-5 4-12 15,-1-4 4-15,4 2 3 0,-1-1 5 16,-1-1 15-16,1 0 3 0,1-4 14 15,-3 2 0-15,1-5 10 0,0 1 1 0,-1-1-10 16,1-1-15-16,-7 4-10 0,4-2-5 16,-1 2-12-16,-1-1-18 0,-3 1-19 15,-1 2-17-15,-5-1-15 0,-4-1-5 0,-1 3-11 16,-5 3-8-16,-2 2-11 0,-2 1-8 16,-5 4-2-16,3 3-11 0,-7 4-3 0,1 4-13 15,3 1-4-15,2 4-17 0,8-4-8 16,3 1-19-16,3-1-16 0,1-1-10 15,7-3-12-15,-1 1 9 0,4 2 0 0,-1-3 4 16,5-1 3-16,1-2 5 16,2 2 7-16,5-5-1 0,-4 3 22 0,2-4-3 15,-1-2 19-15,0 2 17 0,-1-2 15 16,-10-2-2-16,17 4 30 0,-12-2 3 0,-5-2-8 16,12 3-4-16,-12-3-8 0,8 6-1 15,-5 2 1-15,-1-2 2 0,0 5-7 16,2 1-15-16,-3 5 28 0,2 0 30 0,-1 2-6 15,0-1-4-15,0 2-56 0,0-4-10 16,-1 6 0-16,-1-1 0 0,2-1 0 16,-4-4 0-16,1-1 0 0,-1-3 0 15,0 0 0-15,-2 1 0 0,0-1 0 16,0-2 0-16,-2-1 0 0,3-1 0 0,-1 1 0 16,-3-2 0-16,0-2 0 0,2 1 0 15,5-6 0-15,-15 9 0 0,6-4 0 0,-2-1 0 16,2-2 0-16,-1 1 0 0,10-3 0 15,-20 2 0-15,8-2 0 0,12 0 0 0,-17-2 0 16,17 2 0-16,-16-5 0 0,13 0-576 16,3-2-186-16,0 7-187 0,10-15 83 15,1 1 88-15,12-4-671 0,4 1-898 16</inkml:trace>
  <inkml:trace contextRef="#ctx0" brushRef="#br0" timeOffset="17879.91">32112 1728 3664 0,'10'-9'-100'0,"-1"-1"70"0,1 3 51 0,-4 2 31 0,-1 1 23 0,-5 4 0 15,8-5-4-15,-8 5 12 0,0 0 6 0,0 0 11 16,6 25 5-16,-12-12 9 0,-6 7 4 16,-5 5 7-16,-3 2 12 0,-9 6 25 15,-3 0 8-15,3-1-2 0,6-6-10 0,2-1-19 16,2 1-14-16,7-5-10 0,3-4-14 15,3-1-12-15,3-3-7 0,1 1-7 16,4-5-3-16,1 3-6 0,3-2 1 16,1-3-11-16,5-2-6 0,-1 2 8 0,0-5 45 15,-11-2 43-15,20-2 46 0,-20 2 36 16,16-9 22-16,-13 3 11 0,-1-3-2 16,-4-4-19-16,-3 0-180 0,-7-5-60 0,-10-5 0 15,4 2 0-15,-3-1 0 0,-1 1 0 16,10 4 0-16,0 2 0 0,0-1 0 0,0 1 0 15,2-1 0-15,6 1 0 0,0 1 0 16,6-3 0-16,6-1 0 0,3 1 0 16,2 5 0-16,5-2 0 0,1 3-68 15,0 3-503-15,0 4-81 0,-1 2-128 16,-2 2-99-16,2 4 88 0,-2 2-722 0,-5 0-960 16</inkml:trace>
  <inkml:trace contextRef="#ctx0" brushRef="#br0" timeOffset="23045.04">1629 4083 1060 0,'0'0'206'0,"0"0"-32"0,0 0-15 15,-8 2 12-15,8-2 11 0,0 0 7 16,0 0 10-16,0 0 17 0,-6 6 28 16,6-6 32-16,0 0 28 0,0 0 20 0,0 0-10 15,0 0-28-15,0 0-27 0,0 0-29 16,0 0-17-16,8-26-26 0,0 16-16 15,-1 1-18-15,3-1-19 0,2-1-8 16,1 3-16-16,0 0-15 0,0 0-5 0,5 3-11 16,-1 4-9-16,0-1 0 0,-2 4-16 15,2 2-8-15,-2 0-4 0,1 3-3 16,1 4-2-16,-4 0-4 0,0 3 3 0,-1 3-7 16,-4 3 0-16,-3 0 4 0,-3-1-7 15,-2 0-2-15,0 0-1 0,-4 3 0 16,-1 0-2-16,-1-1-3 0,0-5-3 0,2-2 1 15,0-2-2-15,1-1-2 0,1-3 2 16,0 2 1-16,2-3 1 0,0-7-2 16,-2 13-2-16,2-13 4 0,0 9-1 15,2-2-4-15,0 0 2 0,-2-7-3 16,7 13 4-16,-1-5-8 0,2 0-2 0,1 3 7 16,-3 1-1-16,1-3 2 0,4 3 8 15,-6-2-4-15,-1 0 16 0,-1 1 16 0,-1 2 20 16,-2-1 21-16,-2 0 10 0,1 3 4 15,-5-3-9-15,-1 2 6 0,-2-1-9 16,-4 0-7-16,2-3-5 0,-1 0-9 0,1-1-5 16,-3-1-4-16,3-4-43 0,-2 0-18 15,1-3 0-15,1 2 0 0,11-3 0 0,-23 0 0 16,23 0 0-16,-23-4 0 0,14-2 0 16,0 4-224-16,2-2-83 0,2-4-89 15,5 8-102-15,-4-11-97 0,8 0-105 16,4 2-93-16,7-4 58 0,2 1-606 15,12-5-797-15</inkml:trace>
  <inkml:trace contextRef="#ctx0" brushRef="#br0" timeOffset="23262.55">2196 4346 3641 0,'0'0'-23'0,"0"0"59"0,0 0 79 0,0 0 48 0,-3-10 30 16,3 10 1-16,0 0-14 0,5-6-16 15,4-1-15-15,0 1-16 0,2-2-13 0,5 0-12 16,0 0-11-16,5-1-11 16,-1 1-9-16,-4 3-35 0,0-2-56 0,-1 0-68 15,-1 3-66-15,-3-2-68 0,3 2-69 16,-5 2-86-16,-2-1-81 0,-7 3-149 16,12-2 6-16,-12 2-327 0,0 0-403 0</inkml:trace>
  <inkml:trace contextRef="#ctx0" brushRef="#br0" timeOffset="23777.86">2544 4088 2625 0,'0'0'88'0,"0"-11"29"0,0 11 10 0,0 0-4 15,0 0-5-15,0 0-19 0,0 0-3 16,0 0-10-16,0 0 18 0,0 0 11 0,0 0-6 15,-4 35 11-15,4-18 8 0,0 0-10 16,0 0-9-16,0 2-10 0,0-2-10 16,2-3 2-16,0 1-1 0,1-2 6 0,1-4 10 15,2 2 10-15,-1-2 6 0,5-3-3 16,3 2-6-16,3-6-9 0,-1 0-6 0,2-4-13 16,2 0-3-16,-2-2 0 15,-2-2-8-15,1 2-3 0,-1-2-11 0,-3 1 9 16,-3 1-4-16,-9 4-9 0,16-2-5 15,-16 2-8-15,14-4-6 0,-14 4-2 16,10-2-12-16,-10 2 1 0,0 0 2 0,15 8-9 16,-9-4 2-16,-1 1-4 0,2 1-1 15,2-2 10-15,0 2-9 0,-1-2 1 0,2 0 2 16,1 0-1-16,0-3-1 0,3-1 0 16,-14 0 13-16,27-1 10 0,-14-1 27 15,2-4 5-15,-4-2 17 0,3 2 18 0,-1-3 6 16,-2-2 7-16,1 2-14 15,-4-3-4-15,-1 1-6 0,-1-3-9 0,0 1-9 16,-2-3-5-16,1 1-13 0,-5-4-6 16,0 0-6-16,0 2-10 0,0 0-1 0,-1 0-41 15,-1 6-54-15,0-1-75 0,0 2-79 16,0 2-79-16,0 3-76 0,2 5-68 16,-4-6-80-16,4 6-130 0,0-6-138 0,0 6 53 15,0 0-565-15,12-12-753 0</inkml:trace>
  <inkml:trace contextRef="#ctx0" brushRef="#br0" timeOffset="24160.93">3281 3938 3583 0,'0'0'26'0,"6"-5"64"0,-6 5 51 0,3-7 50 16,-3 7 30-16,0 0 6 0,7-5-22 0,-7 5-16 16,0 0-16-16,0 0-15 0,0 0 1 15,0 0-14-15,24 17-21 0,-18-8-15 16,3 3 0-16,-3 0-10 0,1 4-7 0,0-2 12 15,-2 2-14-15,-1-1-2 0,-2 3 14 16,-2-3-3-16,-4 1 2 0,2-1 4 0,-3-1-2 16,-2-2-1-16,0 0-5 0,-2 0-1 15,-1-4-9-15,0-2-15 0,-1-3 1 16,1-2-8-16,10-1-13 0,-18-6-4 0,6-3-11 16,1-6-3-16,1-5-13 15,5-1-5-15,0-1-8 0,1 3 1 0,4 1-5 0,-1 5-2 16,2-1-3-16,-1 3-2 15,2 3 6-15,3 4-5 0,-5 4-2 0,11-4 3 16,-11 4-7-16,0 0 4 0,29 13 4 16,-16-5 5-16,0 4-2 0,2 0-5 0,3 1 7 15,-2 1-18-15,2-1-24 0,-1-3-40 16,-2 0-28-16,-2-1-32 0,3-3-45 16,0-3-73-16,0 0-68 0,2-1-95 0,0-4-107 15,2-1-110-15,3-2-102 0,-1-2 65 16,10-5-529-16,2 0-665 0</inkml:trace>
  <inkml:trace contextRef="#ctx0" brushRef="#br0" timeOffset="24428.03">3952 3785 3505 0,'-10'-10'30'0,"-2"2"60"16,5 0 33-16,0 4 48 0,1 1 24 15,6 3-8-15,-10-6-17 0,10 6-12 16,0 0-19-16,0 0 10 0,-18 13 17 0,5 3-7 15,-1 9 19-15,-4 6-8 0,0 13-12 16,0 5-6-16,2 1-11 0,0 1-18 0,3-1-12 16,-1 0-12-16,-1-4-9 15,5-8-15-15,1-2-5 0,1-3-3 0,1-4-46 16,-1-6-48-16,2-7-50 0,1-2-48 16,1-3-37-16,0-3-34 0,-1-3-51 15,0-1-59-15,5-4-47 0,0 0-46 0,0 0-37 16,-17-20-50-16,14 2-66 0,3-7-24 15,0-16-361-15,0-5-417 0</inkml:trace>
  <inkml:trace contextRef="#ctx0" brushRef="#br0" timeOffset="24577.88">3649 3981 2485 0,'-2'-26'12'16,"-2"8"76"-16,0 2 77 0,3 2 50 15,-1 4 26-15,-2 2 1 0,2 1-23 0,-1 0-23 16,3 7-22-16,0-9-20 0,0 9-14 16,0 0-14-16,0 0-11 0,0 0-10 15,0 0-12-15,0 0-47 0,0 0-44 16,12 25-62-16,-8-17-77 0,0 6-84 0,0-2-89 15,-3 5-142-15,-2 1-174 0,-5 6 57 16,-5 9-262-16,-12 12-317 0</inkml:trace>
  <inkml:trace contextRef="#ctx0" brushRef="#br0" timeOffset="24911.4">2142 4902 2384 0,'-8'-20'240'16,"-2"5"41"-16,9 3 31 0,-3 4 19 16,0-1 24-16,2 5-14 0,2 4-29 0,-2-9-34 15,2 9-28-15,0 0-17 0,0 0 25 16,0 0-8-16,0 32 2 0,0-5-15 15,2 12-20-15,0 7-22 0,2 10-18 0,-2-1-18 16,0-9-12-16,-1-1-16 0,1-3-13 16,0-1-15-16,-2 0-12 0,-2-5-13 15,2-7-13-15,-2-4-42 0,2-6-49 16,-3 1-54-16,-3-6-55 0,2 1-51 0,0-3-48 16,0-4-81-16,0-2-70 0,-3-3-64 15,7-3-77-15,0 0-74 0,-23-9-110 16,16-3 34-16,-3-5-513 0,0-3-654 0</inkml:trace>
  <inkml:trace contextRef="#ctx0" brushRef="#br0" timeOffset="25111.37">1943 5254 3019 0,'-9'-8'-71'16,"1"2"69"-16,2 1 65 0,6 5 71 15,-11-6 51-15,11 6 50 16,-5-4 32-16,5 4 24 0,0 0 21 0,0 0 17 0,0 0-4 16,0 0-29-16,0 0-33 15,-6-6-16-15,6 6-25 0,0 0-23 0,0 0-20 16,18-6-18-16,-4 4-20 0,3 0-38 15,2-1-105-15,6 1-119 0,1-2-131 16,3 3-132-16,-1-2-169 0,11 1-225 0,-8 0 45 16,-3-2 91-16,-2 4-526 0,-3 0-633 15</inkml:trace>
  <inkml:trace contextRef="#ctx0" brushRef="#br0" timeOffset="25577.6">2368 5325 3337 0,'-7'4'88'0,"3"-1"14"0,4-3 29 16,-6 5 33-16,6-5 27 0,0 0 19 15,0 0 15-15,0 0 22 16,0 0-18-16,0 0-12 0,0 0-19 0,30 0-11 16,-30 0-5-16,18-5-28 0,-9 0-11 0,-9 5 9 15,14-7-3-15,-5 2-13 0,-2 0-15 16,-3 0-10-16,3 0-5 0,-7 5-6 0,3-14-8 15,-1 4-9-15,-4 0-11 0,-1-4-8 16,-4 0 0-16,3-1-9 0,-5 0-9 16,0-1-4-16,-1 3-6 0,2 4-2 0,-3 0-4 15,4 2-4-15,-3 2-8 16,1-1-4-16,1 5 1 0,8 1-5 0,-16 0 0 16,16 0 2-16,0 0 2 0,-12-4-9 15,12 4 2-15,0 0 0 0,0 0 1 0,0 0 12 16,0 0-6-16,23-13 3 0,-3 8-2 15,1 1-1-15,2 0 1 0,-2 3-3 0,-4-1 3 16,0 2 6-16,-1 0 6 0,-2 3 3 16,2 3-1-16,-1 1 1 0,0 2 1 15,-2-1 0-15,3 4-1 0,-3 1-6 0,1-1-4 16,-3 1 3-16,-2-3-1 0,1 1-3 16,0-1-5-16,-3 0-2 0,1-1 2 0,0-3-5 15,-3 3-2-15,3-4-27 0,-3 0-71 16,0 1-91-16,0-3-78 0,-5-3-93 15,10 7-100-15,-5-7-112 0,-5 0-198 16,0 0-22-16,23-9 76 0,-14 2-644 16,5-6-808-16</inkml:trace>
  <inkml:trace contextRef="#ctx0" brushRef="#br0" timeOffset="25962.7">2890 5010 3727 0,'0'0'13'0,"0"0"25"0,0 0 16 0,0 0 16 0,0 0 47 0,0 0 64 16,0 0 37-16,0 0 19 0,0 0 7 0,0 0 4 16,0 0 0-16,0 0-14 15,29 14-15-15,-17-14-18 0,-12 0-19 0,30-4-8 16,-15 1-25-16,-2-1-11 0,1 1-2 16,-1 0-16-16,-3-1-11 0,-1 1-3 15,0-1-19-15,-9 4-9 0,9-10-11 0,-7 5-5 16,-2 5-9-16,-7-14-12 0,2 6-3 15,-3 1-8-15,-1 1-9 0,-7 0-4 0,5 4-1 16,-3 1-2-16,14 1-1 0,-24 1 2 16,10 3 0-16,-2 2 1 0,0 3 2 15,1 0 1-15,0 2 1 0,4 0-1 16,0-1-3-16,2 2 4 0,2 0-3 16,3-3-1-16,0 2 0 0,2 0 2 0,2-3 0 15,2 1 0-15,4-1-5 0,1-3-2 16,3 1-18-16,2-3-25 0,1 0-70 0,2-3-61 15,0 0-68-15,1-3-86 0,2 2-74 16,0-1-94-16,-2-4-125 0,2 3-188 0,1 0 74 16,-4-2 73-16,-4 1-531 0,5 2-646 15</inkml:trace>
  <inkml:trace contextRef="#ctx0" brushRef="#br0" timeOffset="26360.7">3311 4899 3555 0,'0'0'112'0,"0"0"37"0,0 0 25 16,0 0 30-16,0 0 34 0,0 0 37 15,0 0 20-15,0 0-3 0,0 0 0 0,18 12-18 16,-18-12-6-16,17 0-22 0,-17 0-25 16,19-2-11-16,-19 2-17 0,21-2-14 0,-13 1-10 15,1-3-17-15,-9 4-6 0,18-6 3 16,-11 4-14-16,-2-4-11 0,-5 6-15 15,6-14-79-15,-4 7-30 0,-4-1 0 0,-2-1 0 16,1 0 0-16,-5 2 0 16,-4 3 0-16,-3 0 0 0,-4 6 0 0,-6 4 0 15,-7 5 0-15,-1 5 0 16,3 5 0-16,-4 8 0 0,9-3 0 0,-1 8 0 0,10 0 0 16,5-3 0-16,3-1 0 0,4-5 0 15,6-5 0-15,2-3 0 0,4-3 0 0,3 1 0 16,7-2 0-16,0-5 0 0,5-2 0 15,4-4 0-15,0 0 0 0,1-6 0 16,-1 2 0-16,9-7 0 0,0 1 0 0,0-3-190 16,0-1-279-16,3-2-118 0,-5 2-141 15,0 5-117-15,-7 2 61 0,-5 2-776 16,0 1-1004-16</inkml:trace>
  <inkml:trace contextRef="#ctx0" brushRef="#br0" timeOffset="26677.73">3954 5074 4360 0,'0'0'77'0,"0"0"59"16,0 0 45-16,0 0 47 0,0 0 48 0,-42 9 24 15,6 3 5-15,-18 13-4 0,-3 0-9 16,-25 14-10-16,-10-2-14 0,-8 6-12 16,-3 0-14-16,-4 3-17 0,-4 4-19 0,-1 0-12 15,-2 5-132-15,5-9-62 0,10 2 0 16,4-5 0-16,7-1 0 0,12-3 0 15,21-10 0-15,7 1 0 0,4-4 0 16,14-6 0-16,1-1 0 0,4 0 0 0,6-7 0 16,6 0 0-16,-1-2 0 0,5-3 0 15,1 0 0-15,-1-2 0 0,3 0 0 0,6-5 0 16,-9 5 0-16,5-1 0 0,4-4 0 16,0 0 0-16,0 0 0 0,0 0 0 0,0 0-137 15,0 0-601-15,21 3-220 0,-21-3 81 16,22-2 105-16,-22 2-830 0,21-3-1041 15</inkml:trace>
  <inkml:trace contextRef="#ctx0" brushRef="#br0" timeOffset="32326.8">1966 6229 3499 0,'-10'-9'220'0,"6"1"37"0,4 8 20 16,-7-10 23-16,7 10 5 0,-5-7-2 15,1 3-19-15,4 4-44 0,0 0-32 0,0 0-17 16,-6-6-20-16,6 6-18 0,0 0-9 16,0 0-4-16,0 37-1 0,2 1-15 15,4 15-13-15,3 7-12 0,-2 4-11 16,5 1-4-16,-4 3-8 0,3-4-11 0,-1-4-8 16,-1-4-8-16,0-4-5 0,2-1-6 15,-6-14-35-15,-1-2-63 0,1-10-61 0,-1-4-53 16,-2-5-62-16,2-1-48 0,-4-8-50 15,4-2-73-15,-2-3-64 0,-2-2-96 16,0 0-112-16,0 0 3 0,9-25-569 0,-7 9-706 16</inkml:trace>
  <inkml:trace contextRef="#ctx0" brushRef="#br0" timeOffset="32509.93">2067 6718 3362 0,'0'-7'5'15,"0"7"42"-15,2-15 48 0,0 6 48 16,1-3 37-16,1-1 21 0,3-1 4 15,4-7-4-15,2-5-13 0,2 0-18 0,-2 0-18 16,3-1-15-16,-1 1-14 0,-1 1-22 16,-5 4-59-16,0 6-74 0,-1 1-83 0,-4 6-119 15,2-1-112-15,-5 4-123 0,-1 5-167 16,0 0 29-16,0 0-384 0,0 0-467 16</inkml:trace>
  <inkml:trace contextRef="#ctx0" brushRef="#br0" timeOffset="32711.66">2065 6738 2891 0,'0'0'90'16,"0"0"-3"-16,-2 11 5 0,2-11 67 0,2 10 47 15,2-3 24-15,3 4-5 0,5-2-9 16,1 5-17-16,10 3-18 0,-3-2-18 0,0 2-13 16,1-1-17-16,-3-3-13 0,-3-1-12 15,0-4-7-15,-4-2-16 0,2 1-3 16,-2-1-11-16,-2-2-34 0,-2 2-52 15,2-4-63-15,-9-2-87 0,11 5-97 16,-11-5-127-16,9 0-165 0,-9 0-106 0,0 0 58 0,0 0-385 16,7-7-463-16</inkml:trace>
  <inkml:trace contextRef="#ctx0" brushRef="#br0" timeOffset="33110.06">2583 6660 3096 0,'0'0'232'0,"0"0"26"16,0 0 23-16,0 0 16 0,0 0 12 0,0 0 6 16,14 0-6-16,-14 0 1 0,0 0-8 15,11-6-12-15,-11 6-16 0,17-5-19 16,-9 2-12-16,2-3-10 0,-3 0-12 16,1-1-8-16,0 0-11 0,-3 0-4 0,1 1-10 15,-1-5-23-15,-3 3-165 0,1-5 0 16,-3 1 0-16,-3-2 0 0,-1-3 0 15,-3 0 0-15,-2 4 0 0,-3-1 0 0,1 2 0 16,2 5 0-16,-7 2 0 0,3 3 0 16,-7 6 0-16,1 4 0 0,-9 8 0 0,3 2 0 15,2 5 0-15,6 1 0 0,0 1 0 16,8-2 0-16,2-2 0 0,2-1 0 16,5-1 0-16,2 0 0 0,1-2 0 15,6 0 0-15,0 0 0 0,4-3 0 16,5-2 0-16,1-4 0 0,1-1 0 0,3-3 0 15,2-3 0-15,-2-1 0 0,1-2 0 16,1-4 0-16,9-6 0 0,-5 2 0 0,2-4 0 16,-3-1-258-16,1-3-415 0,0 0-162 15,-3-1-39-15,3-2 76 0,-4 2-819 0,0 1-1055 16</inkml:trace>
  <inkml:trace contextRef="#ctx0" brushRef="#br0" timeOffset="33377.1">3188 6156 4535 0,'-10'-16'89'16,"0"5"77"-16,5 5 63 0,-1-1 59 16,1 0 22-16,5 7-9 0,-8-5-20 0,8 5-24 15,0 0 18-15,-10 21 7 0,6 3-9 16,-5 15-28-16,2 18-21 0,-2 7-26 16,2 6-24-16,0 3-110 0,3 4-64 0,-3 1 0 15,4-3 0-15,3-1 0 0,0-6 0 16,0-6 0-16,2-15 0 0,-1-7 0 0,-4-4 0 15,5-10 0-15,-1-7 0 0,-1-3 0 16,0-7 0-16,0-2 0 0,0-3 0 16,0-4-27-16,0 0-382 0,0 0-82 15,-9-22-75-15,6 1-79 0,-5-10-94 16,1-3-19-16,-7-12 62 0,-1-6-617 0,-4-4-770 16</inkml:trace>
  <inkml:trace contextRef="#ctx0" brushRef="#br0" timeOffset="33562.58">2858 6443 3588 0,'-6'-12'77'0,"3"6"74"15,-1-1 46-15,4 7 30 0,-4-7 14 16,4 7 10-16,0 0-2 0,0 0-33 0,0 0 30 16,0 0 17-16,0 0-1 0,0 0-25 15,26 24-21-15,-10-12-18 0,1 2-23 0,4 3-16 16,0 1-17-16,2 1-12 0,-6-5-14 16,-2 0-17-16,0-2-80 0,-3-2-111 15,-1 0-120-15,-2-1-119 0,2-3-132 16,-2 3-161-16,-2-4-178 0,2-2 63 15,-2-1 95-15,-7-2-564 0,0 0-672 0</inkml:trace>
  <inkml:trace contextRef="#ctx0" brushRef="#br0" timeOffset="33760.08">3358 6360 3981 0,'0'0'456'0,"-5"-12"31"16,5 12 19-16,0 0 7 0,0 0-26 0,3-12-41 15,2 6-43-15,1 1-50 0,3-1-31 16,5-2-85-16,-1 1-237 0,-2-2 0 16,5 4 0-16,1-5 0 0,-2 0 0 15,-2 3-25-15,1 3-418 0,2-4-135 0,-2 2-170 16,1-2-127-16,3 0 82 0,-4 1-815 16,0 1-1049-16</inkml:trace>
  <inkml:trace contextRef="#ctx0" brushRef="#br0" timeOffset="34111.64">3663 6024 4267 0,'-11'-15'104'15,"6"1"50"-15,-1 5 32 0,4-3 22 16,2 1 17-16,2-1 8 0,2-2-14 0,3 1-23 16,7-3-20-16,9-1-16 0,-1 0-13 15,5 5-15-15,0 4-15 0,-6 6-1 16,0 4-23-16,-2 1-9 0,0 6-8 0,4 8-2 15,-6 7 26-15,-6 3 35 0,-4 7 39 16,-4 5 35-16,-11 0 12 0,1 2 15 0,-2-3-87 16,-4-3-149-16,2-2 0 0,6-9 0 15,-3-5 0-15,2-4 0 0,2 0 0 16,2-3 0-16,2-4 0 0,2-2 0 0,2 1 0 16,6-3 0-16,-10-4 0 0,25 1 0 15,-6-4 0-15,0-3 0 0,2 2 0 16,1-1 0-16,0-3 0 0,-1 0 0 0,-1-1 0 15,0 3 0-15,-3-3 0 0,-2 2 0 16,-4 0 0-16,1 4 0 0,-3-1 0 16,-5 1 0-16,-4 3 0 0,8-2-698 0,-8 2-140 15,0 0-69-15,0 0 95 0,-25 11-867 16,-3 7-1114-16</inkml:trace>
  <inkml:trace contextRef="#ctx0" brushRef="#br0" timeOffset="34495.21">1606 7825 4888 0,'-30'11'-33'0,"5"-1"19"16,5-3 35-16,7-2 46 0,2-2 33 0,5 1 24 15,6-4 8-15,-8 3-11 0,8-3-15 16,0 0-11-16,0 0-4 0,36-8 8 15,14-11 18-15,11-8 10 0,31-16-4 16,15-10-10-16,49-26-32 0,17-7 3 0,14-2-19 16,17 0-9-16,14-7-4 0,8-3 10 15,10 5-9-15,-4 5-6 0,-8 2 0 16,-13 1-7-16,-22 9-20 0,-22 9 0 0,-56 18-2 16,-16 10-2-16,-34 13 1 0,-9 4-1 15,-18 6 69-15,-3 3 44 0,-16 4 15 0,-6 1 8 16,-7 4-10-16,-2 4-13 0,0 0-11 15,0 0-13-15,0 0-13 0,-32-1-13 16,32 1-34-16,-18 5-45 0,18-5 0 0,-16 5-74 16,7 0-156-16,6-2-110 0,3-3-153 15,-6 9-193-15,6-9-174 0,-2 7 75 0,2-7 77 16,0 0-658-16,-5 13-819 0</inkml:trace>
  <inkml:trace contextRef="#ctx0" brushRef="#br0" timeOffset="36676.01">1810 8143 3456 0,'4'-7'-153'0,"1"0"48"15,-3 2 37-15,-2 5 26 0,2-7 32 0,-2 7 31 16,0 0 17-16,0 0 11 0,0 0-5 15,4-9 3-15,-4 9-9 0,0 0-4 16,0 0-9-16,0 0-3 0,0 0-9 0,0-5-30 16,0 5-33-16,0 0-33 0,0 0-26 15,0 0-25-15,0 0-12 0,0 0-19 0,0 0-2 16,0 0-4-16,0 0 5 0,0 0 16 16,12 14 21-16,-12-14 11 15,0 0 22-15,0 0 27 0,5 4 22 0,-5-4 23 16,0 0 22-16,0 0 24 0,0 0 9 0,0 0 14 15,4 4 8-15,-4-4 9 0,0 0-1 16,0 0 2-16,0 0 2 0,0 0-2 16,0 0 0-16,0 0-3 0,0 0 1 15,0 0-3-15,0 0 5 0,0 0-3 0,0 0-6 16,0 0-3-16,0 0-4 0,0 0-8 16,0 0-4-16,0 0-3 0,0 0-4 0,0 0-2 15,0 0-11-15,0 0-14 16,0 0-16-16,4 7-14 0,-4-7-6 0,0 0-4 15,0 0-6-15,0 0-1 0,0 0 3 0,0 0 3 16,0 0 4-16,0 0 3 16,0 0 5-16,0 0 2 0,0 0 6 0,0 0 10 15,0 0 11-15,0 0 8 0,0 0 7 16,0 0 11-16,0 0 2 0,0 0-3 0,0 0-6 16,0 0-1-16,0 0-3 0,0 0 1 15,0 0-2-15,0 0-4 0,0 0-2 16,0 0-1-16,0 0-2 0,0 0-1 0,0 0 2 15,0 0-3-15,0 0-1 0,0 0 2 16,0 0 0-16,0 0 10 0,0 0 11 0,0 0 8 16,0 0 13-16,0 0-2 15,0 0 3-15,0 0 2 0,0 0-3 16,0 0 6-16,0 0-6 0,0 0-1 0,0 0-1 16,0 0 5-16,0 0-1 0,0 0-1 15,0 0 6-15,0 0 14 0,0 0 10 0,0 0 2 16,0 0 16-16,0 0 7 0,11-15 2 15,-11 15 9-15,0 0-2 0,0 0 10 16,0 0-5-16,0 0 0 0,6-5 1 0,-6 5-1 16,0 0 0-16,0 0 4 0,0 0 2 15,0 0 2-15,0 0 3 0,0 0 2 16,0 0-2-16,0 0-2 0,0 0 7 16,0 0-15-16,0 0-13 0,0 0-13 0,0 0-8 15,0 0-14-15,-51 9-11 0,24 3 2 16,-2 8-14-16,-1-1-5 0,3 3 2 15,-4 9-6-15,1 1-6 0,12-3 1 0,-2 0-2 16,6 1-8-16,7 1 8 0,3-5 10 16,6-3-11-16,2 0 11 0,8 8 1 0,2-6 1 15,4-1-1-15,0-1-4 0,6 0 3 16,-1-8-5-16,0-1-6 0,-5-6-12 16,5-4-25-16,-1 2-60 0,-2-4-83 15,7-4-109-15,3-8-117 0,1-6-140 0,9-9-210 16,-2-6-18-16,-4 0 68 0,-3-5-518 15,-4-3-658-15</inkml:trace>
  <inkml:trace contextRef="#ctx0" brushRef="#br0" timeOffset="37058.57">2111 7800 3463 0,'-12'-22'103'0,"-1"5"45"0,3 5 37 0,1 3 33 0,4 1 20 0,-3 5-2 0,2 0-24 15,6 3-20-15,0 0 14 0,0 0 31 16,-15 29-2-16,13-3-18 0,4 14-25 0,3 16-21 15,1 4-15-15,4 0 14 0,1-2-10 16,5 2-23-16,-3-3-16 0,4-3-8 0,-4-2-12 16,2-7-9-16,-3-10-11 15,-3-3-7-15,2-1 0 0,-6-11-14 0,1-4-4 16,-3-5-5-16,1 0-2 0,0-4-6 16,-1 0 0-16,1-4 7 0,-4-3 11 0,0 0-2 15,0 0-5-15,0 0-9 0,10-23-5 16,-8 7-3-16,2-3-26 0,-2 2-11 15,1-2 0-15,1 3 0 0,-2 3 0 0,0 1 0 16,2 3 0-16,-2 2 0 0,2 2 0 16,-4 5 0-16,13-5 0 0,-13 5 0 0,21 5 0 15,-6 4 0-15,-1-2 0 16,2 2 0-16,0 4 0 0,-1-1 0 0,-3-4 0 16,1 2-44-16,-1-1-139 0,-1-1-43 15,-2-2-43-15,-1-1-48 0,0 0-39 16,-1-2-49-16,-1-1-42 0,-6-2-80 0,12 0-115 15,-12 0-62-15,9-7 51 0,-3 1-510 16,-3-3-628-16</inkml:trace>
  <inkml:trace contextRef="#ctx0" brushRef="#br0" timeOffset="37242.49">2553 8160 3504 0,'0'-19'173'16,"2"7"57"-16,0 2 51 0,-2 3 44 0,0 7 25 16,0-10-9-16,0 10-32 0,0 0-21 15,0 0-13-15,0 0-14 0,0 0-19 0,17 29-24 16,-9-10-21-16,1 1-19 0,1 7-18 15,-3-2-18-15,5 2-16 0,-7-2-22 0,3-6-81 16,-6-1-88-16,2-3-97 0,0-3-78 16,-3 0-78-16,1-4-81 0,0-1-91 15,0-1-155-15,-2-6-115 0,0 5 47 16,0-5-625-16,0 0-795 0</inkml:trace>
  <inkml:trace contextRef="#ctx0" brushRef="#br0" timeOffset="37408.86">2644 7951 4065 0,'-5'-12'221'0,"1"4"33"0,2-2 40 16,2 10 18-16,-3-7 6 0,3 7-22 0,-5-8-30 15,5 8-33-15,0 0-23 16,-2-9-29-16,2 9-81 0,0 0-117 0,0 0-124 16,-2-8-121-16,2 8-133 0,0 0-164 15,0 0-201-15,0 0 50 0,0 0 87 16,0 0-494-16,20 0-585 0</inkml:trace>
  <inkml:trace contextRef="#ctx0" brushRef="#br0" timeOffset="37841.78">2892 7645 3582 0,'-4'-12'315'0,"1"4"26"0,1-1 17 16,-2 7 10-16,4 2-4 15,0 0-10-15,0 0-21 0,0 0 19 0,0 0 18 16,4 29-8-16,5 2-22 0,3 6-36 15,1 13-20-15,3 6-120 0,-3 2-164 0,0-1 0 16,-3 1 0-16,1-1 0 0,-4-2 0 16,3-4 0-16,-4-12 0 0,-1-5 0 0,-3-6 0 15,2-8 0-15,-2-4 0 0,3-3 0 16,-4-3 0-16,1-2 0 0,0-1 0 16,-2-3 0-16,0-4 0 0,0 0 0 0,0 0 0 15,0 0 0-15,0 0 0 0,-4-29 0 16,-4 9 0-16,-1-1 0 0,-4-8 0 0,-3 2 0 15,1 2 0-15,1 9 0 0,0 4 0 16,0 3 0-16,1 8 0 0,-3 2 0 16,1 5 0-16,-4 4 0 0,2 3 0 15,-4 6 0-15,5 5 0 0,2 3 0 0,8-2 0 16,0 8 0-16,4-4 0 0,2-3 0 16,3-1 0-16,2-1 0 0,-1-2 0 0,3 1 0 15,1-5 0-15,0 1 0 0,-1-5 0 16,3-1 0-16,-1-3 0 0,1-6 0 0,-1 3 0 15,0-5 0-15,3-2 0 0,-12 0-246 16,19-4-258-16,-9-1-156 0,-1 1-198 16,-1 0 24-16,-1-1 83 0,1 0-724 0,-8 5-924 15</inkml:trace>
  <inkml:trace contextRef="#ctx0" brushRef="#br0" timeOffset="38275.37">2671 7932 4392 0,'-2'-16'94'0,"-1"8"0"0,1 2 6 16,2 0 1-16,0 6 22 0,0 0 33 0,7 23 33 15,2 14-11-15,5 16-16 0,-4 9-14 16,1 6-14-16,-1 7-10 16,-1 0-9-16,-2 1-17 0,4 0-10 0,0-2-4 15,-2-3-3-15,-1-3-22 0,2-5-55 16,-5-3-64-16,2-6-78 0,-5-11-89 0,3-6-94 16,0-8-127-16,-3-6-171 0,0-8-82 15,2-1 63-15,-2-6-509 0,1-6-614 0</inkml:trace>
  <inkml:trace contextRef="#ctx0" brushRef="#br0" timeOffset="38691.85">3275 8003 3620 0,'-7'3'279'0,"7"-3"14"0,-14 1 17 0,14-1 37 0,0 0 31 15,0 0-5-15,0 0-27 0,0 0-31 0,-2-12-32 16,2 12-26-16,23-18-27 0,4 1-22 16,2 2-23-16,1-2-28 0,1 0-73 0,1 0-110 15,-3 4-116-15,1-1-111 0,-3 0-123 16,-5 4-138-16,-2 0-153 0,-6 4-125 0,0 3 57 15,-6 3-680-15,-8 0-866 0</inkml:trace>
  <inkml:trace contextRef="#ctx0" brushRef="#br0" timeOffset="39324.86">3731 7488 4327 0,'-7'-6'197'0,"0"2"9"0,7 4 32 0,-4-9 29 15,4 9 21-15,9-12-8 0,0 1-21 0,6 1-27 16,11-6-24-16,1 5-23 0,0 2-19 15,4-1-13-15,-5 5-22 0,-3 1-12 16,-2 4-14-16,0 2-12 0,0 4-10 16,1 0-10-16,-4 5-8 0,1 0-4 0,-8 1-10 15,2 4-6-15,-8 0 0 0,1 1-5 16,-5 5-5-16,-4 2 0 0,-3 8-5 16,-6 2-1-16,-3-1-7 0,3 0 2 0,-2-3-3 15,0-1-1-15,5-8-5 0,3-4 1 16,4-3 1-16,2-3-7 0,4-5-10 0,3 3 0 15,2-4 0-15,5-1 0 0,1-2 0 16,4 2 0-16,-3 2 0 0,1-3 0 0,0 1 0 16,4 4 0-16,-4-4 0 15,-2 2 0-15,-1 1 0 0,-3 1 0 0,-1-1 0 16,-2 2 0-16,-5 2 0 0,-3 2 0 16,-3 3 0-16,-13 7 0 0,-3 5 0 0,-9 6 0 15,-6-1 0-15,-5-3 0 0,-3 5 0 16,-8-4 0-16,-1 1 0 0,-4-1 0 15,1 0 0-15,-3 2 0 0,-17 6-219 0,1 1-819 16,19-9 108-16,-16 11-1112 0,18-9-1456 16</inkml:trace>
  <inkml:trace contextRef="#ctx0" brushRef="#br0" timeOffset="44207.62">6957 2788 2312 0,'-25'-4'149'0,"5"2"-24"0,2-1 12 16,3 3 16-16,3-2 22 0,12 2-12 15,-20-1-3-15,20 1-27 0,-14-2-25 0,14 2-19 16,0 0 0-16,0 0-11 15,0 0 7-15,0 0-15 0,67 2-10 0,-14-2-2 16,22 0-10-16,5 0-5 0,0-2-3 16,-1-1-4-16,-2 1-2 0,-7-1 1 0,-7-1-6 15,-19 1 7-15,-4-1-9 0,-11 2 2 16,-6-1-1-16,-6 1-3 0,-2-3-9 16,-2 0 6-16,-3 0-6 0,0 0 0 0,-5-2 0 15,2 2-2-15,-7 5-23 0,7-10-36 16,-7 3-65-16,0 7-58 0,4-7-84 15,-4 7-133-15,0 0-238 0,0 0 25 0,0 0 77 16,0 0-140-16,0 0-157 16</inkml:trace>
  <inkml:trace contextRef="#ctx0" brushRef="#br0" timeOffset="45343.48">8941 4091 1796 0,'2'-8'11'0,"-2"8"34"16,0 0 33-16,-2-15 22 0,0 10 27 0,2 5 21 15,-4-9 15-15,4 9 4 0,-2-15 15 16,2 15 5-16,0-9 3 0,0 9 10 0,-2-11 2 16,2 11 1-16,0-9-8 0,0 9-5 15,0 0-17-15,2-11-14 0,-2 11-18 16,0 0-17-16,0-7-17 0,0 7-11 16,0 0-10-16,0 0 21 0,0 0 1 15,0 0 18-15,-2 25 5 0,0-12 0 0,1 9 29 16,-5 0 2-16,2 2-10 0,1 8-5 15,-1 2-17-15,-1-6-11 0,3 0-4 0,2-3-17 16,-1 0-8-16,1-2-5 0,0-3-8 16,0-1-7-16,1 1-7 0,1-1-9 15,3-4 4-15,0-1-7 0,-1 0-2 0,4-1 5 16,-1-1 1-16,5-2-5 0,1-3 5 16,3 0-13-16,-2-4-5 0,6 1 1 15,-2-4-6-15,3 0-2 0,4-4-3 0,2-2-3 16,6-3 16-16,-5-1 21 0,3-4 6 15,-4 0 3-15,-9 1 6 0,5-3 4 16,-4 3-80-16,-6-1 0 0,-1-1 0 0,-2-2 0 16,-1 3 0-16,-2-4 0 0,2 5 0 15,-4-1 0-15,-1 3 0 0,0 3 0 16,-1 2 0-16,-1-2 0 0,2 1 0 0,-4 7 0 16,6-10 0-16,-6 10 0 15,2-5 0-15,-2 5 0 0,0 0 0 0,0 0 0 0,0 0 0 16,-4 32 0-16,-4-12 0 15,4 1 0-15,-5 14 0 0,4 0 0 0,-2 2 0 0,3 1 0 16,1 1 0-16,-1-3 0 16,2 1 0-16,2-8 0 0,0-7 0 0,0-3 0 15,0 0 0-15,0-7 0 0,0 3 0 16,2-4 0-16,-2 0 0 0,0-2 0 0,2-1 0 16,-2-8 0-16,0 14 0 0,0-9 0 15,0-5 0-15,0 10 0 0,0-10 0 16,0 9 0-16,0-9 0 0,0 0 0 0,0 8 0 15,0-8 0-15,0 0 0 16,-4 4 0-16,4-4 0 0,0 0-329 0,0 0-288 0,0 0-124 16,0 0-168-16,0 0 79 0,0 0-791 15,2-24-1059-15</inkml:trace>
  <inkml:trace contextRef="#ctx0" brushRef="#br0" timeOffset="45860">9953 4177 4061 0,'7'-9'-160'0,"-3"1"69"0,2-1 50 0,-5 1 53 0,4 2 51 0,-1-1 52 0,0 1 39 15,-4 6 25-15,5-12 22 0,-3 6 22 0,-2 6 11 16,5-10 21-16,-5 10 3 0,2-7-1 16,-2 7-12-16,2-6-3 0,-2 6-17 0,0 0-21 15,0 0-20-15,0 0-11 0,0 0 11 16,0 0-1-16,-29 20-8 0,7 6 7 0,-12 9 14 16,-1 3-9-16,-3 3-96 0,0 2-91 15,0 1 0-15,4 3 0 0,6-2 0 16,1-4 0-16,7 2 0 0,9-11 0 0,4 1 0 15,2-8 0-15,5-2 0 0,2-4 0 16,3-3 0-16,0 1 0 0,3-4 0 16,3-2 0-16,3-3 0 0,0 1 0 15,6-6 0-15,3-1 0 0,6-4 0 0,-3 0 0 16,-2-3 0-16,9-3 0 0,-5-4 0 16,-5 3 0-16,-7-2 0 0,-1 2 0 0,-4-2 0 15,-3-1 0-15,-2 4 0 0,-2-3 0 16,-4 3 0-16,-2-2 0 0,-4 1 0 0,-4 1 0 15,-1-2 0-15,0 5 0 0,-5 1 0 16,1-4 0-16,-4 3 0 0,2 2 0 16,-2-1 0-16,0 3 0 0,-2 0-512 15,0-2-360-15,-4 1-74 0,2 2 93 16,3 2-850-16,-2 1-1138 0</inkml:trace>
  <inkml:trace contextRef="#ctx0" brushRef="#br0" timeOffset="46973.46">8710 4016 4228 0,'-11'-6'-230'16,"1"1"56"-16,5 1 47 0,-3 2 40 0,5-2 37 0,3 4 41 0,-9-7 32 0,9 7 30 15,-7-7 12-15,7 7 5 0,-6-7 4 16,6 7 0-16,-5-4 6 0,5 4-9 15,0 0-7-15,0 0-9 0,-6-8-6 0,6 8-5 16,0 0-6-16,22-5-3 0,1 3 1 16,17 0-4-16,8-4-1 0,21 2-4 15,9-1-1-15,32 0-7 0,8 0 4 16,4 1-8-16,10-4 2 0,-4 4 11 0,-1-4-32 16,-1-3-2-16,6 2 8 0,-3-2-6 15,-7-2-3-15,-7 2 6 0,-11 1-3 0,-29 1-4 16,-8 4 11-16,-22-2-4 0,-4 3 13 15,-13 2 2-15,-7 0 14 0,-4-2 11 16,-4 3 9-16,1-2 7 0,-5 1 5 0,0 2-10 16,-9 0-4-16,12 0 4 0,-12 0-12 15,0 0-8-15,0 0-3 0,12 5-3 0,-12-5-1 16,-2 12 5-16,-2 0 7 16,0 5 9-16,1 7 22 0,-8 10-1 0,0 15 4 15,0 5-3-15,-1 2-5 0,1 5-5 16,-1 4-3-16,1 1 1 0,-2 2-6 0,-1 0-4 15,1-1-4-15,-1-4 3 0,2-2 39 16,-4-8 7-16,1-4-3 0,-1-2 14 16,5-15 17-16,0 1-6 0,1-11-5 0,4-2-5 15,1-8 2-15,-1 1 10 0,3-2 10 16,-2-1 5-16,1-4 2 0,4 0 3 0,0-6 1 16,-5 13-4-16,3-9-1 15,2-4-6-15,-4 10-6 0,4-10-9 0,-3 5-66 16,3-5-42-16,0 0 0 0,-11 3 0 15,11-3 0-15,0 0 0 0,-14 0 0 0,14 0 0 16,-27-1 0-16,10 1 0 0,-8-2 0 16,-5 2 0-16,-16-3 0 0,-5 6 0 15,-17-3 0-15,-2 0 0 0,-4-3 0 0,-1 1 0 16,0 2 0-16,-2 0 0 0,-1 2 0 16,4-2 0-16,0 3 0 0,2 2 0 0,4-1 0 15,5-1 0-15,4 3 0 16,11 0 0-16,3-1 0 0,0 2 0 0,2 0 0 0,2-1 0 15,0 1 0-15,1 0 0 0,2 2 0 16,0-4 0-16,1 0 0 0,0 3 0 16,6-4 0-16,6 1 0 0,0-1 0 15,1-1 0-15,1 0 0 0,6 1 0 0,-2-3 0 16,1 1 0-16,6 2 0 0,-2-3 0 16,1 1 0-16,1 0 0 0,12-2 0 15,-19 3 0-15,19-3 0 0,-14 2 0 0,14-2 0 16,-12 2 0-16,12-2 0 0,0 0 0 15,-14 0 0-15,14 0 0 0,0 0 0 0,-10-9 0 16,10 9 0-16,2-19 0 0,4 5 0 16,-2-1 0-16,9-13 0 0,-2-2 0 15,3-4 0-15,3-14 0 0,2-8 0 16,3-2 0-16,-6-3 0 0,5-4 0 0,-1-3 0 16,-4 0 0-16,0-5 0 0,-3 5 0 15,-2 6 0-15,1 2 0 0,-6 16 0 0,-3 6 0 16,1 9 0-16,-2 9 0 0,0 2 0 15,3 5 0-15,-5 3-88 0,-3 0-130 16,1 7-38-16,2 3-59 0,0 0-83 0,0 0-92 16,0 0-105-16,-15 18-217 0,11-4 32 15,-6 4 86-15,-3 10-512 0,0 4-669 0</inkml:trace>
  <inkml:trace contextRef="#ctx0" brushRef="#br0" timeOffset="48406.73">8569 5109 3008 0,'0'0'-114'0,"8"-5"60"0,-8 5 37 16,0 0 44-16,0 0 30 0,4-7 36 15,-4 7 22-15,0 0 10 0,0 0-14 16,0 0 0-16,-32 10 10 0,3-1 1 16,-8 1 5-16,-4 2 5 0,-15 3 9 0,1-1-2 15,0-4-1-15,0 3-4 0,3-1-3 16,7-5-5-16,4 0 2 0,0 0-13 15,5-5-6-15,3-2 7 0,8 3-9 0,4-6-9 16,0 3-11-16,0-6-8 0,4 3-11 16,0-2-5-16,3-2-2 0,3-1-11 0,-3 4-4 15,5-4 0-15,0 1-9 0,2 1-3 16,-2 0-5-16,9 6-6 0,-9-10-9 0,5 8-5 16,4 2-1-16,0 0 4 15,0 0-4-15,0 0 5 0,-10 18-2 0,8-5 1 16,2 2 1-16,0 3 16 0,2 3 0 15,-2 5 1-15,0-1 8 0,0 3 5 16,0 0-9-16,0 9 7 0,0-6 8 0,0-3 9 16,-2-2-7-16,0-1-4 0,1-1 2 15,-1 0 2-15,-2-2-4 0,2-3-8 0,0-2-10 16,1 1 2-16,-1-3-2 0,-2 0-3 16,2-1-10-16,0-2 0 0,1 0 3 0,-2-1-2 15,1 1-2-15,2-4-3 0,-2 1 1 16,2-1-11-16,0-8 5 0,2 16-1 15,3-11 6-15,0 3-8 0,4-2 0 0,4-2 4 16,7 0 0-16,5-4-1 16,3 2-3-16,17-2 3 0,5-4-6 0,15-2 4 15,1 2-1-15,-1-4-4 0,4 3 8 16,0 1-6-16,-1-1-2 0,2 2 0 0,-2 1-1 16,-2 2-14-16,-1 0 1 0,2 2 2 15,-3 2 2-15,7 2 2 0,-4-1 14 0,1 3-14 16,3-2 0-16,1 2 10 0,2-4-3 15,5 3 22-15,1-1 19 0,3 1-3 16,3-2 0-16,23 0-2 0,-23-1 0 0,-3-1 1 16,1 1-11-16,-3-1 1 15,-2 2-2-15,-6-2-2 0,-4-1-7 0,-7-2-4 16,-12 2 4-16,-8-4 6 0,-1 2-7 16,-7-2 3-16,-8 0 3 0,0 1 31 0,-2-2 14 15,-5 1 9-15,1-1-2 0,0 1-2 16,-3-2-8-16,2 3-6 0,-4-1-7 0,2 0-8 15,1 1-6-15,-6 1 3 0,4-2-8 16,-3 2-4-16,-13 0-2 0,23 0-24 0,-23 0 0 16,23 0 0-16,-13 0 0 0,-10 0 0 15,25 0 0-15,-13 0 0 0,2 0 0 16,-14 0 0-16,27-2 0 0,-14 2 0 0,-13 0 0 16,19 0 0-16,-19 0 0 0,17-2 0 15,-17 2 0-15,18 0 0 0,-18 0 0 16,13-2 0-16,-13 2 0 0,0 0 0 15,13-1 0-15,-13 1 0 0,0 0 0 0,6-9 0 16,-2 3 0-16,-4-3 0 0,0-5 0 16,-4-3 0-16,0-6 0 0,1-13 0 0,-6-4 0 15,4-14 0-15,-5-2 0 0,5-2 0 16,1-8 0-16,0 1 0 0,0 3 0 0,0 7 0 16,2 14 0-16,-1 3 0 0,-1 12 0 15,2 3 0-15,-2 5 0 0,4 5 0 0,-1-1 0 16,-3 2 0-16,1 2 0 15,3 1 0-15,-2 2 0 0,0 2 0 0,2 5 0 16,-1-8 0-16,1 8 0 0,-4-9 0 16,4 9 0-16,-2-5 0 0,2 5 0 15,0 0 0-15,-2-7 0 0,2 7 0 0,0 0 0 16,-4-7 0-16,4 7 0 0,-5-4 0 16,5 4 0-16,-12-6 0 0,5 5 0 0,-5-3 0 15,-5 1 0-15,-3 1 0 0,-5-1 0 16,-6 3 0-16,-13 0 0 0,0 3 0 0,-2 0 0 15,1 1 0-15,4 1 0 0,3 0 0 16,10 0 0-16,5-1 0 0,4-1 0 0,3 0 0 16,2-1 0-16,2 0 0 15,-1 0 0-15,4-1 0 0,-2-1 0 0,11 0 0 16,-14 4 0-16,14-4 0 0,-12 2 0 16,12-2 0-16,-12 1-379 0,12-1-291 0,-7 4-153 15,3-1-72-15,4-3 94 0,-5 5-771 16,-2 0-1015-16</inkml:trace>
  <inkml:trace contextRef="#ctx0" brushRef="#br0" timeOffset="48924.14">9087 5099 4124 0,'9'-10'-103'0,"-6"1"55"0,1 1 55 0,2-1 51 15,-5 4 53-15,-1 5 50 16,6-12 40-16,-4 8 14 0,-2 4 3 0,5-8-8 16,-5 8-14-16,0 0-4 0,0 0 69 15,0 0 27-15,0 0 3 0,3 38-19 0,-5-11 8 16,-4 15 4-16,2 13-2 0,-1 1-25 16,1 5-15-16,0 1-50 0,2-1-192 0,2-3 0 15,0 0 0-15,2-12 0 0,-2-1 0 16,2-4 0-16,2-1 0 0,-2-14 0 15,-1-1 0-15,1-4 0 0,-2-1 0 0,2-5 0 16,0-1 0-16,-2-5 0 0,0 1 0 16,0-2 0-16,0 1 0 0,0-9 0 15,0 12 0-15,0-12 0 0,2 9 0 16,-2-9 0-16,0 0 0 0,0 0 0 0,0 0 0 16,0 0 0-16,0 0 0 0,0 0 0 15,0 0 0-15,0 0 0 0,-6-30 0 0,4 22-396 16,-5-2-637-16,2 3 98 0,-7-2-1047 15,2 2-1399-15</inkml:trace>
  <inkml:trace contextRef="#ctx0" brushRef="#br0" timeOffset="51089.21">9408 2495 4924 0,'-18'-2'-309'0,"0"0"64"0,2 0 52 0,5-1 54 15,11 3 48-15,-17-2 57 0,7 0 46 16,10 2 15-16,-13-1 26 0,13 1-5 16,0 0-6-16,-12-4-8 0,12 4 3 0,0 0-3 15,0 0-3-15,0 0-2 0,50 2 1 16,-23-2-1-16,2 0-2 0,1 0-10 16,10 2 2-16,-6-4-7 0,-7 4 4 0,2-4-8 15,-10 2 0-15,-1 0-16 0,-4-2 6 16,1 2-29-16,-15 0-16 0,19-1-18 15,-19 1-35-15,15 0-62 0,-15 0-64 16,10 0-103-16,-10 0-143 0,0 0-115 0,0 0 69 16,0 0-121-16,0 0-137 0</inkml:trace>
  <inkml:trace contextRef="#ctx0" brushRef="#br0" timeOffset="52405.85">8370 5353 1718 0,'9'-5'25'0,"-9"5"40"0,5-3 35 0,-5 3 32 16,0 0 29-16,0 0 22 0,0 0 10 16,0 0 1-16,0 0 4 0,0 0 3 15,0 0 14-15,0 0 2 0,-23 23-9 0,3-2-8 16,-1 3-10-16,-2 4-17 0,-6 6-14 15,0 2-15-15,3-2-13 0,5-6-13 0,2 1-11 16,0-2-13-16,4-3-11 0,2-3-7 16,2-3-9-16,2-3-21 0,4-4-31 15,-1-1-43-15,3 0-54 0,-2-2-52 16,1-4-66-16,4-4-82 0,-4 3-98 16,4-3-95-16,0 0-120 0,0 0 13 0,-1-19-321 15,1 9-385-15</inkml:trace>
  <inkml:trace contextRef="#ctx0" brushRef="#br0" timeOffset="52576.55">8072 5418 2509 0,'-2'-9'40'16,"0"-1"34"-16,1 3 42 0,1 7 19 15,-2-9 17-15,2 9-3 0,0 0-5 16,0 0 19-16,0 0 19 0,0 0-2 0,0 0-10 16,34 18-8-16,-11-1-16 0,3 6-14 15,9 3-11-15,-1 3-11 0,6 3-9 16,0-1-18-16,4-1-58 0,-1-1-74 0,4-1-107 15,0-4-123-15,-3-2-145 0,5-5-224 16,-8-6 58-16,-4-5 63 0,3-4-229 16,1-4-245-16</inkml:trace>
  <inkml:trace contextRef="#ctx0" brushRef="#br0" timeOffset="53022.53">9993 5235 2461 0,'-8'-10'183'0,"-3"4"14"0,1 0-2 0,-1 2 9 16,11 4 11-16,-23 4 11 0,6-1 2 15,-2 6-8-15,-10 8-15 0,2 3-14 0,3 2-18 16,-3 4-18-16,3 0-15 0,-5 6-11 15,0 3-14-15,3-2-9 0,-3 1-15 0,8-8-9 16,-2 1-6-16,2-1-35 0,-4-2-33 16,6-2-42-16,1-1-41 0,0-8-56 15,3-1-57-15,1-4-58 0,1-3-34 0,1-1-25 16,5-4-12-16,7 0 2 16,-15-9 9-16,9-4 27 0,2-3 38 0,4-4 66 15,2-2 70-15,3-4 59 0,-2 3 58 16,3 2 54-16,-3 3 49 0,1 1 38 0,4 3 26 15,-3 1 23-15,3 1 12 0,2 4 5 16,1 2 1-16,1 2-9 0,2 4-17 0,-14 0-17 16,31 8-16-16,-12 2-13 0,8 6-19 15,0 1-22-15,2 4-47 0,-5-1-63 0,2-3-84 16,-1 5-103-16,2-5-107 0,-6-5-127 16,-4-2-199-16,-1-3 15 0,-1-2 63 15,-2 0-267-15,-2-1-300 0</inkml:trace>
  <inkml:trace contextRef="#ctx0" brushRef="#br0" timeOffset="55621.83">12392 4778 2240 0,'-7'-1'-1'0,"7"1"26"0,-24-6 18 16,13 5 17-16,-2-1 19 0,0 0 22 0,2 2 20 15,-3-3 13-15,14 3 0 0,-19-3-14 16,19 3-21-16,-14 0-6 0,14 0-8 0,0 0-4 16,0 0 11-16,0 0-12 0,0 0 3 15,72 13-6-15,-11-8-7 16,12 0-8-16,8-3-9 0,4-2-8 0,1 0-11 0,1 0-10 16,-6 0-16-16,-5-3-2 0,-10-1 2 15,0 1-11-15,-23-1 7 0,-1 3-4 16,-16-3 8-16,-1 4 9 0,-7 0 2 15,-3-3-6-15,-4 1 2 0,-11 2-7 0,16-1 5 16,-16 1-26-16,5-2-19 0,-5 2-35 16,0 0-54-16,0 0-73 0,0 0-98 15,0 0-122-15,0 0-136 0,0 0 31 0,-29-5-144 16,29 5-158-16</inkml:trace>
  <inkml:trace contextRef="#ctx0" brushRef="#br0" timeOffset="55907.03">13204 4593 2064 0,'-4'-5'122'0,"-3"1"20"16,7 4-9-16,-5-10-15 0,5 10-9 0,0 0 23 16,0 0 22-16,0 0 14 0,0 0 5 15,31 25-11-15,-14-5-13 0,5 3-15 0,-6 3-11 16,0 4-12-16,1-1-11 0,-5 0-6 15,-1 0 1-15,-8-5-4 0,1-1 8 16,-2-5 0-16,-4 2 2 0,-2 0 1 0,-1 1-9 16,-3-1-7-16,-4-3-8 15,1 1-6-15,-2-3-10 0,0-1-6 0,0-1-17 16,-7-1-38-16,4-1-45 0,-2-3-60 16,5-1-102-16,-1 0-92 0,3-4-127 0,1 1-163 15,3-3-35-15,-1 4 69 0,8-5-269 16,0 0-310-16</inkml:trace>
  <inkml:trace contextRef="#ctx0" brushRef="#br0" timeOffset="57470.97">15973 4114 2241 0,'2'-8'11'0,"-2"0"45"0,0 8 36 15,-4-14 35-15,2 5 43 0,2 9 38 16,-4-10 30-16,3 4 23 0,1 6 11 0,0-13 4 16,0 13-9-16,-2-8-18 0,2 8-25 15,0 0-23-15,-2-8-22 0,2 8-18 16,0 0 21-16,0 0 4 0,0 0 2 0,4 38-9 15,-3-13 19-15,1 11-7 0,2 1-3 16,0 1-14-16,-1 0-8 0,2 0-9 0,-1-2-14 16,-1-2-4-16,1-7-9 15,0-4 1-15,-4-5-3 0,2-1-6 0,-1-1-7 0,-1-4-6 16,2 0-9-16,-2-2-68 16,2 0-32-16,-2-3 0 0,2 0 0 0,0 0 0 15,-2-7 0-15,2 10 0 0,-2-10 0 16,3 9 0-16,-3-9 0 0,0 7 0 15,0-7 0-15,0 0 0 0,1 8 0 0,-1-8 0 16,0 0-318-16,0 0-152 0,0 0-124 16,0 0-142-16,0 0-135 0,0 0 82 0,0 0-712 15,0 0-947-15</inkml:trace>
  <inkml:trace contextRef="#ctx0" brushRef="#br0" timeOffset="58055.01">16354 4146 4172 0,'-8'-12'1'0,"4"2"51"0,2 0 41 0,1 2 34 16,1-2 33-16,0 2 11 0,1-3-3 15,5 1-8-15,4 0-15 0,1-1-12 0,5 1-18 16,1 2-7-16,-2 1-14 16,4 3-10-16,2 0-11 0,-2 1-7 0,2 3-5 15,-2 0-8-15,2 3-9 0,0 3 1 16,-2 0-6-16,1 3-1 0,-6 2-5 0,2 1 2 16,-5 2 0-16,-3 0 10 0,-5 1 6 15,2 2 4-15,-5 1 2 0,-5 0 3 0,0 2 4 16,-5 2-5-16,1-3 11 0,1-2 7 15,0 2 3-15,-1-5-4 0,6-2-1 16,-4-2-6-16,3 0-2 0,3-3 8 0,1 3 23 16,0 0 16-16,0-3 3 0,1 2 7 15,1 2 4-15,5-1-2 0,0 1-8 16,0 1-37-16,5 0-81 0,-4-1 0 16,1 1 0-16,0 4 0 0,2 1 0 0,-2-2 0 15,-4 1 0-15,1-2 0 0,-2 1 0 16,-2-1 0-16,-2-1 0 0,0-1 0 0,-2 1 0 15,-2-2 0-15,0 1 0 0,-1-2 0 16,-3-1 0-16,-2-1 0 0,-1 2 0 0,-2-3 0 16,-3-1 0-16,2-2 0 0,-4-2 0 15,1 1 0-15,2-3 0 0,-3 0 0 16,3-3 0-16,2 3 0 0,-6-4 0 0,3 2 0 16,5 1 0-16,-2-3 0 0,1 1 0 15,1 0 0-15,11 3 0 0,-16-2 0 16,7 0-671-16,9 2-265 0,-5-4 4 15,5 4 105-15,0 0-814 0,0 0-1079 0</inkml:trace>
  <inkml:trace contextRef="#ctx0" brushRef="#br0" timeOffset="58954.2">17495 4146 4076 0,'-3'-11'-233'0,"3"6"55"0,0 5 57 15,-4-8 66-15,4 8 57 0,-2-10 55 16,0 3 49-16,2 7 32 0,-2-11 29 0,1 6 22 16,1 5 16-16,-2-10 21 0,2 10 12 15,-4-11 13-15,4 11 6 0,-2-6 15 16,2 6-10-16,0 0-10 0,0 0-10 15,0-12-17-15,0 12-15 0,0 0-22 16,0 0-21-16,-2-8-22 0,2 8-16 0,0 0-17 16,0 0-7-16,0 0-20 0,0 0-3 15,2 32-1-15,0-15 1 0,2 4-6 0,-1 1-5 16,-1 2 0-16,7 7-62 0,0 0-9 16,-4-8 0-16,3-2 0 0,-3-1 0 0,4-3 0 15,0-1 0-15,0-1 0 0,0-2 0 16,1-3 0-16,0-1 0 0,1-2 0 15,1-3 0-15,-5-2 0 0,4-2 0 16,3 0 0-16,-1-3 0 0,5-3 0 0,-2-2 0 16,2 0 0-16,-2-5 0 0,-2 4 0 15,1-5 0-15,-5 3 0 0,1 2 0 16,-3 1 0-16,0 2 0 0,-1 0 0 0,-3 1 0 16,2 1 0-16,-6 4 0 0,5-4 0 15,-5 4 0-15,0 0 0 0,0 0 0 0,0 21 0 16,-2-9 0-16,0 5 0 0,1 2 0 15,1 6 0-15,-2-1 0 0,-2 1 0 0,6 1 0 16,0 2 0-16,-2-3 0 0,3-1 0 16,-3-1 0-16,2-6 0 0,0 1 0 0,-2-5 0 15,5-1 0-15,-3-3 0 16,0 3 0-16,-1-4 0 0,-1-1 0 0,2 0 0 0,-2-7 0 16,2 7 0-16,-2-7 0 15,0 0 0-15,4 8 0 0,-4-8 0 0,0 0 0 16,0 0 0-16,0 0 0 0,0 0-50 15,0 0-593-15,3-19-165 0,-3 19-128 16,-3-10 93-16,3 10-827 0,-4-14-1107 0</inkml:trace>
  <inkml:trace contextRef="#ctx0" brushRef="#br0" timeOffset="59387.8">18578 4017 4519 0,'6'-8'-19'0,"-5"0"53"0,3 3 47 16,-4 5 34-16,5-8 28 0,-5 8 9 0,0 0-7 16,2-7-14-16,-2 7-7 0,0 0 8 15,0 0 15-15,-29 26 18 0,6-3 8 0,-8 9-4 16,-1 4 12-16,2 1 5 0,-5 5 3 15,3 2-12-15,2-1-9 0,1 0-10 0,8-2-16 16,3-6-14-16,5-1-9 0,6 0-12 16,1-8-9-16,3-3-13 0,3-3-3 15,5-4-7-15,1 3-1 0,1-7-63 16,4 1-11-16,5-5 0 0,0 0 0 16,2-5 0-16,1-2 0 0,-4-1 0 0,5-1 0 15,-4-5 0-15,0 1 0 0,-1-3 0 16,-3-1 0-16,-1-3 0 0,-4 0 0 0,2 0 0 15,-6 2 0-15,-1-3 0 0,-2 1 0 16,-4 3 0-16,-2-4 0 0,-3 3 0 0,-4 2 0 16,-1 1 0-16,-5-3 0 0,-4 6 0 15,0-1 0-15,-2 2-99 0,-2 1-511 0,0 0-155 16,-2 2-167-16,0 0 87 16,3 0-835-16,4 2-1116 0</inkml:trace>
  <inkml:trace contextRef="#ctx0" brushRef="#br0" timeOffset="61322.46">15704 3767 4236 0,'-20'-8'-250'0,"0"4"48"0,6 1 38 16,-2-3 43-16,-2 2 41 0,3 1 32 16,0-2 27-16,4 1 20 0,0 1 9 0,-1 1 0 15,12 2 1-15,-15-3 1 0,15 3-6 16,-12-3-2-16,12 3 1 0,0 0 20 0,0 0 18 15,0 0 14-15,0 0 27 0,0 0-2 16,0 0 13-16,42-2 1 0,-2 1 6 16,12-2-8-16,11 0-12 0,9-2-9 0,4 3-8 15,8-2-15-15,1-2-1 0,24 0 3 16,-2-1 3-16,3-2-6 0,3 0-12 0,5 2-6 16,3-5-1-16,-1 2 1 15,-5-3-6-15,3 0-1 0,2-1-5 0,-3 5-8 16,-3-4 11-16,-1 5-6 0,1-1-1 15,-3 3-3-15,-24 1-3 0,3 3 7 16,-2 2-9-16,-9-4 7 0,2 2-5 0,-8 2-1 16,0-4 3-16,-4 3 1 0,-1 0 0 15,5-1 6-15,-3 0 8 0,1 0 8 0,0 0 2 16,-3-1-5-16,-1 2 3 0,-6-3-1 16,-15 3-7-16,-6-3 11 0,-12 4 13 0,-5-2 11 15,-4 2 3-15,-4-1-1 0,-2 1 0 16,-1-3-7-16,-12 3-4 0,21 0-6 15,-21 0-6-15,19-2-4 0,-19 2 1 0,18 0-14 16,-18 0-6-16,11 2-3 16,-11-2 0-16,0 0-5 0,14 3 1 0,-7 2-4 15,-1-1 0-15,-1 9 0 0,2 3 1 16,1 5 2-16,-5 3 3 0,-1 16 1 0,-7 3 11 16,-1 10 3-16,-3 4 1 0,0 4 0 15,-5 3 2-15,1 1 28 0,1 0 17 16,-1-1 4-16,4 2 25 0,-1-4 29 0,0 2-8 15,3-6 6-15,3-2-15 0,-2-2 11 16,2-14-11-16,1-2-14 0,3-2 22 0,-4-7-5 16,4-7-15-16,-2-5-5 0,0 0-9 15,0-5-11-15,2 1-3 0,-2-1-3 0,2-3-4 16,-1-2-8-16,-1 1 5 0,2-8-3 16,0 12-4-16,-2-7-5 0,2-5-4 15,-2 11-48-15,2-11 0 0,-2 8 0 16,2-8 0-16,-3 7 0 0,3-7 0 15,-3 7 0-15,3-7 0 0,-10 7 0 0,3-4 0 16,7-3 0-16,-16 9 0 0,5-3 0 16,-3-2 0-16,0 2 0 0,-4-2 0 0,0 3 0 15,0-2 0-15,-2 2 0 0,-1-1 0 16,-3-2 0-16,3 1 0 0,-3 1 0 0,1 0 0 16,-2-4 0-16,0 2 0 0,2 0 0 15,-3-2 0-15,-1 1 0 0,2-2 0 16,-1 0 0-16,-5-1 0 0,3 2 0 15,-14-2 0-15,-1 0 0 0,-2 0 0 16,-1-2 0-16,-1 1 0 0,-5 0 0 0,-11-2 0 16,13 1 0-16,-12 0 0 0,2-4 0 15,1 2 0-15,10 0 0 0,1-2 0 0,-2 4 0 16,0-1 0-16,2 1 0 0,-3-2 0 16,-15 2 0-16,0 0 0 0,-3 0 0 0,-1 2 0 15,1 0 0-15,-3-1 0 0,0 0 0 16,-1 1 0-16,-1 0 0 0,3 0 0 0,-3 0 0 15,2 0 0-15,-1 0 0 0,4-4 0 16,3 4 0-16,-1-2 0 0,4 2 0 16,-4-2 0-16,2 0 0 0,1 0 0 15,-5 1 0-15,0 1 0 0,-3-2 0 0,2 2 0 16,-1 0 0-16,0 0 0 0,7 2 0 16,-1-1 0-16,15 3 0 0,3-2 0 15,-1 0 0-15,5 2 0 0,4-2 0 0,8 0 0 16,6 0 0-16,1 0 0 0,1 2 0 15,2-2 0-15,3 1 0 0,-2-3 0 0,3 6 0 16,-4-4 0-16,0 4 0 0,2-4 0 16,-2 4 0-16,2-2 0 0,2 0 0 15,0-1 0-15,-1 1 0 0,5 0 0 16,0-2 0-16,-1 2 0 0,3 0 0 0,-1 0 0 16,1-4 0-16,0 4 0 0,-1-2 0 15,-1 0 0-15,4 1 0 0,-3-1 0 0,1 0 0 16,1 0 0-16,1-2 0 0,9 0 0 15,-15 3 0-15,6-2 0 0,9-1 0 16,-11 2 0-16,11-2 0 0,0 0 0 0,0 0 0 16,0 0 0-16,-17 0 0 0,17 0 0 15,0 0 0-15,0 0 0 0,-8-8 0 0,8 8 0 16,0-9 0-16,2 3 0 0,0-6 0 16,5 0 0-16,-2-3 0 0,4-12 0 0,2-4 0 15,3-5 0-15,3-12 0 16,0-3 0-16,5-4 0 0,0-4 0 0,1 1 0 15,-2-3 0-15,4-2 0 0,-5 8 0 16,-4 3 0-16,-3 0 0 0,1 6 0 0,-5 10 0 16,0 2 0-16,0 1 0 0,-5 9 0 15,-1 4 0-15,-1 3 0 0,-2 2 0 0,0 1 0 16,-2 1 0-16,2 1 0 0,0 2 0 16,0 1 0-16,-2-1 0 0,2 3 0 15,0-2 0-15,0 2 0 0,0 7 0 0,0-13 0 16,-1 8 0-16,-1 0 0 0,2 5 0 15,-2-12 0-15,0 7 0 0,-3-2 0 16,3 0 0-16,1 2 0 0,-1-2 0 16,0 0 0-16,2 7 0 0,-4-8 0 0,4 8 0 15,-2-7 0-15,2 7 0 0,-3-9 0 16,3 9 0-16,0 0 0 0,-2-7 0 0,2 7 0 16,0 0 0-16,4-8 0 0,-4 8 0 15,11-10 0-15,-3 6 0 0,1-1 0 0,0-1-26 16,5 0-155-16,-3 1-72 0,0-1-108 15,1-1-157-15,-2 0-238 0,-5 1-127 16,-1-3 98-16,-4-1-721 0,-2-3-952 0</inkml:trace>
  <inkml:trace contextRef="#ctx0" brushRef="#br0" timeOffset="62153.62">17034 3868 3768 0,'-2'-12'-138'0,"-1"4"49"0,-1-1 40 0,0 0 36 15,3-3 40-15,-3 2 47 0,-1 0 44 16,3-3 36-16,2 5 24 0,-1-2 12 0,-1 2 4 15,2 8 1-15,-2-13 0 0,2 9-11 16,0 4-10-16,-4-12-19 0,4 12-9 0,-2-6-23 16,2 6-10-16,0 0-18 15,-2-8-13-15,2 8-2 0,0 0 21 0,0 0 6 0,0 0 23 16,-9 34 31-16,5-13 22 0,-6 10 3 16,5 8 4-16,-4 11 3 0,-3 8-5 15,4 0-6-15,1 2-16 0,1 0-15 16,2 0-16-16,2 0-8 0,2-2-92 15,-2-1-35-15,2-11 0 0,0-3 0 0,2-3 0 16,0-5 0-16,-2-6 0 0,0-6 0 16,0-5 0-16,0-1 0 0,0-2 0 0,0-3 0 15,0 0 0-15,0-2 0 0,0-1 0 16,2-1 0-16,-2 1 0 0,0-2 0 0,0-7 0 16,0 15 0-16,0-10 0 0,0 4 0 15,0-9 0-15,0 12 0 0,0-7 0 16,0-5 0-16,0 13 0 0,0-7 0 15,0-6 0-15,0 10 0 0,0-10 0 0,2 7 0 16,-2-7 0-16,0 0 0 0,0 10 0 16,0-10 0-16,0 0 0 0,0 0 0 15,0 9 0-15,0-9 0 0,0 0 0 0,0 0 0 16,0 0 0-16,0 0 0 0,0 0 0 16,-12-25-206-16,9 20-846 0,-1-3 87 0,-2 4 112 15,6 4-887-15,-5-6-1171 0</inkml:trace>
  <inkml:trace contextRef="#ctx0" brushRef="#br0" timeOffset="64319.49">15103 4942 4369 0,'0'0'-244'0,"0"0"55"15,3 0 46-15,-3 0 50 0,0 0 48 16,0 0 44-16,0 0 38 0,0 0 38 16,9-7 13-16,-9 7 23 0,0 0 9 0,0 0 12 15,0 0 10-15,0 0 11 0,0 0 1 16,0 0-2-16,-44 7-10 0,18-4-12 16,-14 2-7-16,-6 2 0 0,-13 2-8 15,11-6-11-15,-11 3-4 0,10-4-12 0,1 0-8 16,5 0-8-16,-4 0-8 0,6-2-4 15,9 0-10-15,1-2-4 0,4-2-7 0,0 2 2 16,8 1-5-16,1 0-2 0,-2-1-4 16,7 0-3-16,-1-1-1 0,14 3-4 15,-18 0 1-15,10-2-7 0,8 2 0 0,-15-2-8 16,15 2 0-16,0 0-5 0,-18 0-1 16,18 0 5-16,-11 11 12 0,8-1-8 0,-3 3 9 15,-2 8 15-15,-2 11 5 0,-3 2 16 16,3 1 4-16,-1 1 25 0,2 0-19 0,-1-1 3 15,-1 0 16-15,0 1-7 16,-1-5-2-16,1 2-7 0,-1-4-5 0,0 2 6 16,3-10-5-16,3-5-4 0,-2-2-4 15,5-1-6-15,-3-1 2 0,2-2-10 0,1 0-6 16,-1-3-8-16,-1 1 1 0,4-2-7 16,-1 0 0-16,2-6-5 0,-4 9-1 15,4-9-2-15,-2 8-3 0,2-8-1 0,0 7 5 16,0-7-4-16,9 7-1 0,0-3 0 15,2-3-2-15,6 1 4 0,4-2-6 0,7-2-1 16,17 1 1-16,2-3-7 16,14-3 2-16,0-1 0 0,2 1 2 0,-2 0-21 15,-1 0-4-15,-6-2 7 0,-8 5-4 16,-4-2 4-16,-2 1-2 0,-2 0 4 0,2 0 1 16,2 1 4-16,-2 0 4 0,6 2 4 15,-2 0-2-15,7 0 6 0,-1 0 0 0,12 0 3 16,3 0-1-16,2 2-2 0,2 0-1 15,1 0 7-15,4 4-6 0,3 0 0 0,-3 0-7 16,-1-1 2-16,-5 2-3 0,-2 0 2 16,-3 3 1-16,-13-4 0 0,8 3 1 15,-11-4 3-15,3 1-1 0,-5-1 1 0,5-1-7 16,-2 0 7-16,2-1 0 0,0-1-1 16,15-1-1-16,2-1 0 0,-3 2 0 15,7-2-2-15,1 2 2 0,-1 0 6 16,0 0-14-16,-7 0 6 0,-12 2 0 0,-3 0-3 15,-3-2 1-15,0 3 0 0,-4-1 3 16,2-2-8-16,-5 0 6 0,6 0-2 0,0 0 1 16,1-2 0-16,6 2 5 0,11 0-6 15,-1-2 2-15,7 2-1 0,-1 0 1 0,7 0-3 16,1 0 2-16,-1 4 7 0,-5-4-5 16,-6 5-12-16,-1-3-7 0,-15 1-1 15,-4 0 4-15,-5 1-8 0,-5-2 8 0,-7-1 6 16,2-1-2-16,2 2 7 0,9-2-5 15,4 2 4-15,6 0 5 0,0-2-5 16,18-2-1-16,-2 2 9 0,6 0-6 0,1 2 1 16,-1-2-1-16,-1 1 2 0,-6-1 3 15,-2-1-1-15,-16 2-2 0,-1-2 0 0,-15 2 2 16,-7-2 7-16,-5 1 18 0,3-2 15 16,-6 2 8-16,0-2 6 0,-3 0-6 15,3-1-1-15,0-1 2 0,4 1-3 0,-3 0-3 16,5-1-2-16,3 3-41 0,4-3 0 15,-2 2 0-15,1 1 0 0,3 1 0 0,-3-2 0 16,-3 2 0-16,-3 0 0 16,-6 0 0-16,1 0 0 0,-3 0 0 0,-1 2 0 15,-13-2 0-15,23 0 0 0,-23 0 0 16,17 0 0-16,-6 0 0 0,-11 0 0 0,25 0 0 16,-12-2 0-16,3 2 0 0,1 0 0 15,-2 0 0-15,2 2 0 0,-3-2 0 0,1 0 0 16,-5 0 0-16,-10 0 0 0,18 1 0 15,-18-1 0-15,18 0 0 0,-18 0 0 0,13 2 0 16,-13-2 0-16,0 0 0 0,15 0 0 16,-15 0 0-16,0 0 0 0,0 0 0 15,15-2 0-15,-15 2 0 0,0 0 0 16,10-5 0-16,-6 0 0 0,0-3 0 0,-2 0 0 16,-2-3 0-16,1-7 0 0,-1 0 0 15,0-6 0-15,0-13 0 0,0-2 0 16,0-4 0-16,0-1 0 0,0-2 0 0,0-1 0 15,0 4 0-15,2 3 0 0,-2 8 0 16,-2 6 0-16,2 6 0 0,0 1 0 0,-1 0 0 16,-1 2 0-16,-2 3 0 0,2 0 0 15,0 3 0-15,2 1 0 0,-3-2 0 0,3 5 0 16,-3-3 0-16,1 4 0 0,2 6 0 16,-2-12 0-16,2 6 0 0,0 6 0 0,-2-5 0 15,2 5 0-15,0-10 0 0,0 10 0 16,-2-7 0-16,2 7 0 0,0-5 0 15,0 5 0-15,0 0 0 0,-3-7 0 16,3 7 0-16,0 0 0 0,0 0 0 0,-8-4 0 16,8 4 0-16,-9-2 0 0,9 2 0 15,-19-2 0-15,1 2 0 0,0-2 0 0,-9 2 0 16,-14-2 0-16,0 2 0 0,-5 0 0 16,-2-1 0-16,-3-3 0 0,-12 3 0 0,-4-5 0 15,-1 1 0-15,0 2 0 0,0-2 0 16,3 3 0-16,17-1 0 0,-2-1 0 15,3 4 0-15,6-1 0 0,9 1 0 16,5-2 0-16,5 2 0 0,2 0 0 0,4 0 0 16,4 0 0-16,-1 0 0 0,13 0 0 15,-22 0 0-15,22 0 0 0,-14 0 0 16,14 0 0-16,-11 0 0 0,11 0 0 0,-12 0 0 16,12 0 0-16,0 0 0 0,-13 0 0 15,13 0 0-15,-9 2 0 0,9-2 0 0,0 0-29 16,-8 6-595-16,8-6-113 0,-6 8-197 15,3-6 87-15,-5 5 90 0,-1-3-693 0,-7 2-899 16</inkml:trace>
  <inkml:trace contextRef="#ctx0" brushRef="#br0" timeOffset="65170.32">16009 4913 3673 0,'0'0'-154'0,"5"-4"58"0,-5 4 55 0,0 0 52 15,5-9 40-15,-5 9 55 16,6-6 28-16,-6 6 27 0,3-6 19 0,-3 6 19 16,6-6 14-16,-6 6 21 0,3-6 8 15,-3 6 14-15,0 0 0 0,4-9-5 16,-4 9-23-16,0 0-24 0,0 0-22 0,0 0-23 15,0 0-12-15,0 0 14 0,0 0 16 16,5 32-1-16,-7-8-11 0,-1 3 1 0,1 14 5 16,0 2 4-16,2 3 3 0,0-1-6 15,0 0-118-15,2-2-54 0,0-2 0 0,1 0 0 16,-1-5 0-16,-2-6 0 0,2-4 0 16,-2-2 0-16,2-5 0 0,-2-1 0 0,0-3 0 15,0 1 0-15,0-3 0 16,0-1 0-16,0 0 0 0,-2 0 0 0,2 0 0 15,0-2 0-15,-2 0 0 0,0-1 0 16,2 0 0-16,0-9 0 0,0 15 0 0,0-10 0 16,0-5 0-16,0 10 0 0,0-10 0 15,0 9 0-15,0-9 0 0,2 7 0 16,-2-7 0-16,0 0 0 0,0 0 0 0,-2 7 0 16,2-7 0-16,0 0 0 0,0 0 0 15,0 0-761-15,11-17-223 0,-4 8 86 0,1-5 96 16,4-1-812-16,1-2-1054 15</inkml:trace>
  <inkml:trace contextRef="#ctx0" brushRef="#br0" timeOffset="65703.2">17633 4919 4582 0,'4'-10'-96'0,"-4"1"50"0,0 1 58 0,2 2 53 0,-2 6 49 0,0-8 34 15,0 8 12-15,0-7-7 0,0 7-16 16,0 0-18-16,0 0-7 0,0 0 39 16,0 0 46-16,0 0 17 0,-2 38 6 0,0-10 10 15,-2 10 13-15,2 9 15 0,0 6-6 16,1 6-7-16,1 1-7 0,0 0-9 15,0 1-11-15,0-2-182 0,-2-1-36 16,-3-2 0-16,3-11 0 0,4-5 0 0,-4-3 0 16,2-8 0-16,0-2 0 0,-2-9 0 15,2-1 0-15,0 0 0 0,-1-5 0 0,1-1 0 16,0-2 0-16,-2 0 0 0,2-1 0 16,0-8 0-16,0 12 0 0,0-12 0 0,0 0 0 15,0 0 0-15,0 0 0 0,0 0 0 16,0 0 0-16,0 0 0 0,15-16 0 0,-15 16 0 15,0-10 0-15,0 10 0 16,-1-11-624-16,-6 5-385 0,3 0 112 0,-7 0-1028 16,2 2-1347-16</inkml:trace>
  <inkml:trace contextRef="#ctx0" brushRef="#br0" timeOffset="67654.73">15382 5170 946 0,'2'-9'363'0,"-2"9"-96"15,2-8-48-15,0 4-46 16,-2 4-33-16,0 0-20 0,0 0-5 0,0 0 6 16,0 0 12-16,0 0 16 0,0 0-9 15,-42 14 5-15,27-2-13 0,-3-1-9 16,-4 5-6-16,-1 3-16 0,0-2 0 0,4-3-11 15,-6 3-8-15,6-5-7 0,2 0-5 16,-2-2-10-16,1 0-2 0,0-1-9 0,2-2-18 16,1-2-30-16,0-2-33 0,2-1-27 15,1 0-37-15,1-4-42 0,11 2-36 0,-15-10-30 16,8 1-18-16,6-3-9 0,2 0 13 16,-1-3 13-16,4-2 26 0,5-2 36 0,-4-1 35 15,1 6 45-15,-3-1 41 16,6 1 35-16,-6 3 27 0,1 1 16 0,2-1 8 15,-3 4 21-15,5 2 25 0,-5 3 18 16,-3 2 15-16,20 2 13 0,-20-2-5 16,26 9-12-16,-4-1-3 0,5 7-15 0,-2-1-13 15,2 4-7-15,0 1-10 0,2-2-3 16,-3-1-39-16,-1 1-68 0,-6-2-83 0,-3-3-102 16,-2-2-146-16,-2-3-213 0,-1 2 53 15,1-2-190-15,1-2-194 0</inkml:trace>
  <inkml:trace contextRef="#ctx0" brushRef="#br0" timeOffset="68152.82">16774 5150 1963 0,'0'0'4'0,"0"0"33"0,0 0 36 15,0 0 22-15,-9 21 12 0,0-8 13 0,-4 2 14 16,-1-1 3-16,-5 8-9 0,1-3 0 15,-4 3-8-15,8-5-12 0,-6 2-8 16,-1 0-6-16,4-2-18 0,3-4 1 0,1 1-12 16,2-4-4-16,1 0-10 0,3-2-16 15,-1-2-11-15,0-2-29 0,4-3-28 0,4-1-33 16,0 0-15-16,-11-10-3 0,10 1 0 16,-3-6 0-16,0 1-1 0,0-7 9 0,4 0 9 15,-4-1 8-15,4 1 23 0,-4 4 24 16,2-1 11-16,2 7 1 0,-2-1 3 15,2 2-1-15,0 5 33 0,0 5 38 16,0 0 11-16,12-4 15 0,-12 4-6 16,21 12-8-16,-2-3-8 0,10 6-12 0,1 2-7 15,4 2 3-15,-1-2-12 0,6 5-55 16,-3-5-51-16,0 2-65 0,-6-2-75 0,-1-2-112 16,-5 1-184-16,-5-6-18 0,-1-3 52 15,-3 1-83-15,-2 0-46 0</inkml:trace>
  <inkml:trace contextRef="#ctx0" brushRef="#br0" timeOffset="68702.98">18709 5202 1650 0,'7'-3'147'0,"-7"3"19"0,0 0-8 16,0 0 4-16,0 0 14 0,0 0 18 0,0 0 4 15,-50 14 0-15,30-4-7 0,0-2-15 16,-9 6-12-16,3 1-15 0,-3-2-15 0,4 2-15 16,-4-1-12-16,3-3-7 0,-1 3-12 15,5-4-9-15,0-1-21 0,1-1-31 0,6-1-23 16,-2-2-32-16,2-3-31 15,3 0-36-15,5-2-28 0,7 0-19 0,-11-7-1 16,11 0 7-16,0 7 14 0,5-19 14 16,3 7 25-16,-3 2 30 0,7 0 31 15,-3 1 30-15,2 1 28 0,0 1 28 0,-2 2 26 16,-2 3 23-16,-7 2 5 0,23 7 0 16,-12 1-8-16,5 6-13 0,1 7-10 0,0 4-5 15,0 1-9-15,0 2-33 0,-1 1-44 16,-5-2-65-16,0-4-81 0,0-5-79 0,-6-2-108 15,-1-1-158-15,-1-4-62 0,-1-4 57 16,0-2-189-16,2 0-184 0</inkml:trace>
  <inkml:trace contextRef="#ctx0" brushRef="#br0" timeOffset="70286.48">20914 4746 2092 0,'-23'-3'89'0,"7"1"10"16,0 0 14-16,5 0 12 0,11 2 30 0,-16-1 22 15,16 1 21-15,0 0 10 16,0 0-9-16,0 0-4 0,0 0-15 0,48-2-22 16,-1 4-18-16,21 1-9 0,6 0-13 15,1-2-17-15,-3 4-34 0,-2-2-34 0,-4-1-36 16,-16-1-42-16,0-1-48 0,-6 0-50 16,-12 2-38-16,-7-4-42 0,-4 2-67 0,-2-1-69 15,-6-1-106-15,-5 0-75 0,-8 2 53 16,9-6-108-16,-9 6-95 0</inkml:trace>
  <inkml:trace contextRef="#ctx0" brushRef="#br0" timeOffset="70568.89">21594 4567 1884 0,'0'0'134'0,"-1"-8"-8"0,1 8-12 16,0 0 8-16,0 0 27 0,0 0 18 15,21 17 14-15,-10-1-2 0,1 1 6 16,3 7-10-16,0 5-9 0,0 0-19 0,1 4-9 16,-3-3-15-16,-6 3-6 0,2-2-10 15,-6-4 3-15,-3-5 3 0,-2 1 1 0,-3-2 2 16,-5-2-3-16,-1-3-8 0,-11 7-11 16,-1-4-10-16,-1-2-7 0,-3 0-8 0,-1-5-15 15,-5-2-34-15,9-3-50 0,0-2-79 16,1 0-103-16,7 0-109 0,-2-3-153 15,3-2-193-15,3-2 60 0,12 2-367 16,-16-3-451-16</inkml:trace>
  <inkml:trace contextRef="#ctx0" brushRef="#br0" timeOffset="85148.97">23421 3817 3154 0,'0'-9'205'0,"0"1"9"0,0 8 13 16,-5-12-18-16,5 12-7 0,0-9-19 16,0 9-29-16,0 0-29 0,0 0 13 0,0 0 38 15,0 0 11-15,-15 31-9 0,8 0 6 16,-1 3-1-16,-1 5-4 0,-3 11-33 16,2 2-5-16,7-9-8 0,-3-2-3 0,2 0 12 15,4-2-10-15,-1-3 3 16,1-9-4-16,0-3-1 0,-2-7-4 0,2-1-5 15,0 0-7-15,-2-4 3 0,2-2 2 16,-2-2 2-16,2 1-5 0,-2-2-6 0,2-7-17 16,-2 12-57-16,2-12-36 0,-2 7 0 15,2-7 0-15,0 0 0 0,0 0-107 0,0 0-146 16,0 0-96-16,0 0-120 0,0 0-139 16,-23-14-178-16,20 9-41 0,-1 0 93 15,4-2-646-15,-5-1-834 0</inkml:trace>
  <inkml:trace contextRef="#ctx0" brushRef="#br0" timeOffset="85615.99">23729 3966 4037 0,'10'-13'30'0,"-1"3"23"0,-1 0 33 15,1 2 26-15,3 1 16 0,0 2 8 16,0-1-4-16,2 1-15 0,-1 3-12 0,5 1-8 15,-5 1-8-15,2 1-12 0,0 3-7 16,0 1-7-16,-1 0-5 0,-3 5-5 0,-3-1-1 16,-2 1-2-16,-2 2 2 0,-4 3 16 15,-2 2 7-15,-9 3 2 0,0 7 0 16,-1 1-1-16,-6-2-4 0,7-6 8 16,-1-3-3-16,3-1 4 0,-1-3 2 0,5-3-5 15,-2 1 5-15,4-3 4 0,1 0 9 16,0 0 18-16,2 0 9 0,4 3 9 15,-2-3-7-15,3 2-5 0,3 1-7 0,0 1-13 16,1 0-2-16,-1 1-10 0,3-1-4 16,-1 1-9-16,0 1-5 0,-3-1 9 0,-1-1 1 15,-3 0 3-15,3-1-83 0,-4 1 0 16,-2-2 0-16,-2 2 0 0,-4 0 0 0,3 0 0 16,-6 0 0-16,-4 0 0 0,2 1 0 15,-4-1 0-15,-4-1 0 0,4-1 0 16,-2-2 0-16,-1-1 0 0,5-1 0 15,-2-2 0-15,2-3 0 0,-1-1 0 0,3 0 0 16,-2-1 0-16,13 1 0 0,-25-4 0 16,17 2 0-16,-2-2 0 0,1 2-532 0,0-1-182 15,2 0-231-15,7 3 83 0,-1-9 87 16,1 9-709-16,8-10-931 0</inkml:trace>
  <inkml:trace contextRef="#ctx0" brushRef="#br0" timeOffset="86082.52">25320 3926 4316 0,'4'-13'39'0,"-2"2"66"0,0 4 52 16,0 1 55-16,-2 6 43 0,4-11 36 0,-4 11-17 15,2-8-23-15,-2 8-30 0,0 0 5 16,0 0 18-16,0 0-10 0,4 27-17 0,-6-6-16 16,-2 16-15-16,-2 1-12 0,-2 5-13 15,5-2-6-15,-7 9-18 0,4-9-14 16,-2-2-111-16,1-3-12 0,2 1 0 16,1-8 0-16,0-6 0 0,0 0 0 0,0-7 0 15,0 1 0-15,0-5 0 0,4 0 0 16,0-4 0-16,-1 1 0 0,1-4 0 15,0-5-44-15,1 7-439 0,-1-7-158 0,0 0-203 16,0 0-32-16,16-12 91 0,-5 3-752 16,4-5-980-16</inkml:trace>
  <inkml:trace contextRef="#ctx0" brushRef="#br0" timeOffset="86498.78">25713 3978 4267 0,'-9'-11'18'0,"9"11"47"15,-4-5 36-15,4 5 50 16,0 0 54-16,0 0 62 0,0 0 29 0,-27 22 11 16,17-6-6-16,-1 3-14 0,-2 12-27 15,-3-2-21-15,3-2-21 0,1 2-19 0,5-6-21 16,1-4-17-16,3-1-17 0,-1-4-14 16,2 1-12-16,2-4-6 0,0-1-12 0,4 0-33 15,-2-2-67-15,3-4 0 0,3 1 0 16,-8-5 0-16,21 2 0 0,-4-4 0 15,-2-3 0-15,8-1 0 0,-4-2 0 0,0-3 0 16,1 0 0-16,-6 1 0 0,-3 3 0 16,2 0 0-16,-4 2 0 0,-2 2 0 0,-7 3 0 15,0 0 0-15,0 0 0 16,14 12 0-16,-18 1 0 0,1 1 0 0,-6 7 0 16,0 10 0-16,-2 0 0 0,1 2 0 15,1 1 0-15,-1-4 0 0,7-2 0 0,-4-4 0 16,3-3 0-16,3-3 0 0,1-2 0 15,-2-5 0-15,4 2 0 0,-1-5 0 0,5 0 0 16,2-3 0-16,-8-5 0 0,13 2 0 16,-13-2 0-16,16-2 0 0,-9-3-126 0,1-1-301 15,-3 0-109-15,2 0-137 16,-7 6-207-16,2-5 61 0,-2 5 99 0,0 0-644 16,-31 0-818-16</inkml:trace>
  <inkml:trace contextRef="#ctx0" brushRef="#br0" timeOffset="88099.05">26454 3959 3536 0,'3'-4'-120'0,"-3"4"45"0,5-8 41 15,-3 3 42-15,2 0 44 0,-4 5 45 0,3-11 27 16,1 6 22-16,-4 5 16 0,4-7 11 15,-4 7 12-15,0 0 1 0,2-8 5 0,-2 8-8 16,0 0-11-16,1-7-13 0,-1 7-11 16,0 0-18-16,0 0-4 0,0 0 4 15,0 0-6-15,-45 22 11 0,17-1 4 16,-12 8-16-16,-3 1 0 0,0 7-7 0,-1 0 4 16,2 2-9-16,2 0-13 0,1-3-9 15,9 1-3-15,1 0-6 0,11-7-11 16,0 0-8-16,7-3 3 0,4-3-10 0,0-3-5 15,6-4-6-15,1 0-4 0,1 0-1 16,6-3-6-16,-2-1 2 0,6-3-9 0,3 2-1 16,-1-7 1-16,5 1-4 0,-3-3-2 15,0-3 6-15,-5 0-5 0,-10 0 5 0,25-2 7 16,-16-1-8-16,-2-1 9 0,-7 4-1 16,8-9-1-16,-8 9-5 0,0-11-2 15,0 11-3-15,-6-10-4 0,-1 3-2 16,-3 2-7-16,1 0-4 0,-3 1-37 0,-1 1-37 15,-3-2-41-15,2 1-43 0,-2 2-52 16,-1 2-63-16,0-1-101 0,2-1-113 16,-1 1-147-16,2-1-184 0,0 0 67 0,-1 0-637 15,-1 1-838-15</inkml:trace>
  <inkml:trace contextRef="#ctx0" brushRef="#br0" timeOffset="88998.21">25277 3796 3379 0,'5'-4'-247'0,"3"0"62"0,-5 0 52 15,-3 4 60-15,8-9 46 0,-5 5 37 16,-3 4 39-16,5-6 22 0,-5 6 24 16,4-9 29-16,-4 9 15 0,5-6 10 15,-5 1 11-15,4-1 10 0,-4 6 12 0,6-7 4 16,-6 7 1-16,3-7-4 0,-3 7-2 16,0 0-1-16,7-6 0 0,-7 6-2 15,0 0-1-15,0 0-7 0,5-6-7 0,-5 6-13 16,0 0-15-16,0 0-11 0,0 0 31 15,0 0 24-15,0 0 7 0,2 21 1 0,-2-3 1 16,-2 5 10-16,-3 12-6 0,1 4-14 16,-2 14-6-16,-2 5-18 0,5 3-7 0,-3 1-17 15,2-2-62-15,3 3-68 16,-4-5 0-16,3 1 0 0,0-14 0 0,0 0 0 0,0-4 0 16,2-3 0-16,-1-9 0 15,-1-5 0-15,2-4 0 0,-2-5 0 0,2-2 0 16,0-1 0-16,0-4 0 0,-2 4 0 15,2-6 0-15,0 1 0 0,0-7 0 16,0 8 0-16,0-8 0 0,0 0 0 0,0 0 0 16,0 0 0-16,0 0 0 0,0 0 0 15,0 0-87-15,0 0-404 0,0 0-125 0,0 0-161 16,7-27-106-16,-8 21 95 0,2-4-759 16,-1 10-991-16</inkml:trace>
  <inkml:trace contextRef="#ctx0" brushRef="#br0" timeOffset="91165.93">25537 3643 4074 0,'-9'-10'-166'0,"2"3"34"0,1 1 32 0,2-1 43 15,-2 1 34-15,6 6 32 0,-7-8 11 16,1 4 9-16,6 4-7 0,0 0-2 0,-5-8-4 16,5 8-5-16,0 0-4 0,0 0 16 15,0 0 23-15,0 0 5 0,20-5 6 16,-3 5-4-16,12 2-6 0,13-1-3 0,20 1-1 15,5-1-4-15,6 3-4 0,9-1 1 16,7 1-23-16,25-1-10 0,3-1-34 0,-22-2-36 16,23-2-12-16,-3 1-2 15,-26-3 13-15,3 2 34 0,-4 0 27 0,-5 1 6 16,-8-2-1-16,-11 1 1 0,-16 0 1 16,-10 1 10-16,-5 1 42 0,-10 0 16 15,-5-2 14-15,-2 2 5 0,-3-2-2 0,-13 2 4 16,21 0-16-16,-21 0-6 0,18 0-9 15,-18 0-5-15,11 9 14 0,-9 1 16 0,-1 4 2 16,-1 3 6-16,0 5 1 0,-5 14-7 16,-1 1 13-16,-6 12-10 0,-1 6 1 15,-1-2-10-15,0 3-1 0,-4 2-4 0,2 1-6 16,-2-2 4-16,0 1 10 16,0-2 8-16,-1-2 5 0,4-4 8 0,-5-5 5 15,9-7 7-15,-3-3-8 0,5-6-9 16,2-6-6-16,-1-3-6 0,5-5 0 0,-2 0-10 15,1-2-1-15,3-4 5 0,-3 3-12 16,4-3-2-16,-2-1-7 0,-2 4-7 0,4-4-7 16,0 1 0-16,-2-1-4 0,2 2-8 15,0-1-2-15,0 0-3 0,-1-4-5 0,-1 5 4 16,2-10-3-16,-2 12-2 0,2-12-4 16,-2 12-3-16,-1-5-1 0,3-7-2 15,-2 10 2-15,2-10 3 0,-3 10-8 16,-1-5 1-16,0 1 6 0,-3 0 0 15,1 1-2-15,-2 0-1 0,-1 0-7 0,-2 1 7 16,-3-3-3-16,1 3 5 0,-3-2-3 16,2 0 7-16,-8 0-3 0,1-1-4 0,-1 1-1 15,-5-2 2-15,-2-2 1 0,1 0-4 16,-15 0-2-16,0-2-1 0,-11 2-19 0,7-4 2 16,-5 0 1-16,1 0-3 0,0 1 3 15,-3 0-2-15,4-2 3 0,1 3-3 16,0 0 2-16,0 0 1 0,8-1 0 0,-1 1 0 15,5 0 1-15,0-2 3 0,4 0 2 16,6 0-2-16,-1 0 6 0,-3 2-2 0,4-3-2 16,3 1-1-16,-4 0 1 15,1 0 4-15,0 0-5 0,0-2-1 0,8 3 5 0,-3 0-5 16,1 1-1-16,-1-3 1 16,0 3 2-16,3-1 0 0,-4 2-3 0,6-1 1 15,-2 0 2-15,-4 0 1 0,2 0-3 16,-6 3-1-16,6-3 9 0,-6 2-3 0,1 0-3 15,1 0-1-15,1 0 13 0,-3 1-11 16,0-2-2-16,-2 1 2 0,6 1 1 0,-5-1 4 16,-1 2-4-16,-11-1 0 0,2 0-3 15,-2-1 12-15,-2 0-7 0,1 0-6 16,-6-2 5-16,8 2-2 0,-7 0-2 0,0 0 4 16,0 0 1-16,3 1-3 0,-4-1-3 15,2 2 3-15,3-1 0 0,-2 0-2 16,5-1 3-16,-4 2-2 0,3 0 1 15,3 0-3-15,4-4 1 0,-6 4 4 0,7-3-2 16,3 1 0-16,-1-2-2 0,-1 2 4 16,-8-4-1-16,-3 2 1 0,7 0-3 0,-8 0 2 15,-1 0-1-15,0 0-2 0,-1 0 4 16,-2-2 2-16,4 2-3 0,-3 2 0 0,2-2-4 16,0 0 0-16,2 4 4 0,1-4 0 15,6 0-1-15,4 0-1 0,5 0-1 0,-2 0 5 16,1 2-1-16,-4-2-5 15,3 0 4-15,-1 0 1 0,2 0-7 0,1 2 2 16,-3-2 7-16,6 0-8 0,-4 2-1 16,5-2-7-16,-7 0-8 0,8 0-4 0,0 2 5 15,0-2-2-15,0 2 5 0,6-2-1 16,0 0 1-16,2 2 0 0,13-2-2 16,-23 2 2-16,13-2 2 0,10 0 19 0,-17 0-18 15,17 0 9-15,-20 0-8 0,20 0 1 16,0 0 16-16,-16-2-12 0,16 2-1 0,-12-2-3 15,12 2 1-15,0 0 2 0,-17-4 1 16,17 4 2-16,-9 0 17 0,9 0-24 0,0 0 4 16,-12-4-11-16,12 4 0 15,-7-4 2-15,7 4 1 0,-8-6 6 0,8 6-11 0,-6-9 3 16,2 3 1-16,0-6 2 16,1 3-4-16,1-7 4 0,-4-1-8 0,4-9-12 15,-5-8-8-15,0-4-14 0,4-3-10 16,-3-2-8-16,4-11-12 0,1-4-17 15,-1-1-15-15,4-3-15 0,-2-1 4 0,0 3 6 16,1-1 12-16,1 5 14 0,-2 10 9 16,4 5 7-16,0 1 11 0,-3 5 15 0,-1 6 11 15,2 5 0-15,3 5 7 0,-1-4 4 16,-1 5 4-16,1-2 2 0,0 0 4 0,-1 6 2 16,-1-3 2-16,6 2-2 15,-4 1 4-15,-2 2 8 0,4 3-4 0,-4-2 3 16,1 2-1-16,1-2 7 0,-2 2-2 15,0 0 4-15,-1 1-5 0,1-1 5 0,3 1 5 16,-3-1 3-16,2 1-1 0,-3-2 2 16,1 2-1-16,2-3 0 0,0 2 0 0,-1 2 3 15,1 0 2-15,-2 1-3 0,0 0 5 16,0 0-8-16,-2 6-2 0,4-5-1 16,2 1 2-16,-6 4-1 0,11-5-3 0,-1 5 7 15,7-2-8-15,2 2 7 0,3 0 4 16,19 2-1-16,6 0 1 0,5-1-3 0,16-1 6 15,7 2-1-15,1 2 0 16,0-3-1-16,2 1 3 0,-5-2 3 0,-5 0 3 0,-14 1-1 16,-5 0 3-16,-1 2-9 0,-5 0 3 15,-2-1 0-15,-3 2-1 0,-8-3 2 16,-1 3-2-16,0-3 2 0,8 1-3 16,1 2 0-16,5-3-1 0,-2 1 5 0,7-2-5 15,1 2 2-15,5-4-1 0,11 2-2 16,-14 0-1-16,14 0-2 0,-13 0 0 15,-5 0-1-15,1 0-1 0,-7 0-2 0,-8 0 2 16,-5 2-1-16,-3-2-3 0,-2 2 3 16,-1-1-4-16,-6-1 1 0,6 0 1 15,-8 0 3-15,4 0 1 0,3 0-3 16,-1 0 0-16,2-1-1 0,-1 1 2 0,1 0 1 16,-1 0-4-16,1 0 3 0,-4 0-3 15,2 0 0-15,-8-2 3 0,2 2 0 0,-14 0-4 16,20 0 1-16,-11 0-2 0,-9 0 0 15,17 2 2-15,-17-2-3 0,17 0 3 0,-8 1-3 16,3-1 1-16,-12 0 3 0,19 0 0 16,-9 0-5-16,-10 0 5 0,20 0-3 0,-11 0-4 15,-9 0 8-15,14 0-1 16,-14 0-2-16,13 2 2 0,-13-2-2 0,14 0 1 16,-14 0-2-16,15 0 3 0,-15 0 0 15,19-2 0-15,-6 2 0 0,1 0-1 16,8-1-3-16,0 1 4 0,3-2-1 0,-2 2 3 15,0 0-3-15,-1 0 3 0,-3 0 2 16,-1 0 13-16,-5 0 14 0,1 0 16 0,-5 0 6 16,-9 0 6-16,17 0 6 0,-17 0 2 15,12 0 4-15,-12 0-11 0,0 0 10 0,0 0-21 16,0 0-7-16,0 0-6 0,0 0-9 16,0 0-31-16,0 0-53 0,0 0-76 0,0 0-114 15,0 0-142-15,3 5-186 16,-3-5-189-16,0 0 68 0,0 0-539 0,0 0-696 15</inkml:trace>
  <inkml:trace contextRef="#ctx0" brushRef="#br0" timeOffset="94147.64">22887 4896 771 0,'0'0'198'0,"7"-4"-56"0,-7 4-9 16,0 0-7-16,0 0 0 0,8-4-2 16,-8 4-3-16,0 0-6 0,0 0-1 0,0 0 4 15,0 0-1-15,0 0 5 0,0 0 1 16,0 0 0-16,0 0 6 0,0 0 7 15,0 0-5-15,0 0 26 0,0 0 6 0,0 0 1 16,0 0-7-16,-28 8-10 0,10-5-13 0,-7 2-2 16,0-2-3-16,-12 3-9 15,-1-2-11-15,-3 2-9 0,3-1-1 0,6-3-12 16,1-1-2-16,5 1-5 0,1-2-6 16,1 2 0-16,2-4-7 0,3 4-8 0,4-2-5 15,-1 0-5-15,5 0-5 0,0-2-5 16,11 2-2-16,-17 0 1 0,17 0-6 15,-15 0-4-15,15 0 0 0,-12-2-2 0,12 2-4 16,0 0 1-16,-13-1-1 0,13 1 0 16,0 0-1-16,-12-2-4 0,12 2-2 0,0 0 3 15,0 0-6-15,-13 2-1 16,13-2 0-16,0 0-2 0,0 0-5 0,0 0 0 16,-12 1-1-16,12-1-3 0,0 0-2 15,-4 9 7-15,4-9-1 0,-1 19-1 0,1-3 0 16,-4 7 6-16,2 3 6 0,0 11 11 0,-2 3 7 15,4 4 3-15,0 1-5 16,-1 2 1-16,-1-3-2 0,0 2 0 0,0-1 1 16,-2-4-2-16,3-4 4 0,-4-1 2 15,3-8 4-15,-2-4-2 0,4-5 2 0,0-2-1 16,-1-2 2-16,1-2-5 0,0-1-3 16,0-2 7-16,-2-2-1 0,2-1 3 0,0 3-4 15,0-10 7-15,0 9-10 0,0-9 2 16,3 10-1-16,-3-10 1 0,8 10-4 15,-2-8 0-15,3 2-5 0,4-3-5 16,9 3 1-16,-1-2-3 0,9-2-5 0,12 0 0 16,6 1-1-16,3-1-7 0,2 0-17 15,16 0-10-15,2 3-6 0,1-3-6 16,3 2-1-16,-5-2-3 0,0 2-3 0,3 2 9 16,-3 0 11-16,2-2-1 0,0 0 8 15,0 2-1-15,-4-2-2 0,1-1 4 0,2 2-1 16,-5 0 7-16,2-3-3 0,5 0-1 15,1 0 8-15,7-3 3 0,-2 3 0 0,3 0-4 16,6 0 2-16,2 0-10 0,1 0 10 16,-1 3-2-16,-4-1-3 0,0 0 2 0,-7 4 0 15,1-2 4-15,-4 0 4 16,-1 4-3-16,1-5-4 0,1 5 3 0,-4-2-1 16,8-2-3-16,-4 4 2 0,7-3 5 15,2-3-2-15,4 2-2 0,0 0 1 0,1-2-8 16,22 2 5-16,-24-2 1 0,5 2 0 15,-5-2-5-15,-1-1-13 0,-3 1 3 16,-5 0-4-16,-6-1-6 0,-6-1 3 0,-21 0 0 16,-3 2 8-16,-10-2-2 0,-7 0 1 15,0-2 5-15,-1 1-6 0,-1 1 7 16,3-2 0-16,10-1 5 0,1 1-3 0,3 0 1 16,-3 0-2-16,4 0 6 0,-2-2-4 0,6 4 2 15,-4 3 3-15,2-3-4 16,-6 1 5-16,1 3-6 0,-13-2 2 0,-8 0-2 15,-4-1 4-15,-1-1-2 0,-14 0 5 16,20 2 2-16,-12-2 1 0,-8 0 0 0,17 2 5 16,-17-2 4-16,16 0 3 0,-16 0-2 15,22-2-2-15,-8 2 2 0,2-3 3 0,6 1 1 16,-3 0 2-16,-1 0 0 0,2 0 6 16,-7 1 4-16,3-2 11 0,-5 3 15 15,-11 0 21-15,15-2 10 0,-15 2 7 16,15-4 5-16,-15 4 13 0,8-2 4 15,-8 2-8-15,0 0-8 0,8-6-7 0,-8 6 7 0,0-11 8 16,0 11 7-16,-2-16-8 16,-2 3-7-16,2-5-11 0,-2-3-9 0,-2-12-8 15,3-3-23-15,1-5-48 0,0-2 0 16,4-5 0-16,3-8 0 0,4-7 0 0,0 4 0 16,0-1 0-16,0 5 0 0,1 3 0 15,-4 11 0-15,0 5 0 0,-5 7 0 0,3 5 0 16,-2 5 0-16,-2-1 0 0,0 3 0 15,2 0 0-15,-2 1 0 0,0 3 0 16,0 1 0-16,0-1 0 0,0 1 0 0,0 4 0 16,3-2 0-16,-3 1 0 0,1 3 0 15,-2-2 0-15,2 2 0 0,-1 6 0 16,0-11 0-16,0 11 0 0,0-9 0 16,0 9 0-16,-1-7 0 0,1 7 0 0,0 0 0 15,-5-7 0-15,5 7 0 0,0 0 0 16,0 0 0-16,0 0 0 0,-9-1 0 0,9 1 0 15,0 0 0-15,0 0 0 0,0 0 0 16,0 0 0-16,0 0 0 0,-23 5 0 0,23-5 0 16,-17 1 0-16,3 1 0 0,-4-2 0 15,-7 2 0-15,-4 0 0 0,0 0 0 0,-14-2 0 16,-3 4 0-16,-6-2 0 16,-11 0 0-16,-1 0 0 0,-1 0 0 0,-3-2 0 15,3 0 0-15,11 0 0 0,4-2 0 16,3 2 0-16,5 0 0 0,9-2 0 0,7 2 0 15,5 0 0-15,4 0 0 0,2-2 0 16,-1 2 0-16,3 0 0 0,0 0 0 16,13 0 0-16,-19 0 0 0,9 0 0 0,10 0 0 15,0 0-59-15,-19 0-72 0,19 0-56 16,0 0-54-16,-12 0-64 0,12 0-63 0,-7 6-72 16,7-6-82-16,-7 6-122 0,-2-3-133 15,0 5 64-15,-2 0-581 0,-8 5-752 0</inkml:trace>
  <inkml:trace contextRef="#ctx0" brushRef="#br0" timeOffset="94847.68">24006 4969 3431 0,'5'-15'-89'0,"1"6"44"15,-3 1 52-15,-1-1 53 0,2 4 44 0,-1-2 33 16,-3 7 26-16,3-9 12 0,-3 9-5 0,2-7-12 16,-2 7-11-16,0 0-18 0,0 0-10 15,0 0 15-15,0 0 26 0,0 0 17 16,-5 30-4-16,-4-6 15 0,2 13-1 0,-4 11 18 15,-5 4-5-15,5-1-8 0,1 3-21 16,4 0-13-16,-3 1-16 0,6 0-8 16,1-8-17-16,0-4-11 0,-2-1-9 0,2-5-9 15,-1-6-4-15,3-5-11 0,0-2-11 16,-1-5-2-16,-1-2-6 0,2-3-6 0,-2 0-5 16,0-3-2-16,2-1-2 0,-2-1-5 15,2 0-4-15,0-2 1 0,0-7-16 0,-2 14-23 16,2-14-38-16,0 10-37 0,-1-6-49 15,1-4-65-15,-4 7-74 0,4-7-112 0,0 0-124 16,-4 4-130-16,4-4-168 0,0 0 76 16,0 0-669-16,15-15-851 0</inkml:trace>
  <inkml:trace contextRef="#ctx0" brushRef="#br0" timeOffset="95164.58">25593 4880 4148 0,'0'-13'63'16,"0"3"17"-16,2 3 15 0,-2 2 2 16,0 5 36-16,0 0 65 0,0 0 47 15,-13 25 35-15,-1 1-16 0,5 9-4 16,-9 15-3-16,3 1-18 0,4 4-18 0,-1 1-23 15,3 0-16-15,0-1-18 0,0-1-16 16,2-2-13-16,2-9-9 0,1-4-19 16,-5-2-8-16,4-2-8 0,-2-4-11 0,-1-5-7 15,3-8-8-15,0-2-14 0,1-3-36 16,1 0-41-16,1-5-55 0,-2 2-61 0,0-5-91 16,4-5-105-16,-3 6-135 0,3-6-153 15,0 0-226-15,-25-7 61 0,5-1 90 0,-10-5-609 16,-8-1-767-16</inkml:trace>
  <inkml:trace contextRef="#ctx0" brushRef="#br0" timeOffset="95597.9">23262 5182 3400 0,'0'0'-73'0,"0"0"39"0,0 0 25 0,0 0 37 16,0 0 32-16,-13 18 38 0,-3-5 14 0,-2 5 10 15,-5 3 10-15,-2 3-3 0,-4-2-2 16,2 2-8-16,3 0-9 0,-1-2-9 0,2 1-10 16,0-3-12-16,8-5-8 0,0 0-8 15,2-3-7-15,3 0-9 0,0-2-27 16,1-1-29-16,4-3-26 0,-4 0-40 15,4-3-71-15,5-3-67 0,-9 0-61 0,9 0-70 16,-12-13-76-16,6 4-98 0,0-5-17 16,3-1-241-16,-3-9-264 0</inkml:trace>
  <inkml:trace contextRef="#ctx0" brushRef="#br0" timeOffset="95748.1">22898 5190 2018 0,'2'-12'24'16,"0"4"42"-16,0 1 19 0,-2 1 17 0,0 6 16 15,4-8 26-15,-4 8 46 0,0 0 18 16,13 0 8-16,-13 0 9 0,19 14 2 15,0 0-2-15,2 5-16 0,6 6-19 16,7 4-22-16,-3 4-13 0,8-3-20 0,-2 2-56 16,1 1-73-16,-2-2-108 0,-2-4-128 15,-3-4-165-15,-4-3-256 0,-2-3 58 16,-2 1 62-16,-7-9-247 0,2-3-268 0</inkml:trace>
  <inkml:trace contextRef="#ctx0" brushRef="#br0" timeOffset="96231.04">26237 5194 2175 0,'2'-6'116'0,"-2"6"39"0,1-10 29 0,-1 10 7 0,0-11 1 15,0 11 1-15,0 0 13 0,0 0 12 16,0 0-7-16,-34 17-17 0,20-2-13 0,-8 5-17 16,1 1-19-16,-1 1-12 0,1 2-13 15,-3-2-10-15,4 1-16 0,-1-1-7 16,0-1-6-16,4-4-27 0,1-1-26 0,3-5-37 15,-2 1-44-15,2-4-54 0,-1 0-55 0,3-4-55 16,0-1-41-16,1-3-46 0,10 0-39 16,-24-9-24-16,15-3-31 0,2 0-37 15,-1-1 12-15,7-5-311 0,1 3-224 16</inkml:trace>
  <inkml:trace contextRef="#ctx0" brushRef="#br0" timeOffset="96330.95">25852 5320 1872 0,'4'-13'-27'16,"-2"2"45"-16,0 3 16 0,0 4 23 0,-2 4 36 15,0 0 30-15,0 0 7 0,0 0-9 16,17 12-9-16,-9-1-11 0,-1 2-5 0,2 3-29 15,3-1-50-15,5 9-64 0,0-2-80 16,0-6-118-16,-1-3-176 0,-1 3-251 0,-2-5-166 16</inkml:trace>
  <inkml:trace contextRef="#ctx0" brushRef="#br0" timeOffset="97547.2">24662 5444 2083 0,'0'0'147'0,"-1"-12"46"16,-1 4 44-16,-2 2 36 0,2-3 36 15,0 1 25-15,2-1 14 0,-1-3 3 0,1 2-21 16,0 0 7-16,0-1 1 0,0 3-3 16,0-1-4-16,0 1-5 0,0 8-15 0,0-12-21 15,0 12-20-15,0-12-22 16,0 12-18-16,0-9-17 0,0 9-23 0,-2-7-23 15,2 7-167-15,0 0 0 0,0 0 0 16,0 0 0-16,0 0 0 0,0 0 0 16,0 0 0-16,0 0 0 0,25 29 0 0,-16-13 0 15,-2 4 0-15,9 6 0 0,-1 6 0 16,-1-1 0-16,0 1 0 0,0 2 0 0,3 2 0 16,-1 7 0-16,-2-9 0 0,-2 2 0 15,7 6 0-15,-3-9 0 0,-3 2 0 0,0 1 0 16,0-4 0-16,3 4 0 15,1 5 0-15,-2-4 0 0,2 4 0 0,-1-6 0 0,-2-3 0 16,2 0 0-16,-1-3 0 16,-3 0 0-16,-1-3 0 0,-2-4 0 0,1-6 0 15,-4-3 0-15,0 3 0 0,-3-6 0 16,3 5 0-16,-3-2 0 0,4 1 0 0,-1-1 0 16,-5-1 0-16,5 2 0 0,-2 3 0 15,-1 2 0-15,4 3 0 0,-2-1 0 0,5 10 0 16,-3-2 0-16,3 0 0 0,-3-4 0 15,5 6 0-15,0-2 0 0,-1 0 0 0,2 0 0 16,0-2 0-16,0 0 0 0,-1-1 0 16,-1-4 0-16,1-5 0 0,-2-2 0 0,-1-1 0 15,-4-1 0-15,3-2 0 16,-2 1 0-16,0-2 0 0,-1-3 0 0,1 3 0 16,-2-4 0-16,-1 0 0 0,4 1 0 15,-2 0 0-15,-3 0 0 0,4 1 0 0,-4-2 0 16,1 1 0-16,1-1 0 0,1 2 0 15,-3-4 0-15,1 2 0 0,-1 0 0 0,-2-6 0 16,6 7 0-16,-6-7 0 0,1 6 0 16,-1-6 0-16,6 4 0 0,-6-4 0 0,2 6 0 15,-2-6 0-15,0 0 0 0,0 0 0 16,3 7 0-16,-3-7 0 0,0 0 0 0,0 0 0 16,0 0 0-16,0 0 0 0,0 0 0 15,0 0 0-15,0-21 0 0,0 12 0 0,-1-4-262 16,-1-3-756-16,2 0-1332 15,0-4-1747-15</inkml:trace>
  <inkml:trace contextRef="#ctx0" brushRef="#br0" timeOffset="99014.67">25185 7275 1852 0,'-13'0'323'0,"1"2"-64"0,3-1-22 16,9-1 18-16,-17 0 17 0,17 0 17 16,-13 1 4-16,13-1-8 0,0 0 15 15,0 0 20-15,-16-2-3 0,16 2 2 0,0 0-31 16,0 0-26-16,2-10-23 0,-2 10-18 16,23-14-16-16,-5 5-35 0,16 1-8 0,-4-1-23 15,-2 6-16-15,-3 0-13 0,-6 3-9 16,3 3-12-16,0 4-6 0,-1 1-12 0,-3 3-2 15,-6 4-3-15,-1 3-7 0,-6 3 1 16,-5 0 1-16,-6 10 9 0,-5 2 9 16,-7-2 8-16,-2 10-31 0,-5-4-56 15,3-8 0-15,2-2 0 0,1-2 0 0,1 0 0 16,5-8 0-16,6-1 0 0,-1-6 0 16,2 0 0-16,1 1 0 0,1-2 0 0,2-1 0 15,-2-2 0-15,4 2 0 0,0-8 0 16,2 14 0-16,2-7 0 0,0-3 0 0,-4-4 0 15,12 11 0-15,-1-8 0 0,3 3 0 16,4-5 0-16,0 0 0 0,4-2 0 0,-1 0 0 16,8-1 0-16,7-5 0 0,-2 0 0 15,-2-1 0-15,0-3 0 0,-10 2 0 0,-5 2-504 16,-2-1-253-16,-4 0-156 16,-1 1 75-16,-1-1 92 0,-3 2-762 0,0-3-953 15</inkml:trace>
  <inkml:trace contextRef="#ctx0" brushRef="#br0" timeOffset="99446.68">25797 7327 4128 0,'4'-13'11'0,"1"3"52"0,3 0 43 0,-5 1 45 0,6 1 31 16,0-1 22-16,2 3 6 0,1-2 9 15,-1 3-21-15,1 2-10 0,1 1-20 0,-13 2-7 16,19-2-19-16,-19 2-5 0,19 4-15 15,-11-1 1-15,-2 2 7 0,-3 3 3 16,-1-2-3-16,-4 5 2 0,-3 2-4 16,-3 1-4-16,-5 1-3 0,-7 9-4 0,0-3-6 15,1-1-10-15,4-3-11 0,3-3-9 16,3-3-7-16,1-3-5 0,2 1 8 0,4-1-17 16,2 3-60-16,0-2 0 0,3 0 0 15,8 1 0-15,-2 2 0 0,7 1 0 16,-2-1 0-16,4 2 0 0,4 3 0 0,-4-3 0 15,-4-1 0-15,2 2 0 0,-1-3 0 16,-3 1 0-16,-3-1 0 0,-1-1 0 0,-2 1 0 16,-2 0 0-16,-4 0 0 0,-2-1 0 15,-5 1 0-15,4 1 0 0,-7 0 0 16,1-2 0-16,-5 4 0 0,1-3 0 16,0-3 0-16,-2-1 0 0,-3 2 0 0,3-3 0 15,-2-2 0-15,-2 0 0 0,2-2 0 16,-1 1 0-16,5-3 0 0,-1 1 0 0,0-2 0 15,1-2 0-15,1 1 0 0,3-3-448 16,-1 1-561-16,0-2 98 0,5 0-1069 0,1 1-1399 16</inkml:trace>
  <inkml:trace contextRef="#ctx0" brushRef="#br0" timeOffset="100680.09">25284 7115 4993 0,'-11'-8'-250'0,"1"0"55"0,1-1 43 0,-5 2 43 16,1 1 46-16,2-1 49 0,-3-1 42 0,5 3 30 15,-2 0 20-15,1 0 12 0,0 1-2 16,5 1-4-16,-4 0-10 0,9 3-10 0,-9-5-7 16,9 5-5-16,0 0 11 0,0 0 25 15,0 0 8-15,27-7-7 0,2 5-1 0,19-5 4 16,18 0-6-16,14 0-4 16,27-3-9-16,1 5-8 0,5 0-9 0,-26 1-4 15,3 4-4-15,-2-1-6 0,-8 2-3 16,-6-1-3-16,-9 1-5 0,-17-1-3 0,-7 0-3 15,-10 3 3-15,-6-3 9 0,-9 0 2 16,2 0 6-16,-2 2 7 0,-3-2 20 0,-2 5 14 16,1 2 12-16,-3 3-12 0,0 5 2 15,-2 4 4-15,2 11-5 0,-4 3-21 0,1 2-4 16,-2 2 4-16,-3 7-6 0,-1 0-6 16,0 1-2-16,-1 3-6 0,-1 6-6 15,4-7 1-15,-2-1 11 0,0-3-1 16,-2-2 9-16,2-5 4 0,0-7-9 0,-2-7-1 0,2-3 10 15,-2-5 6-15,2-1 10 16,-2-1 6-16,4 0 10 0,-4-3 4 0,2-1-100 16,2 0 0-16,-4-2 0 0,2 1 0 15,0-7 0-15,-2 11 0 0,2-6 0 0,0-5 0 16,-1 10 0-16,-1-4 0 0,-2-1 0 16,0 1 0-16,-2 0 0 0,0 1 0 0,1-1 0 15,-3 0 0-15,1 2 0 0,-1-3 0 16,0 2 0-16,1 0 0 0,0-2 0 15,-6 0 0-15,6 0 0 0,-2 0 0 0,-3 1 0 16,1-3 0-16,-5 5 0 0,-1-4 0 16,-8 3 0-16,-9 1 0 0,-4 2 0 15,-4-1 0-15,-12 1 0 0,2 2 0 0,-6 0 0 16,-1-1 0-16,2-1 0 0,0 1 0 16,-1-1 0-16,5 0 0 0,8-3 0 0,-2 0 0 15,4-1 0-15,0 3 0 0,-5-3 0 16,-1 0 0-16,-5 1 0 0,-1 2 0 0,6-4 0 15,-4 3 0-15,-3 1 0 16,8-2 0-16,-6 2 0 0,11-1 0 0,0-1 0 0,1 1 0 16,5-1 0-16,1 2 0 0,7-4 0 15,4-1 0-15,4 1 0 0,-1-1 0 16,6 0 0-16,-2-1 0 0,5 1 0 16,-1-2 0-16,2-1 0 0,1 3 0 0,0-2 0 15,0-1 0-15,4 2 0 0,7-3 0 16,-20 0 0-16,20 0 0 0,-14 0 0 0,14 0 0 15,-14 0 0-15,14 0 0 0,-11-6 0 16,5 1 0-16,2-1 0 0,0-4 0 0,2-2 0 16,2-7 0-16,4-5 0 0,2-13 0 15,5-14 0-15,4-3 0 0,1-4 0 0,5-9 0 16,3-19 0-16,3-2 0 0,0 3 0 16,-1-1 0-16,-3 6 0 0,1 17 0 0,-6 0 0 15,0 7 0-15,-4 2 0 16,0 7 0-16,-3 10 0 0,-1 5 0 0,-2 6 0 15,-3 6 0-15,3 1 0 0,-5 4 0 16,3 1 0-16,1-2 0 0,-2 3 0 0,1 1 0 16,1-3 0-16,0 6 0 0,0 0 0 15,-2 0 0-15,1 1 0 0,-2 3 0 0,-3-1 0 16,3 2 0-16,-4 4 0 0,7-10 0 16,-5 7 0-16,-2 3 0 0,0 0 0 0,0 0 0 15,0 0 0-15,0 0-320 0,0 0-252 16,0 0-126-16,1 25-199 0,-6-12 83 15,-2 3 96-15,-4 11-701 0,-3 8-870 0</inkml:trace>
  <inkml:trace contextRef="#ctx0" brushRef="#br0" timeOffset="101930.97">24722 8143 3622 0,'0'0'-169'0,"0"0"51"16,0 0 45-16,0 0 49 0,0 0 47 15,0 0 62-15,0 0 51 0,0 0 32 0,0 0 16 16,-22 5 6-16,6 0-1 0,-6 0-3 16,-1 2-2-16,-14 1-7 0,0 0-3 15,-2 0-9-15,-1-1-5 0,-1-2-16 16,2 0-15-16,-1-1-6 0,-3 0-15 0,7-2-10 0,0 2-9 15,6-1-10-15,3-1-13 16,4-2-2-16,3 1-10 0,-2-1-3 0,3 2-8 16,2 1-3-16,0-2-2 0,4-1-6 15,-3 1-4-15,5-1-2 0,11 0-5 0,-17 2-1 16,7-2-2-16,10 0-4 0,-14 4-3 16,9 2 13-16,-1 0 15 0,3 3 14 0,-3 1 6 15,1 3 16-15,0 5 12 0,1-1-1 16,1 5 2-16,1-1-1 0,0 4 0 0,-2-1 5 15,1 2 6-15,-1-2-10 0,0 1-5 16,2-4-4-16,-2 1-5 0,2-5-6 16,-2-1-9-16,2-3 1 0,2-1-8 0,-2-3-7 15,2-1 0-15,-1 0-3 0,1 1-4 16,0-9-10-16,0 12-28 0,0-12 0 16,3 10 0-16,3-5 0 0,2 0 0 0,1 0 0 15,6-1 0-15,8 2 0 0,2-2 0 16,19-1 0-16,4-1 0 0,14 0 0 0,9-2 0 15,7 1 0-15,4-4 0 0,6 0 0 16,2-1 0-16,18-4 0 0,-22 4-22 0,0-1-119 16,0 2 4-16,-1 1 18 15,2 2 27-15,-1 2 24 0,0-2 10 0,2 0 9 16,-6 0 10-16,0 0 15 0,-6-2 20 16,0 0 8-16,-3 1 12 0,-3-3 6 0,2-1 0 15,3 0 5-15,1 0-3 0,1 0 0 16,-5 0-4-16,1 1-4 0,-5 0 2 0,-3 0-7 15,-15 4 1-15,-5-2-2 0,-6 0-2 16,-10 0 6-16,-4 0-4 0,-6 2 16 16,-4 0 17-16,1-1 16 0,-3-1 15 0,3 0 13 15,-3 1 1-15,0-2-2 0,2-1-54 16,1-2-32-16,-1 4 0 0,0-2 0 16,-4 0 0-16,2-1 0 0,-1 4 0 15,-1-2 0-15,2-1 0 0,-6 2 0 0,0 0 0 16,-7 2 0-16,16-4 0 0,-9 4 0 15,-7 0 0-15,10-5 0 0,-10 5 0 0,9-1 0 16,-9 1 0-16,0 0 0 0,10-4 0 16,-10 4 0-16,0 0 0 0,9-2 0 0,-9 2 0 15,0 0 0-15,8-2 0 0,-8 2 0 16,0 0 0-16,0 0 0 0,0 0 0 0,0 0 0 16,6-7 0-16,-6 7 0 0,2-9 0 15,-2 0 0-15,-2-3 0 0,-3-3 0 0,5-3 0 16,-5-5 0-16,-1-13 0 15,1-2 0-15,-3-15 0 0,4-5 0 0,2 1 0 0,-2-1 0 16,6 10 0-16,0 7 0 0,-2-1 0 16,2 7 0-16,1 8 0 0,-3 3 0 15,0 7 0-15,0 3 0 0,-3 1 0 16,3 3 0-16,0-1 0 0,0 3 0 0,0 1 0 16,0-2 0-16,0 4 0 0,0 5 0 15,0-12 0-15,0 12 0 0,-2-8 0 0,2 8 0 16,0-7 0-16,0 7 0 0,-4-7 0 15,4 7 0-15,-3-3 0 0,3 3 0 0,-15-2 0 16,15 2 0-16,-25 0 0 0,11 0 0 16,-3 2 0-16,-2-2 0 0,1 3 0 15,-4 0 0-15,3 1 0 0,-6-2 0 16,3 0 0-16,-3 2 0 0,5-2 0 0,0 2 0 16,3-3 0-16,4 3 0 0,-1-3 0 15,3 3 0-15,-1-3 0 0,2-1 0 0,-3 4-270 16,1-1-416-16,3 1-131 0,-5 1-53 15,3-2 81-15,2 3-830 0,-3 0-1057 0</inkml:trace>
  <inkml:trace contextRef="#ctx0" brushRef="#br0" timeOffset="102413.35">25473 8216 4204 0,'3'-8'-87'0,"-1"-1"58"0,0 2 52 0,0 2 45 16,-2 5 47-16,5-6 36 0,-5 6 24 15,1-8 10-15,-1 8 3 0,0 0-9 16,0 0 21-16,0 0 34 0,0 0 11 0,4 23-1 16,-4-5-7-16,-2 0 4 0,2 7-4 15,-2 11-10-15,-1 1-17 0,3 0-15 16,-3 1-17-16,-1 0-13 0,2-2-13 0,2-7-17 15,-1-4-16-15,-1-5-119 0,0 1 0 16,2-5 0-16,-2 0 0 0,2-2 0 0,-4-2 0 16,4 1 0-16,-1-4 0 15,1-2 0-15,-2 1 0 0,2-8 0 0,-2 12 0 16,0-10 0-16,2-2-150 0,0 0-275 16,0 0-105-16,0 0-104 0,-18-22-142 0,9 13-23 15,-1-1 87-15,-1 0-705 0,-2-2-867 16</inkml:trace>
  <inkml:trace contextRef="#ctx0" brushRef="#br0" timeOffset="102946.26">25076 8297 3777 0,'8'-4'-28'0,"-5"2"43"0,-3 2 21 0,0 0 27 0,0 0 22 0,0 0 25 15,0 0 15-15,-16 15 3 0,5-6-7 16,-5 4-7-16,-3 6-5 0,-2 1-5 16,0 1-6-16,2-2-9 0,0-2-8 0,3-2-9 15,4-1-8-15,-4 0-5 0,3-2-7 16,4-2-3-16,-3 0-10 0,4-3-13 0,3 2-16 16,-4-4-23-16,6-1-43 0,3-4-44 15,-11 0-36-15,11 0-32 0,0 0-23 0,-10-16-20 16,9 5-5-16,-1 0 7 0,2-3 18 15,2-2 19-15,-2 1 19 0,1-1 21 16,-1 5 31-16,2 0 29 0,-2 1 27 16,2 2 19-16,2 1 16 0,-2 2 41 0,1-1 46 15,-3 6 36-15,8-6 24 0,-8 6 20 0,14 0 8 16,-14 0 12-16,16 4-1 0,0 2-7 0,-1 2-15 16,2 1-12-16,3 3-15 15,4 3-14-15,2 3-12 0,-1 2-13 0,2-1-30 16,2 2-52-16,0 0-73 0,-3-4-103 15,5 1-122-15,-3-3-139 0,1-1-201 0,2 0 40 16,-3-5 63-16,-4-3-313 0,5-2-326 16</inkml:trace>
  <inkml:trace contextRef="#ctx0" brushRef="#br0" timeOffset="103395.27">26473 8210 2410 0,'0'0'94'0,"0"0"12"0,-2-7 7 0,2 7 19 0,0 0 30 0,0 0 23 0,0 0 22 0,-28 11 2 0,17-3-6 16,-5 1-2-16,-1 3-2 0,-6 5-6 0,2 1-1 15,-2-1-5-15,-3 1-4 0,-1-1-14 16,0 2-11-16,3-4-12 0,0-3-17 0,8 0-10 16,-4-4-14-16,3 3-12 15,2-6-10-15,-1 2-12 0,5-2-23 0,2-4-29 16,-1 1-33-16,10-2-27 0,-17-5-18 16,12 0-16-16,-4-4 3 0,6-1 6 0,-5-2 9 15,5-1 6-15,-3-2 6 0,2 4 17 16,1 2 15-16,-2-1 7 0,1 3-1 0,2 1-5 15,1 0 1-15,1 6 11 0,0 0 14 16,0 0 14-16,0 0-4 0,0 0 0 0,39 15 2 16,-8-3-5-16,2 1-13 0,-1-1-39 15,5 1-64-15,-5-1-91 0,-2 0-90 0,1-2-94 16,-10 1-114-16,-2-5-160 0,-6 1 50 16,2 0-435-16,-3-3-502 0</inkml:trace>
  <inkml:trace contextRef="#ctx0" brushRef="#br0" timeOffset="109511.53">26010 5325 2705 0,'0'0'-61'0,"0"0"26"0,0 0 23 0,0 0 23 16,0 0 27-16,0 0 23 0,0 0 15 15,0 0 5-15,0 0 12 0,0 0 10 0,0 0 3 16,0 0 2-16,-7 7-3 0,7-7-6 16,0 0 15-16,0 0 8 0,0 0 11 15,0 0 11-15,0 0 7 0,0 0 6 0,0 0 2 16,0 0 1-16,0 0-4 0,0 0-6 16,0 0-3-16,0 0 1 0,32-12-6 0,-32 12 3 15,10-7-10-15,-10 7-4 16,1-5-4-16,-1 5-2 0,6-6-21 0,-6 6-2 0,0 0-13 15,2-9-11-15,-2 9-5 16,0 0-10-16,0 0 7 0,0 0-21 0,0 0-7 16,-42 9-5-16,27-1 1 0,0 2-7 15,-5 1-2-15,7-1 1 0,-2 2-6 0,5 1 4 16,1-4-3-16,6 1 1 0,-4 0 11 16,3-1 7-16,4 0 10 0,2-2 26 15,2-1-5-15,2 2 4 0,5-4 4 0,1 0-9 16,1 0-4-16,0-4-1 0,7 0-8 15,-4-4 2-15,4 0-1 0,-3 0 3 16,-2-4 4-16,5 0 5 0,-6-1-3 0,2-3-2 16,-7 2-39-16,0 1-30 0,-2-3 0 15,-1 2 0-15,-5 0 0 0,-1 1 0 16,0 1 0-16,-3-3 0 0,-1 5 0 0,-4-1 0 16,-2 2 0-16,-1 1 0 0,-1 1 0 15,12 3 0-15,-25-4 0 0,14 6 0 0,11-2 0 16,-19 4 0-16,10-1 0 0,-1 2 0 15,5-1 0-15,-3 2 0 0,4 1 0 0,2 0 0 16,2-7 0-16,-2 12 0 0,2-12 0 16,6 12 0-16,0-7 0 0,2 0 0 0,3 0 0 15,-2-5 0-15,5 2 0 16,-14-2 0-16,25-2 0 0,-14 2 0 0,3-5 0 16,-3 2 0-16,-2-2 0 0,-4 0 0 15,4-2 0-15,-4-2 0 0,-1-1 0 16,-2 1 0-16,-2 1 0 0,0 8 0 0,-6-16 0 15,5 10 0-15,-5-1 0 0,6 7 0 16,-16-9 0-16,9 8 0 0,-2 1 0 0,9 0 0 16,-27 3 0-16,13 1 0 0,-3 1 0 15,2 1 0-15,-2 3 0 0,1 0-490 0,3-3-220 16,0 1-229-16,3-4 74 0,5 3 105 16,-1-5-746-16,6-1-951 0</inkml:trace>
  <inkml:trace contextRef="#ctx0" brushRef="#br0" timeOffset="111027.78">26123 5341 3798 0,'0'0'-160'0,"-3"-7"41"0,3 7 31 0,0 0 27 15,-2-9 36-15,2 9 41 16,-3-7 35-16,3 7 36 0,-2-5 17 0,2 5 10 16,0 0 3-16,-4-5 8 0,4 5 2 15,0 0 2-15,0 0-4 0,-2-8-1 0,2 8-10 16,0 0-3-16,0 0-1 0,0 0 3 15,0 0 7-15,0 0 11 0,0 0 3 0,0 0 8 16,0 0-3-16,36 12 12 0,-24-4-13 16,1 1 5-16,5 1 6 0,0 2-4 15,7 3-4-15,4 1-6 0,-2 1-5 0,1 0-11 16,3-1 3-16,1 2-8 0,10 5-11 16,-1 0-8-16,0-2-6 0,1 2-11 0,-2-1-7 15,4-1-5-15,-5-2-6 16,-3-3-5-16,0 2-6 0,-2-3-1 0,0 2-1 0,7 2-10 15,6 1 20-15,-2-3 15 16,1 3-4-16,6-1 3 0,-1 2-11 0,0-1-60 16,3 1 0-16,3-3 0 0,1 5 0 15,-4-4 0-15,0 1 0 0,-3 0 0 0,-2 1 0 16,-1-1 0-16,-4 0 0 0,-9-5 0 16,-3 1 0-16,-1 1 0 0,-3-1 0 0,1 1 0 15,-1-5 0-15,2 5 0 0,5 0 0 16,7 1 0-16,1 1 0 0,9 0 0 15,0 0 0-15,1 1 0 0,2-1 0 0,-2 0 0 16,1 1 0-16,2-2 0 0,-4 1 0 16,0 2 0-16,-2-3 0 0,-3 1 0 15,-5-1 0-15,-6-2 0 0,-1-2 0 16,-3 2 0-16,-2-3 0 0,3 3 0 0,-3-4 0 16,1 0 0-16,-4 1 0 0,1-1 0 15,-7-3 0-15,0-1 0 0,-6 0 0 0,0-2 0 16,3 3 0-16,1-1 0 0,-2 2 0 15,0-1 0-15,2-1 0 0,-2 4 0 0,3-3 0 16,-2 1 0-16,0 0 0 0,-3-2 0 16,-3 1 0-16,-1-5 0 0,-2 2 0 15,1-3 0-15,-3 2 0 0,1-1 0 16,-3 0 0-16,2-1 0 0,-2-1 0 0,3 2 0 16,1 0 0-16,-1 0 0 0,2-1 0 15,-1 0 0-15,1 1 0 0,1-1 0 0,-4 1 0 16,3-1 0-16,-10-3 0 0,15 5 0 15,-15-5 0-15,11 4 0 0,-11-4 0 0,11 1 0 16,-11-1 0-16,0 0 0 0,9 4 0 16,-9-4 0-16,0 0 0 0,0 0 0 0,0 0 0 15,0 0 0-15,0 0 0 0,0 0 0 16,0 0 0-16,0 0 0 0,-34-13 0 0,12 13-800 16,-1-1-182-16,-1 4 115 0,-13 4-1018 15,13 0-1308-15</inkml:trace>
  <inkml:trace contextRef="#ctx0" brushRef="#br0" timeOffset="111461.1">28912 6892 5059 0,'-4'-10'-91'0,"4"0"44"0,-1 1 46 0,1 3 53 0,-2-2 54 16,0 0 45-16,2 8 36 0,-2-12 28 0,2 12-10 15,-4-9-15-15,4 9-22 0,-1-8-23 16,1 8 16-16,0 0 15 0,0 0-2 0,-4 31-8 15,4-9 11-15,-2 5 5 0,-2 14 2 16,3 4 1-16,1 2-10 0,-5 9-15 0,3-9-48 16,-2 7-112-16,2-9 0 0,2-2 0 15,-3-2 0-15,1-5 0 0,0-6 0 16,-2-7 0-16,4-6 0 0,-1 1 0 0,-1-4 0 16,0-2 0-16,2-4 0 0,0 1 0 15,0-1 0-15,0-8 0 0,0 10 0 16,0-10 0-16,4 4 0 0,-4-4 0 0,0 0 0 15,0 0 0-15,0 0-47 0,5-22-706 16,-3 15-191-16,-4-3 57 0,-2-2 105 16,3 3-843-16,1-2-1064 0</inkml:trace>
  <inkml:trace contextRef="#ctx0" brushRef="#br0" timeOffset="112378.61">28962 6650 4207 0,'-13'-14'-61'0,"3"3"24"16,1 3 5-16,1 0 40 0,3 2 38 15,-4-1 32-15,6 1 27 0,-1 0 1 0,0 0-8 16,4 6-10-16,0-6-10 0,0 6-6 15,20-7-10-15,-4 3-8 0,15 4 1 0,19-4-10 16,16 4-5-16,8 0-5 16,7 0-3-16,5 0-7 0,1 0-21 0,3 2-18 0,0-4-8 15,-4 0-10-15,-2-2-5 16,2 2 2-16,-5-1 7 0,-4 2 4 0,-4-3 9 16,-2 2 8-16,-9 0 14 0,-14-1 8 15,-6 1 11-15,-12 2 19 0,-5 0 15 16,-1-1 9-16,-6 1 8 0,-2 0-4 0,-2 0 5 15,0 0-5-15,1 1 0 0,-3 3-1 16,1-1 7-16,1 4 1 0,-3 4-1 0,2 0-4 16,-1 7-5-16,1 9 8 0,-4 6 24 15,3 3 12-15,-3 3 43 0,1 14 11 16,-2 7-11-16,1 4 21 0,0 0 8 16,0 2-3-16,-4 3 4 0,3-5-2 0,-1-5-13 15,-3 3-11-15,0-4 8 0,0-12-120 16,0-4-49-16,-4-6 0 0,0-8 0 0,2-7 0 15,-4-3 0-15,2-3 0 0,2-3 0 16,-2-2 0-16,0 1 0 0,0-3 0 0,0-1 0 16,0-7 0-16,0 12 0 0,0-12 0 15,0 10 0-15,0-10 0 0,-2 9 0 0,2-9 0 16,-2 8 0-16,2-8 0 0,-2 7 0 16,2-7 0-16,0 0 0 0,-12 7 0 15,5-5 0-15,7-2 0 0,-23 5 0 0,6-3 0 16,-4-1 0-16,-4 2 0 0,-8-3 0 15,-12 0 0-15,-7-3 0 0,-10 0 0 16,-7-1 0-16,0 1 0 0,-1-1 0 16,0-4 0-16,-4 4 0 0,1 0 0 0,-2 0 0 15,6 1 0-15,1 1 0 0,3 2 0 16,14 2 0-16,1-4 0 0,-13 5 0 0,14-4 0 16,-3 2 0-16,0-1 0 0,2 2 0 15,-6-4 0-15,6 2 0 0,1-1 0 0,7 1 0 16,6 0 0-16,9 1 0 15,4-2 0-15,1 1 0 0,1 0 0 0,5 0 0 16,-1 0 0-16,1 0 0 0,4 1 0 16,2-1 0-16,10 0 0 0,-19 0 0 0,19 0 0 15,-18 0 0-15,18 0 0 0,-11 0 0 16,11 0 0-16,-7 0 0 0,7 0 0 0,0 0 0 16,0 0 0-16,-18 0 0 0,18 0 0 15,0 0 0-15,0 0 0 0,-13 0 0 0,13 0 0 16,0 0 0-16,0 0 0 0,0 0 0 15,-12-1 0-15,12 1 0 0,0 0 0 0,0 0 0 16,-11 0 0-16,11 0 0 16,0 0 0-16,0 0 0 0,0 0 0 0,0 0 0 0,-7-9 0 15,7 9-35-15,0-12-741 16,2 3-186-16,1-2 92 0,3-3 89 0,3-3-840 16,3 0-1061-16</inkml:trace>
  <inkml:trace contextRef="#ctx0" brushRef="#br0" timeOffset="113143.3">29600 6953 4155 0,'14'-4'-179'0,"-14"4"58"0,11-1 52 0,-11 1 59 0,10-2 61 16,-10 2 53-16,7-2 46 0,-7 2 24 0,0 0 15 15,0 0 19-15,0 0 3 16,0 0 13-16,8-8-7 0,-8 8-19 0,0 0-14 15,0 0-22-15,-28-7-11 0,12 3-5 0,-1 3-24 16,-2-3-12-16,1 3-8 0,-2-1-12 16,3 0-15-16,-2 0-2 0,3 0 4 15,3 0-22-15,0 2-10 0,13 0-1 16,-19-2-8-16,19 2-3 0,-17 0-4 0,17 0 3 16,-12 0-3-16,12 0-3 0,0 0 2 15,-15-3-7-15,15 3-1 0,0 0-3 0,-13-1-1 16,13 1-1-16,0 0 4 0,0 0-1 15,-14-3-6-15,14 3 2 0,0 0-10 0,0 0 1 16,0 0 3-16,-11-2-6 0,11 2-6 16,0 0 2-16,0 0-2 0,0 0 3 0,0 0-2 15,-13 9 4-15,6-3-3 16,6 2 7-16,-3 2 3 0,-2-1-3 0,5 4 8 0,-3 1 0 16,4-3 9-16,0 5 0 15,0-2 6-15,4 1 4 0,-3 0 12 0,7 1 6 16,2 2-4-16,1-2 2 0,2-1-4 15,6 4-2-15,4 2-1 0,0-3 3 0,2-1-8 16,0 1 0-16,-1-1-6 0,1-1 4 16,-4-3-6-16,-6 1 5 0,-2-2-4 15,5-1 3-15,-7-1 3 0,-3 0 9 0,2-1-4 16,-3-3-40-16,-2 1 0 0,1-1 0 16,1 0 0-16,-7-6 0 0,1 10 0 15,-1-10 0-15,-1 13 0 0,1-13 0 16,-11 8 0-16,2-2 0 0,-2-2 0 0,-3-4 0 15,-1 4 0-15,2-3 0 0,-4 1 0 16,-1 0 0-16,4 0 0 0,-2-1 0 0,3-1 0 16,-1 3 0-16,3-3 0 0,-3 0 0 15,14 0 0-15,-20 0 0 0,10 0 0 0,10 0 0 16,-19-3-184-16,19 3-408 0,-12-7-117 16,8 2-195-16,4-1 90 0,0 6 81 0,11-14-714 15,0 3-897-15</inkml:trace>
  <inkml:trace contextRef="#ctx0" brushRef="#br0" timeOffset="113626.85">29978 6994 3848 0,'0'-9'63'0,"-4"-1"40"0,2 3 29 0,2 7 40 0,0-14 13 16,5 8 6-16,-4 0-5 0,-1 6-15 15,11-11-18-15,0 7-14 0,0 1-18 0,2 0-11 16,-13 3-10-16,26 0-10 0,-15 4-11 16,3-2-8-16,-3 4-6 0,0-3-7 0,0 3-2 15,-4 1 1-15,-3 2 0 16,-2 0 7-16,-4 1 15 0,-2 2 9 0,-3 2-16 16,-5-1 22-16,-3 3 6 0,2-1 1 15,1-1-6-15,1-1-6 0,4-2-4 0,-2-1-2 16,4-2 0-16,1 1 14 0,0 1 19 15,2 0 4-15,4-3 0 0,0 3-1 16,4 2 2-16,-1-2 1 0,4 1-6 0,0-1-96 16,0 2-20-16,0-1 0 0,0 1 0 15,-2-1 0-15,-2-1 0 0,1-2 0 16,-2 3 0-16,-3-3 0 0,-1 0 0 0,0 1 0 16,-3 2 0-16,-3-3 0 0,1 2 0 0,-4 0 0 15,-2-2 0-15,-2 0 0 16,2-1 0-16,-4 0 0 0,0-2 0 0,-3-1 0 0,1 0 0 15,2-4 0-15,-1 0 0 16,3 0 0-16,0-3 0 0,-1 3 0 0,2-1 0 16,-2 1-681-16,1-4-295 0,-3 4 80 15,3 2 99-15,-4 0-849 0,0 5-1085 0</inkml:trace>
  <inkml:trace contextRef="#ctx0" brushRef="#br0" timeOffset="114878.01">28702 7707 4171 0,'0'0'-190'0,"0"0"53"0,5-4 47 0,-5 4 51 0,8-6 50 0,-8 6 49 0,9-7 38 16,-9 7 32-16,12-7 18 0,-5 5 15 15,-7 2 15-15,15-4 15 0,-15 4 9 0,10-3 11 16,-10 3 12-16,7-4 0 0,-7 4-17 16,0 0 1-16,0 0 8 0,0 0-3 0,0 0-17 15,-28 13-15-15,7-6-18 0,-2 0-15 16,-10 2-6-16,-1 0-13 0,-4-2-15 0,2 0-9 16,0 0-14-16,7-3-6 0,3 1-9 15,1-1-7-15,3-4-8 0,4 3-6 0,-1-3-9 16,4 0-5-16,-1-3-5 0,3 3-11 15,13 0-25-15,-21-4-1 16,12 3 0-16,9 1 0 0,-14-6 0 0,14 6 0 16,-13-2 0-16,13 2 0 0,0 0 0 15,-14 0 0-15,14 0 0 0,-7 10 0 0,5-3 0 16,0 1 0-16,0 6 0 0,0 1 0 16,0-1 0-16,1 3 0 0,1 5 0 0,0-4 0 15,-2 0 0-15,2-1 0 0,-2 3 0 16,2-3 0-16,-2 1 0 0,-1-3 0 15,1-1 0-15,2-3 0 0,-2 1 0 16,2 0 0-16,0-5 0 0,-1 0 0 0,1-7 0 16,1 16 0-16,-1-8 0 0,0 0 0 15,2 0 0-15,-2-8 0 0,7 12 0 0,-3-5 0 16,1 1 0-16,2-1 0 0,4 2 0 16,2 1 0-16,6-3 0 0,3 2 0 15,14-1 0-15,7 0 0 0,12 3 0 0,2-3 0 16,4 1 0-16,10-1-13 0,2 3-42 15,8-2 4-15,18 3 8 0,6-1 5 0,-1 1 12 16,5 3 5-16,-1-7 3 0,-22-2 0 16,-2 0 0-16,1 0 3 0,-8-1 5 15,2-1 19-15,-4 4 2 0,2-5 4 16,-5 4 5-16,3-5 10 0,-5 3 3 0,0 1 0 16,0 0 8-16,-2-2 5 0,4 4 1 15,3-3-6-15,-3 0-41 0,5-2 0 0,2 1 0 16,0 2 0-16,0-2 0 0,-2-1 0 15,-5-1 0-15,-5 0 0 0,-20-1 0 0,-2 1 0 16,-13 0 0-16,-8-2 0 0,-3 2 0 16,-3-2 0-16,-3 1 0 0,-1-1 0 0,-3 0 0 15,-11 0 0-15,17-1 0 0,-8-1 0 16,-9 2 0-16,12-4 0 0,-7 1 0 0,-5 3 0 16,8-5 0-16,-8 5 0 15,4-6 0-15,-4 6 0 0,2-7 0 0,-2 7 0 16,0-9 0-16,0 9 0 0,-6-13 0 15,5 5 0-15,-3-2 0 0,-3-5 0 0,2 1 0 16,-3-7 0-16,-4-8 0 0,3-4 0 16,2-3 0-16,-1-1 0 0,0-3 0 0,4-3 0 15,4-4 0-15,2 1 0 0,2 3 0 16,1-1 0-16,-2 5 0 0,1 1 0 0,0 9 0 16,-2 5 0-16,-1 4 0 15,1 3 0-15,0 4 0 0,-2 1 0 0,0 2 0 0,0-1 0 16,2 3 0-16,-2 2 0 0,2-4 0 15,-2 5 0-15,0 5 0 0,2-12 0 16,-2 10 0-16,0 2 0 0,1-10 0 16,-1 10 0-16,0 0 0 0,0-8 0 0,0 8 0 15,0 0 0-15,0 0 0 0,0 0 0 16,0 0 0-16,-36 12 0 0,20-6 0 0,-7 1 0 16,-10 3 0-16,-3-1 0 0,-3 0 0 15,0 2 0-15,-1-5 0 0,-1 2 0 0,4-2 0 16,-3 0 0-16,4 1 0 0,7 0 0 15,2-4 0-15,10 1 0 0,-2 0 0 0,2 0 0 16,2-4 0-16,3 3 0 0,1-1 0 16,0-2 0-16,1 0 0 0,0 2 0 15,10-2-77-15,-19 2-673 0,10-2-190 16,-2 2 43-16,-5 0 111 0,-3-2-826 0,-9 0-1053 0</inkml:trace>
  <inkml:trace contextRef="#ctx0" brushRef="#br0" timeOffset="115295.1">29455 7771 4449 0,'0'0'17'0,"0"-14"39"0,2 10 42 0,-2 4 49 0,5-8 46 0,-5 8 45 15,0 0 34-15,2-7 18 0,-2 7-4 0,0 0-6 16,0 0-27-16,0 0-11 0,0 0 27 16,0 0 26-16,13 15 12 0,-10-1-11 15,-1 3-93-15,0 7-203 0,0 1 0 0,0 14 0 16,-2 0 0-16,0-1 0 0,-2-1 0 0,2-8 0 15,0-2 0-15,-4-4 0 0,2 2 0 16,1-7 0-16,-1-1 0 0,2 1 0 16,-2-5 0-16,0-1 0 0,0-1 0 15,0-1 0-15,0-2 0 0,2-1 0 0,0 0 0 16,0-7 0-16,-1 11 0 0,1-11 0 16,-2 6 0-16,2-6 0 0,0 0 0 0,0 0-385 15,0 0-383-15,-20-14-154 0,13 6 78 16,1-2 92-16,-4 0-785 0,1-6-982 0</inkml:trace>
  <inkml:trace contextRef="#ctx0" brushRef="#br0" timeOffset="115676.84">29303 7839 4260 0,'0'0'22'0,"0"0"36"0,-9-6 37 0,9 6 45 16,0 0 44-16,0 0 43 0,-20 5 12 15,20-5 6-15,-22 8-27 0,8-4-13 0,0 4-23 16,0 1-19-16,-5-1-20 0,0-1-9 16,-1 1-18-16,0 1-9 0,3 0-16 0,-3 1-19 15,5-5-32-15,0 3-38 16,0-4-25-16,4 1-26 0,-3 0-25 0,5-3-34 0,-1 0-38 16,10-2-20-16,-13 0-11 15,13 0-8-15,-10-9 11 0,7 4 13 0,1-2 12 16,4-2 21-16,-2 4 6 0,2-5 22 15,-1 3 27-15,1 2 12 0,2-2 22 0,-4 7 12 16,5-6 14-16,-5 6 26 0,12 0 18 16,-12 0 21-16,15 11 6 0,-6-2-1 0,7 7-1 15,5 4-6-15,0 2-7 0,-2 4-3 16,2 2-6-16,0-3-13 0,4 3-28 16,0-4-45-16,0-4-66 0,0 3-90 0,-2-8-88 15,1-3-105-15,-3-3-137 0,2-3-77 16,1 0 70-16,1-3-354 0,4 0-381 0</inkml:trace>
  <inkml:trace contextRef="#ctx0" brushRef="#br0" timeOffset="116043.57">30370 7903 2886 0,'-2'-9'236'16,"2"9"7"-16,-13-4 15 0,13 4 22 15,0 0 25-15,-21 0-12 0,21 0-4 0,-18 7-20 16,4-1-29-16,3 2-21 0,-1-1-20 16,0 3-23-16,1 1-20 0,-4-1-5 0,0 2-25 15,3-3-29-15,-3 3-37 0,-1-1-32 16,2-1-24-16,-4 2-45 0,1-5-36 16,0 3-38-16,0-4-48 0,0 1-39 15,2-3-31-15,-1-4-8 0,3-2 15 0,3-1 21 16,1-5 18-16,2-4 30 0,5-1 33 15,2-1 29-15,3-3 38 0,3 1 49 0,-1 3 41 16,5-1 35-16,-6 5 32 0,6 2 40 16,1 2 31-16,1 4 20 0,-12 1 14 0,25 4 0 15,-9 2-10-15,11 9-17 0,-2 2-11 16,2 3-26-16,-1 2-15 0,0-3-45 0,-3 1-65 16,2 3-73-16,0-3-87 0,-4-1-104 15,2 0-106-15,-6-7-112 0,-2-5-164 16,-3-1-59-16,-3 0 75 0,2-2-474 15,-5-2-559-15</inkml:trace>
  <inkml:trace contextRef="#ctx0" brushRef="#br0" timeOffset="126740.93">26452 6999 2751 0,'-4'-3'-63'0,"4"3"44"0,0 0 35 0,-5-5 27 15,5 5 24-15,0 0 25 16,0 0 23-16,-8-6 20 0,8 6 19 0,0 0 1 0,-5-6-3 15,5 6-4-15,0 0-5 0,0 0-10 16,-9-2-4-16,9 2-4 0,0 0-3 16,0 0 4-16,0 0-3 0,0 0 6 15,0 0 5-15,0 0-5 0,0 0 1 0,0 0 6 16,0 0 9-16,0 0-2 0,22-7 2 16,-22 7-8-16,17-2-10 0,-4 1-9 0,-13 1-7 15,31 1 6-15,-10-2-9 0,-3 1-1 16,11-2-11-16,2 2-10 0,9 2-3 0,4-1-14 15,-2-1-2-15,3 0-12 16,4-1-6-16,-2 1-3 0,-1 0-10 0,-5 0 3 16,6-4-5-16,-8 3 1 0,1-3-9 15,-10 2-3-15,-3 2-3 0,0-3 5 0,-4 3-7 16,2-3 1-16,-5 2 0 0,4 0 3 16,-3-1-8-16,3 0-4 0,-3 2-1 0,0 0 6 15,1-2-4-15,-4 0-1 0,3 2 0 16,1-2 1-16,-2 0-6 0,1 2 3 15,-1 0-4-15,-2-2 3 0,-2 2-2 0,-2-1-1 16,-14 1 7-16,25 0-8 0,-14-2 7 16,2 0 2-16,-4 2 4 0,-9 0 7 0,17-4 3 15,-9 4-4-15,-8 0-5 16,14-1 0-16,-14 1 1 0,14-3-4 0,-14 3 0 0,10-2-2 16,-10 2-5-16,9 0 2 15,-9 0-3-15,0 0-1 0,0 0-1 0,16-2-2 16,-16 2-4-16,0 0 5 0,0 0-3 0,0 0-9 15,11 0 5-15,-11 0-5 0,0 0 6 16,0 0 1-16,0 0 4 0,6 12-5 16,-4-5 4-16,-4 6-1 0,-1 5 0 15,1-1 4-15,-1 8 3 0,-5 8-4 0,3 4 2 16,-3 4-3-16,-2-2 4 0,-3 9-1 0,1-9 1 16,1 9-1-16,-2-3 2 0,5-7 5 15,-1-5 9-15,0 1 5 0,3-9 11 16,-2-4 6-16,2-1-1 0,1-5 6 15,1 1-3-15,2-4 0 0,-2-2 2 0,2 1-47 16,1-3 0-16,-2 0 0 0,1-1 0 16,-2 0 0-16,4-7 0 0,-2 12 0 0,2-12 0 15,0 11 0-15,-1-5 0 0,1-6 0 16,-2 14 0-16,0-7 0 0,0 0 0 0,2-7 0 16,-2 16 0-16,0-12 0 0,2 4 0 15,0-8 0-15,-1 10 0 0,1-10 0 16,0 10 0-16,0-10 0 0,0 0 0 0,-2 11 0 15,2-11 0-15,0 6 0 0,0-6 0 16,0 0 0-16,0 12 0 0,0-12 0 0,-2 7 0 16,2-7 0-16,0 0 0 15,-2 8 0-15,2-8 0 0,0 0 0 0,0 8 0 16,0-8 0-16,0 0 0 0,0 0 0 16,-5 10 0-16,5-10 0 0,0 0 0 0,0 0 0 15,-2 7 0-15,2-7 0 0,0 0 0 16,0 0 0-16,-5 6 0 0,5-6 0 0,0 0 0 15,-17 0 0-15,17 0 0 0,-19 0 0 16,6 0 0-16,13 0 0 0,-30 0 0 0,10 0 0 16,1 0 0-16,-3-2 0 0,-2 2 0 15,1 0 0-15,2 0 0 0,-3 0 0 0,-3 2 0 16,2-2 0-16,0 2 0 16,2-2 0-16,3 0 0 0,-5 2 0 0,2-2 0 15,2 2 0-15,0-2 0 0,4 3 0 16,-3-1 0-16,4-2 0 0,-2 1 0 0,3 1 0 0,2-2 0 15,-2 4 0-15,-1-4 0 16,1 1 0-16,1 0 0 0,0 2 0 0,-2-2 0 16,-1-1 0-16,3 2 0 0,-2-2 0 15,-2 2 0-15,5-2 0 0,-2 0 0 0,2 2 0 16,13-2 0-16,-25 0 0 0,16 1 0 16,9-1 0-16,-18 0 0 0,18 0 0 15,-17 0 0-15,17 0 0 0,0 0 0 0,-15 2 0 16,15-2 0-16,0 0 0 0,-13 0 0 15,13 0 0-15,0 0 0 0,0 0 0 0,-16 2 0 16,16-2 0-16,0 0 0 0,-11-2 0 16,11 2 0-16,-9-5-427 0,9 5-234 15,-12-8-136-15,4 2-60 0,3-2 77 16,-4 2-808-16,6-3-1029 0</inkml:trace>
  <inkml:trace contextRef="#ctx0" brushRef="#br0" timeOffset="127559.83">26824 7204 4128 0,'0'0'-94'0,"0"0"55"0,0-9 49 16,0 9 52-16,0 0 38 0,0-9 32 15,0 9 22-15,0 0 8 0,0 0-3 16,0 0-9-16,0 0-20 0,0 0-12 0,0 0 22 16,0 0 19-16,0 0-1 0,-14 34-4 15,7-12 0-15,-2 10 6 0,0 0-1 0,0 4-12 16,0-1-2-16,4-2-8 0,-6 2-9 16,6-5-14-16,-1-3-9 0,3-5-3 0,-1-1-10 15,-3-6-6-15,6 0-12 0,-3-5-3 16,-2 2-7-16,4-1-2 0,1-1-8 15,-3-3 2-15,0 0-6 0,4-7-11 0,-3 8-15 16,3-8-18-16,0 0-25 0,0 0-11 16,0 0-24-16,0 0-14 0,-18-24-29 15,18 7-17-15,0-7-21 0,4-10-6 0,3 0-7 16,3-4 0-16,1 1 4 0,0 2 13 16,1 2 14-16,-1 4 12 0,-5 7 17 0,1 1 10 15,-2 3 18-15,-3 4 18 0,0 3 22 16,0 2 19-16,-1 1 4 0,-1 0 5 0,0 8 1 15,-3-9 4-15,3 9 10 0,-16-5 9 16,16 5 11-16,-20 5 10 0,4 1 17 16,-1 4 10-16,-2-1 13 0,1 1 8 15,0 3-2-15,0 1 8 0,5-2-5 16,-2 1 0-16,6-4-10 0,-1 1-5 0,4 0 5 16,-2-2 1-16,7 0 7 0,-1 1 6 15,2-9-2-15,7 15-9 0,3-8-9 0,3-2-9 16,7 2-8-16,5 0-9 0,7-1-10 15,4 3-8-15,-2-4-18 0,-5 0-20 0,-2 1-4 16,-4-2 0-16,-7-1-8 0,0-2-4 16,-1 1-1-16,-6-2-2 0,3 4 0 0,-5-4 2 15,-7 0 1-15,13 2-5 0,-13-2-6 16,0 0-16-16,18 1-22 0,-18-1-43 0,0 0-42 16,0 0-47-16,0 0-51 15,0 0-67-15,0 0-79 0,0 0-70 0,0 0-97 16,0 0-156-16,0 0-7 0,0 0 79 0,-27-13-544 15,27 13-650-15</inkml:trace>
  <inkml:trace contextRef="#ctx0" brushRef="#br0" timeOffset="128308.83">27192 7270 3288 0,'0'0'74'0,"2"-7"38"0,-2 7 19 0,2-5 32 15,-2 5 31-15,0-9 25 0,0 9 16 16,0 0 7-16,0 0-12 0,0 0-19 16,-4-11-18-16,4 11-18 0,0 0-23 0,-21-4-11 15,8 2-11-15,-5 2-12 0,2 0-14 16,-6 0-11-16,1 0-12 0,3 2-2 0,0 0-9 15,2-4-7-15,2 2-2 0,14 0-11 16,-23 0-4-16,11 0-7 0,12 0 0 0,-17 0-7 16,10 2 0-16,7-2-5 0,0 0-7 15,-18-2 4-15,18 2-7 0,0 0 0 0,-15 0-8 16,15 0-3-16,0 0-8 16,-11 0-4-16,11 0-5 0,0 0 1 0,0 0-1 15,0 0-1-15,-14 0 1 0,14 0 0 16,0 0 6-16,0 0-6 0,0 0 5 0,0 0 0 15,0 0-1-15,0 0 3 0,-11-2 3 16,11 2-2-16,0 0-4 0,0 0 2 16,0 0-1-16,0 0 1 0,0 0-4 0,0 0 2 15,0 0-5-15,0 0 5 0,-5 7 1 16,2 0 2-16,3 0-1 0,0 2 8 0,-2 3 1 16,0 1 6-16,0 3 3 15,2 1 0-15,-2-2-2 0,2 0 1 0,2 3 8 16,-2-5 7-16,4 1-3 0,-2-2 11 15,2-2 13-15,0 1 5 0,2-1 6 0,1-2 1 16,0-1 6-16,5-2-10 0,0 1-1 16,1-5-4-16,0 3-8 0,0-2 0 0,1 1-6 15,-1-2-1-15,-3 2-12 0,3 1-1 16,-4 0 0-16,3 2-2 0,-1 0 0 0,-3 0 1 16,2 1 8-16,-3 2 0 0,1 2 1 15,-3-1 9-15,4-1 6 0,-6 1 8 0,-1 0 7 16,2-1 9-16,-4 1 15 15,0 0 9-15,-2 1-84 0,-2 0-10 0,3-1 0 0,-5 2 0 16,-2-1 0-16,-2-1 0 16,-1 0 0-16,-1-1 0 0,1-1 0 0,-3 1 0 15,3-2 0-15,0 1 0 0,3-3 0 16,-1-1 0-16,-1 0 0 0,10-4 0 0,-13 7 0 16,7-4 0-16,6-3 0 0,-7 4 0 15,7-4 0-15,-10 2 0 0,10-2 0 0,-12 2-408 16,12-2-253-16,0 0-183 0,-7 3-18 15,7-3 93-15,0 0-811 0,0 0-1023 16</inkml:trace>
  <inkml:trace contextRef="#ctx0" brushRef="#br0" timeOffset="129459.33">27483 7827 4144 0,'0'0'-111'0,"-11"-2"50"0,11 2 55 0,-11-1 45 16,11 1 43-16,-10-4 25 0,10 4 9 0,0 0 2 15,-10-1-10-15,10 1-3 0,0 0-8 16,0 0-3-16,0 0-7 0,0 0-5 0,0 0-4 16,0 0-10-16,33-2-6 0,-17 2-8 15,-2 0-7-15,4 0-2 0,-3 0-3 0,0 0-6 16,0 0-2-16,-1 0-1 0,-3 0-4 15,-2-2-3-15,-9 2 2 0,20 2 6 0,-20-2 7 16,13-2 7-16,-13 2 6 0,12 0 6 16,-12 0-2-16,0 0 1 0,13-1-7 15,-13 1-4-15,0 0 1 0,13 1 0 16,-13-1 2-16,12 4-4 0,-7-2 2 0,1 2-3 16,2 3 7-16,-3 2-1 0,1 0-5 15,1 4 1-15,-3 6 3 0,3-2-7 0,-4 2 2 16,1 3-3-16,-2 4 7 0,0-1 5 15,-2 4-5-15,1 6 5 0,-1-5-8 16,2-5 7-16,-2-2-1 0,0 4 5 0,4-5 11 16,-4-1 6-16,4-1 0 0,-2 0 7 15,-1-6 6-15,-1 1 2 0,0-1 0 0,2-5-6 16,1 2 4-16,-3-4-4 16,0 1-6-16,0 1-4 0,0-1-6 0,0-1-56 0,0 2-12 15,0-2 0-15,0 1 0 16,0-1 0-16,0 2 0 0,0-1 0 0,0 1 0 15,0-3 0-15,2 3 0 0,-2-2 0 16,0 0 0-16,2 0 0 0,-2-2 0 0,0-5 0 16,2 10 0-16,-2-10 0 0,1 8 0 15,-1-4 0-15,0-4 0 0,0 7 0 0,0-7 0 16,0 0 0-16,0 9 0 0,0-9 0 16,2 6 0-16,-2-6 0 0,0 0 0 0,0 0 0 15,-2 7 0-15,2-7 0 16,0 0 0-16,0 0 0 0,-1 8 0 0,1-8 0 15,0 0 0-15,0 0 0 0,-4 6 0 0,4-6 0 16,0 0 0-16,-10 3 0 0,10-3 0 16,-11 5 0-16,5-3 0 0,-6 2 0 15,1-2 0-15,-7 2 0 0,2-1 0 0,-5-1 0 16,-4 2 0-16,-4-2 0 0,-9 2 0 16,-2 0 0-16,3-2 0 0,-4 4 0 0,1-4 0 15,10 2 0-15,3-1 0 0,0-1 0 16,6-2 0-16,-3 4 0 0,4-2 0 0,1-2 0 15,2 2 0-15,0-2 0 0,-2 0 0 16,4 0 0-16,-2 2 0 0,-2-2 0 0,1 0 0 16,3 0 0-16,0 0 0 15,0 2 0-15,4-2 0 0,11 0 0 0,-20 0 0 16,13 2 0-16,7-2 0 0,-14 0 0 16,14 0 0-16,0 0 0 0,-15 0 0 0,15 0 0 15,0 0 0-15,-14 0 0 0,14 0 0 16,0 0 0-16,0 0 0 0,-11-2 0 0,11 2 0 15,0 0 0-15,-3-8 0 0,3 8-77 16,0-10-656-16,0 10-219 0,7-15 78 0,-1 7 107 16,-1-1-861-16,5-1-1068 0</inkml:trace>
  <inkml:trace contextRef="#ctx0" brushRef="#br0" timeOffset="129873.43">27535 8045 4281 0,'3'-3'-86'0,"-3"3"71"0,2-10 53 0,-2 10 58 0,0 0 37 0,-2-6 25 0,2 6 7 16,0 0 7-16,0 0 5 0,-25 10-3 16,11 3-11-16,-4-1 8 0,-9 6 14 15,3 1-2-15,-1 0-1 0,0 2-5 0,2-3-16 16,0 1-11-16,7-4-14 0,0-2-16 15,-1-1-10-15,3-1-14 0,3 0-7 16,-2-3-24-16,1 3-44 0,3-6-50 0,0 2-59 16,-1-1-74-16,1-2-88 0,-1-2-104 15,10-2-87-15,-14 0-90 0,14 0-100 16,0 0-61-16,-9-14 48 0,7 5-540 0,6-3-648 16</inkml:trace>
  <inkml:trace contextRef="#ctx0" brushRef="#br0" timeOffset="130073.65">27221 8029 3280 0,'0'-7'93'15,"2"0"57"-15,-2 3 45 0,0 4 37 0,0 0 41 16,0 0 27-16,0 0 12 0,0 0 31 16,0 0 37-16,0 0 20 0,0 0-25 0,9 38-15 15,0-9-12-15,1 1-30 0,3 3-28 16,1 1-28-16,-1 1-26 0,3 0-192 16,-3-4-44-16,-1-1 0 0,0-1 0 15,1-3 0-15,-2-6 0 0,-2-3 0 0,-2-5 0 16,-1-1 0-16,-1 0-47 0,2-4-332 15,-4 0-133-15,-3-3-140 0,0-4-195 0,0 0 35 16,0 0 94-16,0 0-719 0,0 0-886 16</inkml:trace>
  <inkml:trace contextRef="#ctx0" brushRef="#br0" timeOffset="142021.5">28978 6658 802 0,'11'0'171'0,"-11"0"-45"0,0 0-18 15,0 0-1-15,11 0-4 0,-11 0-8 16,0 0-12-16,0 0-5 0,0 0-2 16,0 0 2-16,0 0 0 0,0 0 1 0,0 0 6 15,0 0 4-15,0 0 4 0,0 0 3 16,0 0 5-16,0 0-2 0,-43-2 1 0,29 0 1 15,-3-2-1-15,-6 2-3 0,-4-2-4 16,-7-2-10-16,-4 4-4 0,2-5-8 16,-1-1-8-16,8 4-3 0,2 0-6 15,2 0-6-15,0 2-5 0,4-2-8 0,2 0 1 16,3 3-2-16,4-1 0 0,-1-2-12 16,13 4 0-16,-22-2-3 0,14 2-7 15,8 0 0-15,-15-4 1 0,15 4 1 0,-9-2-8 16,9 2 9-16,0 0-3 0,-16-4 0 15,16 4-1-15,0 0-2 0,-9-2 1 0,9 2-8 16,0 0 15-16,0 0 4 0,-14-3-1 16,14 3 1-16,0 0-10 0,0 0 8 0,-9-3 9 15,9 3 4-15,0 0-9 16,0 0 3-16,0 0 4 0,-9-4-2 0,9 4-1 16,0 0-1-16,0 0-8 0,0 0 8 15,0 0-1-15,0 0-2 0,0 0 0 16,0 0 2-16,0 0-2 0,0 0-7 0,0 0 2 15,0 0 0-15,0 0 3 0,0 0-2 16,-10-5 8-16,10 5-3 0,0 0 1 0,0 0-2 16,0 0 4-16,0 0 4 0,0 0 2 15,0 0-4-15,0 0 5 0,0 0-2 0,0 0-2 16,0 0-3-16,0 0 1 0,0 0-4 16,0 0-2-16,0 0 3 0,0 0-6 15,0 0 0-15,0 0 2 0,0 0 4 16,0 0 1-16,0 0 6 0,0 0 3 0,0 0 2 15,0 0 0-15,0 0-1 0,0 0-2 16,0 0-4-16,0 0-1 0,0 0-4 16,0 0-4-16,0 0-4 0,0 0 2 0,0 0-6 15,0 0-1-15,0 0-1 0,0 0 4 16,0 0-5-16,0 0-2 0,0 0 0 0,0 0 1 16,0 0 0-16,0 0 13 0,0 0 4 15,0 0 4-15,0 0 3 0,0 0-2 16,0 0-4-16,-10-4-2 0,10 4-4 15,0 0 0-15,0 0-3 0,-13-4-1 0,13 4-6 0,0 0 3 16,-12-2-1-16,12 2 1 16,0 0-2-16,0 0-6 0,0 0 4 0,-11-4-5 15,11 4 1-15,0 0 0 0,0 0 1 16,0 0-3-16,0 0-2 0,-12-3 5 16,12 3-2-16,0 0 2 0,0 0-2 0,0 0 2 15,0 0-1-15,0 0 2 0,0 0-6 16,0 0 4-16,0 0-1 0,0 0-4 0,0 0 3 15,-9-3-1-15,9 3-2 0,0 0 0 16,0 0 0-16,0 0 0 0,0 0 2 0,0 0-1 16,0 0 1-16,0 0-2 15,0 0-2-15,0 0 2 0,0 0-3 0,0 0 2 16,0 0 1-16,0 0-4 0,0 0 1 16,0 0-1-16,0 0-1 0,0 0 3 0,0 0-1 15,0 0 1-15,0 0 0 0,0 0-1 16,0 16 2-16,0-16 3 0,2 15-3 15,0-3 0-15,-2 1 3 0,2 3-2 0,-1 3-3 16,-1 0 4-16,4 3 3 0,-4 0-6 16,3-1 4-16,-3-1-3 0,2 1 5 0,-2-1 0 15,0 0 0-15,0-2-2 0,0-1 1 16,0 1-1-16,2-5 1 0,-2 0-1 0,0-1-14 16,0 2 3-16,1-1 1 15,-1-3-1-15,0-1-1 0,0 3 3 0,0-2 0 16,0 0 2-16,0-1 0 0,0-1 1 15,0 1-1-15,0 1 4 0,0-1-2 0,2-1 2 16,-4 2-1-16,2-1 0 0,0 0 2 16,-1 1-3-16,1-1-1 0,0 1 3 15,-2-2-2-15,0 5 1 0,-1-2 4 0,-1-1-2 16,4 2-2-16,-1-1 3 0,-1 1-4 16,2-4 2-16,-2 4 3 0,0-1-2 0,-2-1 1 15,3 1-2-15,1 1 0 16,-2-2 2-16,0 1-2 0,0-1-1 0,0 2 5 15,0-2-4-15,0 1-2 0,1 0 5 16,-2 1-5-16,3-2 4 0,-2 1 2 0,0-1-5 16,2-2 2-16,-2 1-1 0,0-1 0 15,2 0 3-15,0 0 0 0,0-8-5 0,-1 13 5 16,1-5-1-16,0-8-1 0,0 13-1 16,0-5 0-16,0-8 2 0,0 12-3 0,0-12 3 15,-2 10-4-15,2-10 2 0,2 10 4 16,-2-10-4-16,1 9 0 0,-1-9 2 15,6 12 0-15,-4-7-1 0,-2-5 1 0,12 10-2 16,-7-6 1-16,6 2 1 0,0 0 0 16,2 0-1-16,0 1-4 0,-3 0 5 15,3-2-2-15,0 2 1 0,-1-2 1 16,-3 0-2-16,1-2 5 0,-10-3-6 0,13 5 1 16,-8-1 4-16,-5-4-1 0,12 5-1 15,-12-5 1-15,11 5-5 0,-11-5 5 0,14 2 1 16,-14-2-7-16,11 4 6 0,-11-4-2 15,11 1 0-15,-11-1 0 0,0 0-3 0,14 2 0 16,-14-2-1-16,0 0 3 0,0 0-4 16,10 2-1-16,-10-2-14 0,0 0-22 15,0 0-40-15,0 0-49 0,0 0-49 0,0 0-59 16,0 0-65-16,0 0-88 0,0 0-133 16,0 0-102-16,0 0 56 0,0 0-386 15,0 0-435-15</inkml:trace>
  <inkml:trace contextRef="#ctx0" brushRef="#br0" timeOffset="142971.6">28543 7009 2420 0,'1'-5'-83'0,"-1"0"26"0,0 5 24 0,2-7 20 16,-2 7 15-16,2-7 21 0,-2 7 17 15,0 0 7-15,0 0 0 0,3-7 0 0,-3 7-5 16,0 0 1-16,0 0-3 0,2-7-1 16,-2 7 2-16,0 0 1 0,0 0-2 0,4-4-3 15,-4 4-3-15,0 0-1 0,0 0-3 16,0 0-1-16,0 0-1 0,0 0-3 0,0 0-1 16,1-5 7-16,-1 5 1 0,0 0 0 15,0 0 5-15,0 0-5 0,0 0 0 16,0 0-1-16,0 0-3 0,0 0-3 0,0 0-2 15,0 0 0-15,0 0 2 0,0 0 13 16,0 0-2-16,0 0 3 0,0 0 9 16,0 0-6-16,-12 20 3 0,9-11-3 15,-3 2 7-15,1-4-1 0,-1 4-11 0,1 2 2 16,0-3-1-16,-3 3-2 0,5-1-4 16,-3-2-4-16,4 0-8 0,-1-1 1 0,-1 0 0 15,-1-3 1-15,5-1-7 0,-1 0-1 16,1-5-1-16,-2 10 3 0,2-10 2 15,0 7-3-15,0-7-1 0,0 0 3 0,8 6-2 16,-8-6 2-16,11 1-7 0,-11-1 2 16,0 0-3-16,0 0 2 0,21-7-3 15,-13 4 4-15,-5-1-5 0,-3 4-2 0,10-6-3 16,-9 0 9-16,-1 6 2 0,9-5-7 16,-9 5 7-16,5-5-5 0,-5 5-5 0,6-4 0 15,-6 4 2-15,5-3-4 0,-5 3 3 16,0 0-5-16,0 0-1 0,0 0 6 0,0 0-3 15,0 0 3-15,0 17 4 0,-1-9-7 16,-1 2 4-16,-2 1 6 0,2 1-3 0,-1 2-4 16,3 1 1-16,-2-1 5 15,2 1-6-15,0 0-2 0,0-1 3 0,0 1-1 0,-2-3-1 16,4-2 5-16,-2 1-4 0,0-3 6 16,0 1-9-16,0-2-1 0,0 0 0 15,0-7 3-15,0 10 1 0,0-10 1 16,2 6 1-16,-2-6-12 0,0 0-21 15,0 0-43-15,0 0-52 0,0 0-53 0,0 0-70 16,0 0-77-16,0 0-92 0,0 0-105 16,0 0 25-16,0 0-193 0,1-20-181 0</inkml:trace>
  <inkml:trace contextRef="#ctx0" brushRef="#br0" timeOffset="143921.31">28743 7100 1744 0,'0'0'-25'0,"0"0"13"0,0 0 21 0,0 0 12 0,0 0 14 0,0 0 15 16,0 0 8-16,0 0 11 0,0 0-4 16,0 0-1-16,0 0 4 0,0 0-1 0,0 0 2 15,0 0 1-15,0 0 9 0,0 0 3 16,0 0 2-16,0 0 1 0,0 0-15 15,0 0-5-15,20 3 0 0,-20-3 0 0,0 0 1 16,1-6 1-16,-1 6 3 0,4-7-5 16,-4 7-8-16,2-9 1 0,-2 9-9 0,0-10 8 15,0 10-14-15,-2-10-2 16,0 3-2-16,2 7-2 0,-2-12 0 0,2 7-2 16,0 5-2-16,0-9 2 0,0 9 5 15,-1-10-8-15,1 10 0 0,-5-5-3 0,5 5-11 16,0 0 6-16,0 0 6 0,0 0-6 15,-22 8 2-15,13-2-3 0,2 0 2 0,-2 3-1 16,1-1 6-16,2 3-4 0,0-1 3 16,3 0-7-16,-1-1-2 0,0 0-6 0,4-1 9 15,0-1 1-15,0-7 3 0,4 10 6 16,0-5 2-16,1-2-8 0,4 1 5 0,-9-4 9 16,14 0 4-16,-14 0 8 0,18-4 11 15,-18 4 1-15,15-4 0 0,-12 0-5 16,5 0-2-16,0 1-2 0,-4 0 1 15,1-3-6-15,-5 6-4 0,8-5-4 0,-5-1-6 16,-3 6-5-16,7-4-2 0,-7 4-5 16,0 0-3-16,7-5-3 0,-7 5-4 0,0 0-2 15,0 0 0-15,0 0-1 0,0 0 1 16,0 0-2-16,0 18 0 0,0-18 0 16,-2 14 0-16,2-6 3 0,-1 2 3 0,1-2-2 15,0 5 4-15,1 2 1 0,-1-1-3 16,0 1 2-16,4 2 1 0,-2-5 1 15,2 4 1-15,-1-1-1 0,3-1-1 0,-1-2-1 16,-2-4 3-16,1 3-2 0,0-3 10 16,-3-1 14-16,1 1 15 0,0-2 13 15,0 0 10-15,-2-6 2 0,2 9 6 0,-2-9-4 16,0 8-2-16,0-8 7 0,0 4-11 16,0-4 2-16,-2 7-8 0,2-7-7 0,-7 6-6 15,1-4-8-15,-2 2-3 0,-1 2-7 16,-3-4-2-16,0 2 3 0,1 1-9 0,-2-2-3 15,1 1-5-15,1-1 1 0,4 1-7 16,7-4-6-16,-18 6 2 0,13-6-5 0,5 0 1 16,-14 4 4-16,14-4-10 15,-9 4 4-15,9-4-6 0,0 0 7 0,-11 4-7 16,11-4 2-16,0 0-8 0,-11 3-8 16,11-3-33-16,0 0-48 0,0 0-65 0,-7 1-80 15,7-1-110-15,0 0-126 0,0 0-139 16,0 0-133-16,0 0 49 0,0 0-618 0,-5 8-769 15</inkml:trace>
  <inkml:trace contextRef="#ctx0" brushRef="#br0" timeOffset="150954.03">7584 10992 1323 0,'4'-8'403'0,"-2"-1"-107"0,0 1-27 15,0 1-7-15,-1 2 3 0,-1 5-1 0,2-12 1 16,0 5-9-16,-2 7 12 0,2-8 0 16,-2 8-5-16,5-9-8 0,-5 9-16 0,0 0-24 15,1-8-3-15,-1 8 37 0,0 0 5 16,0 0-2-16,-10 46-4 0,1-16-7 0,0 6-9 15,-1 2-14-15,4 1-20 0,-1 3-19 16,1-4-13-16,1 3-18 0,-2-2-11 0,3-3-16 16,1-7-10-16,-1-4-14 0,2-4-80 15,0-2-17-15,0-4 0 0,2 2 0 16,-3-5 0-16,3-3 0 0,0 2 0 16,-2-2 0-16,0-3 0 0,2 1 0 0,0-7 0 15,0 9 0-15,0-9 0 0,0 0 0 16,0 0 0-16,0 0-347 0,0 0-119 15,0 0-120-15,0 0-148 0,7-21-99 0,-7 21 61 16,2-9-743-16,-2 9-959 0</inkml:trace>
  <inkml:trace contextRef="#ctx0" brushRef="#br0" timeOffset="151486.57">7875 11093 4370 0,'-2'-15'-24'0,"4"4"33"16,1-2 35-16,1 3 21 0,1-2 16 16,3 2 6-16,-1-2-3 0,5 3-6 0,-1 0-6 15,3 1-10-15,3 1-2 16,-2 4-10-16,2-2-3 0,-3 5-2 0,2 0-9 0,0 5-1 15,-1 0-3-15,-1 2-4 0,-3 3-4 16,0 0 3-16,-3 2-2 0,-4 2 7 16,-2 0 1-16,-2 0 7 0,-2 2 9 15,-3 4 10-15,-6-2 14 0,4 1 17 0,-2-1 9 16,-2-1 4-16,2-3 4 0,2 1-5 16,1-5 3-16,0 0 4 0,2-1-2 0,2-1 1 15,0-2 3-15,1 4 1 0,2-2 1 16,-1-1-2-16,4 3-14 0,2-1-5 0,0 0-12 15,3 2-4-15,-1 0-3 16,2-1-13-16,-3 2-6 0,3-2-7 0,-5 1 11 0,1-2 23 16,-2 3 15-16,0-2 27 15,0 2 20-15,-4-3-32 0,-2 3-111 0,-2 0 0 16,-4-1 0-16,0 1 0 0,-1 0 0 16,-5-1 0-16,0 1 0 0,-4 0 0 0,1-5 0 15,4 1 0-15,-4-1 0 0,1-2 0 16,5-1 0-16,0-1 0 0,-1-2 0 0,1-1 0 15,11 0 0-15,-23-4 0 0,14-2 0 16,0 3 0-16,2-1 0 0,1 1 0 16,-1-2 0-16,7 5 0 0,-10-7 0 15,4 4-387-15,6 3-494 0,0 0-53 0,-7-4 93 16,7 4-910-16,0 0-1182 0</inkml:trace>
  <inkml:trace contextRef="#ctx0" brushRef="#br0" timeOffset="152719.63">9240 11122 4328 0,'-2'-4'-233'0,"2"4"69"0,-4-11 49 0,2 4 52 15,2 0 56-15,0 7 48 0,0-10 53 16,0 10 34-16,0-10 20 0,0 5 16 16,0 5 18-16,0-8 2 0,0 8 12 0,0 0 5 15,0-13-4-15,0 13-8 0,0 0-4 16,0-7-13-16,0 7-10 0,0 0-16 0,0 0-16 15,0 0-18-15,2-8-1 0,-2 8-24 16,0 0-1-16,0 0 22 0,0 0-1 0,0 0-4 16,-11 36 10-16,9-19-9 15,-3 3-8-15,0 3-8 0,0 10-1 0,-1-4-11 16,2-5-8-16,-1 8-7 0,3-5-2 16,0-2-9-16,2-5 1 0,0-1-9 0,0-2-3 15,0-2-1-15,0-1-1 0,2-1-9 16,0-2-3-16,2 0-4 0,-1-3-1 15,5 0-3-15,2-6-1 0,1 1-2 0,4-3-3 16,0-4 0-16,7-3-4 0,-2-2 2 0,10-5-1 16,-3-1 0-16,2-4 0 0,-1-1-8 15,-1-1 0-15,-2-1 0 0,0 0 0 0,-5 1 0 16,-4 6 0-16,-1-1 0 16,-5 5 0-16,-1 3 0 0,-1 0 0 0,-3 1 0 15,2 1 0-15,-7 6 0 0,9-4 0 16,-9 4 0-16,0 0 0 0,0 0 0 0,-2 25 0 15,0-9 0-15,-3 6 0 0,-2 0 0 16,0 11 0-16,0 5 0 0,-3-3 0 16,2 0 0-16,2 0 0 0,-1-1 0 0,3-8 0 15,3-2 0-15,-3-6 0 0,1 0 0 16,3-2 0-16,0-3 0 0,-2-2 0 0,2 0 0 16,0-3 0-16,2-1 0 0,-2 2 0 15,0-9 0-15,3 8 0 0,-3-8 0 0,0 0 0 16,5 8 0-16,-5-8 0 0,0 0 0 15,0 0 0-15,0 0 0 0,0 0 0 0,0 0 0 16,0 0-436-16,-10 2-325 16,10-2-178-16,0 0 94 0,0 0 92 0,0 0-763 15,0 0-961-15</inkml:trace>
  <inkml:trace contextRef="#ctx0" brushRef="#br0" timeOffset="153135.87">10143 11135 3973 0,'10'-9'-2'0,"-4"2"59"0,-2 0 18 0,-1 2 14 16,-1 2 26-16,-2 3 26 16,0 0 44-16,0 0 32 0,0 0 19 0,0 0 3 15,-19 28 10-15,0-5 0 0,-2 2-4 16,-6 10-1-16,-3 1-6 0,-2 0-15 0,-1 4-10 15,1-3-16-15,3 4-18 0,4-4-19 16,9-7-14-16,-2 0-12 0,7-3-11 0,6-5-2 16,-2-2-10-16,3-5-77 0,4-1-34 15,0-3 0-15,6 1 0 0,0-2 0 0,5-3 0 16,2-1 0-16,1-1 0 0,1-4 0 16,-1 1 0-16,1-4 0 0,-1 1 0 15,-2 0 0-15,-1-3 0 0,0-2 0 16,-2 1 0-16,-4-5 0 0,4 2 0 0,-6 0 0 15,-1 3 0-15,-4-5 0 0,1 3 0 16,-6-1 0-16,2 1 0 0,-6 0 0 0,-3 2 0 16,-5 2 0-16,-4-3 0 0,5 5 0 15,-4 2-66-15,-3 1-484 0,-1 2-175 0,-9 1-189 16,5 0 88-16,7 0 87 0,-2 2-748 16,5 0-933-16</inkml:trace>
  <inkml:trace contextRef="#ctx0" brushRef="#br0" timeOffset="154687.81">7199 10764 3789 0,'-17'-2'-149'0,"0"0"31"0,2-2 32 0,1 2 25 0,3 0 33 0,1 1 38 16,1-1 34-16,9 2 23 0,-17-2 8 0,17 2 0 16,-12-1-1-16,12 1-6 0,0 0-6 15,0 0-5-15,0 0-3 0,48-2-5 0,-3 0-10 16,18 2-2-16,12 0 4 0,11 0-15 16,7 0 9-16,27-2-5 0,6 2-6 0,3-1-2 15,9 1-7-15,1 0-23 0,7 0-11 16,7-2-15-16,3 2-15 0,6 0-14 15,0 2-9-15,-2-2 0 0,0 0 1 0,3-2 3 16,-9 0 3-16,-2 0 7 0,-1-1 7 16,-11 1 4-16,-4-1 5 0,-12 1 2 15,-10 0 8-15,-29-1 2 0,-10 0-1 16,-12 1 9-16,-15 0 2 0,-4-1 6 0,-14 3 28 16,-7-2 15-16,-4 2 18 0,-4-2 11 15,-4 2 5-15,-11 0 8 0,18-1-5 0,-18 1-3 16,9 3 7-16,-9-3-3 0,8 12 3 15,-8-3 0-15,-2 6 5 0,0 4-4 0,0 17-5 16,-2 3-6-16,-3 17 0 0,1 2-6 16,1 2-7-16,0 3 1 0,3 3 32 0,2 4 12 15,0-2 13-15,2-1 10 16,0-4 7-16,3-5-6 0,-3-12-12 0,-1-4 23 16,-1-3-8-16,0-10-9 0,0-6-12 15,0-3 9-15,0-3-4 0,-1-1-4 0,1-3 7 16,0-1-2-16,0-2-10 0,0-2 15 15,0 0-15-15,0 1-3 0,0-9-9 16,1 14-10-16,-1-7-9 0,0 0-8 0,0-7 4 16,0 13-12-16,2-4-6 0,-2-2 2 15,0 1-10-15,0 1-3 0,2 0-1 0,-2-1 4 16,0 1-5-16,0-9-7 0,-2 14 8 16,2-8-8-16,0-6 2 0,-2 12-12 15,2-12 0-15,0 11-1 0,-1-5 1 16,1-6-3-16,-4 10-2 0,1-3 1 0,3-7 8 15,-4 14-10-15,1-8 4 0,-1 2-3 16,0-1-4-16,2-1 8 0,-5 6-10 0,1-7 4 16,0 3 3-16,-1-1 0 0,-3-2 4 15,2 2-11-15,-5-1 0 0,0-1 2 0,-2 1 8 16,-9 3-13-16,2-3 6 0,-13 1 3 16,-3 0-8-16,-1-4-2 0,-6 4 4 0,0-2 0 15,-5 1 6-15,-9-3-7 0,6-1 7 16,-10 1-11-16,-4-1 4 0,1-4 3 15,-5-1-6-15,2 3 7 0,-1-2-5 16,-6 0 6-16,-1-3-5 0,-5 3 2 0,-1 1-8 16,-3-4 10-16,-2 1-6 0,1 2 6 15,-5 2-4-15,2-2 4 0,-3 2-2 0,2-1-6 16,-22 2 3-16,22 1 5 0,-26-5-6 16,5 8 1-16,21-3 3 0,3 0-1 15,0 1-1-15,2 0 4 0,0 3 1 0,5-3-6 16,-1 4 4-16,3 0-7 0,4-1 8 15,5-2-3-15,2 3 3 0,3-4-1 0,8 4-8 16,10-7 1-16,3 4 4 0,0 2 1 16,5-4 6-16,3 0-10 0,11 1 3 0,-11 2 2 15,6 0-1-15,6-4-8 16,3 0 0-16,-1-2 9 0,-1 4 1 0,3-2 0 16,-5 3-2-16,0-2-2 0,2-2 1 15,-1 1-4-15,-1 3 5 0,0-1-3 0,0 1 5 16,2-1-4-16,5 0 8 0,-4-2-5 15,5 2-1-15,0-1 0 0,3-1-4 0,1 1 1 16,13-2 5-16,-19 2-5 0,19-2 6 16,-18 1-3-16,18-1 2 0,-13 2-2 0,13-2 8 15,0 0-6-15,-18 0 4 0,18 0-2 16,-12-3-6-16,12 3-1 0,-13-7 0 0,8 0 1 16,-1-2 10-16,-1-3-4 15,2-5-4-15,3-5-1 0,0-4-8 0,4-14 4 16,2-15-7-16,4-7-1 0,3-9-15 0,9-22-8 15,2-2-12-15,5-6-6 0,-1 6 0 16,1 2 7-16,0 8 0 0,-9 22 9 16,4 8 2-16,-3 3 2 0,-4 9 9 15,-3 11-4-15,-3 10 8 0,-3 3-1 0,-1 5 7 16,-1 0 2-16,2 4-6 0,-4 1-1 16,0 3-4-16,0 1-8 0,-2 5-26 0,0 0-33 15,0 0-54-15,0 0-73 0,0 0-81 16,0 0-98-16,-25 22-123 0,14-9-205 0,-1 4 47 15,1 0 85-15,2-3-449 16,-2 2-516-16</inkml:trace>
  <inkml:trace contextRef="#ctx0" brushRef="#br0" timeOffset="155386.16">8699 10957 3051 0,'2'-7'19'0,"0"0"26"0,0 3 38 0,-2 4 42 0,2-11 29 0,0 7 33 15,-2 4 16-15,1-9 7 0,-1 9-3 0,0-8-18 16,0 8-13-16,4-8-18 15,-4 8-17-15,0 0 10 0,0 0 27 0,0 0 16 16,2 39 3-16,-4 0-18 0,-2 6 4 16,1 13 6-16,-1 4-13 0,0 5-10 0,4 1-11 15,0 2-11-15,0-3-17 0,2-3-12 16,0-3-11-16,2-6-9 0,-4-10-9 0,3-4-11 16,-3-11-4-16,2-5-4 0,-2-1-6 15,2-7-10-15,0 0-4 0,-4-3-3 0,4-2-4 16,-2-2-6-16,0 1 15 0,-4-5 0 15,6 3 0-15,-2-4-1 0,0-5-10 0,-2 11-4 16,0-6-4-16,2-5-13 0,0 0-17 16,0 10-3-16,0-10-74 0,0 5-71 0,0-5-73 15,0 0-72-15,0 0-98 0,0 0-106 16,0 0-137-16,0 0-178 0,0 0 56 16,-12 2 90-16,12-2-590 0,-14 3-717 15</inkml:trace>
  <inkml:trace contextRef="#ctx0" brushRef="#br0" timeOffset="158284.54">6654 12235 3300 0,'0'0'-104'0,"7"0"38"16,-7 0 31-16,0 0 29 0,12-5 32 16,-12 5 34-16,0 0 24 0,8-3 25 15,-8 3 9-15,0 0 2 0,5-4 2 16,-5 4-2-16,0 0-1 0,0 0 9 15,0 0-2-15,0 0-6 0,0 0-4 0,0 0-14 16,0 0-8-16,-38 6-7 0,15 0-7 16,-13 0-10-16,-3 0-9 0,-8 1 1 0,-10 1 12 15,-4 0 0-15,-2-2-6 0,2 1-6 16,-2-3-6-16,4 2-2 0,10-3-8 0,1 0-4 16,3-1 0-16,1 0-4 0,2-2-9 15,8 0 13-15,7 2 4 0,6-2-3 0,2 0-3 16,2 0-7-16,1 0 4 15,3 0-4-15,2 0 0 0,1 0 1 0,10 0-5 16,-17 0-4-16,17 0-1 0,-12 0 0 16,12 0-6-16,-13 0-1 0,13 0-2 0,0 0-7 15,-12-4 6-15,12 4-3 0,0 0-1 16,-7-2 0-16,7 2-5 0,0 0 1 16,0 0 0-16,0 0-2 0,0 0 2 0,-7-6-2 15,7 6-3-15,0 0 9 0,0 0-13 16,0 0 5-16,0 0-2 0,-2 22 3 0,2-11-1 15,0 7 7-15,-2 6 11 0,0 12 7 16,-2 3-1-16,1 1 12 0,-4 2 9 0,2-1-7 16,-1 1 2-16,3 1 16 15,-3-4-1-15,-1-1-8 0,2 1-6 0,1-5 1 16,2-8-8-16,1-2 23 0,-3-1 8 16,2-6-8-16,2 0-8 0,-4-2-6 0,4-4-2 15,0 2-3-15,0-4-4 0,0-1 13 16,-1-1-16-16,1-7 17 0,0 12 1 15,0-12-6-15,0 10 0 0,0-10-2 0,0 11-6 16,0-11-2-16,0 0-4 0,1 8-3 16,-1-8 1-16,8 5-7 0,-8-5-1 0,11 4-9 15,-1-2 3-15,3 0-3 16,4 1-4-16,0 0 0 0,6 0-1 0,4 1 0 16,13-1 2-16,2 2 4 0,0-3-8 0,1 4-2 15,3-2 0-15,1-2 2 0,2 3-2 16,-1 1 0-16,1-2-5 0,8 0 4 15,-7 1-6-15,7 0 6 0,-10 0 10 0,1-1 2 16,-3 2-3-16,0-2-3 0,0 2-1 16,1-2-3-16,-1 0 2 0,0-2-2 0,-2 0-3 15,3-4 2-15,-6 2 3 0,5 0 0 16,2 0-3-16,-4-2 4 0,3 1-4 0,1-2 4 16,1 3-10-16,-4 0 5 0,2 0 7 15,2 0-5-15,-3 0-2 0,5 0-4 16,1 0 1-16,3 0 6 0,8 0-1 15,3 0-4-15,3 0 4 0,-4 3-3 16,5-3 1-16,-3 0 0 0,2 1-2 0,2 1-1 16,-4-4-22-16,3 2-6 0,-5 0 3 15,-1 0 3-15,-9 0 0 0,-3 0 9 0,10 6-1 16,-14-6 5-16,0-4-4 0,-4 6 7 16,5-2-8-16,-3-2 6 0,2 6 3 0,-2-6-3 15,1 4 0-15,1-2 1 0,1 0 8 16,2 0-26-16,-1 1-5 0,5-2 5 0,12 1 0 15,5-2-15-15,0 2-2 16,-3 2 1-16,0-4 3 0,3 2 8 0,0 2-1 16,-3-1 1-16,-2-2 3 0,2 3 6 0,-3-3 0 15,-3 0 0-15,-12 2 2 0,1-1 9 0,1 0-5 16,1 1 3-16,10 2 3 16,6-3 2-16,-5 0-5 0,3 0 5 0,-3 0-2 15,2 0 5-15,-13 0-3 0,-2 0-4 16,-1 2 6-16,-1-4-8 0,-1 4-9 0,-4-4 3 15,0 2-2-15,1 0 4 0,-4-3 2 16,2 3 0-16,2-1 0 0,-2 1 9 16,1 0-6-16,0 0 0 0,1 1 3 0,3-1 2 15,-1 3 1-15,1-3-4 0,-3 0 5 16,-2 0-1-16,-3 2 3 0,-6-2-3 16,-7 0 2-16,-6 0 3 0,2 0 2 15,-2 0-1-15,-2-2 1 0,2 2-1 0,0 0-3 16,-2 0 0-16,0 0 4 0,0-3-5 15,-2 2 3-15,5 0 4 0,-4-1-2 0,3 0-2 16,4 0-1-16,6 1-3 0,-1 1 6 16,10 1-2-16,2 1 6 0,-12 0-10 0,-1 0 2 15,-8-2 0-15,-2 1 3 0,-4-1 1 16,1 1 1-16,-1-1 5 0,-3 3-7 0,-3-3 0 16,0 0 8-16,-9 0-4 0,18 0-1 15,-18 0 3-15,13 0-1 0,-13 0 1 16,0 0 1-16,15 0-2 0,-15 0 6 15,0 0 3-15,11 0 7 0,-11 0 3 0,0 0 6 16,0 0 6-16,0 0 0 0,13-3 2 16,-13 3-7-16,0 0-3 0,5-6-2 0,-5 6-3 15,4-12 4-15,-2 4-7 0,-2-3-2 16,0-3-6-16,0-5 2 0,0-7-1 16,0-10-3-16,-2-4-2 0,-2-5-1 0,2-11 3 15,-3-5-6-15,4 1-2 0,1-1 3 16,-4 1 2-16,2 13-3 0,0 2 3 0,0 3-1 15,-1 4-5-15,-1 4 0 0,2 5 0 16,0 6 3-16,1 3 1 0,1 3-1 0,-2 0 3 16,0 5-5-16,-1 0-1 15,1-1 4-15,2 5 2 0,0 1 0 0,0 7-9 16,-2-16 1-16,2 16-2 0,0-10 2 16,0 10-2-16,-2-9 0 0,2 9-2 0,0-8 8 15,0 8-8-15,0 0 2 0,-1-8-1 16,1 8-1-16,0 0 7 0,0 0-9 0,-10-4 6 15,10 4-1-15,0 0 2 0,-17 2 0 16,17-2-2-16,-19 2 3 0,7-1-4 0,-1 2 3 16,0-2-1-16,-2 0 1 0,-5 5 5 15,2-4-1-15,-3-1-2 0,-4 0-1 16,-2 4-4-16,-2-4 4 0,1 0 3 16,-16-1-3-16,3 0 3 0,-7 0 4 15,0-2-4-15,-13-3 0 0,0 1-2 0,0 0-8 16,1 0 10-16,1-2-1 0,1-1 3 15,8 2-9-15,0 1 9 0,1 1-5 0,1 0-4 16,-2-1 8-16,3 3-4 0,-3-1-1 16,3 0-2-16,-1-2 6 0,5 3 0 0,0 1 2 15,7 0-9-15,10 0 3 0,-3 1 1 16,9-1-7-16,-2 0 4 0,-1 0 5 0,5 4-7 16,-2-2 4-16,3 0-3 0,0 2 6 15,3-3 0-15,1 2-6 0,0-1 9 0,3-2-5 16,-3 3-3-16,3-3 5 15,10 0-2-15,-15 3 1 0,8-1-2 0,7-2-2 16,-10 3-4-16,10-3-2 0,-9 2-21 16,9-2-29-16,0 0-45 0,-10 2-40 0,10-2-43 15,0 0-29-15,0 0-48 0,-10 4-41 16,10-4-29-16,0 0-26 0,0 0-28 16,-5 5-34-16,5-5-71 0,0 0-128 0,2 7 40 15,-2-7-343-15,0 0-405 0</inkml:trace>
  <inkml:trace contextRef="#ctx0" brushRef="#br0" timeOffset="159876.31">7396 12165 2409 0,'5'-5'-70'0,"-5"5"29"0,2-7 25 16,2 1 34-16,-4 6 33 0,5-11 16 0,-5 11 27 15,4-10 23-15,0 3 18 0,-4 7 0 16,4-8 14-16,-4 8-13 0,4-7 1 16,-4 7-5-16,2-7-11 0,-2 7-6 15,0 0-6-15,6-7-10 0,-6 7-10 16,0 0-7-16,0 0 2 0,0 0 21 0,0 0 3 15,0 0 7-15,0 0-7 0,-8 32 8 16,4-16 0-16,-2 1 3 0,2 4 9 0,-5 9-3 16,2 3 25-16,-2 1-17 0,2 1-13 15,3 1 6-15,-3 2-8 0,0-1-1 0,0-1 8 16,1 1-12-16,1-2 0 0,1-2-19 16,1-6-10-16,-1-5 6 0,-1 1 18 0,3-4-6 15,1-1-1-15,-5 0-13 0,4-1-8 16,0 0-10-16,0-2 19 0,1 1 3 15,-5-1-5-15,4 1-5 0,0-3-7 16,1-1-11-16,-2 2-4 0,1-1-5 16,-2-1-2-16,4 3-7 0,-2-3-3 0,0 0 16 15,2-1-3-15,-3-3-5 0,3 2-3 16,0-2-5-16,0-8 5 0,-2 14-32 0,2-9-16 16,0-5 0-16,0 11 0 0,0-11 0 15,0 8 0-15,0-8 0 0,0 0 0 0,0 10 0 16,0-10 0-16,0 0 0 0,-2 9 0 15,2-9 0-15,0 0 0 0,0 0 0 0,0 7 0 16,0-7 0-16,0 0 0 16,0 0 0-16,0 0 0 0,0 0 0 0,0 0 0 15,0 0-220-15,0 0-249 0,0 0-133 16,6-21-186-16,-3 14-61 0,3 1 79 0,0 2-758 16,5-1-973-16</inkml:trace>
  <inkml:trace contextRef="#ctx0" brushRef="#br0" timeOffset="160568.14">9063 12080 4307 0,'2'-16'-136'0,"2"6"44"0,0 3 43 16,-3 0 38-16,-1 2 41 0,0 5 18 0,2-7 12 15,-2 7-5-15,0 0-8 0,0 0 27 16,0 0 37-16,0 0 25 0,-3 27 10 15,-3-6 21-15,-2 14 20 0,0 4 10 0,-1 12 9 16,0 6 12-16,2 3-5 0,-2 2-1 16,2 1-17-16,-1 0-20 0,4-3-9 15,0 0 9-15,0-1-15 0,4-4-7 16,-3-8 5-16,1-4 4 0,-2 1 1 0,2-7 5 16,0-1-4-16,1-8-1 0,-3-6-100 15,4-3-63-15,-3-2 0 0,1-4 0 0,2 1 0 16,-2 1 0-16,2-6 0 0,0 3 0 15,-1-2 0-15,-1 2 0 0,2-4 0 0,-2-1 0 16,0 3 0-16,2-10 0 0,0 14 0 16,0-9 0-16,0-5 0 0,0 10 0 15,0-10 0-15,2 8 0 0,-2-8 0 16,0 0 0-16,-2 11 0 0,2-11 0 0,0 0 0 16,0 6 0-16,0-6 0 0,0 0 0 0,0 0 0 15,0 0 0-15,0 0 0 0,0 0 0 16,0 0-114-16,0 0-637 0,-23-11-207 15,17 4 79-15,-3 0 99 0,2-1-822 0,-3 1-1041 16</inkml:trace>
  <inkml:trace contextRef="#ctx0" brushRef="#br0" timeOffset="161671.65">8200 12806 3978 0,'-4'-8'-225'0,"0"-1"46"15,2 3 49-15,0-2 47 0,2 2 39 0,-3-1 42 16,3 7 45-16,-2-12 35 0,-1 5 25 15,3 7 13-15,-2-10 15 0,2 10 1 16,-2-11 1-16,2 11 4 0,0 0-5 0,0-10-5 16,0 10-14-16,0 0-10 15,0 0-15-15,0 0 7 0,0 0 21 0,0 0 8 16,0 0 5-16,0 0-10 0,12 29 31 16,-6-15 3-16,1 6-10 0,5 11 11 0,-2 2 16 15,3 14 4-15,0 1 14 0,4 3-6 16,1 4-18-16,-2-1-17 0,2 2-12 0,1-1-9 15,2 4-15-15,-2 0-8 0,2-1-8 16,-1-6-15-16,5 3-1 0,-1-6-10 0,-5-1-8 16,-1-2-3-16,2-5-3 0,-4-9-5 15,-2 0 13-15,-3 1 20 0,3-2-19 16,-3-2-64-16,-3-6 0 0,-3-2 0 0,2-4 0 16,-2 2 0-16,-1-2 0 0,2-2 0 15,-3-2 0-15,1-3 0 0,1 1 0 16,-2-2 0-16,-1-2 0 0,2 1 0 0,-1 0 0 15,-3-8 0-15,4 11 0 0,0-3 0 16,0-4 0-16,-4-4 0 0,3 8 0 16,-3-8 0-16,5 7 0 0,-5-7 0 0,4 6 0 15,-4-6 0-15,0 0 0 0,1 8 0 16,-1-8 0-16,0 0 0 0,0 0 0 0,0 0 0 16,0 0 0-16,0 0 0 0,0 0 0 15,8-16 0-15,-8 16 0 0,-2-10 0 0,2 10-1044 16,-4-12 81-16,4 12 114 15,-3-9-965-15,3 9-1243 0</inkml:trace>
  <inkml:trace contextRef="#ctx0" brushRef="#br0" timeOffset="162583.37">8239 14525 4602 0,'-13'-4'-201'0,"4"0"57"0,9 4 49 0,-16-5 64 0,7 2 54 0,9 3 49 0,-16-5 41 15,9 1 28-15,7 4 26 0,-11-8 14 0,5 4 4 16,6 4-4-16,-8-9 2 0,4 1 4 16,4 2-10-16,0-2-8 0,0 8-7 15,4-18-7-15,2 9-8 0,2-1-17 0,3 0-12 16,0 1-15-16,3 2-2 0,4 2-15 15,-4 2-14-15,4 1-6 0,-1 4-1 0,-2 1-15 16,2 8-2-16,0 1-1 0,0 8-4 16,-3 0-9-16,-9-1 0 0,-3 0-2 15,-4 5 3-15,-5 7-10 0,-7 0 1 0,-1 2 3 16,-6-4 5-16,-6 7 17 0,4-9 10 16,1-1 12-16,1-2 14 0,0-2 11 15,6-7 6-15,1-1 1 0,7-4-45 16,-3 1-60-16,3-2 0 0,2-2 0 0,0-1 0 15,3 0 0-15,2-6 0 0,-2 10 0 16,2-10 0-16,4 9 0 0,3-4 0 0,3 0 0 16,5-1 0-16,1-1 0 0,2 0 0 15,4 0 0-15,3-1 0 0,-6 2 0 0,1-3 0 16,1 0 0-16,-3 2 0 0,-3-2 0 16,1-1 0-16,-16 0 0 0,18 2 0 15,-18-2 0-15,18 0 0 0,-18 0 0 16,11-2 0-16,-11 2 0 0,0 0 0 0,14 0 0 15,-14 0 0-15,0 0 0 0,0 0-230 16,11 0-506-16,-11 0-226 0,5-5 75 16,2 2 92-16,-7 3-763 0,20-10-1001 0</inkml:trace>
  <inkml:trace contextRef="#ctx0" brushRef="#br0" timeOffset="163068">8693 14552 4204 0,'-2'-17'-45'0,"2"1"53"0,2 3 50 0,0 1 34 0,2 0 17 0,2 0 14 15,3 1-3-15,0 0-11 0,3 4-8 0,1-2-10 16,1 6-10-16,-3-1-8 0,5 4-7 16,-16 0-7-16,24 4-6 0,-12 1-3 0,1 2-4 15,-6 1 7-15,2 2 22 0,-6 2 16 16,-3 0 16-16,0 5 13 0,-7-1 17 0,-1 3 10 15,-11 4 7-15,-4 2 9 0,2-3-7 16,2-1-4-16,4-4-6 0,4-5-10 16,0-2-3-16,2-1-4 0,4 0 0 15,-1-3-2-15,2 1 0 0,3 0-5 16,-2 1-7-16,3-8-8 0,4 12-9 0,0-5-29 16,2 2-69-16,-1 0 0 0,4-3 0 15,0 3 0-15,0-1 0 0,0 4 0 0,1-3 0 16,0-1 0-16,-5 1 0 0,2 0 0 15,-3 2 0-15,1-3 0 0,-1 2 0 0,-3-2 0 16,-2 3 0-16,-1-2 0 0,-2 0 0 16,-4 4 0-16,-2-3 0 0,1-1 0 0,-5 1 0 15,0-2 0-15,-2 1 0 16,1-4 0-16,-3 1 0 0,6-3 0 0,-4-3 0 16,3 1 0-16,13-1 0 0,-19 0 0 15,7-3 0-15,4 2 0 0,8 1 0 0,-13-7 0 16,10 3 0-16,-3 1 0 0,6 3 0 15,-2-10-523-15,2 10-491 0,6-8 89 16,-6 8-1023-16,13-4-1369 0</inkml:trace>
  <inkml:trace contextRef="#ctx0" brushRef="#br0" timeOffset="164051.44">9438 14650 4734 0,'0'0'-347'0,"0"0"65"0,0 0 52 0,-7-7 54 0,7 7 52 16,0 0 40-16,0 0 40 0,0 0 39 16,4-13 35-16,-4 13 20 0,0 0 35 0,0 0 30 15,2-8 20-15,-2 8 22 0,0 0 12 16,0 0 9-16,0 0 9 0,0 0 3 15,-2-8-5-15,2 8-5 0,0 0-10 0,0 0-12 16,0 0-11-16,0 0-17 0,0 0 8 16,0 0 25-16,0 0 21 0,-6 28-16 15,3-12-19-15,-2 5-14 0,1 0-14 16,2 2-7-16,0 0-10 0,2 1-6 0,0-4-6 16,2 5-2-16,2-3-6 0,4-1-4 15,-2-3 2-15,3-3-13 0,2-5-7 0,3 0-4 16,1-8-8-16,2 3-1 0,-2-5-5 15,6-5-7-15,4 1-1 0,-1-5-2 0,4-4 1 16,-1-2-2-16,1 1-10 0,-2-3-5 16,-1-1 1-16,-2 1-4 0,-6 1 2 15,1 5-2-15,-7 0-5 0,-1 2-3 16,-1 4 3-16,-1-1-3 0,-8 6-1 16,0 0 2-16,0 0 11 0,0 0-19 0,0 0 0 15,-17 31 0-15,3-8 0 0,1 7 0 16,-1 0 0-16,1 3 0 0,0 1 0 0,3 0 0 15,1 1 0-15,3-3 0 0,1-4 0 16,0-6 0-16,3 0 0 0,1-2 0 0,-3-5 0 16,2-1 0-16,0-3 0 0,2 2 0 15,-2-5 0-15,2 1 0 0,-1-2 0 0,1-7 0 16,0 12 0-16,0-12 0 0,-4 8 0 16,4-8 0-16,-2 7 0 0,2-7 0 15,-4 4 0-15,4-4-328 0,0 0-110 0,0 0-119 16,0 0-150-16,0 0-157 0,0 0 68 15,0 0-735-15,0 0-975 0</inkml:trace>
  <inkml:trace contextRef="#ctx0" brushRef="#br0" timeOffset="164566.93">10285 14684 3975 0,'9'-10'-40'0,"-2"1"52"0,2 2 51 0,-6 2 41 0,-3 5 41 0,6-6 31 16,-6 6 24-16,4-7-1 0,-4 7-6 16,0 0-17-16,1-7 2 0,-1 7-20 0,0 0-12 15,0 0-6-15,0 0-17 0,-36 1-12 16,21 3-9-16,-6 0-11 0,-2-1-10 0,-11 5-10 15,0 1-10-15,3 0-1 16,-3 3-10-16,2-2-2 0,0 2-3 0,7 2-7 16,3-3 1-16,3 1-2 0,4 0-4 0,1 2-4 15,5-2 2-15,5 2-1 16,3 0-18-16,4 1-9 0,6 3 8 0,9 3-4 0,0 1 0 16,7-1-2-16,-1-4 0 15,0 2 3-15,1-1-7 0,0-1 3 0,-6-5-4 16,-2 0 8-16,-2 0-5 0,1-1 5 15,-1 3 4-15,-8-1 43 0,1-2 14 0,-2 1 29 16,-2 1 20-16,-3-4 20 0,-2 4 14 16,-3-1 10-16,-2 0 4 0,-2 0-5 15,-1-1-88-15,-6 2-73 0,-1-1 0 0,0-2 0 16,-6-1 0-16,1-1 0 0,1 1 0 16,-3-4 0-16,0 2 0 0,0-5 0 15,2 2 0-15,4-2 0 0,-3 0 0 16,6-2 0-16,0 0-143 0,-1-2-388 0,1-1-150 15,1-1-224-15,4 1 48 0,-1-2 96 16,0 0-706-16,1 0-915 0</inkml:trace>
  <inkml:trace contextRef="#ctx0" brushRef="#br0" timeOffset="165816.46">7857 14342 3704 0,'-16'-2'-223'0,"5"-4"40"0,0 5 48 0,3-3 45 16,2 1 44-16,6 3 35 0,-11-4 11 0,11 4 3 16,0 0 5-16,0 0 13 0,0 0 27 15,0 0 18-15,0 0 12 0,0 0-1 0,51-6 1 16,10 4-7-16,12 1-10 0,11-3 2 16,29 0-14-16,9 3-4 0,7 1 1 15,6 0-1-15,4 1-12 0,3-1-6 16,-2 4-13-16,0 0-19 0,-6-1-7 15,1 1 0-15,-1 4-2 0,-3-3 4 0,-7-2-3 16,-4 1 6-16,-3-1-7 0,-30-3 8 16,1 0 0-16,-10-1-6 0,-3-3 6 0,-9 0 6 15,-7-1-7-15,-13 2 7 0,-6-5 0 16,-4 6 15-16,-5-1 17 0,-8-1 16 0,-5 2 20 16,0-1 11-16,-2 0 7 0,-2 2-8 15,-1 0-1-15,-13 1-9 0,22-4-10 16,-15 4-5-16,-7 0-2 0,17 4-8 0,-7 1-3 15,0 2-2-15,-3 6 3 0,1 6 21 16,-3 14 11-16,-3 4 9 0,-4 4 16 16,0 14 17-16,-5 6 22 0,1 2 18 15,-2 7 11-15,3 4 24 0,-3 0 3 0,4-3 8 16,-1 1 4-16,-2-3-11 0,6 0-3 16,-1-4 20-16,0-5-18 0,2-14-19 0,-2-3-16 15,0-6-15-15,2-11-12 0,0-6-13 16,-2-2 8-16,2-4 9 0,0-2 5 0,0-2-140 15,0-3 0-15,-1 0 0 16,1-7 0-16,-2 7 0 0,2-7 0 0,0 0 0 16,-11 3 0-16,11-3 0 0,0 0 0 0,-31-5 0 15,12 3 0-15,-10 2 0 16,-11 0 0-16,-10 0 0 0,-11 2 0 0,-3 3 0 16,-5 0 0-16,-5 1 0 0,-8-1 0 15,-2-2 0-15,-4 4 0 0,-19-2 0 0,21-2 0 16,-7 1 0-16,4-2 0 0,0-1 0 15,-1-1 0-15,6 4 0 0,-4-2 0 0,2 1 0 16,-32-1 0-16,0 1 0 0,2 0 0 16,0-3 0-16,23 0 0 0,-1 0 0 0,0 2 0 15,6-2 0-15,3 0 0 0,3-2 0 16,6 2 0-16,7-3 0 0,6 2 0 16,16-1 0-16,5 0 0 0,8 0 0 15,5 2 0-15,2-1 0 0,5 1 0 16,3 0 0-16,-5 0 0 0,10 0 0 0,-4 0 0 15,3 0 0-15,1 1 0 0,2-1 0 16,-4 0 0-16,16 0 0 0,-20 2 0 0,9 0 0 16,0-2 0-16,11 0 0 0,-15 0 0 15,15 0 0-15,-12 2 0 0,12-2 0 0,-15-2 0 16,15 2 0-16,-15-4 0 0,9 1 0 16,-4-2 0-16,5-2 0 0,-3-3 0 0,-1-2 0 15,-1-6 0-15,-1-9 0 0,2-5 0 16,-2-7 0-16,6-1 0 0,1-17 0 15,6-5 0-15,0-3 0 0,8-4 0 16,3 1 0-16,8-19 0 0,6 3 0 16,5 1 0-16,4 7 0 0,-9 18 0 0,0 6-15 15,-3 9-59-15,-1 6 8 0,-7 10 6 16,-5 6 8-16,-2 7-2 0,-1 3-4 0,-2 0-40 16,0 3-35-16,-5 2-39 0,1 1-24 15,-2 5-30-15,0 0-49 0,0 0-71 0,0 0-82 16,0 0-100-16,-13 19-199 0,7-7 1 15,0 2 77-15,1 0-476 0,1 3-594 0</inkml:trace>
  <inkml:trace contextRef="#ctx0" brushRef="#br0" timeOffset="166366.57">9063 14512 3030 0,'8'-22'-15'0,"-3"3"33"0,-1 6 41 16,2-1 40-16,-5 2 39 0,3 2 28 0,-1 3 8 16,1 0-11-16,-3 0-21 0,-1 7-11 15,0 0 0-15,0 0 40 0,0 0 17 0,4 33 7 16,-6 4 7-16,0 8 9 0,-3 14 1 15,-2 2-2-15,0 6 0 0,1 1-19 16,1 2-20-16,-1 0 15 0,0-2-10 16,0-1-21-16,-1-1-17 0,3-6 21 15,-3-3 11-15,0-4-11 0,4-15 1 0,-3-1-13 16,2-11-11-16,3-3-10 0,-1-4-7 16,0-3-12-16,0-4-51 0,0-1-56 0,0 0 0 15,2-2 0-15,0 1 0 0,0-2 0 16,-2-1 0-16,2 0 0 0,0 1 0 0,0-2 0 15,0-6 0-15,-2 10 0 0,2-3 0 16,0-7 0-16,-2 8 0 0,2-8 0 16,-4 7 0-16,4-7-73 0,-2 5-405 0,2-5-185 15,-11 3-294-15,-8-3 111 16,19 0 98-16,-27 0-757 0,12 2-952 16</inkml:trace>
  <inkml:trace contextRef="#ctx0" brushRef="#br0" timeOffset="167949.69">7670 15528 3934 0,'9'-4'-129'0,"-3"1"39"0,-6 3 29 0,9-5 38 0,-9 5 42 16,0 0 39-16,0 0 11 0,7-5 28 0,-7 5 23 16,0 0-1-16,0 0 8 15,0 0-2-15,-39 2-10 0,19 1 9 0,-7-1-6 16,-13 3-7-16,-1-4-9 0,-2 1-11 16,-1 0-8-16,-2 0-9 0,2-2-7 15,1 3-9-15,-4-3-2 0,6-3-8 0,8 3-1 16,3 0-6-16,3-2-7 0,6 0-4 15,1-1-2-15,0 1-2 0,1-1-1 0,4 3-4 16,4-5-3-16,-3 5 0 0,14 0-3 16,-16-2-2-16,16 2 1 0,-18-2-2 15,18 2 0-15,0 0-6 0,-13-2 0 0,13 2 0 16,0 0-2-16,-12 5 0 0,8 4-1 16,2 0-1-16,-3 9 8 0,1 4-6 0,-1 9 3 15,-2 5 1-15,0-2 25 16,1 7-1-16,-1-4 3 0,-1 1-5 0,-4 1 7 15,1 0 17-15,1-4 8 0,-1-1 8 16,0-2-1-16,-1-3-11 0,1-2-5 0,1-8-6 16,2-2-2-16,3-3-8 0,1-4-5 15,0 0-4-15,-1-1-3 0,3-3-4 16,-1 3 3-16,3-9-5 0,-3 12 1 0,-1-7-5 16,4-5 1-16,-2 8-3 0,2-8 2 15,0 0 5-15,0 9-7 0,0-9-1 0,0 0-4 16,12 5-1-16,-12-5-1 15,20 0 9-15,-6 2-9 0,7-4 2 0,0 2-4 16,11 0 0-16,14 0-2 0,3 0 4 16,3 0-4-16,15-2 1 0,-1 1 2 0,3-1-5 15,2 0-3-15,-3 1-10 0,3-3-15 16,-3 6-12-16,-14-2-12 0,-5 0-2 0,-1 0 3 16,-3 0 4-16,-11 2 5 0,-5-2 3 15,12 0 4-15,0 1 4 0,1 1 1 16,6 0 4-16,6-2 4 0,10 3 5 0,6 1 0 15,-3-1 12-15,4 1-10 0,1-1 3 16,0 1 1-16,-1-3 7 0,1 2-4 16,-3 2-3-16,2 1 2 0,-3-4 2 15,2-1 2-15,0 2-2 0,2-2 2 0,-4 0 8 16,3-2-10-16,-2 0-9 0,-3-2-13 16,1 2-5-16,-3-3 1 0,1 2 2 0,-1-1 1 15,-3 1 5-15,2-1 5 0,-2 1-1 16,-9 1 3-16,9-1 0 0,5 2 4 15,-1 0 0-15,-1 2 1 0,-1 1 3 0,2 0 0 16,-1 2-2-16,1 1 1 0,1-1 3 16,-2 2-6-16,-1 2-2 0,0-3-1 0,2 2-2 15,1 0 6-15,2-4 1 16,0 1 0-16,-2 1 3 0,-1 0 1 0,-2-4-1 0,-10 0 1 16,-4 2 2-16,-1-2 1 0,-6-2 3 15,-10 2 2-15,-7-4 7 0,-3 2 19 16,-8 0 13-16,0 0 10 0,-1 0 11 15,-4-2-1-15,-9 2-5 0,16-2-5 0,-16 2-2 16,11 0-4-16,-11 0-7 0,12 0-4 16,-12 0-2-16,0 0-6 0,11 0-2 15,-11 0 0-15,0 0-1 0,0 0-2 0,14-2-2 16,-14 2-4-16,0 0 3 0,9-2-4 16,-9 2-6-16,0 0 2 0,0-8 1 0,0 8 4 15,0-11-8-15,0 3-1 0,-1-4 1 16,-1-3 8-16,0-3-11 0,0-7 0 15,2-3 0-15,0-11-3 0,2-6-2 0,2-11-12 16,3 2-5-16,0-2 0 0,3 3 4 16,0 5 3-16,-5 12 1 0,1 4 2 15,-3 6 1-15,0 6 4 0,-3 4 1 0,2 3 2 16,0 1-2-16,-4 2 2 0,0 0 1 16,2 1-2-16,-3 1 1 0,3 8-1 15,-1-14 2-15,1 7 8 0,0 7-10 0,-4-10 1 16,0 8-3-16,4 2 1 0,-11-7 4 15,11 7-1-15,-23-1 3 0,2 1 7 0,-8 3 5 16,-11 1 10-16,-5 1 5 0,-16 1 0 16,-3-1 16-16,-2 1 0 0,3 0-3 15,2-4 12-15,12 2-1 0,1-1-3 16,8 0-8-16,0-2-1 0,7 0-5 0,11 1-1 16,1-1-8-16,3-1-4 0,4 2-5 15,2 0-5-15,-1-2-9 0,4 0-63 16,9 0-54-16,-18 4-56 0,11-3-86 0,1 3-96 15,6-4-105-15,-8 7-177 0,2-3-98 16,6-4 60-16,-9 6-512 0,2-1-649 0</inkml:trace>
  <inkml:trace contextRef="#ctx0" brushRef="#br0" timeOffset="168532.66">8504 15617 3301 0,'10'-12'12'0,"-4"2"40"0,-2-1 31 0,1 3 56 0,-1 1 45 0,0 3 27 16,-4 4 28-16,5-11 22 0,-5 11 3 16,2-7-30-16,-2 7-24 0,5-7-24 0,-5 7-16 15,0 0-13-15,0 0 33 0,0 25 11 16,-5-2-11-16,1 12 2 0,-1 0 0 16,-1 5 6-16,-1 0-9 0,-3 12-8 15,4-14-9-15,1 1-15 0,-3-3-14 16,3 2-12-16,-2-4-4 0,5-6-4 0,-3-6-21 15,1-2-102-15,2 0 0 0,-1-5 0 16,-1-1 0-16,2-4 0 0,0 2 0 0,2-4 0 16,0 1 0-16,0-9 0 0,-4 14 0 15,4-14 0-15,-2 8 0 0,2-8 0 16,-2 6 0-16,2-6 0 0,0 0-301 0,0 0-155 16,0 0-92-16,0 0-115 0,0 0-192 15,18-2 59-15,-18 2 82 0,16-7-598 16,2 2-770-16</inkml:trace>
  <inkml:trace contextRef="#ctx0" brushRef="#br0" timeOffset="168833.34">9413 15646 3982 0,'6'-19'157'15,"2"5"29"-15,-4 2 22 0,2 5 5 16,-5-1-7-16,-1 4-16 0,0 4-23 0,0 0 3 15,0 0 33-15,0 0 13 16,-5 37-14-16,-2-4-19 0,-4 4 14 0,-2 8-3 16,-2 1 5-16,0 4-5 0,-3-4-14 15,4-3 2-15,-2-8-9 0,1-2-6 0,1-2-10 16,-1-2-13-16,2-3-23 0,3-5-121 16,1-4 0-16,3-5 0 0,-2-2 0 0,5 0 0 15,-3-3 0-15,4-2 0 0,-1 2 0 16,3-7 0-16,-9 7 0 0,9-7-215 15,-5 5-258-15,5-5-135 0,-15 0-206 0,15 0-45 16,-27-9 86-16,8 1-740 0,-16-4-959 16</inkml:trace>
  <inkml:trace contextRef="#ctx0" brushRef="#br0" timeOffset="169382.65">7990 15797 4021 0,'5'-5'-94'0,"-5"1"20"0,0 4 17 0,7-4 8 0,-7 4 8 0,0 0 23 16,0 0 27-16,0 0 15 0,0 0 4 0,-27 18-5 16,11-7 21-16,3 4-5 0,-10 7 13 15,0-3 9-15,1 0-16 0,-1 1-5 16,-2 1 2-16,0 0-12 0,2-5 1 15,5-1-7-15,0-5 4 0,5 0 0 0,-1-1-9 16,5-4-25-16,0 0-33 0,-2-1-57 16,11-4-46-16,-14 0-46 0,14 0-33 15,-12-9-24-15,8-2-11 0,0 0-16 0,2-5 10 16,2-3 20-16,0 1 48 0,4-5 60 16,-2 4 73-16,5 2 55 0,-6 2 40 15,1 1 32-15,4 3 17 0,-3 1 20 0,3 2 13 16,-1 1 20-16,4 3 9 0,-9 4 10 15,18-1 17-15,-18 1 8 0,31 8 7 0,-12 3-2 16,8 4-25-16,4 5-17 0,-1-1-18 16,10 8-10-16,-2-1-8 0,0-1-15 0,0 0-13 15,0 3-65-15,-9-9-86 0,-1 3-95 16,-3-5-100-16,-6-3-122 0,-3-4-182 16,-4-3 24-16,-1 0-227 0,-4-2-263 15</inkml:trace>
  <inkml:trace contextRef="#ctx0" brushRef="#br0" timeOffset="169849.54">9015 15850 2317 0,'0'0'126'0,"0"0"3"0,0 0-2 0,0 0 8 15,0 0 14-15,-30 2 8 0,30-2-2 0,-20 10-10 16,9-5-16-16,-4 4-12 0,0 1-11 16,-3 2-10-16,2-2-10 0,-11 7-14 0,2-1-2 15,0 1-9-15,1-2-4 0,5-2-4 16,1-6-9-16,5 0-1 0,2-3-17 0,1 0 4 15,2-2-31-15,8-2-26 16,0 0-17-16,-17-7 5 0,11-1 3 0,4-4 1 16,2 0-1-16,0 1 12 0,2-1-2 15,2 1 9-15,-2-1 2 0,0 4 10 16,2-1 7-16,-4 4-14 0,0 5 16 0,10-8 25 16,-10 8 23-16,13 0 3 0,-13 0-13 15,26 13 3-15,-8-2-18 0,-2 1 6 0,9 5-2 16,0 1 2-16,2-1-7 0,-4 3-3 15,1-1-5-15,-4-5-37 0,-3-1-60 0,-2-1-79 16,3 0-93-16,-7-3-125 0,2 1-191 16,2 0 1-16,7 0 56 0,4 6-173 15,9-3-177-15</inkml:trace>
  <inkml:trace contextRef="#ctx0" brushRef="#br0" timeOffset="170265.84">9998 15857 2021 0,'-9'-12'279'0,"-2"3"-9"0,4 3-29 0,0 0-20 0,3 3-26 0,4 3-17 15,-5-5-17-15,5 5 16 0,0 0-8 0,-14 12-12 16,8-4-16-16,-1 3-13 0,-2 3-13 15,0 2 4-15,-3 2-4 0,-10 4-9 0,4 2-14 16,-2-2-6-16,-4-2-9 0,-1 1-7 16,1-3-9-16,0-2-8 0,3-3-6 0,6-5-13 15,0 1-45-15,2-2-38 0,3-4-50 16,0-1-39-16,10-2-31 0,-9-7-15 0,7-1-9 16,4-6 19-16,0-3 19 0,5-7 22 15,5-7 26-15,1 4 37 0,0 0 45 16,-1 7 42-16,-2 5 39 0,-5 4 23 15,3 1 12-15,-2 3-8 0,1 4 36 16,3 1 16-16,-10 2-1 0,26 8-11 0,-12-3-10 16,10 11-12-16,5 3-10 0,-2 3-11 15,1 3-7-15,6 0-11 0,1 2-56 0,-9-7-106 16,1-3-134-16,-6-2-149 0,-6-5-184 16,-1 0-63-16,-5-3 51 0,-1 0-331 0,-2-2-392 15</inkml:trace>
  <inkml:trace contextRef="#ctx0" brushRef="#br0" timeOffset="171650.49">10980 12666 2698 0,'-5'-12'49'0,"-4"4"24"0,6 1 28 0,-1 2 25 16,0-1 32-16,4 6 14 0,-1-6 6 15,1 6-7-15,-6-7-7 0,6 7-13 16,0 0-20-16,0 0-11 0,0 0-10 0,7-7-10 15,-7 7-12-15,24 5-6 0,-10 0-4 16,15 7 17-16,3 2-8 0,2 3-8 16,11 4-8-16,2 4-7 0,6 2-5 15,5 4-7-15,16 8-5 0,1-2-7 0,2 4-1 16,7 0-6-16,6 2-7 0,3 0 1 16,9 0 0-16,0-1 0 0,4-1-5 0,5 0-1 15,-5-2-5-15,-6-3 0 0,-3-2-2 16,-9-2-1-16,-6-3-2 0,-19-6 1 0,-4-1-1 15,0 1-7-15,1-4 4 16,-4-1 18-16,-1 1 13 0,3-1 3 0,-3-3-5 0,1 2-4 16,-1-3-3-16,-1 3 2 15,4 0-6-15,-3 0 2 0,4 2-9 0,0 2 3 16,1 0-6-16,1 3 0 0,-1 1 0 0,1 2-2 16,6 1-1-16,15 4-2 0,0 1 0 15,-2 3-4-15,-14-12 0 0,0 1 3 16,-3 1-5-16,-4-2 2 0,-6-3 25 15,-4-1 16-15,1-4 16 0,-14-2 14 0,0-2 5 16,-3-2 12-16,-8-2 6 0,-4-2 11 16,1-1 1-16,-4-2-5 0,-4 3-7 0,0-3-9 15,-1-1-4-15,-1 1-5 16,-1 0-4-16,0 1-13 0,1-2-8 0,-4 1-4 16,-1-1-6-16,-7-2 0 0,12 3-5 15,-12-3-2-15,9 2 9 0,-9-2 0 0,10 3-2 16,-10-3-4-16,0 0 2 0,12 4-1 15,-12-4-4-15,5 2-3 0,-5-2 0 0,8 1-20 16,-8-1-18-16,5 3 0 0,-5-3 0 16,0 0 0-16,0 0 0 0,12 2 0 0,-12-2 0 15,0 0 0-15,0 0 0 0,0 0 0 16,0 0 0-16,0 0-188 0,0 0-214 0,0 0-188 16,0 0-309-16,0 0 34 0,-34-10 105 15,18 5-766-15,3 0-971 0</inkml:trace>
  <inkml:trace contextRef="#ctx0" brushRef="#br0" timeOffset="173015.91">14769 14376 3893 0,'4'-11'-164'15,"-2"1"45"-15,-1 2 50 0,1 3 32 16,-2 5 29-16,4-12 30 0,-4 12 15 0,4-6 14 16,-4 6-3-16,0 0 7 15,0 0 52-15,0 0 29 0,0 0 11 0,-8 41-1 16,3-8 4-16,-4 5-1 0,2 3 4 16,-4 8 2-16,1 3-11 0,-1-1 2 0,1-1 2 15,0-9 9-15,1 7 4 0,2-8 5 16,-4-5 6-16,4-2 2 0,2-8 2 15,-1-4-3-15,2-5-13 0,1 0-17 0,-1-5-15 16,1 1-9-16,-1-3-15 0,3-1-5 16,-1-1-10-16,-2 0-14 0,4-7-10 0,-2 11-10 15,2-11-49-15,-2 4-89 0,2-4-108 16,0 0-115-16,0 0-147 0,0 0-167 0,0 0-210 16,0 0 59-16,4-25 104 15,0 15-554-15,-2 4-685 0</inkml:trace>
  <inkml:trace contextRef="#ctx0" brushRef="#br0" timeOffset="173849.31">15091 14231 3185 0,'-20'-8'-72'0,"7"4"23"0,2 1 9 15,1-1 8-15,4 4 16 0,6 0 11 16,-11-4 22-16,11 4 19 0,-5-4 9 16,5 4 6-16,0 0 5 0,0 0 4 0,20-4-8 15,5 4-4-15,18-3-2 0,4 1-4 16,19 1-6-16,15-1-5 0,4 0 1 0,34 2-8 15,5 0 3-15,-3 2-20 0,5 0-40 16,-8-1-24-16,-1-1-3 0,-28-1 4 16,-2-1 9-16,-1 0 2 0,0 2 8 0,-4-2 5 15,-2 1 2-15,-5-1 6 0,-9 0 28 16,-5-1 15-16,-18-2 25 0,-2 3 18 0,-12 0 26 16,-4 1 11-16,-7-1-10 15,2 0-4-15,-7 2-6 0,0 0-9 0,0 2-1 16,3 3-13-16,1 2-3 0,-3 7-7 15,0 9 19-15,-5 10 7 0,2 8 25 0,-9 4-12 16,-2 15 16-16,-8 1-3 0,2-1 25 16,-2 7 8-16,-3 2 14 0,-1 1 7 0,3 1 18 15,3-1 3-15,-1-5-14 0,1-1-20 16,0-7-9-16,0-13-10 0,3-5-14 16,-3-4 1-16,3-10 1 0,-1-5-12 0,-1-4 2 15,3-4 4-15,-1 1 12 0,-1-4 11 16,0-2 8-16,2 0-7 0,-3-2-16 15,-1-4-9-15,6-1-11 0,-17 0-12 0,1-1-9 16,-2-4-3-16,-9 2-12 0,-15 1-5 16,-4-1-7-16,-19 3-9 0,-11 0-1 15,-6 1-2-15,-9 1-10 0,-27 2-2 0,-8-3 1 16,2 1-1-16,2 2-6 0,6-3 0 16,24 1 1-16,3 2 4 0,5 0-11 0,2-2 4 15,6 2 2-15,1-1-5 16,5 1-1-16,-2 1-2 0,2-2 0 0,8 1 1 15,-1-3-3-15,14 4-2 0,1-5 3 0,0 4 1 16,-1-1-4-16,1 1 4 0,6-3-4 16,4 3 2-16,8-3 2 0,7 1-6 15,1 2 2-15,4-2 2 0,2-2 4 0,3 1-2 16,-1 2 3-16,5-3-2 0,9 0-3 16,-17 0 1-16,7 0 1 0,10 0 11 0,-11 3-6 15,11-3-2-15,-10 1 3 0,10-1-2 16,0 0-5-16,0 0-3 0,-11 2-6 15,11-2-8-15,0 0-64 0,0 0-83 0,0 0-85 16,0 0-108-16,0 0-135 0,0 0-174 16,0 0-193-16,32-6 63 0,-22 2 98 15,-2-2-591-15,1 2-746 0</inkml:trace>
  <inkml:trace contextRef="#ctx0" brushRef="#br0" timeOffset="174498.6">14915 14595 3501 0,'8'-12'-41'0,"0"-1"45"0,-5 5 43 16,-1 1 20-16,-2 7 20 0,6-8 9 0,-6 8-9 15,3-6-7-15,-3 6 21 16,0 0 32-16,0 0 8 0,-1 23-13 0,-5-9-9 15,2 7-12-15,-3-2 11 0,2 3-11 0,-4 9-12 16,4-8-5-16,-1-2-9 0,4-2-12 16,0-2-5-16,2 2-1 0,0-6-4 15,0-1-4-15,0 1-4 0,2-5-5 16,2-1-1-16,1-1-4 0,3-2-5 0,-8-4-4 16,21 4-3-16,-7-6-5 0,1-1 0 15,0-4 1-15,2-3-8 0,3-1-1 0,4-10-3 16,-3-1-3-16,0 0-5 0,0 0 1 15,-6 3 1-15,-3 4-2 0,-3 4 0 0,1-2-5 16,-3 7 1-16,-1 0-2 0,-2 1 0 16,-4 5 1-16,0 0 0 0,0 0 4 15,0 0-4-15,-10 30 4 0,4-15-2 16,-1 9 1-16,1-1 4 0,1 8 2 0,-2-4 4 16,6-1 1-16,-1-1 2 0,2 2-2 15,0-6 0-15,2 4-1 0,-1-3 1 16,1-5 1-16,1-1-2 0,-1-3-4 0,0-1 2 15,-2-3-3-15,0-1 2 0,2 1-5 16,-2-9 1-16,-2 12-3 0,2-12-5 0,-2 7-48 16,2-7-81-16,-5 3-108 0,5-3-113 15,0 0-136-15,0 0-210 0,0 0 13 16,-18-14 74-16,14 7-357 0,4 7-445 0</inkml:trace>
  <inkml:trace contextRef="#ctx0" brushRef="#br0" timeOffset="175216.87">15564 14698 2569 0,'0'0'39'0,"3"-5"17"0,-3 5 11 0,0 0 22 0,0 0 32 0,0 0 38 15,0 0 22-15,2-10 3 0,-2 10-11 16,0 0-15-16,0 0-16 0,0 0-11 16,0 0 4-16,0 0-13 0,4-7-15 15,-4 7-11-15,0 0-9 0,3-11-11 0,-3 11-7 16,0-12-5-16,0 4-4 0,2-3-5 16,-2-3 5-16,0 1-7 0,-2-5-3 0,1 1-5 15,-3-3-5-15,0 0 6 0,1 2 15 16,-6-1-8-16,2 1 11 0,-1 4-1 0,-3 0-4 15,-1 6 0-15,-1 1 1 0,-2 3 1 16,-4 4 8-16,-4 4 3 0,-7 6-1 16,-1 5 7-16,3 6-4 0,1-1 0 0,2 6 5 15,6 2 3-15,4 0-10 16,5-1 8-16,3-2-2 0,4-2-3 0,6-4-8 16,4 3-18-16,1-5 13 0,-1 2-16 15,5-3-6-15,3-3-1 0,3-1-1 0,-6-4 3 16,2-3 16-16,-1-1 4 0,0-2-5 15,-1-2-1-15,-12 0-1 0,25-6-2 0,-14 1-1 16,-2 1-2-16,3-4-3 0,-4 2-3 16,-1-1 1-16,-1 1 2 0,0 2-8 0,-4 0-1 15,5-1-10-15,-7 5-6 0,0 0 4 16,0 0 1-16,0 0-8 0,0 0-2 0,0 0-2 16,-3 27 2-16,-1-14-4 15,2 2 0-15,-1 3 4 0,0 3-7 0,-1 1 1 16,2-2 0-16,2 0-1 0,-2-3-1 15,1 1 4-15,-1-3-5 0,-2-1 2 0,2-1 13 16,-2-1 19-16,3-2 22 0,-6 1 16 16,2 1-59-16,-6-4-20 0,-1 1 0 15,-3-2 0-15,-5 2 0 0,0-5 0 0,-1 3 0 16,-1-2 0-16,6 0 0 0,-2 1 0 16,5-3 0-16,1 0 0 0,1-3 0 0,11 0 0 15,-14 6 0-15,14-6 0 16,-13 2 0-16,6-2 0 0,7 0 0 0,0 0 0 0,-14 1 0 15,14-1-146-15,0 0-310 16,0 0-136-16,-9-5-162 0,9 5-120 0,0 0 67 16,4-10-745-16,-4 10-994 0</inkml:trace>
  <inkml:trace contextRef="#ctx0" brushRef="#br0" timeOffset="175565.73">15917 14372 4500 0,'0'-15'5'0,"4"5"51"0,-1-1 30 0,-1 4 15 0,-2 7 8 0,3-9-9 16,-3 9-6-16,0 0 10 15,0 0 42-15,0 0 8 0,-1 49 0 0,-3-8-10 16,-1 3 17-16,2 14-3 0,-5 0-17 15,4 2-12-15,-1 3 10 0,-1-2-9 16,0 1-36-16,-2-3-6 0,3-6-9 0,-1-9-12 16,1-4 1-16,-2-2 5 0,2-5-18 15,1-7-5-15,0-6-8 0,3-2 1 0,-1-7-7 16,-2 1-4-16,4 0 1 0,-2-4-6 16,0-1-5-16,2-7-2 0,0 10-5 15,0-5-52-15,0-5-68 0,0 0-85 0,0 0-93 16,0 0-118-16,0 0-131 0,0 0-170 15,0 0-73-15,11-17 64 0,-7 10-554 16,2-1-725-16</inkml:trace>
  <inkml:trace contextRef="#ctx0" brushRef="#br0" timeOffset="176015.15">16340 14717 3361 0,'2'-10'-99'0,"-2"-1"40"0,-2 2 45 16,2 4 27-16,0 5 23 0,-7-15 7 16,5 10 1-16,2 5-8 0,-11-7 2 0,11 7 3 15,-16-2 6-15,16 2 10 0,-24 6 9 16,9 0 12-16,-3 0 9 0,3 2 3 0,-2 0-2 15,2-1 1-15,3 2-3 0,-1 1-4 16,4-1-1-16,1-1 2 0,0 1 7 0,3 0-2 16,1 1 2-16,2-2 2 0,0 3-3 15,2-1 1-15,2 0-11 0,4 1-7 16,-3-1-6-16,1 5-4 0,3-3-9 16,5 4-5-16,-2-5-7 0,-3 4-3 0,3-3-4 15,-2-2-4-15,-3-1 3 0,1-1-4 16,-3 0 3-16,1-1 15 0,-1 0 17 15,-3 2 16-15,0-9 6 0,-7 17-4 0,0-8-5 16,1-4-2-16,-7 3-12 0,0-1-7 16,-7-2-11-16,0 0-8 0,-7 1-40 0,0-3-57 15,2-2-73-15,-3-1-106 0,3 0-110 16,-9-8-133-16,9 0-181 0,10-3-28 0,6 3 67 16,0-6-396-16,8 3-494 15</inkml:trace>
  <inkml:trace contextRef="#ctx0" brushRef="#br0" timeOffset="176414.92">16503 14629 3034 0,'6'-11'98'0,"-3"4"51"16,1 1 26-16,0 0 20 0,-4 6 10 16,3-8-5-16,-3 8-20 0,9-4-20 0,-9 4-19 15,0 0-12-15,0 0-12 0,0 0-14 16,28 10-13-16,-18-3-9 0,-3 2-3 15,-1 0-11-15,-3 3-7 0,4 1-3 0,-7-2-3 16,0 2 0-16,-5 0-9 16,1 1-1-16,1 1-6 0,-3-1-3 0,2-4 1 15,3 1 15-15,1 0 9 0,0-2 13 16,1 2 5-16,1-2 5 0,6 3 0 0,-3 0 8 16,5-3 5-16,-2 2 8 0,-3 0 5 15,5 1-23-15,-4 1 2 0,1-1 18 0,-1-5 10 16,-2 6 8-16,-1-2 13 0,-3 0 13 15,0 1 1-15,-1 1-2 0,-1-2-5 0,-6 2-10 16,3 0-15-16,-3-3-11 16,-2 1-10-16,1-1-70 0,-5 0-28 0,1-1 0 15,-2-2 0-15,0-2 0 0,-3 0 0 0,2-2 0 16,0 0 0-16,1-2 0 16,1-1 0-16,1-1-276 0,2-2-180 0,1-1-137 15,1 2-197-15,0-2-68 0,-2 2 81 16,11 2-733-16,-22 2-957 0</inkml:trace>
  <inkml:trace contextRef="#ctx0" brushRef="#br0" timeOffset="177782.57">14470 15303 3938 0,'7'-5'-145'0,"-1"1"35"0,-3 0 42 0,-3 4 42 0,12-7 36 0,-12 7 32 15,6-6 30-15,-6 6 16 16,0 0 10-16,0 0 1 0,0 0 21 0,0 0 11 0,0 0-5 16,0 0-8-16,-32 0-11 15,7 6-9-15,-2-1-9 0,-13 1-8 16,-1 1-10-16,-2 3-6 0,1-2-8 0,-4 2-4 15,3-2-7-15,-2-1-3 0,6 0-2 16,1-1-9-16,9-1 1 0,2-4-5 0,8 2-1 16,2 0-3-16,-2-1-2 0,6 0-4 15,-1 0-2-15,3 0-5 0,1 0-3 0,1 2 1 16,-2 6 0-16,0 1-4 16,0 7 1-16,2-2 3 0,6 7 4 0,-6-1 7 15,5 2 11-15,3-1 7 0,-3 4 0 16,6 0 15-16,0 0 4 0,-1-2 4 15,1 1-2-15,-2-5-7 0,0 0 2 0,2-1-12 16,-2-3 0-16,0-2 0 0,0-1-1 16,0-1-2-16,0-1-4 0,0-2 8 0,0-2-14 15,2 2-2-15,-2-3-4 0,0-7-2 16,0 13-4-16,0-8-2 0,0-5-5 0,2 11 1 16,-2-11-3-16,6 8 1 0,-6-8 1 15,8 9-2-15,-3-6 0 0,4 2-1 16,5-1 3-16,-1 2-4 0,7-5 2 15,5 0-2-15,1 1 0 0,14 0-1 16,5-2-2-16,5 0-1 0,11-4 4 0,8 2-2 16,0-2 0-16,9 0 0 0,2 2-6 15,1-1-2-15,1-1-14 0,1 1-3 0,-6 3-6 16,4-2 0-16,-5 0 4 0,-2 2 0 16,0-3 5-16,1 2-1 0,-5 0 10 0,-3-2-5 15,-2 0 5-15,0 1-2 0,-2-2-1 16,0-1 5-16,-2 2 1 0,1-2-2 15,3 1 3-15,0 1-2 0,-2 1-1 0,1 1 5 16,4 1-4-16,-2 1 5 0,8 1-3 16,-3 1 2-16,1-1 0 0,4 3 3 0,1 2-2 15,3-2 1-15,24 6-1 16,7-1 3-16,-3 0-5 0,5 4 1 0,-4-2 2 16,1-5 3-16,-26-1-5 0,-2 0 2 15,-10-3 0-15,-9 0 0 0,-15-6 3 0,-4 2 1 16,-14-1 3-16,-5 0 17 0,0-2 7 15,-2-1 4-15,-2 2-3 0,-6-1 2 16,2 2-2-16,0-3-2 0,-4 1-2 0,3 2-2 16,-1-3-5-16,-1 4-1 0,0-3-5 15,-1 0 0-15,-2 2 1 0,-11 2-7 0,17-1 0 16,-8-1 4-16,-9 2-4 16,13-4-3-16,-13 4 4 0,10-3 3 0,-10 3 18 15,0 0 17-15,13-2 16 0,-13 2 24 16,0 0 6-16,8-5 10 0,-8 5 12 0,0 0-2 15,6-6-11-15,-6 6-10 0,6-14-12 16,-4 5-6-16,0-3-9 0,-1-5-3 16,1-2-7-16,0-5-8 0,0-13-1 0,-2-5-8 15,-4-3-5-15,1-9-5 0,-7 0 1 16,-4 7-4-16,-5 4-3 0,-5 3-3 0,-6 7 3 16,-11 4-6-16,-4 7 0 0,-9 3-2 15,-1 8 0-15,-5 3-2 0,13 2-12 16,-3 4 0-16,5 2 0 0,3 3 0 15,0 2 0-15,1-1 0 0,5 1 0 0,0 2 0 16,10-2 0-16,1 0 0 0,4 0 0 16,2-1 0-16,-1 2 0 0,8-4 0 0,-3 0-88 15,3 0-89-15,1-1-64 0,1 3-75 16,0-2-94-16,3-1-91 0,0 3-102 16,-4-3-172-16,11-1 12 0,-16 6 79 0,4-4-552 15,-5 2-697-15</inkml:trace>
  <inkml:trace contextRef="#ctx0" brushRef="#br0" timeOffset="178265.39">15173 15426 3260 0,'5'-14'-81'0,"-1"2"46"0,0 1 58 0,-2 1 44 0,-1 2 39 16,4 2 33-16,-5 6 4 0,7-8 7 0,-7 8-18 15,0 0-4-15,0 0 68 0,0 0 30 16,8 26 11-16,-12-3 9 0,2 12-11 0,-1 4-6 16,-6 2-12-16,4-1-16 0,-3-2-3 15,3 0-18-15,-3-2-16 0,2-3-18 0,2-5-18 16,2-6-10-16,1-2-12 15,-1-2-10-15,-2-3-11 0,2-1-7 0,2-1-7 16,-2-4-14-16,2-1-2 0,-2 1-10 16,2-9-34-16,0 12-58 0,-1-7-53 0,1-5-68 15,0 0-82-15,3 5-94 0,-3-5-107 16,0 0-117-16,0 0-182 0,23-12 19 16,-13 7 76-16,3 0-465 0,2 0-589 0</inkml:trace>
  <inkml:trace contextRef="#ctx0" brushRef="#br0" timeOffset="178551.63">16595 15454 3470 0,'3'-13'215'15,"-1"5"21"-15,2 4 2 0,-4 4-5 0,2-7-1 16,-2 7-10-16,0 0 29 0,0 0 36 15,0 0 2-15,0 25-20 0,-6-8-23 0,2 6-21 16,1-1-3-16,-2 2-20 0,1-2-18 16,1 2-15-16,-3-2-18 0,2 2-12 15,3-5-15-15,-5 0-14 0,2-2-13 16,2 1-9-16,-2-4-12 0,-2 1-9 0,3-5-17 16,-3 2-65-16,2-3-99 0,-4 1-109 15,4-2-110-15,1 0-127 0,-5 0-145 16,-1-3-226-16,-1 2 19 0,-1-4 90 0,2 2-631 15,-5-1-807-15</inkml:trace>
  <inkml:trace contextRef="#ctx0" brushRef="#br0" timeOffset="179213.42">14504 15466 3496 0,'0'0'-114'0,"0"0"47"0,0 0 17 0,0 0 29 0,0 0 26 15,0 0 20-15,0 0 14 0,-20 21-3 0,13-14-6 16,-4 3 1-16,3-2-5 0,-7 4 0 16,8 0-2-16,-11 0-7 15,5 1 1-15,1-2 2 0,-1 0-6 0,-1 0 5 16,3-2-5-16,0-1-7 0,5-2 6 15,-2 0-4-15,8-6-4 0,-7 4-23 0,7-4-21 16,0 0-14-16,0 0 9 0,-9-15 1 16,6 6 7-16,1-3 3 0,0-2 1 0,4-1 7 15,-4 3 13-15,2 0 19 0,0 2 6 16,0 1-3-16,0 9-2 0,0-14-6 16,0 14 0-16,2-6 18 0,-2 6 10 0,0 0 1 15,0 0 18-15,0 0 11 0,32 14-1 16,-12-4 8-16,-3 0-19 0,7 5-2 0,5-1-6 15,1 0-7-15,-1 1-35 0,0-3-68 16,-4-2-88-16,-8-3-120 0,2 0-196 16,-2 0-56-16,-2-1 39 0,-3-2-125 15,-1 2-113-15</inkml:trace>
  <inkml:trace contextRef="#ctx0" brushRef="#br0" timeOffset="179664.25">16125 15463 1804 0,'-2'-8'120'0,"2"8"-2"0,-5-10-13 0,5 10-15 0,-8-4 0 0,8 4 5 15,0 0-7-15,-24 8-1 0,10-2-8 16,1 2-8-16,-7 2-9 0,-4 7-1 0,-1-2-2 16,0-1 5-16,0 0-8 0,-3 1-1 15,-1-2-3-15,4-4-9 0,5-2-5 16,1 0-7-16,2-1 0 0,-1-2-11 0,5-2-30 16,1-2-41-16,12 0-49 0,-21-6-34 15,10-1-5-15,0-2 7 0,3 0 14 16,-2-4 14-16,-1-3 8 0,1 3 26 15,5 1 39-15,-3 0 32 0,5 3 29 0,-3 2 19 16,2 0 10-16,0 1 1 0,-2 4-2 16,6 2 11-16,0 0 9 0,0 0 5 0,0 0-11 15,20 14 2-15,-4-4-17 0,11 7-1 16,3 4-5-16,3-3-7 0,-1 1-14 16,3-2-56-16,-1 0-77 0,-5-1-119 0,3-1-175 15,-5-1-93-15,-5-2-179 16,-2-4-165-16</inkml:trace>
  <inkml:trace contextRef="#ctx0" brushRef="#br0" timeOffset="180097.86">17093 15605 1979 0,'4'-6'95'15,"-4"6"6"-15,6-5 1 0,-6 5-1 16,0 0-2-16,0 0 0 0,0 0-9 0,0 0 0 16,0 0 3-16,0 0-14 0,0 0-5 15,-36 14-5-15,21-7-11 0,-5 3-1 16,-1-1-8-16,-7 3-7 0,-3 2-4 0,1-1 0 15,-3 0-3-15,6-4-17 0,-2 4-12 16,6-6-38-16,3-2-41 0,8-1-39 0,-2-4-40 16,6 0-35-16,8 0-30 15,-9-12 2-15,9 4 26 0,6-5 30 0,-1-3 52 16,6-1 57-16,5-7 55 0,-3 9 47 0,-1 1 42 16,-3 4 21-16,0 1 25 0,1 5 29 15,2-2 9-15,0 4-5 0,6 4-14 16,5 4-13-16,2-2-20 0,7 9-13 15,3 0-7-15,-1 4-18 0,-2 0-84 0,2 3-121 16,-3-6-169-16,-3 4-262 0,-3-1 26 16,-5-5 66-16,-5-4-108 0,-3-2-66 0</inkml:trace>
  <inkml:trace contextRef="#ctx0" brushRef="#br0" timeOffset="181829.76">22119 1315 1531 0,'-2'-12'-15'15,"1"2"14"-15,-4-4 4 0,-3-5 15 16,-1 0 15-16,-7-6 13 0,5 3 8 16,-6-1 9-16,-2-2 4 0,-6 0-3 0,2 1 6 15,-2 0 2-15,1 3 1 0,-4 3-6 16,-5 2 11-16,-4 4-1 0,-2 5-2 0,-5 2 0 16,-9 7 0-16,-17 3-6 0,-7 7-1 15,-18 9-8-15,0 3-10 16,-1 8 1-16,0 12 2 0,5-1-4 0,1 7 1 15,3 6-1-15,9 5 4 0,2 8 7 16,5 7 1-16,3 2 10 0,3 2 1 0,6 4 5 16,3 6 0-16,8 4-4 0,7 0 18 15,8 3-10-15,10-7 4 0,16-15 1 16,9-2 2-16,15-3-5 0,19 11-14 0,11-11-7 16,19-8 0-16,15-9-6 0,15-9-3 15,9-11-3-15,9-8-2 0,10-9-8 0,6-11-4 16,-3-8-8-16,2-13-1 15,2-9-3-15,-4-4-11 0,-5-7 8 0,-4-7-5 16,-5-3 1-16,-10-4-2 0,-8-4-4 16,-11-12 3-16,-12-3 0 0,-9-9 4 15,-12-4 0-15,-9-5-2 0,-12-9-3 0,-16-10-9 16,-17-5 2-16,-17 0-7 0,-12 2 1 16,-20 6 0-16,-11 4-3 0,-12 13-3 0,-17 15-4 15,-10 21 4-15,-16 17 1 0,-13 17-7 16,-12 19-9-16,-8 17-30 0,-45 25-44 15,4 14-59-15,11 20-80 0,8 1-94 0,16 2-171 16,45-20-119-16,11-3 58 0,8-5-199 16,7-6-248-16</inkml:trace>
  <inkml:trace contextRef="#ctx0" brushRef="#br0" timeOffset="192378.65">14801 14229 1582 0,'0'0'164'16,"-10"-4"-50"-16,10 4-39 0,0 0-19 15,-11-2-4-15,11 2-1 0,0 0 0 16,0 0-5-16,0 0-1 0,0 0-4 0,0 0-4 16,47-4-2-16,-18 4-5 0,12-2-1 15,0 2-3-15,3-1-2 0,-4 1-38 16,4 0-55-16,-6-2-89 0,-5 0-104 16,5 2-403-16,-10-4-161 0</inkml:trace>
  <inkml:trace contextRef="#ctx0" brushRef="#br0" timeOffset="194746.27">17185 15583 1851 0,'5'-7'27'0,"-3"1"28"15,-2 6 21-15,9-8 20 0,-9 8 18 0,1-5 19 16,-1 5 13-16,0 0 4 0,0 0 0 16,0 0 6-16,0 0 3 0,-34 8-1 0,11 1-2 15,-7 5 0-15,-4 1 9 0,-1 5-14 16,-7 1-3-16,2 1-13 0,8-5-10 16,-1 2-13-16,5-1-9 0,-3-1-9 0,5-1-7 15,4-4-16-15,6-2-2 0,-2-2-6 16,5 1-3-16,1-2-10 0,5-1-2 0,-2 0-5 15,0-4-9-15,4 3 2 0,5-5-26 16,-11 3-39-16,11-3-69 0,0 0-53 16,0 0-55-16,0 0-48 0,-12-12-64 15,12 12-74-15,0-12-118 0,2 3-71 0,-2 3 45 16,2-6-183-16,0 1-210 0</inkml:trace>
  <inkml:trace contextRef="#ctx0" brushRef="#br0" timeOffset="196394.62">16798 15583 1925 0,'8'-11'7'0,"0"1"40"15,-5 2 42-15,3 2 38 0,-3 1 30 16,-3 5 32-16,9-9 13 0,-9 9 3 0,3-6-15 16,-3 6-12-16,0 0 34 0,0 0 23 15,17 10 5-15,-7 2-1 0,-1 3-12 16,6 10-9-16,7 0-14 0,-7 4-25 16,6-2-25-16,0 2-15 0,-2 1-16 0,2-4-8 15,-4 1-18-15,2-5-5 0,-6-4-10 16,-2-3-5-16,2-3-13 0,-4-1-6 0,-4-3-4 15,3-1-6-15,-4 0-6 0,2-2-3 16,-2 1 1-16,-4-6-14 0,0 0-24 16,0 0-37-16,0 0-30 0,0 0-31 0,0 0-28 15,11-20-30-15,-13 8-17 0,-2-5-1 16,0 0 0-16,3-6 13 0,-5 0 15 0,2-1 18 16,1 0 12-16,-4-10 5 15,5 9 14-15,0 0 24 0,1 0 19 0,-1 1 26 16,0-1 11-16,4-1 23 0,-2 0 15 15,2 2 26-15,-2 2 29 0,1 3 23 16,1 4-2-16,0 0-5 0,-2 6-10 0,4 1 1 16,-4 8 46-16,0 0 36 0,0 0 6 15,0 0 17-15,2 33 0 0,-2-8 10 0,1 0-12 16,-1 13-18-16,3 1-11 0,-1 0-14 16,0-4-13-16,4 2-6 0,-5-8-17 0,-1-4-6 15,4-1-9-15,-4-5-8 0,2 0-12 16,0-2-3-16,-2-3-9 0,0-3-7 15,0 0-5-15,0-1-3 0,0-3-6 16,0 1-1-16,0-8-4 0,-4 13-15 16,4-13-42-16,0 0-62 0,0 0-52 0,0 0-31 15,0 0-18-15,-18-16-17 0,11 3-13 16,0-1 5-16,-1-3 4 0,-2-1 18 0,3 1 22 16,-4 0 6-16,-1 0 27 0,-1 0 10 15,-3 3 26-15,3-1 5 0,0 2 10 0,1 4 20 16,1-1 26-16,-1 0 25 0,5 3 20 15,-3 3 8-15,7-2 6 0,-3 2 1 16,2 0 3-16,4 4 1 0,0 0 19 0,0 0 29 16,0 0 23-16,0 0 22 15,0 0 4-15,21 14-4 0,-4-6 0 0,4 2-3 0,7 1-2 16,5-2-12-16,-1 3-3 16,1-2-10-16,2-2-10 0,-9-1-5 0,-4-3-8 15,-2-4-5-15,-4 4-6 0,-4 0-5 16,0-4 5-16,0 2 10 0,-12-2-6 0,14 0-6 15,-14 0-5-15,0 0-7 0,10-10-1 16,-10 10-10-16,-6-9-6 0,6 9-2 16,-7-10-6-16,-3 4-6 0,-2 2-6 0,1 1 4 15,-4 2-4-15,-4 1-2 0,2 0 5 16,-4 0-3-16,2 1-4 0,1-1-4 0,5 3 5 16,-1-3-2-16,2 3 1 0,12-3-3 15,-20 1 3-15,20-1-3 0,-13 2-1 16,13-2 4-16,0 0 5 0,0 0-3 15,0 0 7-15,0 0-5 0,0 0 0 0,0 0-2 16,0 0 8-16,0 0-4 0,48-6-2 16,-37 3-1-16,0 0 0 0,3-3 8 0,-4 1-4 15,1-1-4-15,-5 0 1 0,2 0-2 16,-8 6-3-16,5-11-1 0,-3 8-1 16,-2 3-4-16,0 0 2 0,-15-9-2 0,15 9 1 15,-23 0 4-15,23 0 2 0,-29 8-4 16,8 0 7-16,5-1-11 0,-2 3 1 0,5-2 3 15,-1 3-6-15,3-2 4 16,2 1 3-16,2-1 1 0,2-2-1 0,1-1 3 16,2 1 5-16,2-7-1 0,0 11 6 15,0-11 2-15,10 5-6 0,-10-5 0 0,13 3-1 16,-13-3 2-16,15-3 1 0,-15 3-3 16,20-7 2-16,-13 2 0 0,0-2 0 15,4-3-4-15,-6 1 0 0,2-1 0 0,-3 0 1 16,2-2-5-16,-5 3 2 0,2 1 5 15,-1-4 4-15,-2 7-1 0,0-3-4 0,0 8 2 16,-2-12-4-16,2 12 9 0,-3-9-7 16,3 9 2-16,-7-6 1 0,7 6 5 15,-4-6 4-15,4 6 3 0,0 0-4 16,-7-6 2-16,7 6-4 0,0 0-10 0,0 0-7 16,0 0 0-16,0 0 0 0,0 0 0 15,0 0 0-15,0 0 0 0,0 0 0 16,9 23 0-16,0-11 0 0,5 0 0 0,11 5 0 15,2 0 0-15,4 1 0 0,8 5 0 16,5-5 0-16,0-1 0 0,3 1 0 0,1-3 0 16,0 0 0-16,-6-3 0 0,-2-3 0 15,-3 1 0-15,0 1 0 0,-1-1 0 0,0-2 0 16,-3 3 0-16,-3-1 0 16,1 0 0-16,-4-2 0 0,-6 0 0 0,-1-2 0 0,9 7 0 15,-6-3 0-15,-2-1 0 16,-1-1 0-16,4 1 0 0,-1 0 0 0,-4-1 0 0,1-1 0 15,3 1 0-15,-1-1 0 16,-2 0 0-16,1-2 0 0,2-1 0 0,10 8 0 16,3-6 0-16,3 5 0 0,15 2 0 15,5 1 0-15,6 0 0 0,1 3 0 0,7-5 0 16,19 10 0-16,1 0 0 0,0 2 0 16,-3-3 0-16,-18-2 0 0,-3-1 0 0,-8-1 0 15,-10-5 0-15,-10 1 0 0,-9-5 0 16,-7 0 0-16,-5-5 0 0,-4 2 0 15,-3-1 0-15,-1-1 0 0,-1-1 0 16,-2 1 0-16,2-2 0 0,-4 1 0 0,0 2 0 16,3-2 0-16,-4 1 0 0,1 0 0 15,3-1 0-15,-10-2 0 0,12 5 0 16,-7-3 0-16,-5-2 0 0,9 5 0 0,-9-5 0 16,10 5 0-16,-7-3 0 0,-3-2 0 15,11 3 0-15,-11-3 0 0,0 0 0 0,9 7 0 16,-9-7 0-16,0 0 0 0,7 4 0 15,-7-4 0-15,0 0 0 0,0 0 0 0,12 1 0 16,-12-1 0-16,0 0 0 16,0 0 0-16,0 0 0 0,0 0 0 0,0 0 0 15,0 0 0-15,0 0 0 0,0 0 0 16,0 0 0-16,0 0 0 0,0 0 0 0,0 0 0 16,-32-5 0-16,12 2-687 0,3-1-341 15,-2 1 121-15,2 1-987 0,2 1-1317 0</inkml:trace>
  <inkml:trace contextRef="#ctx0" brushRef="#br0" timeOffset="196910.59">19710 16169 5045 0,'0'-16'-147'0,"0"4"62"0,2 2 55 0,-1 0 39 0,-1 0 52 16,5 1 43-16,1 1 47 16,-3 1 41-16,-1-2 30 0,-2 9-14 0,4-12-14 15,-4 12-18-15,4-5 9 0,-4 5 39 16,0 0 28-16,-4 29 3 0,-2 5-5 0,3 8-14 16,-3 12-18-16,0 5-7 0,-2-1-6 15,5 2-150-15,-5 0-55 0,6-2 0 0,-1-3 0 16,-6-1 0-16,7-10 0 0,-1-3 0 15,-1-1 0-15,0-5 0 0,1-7 0 0,3-7 0 16,-2-2 0-16,0-2 0 0,-3-5 0 16,5 0 0-16,-2-2 0 0,2-1 0 15,-1-3 0-15,-1 3 0 0,0-4 0 16,2-5 0-16,-2 11 0 0,2-11 0 0,-4 5 0 16,4-5 0-16,0 0-709 0,0 0-268 15,0 0 49-15,0 0 102 0,0 0-790 16,-11-18-1055-16</inkml:trace>
  <inkml:trace contextRef="#ctx0" brushRef="#br0" timeOffset="197610.84">19801 15993 4347 0,'-16'-10'-104'0,"0"2"25"0,1 3 24 0,7 1 42 15,-1 0 49-15,1 0 28 0,3 0 22 16,5 4 14-16,-9-2 11 0,9 2-10 0,0 0-8 16,0 0-7-16,35-8-4 0,-4 6-9 15,18 0-5-15,16-1-9 0,9 3-5 16,9 0-7-16,-2-3-4 0,5 2-3 0,-6-1-4 15,-2 0-3-15,-3-2-1 16,-9 4-4-16,-19-2-3 0,-1-2-4 0,-13 4-4 16,-8-2-3-16,-6 2 3 0,-2 2 0 15,-2 2 38-15,-2 0 34 0,-3 6 28 0,0 7 17 16,-5 6 17-16,-5 1 15 0,-1 16 0 16,-3 6-2-16,-5 8-3 0,0 5-14 0,2-1-10 15,-1 2-3-15,-4-1-10 0,1-3-6 16,-1-3-11-16,3-2 1 0,0-2 7 0,3-11-9 15,-4-1-9-15,6-6 0 0,-1-5-1 16,1-8-9-16,1-2-51 0,-1-1-36 0,-1-3 0 16,5-3 0-16,-2-3 0 15,1 4 0-15,-1-3 0 0,0-1 0 0,0 0 0 16,2-6 0-16,-4 10 0 0,2-6 0 16,2-4 0-16,-5 10 0 0,-1-5 0 0,0 1 0 15,-3 2 0-15,-2-2 0 0,-3 3 0 16,-5 1 0-16,-9 2 0 0,-7 0 0 15,-5 0 0-15,-16-2 0 0,-5 1 0 0,-1-5 0 16,-9 1 0-16,-4-3 0 0,-6-3 0 16,1-2 0-16,0-3 0 0,2-1 0 0,8 0 0 15,7-3 0-15,15 4 0 16,4-3 0-16,7 2 0 0,10 0 0 0,5 3 0 16,5-1 0-16,4 1 0 0,1 0 0 15,3 1 0-15,9 1 0 0,-15 0 0 0,15 0 0 16,-8-4 0-16,8 4 0 0,0 0 0 15,0 0 0-15,0 0 0 0,0 0 0 0,0 0 0 16,0 0 0-16,0 0 0 0,0 0 0 16,21-9 0-16,-14 8-536 0,3-4-215 0,0-1-192 15,-1 2 64-15,5-3 105 0,-3 0-691 16,3 0-914-16</inkml:trace>
  <inkml:trace contextRef="#ctx0" brushRef="#br0" timeOffset="198094.14">20063 16272 3768 0,'-20'-3'-44'0,"4"0"57"0,-4 1 49 0,7-2 52 0,1 2 46 16,12 2 37-16,-14-4 28 0,14 4 14 15,-13 0 21-15,13 0-5 0,0 0 0 0,0 0-14 16,0 0-19-16,0 0-22 16,0 0-17-16,25-13-20 0,-5 9-15 0,1 0-15 15,-2 0-15-15,-2 2-11 0,-6 0-14 16,3 2-4-16,-14 0-13 0,17 0-2 0,-17 0 12 15,3 15 18-15,-4-1 7 0,-7 4 15 16,-6 10 13-16,0 2 16 0,-8 8-36 0,0 3-119 16,3-2 0-16,1-6 0 0,3-1 0 15,0 1 0-15,2-1 0 0,4-3 0 16,0-7 0-16,4-2 0 0,1-4 0 0,0-1 0 16,2 0 0-16,1-3 0 0,-1-1 0 15,2-3 0-15,0 2 0 0,-4-4 0 16,4-6 0-16,0 10 0 0,0-10 0 15,4 7 0-15,-4-7 0 0,0 0 0 0,0 0 0 16,0 0-544-16,0 0-115 0,16-15-168 16,-7 7-58-16,-6-2 90 0,7 0-729 0,1-4-969 15</inkml:trace>
  <inkml:trace contextRef="#ctx0" brushRef="#br0" timeOffset="198494.63">20474 16256 4133 0,'12'-10'-40'0,"-7"1"60"0,3 3 39 0,-5 0 41 0,4 1 38 0,-7 5 21 0,5-5 14 16,-5 5 5-16,0 0 20 0,0 0 20 15,-23 22 8-15,-2-3 1 0,-7 12 10 0,-2 6 3 16,-2 0-8-16,0 3-10 0,-1-1-8 15,5 0-14-15,1-1-12 0,9-1-11 16,2-8-16-16,8 0-12 0,0-7-4 0,4-3-8 16,4-4-37-16,1 0-100 0,-1-3 0 15,4-1 0-15,4-1 0 0,-1-2 0 16,5-1 0-16,3-2 0 0,-1-3 0 0,5 0 0 16,-1-2 0-16,-14 0 0 0,27-4 0 15,-16 1 0-15,2-4 0 0,-3-3 0 16,-1 0 0-16,-4-4 0 0,1 0 0 0,-1 2 0 15,-5-1 0-15,0 1 0 0,-5-2 0 16,-1 2 0-16,-1 0 0 0,-2 2 0 0,-5 0 0 16,-4 3 0-16,-4 3 0 0,-5 4-235 15,1 4-324-15,-18 3-152 0,2 3-207 0,-11 4 66 16,0 3 98-16,1 3-662 0,5 4-866 16</inkml:trace>
  <inkml:trace contextRef="#ctx0" brushRef="#br0" timeOffset="199677.64">19447 16941 3658 0,'8'-4'-80'0,"-3"-1"59"16,-5 5 37-16,8-5 43 0,-8 5 39 15,0 0 47-15,0 0 30 0,3-7 26 0,-3 7 1 16,0 0-13-16,0 0-21 0,-27 0-6 16,5 2-2-16,-2 0 0 0,-14-2-6 15,-3 3-8-15,-1-1-12 0,3-1-17 0,-4-1-11 16,3 2-2-16,6-2-19 0,6 0-9 15,1 0-2-15,6-2-17 0,0 2-1 0,6 0-1 16,0 0-9-16,-1-1-6 0,16 1 3 16,-18 0 4-16,18 0 0 0,-20-2 6 15,20 2-22-15,-14 0-1 0,14 0-3 16,-13 2-4-16,13-2-4 0,-9 12 3 16,4 0 5-16,-4 3-5 0,6 1 0 0,-5 4 18 15,3 0-1-15,-4 4-10 0,6-3 8 16,-3 4-4-16,2-3-6 0,-3-1 8 0,3 2-13 15,1-5-3-15,-2-1-3 0,1-2 3 16,2-1-4-16,1-2 3 0,-3 0-6 0,2-2-2 16,-2-2-1-16,4 1-2 0,-1-2-1 15,1-7 9-15,-2 13-10 0,0-7 7 16,2-6-8-16,-2 8 7 0,2-8-4 0,-2 10 2 16,2-10 9-16,0 7 4 0,0-7 11 15,0 0 4-15,0 12 4 0,0-12 2 16,2 7-4-16,2-2 1 0,-4-5 7 0,7 9-11 15,0-3 1-15,4-4-4 0,0 2-2 16,2 2-3-16,4-4-3 0,3 2-4 16,4 2-2-16,2-4 1 0,17 1-6 0,0-1 1 15,5 0-2-15,1 2-8 0,14 0 6 16,5-4-14-16,-6 0 6 0,3 0 2 16,0-4 1-16,-1-4-3 0,-4 3-2 0,-5-5 3 15,-1-2-1-15,-13 3 4 16,1-1-9-16,0-2 5 0,11 0 4 0,2 4-6 15,8 1 0-15,6 5 2 0,9 4 6 0,6 5-2 16,25 5 3-16,-1 8-2 0,-1-1-2 16,0 5 0-16,-9-3 4 0,-26-4-3 15,-8-1 0-15,-6-4 1 0,-17-3 0 0,-5-3 16 16,-7 1-24-16,-6-5 0 0,-4-2 0 16,-2 0 0-16,1-2 0 0,-6-1 0 15,4-1 0-15,-5-2 0 0,0 4 0 0,-1-3 0 16,2 0 0-16,-3 0 0 0,-3-1 0 15,3 3 0-15,-1 0 0 0,-8 3 0 0,12-8 0 16,-7 4 0-16,-5 4 0 0,10-5 0 16,-10 5 0-16,0 0 0 0,11-4 0 0,-11 4 0 15,4-4 0-15,-4 4 0 16,0 0 0-16,8-8 0 0,-8 8 0 0,2-10 0 16,-1 5 0-16,-1-7 0 0,0 0 0 15,0-5 0-15,0-3 0 0,-1-7 0 16,1-13 0-16,-2-2 0 0,0-19 0 0,-2-1 0 15,4-3 0-15,0 0 0 0,4 4 0 16,-4 14 0-16,2 5 0 0,-4 10 0 0,2 7 0 16,0 6 0-16,0 2 0 0,0 3 0 15,0 0 0-15,-2 2 0 0,0 4 0 0,0 1 0 16,2 7 0-16,-10-9 0 0,10 9 0 16,-15 0 0-16,15 0 0 0,-23 9 0 15,10-2 0-15,-4 3 0 0,-12 6 0 16,2-1 0-16,-1 2 0 0,-5 2 0 0,-6 2 0 15,-6 0 0-15,0-1 0 0,7-7 0 16,-2 0 0-16,0-1 0 0,0-2 0 0,-1 2 0 16,5-3 0-16,6-1 0 0,3-1 0 15,7-4 0-15,2 1 0 0,4-1 0 16,0-1 0-16,3 0 0 0,11-2 0 0,-20 1 0 16,20-1 0-16,-15 4 0 0,9-3 0 15,6-1 0-15,-13 6 0 0,7-6-516 0,6 0-355 16,-19 3-78-16,12-1 93 0,7-2-844 15,-27 3-1135-15</inkml:trace>
  <inkml:trace contextRef="#ctx0" brushRef="#br0" timeOffset="200077.01">19946 17033 4333 0,'14'-3'-166'0,"-14"3"66"0,9-2 45 15,-9 2 49-15,0 0 55 0,0 0 57 0,0 0 75 16,10 10 53-16,-10 0 43 0,0-5 14 15,0 7 0-15,0 2-6 0,-2 3-9 16,0 1-12-16,2 3-19 0,-4 2-20 0,4 2-24 16,0-1-18-16,0-4-20 0,0 1-16 15,0-1-10-15,0-2-18 0,2 0-13 0,-2-3-10 16,-2 2-9-16,2-5-9 0,-2-1-14 16,2 1-8-16,-1-4-32 0,-1 2-24 0,2-10-62 15,0 9-96-15,0-9-97 0,-4 8-115 16,4-8-118-16,0 0-145 0,0 0-205 15,0 0 27-15,-18-15 90 0,9 1-590 16,-3 2-769-16</inkml:trace>
  <inkml:trace contextRef="#ctx0" brushRef="#br0" timeOffset="200511.89">19651 17024 3316 0,'0'-8'-94'0,"1"-1"49"0,-1 9 35 16,-1-12 24-16,1 12 21 0,1-7 18 0,-1 7 7 16,0 0 14-16,0 0-2 0,0 0 23 15,0 0-17-15,-36 14-9 0,22-7 10 0,-6 3 9 16,1 1-2-16,-7 3-7 0,-4 1-7 15,-1-1-6-15,1 0-6 0,-1-3-11 16,6-1-2-16,4-2-4 0,1-1-3 0,2-3-9 16,0 0-13-16,4 0-32 0,0-2-38 15,3-2-32-15,11 0-34 0,-22 0-16 16,15-4-5-16,7 4 11 0,-11-8 13 16,4 3 10-16,7 5 14 0,-7-12 11 0,5 8 13 15,2 4 34-15,-3-8 23 0,3 8 15 16,0 0 19-16,-2-8 11 0,2 8 4 15,0 0 13-15,0 0 31 0,13-5 1 0,-13 5 24 16,23 4-3-16,-7-1-11 0,0 1-5 16,5 2-6-16,2 2-11 0,0 2-10 0,5-1-7 15,1 5-8-15,0-1-50 0,-3 2-65 16,-1 0-102-16,-2-4-119 0,-8-1-206 0,5 0-99 16,-6 2 51-16,4-2-199 15,-3 1-232-15</inkml:trace>
  <inkml:trace contextRef="#ctx0" brushRef="#br0" timeOffset="200942.69">20807 17055 2299 0,'0'0'154'0,"3"-7"1"0,-3 7 10 0,0 0-8 0,0 0 0 15,0 0 14-15,0 0-3 0,-29 4-11 16,29-4-11-16,-26 10-15 0,6-1-10 0,1-1-15 16,0 3-9-16,-9 3-14 0,-5 2-3 15,3-1-9-15,-2-1-11 0,-3 1-9 16,-2-3-20-16,9 1-30 0,-3-3-15 0,9-2-28 15,6-2-5-15,4-2 0 0,-1-2-18 16,6-2-20-16,7 0-8 0,-9-7 10 0,7 0 4 16,2 7 11-16,4-14 9 15,-1 6 4-15,3-1 10 0,1 1 7 0,2 2 10 16,0 0 13-16,0 6 21 0,-9 0 12 16,31 0 18-16,-10 8-1 0,11 2-3 15,2 4 0-15,9 7-7 0,-11-4-7 0,10 3-23 16,-3 1-81-16,-6-2-110 0,-5-2-176 15,-8-3-203-15,-3-3 41 0,0-1-191 0,-3-2-218 16</inkml:trace>
  <inkml:trace contextRef="#ctx0" brushRef="#br0" timeOffset="202861.91">23874 1054 1847 0,'-12'-17'-83'0,"3"3"24"16,-3 4 20-16,-3-2 8 0,-10-4 16 0,-1 5 15 15,-7 2 12-15,-5 4 6 0,-1 5 16 16,-6 7 15-16,-12 3 15 0,-2 14 11 16,-19 12 2-16,-4 14 16 0,2 5 4 0,2 9 5 15,2 6 7-15,5 10 10 0,7 6 4 16,3-2 5-16,7 0 3 0,9-4-4 0,8 3-32 16,18-17-10-16,7 1 2 0,11 0 10 15,9 2-2-15,8-5-10 0,19 12-5 16,11-7-14-16,15-9-1 0,13-7-8 0,10-8 0 15,13-7-6-15,8-11-8 16,11-6-21-16,0-13-4 0,6-10-11 0,0-10 2 16,2-7-2-16,-8-10 0 0,-3-6 3 15,-7-8-7-15,-8-13-1 0,-10-5-1 16,-11-8 4-16,-10-4 2 0,-15-10 1 0,-13-10-6 16,-14-8-4-16,-17-5-4 0,-18 0 4 15,-20 0-7-15,-13 4 1 0,-20 7-3 0,-18 6 0 16,-8 14-7-16,-16 19-3 0,-11 16 1 15,-6 15 6-15,-6 14 1 0,2 17 1 16,-2 7-36-16,12 15-39 0,10 10-60 0,7 5-90 16,15-4-145-16,7 1-205 15,26-3 56-15,9-6-110 0,6-2-137 0</inkml:trace>
  <inkml:trace contextRef="#ctx0" brushRef="#br0" timeOffset="211575.05">20644 15903 1061 0,'0'0'312'15,"-13"-1"-113"-15,13 1-67 0,0 0-32 16,0 0-12-16,0 0-17 0,0 0-8 0,-10-4-7 16,10 4-4-16,0 0 4 0,0 0-3 15,34-4-1-15,-17 0 5 0,5 4 6 16,3-2 10-16,0 0 0 0,8 4 3 0,-3-2 5 16,15 0-1-16,0 0 4 0,-1 2-1 15,3-2-7-15,3 1-1 0,4 2 3 0,-1-3-9 16,10 0-3-16,-10 0-10 15,0 0-8-15,-1 2-2 0,-3-3-3 0,-1 1-2 16,-2 0-13-16,-4-1 15 0,0-2 17 0,-8 3-1 16,-7 0-4-16,-1 0 2 15,5 0 0-15,-6-1-9 0,0-1 0 0,-7 0-1 16,3 2 2-16,-5 0 11 0,-1-2 2 16,-1 2 0-16,1-1 4 0,-15 1-4 0,21-2 9 15,-12 2 0-15,-9 0-5 0,19-2-1 16,-19 2-2-16,17-2 3 0,-9 1 2 0,-8 1-4 15,13-2-5-15,-13 2-1 0,13-4-6 16,-13 4-4-16,14-3-8 0,-14 3 2 16,15-2 5-16,-15 2 1 0,14-4 8 15,-14 4 5-15,9-4 2 0,-9 4 2 16,0 0-2-16,12-4 4 0,-12 4-7 0,7-3-3 16,-7 3-7-16,0 0-4 0,0 0-7 15,0 0-8-15,0 0-7 0,0 0 3 0,0 0 2 16,17 11 11-16,-17-5-2 0,2 3 11 15,-4 3 26-15,2 3 27 0,-4 7 22 16,1 3 7-16,-7 8 2 0,3 4-5 0,-1 1 2 16,-5 8-3-16,-1 0-5 0,5-6-2 15,-4 7-5-15,1-9-6 0,1-1-8 0,1-2-4 16,2 0-3-16,-1-3-1 0,3-6-1 16,4-4-13-16,-1-3-79 0,-4-2 0 15,5 0 0-15,-1-3 0 0,1-2 0 16,-2 1 0-16,2-1 0 0,2-4 0 0,-1 1 0 15,1-1 0-15,-2-1 0 0,2-7 0 16,-2 14 0-16,2-10 0 0,0-4 0 0,0 11 0 16,0-11 0-16,0 10 0 0,0-10 0 15,0 9 0-15,0-9 0 0,-2 7 0 0,2-7 0 16,0 0 0-16,-2 8 0 0,2-8 0 16,0 0 0-16,-2 9 0 0,2-9 0 0,0 0 0 15,0 0 0-15,0 0 0 16,-2 8 0-16,2-8 0 0,0 0 0 0,0 0 0 15,0 0 0-15,-4 5 0 0,4-5 0 16,0 0 0-16,0 0 0 0,0 0 0 16,0 0 0-16,-13 5 0 0,13-5 0 0,-16 0 0 15,9 2 0-15,-6-2 0 0,-5 0 0 16,4 0 0-16,-8 0 0 0,1 0 0 0,-6 0 0 16,1-2 0-16,-2 2 0 0,-3-1 0 15,4 1 0-15,-1 0 0 0,-1 0 0 0,2 0 0 16,2 0 0-16,-1 0 0 0,-1 0 0 15,-2 0 0-15,3 1 0 0,3-1 0 0,-2 2 0 16,2 0 0-16,3-2 0 0,0 2 0 16,1-1 0-16,2 1 0 0,-2 2 0 0,1-3 0 15,-2 3 0-15,3-3 0 16,-2 3 0-16,3 0 0 0,-2-1 0 0,0 2 0 16,-1-2 0-16,2 2 0 0,-2 0 0 15,2-1 0-15,2 0 0 0,-5 1 0 0,5-2 0 16,0 0 0-16,2 1 0 0,0-1 0 15,1 0 0-15,12-3 0 0,-17 4 0 16,9-2 0-16,8-2 0 0,-11 2 0 0,11-2 0 16,-9 4 0-16,9-4 0 0,0 0 0 15,-14 2 0-15,14-2 0 0,0 0 0 0,-9 2 0 16,9-2 0-16,0 0 0 0,0 0 0 16,0 0 0-16,0 0 0 0,-13 0 0 0,13 0 0 15,0 0 0-15,0 0 0 16,0 0 0-16,0 0 0 0,0 0-455 0,0 0-291 15,-12-2-212-15,12 2 78 0,0 0 98 16,0 0-704-16,0 0-934 0</inkml:trace>
  <inkml:trace contextRef="#ctx0" brushRef="#br0" timeOffset="-213106.02">21105 16128 1528 0,'17'8'54'0,"-17"-8"28"0,0 0 12 0,0 0 18 0,0 0 15 0,0 0 17 16,0 0 19-16,0 0 8 0,0 0 6 0,0 0 2 15,0 0-6-15,0 0-9 0,0 0-11 16,0 0 1-16,0 0-7 0,0 0-13 0,0 0-15 16,0 0-5-16,0 0-2 0,0 0-3 15,11-13 0-15,-11 13-4 0,0 0-3 0,2-11-1 16,-2 11-4-16,0-10-3 0,0 10-10 16,-2-12-7-16,2 12-5 0,-5-14-6 15,1 10-5-15,1-3-5 0,-3 0-4 16,-1 2-6-16,0-3-4 0,0 4-4 15,-3-3-6-15,-2 3-2 0,0 1-19 0,-1 0 3 16,-1 3-5-16,14 0-1 0,-33 3 0 16,16 2 4-16,-3 1 1 0,-2 5 3 0,5 1 1 15,-2 0-1-15,4 2 4 0,3 1-2 16,0 1 1-16,7-3 0 0,-2 3-1 0,5-2 2 16,-2-1 2-16,4-1-2 0,2 0 2 15,3-2 5-15,1 1-6 0,1-3 1 16,5 0-1-16,1-2-2 0,-1-3-1 15,-1 1-1-15,2 0-6 0,1-4 2 16,-1 0-2-16,-13 0 0 0,23-2-1 0,-12 0 12 16,1 0-15-16,-3-2 0 0,4-1 0 15,-13 5 2-15,14-4-5 0,-5 0 4 0,-9 4-4 16,13-6 2-16,-13 6 4 0,9-4-8 16,-9 4 0-16,7-4 14 0,-7 4-15 0,0 0 2 15,10-4 4-15,-10 4-1 0,0 0 0 16,8-3-2-16,-8 3 0 0,0 0 0 15,0 0-2-15,0 0 0 0,0 0 0 0,11-6-1 16,-11 6-3-16,0 0-1 16,0 0-7-16,0 0-15 0,0 0-14 0,0 0-25 15,0 0-31-15,3-6-47 0,-3 6-48 16,0 0-57-16,0 0-68 0,0 0-101 0,0 0-167 16,0 0-84-16,0 0 60 0,0 0-318 15,0 0-404-15</inkml:trace>
  <inkml:trace contextRef="#ctx0" brushRef="#br0" timeOffset="-212706.63">21499 16327 2366 0,'-11'-11'-16'0,"9"7"37"0,2 4 22 15,-1-9 24-15,1 9 25 0,0-10 24 0,0 10 15 0,3-12 16 16,3 6-14-16,-3 0-9 0,5 1-7 15,0-3-11-15,1 4-12 0,1-2-12 0,0 2-8 16,-1-1-12-16,-9 5 4 0,13-4-14 16,-7 0 2-16,-6 4-10 0,10-4-14 15,-10 4-6-15,0 0-18 0,0 0-30 0,0 0-29 16,0 0-22-16,0 0-24 0,-35 12-24 16,25-7-29-16,1 1-45 0,2 0-72 0,-3-2-68 15,6 2-110-15,-2-4-54 0,6-2-97 16,-7 8-98-16</inkml:trace>
  <inkml:trace contextRef="#ctx0" brushRef="#br0" timeOffset="-212122.17">21168 16266 1697 0,'0'-6'35'0,"-2"-2"28"0,2 8 30 0,-2-15 26 0,-2 9 23 0,4 6 26 0,0-14 20 16,0 8 18-16,0 6 4 0,2-11 6 15,0 5 4-15,-2 6 1 0,2-12 2 0,-2 12-8 16,3-8-11-16,-3 8-17 16,0-7-12-16,0 7-22 0,0 0-15 0,5-8-8 0,-5 8-15 15,0 0-7-15,0 0-2 0,0 0 30 16,0 0 15-16,0 0 2 0,-5 35-2 15,0-16 3-15,-4 12-4 0,1 2-11 0,2 2 7 16,-2 0-6-16,3 1-11 16,-1-3-10-16,1 1-13 0,-4-3-5 0,6-4-13 15,-1-8-3-15,0 0-6 0,3-3-9 16,-1-2-5-16,0-1-5 0,0-1-3 0,0-1-9 16,0-5-2-16,0 3-3 0,2-9-3 15,0 14-4-15,-1-8 2 0,1-6-5 0,-3 9-1 16,3-9-5-16,-2 9 0 0,2-9-4 15,0 0-2-15,-2 10-4 0,2-10 1 0,0 0-2 16,0 0-7-16,-2 7-11 0,2-7-25 16,0 0-56-16,0 0-80 0,0 0-74 15,0 0-89-15,-3 5-93 0,3-5-110 0,0 0-133 16,0 0-170-16,0 0 76 16,-13-19-621-16,13 12-831 0</inkml:trace>
  <inkml:trace contextRef="#ctx0" brushRef="#br0" timeOffset="-211539.65">21524 16233 3419 0,'-2'-8'-200'0,"2"8"39"0,0-12 27 0,0 12 25 0,4-13 35 0,2 7 30 15,2-4 24-15,-1 3 20 0,4 1 19 0,3-3 11 16,-1 0 8-16,3 3 11 0,-3 0 11 16,-4 1 0-16,1 2-4 0,-1 0 7 0,-9 3 22 15,0 0 26-15,20 8 29 0,-20 1 23 16,-5 3 5-16,-4 6 12 0,-8 9 10 15,-4 2 10-15,-8 7 10 0,-5-2 6 0,4 0 1 16,-4 1 1-16,-1-5-5 16,12-6-13-16,0-2-27 0,4-1-10 0,8-4-14 15,0-3-10-15,2-3-6 0,6-2-11 16,1 0-1-16,2-1-14 0,4 0-4 0,2-1-10 16,3-5-16-16,2 2-3 0,3-4-7 15,-14 0-8-15,29 0 3 0,-18-4-12 0,0-1-4 16,-3-1-8-16,0-2 2 0,-5-3-8 15,-3-2-5-15,-7-7-1 0,-11-6-2 16,-5-1 2-16,-7-4 17 0,-6 1 8 0,0 2 11 16,0 1 15-16,7 6 22 0,0 3 16 15,5 1 11-15,2 3-22 0,9 2-104 16,2 3 0-16,3-3 0 0,4 1 0 16,8 1 0-16,2-2 0 0,7 0 0 0,7 4 0 15,8-5 0-15,-2 5 0 0,-1 3 0 16,4 1-32-16,-8 4-372 0,8 2-95 0,5 5-107 15,-5 0-189-15,-8 0-59 0,-1 0 87 16,0 3-673-16,-6 2-890 0</inkml:trace>
  <inkml:trace contextRef="#ctx0" brushRef="#br0" timeOffset="-211073.16">20746 16610 3649 0,'0'0'-158'0,"-13"2"47"0,13-2 33 0,0 0 34 0,-13 1 37 0,13-1 27 0,0 0 22 0,0 0 6 0,0 0-1 16,0 0-2-16,0 0-3 16,0 0-8-16,60 0-52 0,-33 0-83 0,7 0-111 15,5 2-159-15,5-2-178 0,-2 0 44 16,-8 1-98-16,4 3-103 0</inkml:trace>
  <inkml:trace contextRef="#ctx0" brushRef="#br0" timeOffset="-210104.89">21845 16656 1852 0,'-18'-3'122'0,"7"-3"15"0,1 5 19 0,1-2 25 0,9 3 11 15,-13-4 4-15,13 4-7 0,-10-3-12 0,10 3-18 16,0 0-15-16,0 0-19 0,15-12-9 15,8 8-14-15,15-1-7 0,6 2-20 0,6 1-34 16,12-1-23-16,1 1-14 0,-9 2-19 16,7-4 2-16,-10 4-3 0,-5-2 4 0,-5 1-5 15,-8-2 5-15,-10 3 5 0,-6 0-1 16,-2 0 8-16,1 0 11 0,-16 0-1 16,16 0 28-16,-7 4 26 0,-5 5 14 15,-4-1 8-15,0 5 0 0,-4 4 2 16,-3 7 2-16,-2 10 4 0,2 4-9 0,-2 1-5 15,-4 11-5-15,4-11-8 0,2 1-8 16,-1-1-4-16,-2 0 5 0,7 3 19 0,-3-5 3 16,2 2-2-16,3-10-1 0,-2-6-2 15,-1 0-3-15,2-6-1 0,2 0 2 0,-2-5 1 16,2 0 8-16,0-2 1 0,0 0-3 16,0-1 6-16,0 0-3 0,0-9-4 15,0 13 4-15,0-13-10 0,0 9-8 0,0-9 3 16,0 10-12-16,0-10 8 15,2 10 2-15,-2-10-6 0,0 5-8 0,0-5 3 16,0 0 2-16,0 12-1 0,0-12-3 16,0 0-6-16,-3 6 1 0,3-6 1 0,-13 8 8 15,1-2-1-15,-5-1-1 0,-10-1-8 16,-13 4 0-16,-4-4-7 0,-15 2 0 0,-6 0-8 16,1-4 2-16,-7 1-6 0,0-1-3 15,3-2 1-15,0 2-3 0,14 0-4 16,6-2-4-16,4 0 2 0,12 0-4 0,9 2-1 15,5-2 0-15,0 0-6 0,2 0-5 16,16 0-1-16,-18-2 2 0,18 2-19 0,-20 0-37 16,11 0-31-16,9 0-36 15,-14-2-39-15,14 2-41 0,-9-2-47 0,9 2-74 16,-9-5-72-16,9 5-64 0,-10-8-76 16,8 2-123-16,-2 0-87 0,4 6 60 15,-2-12-438-15,2 12-589 0</inkml:trace>
  <inkml:trace contextRef="#ctx0" brushRef="#br0" timeOffset="-209672.14">21945 17016 3403 0,'-5'-14'120'0,"-1"2"6"0,5 6 19 0,-4-1 20 0,-1 2 5 0,6 5-9 0,-13-7-15 0,1 7-16 0,12 0-10 15,-25 3-9-15,5 2-17 0,-1 0-10 16,0 4-10-16,-10 3-10 0,4-2-28 0,2 0-27 16,-4 1-27-16,6-1-23 0,3-2-32 15,2-1-29-15,0 0-19 0,7-2-11 16,-1-1-10-16,1-1-13 0,4 0-17 15,7-3-11-15,-12 0-3 0,12 0 9 0,-8-8 23 16,7 4 19-16,1 4 30 0,0-15 35 16,0 7 37-16,5-3 42 0,2 3 33 15,0-2 43-15,0 3 39 0,6 0 33 0,1 0 35 16,3 3 14-16,2 2 16 0,4 2-1 16,2 2-18-16,11 5-17 0,0 0-14 0,0 6-27 15,-2 0-14-15,-1 1-60 0,-5-1-84 16,-8 1-105-16,8 4-122 0,-1 1-135 0,-2-5-207 15,-3-1-88-15,-4-5 71 0,0 0-329 16,-6 1-408-16</inkml:trace>
  <inkml:trace contextRef="#ctx0" brushRef="#br0" timeOffset="-207940.75">26010 1417 2414 0,'-1'-15'-83'0,"-5"1"35"0,-2 2 33 0,-2 0 17 0,-1-3 21 0,-2 0 17 0,-8-6 17 0,0 1 15 0,-6 1 3 15,0 0 7-15,-1 2 3 16,-1 0 1-16,0-2-6 0,-1 1 3 0,-1 1-5 16,1 1-1-16,-1 0-10 0,-1 0-9 15,0 2-6-15,-6 4-3 0,-2 3-11 16,-4 1-1-16,-6 6-6 0,-17 5 2 0,-5 3 7 16,-1 10 2-16,-24 11-7 0,-1 10 6 15,-3 6 9-15,-3 8 2 0,7 5 5 0,2 10 6 16,4 2-4-16,7 2 6 0,8-1-18 15,7 4 3-15,16-5 14 16,5 5 2-16,10 2 12 0,13 7 12 0,14-16-10 0,9 6-2 16,13 0-8-16,20 16-1 15,10 0-8-15,20-8-4 0,20-3-2 0,14-6-4 16,14-8-6-16,9-9-7 0,11-6-1 16,6-11-15-16,9-11 2 0,2-7-5 0,3-11-2 15,-7-10-2-15,0-10 6 0,-11-9-10 16,-4-8 0-16,-12-15-2 0,-6-6-5 15,-8-12 0-15,-8-11 3 0,-3-8-6 0,-8-8-1 16,-8-5 0-16,-7-4 0 0,-9-7-4 16,-11-1-1-16,-11-9-8 0,-13-1 3 0,-12 4-2 15,-13 5 3-15,-13 5-7 16,-13 10 2-16,-14 15-4 0,-15 7 1 0,-20 14-9 16,-14 12-14-16,-19 16-24 0,-22 11-25 15,-15 13-36-15,-8 13-31 0,-48 21-54 16,48 0-66-16,-37 11-103 0,50-6-165 0,8 4-62 15,13-1 59-15,12-1-133 0,18 0-174 16</inkml:trace>
  <inkml:trace contextRef="#ctx0" brushRef="#br0" timeOffset="-203541.93">21922 16999 1524 0,'0'0'482'0,"0"0"-160"0,0 0-115 0,-18 14-60 0,18-14-26 15,0 0-21-15,0 0-8 0,0 0-13 16,-8 6 3-16,8-6-12 0,0 0-3 16,0 0-1-16,0 0-7 0,0 0 3 15,0 0 5-15,0 0-8 0,0 0-15 0,0 0 8 16,0 0-3-16,0 0 11 0,0 0 9 15,15 9 9-15,-15-9 8 0,0 0 9 0,0 0 7 16,0 0-1-16,0 0-2 0,0 0 4 16,0 0-3-16,0 0-8 0,0 0-10 15,0 0-11-15,0 0-8 0,0 0-5 0,-12 8-5 16,12-8 0-16,-14 9-1 0,2-2-3 16,4-2-1-16,1 3 1 0,-1 1 3 0,3-2-3 15,-2 2 0-15,4-1 0 16,-1 2 0-16,0-4-3 0,2 3 0 0,2-9 0 15,-1 14 0-15,2-8-2 0,-1-6-1 16,2 11-4-16,4-9-4 0,-6-2-3 16,14 8 3-16,-14-8-6 0,14 0-2 0,-14 0 0 15,18 0 7-15,-18 0 11 0,15-6-2 16,-15 6 10-16,12-6 8 0,-12 6-4 0,5-7 0 16,-5 7-2-16,2-8 1 0,-2 8-7 15,0 0-3-15,-4-12-10 0,4 12-8 16,0 0 9-16,-13-5-15 0,13 5-9 0,0 0 3 15,-23 5 1-15,23-5-8 0,-17 10 5 16,10-4-10-16,-4 2 5 0,6-1-2 16,-1 3-3-16,3 0 4 0,-3 0-1 15,2-1-3-15,2 1-4 0,2 0 9 0,-2-3-8 16,2-7 1-16,2 15 6 0,-2-10-8 16,0-5 5-16,10 11 2 0,-7-9 4 0,-3-2-5 15,11 1 5-15,-11-1-3 0,0 0-1 16,22-8 2-16,-13 2 0 0,-1 0-3 15,2-3 1-15,-3 2-2 0,-2 0 4 0,4-1-4 16,-6 2 3-16,-3 6-5 0,4-10 12 16,-4 10-13-16,-2-8-2 0,2 8 4 15,0 0-5-15,-14-3-3 0,14 3-1 16,0 0-2-16,-25 10 6 0,14-5-1 0,0 1-4 16,1 2 2-16,3-3-4 0,-1 2 9 15,-1-2-4-15,3 3-3 0,0-3 1 16,1-1-4-16,5-4 7 0,-10 8 5 0,10-8 3 15,-5 6 5-15,5-6 4 0,-9 3 6 16,9-3 2-16,0 0 7 0,-5 5-8 0,5-5 4 16,0 0-4-16,0 0 8 0,0 0-12 15,-7 5 2-15,7-5-2 0,0 0-1 16,0 0-1-16,0 0 13 0,0 0 6 0,0 0 3 16,0 0-10-16,0 0-4 0,0 0-4 15,0 0 3-15,47-7-3 0,-30 5-3 16,3-1 2-16,-4 0 1 0,7-1-5 15,-1 1 2-15,0-1-2 0,3-1-8 0,7-2 3 16,-3 1 2-16,-4 1-3 0,9-4 1 16,-2-2-6-16,0 1 5 0,1 0 2 0,-5 0 20 15,3-1 5-15,-2 0 7 0,-4 1 7 16,-2 0 3-16,5-3 8 0,5-1-3 16,1 1 2-16,2-1-2 0,0-2-8 15,6-3-4-15,5 0-34 0,2 1-12 0,-4-3 0 16,6 4 0-16,3 0 0 0,3 0 0 0,1 3 0 15,-1-2 0-15,-3 4 0 16,0-1 0-16,0 1 0 0,-3-1 0 0,6 1 0 16,0-5 0-16,0 3 0 0,4-1 0 15,4-2 0-15,0 0 0 0,0 2 0 0,0-3 0 16,-4 3 0-16,0 1 0 0,-4 2 0 16,0 1 0-16,-4 2 0 0,-10 0 0 15,-4 2 0-15,1 1 0 0,-1 1 0 0,-3-1 0 16,0 0 0-16,-6 4 0 0,-1 0 0 15,-4 0 0-15,-5 0 0 0,0 1 0 0,-8 1 0 16,4-2 0-16,-5 2 0 0,-11 0 0 16,22-1 0-16,-22 1 0 0,12-2 0 15,-12 2 0-15,14 0 0 0,-14 0 0 16,0 0 0-16,13-2 0 0,-13 2 0 0,0 0 0 16,0 0 0-16,18-1 0 0,-18 1 0 15,0 0 0-15,0 0 0 0,0 0 0 16,13 0 0-16,-13 0 0 0,0 0 0 0,0 0 0 15,0 0-341-15,0 0-346 0,-24 9-221 16,6-1 13-16,-3-3 90 0,-13 5-744 0,0 0-993 16</inkml:trace>
  <inkml:trace contextRef="#ctx0" brushRef="#br0" timeOffset="-202021.89">25053 16363 4057 0,'0'0'-107'0,"0"0"47"0,0-14 33 0,0 14 42 15,0 0 42-15,-2-8 36 0,2 8 34 0,0 0 21 16,0 0 8-16,0-9-6 0,0 9-12 15,0 0-8-15,0 0 52 0,-1 29 29 0,-3 5 19 16,-2 9-12-16,-1 14-14 0,0 4-5 16,0 1-6-16,2 2-5 0,-5-2-9 0,5-2-3 15,-2-4-14-15,4-3-10 16,-1-10-14-16,0-2-13 0,1-5-10 0,-1-2-10 16,2-10-4-16,0-3-7 0,-1-4-10 15,3-3-6-15,-1-1-9 0,-1-3-4 0,0 0-19 16,2-3-46-16,-2-1 0 0,2 0 0 15,0-6 0-15,-4 10 0 0,4-10-54 0,0 0-189 16,0 0-75-16,0 0-68 0,0 0-70 16,0 0-92-16,-11-16-136 0,9 8-131 15,2 1 80-15,0 7-609 0,-1-18-800 0</inkml:trace>
  <inkml:trace contextRef="#ctx0" brushRef="#br0" timeOffset="-201224.87">25187 16298 3688 0,'-15'-5'-31'0,"2"1"15"16,2 1 9-16,11 3 18 15,-12-5 39-15,12 5 27 0,-12-4 20 0,12 4 9 16,0 0-8-16,0-8-8 0,0 8-13 0,35-11-3 16,4 3-9-16,20-1-7 15,12 3-3-15,5-2-9 0,2 1-15 0,6-2-17 16,-4 2-17-16,5-3 4 0,-2 0-17 16,24 2 16-16,1-1 2 0,-22 4-1 0,0 0 3 15,-4 0-8-15,-8 1 6 0,-10 3 4 16,-19-1 6-16,-5-2 11 0,-10 4 17 15,-9-1 6-15,-2-1 11 0,-3 2 5 0,-4-2-1 16,-12 2-1-16,22 2-1 0,-13 3 67 16,-3 7 13-16,-2 7 13 0,-2 7 2 15,-4 16 3-15,-3 17 21 0,-6 3-4 16,0-1 4-16,-1 3-2 0,5 6 10 0,-4-1 12 16,2 3-4-16,0-6-7 0,2 0-10 15,1-4-8-15,3-7-16 0,-1-15-15 0,-1-4-12 16,3-8-13-16,1-6-12 0,1-6-82 15,-2 0-19-15,2-6 0 0,-2 1 0 0,0-3 0 16,2 0 0-16,-4 1 0 0,4-9 0 16,-3 12 0-16,3-12 0 0,-4 5 0 15,4-5 0-15,-12 5 0 0,12-5 0 16,-24 2 0-16,3 3 0 0,-15 2 0 0,0 0 0 16,-3 1 0-16,-5-1 0 0,-7 5 0 0,-7-4 0 15,5 4 0-15,-3 1 0 16,-7-2 0-16,-5 0 0 0,2-2 0 0,-4-1 0 15,-2-1 0-15,6-2 0 0,-3 0 0 16,7-1 0-16,10-3 0 0,-1 2 0 0,5-1 0 16,0 0 0-16,7-1 0 0,6 1 0 15,9 0 0-15,4-2 0 0,2 2 0 16,4-1 0-16,2-1 0 0,0 2 0 0,14-2 0 16,-17 0 0-16,17 0 0 15,-16 0 0-15,16 0 0 0,0 0 0 0,-16 0 0 16,16 0 0-16,0 0 0 0,0 0 0 15,-16 0 0-15,16 0 0 0,0 0 0 0,0 0 0 0,-18 3 0 16,18-3 0-16,0 0 0 16,0 0 0-16,0 0 0 0,-11-3 0 0,11 3 0 15,0 0 0-15,0 0 0 0,0 0 0 16,0 0 0-16,0 0 0 0,0 0-594 16,0 0-183-16,0 0-176 0,0 0 94 0,0 0-844 15,2-12-1138-15</inkml:trace>
  <inkml:trace contextRef="#ctx0" brushRef="#br0" timeOffset="-200641.88">25437 16610 4461 0,'3'-11'-154'0,"-3"1"50"0,2 2 58 0,0-1 54 0,-2 9 57 0,4-10 48 0,-2 4 44 0,-2 6 22 0,0 0 21 16,4-10 6-16,-4 10-9 0,0 0-7 16,0 0 1-16,0 0 52 0,0 0 15 0,0 0-5 15,-3 37-19-15,0-13-11 0,-3-1 7 16,3 12-11-16,-3-1-12 0,0-2-15 0,0 4-20 16,0-1-18-16,5-8-14 0,-3-4-137 15,4-3-3-15,-4-1 0 0,2-2 0 16,2-1 0-16,0-3 0 0,-1-2 0 0,1-1 0 15,0-2 0-15,0-1 0 0,0-7-139 16,0 11-235-16,0-11-118 0,0 0-162 0,0 0-208 16,0 0 18-16,0 0 94 15,12-21-636-15,-6 12-840 0</inkml:trace>
  <inkml:trace contextRef="#ctx0" brushRef="#br0" timeOffset="-200308.7">25607 16620 4089 0,'0'-8'52'16,"2"1"29"-16,-2 7 27 0,3-14 39 0,3 9 31 15,-3-2 15-15,5 2-2 16,-8 5-15-16,12-4-1 0,-12 4-1 0,0 0-5 16,16 13 3-16,-10 2-2 0,-6-1-2 0,-2 4-11 15,-2 6 2-15,-7 5 2 16,-1 4 7-16,-1-4 5 0,2 0 8 0,-1-3-4 15,1-6-11-15,6-3-12 0,-1-5-4 16,2 1-6-16,0-1-3 0,4-2-124 0,-2-3-17 16,4 1 0-16,2 1 0 0,2 0 0 15,1-4 0-15,5 0 0 0,0-2 0 16,0-1 0-16,1 0 0 0,-13-2 0 0,36-4 0 16,-22 1 0-16,2 0 0 0,1 1 0 15,-2-2-253-15,2 1-211 0,-1-2-74 0,-3-4-91 16,0 3-136-16,0-2-62 15,0 2 81-15,-1-1-604 0,-1-1-805 0</inkml:trace>
  <inkml:trace contextRef="#ctx0" brushRef="#br0" timeOffset="-199992.61">26090 16643 3940 0,'0'0'31'0,"0"0"36"16,0 0 53-16,0 0 47 0,0 0 40 15,-34 15 42-15,23-5 11 0,1 2 9 0,-4 3-17 16,5 3-18-16,2-1-9 0,0 2-14 16,4-3-15-16,1 1-16 0,2-1-7 15,2 2-12-15,4 3-11 0,3-4-17 16,2-5-15-16,5 1-9 0,1-3-9 0,0-4-10 16,2 0-5-16,-3-4-6 0,-2-4-5 15,6-1-10-15,-5-4-4 0,4-3-9 0,-5-5-6 16,-5 1-6-16,-2-5-12 0,-1-3-16 15,-8-7-15-15,-2-3-10 0,-5 0-10 16,-7 4-11-16,0 4-21 0,-7 2-42 0,-6 7-48 16,-1 6-55-16,-6 2-63 0,1 6-76 15,-4 2-93-15,-4 6-115 0,2 0-204 0,0 3-45 16,5 0 78-16,4 2-555 0,-1 1-734 16</inkml:trace>
  <inkml:trace contextRef="#ctx0" brushRef="#br0" timeOffset="-198442.19">26824 16595 3272 0,'0'0'-34'0,"0"0"50"0,-8-17 44 0,8 17 16 15,0 0 34-15,0-12 35 0,0 12 21 0,7-8 25 16,-7 8 20-16,5-9 5 0,-5 9-2 16,7-8 5-16,-7 8 3 0,4-8 8 15,-4 8-2-15,6-6-12 0,-6 6-16 16,0 0-12-16,3-7-17 0,-3 7-21 16,0 0-16-16,0 0-16 0,0 0-8 0,0 0 16 15,0 0-3-15,11 26-12 0,-10-6-6 16,-1 0-12-16,0 6-6 0,-1 9-4 0,-3 3-10 15,2-2 1-15,-3 0-3 0,3 1 1 16,-3-4-2-16,1-6-6 0,2-5-5 16,1-3-5-16,-1-2-8 0,0-2-4 0,0-3-33 15,2-3-9-15,0 1 0 0,-2-3 0 16,0 1 0-16,2-8 0 0,2 11 0 0,-2-11 0 16,0 0 0-16,0 0-202 15,0 0-113-15,0 0-114 0,0 0-127 0,0 0-157 16,19-18-147-16,-19 13 82 0,0 5-697 15,0 0-924-15</inkml:trace>
  <inkml:trace contextRef="#ctx0" brushRef="#br0" timeOffset="-197993.33">27146 16637 4415 0,'-2'-8'135'16,"4"1"20"-16,-2 7 18 15,2-7 24-15,-2 7 17 0,0 0 37 0,0 0 34 0,0 0 6 16,0 0-22-16,0 0-25 16,-6 34-22-16,4-17-20 0,2 2-24 0,-2 0-18 15,2 0-12-15,0-2-19 0,0 2-11 16,0-1-13-16,2-1-8 0,-2-3-17 16,2-2-2-16,0 1-33 0,0-1-45 0,0-3 0 15,1 1 0-15,6-5 0 0,-2-2 0 16,-7-3 0-16,20-2 0 0,-20 2 0 0,25-8 0 15,-9 0 0-15,3-1 0 0,4-9 0 16,2-1 0-16,1 1 0 0,-6 5 0 0,-5 1 0 16,-3 4 0-16,-3 0 0 0,0 3 0 15,-3 1 0-15,-6 4 0 0,0 0 0 16,0 0 0-16,0 0 0 0,-2 22 0 16,-4-5 0-16,-1-2 0 0,-1 7 0 15,-2 9 0-15,3-8 0 0,-2 6 0 0,-2-1 0 16,6-4 0-16,-1-5 0 0,1-3 0 15,1-1 0-15,0-5 0 0,4 2 0 0,-1-4 0 16,-2 1 0-16,1-1 0 0,2-8 0 16,0 7 0-16,0-7 0 0,0 0 0 0,0 0-165 15,0 0-350-15,0 0-127 0,0 0-184 16,23-11-53-16,-19 5 90 0,-4 6-699 16,10-7-935-16</inkml:trace>
  <inkml:trace contextRef="#ctx0" brushRef="#br0" timeOffset="-197642.76">27759 16777 4389 0,'-13'-6'147'0,"13"6"24"0,-14 2 34 0,14-2 50 0,-22 9 45 0,10 0 17 0,-1 4 2 0,0 2 0 0,1 1-23 0,1 3-27 15,6-1-25-15,-4 1-23 0,6 2-22 16,-1-3-22-16,4 0-16 0,2 0-13 16,0-2-94-16,1-1-54 0,6-1 0 15,-2-2 0-15,4-4 0 0,1-1 0 0,5 0 0 16,-3-4 0-16,1-3 0 0,-2-3 0 16,4 0 0-16,-1-3 0 0,-2-4 0 0,2-3 0 15,1-10 0-15,-7 1 0 0,-1-7 0 16,-3 3 0-16,-4 4 0 0,-2 1 0 0,-6 3 0 15,-5-1 0-15,-8-2 0 0,-10 7 0 16,-2 2 0-16,-5 7 0 0,-4 3-214 0,-4 2-256 16,3 3-103-16,-4 3-147 15,2 0-174-15,-12 8 99 0,5-2-744 16,10 1-983-16</inkml:trace>
  <inkml:trace contextRef="#ctx0" brushRef="#br0" timeOffset="-196707.78">26552 16145 3907 0,'-12'-4'-209'0,"4"1"34"0,8 3 40 0,-13-2 44 0,13 2 36 0,-10-5 29 0,10 5 26 15,0 0 2-15,0 0 5 0,0 0 10 16,27-15 10-16,5 6 18 0,22-3 5 16,7 2 2-16,9-2 3 0,11-2-5 15,21 2-3-15,5 2 5 0,-1-2-9 0,4 3-5 16,-25 5 7-16,3 2-19 0,0 0 7 16,-5 4 1-16,-1-2-13 0,-8 2 4 0,-3-2 25 15,-8 0 28-15,-16 0 37 0,0 0 22 16,-13 0 22-16,-8 0 13 0,1 4 6 0,0-2 5 15,-7 0-8-15,2 3-11 0,-1 2-8 16,4 6-11-16,-7 10-3 0,0 6 8 16,-7 7-4-16,-6 15 3 0,-5 13-6 0,-3 3 9 15,-5 8 4-15,-4 17 8 16,-1 4-8-16,2-1-9 0,6-18-15 0,-3 22-12 16,4-24 5-16,4 7 33 0,2-5-1 15,1-2-10-15,2-6-7 0,2-6-30 0,-3-11-110 16,2-11 0-16,-5-4 0 0,5-8 0 15,-2-9 0-15,-1-3 0 0,-2-4 0 0,-1 0 0 16,4-1 0-16,-4-2 0 0,0-2 0 16,2-1 0-16,-2-7 0 0,0 14 0 15,-2-9 0-15,2-5 0 0,0 9 0 0,0-9 0 16,-2 9 0-16,2-9 0 0,0 0 0 16,-3 6 0-16,3-6 0 0,0 0 0 15,-13 3 0-15,13-3 0 0,-18-1 0 16,0 1 0-16,-1-4 0 0,-11 4 0 0,-12-4 0 15,-6-2 0-15,-13 1 0 0,-9 0 0 16,-9 0 0-16,5-2 0 0,-4 2 0 0,-3 0 0 16,-7-1 0-16,4 3 0 0,6 0 0 15,-4 1 0-15,3 0 0 0,5 0 0 0,3 2 0 16,8 0 0-16,13 2 0 0,2 0 0 16,2 0 0-16,9-1 0 0,-1 3 0 15,-1-1 0-15,3 2 0 0,0-1 0 0,4 1 0 16,8 0 0-16,-1 2 0 15,0-4 0-15,2 2 0 0,7 1 0 0,-2-3 0 16,7 0 0-16,-3 1 0 0,3-3 0 16,2 3 0-16,-3-2 0 0,12-2 0 0,-15 5 0 15,15-5 0-15,-12 3 0 0,12-3 0 16,0 0 0-16,-9 4 0 0,9-4 0 0,0 0 0 16,-2 3 0-16,2-3-102 0,0 0-400 15,0 0-127-15,0 0-196 0,0 0-54 16,0 0 87-16,30 0-726 0,-30 0-962 0</inkml:trace>
  <inkml:trace contextRef="#ctx0" brushRef="#br0" timeOffset="-195375.22">24943 17449 4025 0,'8'-9'-101'0,"-1"-2"39"0,1 5 29 0,-2-1 40 0,-2 3 53 0,-4 4 30 0,3-8 17 16,-3 8 19-16,4-6 1 0,-4 6 0 15,0 0-11-15,0 0-10 0,-43 6-13 16,0 2-7-16,-14 4-8 0,-4 1-8 16,-6-1-6-16,-3 3-4 0,2-1-7 15,-5-1-8-15,1 3-4 0,-3-3-4 0,7 1-3 16,3 0-1-16,4-4-5 0,4-2-4 15,13-1-2-15,4-3 0 0,7-3 0 0,6 3-7 16,5-4 1-16,3 2-4 0,1-2 3 16,5 0-4-16,0 0-3 0,13 0-3 15,-23 2-3-15,13-1-3 0,10-1-4 0,-13 5 4 16,10 0-3-16,-1 5 8 0,-2 8-2 16,4 5-5-16,2 2 15 0,2 13 10 0,2 0 10 15,0 8 5-15,-1-4 2 0,3 1 0 16,1-2 4-16,0 0 0 0,-2-1-8 15,5-5-1-15,-3 2 1 0,1-4-7 16,0-9-1-16,-5-4 1 0,7-2-4 16,-7-2 0-16,6-2 0 0,0-2 0 0,-2-1-2 15,5-2-3-15,-1 0 0 0,9-1-2 16,-4 0 1-16,2-2-1 0,6 0-3 0,9 0-2 16,3 1-1-16,4 2 0 0,15 0-1 15,3-4-2-15,6-1 0 0,10 2-1 16,7-2 1-16,5-3 0 0,3-1-4 15,26 0-1-15,0 0 6 0,12 0-6 0,4 0 11 16,4 0 22-16,3-1-2 0,-5 1 0 16,-1-4-5-16,-5 0-5 0,-9 0 7 15,4-1-10-15,-8-2 1 0,-5-4-2 0,0 1-5 16,-3-1 6-16,1-1-5 0,0-1-6 16,-2 1 2-16,1 0-2 0,3 3 2 15,-1-3 0-15,1 4-5 0,-19 2-3 0,-2 1 3 16,1 4-4-16,-1 1-3 0,-7 0-1 15,0 1 3-15,-7 1-1 0,-8 0-2 0,-14-2-2 16,-8 0 3-16,-10-2 7 0,-7 2-5 16,-5 0 4-16,0-2-5 0,-7 2 15 15,2-1 8-15,-1 1 15 0,-3-2 15 0,2 1-10 16,0-1 1-16,-1-2-6 16,-1 2-3-16,-2 1-8 0,-11 1 7 0,19-2-13 15,-8 0 0-15,-11 2 1 0,14-1-4 16,-14 1 8-16,15-2-21 0,-15 2 18 0,10-2-6 15,-10 2-4-15,0 0-9 0,11-2 13 16,-11 2-1-16,10-8-4 0,-7 1 4 16,2-3-5-16,-1-6 1 0,-2-1 7 0,5-15 0 15,-3-7-2-15,-1-4-7 16,6-18-12-16,-4-2-14 0,3-9-8 0,1-3-19 16,5-20-9-16,-3 21 3 0,-2 7 5 0,1 8 12 15,-4 15 19-15,-3 7 21 0,3 8 16 16,-4 8 9-16,0 2-2 0,-2 6-14 15,-2 1 6-15,-2 0-7 0,-2 5-7 16,-1 2-21-16,-3 3-33 0,-1-1-42 0,11 3-54 16,0 0-66-16,-32 5-80 0,16 2-85 15,3-2-85-15,-3 5-107 0,0 0-218 0,-2-1 59 16,0-1 81-16,-2 1-401 0,-9 5-516 16</inkml:trace>
  <inkml:trace contextRef="#ctx0" brushRef="#br0" timeOffset="-194893.57">25815 17249 3137 0,'2'-10'138'0,"-2"1"41"0,5 3 24 0,-5 6 12 0,2-11 6 0,-2 11-12 16,0 0 37-16,0 0 17 0,-12 31 9 16,-1 2-4-16,-5 14-17 0,5 6-10 0,-1-1-2 15,0 7-7-15,5-1-13 0,-5 0-12 16,6 0-22-16,3 0-17 0,-4-4-14 16,8-11-18-16,-3-2-14 0,-2-1-14 15,4-5-12-15,2-8-5 0,0-2-11 16,-1-4-12-16,1-4-8 0,-2-5-17 0,2 2-26 15,0-1-37-15,-2-5-50 0,2 1-65 16,0-4-59-16,0-5-72 0,2 13-97 0,-2-8-78 16,0-5-79-16,5 3-120 0,-5-3-174 15,14 3 72-15,-14-3-572 0,26-1-771 16</inkml:trace>
  <inkml:trace contextRef="#ctx0" brushRef="#br0" timeOffset="-194609.8">27188 17431 4015 0,'4'-17'201'0,"-2"5"24"16,0 4 25-16,-2-1 16 0,0 3 3 16,0 6 14-16,0 0 31 0,0 0 7 0,-16 45-8 15,7-5-28-15,-6 9-29 0,1 4-29 16,3 6-21-16,-1-1-24 0,-1 2-12 15,2-4-20-15,3-2-18 0,-2-3-15 0,-1-3-108 16,3-9-9-16,1 0 0 0,-3-7 0 16,3-6 0-16,1-6 0 0,-2-2 0 0,4-2 0 15,-5-3-24-15,6-3-248 16,-8-3-110-16,4-1-97 0,-4 0-91 0,-1-3-158 16,-1-6-131-16,-10-3 93 0,-9-2-632 15,-6-6-851-15</inkml:trace>
  <inkml:trace contextRef="#ctx0" brushRef="#br0" timeOffset="-194175.91">24949 17555 4052 0,'0'0'-18'15,"0"0"14"-15,0 0 36 0,-31 18 15 16,14-5 40-16,-12 3 35 0,2 3 19 0,-3 0 7 16,-12 3-8-16,3 3-10 0,8-8-13 15,1 2-16-15,-1-2 1 0,3 0-10 16,-1 2-13-16,4-4-40 0,6-3-35 0,4-2-35 15,4-3-35-15,1-1-35 0,0-5-18 16,10-1-24-16,0 0-2 0,0 0 14 0,4-20 15 16,3 8 12-16,5-4 10 15,5 3 9-15,2 1 11 0,-2 3 16 0,2 1 15 16,1 6 14-16,-4 2 20 0,6 5 6 16,5 10-10-16,-1 4 8 0,3 14 2 15,0 1-6-15,3 0-24 0,-2 2-25 0,3 3-37 16,3 0-67-16,2 0-88 0,0-3-129 15,4-5-207-15,1-2 58 0,6-4-132 0,-1-2-155 16</inkml:trace>
  <inkml:trace contextRef="#ctx0" brushRef="#br0" timeOffset="-193940.64">26405 17677 2251 0,'-27'29'285'16,"10"-19"-24"-16,0 0-24 0,-8 5-3 16,0 1 7-16,2 1-1 0,-1 0-14 0,-1 2-21 15,2-2-23-15,0 2-19 0,2-2-37 16,-2 0-40-16,-2 1-53 0,8-7-57 0,-2-1-73 16,-2-2-62-16,5-4-66 15,-2-2-65-15,0-4-68 0,5-4-30 0,4-6-31 16,6-3-5-16,3-6-388 0,9-10-298 15</inkml:trace>
  <inkml:trace contextRef="#ctx0" brushRef="#br0" timeOffset="-193826.83">26020 17770 2039 0,'19'-25'-48'16,"-2"4"46"-16,0 5 37 0,3 8 34 0,-4 4 35 16,0 4 16-16,1 6 15 0,2 4 4 15,6 9-4-15,-1 5-11 0,5 9-12 0,-1 1-12 16,-1 5-14-16,-4-1-29 0,-5-6-41 16,-2-3-45-16,7 15-51 0,8-5-39 15,-1 1-51-15,5-4-80 0,6 0-129 0,5-11-111 16,10-1-90-16,-4-5-80 15</inkml:trace>
  <inkml:trace contextRef="#ctx0" brushRef="#br0" timeOffset="-193476.93">27798 17714 2148 0,'-27'-3'427'0,"4"3"-28"15,2 1-24-15,-1 3-13 0,-1 0-12 0,1 6-31 16,-10 0-24-16,3 4-34 0,3-2-25 16,2 6-13-16,2-3-50 0,7-2-55 0,-2 1-56 15,-4 2-63-15,1-2-67 16,4-2-78-16,-2-2-56 0,5-1-49 0,4-4-26 16,-1-3 1-16,10-2 12 0,0 0 24 15,-2-12 34-15,9-2 35 0,16-6 49 16,1-2 47-16,1 1 42 0,0 4 45 0,-5 5 39 15,-3 2 33-15,-4 5 38 0,-1 3 27 16,1 4 11-16,-13-2-10 0,27 8-13 0,-16 1-12 16,-1 3-18-16,1 1-12 0,2 4-41 15,-1 0-59-15,-1-1-81 0,1 3-73 0,0-4-92 16,-1 0-128-16,-1-2-209 0,-1-3 3 16,-2 1 50-16,1-5-171 0,-4 0-198 15</inkml:trace>
  <inkml:trace contextRef="#ctx0" brushRef="#br0" timeOffset="-190977.61">27649 17766 1826 0,'0'0'-17'0,"0"0"45"0,0 0 33 0,0 10 31 0,0-10 32 0,0 0 25 0,0 0 31 0,0 0 29 16,0 0 19-16,8 7 15 15,-8-7 4-15,7 3-3 0,-7-3-6 0,10 5-11 16,0-3-15-16,2 0-22 0,2 0-8 16,9-2-17-16,1-2-16 0,17-3-13 15,-1-2-17-15,3 0-9 0,11-3-10 0,1-2 5 16,2-5-3-16,1 4-7 0,3-5-15 16,2-1-2-16,3-6-4 0,13-7-12 0,-2-4-3 15,0-3-2-15,-3-3-8 0,4-2-10 16,6-2-3-16,1 0-3 0,3 0-1 15,-6 2-3-15,-1-1-4 0,-7 4-1 0,-4 0-5 16,-15 6-6-16,-1-2-5 0,11-9 4 16,-16 5-1-16,-1-1-1 0,-2 1 0 15,-5-1 2-15,4-5-6 0,-4 0 1 16,1 1 0-16,-3-2-3 0,-5-3 0 16,0 3 1-16,-2 2-1 0,-1 3 3 0,-3 4-5 15,-3 1 3-15,-6 9-2 0,-2 0-1 16,5 0 1-16,-8 1-2 0,4 1 5 0,-3 0-1 15,-1 0 3-15,0 2 3 0,-4 2 13 16,-2 5-5-16,-1-3 4 0,-1 2 17 0,-1 2-5 16,-1 1 10-16,1 3-3 0,-2 1-6 15,-1 3-4-15,0 0-3 0,2 2-1 16,-4 7-8-16,4-11 0 0,-3 6-8 0,3-2 7 16,-4 7-11-16,4-9-2 15,-4 9 1-15,3-8-7 0,-3 8-1 0,0 0 2 16,0 0-2-16,0 0 4 0,0 0 0 15,0 0 4-15,0 0 0 0,0 0-9 0,0 0 8 16,0 0-6-16,0 0 6 0,0 0-2 16,0 0-2-16,0 0 2 0,0 0-3 15,0 0 7-15,0 0 1 0,0 0 17 0,0 0 3 16,0 0 8-16,0 0 0 0,0 0 9 16,0 0 2-16,0 0 12 0,0 0 2 15,0 0-2-15,0 0-8 0,0 0-1 16,0 0-10-16,0 0-6 0,0 0-4 0,-16 18-2 0,16-18 10 15,-6 8 6-15,6-8 1 0,-5 8-1 16,0-2-6-16,1 1 3 0,1 1 2 16,3-8-2-16,-4 12-4 0,2-7 5 15,2-5-27-15,-2 8-16 0,2-8 0 16,-1 9 0-16,1-9 0 0,0 0 0 0,0 0 0 16,1 10 0-16,-1-10 0 0,0 0 0 15,0 0 0-15,0 0 0 0,0 0 0 0,25-17 0 16,-17 9 0-16,-5-1 0 0,1-1 0 15,0 1 0-15,-2 2 0 0,-1 0 0 0,-1 7 0 16,0-10 0-16,0 10 0 0,-11-5 0 16,11 5 0-16,-14 0 0 0,14 0 0 15,-20 10 0-15,13-5 0 0,-3 2 0 16,4 0 0-16,-1 2 0 0,3-1 0 16,0 3 0-16,4-5 0 0,0 3 0 0,0-9 0 15,4 15 0-15,-2-6 0 0,0-4 0 16,-2-5 0-16,7 10 0 0,-7-10 0 0,2 5 0 15,-2-5 0-15,4 5 0 0,-4-5 0 16,0 0 0-16,0 0 0 0,0 0 0 0,0 0 0 16,0 0 0-16,6-18 0 15,-6 18 0-15,-5-12 0 0,5 12-84 0,-7-9-314 16,3 7-103-16,4 2-116 0,-14 0-173 0,14 0-60 16,-31 11 91-16,12-4-667 0,-8 10-876 15</inkml:trace>
  <inkml:trace contextRef="#ctx0" brushRef="#br0" timeOffset="-190444.19">30645 15836 3923 0,'6'-17'0'0,"-4"5"53"0,1 2 40 0,-3 1 20 0,0 4 8 0,0 5-1 0,0 0 44 0,0 0 67 0,0 0 53 16,0 0 7-16,-11 58-11 0,1-11-5 15,-5 6-16-15,3 6-11 0,-1 0-14 0,2 1-18 16,-1 3-20-16,3-1-18 0,-3-5-17 16,5-2-16-16,1-12-15 0,1-2-13 0,-1-2-13 15,0-7-10-15,2-3-10 0,-2-7-23 16,3-1-45-16,-1-6-40 0,-2-1-65 0,5-2-74 16,-3-2-65-16,-3-1-80 0,6-3-93 15,1-2-119-15,0-4-141 0,0 0-180 16,0 0 80-16,0 0-666 0,0 0-877 0</inkml:trace>
  <inkml:trace contextRef="#ctx0" brushRef="#br0" timeOffset="-189843.89">30741 15702 4015 0,'-18'-7'21'15,"3"3"12"-15,5 0 15 0,3 0 15 16,7 4 15-16,-6-6 2 0,6 6-5 0,0 0-10 16,23-14 1-16,13 5-11 0,22-1-6 15,14 2-3-15,35-3-6 0,6 1-17 0,9 0-42 16,5-1-32-16,-3-7-33 0,-1-1-19 15,-2 0 1-15,-3-1 16 0,-12 2 6 16,-26 6 10-16,-9 4 4 0,-12-2 7 0,-20 6 18 16,-6 1 29-16,-12 3 58 15,-5 3 43-15,-3 4 36 0,-6 4 38 0,-3 5 23 16,-4 8 23-16,-8 14 16 0,1 3 12 16,-7 12-2-16,1 3-6 0,-4 2-11 0,0 8-6 15,-2 1-9-15,-4 19 4 0,4 0-14 16,1-16-14-16,6 0-18 0,-4-2-13 0,5-7-15 15,2-3-16-15,-2-8-8 0,6-12-13 16,-3-4-17-16,3-10 0 0,1-6-5 16,1-3-2-16,0-1 4 0,1-6 16 0,-2 1-77 15,1-5-15-15,3-4 0 0,-6 8 0 16,6-8 0-16,0 0 0 0,-25-4 0 0,7 0 0 16,-4 0 0-16,-17-3 0 0,-4 1 0 15,-20 0 0-15,-7 2 0 0,-8 1 0 16,-8 3 0-16,-2 0 0 0,3 0 0 15,3 3 0-15,7 1 0 0,6-2 0 0,10 4 0 16,16 0 0-16,4-1 0 0,9-1 0 16,7 0 0-16,4-2 0 0,4 0 0 15,1 1 0-15,1-3 0 0,13 0 0 0,-21 2-15 16,14-1-359-16,7-1-82 0,-16 0-116 16,16 0-158-16,-11-1-148 0,11 1 96 0,-16-5-709 15,16 5-938-15</inkml:trace>
  <inkml:trace contextRef="#ctx0" brushRef="#br0" timeOffset="-189475.96">30807 15987 4290 0,'7'-12'-45'0,"1"3"18"0,-5 1 13 0,4 4 42 0,-7 4 56 0,7-4 59 15,-7 4 37-15,0 0 26 0,11 19 21 16,-5-5 9-16,-3 6 7 0,-1 4-13 0,-1 12-12 15,-4 0-11-15,0 1-12 0,-1-2-16 16,1 0-21-16,-1-6-16 0,2-6-18 16,-2 2-8-16,3-3-8 0,-3-3-28 0,0-2-48 15,-1-2-66-15,4-3-85 16,1-2-80-16,-2-1-94 0,2-1-96 0,0-2-128 16,0-6-177-16,0 0-89 0,0 0 90 0,0 0-538 15,0 0-693-15</inkml:trace>
  <inkml:trace contextRef="#ctx0" brushRef="#br0" timeOffset="-189111.11">31322 15925 3171 0,'-6'-10'-29'16,"-2"1"26"-16,2 3 27 0,-3 2 21 15,0 2 30-15,9 2 26 0,-23 0 32 0,9 1 19 16,-5 2 13-16,-2 4 3 15,0 1-6-15,2 4-11 0,-6 3-12 0,0-1-14 16,11 2-11-16,2 0-12 0,2-4-9 16,9 2-9-16,1 1-3 0,5 3-5 0,11 7-1 15,0 0-6-15,9-1-6 0,-1 0-3 16,-1 0-7-16,-1-3 20 0,-7-3 18 16,-2-5 25-16,-3-3 24 0,-4-2 29 0,1-1 21 15,-5 1 14-15,0-4 14 0,-2-4 0 16,-4 10-6-16,-1-4-11 0,-5-1-9 0,1 1-13 15,-3-2-14-15,0 0-15 0,1 0-18 16,-4 2-40-16,4-2-92 0,-2-2 0 0,-1-1 0 16,3 3 0-16,11-4 0 15,-25 0 0-15,16 0-147 0,9 0-213 16,-18 0-105-16,18 0-123 0,-17-7-200 0,15 2-71 16,2 5 87-16,0-17-661 0,6 9-882 15</inkml:trace>
  <inkml:trace contextRef="#ctx0" brushRef="#br0" timeOffset="-188660.95">31655 15915 3989 0,'-4'-9'-11'0,"4"3"10"0,0 6 16 15,2-14 20-15,2 9 22 0,-4 5 22 0,11-9-1 16,-4 7-12-16,-7 2-4 15,20-3-5-15,-20 3-9 0,21 2-5 0,-21-2-3 16,19 8-3-16,-9-2-7 0,-7-1 0 16,3 2-3-16,-4 1 13 0,-2 1 9 0,-2 2 11 15,-5 0 8-15,1 1 10 0,-4 0 5 16,-3 1 6-16,-3 3 2 0,-4 3 3 0,2-5 2 16,4-2-11-16,2-3-1 0,0 1-7 15,0-2 0-15,7 1-5 0,-1-1 2 16,1 1-3-16,3 0-2 0,0 1-5 0,2-2-1 15,2 3-6-15,2-1-5 0,-1 0-4 16,3 2-1-16,-1 2-2 0,4-2 5 16,-6 2-3-16,3-3 9 0,0-4 20 15,-3 3 5-15,-1-2 25 0,0 1 18 0,1-1 13 16,-6 0 2-16,-3 2-8 0,3-2-10 16,-7-1-9-16,3-1-10 0,-3 2-10 15,1 0-10-15,-4-3-18 0,3-1-32 0,0 0-58 16,1 0-88-16,9-4-111 0,-17-2-128 15,17 2-132-15,-6-8-182 0,4-2-206 0,6-7 72 16,3 0 84-16,11-9-543 0,-3-1-721 16</inkml:trace>
  <inkml:trace contextRef="#ctx0" brushRef="#br0" timeOffset="-187995.18">32213 15505 3200 0,'-15'-10'-74'0,"1"2"35"0,7 1 26 0,0 0 28 0,-2 2 26 0,9 5 23 0,-5-7 8 16,5 7-13-16,4-10-3 0,8 3-7 16,11-2-7-16,15-1-4 0,15-3-8 0,3 1-6 15,10 5 3-15,2-3-2 0,6 4-4 16,3 0-3-16,1 1-4 0,-4 4-6 16,-2-2 0-16,-3 3 0 0,-17-2 7 15,-8 2-10-15,-2 0 2 0,-12-2 6 0,-9 1 18 16,-2 1 19-16,-5 0 11 0,-1 0 4 15,0 1 4-15,-3 3 42 0,1 4 24 0,-1 5 12 16,-3 6 15-16,1 16 9 16,-5 4 3-16,-1 8-4 0,-7 13-4 0,-1 5-12 15,-7 3-6-15,-3 6-17 0,-1 15 1 16,-5 1-7-16,0-3 6 0,-1-2-6 0,5-18-16 16,0-1 22-16,-3-4-3 0,6-8-8 15,-8-4 3-15,7-8-4 0,2-11 9 16,3-3 0-16,5-5-1 0,-4-8 4 0,4-1 7 15,1-2 9-15,-1-4 7 0,3 1 3 16,-2-4 3-16,-1 0-160 0,6-5 0 0,-12 5 0 16,1-3 0-16,11-2 0 15,-24-2 0-15,3 2 0 0,-8-3 0 0,-12-1 0 16,-16-2 0-16,-6-5 0 0,-8 5 0 16,0-3 0-16,-1 2 0 0,5-1 0 15,4 3 0-15,18-1 0 0,5 4 0 0,12-2 0 16,3 4 0-16,5 0 0 0,5-2 0 15,1 2 0-15,14 0 0 0,-20 0 0 0,20 0 0 16,-17-2 0-16,17 2 0 0,-11 0 0 16,11 0-171-16,0 0-264 0,-16-2-99 0,16 2-141 15,0 0-238-15,-11-6 79 0,11 6 94 16,-9-2-583-16,9 2-779 16</inkml:trace>
  <inkml:trace contextRef="#ctx0" brushRef="#br0" timeOffset="-187677.95">32317 15979 3500 0,'0'-10'112'0,"0"-1"42"0,1 5 9 0,-1 6 0 0,0-10-8 0,0 10 4 0,0 0-7 16,0 0 36-16,0 0 21 0,0 0 8 16,0 0-1-16,-15 28-15 0,9-7-20 15,-3 8-15-15,-1 2-12 0,4-6-21 0,1-2-12 16,-1-1-12-16,1 0-14 0,-2-3-7 16,3-2-6-16,-1 0-7 0,1-5-33 15,-1 0-36-15,1-1-46 0,2-5-54 0,-3 3-49 16,4-1-68-16,1-8-77 0,-6 8-85 15,2-6-100-15,4-2-157 0,0 0-107 0,0 0 72 16,0 0-419-16,0 0-555 0</inkml:trace>
  <inkml:trace contextRef="#ctx0" brushRef="#br0" timeOffset="-187027.63">32701 15902 2869 0,'-6'-8'92'0,"6"8"56"0,0 0-1 16,-5-8-10-16,5 8 9 0,0 0 13 0,0 0 10 16,0 0 10-16,-4-7-6 15,4 7-12-15,0 0-14 0,0 0-7 16,0 0-6-16,0 0-12 0,0 0-9 0,0 0-7 15,0 0-5-15,0 0-2 0,0 0-1 16,0 0-7-16,0 0-3 0,0 0-1 0,0 0-5 16,0 0-7-16,0 0-8 0,6-12-8 15,-4 7-5-15,-2 5-2 0,9-15-7 16,-6 6-2-16,4 1-8 0,-3-3 1 0,-3 4-8 16,-1-1-1-16,0 8-6 0,0-12-7 15,0 12 0-15,-5-9 0 0,-3 4-2 0,8 5-1 16,-19-2-2-16,3 4 1 0,16-2-2 15,-26 6 7-15,11 2 0 0,-3 2 5 16,7 0-4-16,0 1 6 0,-1 2-1 16,7-1 0-16,-1 1-6 0,2-2-2 15,4 1 3-15,0 0 4 0,2-2-7 0,2-1 12 16,1-1 0-16,-5-8 10 0,10 8 10 16,-10-8 1-16,12 6-7 0,-5-3 4 0,-7-3 3 15,7 2-10-15,-7-2 8 0,12 2 1 16,-12-2-4-16,0 0-12 0,10 6-9 15,-10-6 3-15,3 10-1 0,-1-4 11 0,-2 3 2 16,0-1 7-16,-2 4 8 0,1 1-2 16,-3 1 10-16,0-2 11 0,-3 3 4 0,0-1-2 15,0 1 0-15,0-1 0 16,-4-2-3-16,4 0-9 0,-4 2-4 0,-3 1-4 16,-1-3-2-16,4-2-1 0,-6 2-9 15,-8 4-31-15,6-3-8 0,3-4 0 16,-1 3 0-16,2-4-63 0,-1 1-80 0,2-3-78 15,-2-2-81-15,1 2-82 0,4-4-84 16,-3 0-84-16,14-2-126 0,-15-4-133 0,15 4 73 16,-8-8-565-16,8 8-761 0</inkml:trace>
  <inkml:trace contextRef="#ctx0" brushRef="#br0" timeOffset="-186659.67">32934 15940 3515 0,'7'-3'-22'0,"0"3"32"0,-7 0 23 0,0 0 54 0,0 0 61 0,0 0 45 16,0 17 18-16,-12-5 6 0,-8 8-1 15,0 2-6-15,-3 2-4 0,1 0-7 0,4 0-6 16,-1 0-21-16,3 0-15 0,3-4-11 16,6-1-17-16,-4-2-13 0,8-1-11 15,-3-3-10-15,4-1-13 0,0 0-5 16,2-3-9-16,0-1 0 0,0-8-10 0,0 12-5 15,0-12 0-15,0 0-6 0,0 0 0 0,0 0 0 16,0 0-13-16,0 0 2 0,0 0-9 16,-1-41 3-16,-9 20-5 0,2-10-7 15,-3-1 5-15,2 0-4 0,-1 3 0 16,2-4-4-16,3 10 8 0,3 2 6 16,0 4-5-16,0 2 2 0,2 2-9 0,0 1 7 15,2 0-24-15,2 3 14 0,-1-1-24 16,5 3-52-16,2 2-71 0,5 0-83 0,4 3-119 15,8 2-117-15,11 4-171 0,0 2-203 16,1 1 78-16,0 7-590 0,-5 1-794 16</inkml:trace>
  <inkml:trace contextRef="#ctx0" brushRef="#br0" timeOffset="-185225.22">30597 16564 3553 0,'10'0'-76'0,"-10"0"39"0,0 0 29 16,0 0 35-16,0 0 37 0,0 0 35 0,0 0 23 0,-33 15 22 0,10-11 9 15,-6 0 1-15,-7 0 0 0,-3 0-10 16,1 0-12-16,-1-2-15 0,7 0-10 15,6 0-10-15,3-2-10 0,1-2-8 16,1 0-10-16,5 0-18 0,-2-2-16 0,5 0-13 16,-1 0-15-16,5 0-9 0,0 0-2 15,9 4-6-15,-14-7-4 0,14 7-4 0,-9-2 1 16,9 2 0-16,-11 13 1 0,4-1 3 16,0 8 2-16,-2 9 4 0,-1 4 2 15,-2 1 17-15,1 3 8 0,2 1 15 0,-3 0 8 16,1 0 13-16,-1-5 8 15,1-1 3-15,0-3 3 0,0-1-1 0,2-6-1 16,4-7-4-16,-1 0 1 0,3-3-9 16,-2-3-9-16,1 1-4 0,0 2-5 0,1-3-1 15,-1 1-8-15,0 3-4 0,1-4 0 16,-2 4-4-16,1 1-1 0,4-3-4 0,-1 3-1 16,1 0-1-16,1-2-2 0,6 3-3 15,0-4-4-15,6 4-2 0,12 1-4 16,6-3-2-16,6-4-7 0,6 0 4 0,2-5-18 15,16 1-9-15,2-1-8 16,8-4-6-16,5-4-2 0,8 3 1 0,29-3-1 0,9 1-5 16,1 3-17-16,7 5-6 15,1 2 5-15,-4 1-4 0,-2 0 8 0,-8 0-9 16,-6-3-3-16,-25-3 3 0,-2-2 4 16,-2-4 9-16,-4-1 5 0,-2-5 4 15,-1-2 8-15,1-3 8 0,15-8-3 0,-3-1 12 16,1-1 13-16,-17 8 12 0,-2 1 23 15,-6 3 15-15,-3 1 13 0,-3 5 4 0,-15 0 6 16,-6 2 4-16,-6-1 2 0,-9 4 14 16,-1 0 2-16,-2 0-7 0,-2 2 5 15,-3-3-1-15,1 3-2 0,-2 0 2 0,-1-2-2 16,-1 2 2-16,-1-2-3 0,-10 2-2 16,20-2-1-16,-10 0-6 0,3 2-5 0,1-1-7 15,-1 1-6-15,0 0-4 16,1 0-3-16,-1 0-4 0,-1 0-5 0,-1-3-4 15,-11 3 0-15,17 0-2 0,-17 0-5 16,19 0 4-16,-19 0 2 0,12 0 22 16,-12 0 4-16,0 0 21 0,13-2 18 0,-13 2 5 15,0 0 11-15,11-4 2 0,-11 4 11 16,0 0-18-16,10-8-7 0,-6 2-10 0,1-3-3 16,1-3-12-16,4-5-8 0,3-10-8 15,0-2-5-15,1-6-4 0,-1 3-1 0,4-14-9 16,-2 0-5-16,-3-1 1 0,-3 8-4 15,-3 1-4-15,-3 0 0 0,-3 9 0 16,0 5-9-16,-1 2-6 0,-5 3-1 16,-3 0 2-16,-5 5-13 0,1 5-10 15,-3 1-32-15,-4 4-36 0,-1 3-50 0,-2 1-61 16,-1 1-77-16,-3 5-89 0,-5 3-87 16,-4-1-102-16,4 6-203 0,-4 0-40 15,4 3 86-15,-4 0-555 0,-6 3-721 0</inkml:trace>
  <inkml:trace contextRef="#ctx0" brushRef="#br0" timeOffset="-184811.88">31166 16782 3215 0,'9'-25'-51'0,"0"4"67"0,3 1 32 0,-1 3 37 0,0 1 38 0,-3 3 28 0,2 1 31 0,-3 3 19 0,-1 1 13 0,0 4 41 15,-6 4 30-15,0 0 21 0,0 0-21 0,7 28-18 16,-8-6-26-16,-5 12-21 0,-2 4-24 16,-1 1-12-16,-1 3-17 0,0-3-19 15,-1 9-17-15,4-10-11 0,-1-2-16 0,2-1-18 16,-3-2-40-16,1-2-44 0,1-6-60 16,2-3-60-16,1-7-61 0,1 1-81 0,-1-5-70 15,2-1-77-15,0-1-100 0,6-2-203 16,3-3-38-16,6-1 90 0,5-1-448 15,9-2-576-15</inkml:trace>
  <inkml:trace contextRef="#ctx0" brushRef="#br0" timeOffset="-184578.69">32909 16479 3465 0,'7'-14'252'0,"-3"8"-13"15,-4 4-4-15,0 2 53 0,0 0 52 16,-36 33 12-16,14-8 20 0,-15 12 0 0,-1 4-24 16,2 0-28-16,3 5-33 0,7 2-29 15,-3 1-24-15,6-2-47 0,3 3-61 16,0-4-72-16,4 0-73 0,4-10-91 16,-1-2-108-16,-3-1-121 0,1 0-105 15,-2-2-110-15,-5-8-165 0,0 0-95 0,-5-7 77 16,-1-1-547-16,-5-5-743 0</inkml:trace>
  <inkml:trace contextRef="#ctx0" brushRef="#br0" timeOffset="-184179.08">30958 16730 3698 0,'-16'1'111'16,"-1"-1"11"-16,2 5 0 0,0-3-1 0,-5 4 20 15,1 0 25-15,-1 1 15 0,-3 1-2 16,-8 1-16-16,1 3-18 0,5-4-17 16,-4 4-11-16,0-1-28 0,5-1-39 0,5 0-38 15,0-2-45-15,0-1-48 0,3-1-43 16,2 0-45-16,2-4-12 0,1 1-30 15,11-3-22-15,-18-3-13 0,18 3 13 0,-11-8 23 16,9 4 17-16,2 4 24 0,0-13 22 16,0 13 23-16,0 0 24 0,4-10 37 0,-4 10 35 15,0 0 31-15,0 0 22 16,0 0 21-16,14 21 10 0,-7-9 8 0,0 5 4 16,15 3-12-16,-2 3 2 0,7 2-6 15,9 1-15-15,4 1-29 0,2-5-42 0,6 2-65 16,3-10-97-16,-7-3-148 0,1-5-186 15,3-2 28-15,0-2-100 0,1-4-100 16</inkml:trace>
  <inkml:trace contextRef="#ctx0" brushRef="#br0" timeOffset="-183995.7">31716 16907 1958 0,'0'0'231'15,"0"0"14"-15,0 0-5 0,0 0-7 0,-42 13-6 16,27-9-6-16,-5 6-17 0,0-3-13 15,-1 3-25-15,1-2-17 0,-8 8-16 0,6-4-32 16,-5 2-35-16,0 1-45 0,-2 0-56 16,3-1-51-16,-5 0-44 0,8-2-44 15,8-2-44-15,3-1-50 0,5-5-25 0,1 0-43 16,6-4-36-16,0 0-57 0,0 0-267 16,29-4-189-16</inkml:trace>
  <inkml:trace contextRef="#ctx0" brushRef="#br0" timeOffset="-181195.85">6071 14689 2106 0,'-18'12'77'0,"-4"7"8"0,1 9 7 0,-6 11-3 0,4 3 15 0,1 5 10 0,4-1 18 16,7-10 9-16,3 0-12 0,8-8 34 0,10 4 16 15,9-7-10-15,13-4-5 0,20-6-15 16,11-8-14-16,8-13-13 0,28-10-14 15,-1-11-6-15,10-6-8 0,1-7-12 16,6-6-10-16,1-4 0 0,-4 1-10 16,-8-2-4-16,-11-1-8 0,-14 5-3 0,-27 9-3 15,-6 5-2-15,-10-1-1 0,-11 10-6 16,-3 0-3-16,-8 7-5 0,-4 3-7 0,-2 2-8 16,-2 3-23-16,-5-1-25 0,1 3-41 15,-2 7-81-15,2-10-95 0,-2 5-148 16,0 5-280-16,2-9 63 0,-2 9 70 0,4-10-257 15,-4 10-293-15</inkml:trace>
  <inkml:trace contextRef="#ctx0" brushRef="#br0" timeOffset="-180613.33">12587 14369 2476 0,'-2'10'109'0,"-3"5"2"0,2 4-6 0,-5 14-5 0,7-8 27 0,1-4 37 16,3-4 44-16,6 3 38 0,16 0 11 0,8-7-12 16,9-5-22-16,25-8-20 0,10-8-19 15,32-19-18-15,4-6-17 0,4-6-13 0,-2-7-13 16,3-4-8-16,-9 1-15 0,-12 1-14 15,-11 1-12-15,-16 4-14 0,-22 12-10 0,-12 5-12 16,-11 8-22-16,-10 2-26 0,-3 3-36 16,-4 6-51-16,-8 0-77 0,0 7-83 15,0 0-83-15,-8-5-122 0,8 5-221 16,0 0 36-16,0 0 77 0,0 0-309 16,0 0-363-16</inkml:trace>
  <inkml:trace contextRef="#ctx0" brushRef="#br0" timeOffset="-180077.89">19412 14905 2746 0,'0'16'134'0,"-2"-3"-10"0,4 1 4 0,5-3 14 0,-2 2 23 0,6-2 29 0,3-3 18 16,3-3 7-16,4-1-6 0,10-4-13 0,14-4-21 15,10-4-14-15,15-8-14 0,4-1-19 0,21-10-16 16,3-1-28-16,0-2-21 0,-1-1-20 16,-3 0-18-16,-17 0-19 0,-18 6-18 15,-7 5-17-15,-18 7-10 0,-7-3-13 16,-7 4-20-16,-7 3-28 0,-4-1-50 0,-5 3-63 16,-2 1-91-16,-2 6-140 0,-6-8-216 15,2 4 53-15,0-3 66 0,1-3-242 0,1 2-268 16</inkml:trace>
  <inkml:trace contextRef="#ctx0" brushRef="#br0" timeOffset="-179495.97">23777 15652 2569 0,'-6'8'273'0,"2"-2"-28"0,1-1-23 0,1 1-21 0,2-6-10 16,0 0 3-16,5 6 8 0,-5-6-8 15,15 0-6-15,-15 0-20 0,39-6-13 0,-1-2-20 16,12-7-13-16,4-2-6 0,5-1-13 15,7-5-12-15,-3-1-23 0,0 0-18 16,-4-3-17-16,-7 0-11 0,-2 3-17 0,-6-1-14 16,-12 9-27-16,-2-1-44 0,-6 0-58 15,-7 5-92-15,-2 2-110 0,-5 3-194 0,-4 3-143 16,-5 2 72-16,-1 2-381 0,0 0-462 16</inkml:trace>
  <inkml:trace contextRef="#ctx0" brushRef="#br0" timeOffset="-178779.97">29419 15320 3260 0,'0'0'313'0,"0"0"-34"0,2-12-30 15,-2 12-23-15,33-12-25 0,1 2-17 0,6-2-19 0,13-5-16 0,-1 1-15 16,1-2-10-16,3 0-41 0,-1 1-51 15,2-1-82-15,-2 3-104 0,0-2-130 0,-5 3-170 16,-3-2-247-16,-11 5 56 16,-9-3 76-16,-7 1-296 0,-9 1-348 0</inkml:trace>
  <inkml:trace contextRef="#ctx0" brushRef="#br0" timeOffset="-173763.39">15643 11708 2719 0,'-4'6'53'0,"4"-1"-42"0,0-5 13 0,2 11 43 0,2-4 24 0,1 1 11 16,0-2 14-16,4 6 17 0,2-4-9 0,11 1-7 16,4 5-2-16,7-1-13 0,-1-3-3 15,2 1-13-15,0-3-11 0,-9-3-8 0,-2 2-2 16,-8-4-2-16,-1 1 13 0,-1-2 32 16,-3-2-6-16,-10 0-10 0,19-7-9 15,-14 1-7-15,2-2-9 0,-5-2-7 16,-4-1-3-16,-5-2-10 0,-4-3-5 15,-2 3-8-15,-14-3-4 0,-1 4-3 0,-5 4 1 16,-3 3-8-16,1 3 0 0,-4 4-2 16,-5 5-4-16,-8 2 3 0,1 6-4 0,2 2 4 15,3 1 3-15,4 5-3 0,11-3 1 16,8 2 0-16,2 4 4 0,8-2 2 0,8 2 16 16,5-1 3-16,3-4 3 0,10 8 3 15,14 5-4-15,5-2-2 0,8-5-4 0,6-3-4 16,6-5-2-16,4 0-1 0,-4-7-5 15,4-1-4-15,-17-2-39 0,4-2-43 16,-7-1-64-16,-8-5-84 0,-4 0-82 16,-6-1-78-16,1-2-100 0,-4-2-175 0,3-2 13 15,-5-4 67-15,2-2-285 0,-2-1-332 16</inkml:trace>
  <inkml:trace contextRef="#ctx0" brushRef="#br0" timeOffset="-173248.15">16207 11850 2478 0,'0'-12'87'0,"0"3"44"15,0 2 8-15,0 2-9 0,0 5-9 16,0-7-7-16,0 7 8 0,0 0 47 0,0 0 7 16,0 0-5-16,8 23-2 15,-3-8-10-15,-1 4-12 0,4 1-13 0,0 9-13 16,-3-2-13-16,1-6-8 0,0 0-2 16,-4-1-4-16,0 0 1 0,-4-3 0 0,0 0-2 15,0-1-8-15,-4-3-1 0,0 1-2 16,3-2 0-16,-5-3-5 0,5-1-2 0,-4-1-10 15,7-7 0-15,-5 5-5 0,5-5-9 16,0 0-4-16,0 0-1 0,-4-26 12 16,10 11-12-16,-1-1-4 0,3 1-3 0,2 1-9 15,-3 3-2-15,1 2-4 16,0 0-3-16,-1 3-6 0,2 2-2 0,3 2 2 16,-12 2-3-16,25 2 0 0,-14 2-9 15,6 0 8-15,1 5-4 0,1 2-1 0,-1-2-4 0,0 2 3 16,-3-2-3-16,-1-4-3 15,-3 3-5-15,-1-3 1 0,-1 0 3 0,-1-1 3 16,-8-4 2-16,15 2 0 0,-15-2-1 16,19-11-2-16,-5 1 2 0,-1-4 0 0,0-1-2 15,0 0-2-15,0-2 5 0,-1 5-3 16,-3-1 3-16,1 3-8 0,-4 3-2 0,0 3-5 16,-6 4 1-16,7-6 1 0,-7 6 2 15,0 0 0-15,4 17 2 0,-8-3 2 16,4-1-3-16,-2 5 10 0,2 1-6 15,0-1 4-15,2 1-2 0,2 2-2 0,1-1 5 16,-1-1-3-16,4-4 2 0,-2-1-25 16,1-2-29-16,3 0-51 0,-2-1-68 15,-1-2-105-15,2-5-110 0,4-2-128 0,-4 0-217 16,-9-2 63-16,21-4 71 0,-12-3-373 16,2-1-448-16</inkml:trace>
  <inkml:trace contextRef="#ctx0" brushRef="#br0" timeOffset="-172980.83">17038 11064 2677 0,'4'-25'-12'0,"-4"8"32"0,2 3-8 0,-2 5-4 0,0 6 16 0,0 3 47 0,0 0 42 16,-4 36 42-16,-4 17 22 0,3 13 2 15,-2 31-3-15,-4 9-15 0,0 5-15 0,0 6-12 16,-5 6-11-16,5-6-12 0,-1 0-12 15,7-8-8-15,-1-4-12 0,4-23-4 0,2-7-6 16,-3-7-7-16,-1-6-10 0,0-6 0 16,-2-13-19-16,0-6-19 0,3-4-26 0,-5-8-25 15,5-6-31-15,-1-6-53 0,-1-4-64 16,3-4-61-16,2-5-63 0,0 0-55 16,0 0-40-16,0 0-82 0,0-43-34 0,4 5-211 15,3-5-223-15</inkml:trace>
  <inkml:trace contextRef="#ctx0" brushRef="#br0" timeOffset="-172764.26">16922 11958 2051 0,'0'-31'28'0,"0"5"49"0,2 4 31 0,0 1 15 16,4 1 19-16,1 3 1 0,4 1 13 15,10-3-2-15,3 9-17 0,-1 5 4 0,1 2-12 16,2 4-11-16,10 6-14 0,3 7-10 16,-4 1-11-16,-5 3-5 0,0 5-6 0,-5 2-10 15,-2 2-5-15,-8 0-9 0,-4 2-1 16,-7-3-7-16,-4-5-4 0,-2-3 1 15,-3 3-15-15,-10 5-18 0,-3-4-17 16,-3-1-25-16,4-8-34 0,2-2-31 0,0-6-43 16,-1-2-59-16,3-4-87 0,-1-5-130 15,2-2-132-15,2-7 53 0,2-8-161 16,6-2-157-16</inkml:trace>
  <inkml:trace contextRef="#ctx0" brushRef="#br0" timeOffset="-172498.03">17957 10634 1982 0,'-3'-8'41'0,"3"8"7"0,0 0 32 15,0 0 49-15,-41 37 48 0,10-1 45 16,-1 12 5-16,-6 21 19 0,-2 12 1 0,3 8-3 16,3 3-2-16,6 8-16 0,3 1-16 15,1-1-18-15,2-7-15 0,5 0-14 0,8-19-19 16,-1-3-16-16,0-1-9 0,7-4-10 15,-5-4-11-15,3-6-7 0,-1-12-12 16,0-5-13-16,-4-3-33 0,5-2-42 0,-1-5-41 16,3-10-61-16,-4-3-74 0,3-5-86 15,3-2-104-15,-1-4-117 0,2-5-184 0,-8 0 63 16,8 0-386-16,0 0-476 0</inkml:trace>
  <inkml:trace contextRef="#ctx0" brushRef="#br0" timeOffset="-172346.1">17269 11891 2788 0,'-16'-7'49'0,"5"2"57"0,6 1 46 16,-3 0 25-16,4 0 21 0,4 4 17 0,-6-7-14 16,6 7-19-16,10-10-21 0,5 4-16 15,8-2-17-15,17 0-13 0,13-3-10 0,5-1-34 16,3 4-57-16,-2-4-79 0,4 5-111 16,-2-2-113-16,-2 3-99 0,7-6-104 15,4 1-108-15,-3-1 67 0,-3 0-237 0,-3-1-260 16</inkml:trace>
  <inkml:trace contextRef="#ctx0" brushRef="#br0" timeOffset="-172145.66">18418 11412 2129 0,'0'0'14'0,"0"0"44"0,-27 14 37 16,6 7 30-16,-2 4 32 0,-6 12 10 0,2 2 15 16,-2 2 0-16,2 5-9 0,4-1-16 15,0 3-15-15,5-1-16 0,-2 0-16 0,5 0-4 16,-2-3-9-16,6-6-10 0,-5-4-22 15,3-1-29-15,-1-5-39 0,0-1-44 16,-4-3-65-16,0 0-67 0,-4-5-73 0,7-6-87 16,0-6-130-16,-1-2-63 15,7-3 54-15,-5-4-133 0,5-3-111 0</inkml:trace>
  <inkml:trace contextRef="#ctx0" brushRef="#br0" timeOffset="-171981.15">17954 11742 1983 0,'5'-16'206'16,"1"6"-3"-16,-6 4-16 0,1 1 0 0,-1 5 35 15,0 0-11-15,0 0-14 0,0 0-23 16,10 23-15-16,-7-9-16 0,6 1-13 0,-2 3-11 16,2 0-22-16,7 8-52 0,-3-7-78 15,0 6-108-15,1-4-104 0,-3-4-112 16,-1 3-201-16,1-4 15 0,2-1 51 0,1-3-152 16,9 11-142-16</inkml:trace>
  <inkml:trace contextRef="#ctx0" brushRef="#br0" timeOffset="-171715.06">18876 12256 1991 0,'-13'6'119'0,"-5"-2"40"15,-20 6 22-15,-21 7 26 0,-10-2 14 16,-32 7 17-16,-14-1 11 0,-10 3-9 0,-12 1-1 16,-12 3-4-16,-58 2 2 15,-21 1 0-15,-7-4 19 0,-7-6 6 0,-4 2 14 16,1-7-15-16,10 4-22 0,61-5-18 15,8 0-23-15,11-1-12 0,26 0-27 0,23-4-14 16,33-1-17-16,14-4-13 0,15 0-16 0,14-1-11 16,7-3-12-16,1 1-21 15,8 1-40-15,0-3-48 0,3 2-65 0,-1 0-76 16,4-1-87-16,8-1-89 0,-11 2-89 16,11-2-87-16,0 0-115 0,0 0-109 0,-7 2 90 15,7-2-496-15,0 0-624 0</inkml:trace>
  <inkml:trace contextRef="#ctx0" brushRef="#br0" timeOffset="-168114.87">6908 2818 720 0,'-14'-3'44'0,"5"0"5"0,2-1-14 0,7 4-16 0,-12-3-2 0,12 3 6 0,-10-4-2 16,10 4-11-16,0 0-6 0,0 0 1 0,0 0 3 16,0 0 7-16,0 0 4 0,0 0 2 15,25 12 0-15,-3-5-6 16,19 3 0-16,15 2 0 0,4-3 3 0,9 2-5 0,8-2 0 16,27 0-11-16,9 1-4 15,2 0-7-15,7-2-24 0,10-3-4 0,1 1 1 16,0 2-7-16,1-1 3 0,-3 0 2 0,-3-2 2 15,-6-1 3-15,-6 4 1 16,-7-6 2-16,-23 4 6 0,-5-4 5 0,-2 0-2 16,-7 0 9-16,-3-2-2 0,-2 1 1 15,-14-1 2-15,10 0 5 0,-2-1 9 0,2-1-2 16,5 0 5-16,3 0-5 0,3-1 5 16,6 0-5-16,4 2-1 0,7-2-5 15,20 1-5-15,1-2-8 0,-22 4-7 0,-3-2-11 16,-2 4 2-16,-5 0 4 15,-3-2 4-15,-2 0 10 0,-3 0 27 0,-1 2 0 16,-6 2 8-16,0-3-3 0,-4 3 1 16,-10-3-8-16,-1 1 3 0,1 0 2 15,-2 0 2-15,1 0-7 0,0-1 5 0,1-1-9 16,-1 0 8-16,1 2 6 0,0-2-3 16,-1 0 9-16,2 2-10 0,-5-2-6 15,1 0 4-15,-5 3-1 0,-2-3-2 0,-10 1 1 16,-7 1-2-16,-7 0-1 0,1 0 6 15,-4-1 1-15,-1-1 7 0,-13 0 2 0,22 0 4 16,-13 1-6-16,-9-1-9 0,27 0-2 16,-10-1-2-16,5-2-10 0,1 1-7 15,4-1-13-15,12 0-16 0,3-2-17 16,1 1-14-16,3-1-16 0,13-2-137 16,4 1 75-16</inkml:trace>
  <inkml:trace contextRef="#ctx0" brushRef="#br0" timeOffset="-167998.81">13574 2788 534 0,'48'-6'-43'0,"9"0"7"0,6-1 8 0,5 2 0 0,4-2 5 0,9 0-11 0,4 0-3 0,1 2-67 16,22-2 35-16</inkml:trace>
  <inkml:trace contextRef="#ctx0" brushRef="#br0" timeOffset="-167963.03">15067 2702 247 0,'52'0'-84'16,"2"2"28"-16</inkml:trace>
  <inkml:trace contextRef="#ctx0" brushRef="#br0" timeOffset="-167933.95">15470 2721 198 0,'46'2'-68'0,"0"1"23"16</inkml:trace>
  <inkml:trace contextRef="#ctx0" brushRef="#br0" timeOffset="-167813.19">16161 2748 181 0,'63'2'8'0,"-11"-4"21"16,-2 2 9-16,-9 0 6 0,4 0 10 0,-17 0 7 16,-6 0 7-16,-4 0 7 0,-1-1 2 15,-5 1 0-15,-12 0-10 16,16-4 0-16,-16 4-24 0,9-5-42 0,-8 0-88 15,-1 5-188-15,0-15 95 0,2 3 61 0</inkml:trace>
  <inkml:trace contextRef="#ctx0" brushRef="#br0" timeOffset="-164166.33">21969 10907 1456 0,'-22'-13'115'0,"5"1"-11"0,-2 1 0 0,4-1 14 0,-2 2 8 0,-1-3-5 0,6-1 1 16,-4 2-1-16,5 2 21 0,-1 0 31 16,2 1-2-16,1 1 4 0,4 2-1 0,-4-1-6 15,4-1-11-15,-1 5-19 0,3-2-14 16,3 5-10-16,-10-7-13 0,10 7-12 15,0 0-10-15,0 0-5 0,0 0-6 16,36 5-4-16,-1 7-1 0,14 7-5 0,6 1-5 16,8 5-6-16,23 10-3 0,11 4-8 15,4-1-2-15,9 1-2 0,8 3 1 0,11 3-6 16,6-1 4-16,50 11-6 0,10-1-1 16,0-1-7-16,11 2-3 0,4 1 4 0,5 1-4 15,4-1 0-15,-2 4-2 0,-1-1-1 16,-8-2-2-16,-12-5-2 0,-5 3 2 0,-51-15-7 15,-8-3 4-15,-6 1-5 16,-12-6 5-16,-11-1-3 0,-8 1-1 0,-7-6 5 0,-20-9-5 16,-3 1 8-16,-3 1 1 15,-6 0 9-15,-2-4 6 0,-4 1 1 0,-13-4-2 16,-2-4-6-16,-10-1 1 0,-6-2 1 16,-4 1-2-16,-4-3 1 0,1-2-1 0,-5 3-4 15,1-2-2-15,0-1-2 0,-8-1-14 16,7 2-30-16,-7-2-49 0,0 0-80 0,0 0-95 15,0 0-109-15,0 0-175 0,0 0-102 16,-46-10 69-16,28 1-336 0,-5 1-390 0</inkml:trace>
  <inkml:trace contextRef="#ctx0" brushRef="#br0" timeOffset="-163849.78">26475 11836 2848 0,'-4'-5'198'0,"1"2"-13"16,3 3-24-16,0 0-18 0,0 0-9 0,0 0 5 0,0 0 11 0,2 22 7 0,3-7-2 0,4 16-8 0,3 3-9 16,-1 4-14-16,1-1-13 0,-2 5-8 15,-3-3-11-15,-1 1-9 0,-10-3-1 16,-2 1 3-16,-1-2 3 0,-9-1-4 0,-4 3 0 15,-9-6-8-15,-1-3-6 0,-4-2-3 16,-7-4-7-16,-1-3-9 0,-4-3-2 0,8-4-5 16,1-3-6-16,-6-2-3 0,3 1-7 15,12-6-19-15,1 1-27 0,8-1-42 0,0 1-69 16,1-2-92-16,5-2-112 0,1-2-137 16,3-2-176-16,4 1-8 0,1-2 66 15,4 5-398-15,-4-13-463 0</inkml:trace>
  <inkml:trace contextRef="#ctx0" brushRef="#br0" timeOffset="-162999.84">22388 10590 2867 0,'6'-25'-13'0,"-6"9"5"0,-2 2 0 0,-7 6 4 0,-2 5 19 16,-6 6 38-16,-19 9 34 0,-13 14 47 16,-9 6 24-16,-18 17 17 0,-2 6 1 0,3 5 4 15,5 5 0-15,4-1-2 0,8-2-10 16,10-1-16-16,20-10-6 0,9-5-7 0,7 5-1 15,12-11 0-15,14 7-3 0,11-3-9 16,15-1-6-16,11-9-10 0,25 1-11 16,16-9-6-16,6-9-9 0,-12-13-12 0,8-4-6 15,17-8-9-15,-7-5-4 0,-9-7-3 16,-26 3-2-16,-8-9-6 0,-3-4-4 16,-9-6 0-16,-9-7-5 0,-11-4-1 0,-11-5-13 15,-6-3-2-15,-12-7-2 0,-10-3-2 16,-4-1-1-16,-10 0-2 0,-1 6-8 0,-5 5 0 15,-6 7-2-15,-6 10-3 0,0 13-3 16,-7 9-12-16,1 10-7 0,-9 16-22 16,-3 6-22-16,5 7-44 0,2 8-74 0,3 5-88 15,9 7-95-15,0 3-119 0,11 3-221 16,9 1 45-16,11-11 81 0,8 2-394 0,10-4-456 16</inkml:trace>
  <inkml:trace contextRef="#ctx0" brushRef="#br0" timeOffset="-162613.85">23981 10917 3046 0,'-6'-24'167'0,"-4"5"5"0,-3 6-6 16,-16-1-3-16,-7 6 4 0,-10 8 12 15,-13 6 10-15,-6 8 6 0,1 7 0 0,1 6-12 16,-9 12-13-16,18-3-17 15,11 4-10-15,6 2-15 0,8 4-14 0,13 1-8 16,8-6-10-16,12 4-7 0,9 8-12 0,16-5-5 16,8-5-11-16,11-4-18 0,10-4-29 15,1-8-20-15,2-6-19 0,-2-8-16 16,2-6-4-16,-10-3 0 0,-3-8 9 0,7-8 4 16,-6-5 7-16,-6-3 18 0,-7-9 16 15,-8-3 12-15,-5-6-1 0,-10-8 4 0,-5-5-1 16,-10-5 1-16,-7-1-2 0,-11-4-1 15,2 3-4-15,-9 3-3 0,-2 10-3 0,-3 4-7 16,-2 15-2-16,2 6 1 0,-5 8-1 16,-3 8 0-16,-4 10-5 0,-7 10-22 0,-1 10-38 15,7 5-64-15,4 9-99 0,9 2-98 16,10 0-116-16,9-4-246 0,12-2 21 0,6-1 76 16,11-4-396-16,11 0-463 15</inkml:trace>
  <inkml:trace contextRef="#ctx0" brushRef="#br0" timeOffset="-162247.08">25004 11155 3035 0,'-14'-8'175'0,"-2"0"19"0,-4 8 12 16,-6 0 8-16,-14 8 13 0,-12 9 8 0,-1 4-1 15,2 5-3-15,1 6-11 0,3 2-24 16,4 6-11-16,11 3-23 0,7 1-11 15,8 0-16-15,12-4-9 0,7-2-19 0,9 0-2 16,12 4-8-16,9-2-18 0,10-7-5 16,0-7-21-16,5-1-17 0,5-8-9 15,-8-9-10-15,2 0 0 0,-5-8 4 0,4-4 1 16,-6-4-1-16,-3-4-2 0,-1-5 1 16,2-8 2-16,-6-8 2 0,-6-6-9 0,-6-6 11 15,-8-2 0-15,0-6-8 0,-10-5-1 16,-1 12-5-16,-6 5 0 0,-3-1-1 15,-4 6-9-15,-3 2 5 0,-2 9-9 0,-5 7 0 16,-8 6-10-16,2 9-24 0,1 6-30 16,-8 7-48-16,0 6-74 0,-3 7-97 15,14 0-94-15,3 2-115 0,6 2-183 0,11-9-27 16,5 1 77-16,5-6-477 0,2 3-575 16</inkml:trace>
  <inkml:trace contextRef="#ctx0" brushRef="#br0" timeOffset="-161933.02">25887 11562 3006 0,'0'0'115'0,"0"0"46"15,0 0 26-15,-35 5 30 0,14 1 27 16,-7 5 16-16,-3 1 24 0,2 1-8 16,3 1-16-16,7-2-21 0,3 3-23 0,7-5-9 15,4 3-12-15,2 1-17 0,8 2-15 16,4 0-11-16,14 4-13 0,6-4-15 15,5-2-10-15,4-3-10 0,1-5-14 0,4-2-6 16,-9-4-8-16,6-5-5 0,-2 0-6 16,-3-6-3-16,-3-3 7 0,-8-4 10 0,-3-5 0 15,-5-6-7-15,-7-5-8 16,-3-2-9-16,-6-2-3 0,-4 1-12 0,-5 6-6 0,-5 0-5 16,-3 4-23-16,-6 4-36 15,-4 5-49-15,-5 7-61 0,-2 2-67 0,0 8-83 16,-7 2-109-16,0 8-108 0,3 2-140 15,-9 7-148-15,4 2 77 0,11-3-662 0,1 1-832 16</inkml:trace>
  <inkml:trace contextRef="#ctx0" brushRef="#br0" timeOffset="-159067.12">27260 10661 3530 0,'4'-21'364'0,"0"5"-15"0,-1 3-75 0,-1 3-73 0,1 2-61 0,-3 3-37 0,0 5-26 0,0 0 47 15,0 0 26-15,-8 21 4 0,0-2-10 0,-1 14-9 16,-1 2-7-16,3 4-8 0,-3 2-14 16,5 1-8-16,-4-1-9 0,2-3-10 0,2 3-14 15,1-4 0-15,-2-4-12 0,5-6 3 16,-1-4-40-16,-1-5-45 0,1-1-46 0,-2 0-48 16,4-5-51-16,-2-1-53 15,2-5-77-15,0 0-79 0,0-6-86 0,0 0-89 16,0 0-109-16,0 0 60 0,11-31-415 15,-8 10-496-15</inkml:trace>
  <inkml:trace contextRef="#ctx0" brushRef="#br0" timeOffset="-158700.72">27300 10674 2713 0,'4'-26'-17'15,"-1"4"45"-15,0 6 46 0,-1 3 29 16,4-2 23-16,-4 3 6 0,5 0 2 16,3 3 2-16,-1-1-5 0,8 4 0 15,0 0-3-15,5 5-5 0,-2 2-5 0,12 7-8 16,2 4-9-16,-5 3-6 0,4 5-8 15,-9 3-9-15,1 0-4 0,-3 6-3 16,-9-4 2-16,-5-1 5 0,-6 0 0 0,-9 2 3 16,-6 7 5-16,-12 5-2 0,-1-1 9 15,-9-2 13-15,-1-2 10 0,0-2 13 0,0-1-1 16,8-8-8-16,3-5-10 0,0 2-15 16,7-6-8-16,5-1-10 0,0 2-5 0,3-4-7 15,3 4-9-15,-2 0-6 0,3 0-2 16,0-1-8-16,2 3 3 0,-2-1-10 15,5 0-5-15,-3 3 1 0,2-3-2 16,-2 1-5-16,1-2-1 0,-2 1 0 0,3-2-1 16,-2-4 1-16,1 3-4 0,-5-2 7 15,-1 2-10-15,-1-3 1 0,-1-2-1 0,-5 0-2 16,0-1-26-16,-6-6-37 0,1 0-44 16,-6-3-45-16,-9-2-56 0,-2-5-67 0,6-4-73 15,3-1-74-15,3-6-94 0,7 0-176 16,3-3 8-16,15 1 75 0,4 4-407 15,8 0-479-15</inkml:trace>
  <inkml:trace contextRef="#ctx0" brushRef="#br0" timeOffset="-158300.48">28240 10679 2893 0,'26'-18'43'0,"-4"5"48"0,-9 1 27 0,1 2 37 0,-5 3 9 0,0-1 5 0,-3 2-6 0,0 0-20 15,-6 6-11-15,4-2-23 0,-4 2-2 0,0 0-8 16,-25 8-19-16,3 2 2 0,-8 9-7 16,-12 4-7-16,-1 4-1 0,-3-1-11 0,4 1-1 15,8 4-8-15,9-6-5 0,8 1-3 16,4 2 0-16,9-7 4 0,6 1 7 16,1-1 10-16,10 8 6 0,7-1 6 15,3 0 1-15,3 5-1 0,-1-8-2 16,-2-1-2-16,2 0 9 0,-4-1-8 0,-3-1 7 15,-4-4 14-15,-4-3 13 0,-3 2 7 16,-3-4 13-16,-3 0 24 0,-2 3 12 0,-5 0 2 16,-1 1-2-16,-7 0-9 0,-6 4-12 15,-5-2-17-15,-4-2-11 0,-3 1-7 0,-3-3-12 16,-1-1-11-16,-2-3-9 0,0-3-8 16,-2 2-28-16,-1-7-32 0,11 0-33 0,4-5-44 15,1-2-57-15,4 1-70 0,1-6-81 16,11 0-95-16,5-5-91 0,4-4-100 0,13-7-162 15,18-11-15-15,6 1 69 0,4 0-537 16,9-6-677-16</inkml:trace>
  <inkml:trace contextRef="#ctx0" brushRef="#br0" timeOffset="-158083.25">28783 10634 3543 0,'25'-27'115'0,"-8"6"47"16,-4 7 52-16,-2 2 22 0,-2 3 20 15,-6 1 9-15,5 4-1 0,-5 0-19 0,-3 4 39 16,0 0 33-16,2 16-8 15,-4 7-13-15,-3 12-17 0,-4 4-23 0,-5 14-25 0,-3 2-20 16,2-1-14-16,-5 7-18 0,2-4-20 16,-4-3-13-16,4-1-119 0,-1-3-27 15,1-3 0-15,0-5 0 0,4-9 0 16,1-4 0-16,1 0-43 0,2-7-263 0,5-5-111 16,-1 0-98-16,3-8-105 0,1-2-164 15,2-5-15-15,0-2 91 0,0 0-652 0,0 0-815 16</inkml:trace>
  <inkml:trace contextRef="#ctx0" brushRef="#br0" timeOffset="-157917.72">28638 10522 3934 0,'-9'-17'123'0,"1"5"48"0,3 4 25 16,3 1 28-16,-3 0 36 16,5 7 41-16,-2-10-24 0,9 3-29 0,4 0-31 15,8-1-20-15,7 2-24 0,19 3-25 16,3 1-67-16,2 2-82 0,11 7-92 0,-2 0-113 15,-5 8-124-15,-11 6-123 0,-8 11-153 16,-20-3-122-16,-13 12 79 0,-17 11-536 0,-23 22-650 16</inkml:trace>
  <inkml:trace contextRef="#ctx0" brushRef="#br0" timeOffset="-157600.72">27967 11876 3788 0,'4'-23'345'16,"0"8"-13"-16,0 0-22 0,-2 7-20 0,0 2-25 15,-2 6 46-15,0 0 44 0,0 0 8 16,-8 29-9-16,0 5-21 0,-1 17-25 0,-2 6-28 15,-1 0-24-15,-1 0-30 0,-1 7-151 16,1-1-75-16,-3-2 0 0,3-3 0 0,-4-3 0 16,2-4 0-16,-1-5 0 15,3-9 0-15,2-2 0 0,-1-6 0 0,-1-2 0 16,6-7 0-16,-3-6-317 0,1-2-207 16,-1-7-123-16,2-3-162 0,3-2-24 0,5 0 93 15,-15-10-730-15,6-2-917 0</inkml:trace>
  <inkml:trace contextRef="#ctx0" brushRef="#br0" timeOffset="-157400.55">27441 12325 4489 0,'-7'-5'230'0,"-1"2"37"16,4-1 48-16,4 4 17 0,0 0-1 0,-11-3-15 16,11 3 13-16,0 0 17 15,2 15-21-15,3-1-28 0,7 4-34 0,-1 10-22 0,2 3-131 16,5-1-110-16,0 3 0 15,-4-2 0-15,6-2 0 0,-4 0 0 0,4-1 0 16,-4-4-239-16,4-2-262 0,-5-7-136 16,2-6-144-16,1-2-72 0,-2-5 87 0,6-4-735 15,2-3-948-15</inkml:trace>
  <inkml:trace contextRef="#ctx0" brushRef="#br0" timeOffset="-157200.78">28144 12388 4299 0,'6'-8'121'16,"-4"1"42"-16,3 3 18 0,-5 4 44 0,0 0 70 15,0 0 34-15,-36 14 34 16,11 5-5-16,-12 8-5 0,-3 7-15 0,-4 3-32 16,4 0-32-16,4 2-27 0,-2 0-25 15,4 0-105-15,1-1-117 0,3-2 0 0,-1-2 0 16,5-2 0-16,4-4 0 0,-10 5 0 16,9-8-41-16,-8-2-358 0,3-1-139 0,-10 6-159 15,6-10-182-15,-13 3 72 0,2-4 90 16,7-5-682-16,-2 0-851 0</inkml:trace>
  <inkml:trace contextRef="#ctx0" brushRef="#br0" timeOffset="-156733.8">26932 13100 4408 0,'-13'4'291'0,"-2"0"22"0,-2 6 30 0,-8 7 34 16,-2 7 23-16,-3 8 10 0,-2 4-12 15,-1 3-20-15,1 2-26 0,1 2-32 0,3 2-119 16,1-3-201-16,2-3 0 0,7-7 0 16,2-6 0-16,5-6 0 0,1-5 0 0,4-2 0 15,2-5 0-15,3-2 0 0,1-6 0 16,0 0 0-16,0 0 0 0,19-25 0 0,-2-2 0 16,6-12 0-16,2-7 0 0,1-9 0 15,3 1 0-15,2-2 0 0,-6 4 0 16,2 4 0-16,-7 18 0 0,-6 1 0 15,-2 10 0-15,-2 3 0 0,-5 5 0 0,4 5 0 16,-4 4 0-16,-5 2 0 0,13 13 0 16,-1 1 0-16,3 11 0 0,0 1 0 0,4 4 0 15,2 8 0-15,2 3 0 0,1 2 0 16,5 0 0-16,1-2 0 0,-1-6 0 0,-6-8 0 16,-2-5 0-16,-6-3 0 0,-1-8 0 15,-7 2 0-15,1-5 0 0,-3-4 0 0,0 1 0 16,-5-5 0-16,0 0 0 0,0 0 0 15,-14-21 0-15,5 8 0 0,-7 1 0 16,-6-11 0-16,-3 0 0 0,0 4 0 16,-2-5 0-16,1-1 0 0,1 4 0 0,1 3 0 15,6 4 0-15,0 4 0 0,7 1 0 16,-3 4 0-16,0 1-235 0,1 4-521 0,-1-1-167 16,5 1 61-16,9 0 88 0,0 0-804 15,-8-5-1021-15</inkml:trace>
  <inkml:trace contextRef="#ctx0" brushRef="#br0" timeOffset="-156467.36">27308 13179 4651 0,'13'-3'72'0,"-3"1"36"0,-10 2 72 0,12 6 117 0,-9 2 78 0,3 0 30 0,-2 4 7 0,-3 3 2 0,3 4-16 0,0 3-24 16,0 4-34-16,2 7-175 0,-1 2-165 0,1-4 0 15,-2-4 0-15,1-6 0 0,0-3 0 16,-1-1 0-16,-1-3 0 0,1-2 0 0,-2-2 0 15,1 0 0-15,-1-3 0 0,2 0 0 16,0-5 0-16,-4-2 0 0,0 0 0 0,25-11 0 16,-11-3 0-16,4-11 0 0,9-12 0 15,-2-6 0-15,3-6 0 0,1-4 0 16,3 0 0-16,-3 5 0 0,0 6 0 0,-6 13 0 16,-7 3 0-16,0 11-618 0,-7 1-196 0,1 4-107 15,-2 5 96-15,-3 3-880 16,-1 2-1139-16</inkml:trace>
  <inkml:trace contextRef="#ctx0" brushRef="#br0" timeOffset="-156199.75">27965 13075 4478 0,'9'-4'110'0,"-9"4"71"15,7-6 43-15,-7 6 50 0,6-5 50 16,-6 5 35-16,0 0 5 0,0 0-8 0,0 0 21 16,0 0 34-16,11 19-18 0,-10 0-53 15,-2 7-340-15,-5 14 0 0,-5 13 0 0,-7-1 0 16,2 4 0-16,-5 0 0 15,-3-4 0-15,-1-1 0 0,3-3 0 0,3-4 0 0,1-11 0 16,7-2 0-16,6-7 0 16,1-5 0-16,0-3 0 0,8-3 0 0,0-3 0 15,7-2 0-15,6-2 0 0,8-3 0 16,17-1 0-16,1-7 0 0,5-1 0 0,11-2 0 16,-5 0 0-16,-11 0 0 0,0 3 0 15,-7-5-109-15,-4 2-935 0,-10 2 93 0,-8 1 95 16,-4 3-923-16,-7-2-1209 0</inkml:trace>
  <inkml:trace contextRef="#ctx0" brushRef="#br0" timeOffset="-155934.18">26597 13825 4654 0,'-88'7'13'0,"13"1"77"0,2-1 37 0,0 4 33 15,14-4 34-15,20-1 29 0,8-2 22 16,10 1 30-16,10 0 39 0,13 0 26 0,14 5 2 15,42-3-22-15,29-2-46 0,55 0-29 16,14-6-23-16,16-1-69 0,6-3-153 0,55 0 0 16,-52 1 0-16,2 0 0 15,-8 4 0-15,-4 0 0 0,-14 1 0 0,-14 2 0 0,-23-6 0 16,-40 6-94-16,-15-3-127 0,-19 0 1 16,-17 0 2-16,-9 0 3 0,-13 2-15 0,-4 0-42 15,-3-2-50-15,0 0-60 16,-61 10-83-16,17-3-99 0,-21 1-158 0,-5 4 51 0,-7 1-552 15,-18 5-685-15</inkml:trace>
  <inkml:trace contextRef="#ctx0" brushRef="#br0" timeOffset="-148452.83">15797 7906 5376 0,'-11'-12'137'0,"2"3"-29"0,3 3-17 0,-2 1-8 0,4-1-2 0,4 6-4 0,0 0 16 16,0 0 52-16,-11 15 28 0,9 12 11 0,-1 12-7 15,1 19-16-15,2 4-13 0,2 1-13 16,3 6-13-16,3-2-13 0,3-3-7 0,-1 2-10 15,-1-6-8-15,4-4-8 0,-3-4-4 16,0-11-7-16,-3-3-7 0,-1-5-6 0,-4-6-6 16,-2-3-3-16,2-5-5 0,-2-2-2 15,0-1-9-15,0-4-27 0,0-1-8 0,0 0-52 16,0-4-61-16,0-7-89 0,2 6-92 16,-2-6-123-16,0 0-113 0,7-27-112 15,6-1-165-15,1-2 73 0,1-5 79 16,4-4-581-16,3-5-705 0</inkml:trace>
  <inkml:trace contextRef="#ctx0" brushRef="#br0" timeOffset="-148103.09">16204 8214 3664 0,'-8'14'52'0,"0"5"30"15,4 2 41-15,-3 10 29 0,3-2 25 0,2-3 26 16,2-1 16-16,0 1 12 16,4 7-5-16,4-1-4 0,5-6-14 0,-2-4-14 15,4-1-9-15,8-3-7 0,-1-5-14 16,1-7-20-16,-1 0-24 0,-1-4-8 0,8-4-12 16,7-6-12-16,-2-2-10 0,0-3-7 15,-1-3-10-15,-2-1-12 0,-5-2-3 0,-7-1-5 16,1-1-8-16,-9 1 3 0,-6 1 1 15,-5 0-13-15,-4-5-2 0,-8-8-3 0,-8-11-12 16,-7 2 3-16,-5 1-8 0,-4 2-14 16,4 7-25-16,1 12-1 0,4 4-17 0,2 8-30 15,0 9-32-15,5 5-39 16,-8 7-54-16,-7 16-66 0,2 3-84 0,7 2-88 16,3 4-128-16,7-6-151 0,2-4 62 15,4 0-566-15,8-9-692 0</inkml:trace>
  <inkml:trace contextRef="#ctx0" brushRef="#br0" timeOffset="-147732.8">17002 8110 3531 0,'-29'19'206'0,"-9"12"11"16,4 3 22-16,4 0 30 0,1 2 17 16,12-5 1-16,-2 2-16 0,9-3-25 0,4 2-22 15,8-3-19-15,4-9-18 0,10 8-15 16,0-4-18-16,5-5-10 0,8-3-15 0,0-7-17 16,-3-1-8-16,-1-6-15 0,2-2-15 15,-1-5-17-15,9-4-12 0,-1-4 0 0,-5 3-16 16,-5-5 7-16,-3-5-11 0,-5 3 3 15,-9-1 2-15,-3-5-11 0,0-2-9 16,-6-1-10-16,-5-12-16 0,-3-2-26 0,-7-7-16 16,-3 2-17-16,4 14-18 0,0 6-25 15,3 8-38-15,-1 4-54 0,3 7-74 16,-2 6-65-16,-3 5-55 0,-3 5-63 0,-1 9-76 16,-2 6-134-16,1 0 49 0,5 4-511 15,-2-1-608-15</inkml:trace>
  <inkml:trace contextRef="#ctx0" brushRef="#br0" timeOffset="-147417.09">17117 8361 3008 0,'16'0'-10'0,"-2"0"49"16,-5 0 54-16,0 8 64 15,0-1 60-15,-4 7 39 0,5 6 22 0,-3 13 22 16,-1 9 25-16,0 1 7 0,-2 15 0 16,1 1-4-16,3 4-19 0,-2 4-7 0,0 2-32 15,-1-2-15-15,1 1-14 0,-1-4-25 16,2-1-18-16,-4-6-17 0,-1-13-13 0,2-4-13 15,-2-2-3-15,-2-9-63 0,0-7-89 16,0-2 0-16,0-8 0 0,-2 2 0 0,-2-3 0 16,1-1 0-16,-6 1 0 0,-2-5 0 15,-5 0 0-15,0-4 0 0,-5-2 0 0,-17-6 0 16,-4-5 0-16,-8-1 0 16,-1-8 0-16,0 1 0 0,3-2 0 0,1-3 0 15,6 2 0-15,1-2 0 0,12 4 0 16,3-1 0-16,1-4-271 0,8 4-233 0,4-1-62 0,4 2-91 15,5 0-185-15,6 1 72 16,5-12 78-16,6-1-631 0,2 1-779 0</inkml:trace>
  <inkml:trace contextRef="#ctx0" brushRef="#br0" timeOffset="-146985.75">17608 8293 4053 0,'0'0'202'16,"0"0"-3"-16,0 0-8 0,0 0 39 15,0 0 41-15,0 0 12 0,0 0 5 0,0 0-15 16,18 16-24-16,-15-10-17 0,5 2-28 16,-1-1-19-16,0-1-18 0,2 0-12 0,-4 1-21 15,1-2-17-15,-1-2-9 0,-1 1-9 16,3 0-7-16,-7-4-10 0,9 6-9 15,-9-6-13-15,7 2-10 0,-7-2-7 16,0 0-14-16,12-9 4 0,-4-1-3 0,-1-9-8 16,7-7 7-16,1-3-21 0,0 2-8 15,-2 2 0-15,0 5 0 0,-3 4 0 16,1 6 0-16,0 1 0 0,3 4 0 0,-3 4 0 16,5 2 0-16,3 3 0 0,4 3 0 15,5 4 0-15,1 7 0 0,2-4 0 0,-5-1 0 16,1 3 0-16,2-3 0 0,-9-1 0 15,-2-2 0-15,-4-3 0 0,-2-1 0 0,-1-2 0 16,2 2 0-16,-6-2 0 0,0-4 0 16,-7 0 0-16,20-7 0 0,-15 2 0 0,4-5 0 15,0 2-175-15,-6-1-280 16,3-4-104-16,-4 1-123 0,0 6-173 0,-4-2 77 16,2 8 84-16,-11-4-664 0,1 4-813 15</inkml:trace>
  <inkml:trace contextRef="#ctx0" brushRef="#br0" timeOffset="-146536.3">16678 7192 3475 0,'-122'-6'-189'0,"-24"12"27"0,-62 26 35 0,-4 22 61 0,-1 29 58 0,3 21 61 0,2 18 42 16,10 19 43-16,11 21 23 0,22 9 16 15,27 11 13-15,36-10 14 0,35-1-4 16,42-35-15-16,25-3-15 0,27-7-16 0,28-6-17 16,48 11-12-16,26-24-17 0,27-30-38 15,25-17-28-15,31-17-2 0,21-18-8 0,14-22-1 16,20-18 2-16,11-18-4 0,2-11-3 15,-1-12 4-15,-7-8 1 0,-5-10-4 16,-18-13 5-16,-18-10-4 0,-25-11-3 0,-25-17-1 16,-30-11-19-16,-33-10-34 0,-30-11-21 15,-29-3-5-15,-35 25-7 0,-14-7-10 0,-22-6 5 16,-37-39-1-16,-22 15 12 0,-26 22 4 16,-30 20-2-16,-29 28 6 0,-24 36 5 15,22 37 1-15,-23 22 5 0,-73 29 2 16,-10 35 2-16,-7 23 5 0,-5 22-58 0,4 14-88 15,14 8-100-15,21 4-118 0,32-5-213 16,30-4 50-16,32-15 64 0,53-27-229 0,16-4-213 16</inkml:trace>
  <inkml:trace contextRef="#ctx0" brushRef="#br0" timeOffset="-142453.18">8583 10040 2783 0,'0'9'203'0,"0"2"-54"0,0-4 24 0,0-7 39 0,0 7 19 0,0-7 12 0,0 0-4 0,0 0-24 16,0 0-26-16,0 0-11 15,17-25-15-15,-7 8-14 0,6-10-18 0,0-6-7 16,8-8-14-16,1-4-14 0,2-6-4 16,1-5-20-16,-3-7-19 0,4-14-19 0,-8 14-14 15,1-2-19-15,-2-3-13 0,-3 2-11 16,0 3-9-16,-1 5-9 0,-1 8-3 0,-6 13 4 15,-3 12 5-15,0 7-3 0,-2 0-13 16,-3 9-7-16,1-3-3 0,0 10 7 16,-2 2 7-16,0 0 4 0,0 0 3 0,-7 21 2 15,3-5 5-15,2 6 4 16,0-3 2-16,4 2 5 0,2 1 2 0,7 7 1 16,6-1 1-16,4-1 11 0,2-2 10 15,11 4 1-15,5-3 5 0,1 3 4 0,-3-4 2 16,-1-2 13-16,-7-1 13 0,-6-1 16 15,-2 0 32-15,-4 0 25 0,-5-3 20 0,-4 0 19 16,-5-1 18-16,-3 0 13 0,-2 0 4 16,-3 3-2-16,-3-3-12 0,-2 3-12 0,-1-3-15 15,-1-1-12-15,-3-1-17 0,2 1-5 16,-4-7-19-16,1 3-20 0,3-4-36 0,-3-3-53 16,0-4-60-16,0-2-79 0,0-4-93 15,-9-11-115-15,2-5-133 0,4-4-155 16,3-5-141-16,7-1 87 0,5-1-649 15,4 1-809-15</inkml:trace>
  <inkml:trace contextRef="#ctx0" brushRef="#br0" timeOffset="-142070.04">9570 9295 4056 0,'0'0'99'0,"0"0"6"0,0 9 9 0,0-9 26 0,0 0 25 0,0 0 7 15,0 0 5-15,3 3 0 0,-3-3-2 16,0 0-12-16,0 0-14 0,23-3-15 16,-23 3-10-16,20-7-17 0,-9 2-12 15,5-1-13-15,-3-1-18 0,0-1-7 0,-1 1-18 16,-1-1-13-16,-1-4-1 0,-3 6-2 16,-1-2-9-16,-3-1-1 0,-3 3-7 0,0 6-9 15,-5-6-3-15,5 6-1 0,0 0 3 16,-27 10-3-16,10 4 5 0,-8 5 0 0,1 7 0 15,-5 6 1-15,2 4-4 0,6 3 11 16,4-6 0-16,5 0-4 0,3 0 4 0,7-6-1 16,2-3 4-16,2-2-7 15,5-1 2-15,5-4 1 0,3-2 4 0,8 1 0 16,0-6-13-16,-1-5-19 0,2-3-32 16,2-4-46-16,10-4-54 0,1-7-67 0,9-3-89 15,-5-9-74-15,-2 0-96 0,-1-1-106 16,-2 0-66-16,-9 2 59 0,0 1-411 0,-4-2-480 15</inkml:trace>
  <inkml:trace contextRef="#ctx0" brushRef="#br0" timeOffset="-141802.89">10043 9228 2633 0,'0'0'53'16,"-22"4"61"-16,11 1 57 0,-1 2 30 0,-2 8 43 16,0-3 31-16,-1 3 15 0,6 3 2 15,-2 0 3-15,2 3-20 0,4 1-15 0,3 2-19 16,0-3-23-16,2-3-24 15,6 5-18-15,-3-5-14 0,6-1-19 0,4 0-13 16,-1-5-27-16,2-2-29 0,3-5-39 16,0-2-24-16,2-1-27 0,-2-4-14 0,3 1-13 15,-2-4 2-15,-2 1-2 0,-3-4 5 16,1 4 4-16,-5-3 4 0,-2-1 3 0,-3-2-6 16,0 0-16-16,-4 1-21 0,-2-3-23 15,-5-3-29-15,-3-1-47 0,0-2-39 16,-1 1-53-16,2 7-36 0,-3-1-55 15,3 7-56-15,-6 2-57 0,3 4-105 0,-3 4 17 16,1 5-344-16,1 1-380 0</inkml:trace>
  <inkml:trace contextRef="#ctx0" brushRef="#br0" timeOffset="-141570.08">10059 9410 2442 0,'14'-5'47'0,"-5"1"54"16,5 2 59-16,-14 2 70 0,13 11 43 0,-5 1 52 15,-5 9 34-15,4 10 38 0,-4 10 6 16,1 3-8-16,-2 12-9 0,-2 3-25 0,0 1-26 15,-2 2-22-15,0-2-48 0,0-4-23 16,2-10-26-16,0-1-21 0,0-5-20 0,0-8-19 16,2-8-10-16,-2-4-24 0,0 0-29 15,0-3-39-15,0-2-54 0,0-3 0 16,0-2 0-16,0-1-99 0,0-4-64 16,2 0-69-16,-2-5-76 0,0 0-89 0,0 0-83 15,0 0-98-15,7-20-159 0,-1-3-19 16,2-11 68-16,-2-5-589 0,5-14-735 15</inkml:trace>
  <inkml:trace contextRef="#ctx0" brushRef="#br0" timeOffset="-141301.91">10432 9242 3830 0,'-7'-5'121'0,"3"3"18"16,4 2 26-16,0 0 32 0,0 0 26 15,-20 12 14-15,15-5 1 0,5-7 5 0,-1 14-8 16,1-8-12-16,1 5-10 15,4-3-9-15,1 1-20 0,-3 1-14 0,3-1-18 16,3 1-14-16,1-2-13 0,3-4-13 16,-1 1-14-16,-1-2-24 0,4-1-31 0,3-2-25 15,-3-2-37-15,2-1-27 0,2-2-24 16,-4 1-22-16,1-4-13 0,0 1-10 0,-2-2-9 16,-1 2-6-16,-4-3-12 0,-2 2-14 15,-1-1-11-15,-5-1-14 0,-1 2-15 16,-1-5-26-16,-7-2-25 0,0 1-32 15,-3-1-43-15,-5-1-68 0,3 4-102 16,-2 3-129-16,1 3 60 0,0 0-359 0,0 0-401 16</inkml:trace>
  <inkml:trace contextRef="#ctx0" brushRef="#br0" timeOffset="-140903.84">10846 9072 2616 0,'0'9'100'0,"2"-5"59"0,-2-4 46 16,5 9 43-16,-5-9 34 0,7 5 19 16,-7-5 6-16,0 0 4 0,11 3-19 0,-11-3-13 15,0 0-29-15,0 0-24 0,29-9-19 16,-18 1-25-16,1-2-16 0,-1 0-24 16,5-2-25-16,-1-2-15 0,-3 2-7 15,-3-1-14-15,-2-1-2 0,1 2-6 0,-2-2-12 16,-4 4-5-16,-2 2-10 0,0-1-17 15,0 9 9-15,-12-5-9 0,12 5-3 0,0 0-4 16,-40 19-6-16,17 3-2 0,-2 3 0 16,1 10 4-16,-1 1-4 0,8-5-4 0,2 2-3 15,1-4 2-15,5-5 2 0,1-5-2 16,7 3-1-16,1-3 20 0,0-6 7 0,1 1 16 16,3-5 9-16,5-1 6 15,1-3-4-15,2-2-5 0,2-3-5 0,8-1-24 16,-1-6-37-16,9-7-60 0,1-1-79 0,1-4-89 15,4-8-105-15,-2-2-103 0,1 0-94 16,-7-6-119-16,-7 9-98 0,-4-1 71 16,1-1-610-16,-1 4-754 0</inkml:trace>
  <inkml:trace contextRef="#ctx0" brushRef="#br0" timeOffset="-140520.72">11294 8818 3499 0,'0'-4'23'0,"0"-4"86"15,0 8 57-15,0 0 51 0,0 0 40 0,0 0 40 16,-9-7 35-16,9 7 21 15,0 0 9-15,0 0 3 0,2 27-6 0,0-16-9 16,3 5-40-16,-3 5-23 0,6 1-23 16,-5 1-23-16,4 12-20 0,-3-8-42 0,1 7-179 15,-1-5 0-15,-2-5 0 0,-2 2 0 16,0-2 0-16,0 1 0 0,-2-7 0 16,0 1 0-16,0-5 0 0,2-2 0 0,0-3 0 15,-2 1 0-15,2-3 0 0,0-7 0 16,0 0 0-16,0 0 0 0,0 0 0 0,0 0 0 15,-2-36 0-15,8 0 0 0,3 2 0 16,3-3 0-16,1 4 0 0,5 1 0 0,-4 5 0 16,2 4 0-16,-3 6 0 15,3 9 0-15,-3-1 0 0,1 5 0 0,-1 0 0 16,-2 7 0-16,2 0 0 0,0 3 0 16,-1 2 0-16,1 7 0 0,3-3 0 0,-5 4 0 15,0 1 0-15,-1 0 0 0,1 0 0 16,1 2 0-16,-4-3 0 0,1-3 0 0,-2-1 0 15,-1 0 0-15,2-2 0 0,-4-2 0 16,2-1 0-16,-3-3-76 0,-3-4-434 0,8 0-132 16,-8 0-177-16,0 0-29 0,10-15 88 15,-5 7-783-15,-1-5-986 0</inkml:trace>
  <inkml:trace contextRef="#ctx0" brushRef="#br0" timeOffset="-140152.09">12076 8909 4053 0,'-16'-3'119'0,"16"3"83"0,-11 0 29 0,11 0 21 0,0 0 7 0,-14-3 38 15,14 3 14-15,0 0-6 0,0 0-15 0,0 0-24 16,0 0-23-16,0 0-26 0,0 0-20 16,0 0-22-16,0 0-38 0,0 0-36 0,0 0-41 15,27-7-35-15,-15 1-22 0,-3 0-19 16,1-2-19-16,-2 1 11 0,-1-1-13 15,-1-4 1-15,-2 0-1 0,-3 1-3 0,-1 0 4 16,0 2-5-16,-1 0 10 0,-3 3 8 16,4 6-1-16,-15-6-1 0,3 8 0 15,12-2 1-15,-29 12 22 0,13 3 8 0,-5 2-11 16,1 7 7-16,5 1 16 0,2 4-2 16,1 0 7-16,3 2 5 0,7-5 0 15,1-4 3-15,2 0-2 0,1 1-6 0,4-4-9 16,-1-1 5-16,5-3-29 0,0-3-49 15,3-4-68-15,2-2-94 0,0-3-131 0,6-7-138 16,4-1-177-16,-3-1-120 16,14-6 74-16,-4 2-679 0,-2-2-845 0</inkml:trace>
  <inkml:trace contextRef="#ctx0" brushRef="#br0" timeOffset="-139403.83">12426 9250 4095 0,'-9'-3'231'0,"9"3"51"0,-18-9 23 16,13 3 26-16,-1-1 9 0,3-3-14 16,1-6-14-16,0-1-27 0,6-8-30 0,1-12-25 15,7-10-24-15,7-4-35 0,0-2-39 16,4-3-42-16,1-4-38 0,-1 0-40 16,4 3-35-16,-4 7-36 0,-3 6-24 15,-4 13-12-15,-5 4-14 0,-1 7-11 0,0 7-4 0,-9 5 1 16,3 0 6-16,-4 6 10 15,0 2 7-15,0 0 9 0,0 0 8 0,-21 31 7 16,6-5-6-16,-1 2 5 0,5-1 4 16,4-3 13-16,1-1 34 0,6-5 30 0,0-1 26 15,2 6 31-15,6-3 16 0,3 7 30 16,4-2 26-16,-2 0 8 0,9 0 17 0,-5 2 13 16,2-3 17-16,-4 2 13 0,2-1 18 15,1 4 9-15,-7 1-2 0,1 1-6 16,-7-8-220-16,-1 1 0 0,-2-1 0 15,-4 0 0-15,-2 0 0 0,-8 6 0 0,1-1 0 16,-5-2 0-16,2-3 0 0,-6-1 0 0,2-1 0 16,2-7 0-16,3-4 0 0,1-5 0 15,1-1 0-15,5-4 0 0,6 0 0 16,-13-18 0-16,11 1 0 0,2-10 0 0,5-23 0 16,9-8 0-16,6-2 0 0,0-4 0 15,10-16 0-15,5-2 0 0,2 4 0 0,0 0 0 16,9 7 0-16,2 7 0 0,-9 15 0 15,-1 3 0-15,-1 5 0 0,-4 3 0 16,-10 11 0-16,-5 3 0 0,-4 5 0 16,-1 5 0-16,-6 2 0 0,-1 3 0 0,0 3 0 15,0-1 0-15,-2 4 0 0,-4 3 0 16,0 0 0-16,0 0 0 0,0 0 0 0,-25 38 0 16,8-10 0-16,-1 5 0 0,1-1 0 15,-2 2 0-15,6-3 0 0,1-2 0 0,5-2 0 16,5-7 0-16,4-1 0 0,5 2 0 15,5 6 0-15,3-5 0 0,5 0 0 0,-4-1 0 16,7-1 0-16,1 1 0 0,-1 1 0 16,4 2 0-16,-2-2 0 0,-3 2 0 0,-6-1 0 15,-2 3 0-15,-5-5 0 0,-3-1 0 16,-3 0 0-16,-3 3 0 0,-3-1 0 0,-5 0 0 16,5 0 0-16,-8-5 0 0,-5 9 0 15,1-11 0-15,1 2 0 0,0-4 0 16,-4-2 0-16,-2-1 0 0,2-1 0 15,-3-5 0-15,1-4 0 0,6-2 0 0,-10-5 0 16,8-5-792-16,2-2-182 0,7 2 105 16,-3-3-1021-16,10 5-1312 0</inkml:trace>
  <inkml:trace contextRef="#ctx0" brushRef="#br0" timeOffset="-139154.28">13444 9143 5624 0,'0'0'160'0,"-9"4"56"0,1 2 24 0,-2-2 38 0,-1 4 45 0,-8 1 33 0,-17 7 32 0,-16 3-7 0,-9 5-156 0,-28 6-225 16,-14 4 0-16,-11 0 0 0,-12 5 0 15,-10 2 0-15,-40 20 0 0,34-18 0 16,-42 17 0-16,-17 0 0 0,-7 2 0 0,-13 6 0 16,-3 4 0-16,7 3 0 0,9 0 0 15,29-7 0-15,60-19 0 0,22-6 0 0,23-5 0 16,25-13 0-16,12-11 0 0,6 1 0 15,11-3 0-15,2-5 0 0,7-1-338 0,4-5-244 16,0 2-113-16,7-3-184 0,0 0 75 16,0 0 90-16,0 0-707 0,0 0-873 15</inkml:trace>
  <inkml:trace contextRef="#ctx0" brushRef="#br0" timeOffset="-133189.18">4597 8702 1726 0,'3'-9'815'0,"-1"1"-188"0,-4 2-134 0,2 6-78 16,0 0-46-16,0-14-32 0,0 14-8 0,0 0-37 0,0 0 52 15,0 0 29-15,0 0 10 0,21 25-6 16,-8 0-9-16,2 6-24 0,6 12-34 16,1 1-34-16,0 3-263 0,-3 1-13 15,1-2 0-15,-4 1 0 0,-2-3 0 0,-3-10 0 16,-5 1 0-16,1-2 0 0,-2-10 0 16,-3-2 0-16,0-4 0 0,-2-3 0 15,-2-4 0-15,0-1-16 0,-3-2-541 0,5-7-116 16,-9 0-120-16,9 0-59 0,-13-18 88 15,8 0-779-15,-6-15-986 0</inkml:trace>
  <inkml:trace contextRef="#ctx0" brushRef="#br0" timeOffset="-132787.65">4670 8590 4569 0,'-7'-14'93'0,"2"2"47"16,2 5 29-16,1-1 35 0,0 2 10 15,2 6 3-15,0-15-11 0,4 9-21 16,4-1-18-16,1 0-15 0,4 0-18 0,3 2-12 15,2 5-15-15,4 0-7 0,1 5-15 16,9 4-7-16,-1 5-5 0,-5 2 3 0,1 5 10 16,-4 4 22-16,-6 4 11 0,-1 0 24 15,-9 5 10-15,-5 5 1 0,-4 0-7 0,-2 2-9 16,-4 1-86-16,1-3-52 0,1-2 0 16,2-3 0-16,1-9 0 0,5-4 0 15,-1-6 0-15,3 1 0 0,5-4 0 16,1 0 0-16,3-4 0 0,-2 2 0 0,5-3 0 15,2 3 0-15,-3-2 0 0,-3-2 0 16,4 1 0-16,-1 3 0 0,-3 2 0 16,-1-4 0-16,1 1 0 0,-5 3 0 0,1 0 0 15,-3 1 0-15,-3-1 0 0,2 1 0 16,-4 1 0-16,-2 0 0 0,-2 1 0 0,3 1 0 16,-7-3 0-16,1 1 0 0,-2-2 0 15,0 0 0-15,-2-3 0 0,-1-2 0 16,-3-4 0-16,4-4 0 0,-10-8 0 15,-2-10 0-15,3-7 0 0,4-3 0 0,8-4-708 16,2 4-272-16,9 6 100 0,4-10-1032 16,4 0-1335-16</inkml:trace>
  <inkml:trace contextRef="#ctx0" brushRef="#br0" timeOffset="-132623.25">5313 8845 5398 0,'0'0'372'0,"0"0"39"0,0 0 48 0,0 0 6 0,0 0-7 0,9-6-30 15,-9 6-228-15,8-4-200 0,1 0 0 16,4-5 0-16,7-2 0 0,6-3 0 0,3-1 0 16,-2 0 0-16,-3-1 0 0,5 1 0 15,-10 1 0-15,4-1-524 0,-3 3-331 16,-2 2-59-16,0-2 96 0,-4 3-910 16,0 1-1160-16</inkml:trace>
  <inkml:trace contextRef="#ctx0" brushRef="#br0" timeOffset="-132354.93">5884 8210 5003 0,'-1'-13'393'0,"-3"6"24"0,4 3 31 16,0 4 12-16,-4-7-8 0,4 7-6 0,0 0-8 16,0 0-304-16,9 27-134 0,-3-5 0 15,-1 10 0-15,1 7 0 0,2 4 0 16,0 10 0-16,-3 2 0 0,1-3 0 15,-3-5 0-15,2 5 0 0,-1-11 0 0,0-2 0 16,-3-5 0-16,1-6 0 0,0-6 0 16,-2-5 0-16,2-2 0 0,-2-4 0 0,-2-3 0 15,2-2 0-15,0-6 0 0,0 0-209 16,0 0-671-16,0 0-66 0,-9-33 105 0,0 2-967 16,2-8-1235-16</inkml:trace>
  <inkml:trace contextRef="#ctx0" brushRef="#br0" timeOffset="-132173.1">5583 8158 5524 0,'-11'-2'291'0,"3"-1"52"0,8 3 39 15,0 0 24-15,-11-5 10 0,11 5-12 16,3-9-32-16,8 1-319 0,5-4-53 16,9-5 0-16,0 0 0 0,6 3 0 0,1-2 0 15,0 3 0-15,2-3 0 0,2 5 0 16,1 2 0-16,-11 3-113 0,1 5-677 0,-4-1-174 15,2 5 99-15,3 12 92 0,-3-1-821 16,-6 10-1034-16</inkml:trace>
  <inkml:trace contextRef="#ctx0" brushRef="#br0" timeOffset="-131689.18">6216 8714 4963 0,'-4'7'341'0,"4"-7"32"0,-1 6 50 16,1-6 46-16,0 0 19 0,0 0-15 0,12 7-26 16,-12-7-233-16,0 0-214 0,29-8 0 15,-16 3 0-15,1-4 0 0,1 2 0 0,0-3 0 16,0 0 0-16,-1-1 0 0,-3 1 0 16,-2 0 0-16,2 0 0 0,-8-4 0 15,3 2 0-15,-4 0 0 0,-2-2 0 16,-4-2 0-16,0 1 0 0,-3-6 0 0,-2 3 0 15,-2 0 0-15,0 3 0 0,-3 1 0 16,3 6 0-16,-3 1 0 0,0 3 0 0,0 4 0 16,-1 0 0-16,2 2 0 0,1 1 0 15,1 3 0-15,1-1 0 0,2-2 0 0,3 1 0 16,5-4 0-16,0 0 0 0,0 0 0 16,0 0 0-16,27-18 0 0,-2 1 0 15,-3 0 0-15,3 2 0 0,2-2 0 0,-2 1 0 16,-6 6 0-16,-2 2 0 0,-2 3 0 15,0-1 0-15,3 1 0 0,-4 5 0 16,0 0 0-16,3 4 0 0,-5 3 0 0,1 1 0 16,1 4 0-16,-1 2 0 0,3 10 0 15,0-5 0-15,-3 4 0 0,1 0 0 16,-3-5 0-16,1 0 0 0,-5-5 0 0,-1 2 0 16,1-1 0-16,2-1 0 0,-2-3 0 15,-2-4 0-15,1 2 0 0,1-7 0 0,-7-1-89 16,0 0-842-16,18-15-24 0,-9-3 106 15,-1 1-976-15,4-13-1253 0</inkml:trace>
  <inkml:trace contextRef="#ctx0" brushRef="#br0" timeOffset="-131305.72">6871 8170 5409 0,'0'0'133'0,"0"0"64"0,-9 7 66 0,9-7 63 0,-2 9 48 0,2-9 21 0,0 10 2 0,0-10-5 0,7 7-87 0,-7-7-305 16,12 3 0-16,-12-3 0 0,19 0 0 16,-19 0 0-16,23-7 0 0,-10 0 0 0,1 1 0 15,-3-3 0-15,1-1 0 0,-1-3 0 16,-4 3 0-16,-1-3 0 0,0-1 0 16,-4 4 0-16,-2-1 0 0,-2 3 0 0,1 1 0 15,-6 0 0-15,7 7 0 0,-15-1 0 16,15 1 0-16,-25 10 0 0,11 2 0 15,-2 3 0-15,-5 7 0 0,2 2 0 0,3 5 0 16,2 0 0-16,3 2 0 0,2 0 0 16,6 4 0-16,-3-1 0 0,2 0 0 15,6-3 0-15,2 2 0 0,3-1 0 0,4-3 0 16,3-2 0-16,1-5 0 0,1-5 0 16,-2-5 0-16,0-4 0 0,1-4 0 0,1-3 0 15,0-4 0-15,4-3 0 0,-1-2 0 16,1-2 0-16,4-9-471 0,-3-4-530 15,-3-1 96-15,0-1 88 0,-1-2-882 16,-4-2-1135-16</inkml:trace>
  <inkml:trace contextRef="#ctx0" brushRef="#br0" timeOffset="-130906.38">7364 8067 4948 0,'-11'6'180'0,"6"-1"60"15,5-5 31-15,-4 8 45 0,4-8 39 16,0 0 25-16,0 0-12 0,0 0-13 16,15 4-31-16,-15-4-29 0,0 0-136 15,30-17-159-15,-16 8 0 0,1-2 0 0,-1 2 0 16,2-3 0-16,-2 0 0 0,-3 3 0 16,1-2 0-16,-4 1 0 0,-3-2 0 0,-1 2 0 15,-2-2 0-15,0 1 0 0,-2 3 0 16,-4-1 0-16,0 4 0 0,-5 1 0 0,9 4 0 15,-25 2 0-15,6 8 0 0,-10 4 0 16,2 3 0-16,3 4 0 0,-1 5 0 16,2 3 0-16,6 0 0 0,2 0 0 0,4 4 0 15,4 1 0-15,4-1 0 0,1-4 0 16,6-5 0-16,-1 1 0 0,7 4 0 0,0 0 0 16,5-3 0-16,0-1 0 0,6-5 0 15,-4-4 0-15,1-6 0 0,-4-3 0 16,2-4 0-16,3-1 0 0,-2-2 0 0,3-2 0 15,-2 1 0-15,1-6 0 0,1 0-123 16,-2-2-765-16,5-6-65 0,0-4 105 16,2-1-981-16,-1-1-1257 0</inkml:trace>
  <inkml:trace contextRef="#ctx0" brushRef="#br0" timeOffset="-130670.66">8173 7943 5551 0,'-17'0'261'0,"5"0"31"0,12 0 28 0,-15 0 32 0,15 0 52 0,0 0 21 0,0 0 8 16,0 0-280-16,46 0-153 0,-16 0 0 0,14-4 0 16,5-2 0-16,5-2 0 0,-6 1 0 15,-5 0 0-15,-7-1 0 0,7 1 0 0,-9-4 0 16,2 3 0-16,-3-4 0 0,-9 3-406 15,-4 1-348-15,-2-1-172 0,-2-1 83 0,-1-2 85 16,-1-1-774-16,-5 2-976 0</inkml:trace>
  <inkml:trace contextRef="#ctx0" brushRef="#br0" timeOffset="-130405.52">8676 7548 4619 0,'-14'2'193'0,"14"-2"57"0,-11 8 62 0,11-8 65 15,-3 12 54-15,4-3 29 0,-1 1 10 16,6 4-13-16,3 3-33 0,11 8-226 0,1 1-198 16,-1 0 0-16,1 3 0 0,-3 0 0 15,0 2 0-15,-2-2 0 0,-3 4 0 0,-3 0 0 16,0 1 0-16,-9 0 0 16,1-9 0-16,-4 1 0 0,-1-2 0 0,-9 5 0 15,1-3 0-15,-4-1 0 0,-3-4 0 16,4-3 0-16,-2-5 0 0,1 1 0 0,-3-5 0 15,7-2 0-15,-4-3 0 0,4 0-151 16,0-2-870-16,11-2 95 0,-16-4 100 0,16 4-965 16,0 0-1221-16</inkml:trace>
  <inkml:trace contextRef="#ctx0" brushRef="#br0" timeOffset="-129438.97">9340 7473 4980 0,'0'-8'29'0,"0"8"52"0,0-10 37 0,0 10 38 0,0 0 43 0,-4-6 32 0,4 6 20 15,0 0 31-15,0 0 41 0,0 0 6 16,11 29-13-16,-4-5-23 0,3 6-25 0,0 5-6 16,-1 1-189-16,2 0-73 0,1-1 0 15,-3 0 0-15,2 1 0 0,-2-6 0 0,-4-3 0 16,1-5 0-16,-1 0 0 0,-1-7 0 16,-1-1 0-16,1 0 0 0,-3-1-250 15,-1-7-244-15,0-3-82 0,0-3-76 0,0 0-94 16,0 0-30-16,0 0 73 0,-12-22-655 15,11 8-814-15</inkml:trace>
  <inkml:trace contextRef="#ctx0" brushRef="#br0" timeOffset="-129056.68">9401 7464 3537 0,'-4'-19'-18'0,"-1"2"68"16,3 3 52-16,-1 0 31 0,1 4 28 0,0-2 15 16,2 0 0-16,2 0-3 0,3 1-7 15,2 0-12-15,0 0-8 0,2 3-15 0,5 1-7 16,-3 4-13-16,2-1-10 0,3 2-6 15,-16 2-12-15,32 7-7 0,-15 2-5 16,1 3 0-16,-3 2 8 0,-2-1 10 0,3 12 18 16,-5-2 22-16,-5-1 28 0,-5 1 10 15,1 5 8-15,-5 9 4 0,-5 2 10 16,1 1-2-16,-5-4 5 0,3-1-4 16,1-10-13-16,3-4-16 0,0-7-14 0,3 1-90 15,0-1-55-15,4-2 0 0,0 0 0 16,6-1 0-16,-2 1 0 0,3 0 0 0,0-1 0 15,3 1 0-15,-2-2 0 0,1 2 0 16,-3-2 0-16,1 1 0 0,0 0 0 16,2 0 0-16,-8-1 0 0,3 0 0 15,-1 1 0-15,-1 1 0 0,-2-2 0 0,-2 2 0 16,0 1 0-16,-2-1 0 0,-2-1 0 16,-1-1 0-16,-1-2 0 0,-4 3 0 0,-3-2 0 15,0-4 0-15,-2-1 0 0,0-3 0 16,-5-2 0-16,-1-8 0 0,3 0 0 0,0-2-685 15,2-1-297-15,3-5 97 0,4 5-1033 16,6-2-1339-16</inkml:trace>
  <inkml:trace contextRef="#ctx0" brushRef="#br0" timeOffset="-128673.74">9923 7541 5365 0,'11'-10'72'0,"-1"4"71"0,-1 2 53 0,2 4 49 0,-11 0 22 0,25 8 15 0,-11 1 11 15,3 2 3-15,0 10 7 0,0 3 2 0,-5-2-20 16,-7 1-146-16,-1 0-139 0,0 1 0 16,-6 3 0-16,-2-4 0 0,-5 10 0 0,-1-2 0 15,-1 0 0-15,-5-6 0 0,-1 1 0 16,2-4 0-16,-2-5 0 0,-1-3 0 0,7-4 0 16,-4-6 0-16,4-2 0 0,-2-4 0 15,2-4 0-15,2-6 0 0,-3-8 0 16,7-12 0-16,1-3 0 0,4-2-49 15,5-1-153-15,1 4 23 0,2 8 31 0,-2 6 37 16,-1 5 39-16,5 2 45 0,-4 6 46 0,5 0 28 16,0 5 18-16,1 2 19 0,-12 0 10 15,27 9-4-15,-8-1-3 0,7 7-9 16,-1-2-6-16,0 4-10 0,-2-4-5 0,0 2-24 16,-4-1-33-16,0-2 0 0,-4-2 0 15,-2-2 0-15,3-1-76 0,-3 0-71 0,-3-2-57 16,-3-1-66-16,2-2-106 0,0-2-88 15,-9 0-102-15,0 0-141 0,15-8-73 0,-14 2 94 16,3-5-646-16,-2-3-787 0</inkml:trace>
  <inkml:trace contextRef="#ctx0" brushRef="#br0" timeOffset="-128438.89">10183 6924 4104 0,'-4'-13'227'0,"3"5"13"0,-5 5 43 0,6 3 82 15,0 0 45-15,0 0 30 0,14 40 15 16,-1-3-28-16,6 14-7 0,1 2-23 0,4 5-34 16,-1 5-303-16,0 0-60 0,-3 3 0 15,0-2 0-15,-4-1 0 0,-2-4 0 0,-1-2 0 16,1-4 0-16,-5-3 0 0,-2-12 0 16,4-4 0-16,-8-1 0 0,1-8 0 0,2-7 0 15,-3-5 0-15,-1-3-330 16,0-5-258-16,0-4-81 0,-2-1-107 0,0 0-37 15,8-15 72-15,-2 1-713 0,-3-8-902 16</inkml:trace>
  <inkml:trace contextRef="#ctx0" brushRef="#br0" timeOffset="-127889.89">10517 7467 3803 0,'2'-14'13'0,"-2"3"106"16,-2 4 64-16,2 7 48 0,0-11 42 16,0 11 61-16,0 0 31 0,0 0 12 0,0 0-7 15,0 0-13-15,28 25-10 0,-18-10-12 16,1 5-12-16,-1 7-38 0,0 5-27 15,-1-3-40-15,-2-4-218 0,-3-1 0 16,3 0 0-16,-5-1 0 0,-1-1 0 0,-1-3 0 16,0-2 0-16,0-1 0 0,0-3 0 15,-1-1 0-15,-3-1 0 0,-1-1 0 16,1-3 0-16,-1-2 0 0,1-2 0 0,4-3 0 16,-13 0 0-16,13 0 0 0,-14-17 0 15,5-2 0-15,-1-13 0 0,4-6 0 0,1-5-26 16,1 3-99-16,2 8 10 0,2 8 16 15,0 4 12-15,0 1 12 0,0 4 20 0,2 3 23 16,2 6 17-16,1 1 16 0,-1 2 18 16,-4 3 9-16,0 0 6 0,23 10 3 0,-11 0 2 15,-2 2-8-15,1 2 5 16,1 1-6-16,-3 0-1 0,2 1-5 0,-1 1-2 16,-1-2 0-16,-5-3 5 0,3-3-8 15,-3 1 1-15,3 0 0 0,-4-4 1 0,-1 1 3 16,0-2-7-16,-2-5-7 0,2 7-10 15,-2-7-11-15,0 0-6 0,0 0-11 0,0 0-7 16,0 0-8-16,0 0 3 0,0 0-1 16,0-31-6-16,4 15 16 0,-1-1 13 0,3-2 10 15,2-1 9-15,1 3 14 0,2 1 32 16,0 4 15-16,0 2 21 0,0 0 16 16,3 2 11-16,-5 6-89 0,3 0-21 15,-12 2 0-15,20 2 0 0,-8 4 0 0,-3 1 0 16,1 3 0-16,0 1 0 0,-3 1 0 15,1 0 0-15,-1 0 0 0,-1 0 0 0,-2-2 0 16,0 0 0-16,1 0 0 0,1-2 0 16,-1-4-397-16,4 2-115 0,-2-5-127 0,-7-1-203 15,23-3 27-15,-13-1 86 0,2 0-719 16,2-4-897-16</inkml:trace>
  <inkml:trace contextRef="#ctx0" brushRef="#br0" timeOffset="-127622.83">11243 7134 4119 0,'-11'-12'97'0,"3"4"32"0,1 1 19 0,0 3 17 0,4 1 11 0,3 3 10 16,0 0 5-16,-22 12-3 0,15-2-3 0,-2 6-16 15,0 3-12-15,-5 10-18 0,1 2-17 16,-1 0-7-16,1 3-19 0,4-2-6 0,0-1-9 15,2 1-34-15,3-6-11 0,4-5-29 16,-1-3-19-16,2-2-28 0,-1 1-29 0,2-2-45 16,0-3-54-16,4-3-79 15,-3 0-101-15,4-5-126 0,0-1-183 0,2-3-26 16,-9 0 67-16,27-3-478 0,-9-2-563 0</inkml:trace>
  <inkml:trace contextRef="#ctx0" brushRef="#br0" timeOffset="-127239.35">11561 7313 3181 0,'-9'1'132'0,"-1"1"35"0,10-2 28 0,-11 4 26 16,11-4 17-16,-6 3 10 15,6-3 4-15,0 0-6 0,0 0-9 0,0 0-25 16,0 0-23-16,0 0-13 0,0 0-17 0,40-10-17 15,-29 3-14-15,5-2-27 0,1-1-26 16,-2-2-20-16,0 0-13 0,-1-2-5 16,-3 4 1-16,-4-4-6 0,2 0-3 0,-4 1-8 15,-3-3-5-15,0 1 2 0,-4 1-12 16,0 2-9-16,-3 3-2 0,-4 1-5 0,-4 4-1 16,2 4-4-16,-10 2 0 0,-8 10 7 15,3 3-3-15,3 1 2 0,0 7 10 0,4-1 0 16,4 2 3-16,3-2 10 15,7-1 5-15,-1-1 2 0,4-3 4 0,4 2-6 16,0-3-2-16,4 1-2 0,1-4-17 0,5 1-23 16,3-1-33-16,-1-7-58 0,2-1-83 15,4-2-106-15,0-6-112 0,3 0-123 16,4-2-155-16,11-5 33 0,-6-6 67 16,3-1-435-16,-3-2-504 0</inkml:trace>
  <inkml:trace contextRef="#ctx0" brushRef="#br0" timeOffset="-126806.33">12123 6545 2787 0,'0'-17'108'0,"-2"3"87"0,0 5 48 15,-3 0 28-15,5 9 28 0,0 0 51 16,0 0 30-16,0 0 14 0,-6 32-8 16,8-9-14-16,-4 16-25 0,2 7-10 0,0 0-8 15,2 10-9-15,-2 5-11 0,0-3 0 16,-2-4-1-16,1 3-161 0,-1-12-147 0,-4-2 0 15,1-2 0-15,0-2 0 0,1-4 0 16,2-10 0-16,-1-4 0 0,-1-6 0 0,2-3 0 16,0 0 0-16,2-5 0 0,0 0 0 15,0-7 0-15,0 0 0 0,-1 5 0 0,1-5 0 16,0 0 0-16,0 0 0 16,-11-22 0-16,8 9 0 0,-8-2 0 0,-2 0 0 15,1 0 0-15,-6 2 0 0,3 4 0 16,1 3 0-16,0 4 0 0,1 4-1 0,-5 5-10 15,1 3 23-15,-6 8-12 0,8-1 0 16,-2 4 0-16,5 1 0 0,5-5 0 0,-1 6 0 16,5-5 0-16,-2 1 0 0,3-2 0 15,4 1 0-15,3-3 0 0,0-1 0 0,1 0 0 16,1-2 0-16,3-1 0 0,1-5 0 16,-3 1 0-16,1-3 0 0,3-3 0 0,-1 2 0 15,1-3-44-15,-12 0-382 16,17-3-98-16,-12 2-97 0,-5 1-175 0,16-8-18 15,-11 5 87-15,1-1-715 0,1-3-891 0</inkml:trace>
  <inkml:trace contextRef="#ctx0" brushRef="#br0" timeOffset="-126040.16">12720 7287 3751 0,'-2'-13'31'0,"2"6"78"0,-2 0 26 0,2 7 25 0,0 0 30 0,0 0 30 0,0 0 23 15,0 0 18-15,-11 22 4 0,11-10-5 0,-3 5-19 16,3 3-18-16,0-1-22 0,0 5-23 16,5 1-11-16,-5-2-21 0,-2 4-11 0,-1-3-17 15,3-2-18-15,-1-2-25 0,-1-3-27 16,-2 0-27-16,2-5-21 0,0 1-30 16,2-4-31-16,-2-3-24 0,2-6-19 0,0 5-10 15,0-5 3-15,0 0 4 0,4-24 9 16,2 3 11-16,2-9 9 0,-1-5 9 15,4 0 13-15,-3 1 15 0,2 4 20 16,-3 6 23-16,-3 5 17 0,0 4 4 0,-1 2 6 0,-1 2-3 16,1 4 1-16,3 3 10 15,-6 4-1-15,7-1 3 0,-7 1 0 0,11 12-7 16,-2-4-3-16,-4 1-6 0,2 4-5 16,-1-1 2-16,1 0 1 0,0 1-7 0,-2-2-1 15,1 1-12-15,-2-2-12 0,-1-3-9 16,1 0-13-16,1-2-8 0,-5-5-1 0,7 6 1 15,-7-6 8-15,15-11 2 0,-3 1 3 16,4-12 3-16,4-2 4 0,-2-4 16 0,2-2 22 16,-1-1 14-16,1 3 25 0,-2 5 17 15,-5 6 14-15,-3 3 16 0,-1 5 12 16,-1 1 7-16,-5 2 11 0,6 2 3 16,-9 4-8-16,13 0-10 0,-13 0-14 0,15 10-11 15,-5-5-22-15,-3 7-42 0,5 0-46 16,-3-1-56-16,2 3-74 0,3-1-81 0,-5 0-105 15,4 1-92-15,-1-4-100 0,1 2-137 16,-1-2-100-16,-1-1 75 0,-1-3-636 0,-2 1-780 16</inkml:trace>
  <inkml:trace contextRef="#ctx0" brushRef="#br0" timeOffset="-125869.65">13360 7204 4041 0,'-2'-12'221'0,"2"12"43"0,0 0 24 0,-2-11 6 0,2 11 0 0,0 0-8 0,0-7-21 0,0 7-25 16,10-7-24-16,-10 7-43 0,17-4-69 16,-6 2-97-16,5 2-121 0,1-4-126 0,2-4-109 15,2 4-118-15,12-7-150 0,-7 5-111 16,-3-2 77-16,-2 0-549 0,0 2-663 0</inkml:trace>
  <inkml:trace contextRef="#ctx0" brushRef="#br0" timeOffset="-125473.97">13805 6853 3615 0,'-2'-7'137'15,"2"7"23"-15,0-7 29 0,0 7 21 0,0 0 19 16,0 0 24-16,0 0 14 0,30 16 7 16,-19-4-6-16,-2 5-9 0,4 2-14 0,-2 11-19 15,-2-1-18-15,-3-2-17 0,-4-3-13 16,-2 1-9-16,0-1-9 0,-4 0-14 0,-2 0-12 15,0-2-16-15,-1-1-11 0,-2-1-13 16,-1-3-24-16,-1 0-27 0,-2-3-38 0,-1 1-40 16,-1-5-50-16,-1-2-35 15,5-4-23-15,-3-4-5 0,14 0-1 0,-23-10 3 16,16-2 1-16,-1-9 11 0,1-12 15 16,3 0 12-16,6-4 12 0,7 2 12 0,-3 1 15 15,1 9 15-15,2 6 16 0,-2-1 15 16,0 9 15-16,6-1 15 0,-4 4 12 0,0 2 14 15,3 2-1-15,-3 4-1 0,4 2 3 16,1 0-3-16,-1 5-3 0,6 4-3 0,-4 0-2 16,8 7-12-16,-3-3-13 15,-2 6-18-15,3-1-22 0,-1 3-27 0,0 0-18 0,3 1-50 16,0-3-86-16,0-2-102 16,-4-3-86-16,-5-5-94 0,-1 2-141 0,-2-5 2 15,-1 0 76-15,-3-2-412 0,4-2-456 16</inkml:trace>
  <inkml:trace contextRef="#ctx0" brushRef="#br0" timeOffset="-124890.02">13671 6958 2676 0,'6'-16'83'0,"-4"5"79"0,-2 0 36 0,4 4 33 0,-4 1 21 0,0 6 21 0,0 0 23 0,0 0 15 15,0 0 7-15,0 0-10 0,0 35-10 16,1-17-16-16,1 6-21 0,2 0-16 0,3 8-25 16,1-1-15-16,-2-5-21 15,3-6-20-15,3 6-14 0,-4-4-15 0,-1-6-15 0,1-2-14 16,-1-5-15-16,3 2-16 16,-1-5-16-16,1 0-22 0,-2-4-24 0,-8-2-13 15,22-4-12-15,-6-2-16 0,-1 0-10 16,6-12 5-16,-2-4-12 0,2 1 3 0,-2 1 16 15,0-2 9-15,-6 7 19 0,-2 6 12 16,-2 0 16-16,-2 0 15 0,1 2 14 0,-5 2 11 16,3 1 15-16,-6 4 14 0,14-5 0 15,-14 5-3-15,14-4-16 0,-14 4-80 0,14 2 0 16,-14-2 0-16,19 0 0 16,-19 0 0-16,21 2 0 0,-7-2 0 0,-1-2 0 0,3 0 0 15,-2 1 0-15,6-3 0 16,-6 1 0-16,2-1 0 0,-3 0 0 0,1-2 0 15,-3 1 0-15,-2-2 0 0,1 0 0 16,0-3-107-16,-5 2-174 0,1-3-76 0,-3 1-85 16,-1-4-84-16,-2 1-97 0,5-2-181 15,-3-2 62-15,2-1 82 0,-3 2-581 0,3-1-703 16</inkml:trace>
  <inkml:trace contextRef="#ctx0" brushRef="#br0" timeOffset="-124540.53">14484 6723 3812 0,'6'7'231'0,"-2"1"51"16,0 3 48-16,-2-1 40 0,4 5 33 16,-3 1 17-16,-1 1-18 0,0-2-26 0,-2 4-33 15,2-1-34-15,-2 1-32 0,2-2-31 16,-4-1-20-16,0 2-62 0,0-3-164 0,-1-1 0 16,-1-2 0-16,-2 2 0 0,-4-4 0 15,5 0 0-15,-8-1 0 0,-3-2 0 0,3-2-203 16,-1-2-62-16,-1-3-43 0,-4-1-36 15,2-5-11-15,2-4 23 0,0-5 32 0,3-11 35 16,6-2 32-16,6 1 53 0,8-10 49 16,0 0 46-16,5 4 48 0,2 6 45 0,0 8 52 15,-2 7 40-15,-1 7 35 16,0 3 30-16,0 4 23 0,0 5 12 0,1 5 3 0,1 3-7 16,3 8-14-16,-1 3-19 15,-3-1-20-15,2 4-16 0,0-4-35 0,1 4-47 16,-3-3-62-16,1-1-75 0,-2-4-86 15,0-6-95-15,3 7-93 0,1-3-92 0,-1-4-128 16,0-3-163-16,2 0 72 0,2-5-603 16,-4-2-740-16</inkml:trace>
  <inkml:trace contextRef="#ctx0" brushRef="#br0" timeOffset="-124305.89">15205 6574 3886 0,'0'-23'192'0,"-4"6"41"15,3 7 18-15,-5 1 28 0,0 6 33 0,6 3 17 16,-21 12 4-16,6 10-1 0,-10 20-10 16,2 4-18-16,-3 5-23 0,1 9-24 0,-9 15-45 15,3 3-19-15,6-14-23 0,4-5-36 16,-2 1-42-16,2-2-47 0,2-1-43 16,2-5-46-16,-4-4-50 0,4-4-46 15,2-10-43-15,-1-5-54 0,7-8-58 0,0-5-78 16,0-3-58-16,2-2-76 0,-2-4-108 15,-1-5-134-15,-2-4 69 0,3-4-616 16,-5-6-755-16</inkml:trace>
  <inkml:trace contextRef="#ctx0" brushRef="#br0" timeOffset="-124156.89">14836 6636 3634 0,'0'0'78'15,"0"0"38"-15,0 24 23 0,0-14 7 16,0 4-3-16,0 1-10 0,1 2-14 0,3 0-15 15,2 2-42-15,1 0-62 0,1-5-105 16,3 0-126-16,0-3-157 0,7-1-224 0,-3-2 47 16,1-4 56-16,-2 0-261 0,6-3-260 15</inkml:trace>
  <inkml:trace contextRef="#ctx0" brushRef="#br0" timeOffset="-123939.98">15876 6224 2587 0,'2'-16'354'0,"-1"1"4"0,-1 5-2 16,0 1-3-16,0 6 21 0,0 3 26 0,0 0 12 15,4 20-15-15,-2-1-30 0,0 8-30 16,-4 14-34-16,0 2-33 0,-2 2-48 0,1 10-60 16,-1-10-74-16,0-4-101 0,1 1-101 15,-4-3-105-15,4-3-126 0,-3 0-124 0,0-4-138 16,1-8-168-16,-1-2 62 15,2-8 76-15,0-2-536 0,0-4-638 0</inkml:trace>
  <inkml:trace contextRef="#ctx0" brushRef="#br0" timeOffset="-123773.97">15687 6653 3321 0,'-10'-5'139'0,"10"5"51"15,-7-4 38-15,7 4 26 0,0 0 19 16,0 0 6-16,0 0-8 0,0 0-28 0,0 0-26 15,0 0-73-15,0 0-82 16,21-4-99-16,-6 0-114 0,4 4-140 0,4-4-150 16,4 1-218-16,2-1 13 0,-3 0 78 15,-3 7-394-15,2-2-440 0</inkml:trace>
  <inkml:trace contextRef="#ctx0" brushRef="#br0" timeOffset="-123390.65">16061 6805 2632 0,'0'0'186'0,"-8"7"72"15,8-7 33-15,-5 5 8 0,5-5 7 16,0 0 15-16,0 0 2 0,0 0 16 16,0 0-37-16,11 7-27 0,-11-7-39 0,0 0-44 15,0 0-35-15,28-16-33 0,-17 8-32 16,0-4-16-16,-4 1-11 0,2-5-15 16,-1-3 3-16,0 0-13 0,-2-4 2 15,-3 2-8-15,-1-2 7 0,4 1 6 0,-6 3-7 16,1 0 5-16,-2 1-3 0,-1 3-3 15,-2 3-3-15,0 2-3 0,3 0-9 0,-3 1 4 16,0 2 8-16,4 7 4 0,-2-10-2 16,2 10 14-16,0 0 22 0,0 0 7 0,0 0 19 15,0 0 4-15,0 0 3 16,0 0-5-16,19 26-6 0,-12-14-9 0,3 4-5 0,0 0-6 16,1-1-28-16,-1 2-48 0,-3 0 0 15,2-3 0-15,2 1 0 0,-2 2 0 0,0-2 0 16,-1-1 0-16,0-2 0 15,-3 2 0-15,-1-4 0 0,0 0 0 0,-1 1 0 16,-1-3 0-16,3 0 0 0,-3-1-118 16,0-1-300-16,-1-1-127 0,1 2-140 0,-2-7-182 15,4 5 83-15,-4-5 79 0,0 0-679 16,0 0-837-16</inkml:trace>
  <inkml:trace contextRef="#ctx0" brushRef="#br0" timeOffset="-123005.27">16665 6596 3880 0,'-13'8'126'0,"1"-1"60"0,4-1 42 0,1-2 37 0,1 0 38 0,6-4 26 0,-8 9 12 16,8-9-11-16,-2 6-24 0,2-6-25 16,0 0-27-16,0 0-27 0,0 0-32 0,22 4-35 15,-22-4-30-15,16-10-34 0,-6 1-25 16,5-3-24-16,-3 0-19 0,3-3-16 0,3-6-5 15,-4-5 5-15,0 1-4 0,-5 1 3 16,-5 1-6-16,2 3-4 0,-5 1-7 0,-4 4 2 16,-5 1-3-16,-1 6 3 0,-5 4 1 15,0 6 10-15,-10 5 5 0,-2 13 7 16,-9 7 14-16,7 6 14 0,-1 1 11 16,12-1 14-16,-2-2 8 0,5-2-32 0,1 0-48 15,8-3 0-15,1-5 0 0,2-3 0 16,2-2 0-16,0-2 0 0,2-3 0 0,2 1 0 15,0-1 0-15,-1-1 0 0,3-2 0 16,-3-2 0-16,-1-1-17 0,5 0-271 0,-7-5-97 16,3 7-96-16,-1-4-96 0,-2-3-132 15,6 5-89-15,-6-5 67 0,0 0-699 16,0 0-881-16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40:17.8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3815 14519 2631 0,'0'0'255'0,"-27"10"-106"0,13 0-34 0,1 1 4 16,-4 3-4-16,2 0 11 0,1-1-2 16,3 3-9-16,2-5 7 0,3 1-1 0,0 1 1 15,4-3 0-15,2 1-6 0,4-1-1 16,6 0-10-16,1-1-6 16,8-2-9-16,2-2-8 0,0-2-7 0,2-3-3 15,4-3-10-15,-2-1-4 0,-1-1-1 16,-1-2 9-16,-4-3 2 0,-2 0 9 0,-3-4 1 15,-5-3-2-15,-2-3-2 0,0-3-7 16,-7 0-8-16,0 3-4 0,-5-3-3 16,2 3-12-16,-5 1-1 0,1 2-7 0,-3 2-8 15,-3 1-4-15,2 6-16 0,-5 1-28 16,-4 5-31-16,0 4-30 0,-5 5-49 0,-7 5-52 16,0 5-64-16,-6 6-69 15,7-2-94-15,-4 5-172 0,11-3-69 0,1-1 59 16,0-3-323-16,12-2-398 0</inkml:trace>
  <inkml:trace contextRef="#ctx0" brushRef="#br0" timeOffset="582.76">7060 14158 2679 0,'2'-14'87'0,"0"2"15"0,-4 3-4 16,2 3-7-16,0 0-1 0,0 6 10 15,0 0 42-15,0 0 30 0,-15 16 28 0,0 9 9 16,-5 8-7-16,-5 8-16 0,-1 3-8 16,5 0-5-16,-2-1-5 0,2-2 1 15,6-7-15-15,0-3-10 0,2 0-5 16,2-9-14-16,4-1-10 0,-2-4-13 15,3-3-11-15,0-2-7 0,0-3-10 0,3 2-6 16,-1-4-7-16,0-1-30 0,0-1-43 16,4-5-50-16,-5 8-71 0,5-8-107 0,-8 3-112 15,8-3-122-15,0 0-158 0,-19-7-45 16,11 1 56-16,0 4-410 0,8 2-505 0</inkml:trace>
  <inkml:trace contextRef="#ctx0" brushRef="#br0" timeOffset="1550.02">15521 14555 3061 0,'0'-10'36'0,"-2"-2"18"0,2 2 1 0,0-1 4 15,-2 3-4-15,2-2 0 16,0 10-6-16,0-15-14 0,0 9-23 0,0 1-47 15,0 5-54-15,0 0-49 0,0 0-85 16,0 0-141-16,0 0-146 0,0 0 47 0,8 26-98 16,0-14-63-16</inkml:trace>
  <inkml:trace contextRef="#ctx0" brushRef="#br0" timeOffset="1900.08">19822 16665 1844 0,'8'-6'222'0,"-4"1"-4"15,-4 5 13-15,12-8-7 0,-11 3-8 16,-1 5-13-16,8-5-17 0,-8 5-14 16,5-7-17-16,-5 7-17 0,6-5-14 0,-6 5-17 15,0 0-30-15,6-8-57 0,-6 8-71 16,4-4-96-16,-4 4-101 0,0 0-130 0,0-7-212 15,0 7 47-15,0 0-199 0,0 0-232 16</inkml:trace>
  <inkml:trace contextRef="#ctx0" brushRef="#br0" timeOffset="2283.53">26014 17100 2224 0,'-4'-13'61'0,"4"13"7"16,-3-16-1-16,-3 7-2 0,2-1 4 0,0 2-7 15,0 0-2-15,0 2-5 0,4 6-7 16,-1-11 1-16,1 11-30 0,-2-6-40 15,2 6-71-15,9-7-122 0,-9 7-254 0,30-2-3 16,-3 0-67-16,21 1-41 0</inkml:trace>
  <inkml:trace contextRef="#ctx0" brushRef="#br0" timeOffset="2532.98">30572 16939 1664 0,'4'-7'85'0,"0"2"-5"16,0 0-5-16,-4 5-6 0,4-9-5 15,-4 9-3-15,6-6-10 16,-6 6-5-16,3-6-10 0,-3 6-29 0,0 0-48 15,0 0-77-15,0 0-136 0,0 0-367 16,0 0-119-16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10-19T03:11:10.5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5087 13755 537 0,'-20'3'157'0,"0"-3"-37"0,3 2-52 15,2 0-17-15,-1-2-10 0,5 0 6 0,0 0 24 16,11 0 9-16,-21-2 9 0,21 2 0 16,-16 0-8-16,16 0-8 0,-13 0-8 15,13 0-10-15,0 0-2 0,-11 0-9 0,11 0 1 16,0 0-5-16,0 0 0 0,0 0 2 15,0 0 1-15,0 0 2 0,0 0 5 0,45 5 3 16,-18-6 1-16,15-3 2 0,17-3 0 16,9 0 3-16,9-3-3 0,29-4-1 15,3-3-6-15,7 2-4 0,3-4-5 0,-4 5-4 16,-4-2-1-16,-7 3-3 16,-25 4-3-16,-5 1-2 0,-1-1-4 0,-7 1-2 15,-5 3 0-15,-15 1-3 0,-6 1-3 16,-12 1-3-16,-3 0-2 0,-8 2 2 0,-4 0-2 15,-1-2-1-15,-12 2-1 0,15 2 1 16,-15-2 3-16,0 0-3 0,0 0-2 0,0 0 1 16,0 0-3-16,0 0 5 0,-41 12-4 15,16-10-2-15,-13 2 2 0,-7-3 0 16,-2 2-2-16,-19-2-2 0,-5 0 0 0,-1 0 0 16,-7 3-5-16,3 0 1 0,-2-1 1 15,0 1-2-15,0 1 3 0,0 2-1 16,3-2-2-16,5 1 6 0,0 1 5 15,5 0 4-15,4 1 4 0,4-2 3 0,14-1 7 16,6-2-3-16,6 0 2 0,9 1-2 16,4-2-4-16,5 0-8 0,1 0 3 15,5-1 0-15,7-1 0 0,0 0-3 0,0 0 7 16,0 0-2-16,70 2 1 0,0-7-4 16,36-7 4-16,12-1 0 0,15-2 2 0,2-1-3 15,1-3-2-15,-3 2-2 0,-8-3-8 16,-6 3-12-16,-17 2-5 0,-27 6-1 0,-12 1 0 15,-18 1 3-15,-6 2 3 0,-9 1 5 16,-11 1 1-16,-2 1 3 0,-7 0 1 16,-10 2 1-16,0 0-3 0,0 0-3 15,0 0 2-15,0 0 4 0,-54 2-2 16,12 3 3-16,-20 2 0 0,-9 0-4 0,-7 2 5 16,-23 3-2-16,-4 0 2 0,-5 1 1 15,5 3 1-15,-2-1-1 0,7-1 6 0,19-2-1 16,7 0 3-16,1 0 4 0,7 0 0 15,5-2 2-15,6-1-1 0,15 1 4 16,6-3-1-16,7-2 0 0,8-2-1 0,6-1-2 16,1 2-1-16,12-4-4 15,0 0 5-15,0 0-1 0,0 0-1 0,69-7 0 0,3-3 2 16,33-7 0-16,15 0 0 16,13-5-5-16,2 0 5 0,3-1-11 0,-7 2-9 15,-2 2-5-15,-14 3-23 0,-31 8-9 16,-12 1 4-16,-9 0-3 0,-20 1 1 0,-4 5 6 15,-10-1 3-15,-13 1 9 0,-2 1 2 16,-14 0 0-16,0 0 11 0,0 0 3 16,0 0 7-16,-44 10 6 0,0-5 4 0,-17 4-1 15,-7 3-4-15,-9 2-1 0,-25 3 4 16,-2-2-5-16,2 2 4 0,3-1-2 0,22-4 1 16,3 3 2-16,2 1-4 0,3-3 4 15,8-1-1-15,10-1-1 0,13-3 6 16,10-3-13-16,8 1 7 0,3-5-3 15,6 3-3-15,3-3 6 0,8-1 1 0,0 0-1 16,0 0 0-16,54-12 0 0,7-1 5 16,32-6-6-16,13-5-1 0,5 0 2 15,3-2 0-15,4-1-14 0,-3 1 8 0,-9 2-14 16,-26 10-6-16,-11 0-7 0,-8 3 0 16,-17 3 4-16,-10 2 1 0,-10 2 0 0,-6 2-3 15,-9 2 9-15,-9 0 2 0,0 0-2 16,0 0 4-16,-32 16 11 0,-4-5 7 15,-16 4-6-15,-3 0 5 0,-6 2-5 0,-6 1 3 16,2-1 0-16,4-2 3 16,2-1-3-16,20-4-2 0,4-1 0 0,9-4-2 15,7-2-1-15,3 0-6 0,7 1-17 16,-1-2-21-16,10-2-31 0,-7 1-44 0,7-1-72 16,0 0-115-16,0 0-259 0,0 0 50 15,0 0-126-15,26-12-135 0</inkml:trace>
  <inkml:trace contextRef="#ctx0" brushRef="#br0" timeOffset="1208.08">9426 13787 1909 0,'-23'0'41'0,"5"0"-1"0,0 0-3 16,3 2 2-16,3-2 10 15,3 2 20-15,9-2 13 0,-18 0 1 0,18 0-3 16,-9 2-7-16,9-2-6 0,0 0-7 16,0 0-4-16,0 0-4 0,50-9-2 0,4 0-7 15,12-2-3-15,8-5-4 0,25-5-1 16,4-1-3-16,-4-3-15 0,-2 6-11 0,-23 1-16 16,1 1-11-16,-9 4-8 0,-8 1 0 15,-17 1 1-15,-7 4 3 0,-9 2 1 0,-5 2 1 16,-9 1 3-16,-6 2 8 0,-5 0 4 15,0 0 4-15,0 0 3 0,-25 10-2 16,-7-1 9-16,-6 1 6 0,-12 4-1 16,-8 2 3-16,-3-3 0 0,-2 1-3 15,-1-1 3-15,0-1 2 0,6 1 3 0,2-5-2 16,10-1 3-16,6 2 2 0,4-4 2 16,11-2 7-16,6 1 8 0,4-3 2 0,6-1-4 15,9 0-4-15,0 0-2 0,-2-7-4 16,2 7-4-16,45-20-2 0,4 1-2 0,7 0-16 15,11-2-5-15,4-1-11 0,14-3-10 16,-13 6-9-16,-7 2-7 0,-4 2-11 16,-7 4-8-16,-15 2-2 0,-12 4 2 0,-4 2 2 15,-10 3 9-15,-4 0 6 16,-9 0 12-16,-1 8 12 0,1-8 5 0,-40 24 9 0,-3-2 6 16,-11 2 12-16,-7-1 6 15,-7 1 8-15,-18 3 4 0,17-8 3 0,7-2 6 16,6-1 8-16,20-6 4 0,7-3-8 15,10-4-1-15,4 1-7 0,7-4-19 0,8 0-29 16,0 0-38-16,0 0-75 0,0 0-132 16,50-23-272-16,-20 10 49 0,4-1-105 15,1 0-84-15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17:59.0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28035 2745 2556 0,'3'-22'199'0,"1"3"-29"0,-2 2 14 0,1 2 17 0,-1-3 7 0,4 3 9 0,-2-1 13 0,-3 2 5 16,6 3 0-16,-5 1 18 0,0 0-8 0,-1 3-12 16,-1 1-22-16,0 6-20 0,0 0-19 15,0 0 37-15,0 0 13 0,-5 29 4 0,-3 6-17 16,-4 13-7-16,0 3-13 0,-2 5-14 16,4 2-11-16,-3 0-5 0,3 2-16 0,-1 3-14 15,3-8-12-15,1-3-10 0,-1-11-10 16,3-6-10-16,-4 1-71 0,6-10-16 15,-3-6 0-15,2-2 0 0,1-1 0 0,-1-5 0 16,0 0 0-16,2-2 0 16,-2-1 0-16,-2-4 0 0,6-5 0 0,-13 7 0 15,13-7-30-15,-17 0-335 0,6-6-92 16,-3-2-99-16,3-6-144 0,-2-1-142 0,-5-13 66 16,9-1-743-16,4-3-963 0</inkml:trace>
  <inkml:trace contextRef="#ctx0" brushRef="#br0" timeOffset="650.15">28311 2424 4465 0,'-18'-6'24'0,"5"2"28"15,3-1 46-15,10 5 56 0,-15-5 53 16,15 5 47-16,-7-3 10 0,7 3-14 15,-7-6-26-15,7 6-21 0,0 0-21 0,25-18-24 16,10 10-22-16,24-1-14 0,14 1-17 16,10 2-24-16,33-4-37 0,6 5-40 0,2 1-12 15,4 0 3-15,2 4-6 0,1 4 6 16,-4 0-5-16,-3 3 1 0,-9 6 6 0,-15 0-3 16,-25-1 4-16,-8 4-4 15,-14 1 2-15,-9 5-5 0,-16-3 7 0,-10 7 6 16,-11 6 18-16,-7-1 12 0,-1 8 30 15,-9 12 16-15,-5-5 21 0,-2 9 10 0,-1-6 3 16,-1 2 3-16,1 1 3 0,-2 1-2 16,4 0-6-16,0-1 8 0,1-3-9 15,-1-2-95-15,5-12-16 0,-1-1 0 0,3-5 0 16,2-7 0-16,1-3 0 0,0-5 0 16,0 3 0-16,1-6 0 0,1 2 0 0,0-2 0 15,-1-3 0-15,1 0 0 16,-3-1 0-16,2 0 0 0,-2-2 0 0,-6 3 0 0,-1-3 0 15,-11 1 0-15,-11 0 0 0,-8-4 0 16,-7 0 0-16,-22-2 0 0,-11-2 0 16,-5-1 0-16,-29-2 0 0,-1-1 0 15,-3 1 0-15,4-5 0 0,7 3 0 16,26 0 0-16,9 6 0 0,2-3 0 0,11 2 0 16,15 1 0-16,6 1 0 0,10 0 0 15,7 0 0-15,4-2 0 0,3 2 0 0,3 0 0 16,15 0 0-16,-23 0 0 0,23 0 0 15,-16 0 0-15,16 0 0 0,-14 0 0 0,14 0 0 16,0 0 0-16,-17 0 0 0,17 0 0 16,0 0 0-16,0 0 0 0,-16-1 0 0,16 1 0 15,0 0 0-15,-9-2 0 16,9 2 0-16,0 0 0 0,0 0 0 0,-9-2 0 16,9 2 0-16,0 0 0 0,0 0-761 15,0 0-211-15,4-10 80 0,-4 10 104 16,0 0-837-16,0 0-1064 0</inkml:trace>
  <inkml:trace contextRef="#ctx0" brushRef="#br0" timeOffset="1900.16">28654 2607 3978 0,'-14'-2'-266'0,"14"2"53"0,-8-3 58 0,8 3 46 0,0 0 43 0,-16-2 42 0,16 2 41 0,-14 0 40 16,14 0 31-16,0 0 36 0,-20 0 19 16,20 0 28-16,0 0 23 0,-18 1 18 15,18-1 11-15,0 0 3 0,-11 1-3 16,11-1-6-16,0 0 3 0,0 0-20 0,0 0-10 15,0 0-9-15,0 0-3 0,0 0-14 16,0 0-16-16,0 0-9 0,59-4-8 0,-41 2-20 16,-2 2-4-16,-1 2-13 0,-1-2-10 15,-14 0-9-15,22 2-11 0,-12-1-2 0,-1 3-10 16,-1 2 1-16,-5 4 15 16,-1 0 9-16,0 3 8 0,-4 3 16 0,-1-1 8 15,-3 5 11-15,-5 9 12 0,-1-1 0 0,-1-1-58 16,-1 1-74-16,3-1 0 0,2-5 0 15,-1-2 0-15,0 0 0 0,5-2 0 16,-2 2 0-16,3-6 0 0,-5 4 0 16,6-3 0-16,-1-1 0 0,0-2 0 0,1 0 0 15,-1-1 0-15,0-1 0 0,3 0 0 16,-2-3 0-16,-1 0 0 0,2 0 0 0,2-7 0 16,-2 8 0-16,2-8 0 0,0 0-191 15,0 0-346-15,0 0-88 0,0 0-126 16,0 0-103-16,0 0 94 0,8-22-761 15,-5 13-967-15</inkml:trace>
  <inkml:trace contextRef="#ctx0" brushRef="#br0" timeOffset="2134.8">28577 2863 4486 0,'-11'-4'70'0,"11"4"36"0,0 0 46 0,-11-3 56 0,11 3 71 0,0 0 22 15,-9-3 9-15,9 3-11 0,0 0-21 0,0 0-23 16,0 0-21-16,0 0-23 0,0 0-19 16,0 0-20-16,33-6-19 0,-18 6-18 15,9 2-32-15,0 0-58 0,2-2-93 0,1 0-106 16,0 2-105-16,-6-2-108 0,0 0-121 16,-2-2-171-16,-7 0-183 0,-1 0 76 15,-11 2 85-15,13-8-586 0,-7 3-727 16</inkml:trace>
  <inkml:trace contextRef="#ctx0" brushRef="#br0" timeOffset="2466.03">29116 2496 3828 0,'-7'-3'136'0,"7"3"29"0,-9-4 31 15,9 4 33-15,0 0 31 0,0 0 13 16,-9-3-16-16,9 3-19 0,0 0-21 0,0 0-24 15,0 0-16-15,0 0-19 0,0 0-13 16,37 0-21-16,-37 0-12 0,28 7-11 16,-14 1-10-16,-3-1-10 0,3 7-6 15,-5 3-10-15,-3 3 7 0,-4 6 13 0,-2 0 16 16,-6 11 9-16,-3 2-1 0,1-3-5 16,-4 1 8-16,3-1-6 0,-3 0-13 0,3-1-7 15,0-2-10-15,-1-3-60 0,6-4-16 16,-2-5 0-16,3-1 0 0,-1-5 0 15,2 1 0-15,-2-4-72 0,2-2-170 0,2 0-77 16,0-1-65-16,0-4-58 16,0-5-78-16,2 8-126 0,-2-8-138 0,0 0 62 15,0 0-659-15,0 0-834 0</inkml:trace>
  <inkml:trace contextRef="#ctx0" brushRef="#br0" timeOffset="2632.71">29063 2946 3634 0,'-11'-3'62'16,"2"-3"86"-16,9 6 58 0,-13-6 52 0,13 6 62 15,-11-2 29-15,11 2 17 0,-7-4-9 16,7 4-20-16,0 0-32 0,-6-6-28 0,6 6-30 16,0 0-24-16,0 0-26 15,0 0-21-15,42 10-59 0,-23-4-87 0,4 0-123 16,0-1-120-16,-2 1-112 0,-3 2-121 16,4 4-132-16,-8-4-249 0,-5 6 77 15,-6-2 78-15,-3 1-588 0,-15 11-721 0</inkml:trace>
  <inkml:trace contextRef="#ctx0" brushRef="#br0" timeOffset="3765.35">27610 3407 3277 0,'13'-2'-113'0,"-13"2"41"0,12-2 41 0,-12 2 47 0,22-3 50 16,-8 1 33-16,0-1 32 0,-3 1 5 0,7 0 12 15,-5 0 8-15,3 1 5 0,-3 0 6 16,-13 1 8-16,19-3 13 0,-19 3 7 0,0 0 7 16,11 3 2-16,-11-3-4 0,0 0-7 15,-53 18-11-15,13-6-15 0,-18 1-6 0,-4 2-14 16,-3-1-16-16,0-2-4 0,2 0-21 15,3-1-2-15,2-3-16 0,17 0-2 16,0-4-9-16,5 2-9 0,7-3-6 0,9-3-6 16,2 0-5-16,6-2-1 15,-1-1-8-15,2-2-1 0,6 0-8 0,5 5 1 0,-10-10-6 16,6 6-10-16,4 4 0 16,-6-6-6-16,6 6-3 0,0 0-1 0,-5-7 4 15,5 7 14-15,0 0 17 0,0 0 2 16,-6 19 2-16,6-6 0 0,-1 1 3 0,-1 2-3 15,-3 4-1-15,1 2-3 0,1-1 0 16,-3 1-7-16,2 0-1 0,-1 0-2 16,-2-3-8-16,4-1 1 0,-1-3-2 0,0 0-4 15,1 0-4-15,1-4 1 0,0 1-3 16,-2-1 1-16,2-1-4 0,2 2-1 0,-1-4-1 16,1 1 0-16,0 1-3 0,1-1 1 15,-1 0 2-15,6 0-3 0,1 0 3 16,4 2-8-16,7-3-1 0,11 4 0 15,5-4 0-15,7-2 0 0,6 0 0 0,15 0 0 16,3-1-27-16,3 1-33 0,2-2-23 16,2 1 11-16,4 2 6 0,6 2 6 0,23 1 7 15,-4 2 5-15,-1 1 2 0,4 3 4 16,-2-3 6-16,-3 3 1 0,-15-7 5 16,15 7 5-16,-17-8 5 0,22 4-2 0,4-3 7 15,3 3 5-15,5-2-3 0,2-2 1 16,5-1 2-16,2-1-1 0,5 2 0 0,3-3 9 15,1 2-1-15,-3 0-4 16,-8 1 2-16,-8-1-1 0,-27 0-6 0,-11-2 4 16,-5 0 2-16,-11-1-1 0,-16-1 5 15,-6-1 2-15,-10-2 0 0,-8 2 3 0,-1-2 17 16,-5 0 19-16,-2 0 19 0,0 1 16 16,-1 1 10-16,-2-2 1 0,-10 0-5 0,16 2-7 15,-7-2-5-15,-9 0-9 0,11 2-7 16,-11-2-5-16,0 0-3 0,13-2-2 0,-13 2-5 15,0 0-37-15,13 0 0 0,-13 0 0 16,0 0 0-16,8-4 0 0,-8 4 0 0,5-7 0 16,-1 0 0-16,1-4 0 15,-2-5 0-15,-3-3 0 0,4-5 0 0,-2-17 0 16,-2-3 0-16,-6-14 0 0,1-5 0 16,-5-2 0-16,-1 0 0 0,-1 1 0 15,0 8 0-15,-2 3 0 0,-4 7 0 0,-3 5 0 16,2 12 0-16,0 3 0 0,-4 3 0 15,1 5 0-15,1 4 0 0,1 3 0 0,4 5 0 16,0 2 0-16,-3 1 0 0,4 1 0 16,0 0 0-16,-1 4 0 0,1 1 0 0,0 1 0 15,2 0 0-15,-3 0 0 0,1 1 0 16,-1 2-225-16,5 0-121 0,-2 3-87 0,-2 1-101 16,-3 1-122-16,2-2-177 0,-9 7 61 15,-2 3 100-15,0-2-593 0,-11 5-726 16</inkml:trace>
  <inkml:trace contextRef="#ctx0" brushRef="#br0" timeOffset="4166.04">28739 3442 3787 0,'8'-8'101'0,"-3"1"20"0,1 4 23 0,-1-1 35 0,-5 4 40 0,0 0 32 0,7-7 7 0,-7 7-3 0,0 0 12 0,0 0 27 16,5 21 12-16,-5-7 4 0,-1 9-4 15,-3 12-12-15,-3 2-13 0,-4 4-27 0,-2 5-19 16,1-6-16-16,1-5-109 0,-2 2-110 16,1-2 0-16,-6 8 0 0,4-12 0 0,-1-2 0 15,1-2 0-15,3-6 0 0,1-2 0 16,5-4 0-16,-5-3 0 0,5 2 0 0,-1-6 0 16,2 1 0-16,0-1 0 15,-2-4 0-15,6 4 0 0,0-8-210 0,-5 5-243 16,5-5-92-16,0 0-88 0,0 0-143 15,-9-17-18-15,0 7 78 0,4-3-666 16,-4 1-836-16</inkml:trace>
  <inkml:trace contextRef="#ctx0" brushRef="#br0" timeOffset="4482.5">28327 3513 3766 0,'6'-7'-55'16,"-1"1"21"-16,-5 6 16 0,1-8 20 0,-1 8 25 15,0 0 29-15,0 0 38 0,0 0 28 16,0 0 10-16,-21 31-6 0,2-8-6 0,-2 1-1 16,-3 1-5-16,-7 4-1 0,4-3-9 15,0-4-9-15,1 1-10 0,1-2-8 0,-2-1-6 16,5-2-4-16,2-7-8 0,6-1-6 15,2-2-9-15,0-3-17 0,0-2-35 16,5-2-49-16,7-1-42 0,-17-1-52 16,17 1-45-16,-12-6-35 0,5 0-39 15,2-2-41-15,-1-4-25 0,1 1-16 0,2-3-8 16,-1-1-12-16,-2-1 1 0,5 1-395 16,-1-1-256-16</inkml:trace>
  <inkml:trace contextRef="#ctx0" brushRef="#br0" timeOffset="4649.26">27908 3602 2077 0,'-4'-13'3'0,"2"4"43"0,1 0 29 16,-1 4 31-16,2 5 24 0,-2-10 28 15,2 10-2-15,0 0 18 0,0 0 25 0,0 0 22 16,0 0 11-16,0 0 6 0,0 0-4 16,7 32-6-16,3-16-15 0,2 1-20 15,0 9-19-15,8 1-16 0,-1-1-13 16,3-1-16-16,7 9-17 0,-4-9-18 0,7 4-57 16,4-3-84-16,7-2-110 0,2-5-129 15,1-2-155-15,3-4-245 0,5-4 72 16,-6-4 63-16,-5-1-384 0,9-3-416 0</inkml:trace>
  <inkml:trace contextRef="#ctx0" brushRef="#br0" timeOffset="5034.71">29658 3831 2521 0,'3'-2'102'0,"-3"2"41"0,0 0 12 0,0 0 0 16,6-7 7-16,-6 7 24 0,0 0 18 16,0 0 12-16,0 0-4 0,-31 13-22 0,17-9-15 15,-8 3-20-15,1 0-9 0,-1-2-13 16,-15 3-13-16,1-1-13 0,-2 0-11 0,0-3-11 16,0-1-12-16,10-1-17 0,1-4-21 15,2-1-27-15,2-3-19 0,5-2-20 0,0-4-18 16,5-4-16-16,3-3-1 15,4-2 2-15,3 2 5 0,-1 1 18 0,2 1 12 16,-2 3 14-16,3 2 14 0,1 3 0 16,-3 1 6-16,3 8 30 0,0-5 36 15,0 5 23-15,0 0-1 0,15 19-1 0,-2-2-6 16,10 6-6-16,6 10-7 0,3 2-8 16,6-2-1-16,3 2-28 0,-3 1-60 0,0-5-82 15,-4-1-92-15,-7-9-97 0,-6 2-91 16,0-5-128-16,-8-4-142 0,-4-3 58 0,-2-2-429 15,-2-4-502-15</inkml:trace>
  <inkml:trace contextRef="#ctx0" brushRef="#br0" timeOffset="7833.05">28480 1335 3432 0,'5'-12'312'0,"-3"1"28"0,3 2-31 0,-3 2-30 0,0 0-7 0,-2 7-9 0,1-10-23 16,-1 10-19-16,0 0-21 0,0 0 25 0,0 0 14 16,0 0-19-16,0 29-18 0,2-12-19 15,0 0-14-15,0 2-12 0,2 0-12 16,-4 0-8-16,1-1-10 0,-1-1-12 16,0-3-12-16,0 1-10 0,0-1-7 15,0-2-13-15,0-1-24 0,-3-1-49 0,-1 1 0 16,2-3 0-16,0-2-25 0,-1 2-148 15,3-8-76-15,-9 5-82 0,9-5-64 0,0 0-52 16,0 0-32-16,-13-25-27 0,10 11-29 16,1-6-16-16,0-4-14 0,2-1 25 15,0-2-615-15,0 2-621 0</inkml:trace>
  <inkml:trace contextRef="#ctx0" brushRef="#br0" timeOffset="8082.03">28465 1303 2975 0,'0'-27'-94'0,"0"3"55"0,2 3 51 16,-4 6 44-16,2 1 42 0,0 4 33 15,0-1 14-15,0 3-5 0,2 0-5 0,-2 8 37 16,5-8 28-16,-5 8 12 0,0 0 11 15,35 14-16-15,-12 4-10 0,4 7-13 0,1 8-8 16,3 4-8-16,-5 4-5 16,0 2-20-16,-3-2 0 0,-3 2-10 0,-9-6 1 15,-6-3 12-15,2-5 0 0,-10-5 16 16,-1-1 18-16,-5 6 12 0,-6-2-1 16,-2-4-8-16,-4-2-16 0,-2-3-25 0,-1-4-9 15,0-3-16-15,5-5-10 0,-1-2-10 16,0-4-19-16,1-1-30 0,-3-6-48 0,-7-7-62 15,2-7-98-15,2-3-97 0,2-3-96 16,5 1-97-16,0-1-95 0,3 3-131 16,7-1-152-16,1 8 61 0,3 1-595 15,2 3-817-15</inkml:trace>
  <inkml:trace contextRef="#ctx0" brushRef="#br0" timeOffset="8467.02">28905 1463 3656 0,'12'2'53'0,"-7"2"51"16,3 0 20-16,-8-4 39 0,9 4 36 0,-9-4 34 16,0 0 20-16,0 0 1 0,12 3 15 15,-12-3-2-15,15 1-14 0,-15-1-20 16,23-1-25-16,-4 1-18 0,0-3-22 0,-2 3-16 16,6-4-15-16,-4 0-13 0,4 0-11 15,-4-2-14-15,2-1-9 0,-2-3-11 16,1-2-5-16,-8 1-12 0,6-3-6 15,-7-1-1-15,-4 3-8 0,3 0-6 16,-6 2-6-16,-4 3-4 0,0 0-6 0,0 7-2 16,-19-10-7-16,0 8 1 0,-4 4-3 15,-3 1 2-15,-9 4 4 0,2 4 1 0,5 4 2 16,2 2-4-16,3 3 2 0,3 3 0 16,5 1 1-16,8-1-2 0,0-4-1 15,7-1-1-15,7 3 2 0,4 4-3 0,6 1 0 16,4-4-17-16,2-1 0 0,2-6 0 15,2 1 0-15,0-6 0 0,-3 0 0 16,-3-4-139-16,4-5-100 0,-4-1-136 16,-1 0-92-16,5-3-99 0,8-6-181 0,-7-3-81 15,-2 0 63-15,-8 0-618 0,0-3-835 16</inkml:trace>
  <inkml:trace contextRef="#ctx0" brushRef="#br0" timeOffset="8715.92">29450 1020 4129 0,'-4'-8'99'0,"2"2"12"0,2 6 12 16,-1-8 14-16,1 8 12 0,0 0 85 15,0 0 49-15,5 29 34 0,-1-7 0 16,1 14-13-16,5 5-22 0,-2 13-25 16,-1-1-22-16,3-1-23 0,-2 2-19 0,-5-9-20 15,3-1-15-15,0-3-17 0,-3-4-12 16,2 0-14-16,-3-10-22 0,0-4-93 0,-2-6 0 15,1-2 0-15,-1 1 0 0,0-6-90 16,0 0-143-16,6 0-102 0,-4-3-110 16,-2-7-127-16,2 4-196 0,-2-4-76 0,0 0 77 15,11-16-640-15,-5 5-859 0</inkml:trace>
  <inkml:trace contextRef="#ctx0" brushRef="#br0" timeOffset="9299.12">29866 1460 3652 0,'0'0'40'16,"0"0"73"-16,0 0 38 0,0 0 39 16,0 0 44-16,0 0 35 0,-6 13 19 0,6-13 14 15,0 0-10-15,0 0-20 0,0 0-24 16,0 0-17-16,0 0-18 0,0 0-23 0,27-6-16 16,-27 6-19-16,20-7-17 0,-10 4-10 15,1 0-17-15,1-3-10 0,-2 2-9 16,-1-6-8-16,-4 2-11 0,3-1-7 0,-2 1-5 15,-2 1-12-15,-4 7-6 0,-2-10-10 16,2 10-2-16,-17-7-7 0,4 6-1 16,-9 5-2-16,-3 0-4 0,4 5-1 15,-7 1-2-15,0 5-1 0,1 3-3 0,10-5 0 16,4 3 2-16,1 0-5 0,2-1-7 16,5 0 0-16,1 1 0 0,4 1 0 15,4-2 0-15,0 1 0 0,3-3 0 0,9 1 0 16,-2 0 0-16,11 1 0 0,-2-5-15 15,2-3-137-15,-1-4-81 0,1-1-81 16,-2-2-78-16,15-5-38 0,-4-5-22 0,1-6-3 16,-5-2 14-16,2-10 27 15,-7 2 50-15,0-14 58 0,-3-3 69 0,-8-8 64 16,-2-2 64-16,0-5 51 0,-3-3 59 16,-5 3 70-16,0 4 52 0,0 11 45 0,-2 7 50 15,-2 7 44-15,0 7 31 0,-2 5 10 16,2 3 4-16,0 0-16 0,-2 4-26 15,2 0-28-15,0 10-28 0,-2-5 16 0,2 5 13 16,0 0-6-16,-16 37-16 0,9-4-20 16,-4 16-13-16,3 3-18 0,2 2-14 0,2 7-16 15,3-2-79-15,1 2-56 0,0-2 0 16,1 1 0-16,-1-15 0 0,0 0 0 16,-1-4 0-16,1-5 0 0,0-7-67 15,0-6-225-15,-2-5-76 0,0-1-53 0,0-5-31 16,2 1-29-16,-2-6-68 0,2-4-151 15,0-3-64-15,0 0 71 0,0 0-465 16,-12-16-624-16</inkml:trace>
  <inkml:trace contextRef="#ctx0" brushRef="#br0" timeOffset="9483.31">30094 1475 3416 0,'-9'-20'95'0,"-1"7"69"0,5 1 75 0,-5 3 76 0,6 2 55 0,-3-2 52 0,1 3 18 0,1 0-3 0,0 1-5 15,5 5-28-15,-6-6-11 0,6 6-18 16,-7-9-35-16,7 9-32 0,-6-5-267 15,6 5-41-15,0 0 0 0,0 0 0 0,0 0 0 16,0 0 0-16,58 8 0 0,-22-2 0 0,3 0 0 16,1-4 0-16,3 1 0 15,-2 3-334-15,-7-4-389 0,-5-4-242 16,-2 4 65-16,-4-2 104 0,-7 0-725 0,6 1-967 16</inkml:trace>
  <inkml:trace contextRef="#ctx0" brushRef="#br0" timeOffset="9848.29">30662 1428 3939 0,'0'0'8'0,"0"0"88"0,0 0 42 16,0 0 43-16,0 0 40 0,0 0 37 15,0 0 23-15,0 0 0 0,0 0-5 16,0 0-2-16,0 10 2 0,0-10-16 16,0 0-11-16,7 6-20 0,-7-6-17 15,12 4-15-15,-12-4-15 0,15 3-23 0,-7-2-12 16,-8-1-11-16,17 0-12 0,-17 0-57 15,20-6-67-15,-11-2 0 0,-2 1 0 0,0-3 0 16,0 2 0-16,-1-3 0 0,-3 2 0 16,-1 1 0-16,-4-1 0 0,2 9 0 15,-19-12 0-15,4 9 0 0,-6 1 0 16,2 2 0-16,-7 2 0 0,1 3 0 0,1 2 0 16,-4 8 0-16,3-1 0 0,6 5 0 0,6-6 0 15,2 5 0-15,5-5 0 16,-1 5 0-16,7-3 0 0,0-1 0 15,5 3 0-15,3-3 0 0,1 1 0 0,3-1 0 16,3 2 0-16,8-1 0 0,-2-5 0 16,1-3 0-16,1 0-442 0,0-6-279 0,0 1-230 15,-2 0 62-15,0-4 107 0,-5 2-717 16,2-3-944-16</inkml:trace>
  <inkml:trace contextRef="#ctx0" brushRef="#br0" timeOffset="10265.44">31460 1436 4332 0,'7'-6'123'0,"-4"-3"55"0,-1 5 40 0,-2 4 46 0,2-12 34 0,-2 12 26 0,4-4 2 0,-4 4-23 15,0 0-30-15,0 0-14 0,0 0 29 16,5 23 6-16,-1 1-12 0,0 11-31 15,-3 5-73-15,2-1-178 0,-1-2 0 0,-7 1 0 16,5-4 0-16,-1-6 0 0,-1-6 0 16,0-3 0-16,0-1 0 0,0-5 0 0,0-1 0 15,2 1 0-15,0-3 0 16,-1-2 0-16,1-8-20 0,0 7-483 16,0-7-101-16,0 0-124 0,0 0-173 0,0 0 75 15,12-34-742-15,-3 10-1009 0</inkml:trace>
  <inkml:trace contextRef="#ctx0" brushRef="#br0" timeOffset="10415.35">31680 1223 4230 0,'0'-4'-6'0,"0"4"60"0,-5-13 28 16,5 13 13-16,-3-8 0 0,3 8-6 16,-2-6-17-16,2 6-54 0,0 0-92 0,-6-8-99 15,6 8-84-15,0 0-101 0,0 0-165 16,0 0-98-16,-16 12 66 0,13-6-183 0,3-6-228 15</inkml:trace>
  <inkml:trace contextRef="#ctx0" brushRef="#br0" timeOffset="10765.05">31842 1194 2343 0,'7'-10'262'0,"-1"3"63"16,-5 1 53-16,-1 6 35 0,7-8 37 0,-7 8-5 16,0 0-15-16,0 0-37 0,0 0-38 15,0 0 46-15,0 0 5 0,-10 33-52 16,2 2-30-16,1 4-33 0,0 14-11 0,-4 2-27 15,4 3-165-15,-2 0-88 16,-1-4 0-16,0-3 0 0,-1-3 0 0,3-7 0 16,-1-4 0-16,0-2 0 0,-3-3 0 15,0-5-171-15,7-5-185 0,-2-4-21 16,2-7 3-16,-1-2-13 0,5-4-1 0,1-5 21 16,0 0 27-16,0 0 37 0,0 0 51 15,0 0 55-15,7-22 64 0,-2 13 68 0,-4 3 95 16,3-2 75-16,-4 8 57 0,4-12 44 15,-2 6 31-15,-2 6 20 0,1-9 1 16,-1 9-8-16,0 0-21 0,0-10-23 0,0 10-19 16,0 0-15-16,0 0-18 0,0 0-18 15,0 0-52-15,38 12-79 0,-20-7-98 0,-3 0-93 16,0 0-118-16,5-1-100 16,-4 1-100-16,4-2-157 0,-7 4-110 0,1 0 62 15,-5 2-491-15,2-3-663 0</inkml:trace>
  <inkml:trace contextRef="#ctx0" brushRef="#br0" timeOffset="11047.84">32295 2052 3676 0,'-23'4'217'16,"-4"-2"45"-16,-1-2 51 0,-16-4 68 16,-17 2 28-16,-9-4 11 0,-5-4-14 0,-11 5-30 15,-30-7-21-15,-6 0-30 0,-4 2-7 16,-3-2-34-16,-2 0-29 0,-5 0-61 15,-1-2-194-15,-4 1 0 0,-2 5 0 0,8-5 0 16,6 5 0-16,9-2 0 16,12 1 0-16,33 4 0 0,5 1 0 0,11-1 0 15,18 3 0-15,6 2 0 0,10-3 0 16,4 3 0-16,3-3 0 0,4 3 0 0,1 0 0 16,2 0 0-16,11 0 0 0,-18 0 0 15,18 0 0-15,-15 0 0 0,15 0 0 0,-10 0-242 16,10 0-320-16,0 0-103 0,0 0-179 15,0 0-15-15,29 8 81 16,-15-4-664-16,-1 1-893 0</inkml:trace>
  <inkml:trace contextRef="#ctx0" brushRef="#br0" timeOffset="15013.58">28716 5917 1343 0,'4'-15'580'0,"-2"1"-194"0,2 2-104 0,-3 2-29 0,-1-2 9 16,4 5-7-16,-6-2 1 0,4 2 2 0,-2 7 14 16,0-11-2-16,0 11-4 0,3-9-19 15,-3 9-27-15,0 0-13 0,0 0 51 0,0 0 13 16,4 27 0-16,-6-3-7 0,-3 17-8 16,-2 14-5-16,-1 0-10 0,3 2-8 0,-4 1-12 15,-2-3-13-15,6-1-19 16,-6-1-18-16,2-15-171 0,6 1 0 0,-5-4 0 0,5-8 0 15,-1-4 0-15,0-6 0 0,2-1 0 16,-2-5 0-16,2 1 0 0,2 0 0 16,-2-4 0-16,2-2 0 0,0-6 0 15,-4 9 0-15,4-9 0 0,0 0 0 0,0 0 0 16,0 0 0-16,16-19-105 0,-7 7-455 16,-3-4-122-16,6-2-184 0,1-8 28 15,-4 5 93-15,-1 3-750 0,0-1-941 0</inkml:trace>
  <inkml:trace contextRef="#ctx0" brushRef="#br0" timeOffset="15682.31">28926 5715 4402 0,'-27'-6'61'0,"4"4"16"15,5-1 19-15,-2 2 26 0,7-1 38 0,0 0 40 16,1 0 19-16,12 2-14 0,-23-2 1 16,16 2-17-16,7 0-9 0,-14-3-17 15,14 3-10-15,0 0-17 0,0 0-13 16,44-3-14-16,5 3-8 0,24 2-14 0,13-1-10 16,28 2 2-16,0-3-25 0,-18 0-35 0,-5 0-16 15,-1 2-6-15,1 0 3 0,1 0-2 16,-1 1-3-16,-5 0-1 0,-6 1 3 15,-8 2 10-15,-11-3 4 0,-16 1-3 16,-15-4 11-16,-4 2 12 0,-6 0-6 0,1 6 36 16,-5 2 17-16,-2 3 15 0,-3 3 13 15,1 13 17-15,-8-2 16 0,0 11 9 0,-6 5-8 16,-4 13-140-16,0 2 0 0,-2 7 0 16,1-2 0-16,0 0 0 0,-2 0 0 0,6-1 0 15,-3-2 0-15,4-1 0 16,0-15 0-16,1-4 0 0,1-10 0 0,-2-4 0 0,0-6 0 15,2-1 0-15,0-5 0 16,-2-1 0-16,2-1 0 0,0-2 0 0,-2-2 0 16,2 1 0-16,-2-2 0 0,2-7 0 15,-2 12 0-15,-2-7 0 0,4-5 0 0,-13 5 0 16,-1-3 0-16,-6-1 0 0,-11-1 0 16,-15-3 0-16,-15-2 0 0,-11 0 0 15,-8 0 0-15,-27-6 0 0,-2 2 0 0,-3 1 0 16,2-2 0-16,22 3 0 0,4 2 0 15,5 0 0-15,7 3 0 0,10-1 0 16,14 1 0-16,8 2 0 0,11 0 0 0,7 0 0 16,4 0 0-16,3 0 0 0,2 0 0 0,13 0 0 15,-20 0 0-15,20 0 0 16,-14 0 0-16,14 0 0 0,0 0 0 0,-16 2 0 16,16-2 0-16,0 0 0 0,0 0 0 15,0 0 0-15,0 0 0 0,0 0 0 0,0 0 0 16,0 0 0-16,0 0 0 0,0 0 0 15,0 0 0-15,0 0-120 0,0 0-774 0,0 0-57 16,0 0 95-16,21-14-970 0,-21 14-1254 16</inkml:trace>
  <inkml:trace contextRef="#ctx0" brushRef="#br0" timeOffset="17263.5">29541 5978 5221 0,'4'-8'-82'0,"-2"1"49"0,3 2 47 0,-5 5 47 0,0 0 48 0,1-9 41 15,-1 9 38-15,0 0 7 16,0 0 9-16,0 0 8 0,-28 14 0 0,1 7-14 16,-2 2-20-16,-5 12-10 0,2 2-2 15,1 0-13-15,3-1-17 0,6-9-9 0,5 1-12 16,2-1-14-16,4-6-8 0,3-4-10 15,-2-1-8-15,7-3-8 0,-5-3-1 16,4 0-52-16,-2-3-14 0,2 1 0 0,1-3-8 16,3-5-117-16,-9 1-55 0,9-1-53 0,0 0-34 15,-16-8-37-15,12-2-30 16,-1-5-27-16,1 1-5 0,0-3 14 0,2-2 23 16,-2-3 36-16,4 2 39 0,-2 6 53 15,0 2 58-15,0-3 52 0,0 5 72 0,2 0 51 16,-1 3 36-16,1 7 53 0,0 0 50 15,5-9 34-15,-5 9 34 0,0 0 19 16,0 0 10-16,43 14-13 0,-25-6-13 0,9 8-20 16,0-3-22-16,1 3-20 0,3-1-20 15,-3 0-15-15,1-1-36 0,0 1-59 0,-8-3-59 16,-3 0-92-16,0-1-79 16,0 1-96-16,-4 2-97 0,-3 1-121 0,1 1-187 0,-8 1-71 15,-6 2 86-15,-8 10-601 16,-10 10-726-16</inkml:trace>
  <inkml:trace contextRef="#ctx0" brushRef="#br0" timeOffset="18396.99">28582 6565 3369 0,'11'-6'-84'0,"0"0"33"0,1 2 36 0,-5 0 31 0,2 0 46 0,-1 2 41 16,0-1 23-16,-8 3 18 0,11-5 3 16,-11 5 2-16,7-3-2 0,-7 3-8 15,0 0 9-15,0 0 18 0,0 0 3 0,0 0-8 16,-41 27-10-16,7-12-17 0,-14 3 2 16,-10-2-10-16,2 0-9 0,-10 0-12 15,-2 1-10-15,0-5-9 0,-1 2-5 0,2-6-9 16,4 1-14-16,4-6 1 0,14 0 4 15,0-1-12-15,15-4 4 0,4 2-6 0,1-3-5 16,6 0-1-16,2 1-8 0,-2-1-3 16,5 1 3-16,1 0 4 0,2-1-2 0,11 3 2 15,-20-2 5-15,20 2-1 16,-14-3-3-16,14 3-3 0,-12 0-8 0,12 0-8 16,0 0 0-16,-15 6 1 0,8 1 3 15,5 3 3-15,1 2 19 0,-3 6-4 0,-2 2 29 16,3 2-9-16,-1 1 0 0,0 0-8 15,-2 10 0-15,2 0-11 0,0-4-6 0,-1 2 0 16,-1-6-2-16,3-2 0 0,1-4-8 16,-5-1-7-16,5-2 7 0,1-1-11 0,-1 0 1 15,0-4 1-15,0 1-4 0,2-2 2 16,0 0-7-16,-2-1 2 0,0 1 0 0,2 0 0 16,2 0-5-16,0 0 2 0,0-1 1 15,2 3-1-15,-1 0-2 0,6-3 4 16,0 1-1-16,2 1-8 0,8-3 12 15,3 1-9-15,12 0-3 0,6 0-5 0,13-1-9 16,6 0-23-16,4-2-20 0,4-4-19 16,3 1-14-16,3-1-20 0,6 1-15 15,3 0-4-15,3-2 10 0,4 2 15 0,28 4 21 16,3-2 14-16,2 2 27 0,1 1 29 16,7-1 10-16,6 0 1 0,-2-2 3 0,1 3-3 15,3-6-1-15,0 4 3 0,-2 0-4 16,-3-2 2-16,-2-1 0 0,-9 1-4 0,-7 1 2 15,-21-4-2-15,-4 1 0 0,-7 0-1 16,-4-2 1-16,-7 2-7 0,-10-2 4 0,-12 0 5 16,-6 0-1-16,-9 0-2 15,-9 0 6-15,-5 0 15 0,-2 0 12 0,0 0 19 16,-5 0 17-16,-3 0 7 0,1 0 7 16,-12 0-1-16,22 0-4 0,-10 0-5 0,-12 0-9 15,18 0-4-15,-7-2-10 0,-11 2-3 16,14 2-4-16,-4-2-8 0,-10 0 1 0,14-2-3 15,-14 2 1-15,11 0 0 0,-11 0 14 16,0 0 8-16,12-2 13 0,-12 2 4 0,5-4-5 16,-5 4-5-16,4-10-5 0,-4 5-1 15,0-7-5-15,-2-1-4 0,0-4-43 0,-2-7 0 16,-2-9 0-16,0-4 0 0,1-6 0 16,-2-13 0-16,1 0 0 0,-1 0 0 0,0-3 0 15,0 4 0-15,-1 5 0 16,-6 2 0-16,3 12 0 0,-3 6 0 0,-6 2 0 15,-3 6 0-15,-4 2 0 0,-3 6 0 16,5 9 0-16,3-2 0 0,-3 3 0 0,5 3 0 16,2-1 0-16,2 2 0 0,0 2 0 15,5-2 0-15,-2 2 0 0,1 1 0 0,12-3 0 16,-12 5 0-16,4-1 0 0,2-1 0 16,2 3-227-16,-2 0-168 0,5 1-128 0,-1 1-119 15,2 0-225-15,0 1 60 0,-2 2 91 16,-2-1-649-16,1 3-820 0</inkml:trace>
  <inkml:trace contextRef="#ctx0" brushRef="#br0" timeOffset="18783.62">29091 6771 3985 0,'9'-7'123'0,"-4"0"27"0,1 2 20 0,-6 5 32 0,7-5 47 0,-7 5 57 0,0 0 22 15,0 0 14-15,0 0 30 0,0 0 22 16,10 20-5-16,-10-2-14 0,-1 5-21 0,-4 12-15 15,-1 2-226-15,3 3-113 0,-3 0 0 16,2-1 0-16,1-1 0 0,-2-3 0 0,1-4 0 16,4-5 0-16,-1-3 0 0,-1-2 0 15,0-4 0-15,0 0 0 0,2-4 0 16,-2-1 0-16,0 0 0 0,2-2 0 16,-1-1 0-16,1-2 0 0,0-2 0 0,0-5 0 0,0 8 0 15,0-8 0-15,0 0 0 0,0 0-135 16,0 0-711-16,0 0-103 0,0 0 93 15,-6-18-982-15,-4 9-1265 0</inkml:trace>
  <inkml:trace contextRef="#ctx0" brushRef="#br0" timeOffset="22078.91">28471 6863 4560 0,'0'0'-278'0,"0"0"72"0,5-2 49 0,-5 2 44 0,0 0 42 0,8-4 24 0,-8 4 28 15,0 0 28-15,0 0 20 0,6-5 17 16,-6 5 9-16,0 0 12 0,4-6 4 0,-4 6 6 16,0 0 10-16,0 0 4 0,0 0 3 15,0 0-4-15,0 0 6 0,3-5 3 0,-3 5 1 16,0 0 5-16,0 0 7 0,0 0 6 16,0 0 5-16,0 0-1 0,0 0-2 0,0 0-4 15,0 0 1-15,0 0 9 0,0 0 11 16,0 0 20-16,-28 22-3 0,7-5 1 0,-6 5 1 15,-11 5 3-15,-4 0-3 0,2 2-1 16,-2 0 3-16,1 0-4 0,0-1-5 0,8-8-7 16,7 1-9-16,4-1-11 15,0-6-11-15,8-3-12 0,3-3-11 0,2 0-21 16,1-3-67-16,0 1 0 0,3 0 0 16,5-6 0-16,-9 6 0 0,3-2 0 0,6-4 0 15,-8 4 0-15,8-4 0 0,0 0 0 16,-9 6 0-16,9-6 0 0,-4 1 0 15,4-1 0-15,0 0-196 0,0 0-116 0,0 0-84 16,0 0-89-16,0 0-86 0,0 0-105 16,0 0-98-16,-6-11 62 0,6 11-672 0,6-12-837 15</inkml:trace>
  <inkml:trace contextRef="#ctx0" brushRef="#br0" timeOffset="22429.47">28166 6892 3806 0,'2'-12'38'0,"-2"2"37"0,0 3 34 0,-2 1 35 0,2 6 53 0,0 0 38 0,0-12 31 0,0 12 20 0,-2-8 1 0,2 8-21 16,0 0-13-16,0 0-24 0,0 0-3 16,0 0 19-16,0 0-4 0,0 0-10 15,17 33-17-15,-4-7-12 0,0 2-20 16,5 2-17-16,2 1-17 0,9 7-14 0,1-4-122 15,1 0-12-15,-3-3 0 0,-1-4 0 16,0-3 0-16,-4-5 0 0,-6-4 0 0,-2-1 0 16,-2-3 0-16,-2-3 0 0,-4 0 0 15,0-3 0-15,-1 2 0 0,0-4 0 0,-6-3 0 16,10 9 0-16,-10-9 0 16,7 6 0-16,-7-6 0 0,4 7 0 0,-4-7 0 0,0 0 0 15,3 4 0-15,-3-4 0 16,0 0 0-16,0 0-229 0,0 0-223 0,0 0-98 15,0 0-105-15,0 0-170 0,0 0 36 0,5-15 102 16,-5 15-675-16,0-12-816 0</inkml:trace>
  <inkml:trace contextRef="#ctx0" brushRef="#br0" timeOffset="23478.97">29887 7068 3875 0,'-7'-11'82'0,"2"1"33"0,-3 3 39 0,7 2 48 0,1 5 47 0,-10-7 58 0,10 7 23 16,-4-5 7-16,4 5 0 0,0 0-7 0,-4-7-13 16,4 7-9-16,0 0-14 0,0 0-16 15,-4-7-10-15,4 7-27 0,0 0-74 16,0 0-167-16,0 0 0 0,0 0 0 16,20 22 0-16,-9-8 0 0,10 9 0 0,0 4 0 0,0 4 0 15,4 6 0-15,-2 3 0 16,0 1 0-16,-1 6 0 0,1 5 0 0,-2 8 0 15,6 2 0-15,0-2 0 0,-1-2 0 16,1-2 0-16,-2-4 0 0,-1-1 0 0,-2-7 0 16,-4-1 0-16,-2-12 0 0,-3-4 0 15,-4-4 0-15,-1-6 0 0,0-4 0 0,-3-1 0 16,1-2 0-16,-2 0 0 0,-2-4 0 16,4-1 0-16,-6-5 0 0,5 12 0 0,-1-7 0 15,-4-5 0-15,4 7 0 0,-4-7 0 16,0 0 0-16,3 8 0 0,-3-8 0 0,0 0 0 15,6 7 0-15,-6-7 0 16,0 0 0-16,3 7 0 0,-3-7 0 0,0 0 0 16,0 0 0-16,0 0 0 0,0 0 0 15,0 0 0-15,0 0 0 0,0 0-381 0,0 0-634 16,0 0 110-16,-20-14-1098 0,20 14-1420 16</inkml:trace>
  <inkml:trace contextRef="#ctx0" brushRef="#br0" timeOffset="25630.43">29496 6044 4909 0,'0'0'-390'0,"6"-8"67"0,-5 4 57 0,5 0 52 0,0-3 49 0,-1 3 47 0,0 0 52 0,2-2 39 16,-1 0 45-16,-6 6 45 0,11-10 39 16,-7 5 21-16,-4 5 20 0,10-8 13 0,-10 8 15 15,5-8 12-15,-5 8 7 16,4-7 2-16,-4 7-5 0,4-7-10 0,-4 7 4 0,0 0-1 16,1-7-4-16,-1 7-15 15,0 0-10-15,4-6-6 0,-4 6-6 0,0 0-14 16,0 0 1-16,7-6-10 0,-7 6-5 15,0 0-6-15,0 0-9 0,0 0 0 16,0 0-2-16,0 0-4 0,0 0 9 0,0 0 7 16,0 0 2-16,0 0-13 0,0 0-8 15,0 0-3-15,0 0-1 0,-33 16 4 0,27-8 4 16,-5 1 8-16,0 5 9 0,-7 9-101 16,-1 2-7-16,-4 2 0 0,-5 10 0 0,-5-4 0 15,-1 5 0-15,2-2 0 0,-5-2 0 16,1 3 0-16,4-4 0 0,-1-2 0 0,3-2 0 15,-1 4 0-15,6-6 0 0,0 0 0 16,5-2 0-16,-1-1 0 0,0 1 0 0,4-2 0 16,-1 0 0-16,2 1 0 15,2-7 0-15,3-1 0 0,1-1 0 0,-1 1 0 16,1-3 0-16,3-1 0 0,-1-2 0 16,2 1 0-16,2-3 0 0,-1-1 0 0,-1-2 0 15,6-5 0-15,-6 12 0 0,0-9 0 16,6-3 0-16,-3 9 0 0,3-9 0 0,-4 7 0 15,4-7 0-15,-4 5 0 0,4-5 0 16,0 0 0-16,0 0 0 0,-5 7 0 0,5-7 0 16,0 0 0-16,0 0 0 15,0 0 0-15,0 0 0 0,0 0 0 0,0 0 0 16,0 0 0-16,0 0 0 0,14-24 0 16,-4 10-133-16,2-1-886 0,2-9 84 15,2-5 98-15,1 2-954 0,-1 0-1221 0</inkml:trace>
  <inkml:trace contextRef="#ctx0" brushRef="#br0" timeOffset="26461.21">29177 6092 4754 0,'-5'-8'-75'0,"1"-1"59"0,0 1 34 0,1-2 42 0,1 3 32 0,2 7 47 0,-3-14 26 0,3 6 42 0,0 8 20 16,0-13 4-16,-2 7 3 0,2 6-4 15,2-10 0-15,-2 10-3 0,0-8-2 0,0 8-11 16,0 0-7-16,0-11-14 0,0 11-8 16,0 0-11-16,0 0-5 0,3-8-68 0,-3 8-101 15,0 0 0-15,0 0 0 0,0 0 0 16,20 23 0-16,-8-9 0 0,7 13 0 0,0 4 0 15,8 6 0-15,2 2 0 0,5 4 0 16,2 2 0-16,3 2 0 0,15 9 0 0,3-1 0 16,2-6 0-16,-9-9 0 15,-3-3 0-15,-2-3 0 0,-5-5 0 0,-12-9 0 16,-1-1 0-16,-9-4 0 0,-2-5 0 16,-7 1 0-16,3-4 0 0,-4-2 0 0,-1 1 0 15,1 0 0-15,-3-1 0 0,0-2 0 16,-2 3 0-16,-3-6 0 0,8 5 0 0,-8-5 0 15,3 3 0-15,-3-3 0 16,0 0 0-16,0 0 0 0,0 0 0 0,0 0 0 0,0 0 0 16,0 0 0-16,-21-10 0 15,6 0 0-15,-2 1 0 0,-14-7 0 0,-5-7 0 16,-5-4 0-16,-5 1 0 0,0-3 0 16,-2 0 0-16,-1-1 0 0,1 1 0 0,0 1 0 15,3-1 0-15,-1 0 0 0,2 4 0 16,7 2 0-16,4 3 0 0,5 4 0 0,-1-3 0 15,4 6 0-15,4 0 0 0,4 3 0 16,0-1 0-16,4 6 0 0,1-5 0 0,1 3 0 16,1 2 0-16,2-2 0 0,-1 1 0 15,1-1 0-15,3 1 0 0,-4 0 0 16,6 0 0-16,3 6 0 0,-9-10 0 16,9 10 0-16,-6-7 0 0,6 7 0 0,-6-5 0 15,6 5 0-15,0 0 0 0,0 0 0 0,0 0 0 16,24 14 0-16,7 3 0 0,11 9 0 15,11 1 0-15,4 6 0 0,20 4 0 16,3 3 0-16,5-2 0 0,-6-2 0 16,-20-11 0-16,-5-2 0 0,-9-3 0 0,-11-6 0 15,-5-2 0-15,-8-4 0 0,-4 1 0 16,-5-4 0-16,-1 1 0 0,-4-3 0 0,1-2 0 16,-2 3 0-16,-6-4 0 0,6 5 0 15,-6-5 0-15,0 0 0 0,0 0 0 0,0 0 0 16,0 0 0-16,0 0 0 15,0 0 0-15,0 0 0 0,0 0 0 0,0 0 0 0,0 0 0 16,-15 8 0-16,15-8 0 16,-16 2 0-16,7-2-76 0,9 0-964 0,-27-2 103 15,8 2-1150-15,-6-4-1500 0</inkml:trace>
  <inkml:trace contextRef="#ctx0" brushRef="#br0" timeOffset="26878.24">29080 6011 5400 0,'-9'-12'-86'0,"-1"1"49"0,1 1 33 0,1 0 38 0,5 2 55 16,-1 1 53-16,-3-1 48 0,4 0 36 15,-1 2 13-15,2-1-11 0,2 7-17 0,-2-10-22 16,2 10-15-16,6-12-20 0,-2 8-5 16,-4 4-4-16,0 0-2 0,32 4-1 15,-13 4 4-15,10 7-4 0,7 9-1 0,4 5-107 16,6 10-34-16,-5 1 0 0,6 5 0 16,12 10 0-16,0-2 0 0,-12-10 0 0,-1-1 0 15,-2-5 0-15,-5-2 0 16,-5-3 0-16,-12-8 0 0,-1-5 0 0,-7-4 0 0,-1-5 0 15,-4-1 0-15,-3-2 0 16,2 0 0-16,-2-2 0 0,-3 0 0 0,1 0 0 16,1-2 0-16,-5-3 0 0,7 6 0 15,-7-6 0-15,0 0 0 0,0 0 0 0,0 0 0 16,0 0 0-16,5-19-362 0,-8 12-246 16,-6-2-155-16,2-3-115 0,-8 1 90 0,3-3-842 15,-1 0-1068-15</inkml:trace>
  <inkml:trace contextRef="#ctx0" brushRef="#br0" timeOffset="27194.91">29760 6026 4737 0,'-2'-9'7'16,"-1"1"39"-16,-1 2 43 0,4 6 47 15,-7-8 39-15,1 4 38 0,6 4 33 0,-27 0 26 16,6 6 14-16,-13 8 8 0,-9 9 8 15,-6 8 8-15,3 0-1 0,1 6-7 0,-3 2 2 16,5-1-141-16,-2 1-163 0,5 2 0 16,4-3 0-16,4-1 0 0,2-3 0 0,7-6 0 15,-1-1 0-15,6-3 0 16,0 1 0-16,5-8 0 0,1-3 0 0,3-2 0 16,2-1 0-16,-1-3 0 0,2-1 0 15,0-1 0-15,3 0 0 0,-3-2 0 0,6-4 0 16,-7 4 0-16,7-4 0 0,0 0 0 15,0 0 0-15,-12-14-275 0,10 6-438 16,2-1-198-16,4-3 48 0,-3 0 101 0,3-1-825 16,5-3-1029-16</inkml:trace>
  <inkml:trace contextRef="#ctx0" brushRef="#br0" timeOffset="27378.03">29576 5978 3918 0,'1'-12'-228'16,"-1"4"33"-16,0 3 33 0,0 1 27 0,0 4 32 15,2-12 23-15,-2 12 14 0,2-8 7 16,-2 8 2-16,-2-7-17 0,2 7-29 0,-5-5-27 16,5 5-53-16,-10-3-93 15,10 3-161-15,-12-4-118 0,1 2-56 0</inkml:trace>
  <inkml:trace contextRef="#ctx0" brushRef="#br0" timeOffset="27728.62">29188 5937 1665 0,'-9'-6'203'0,"4"0"34"0,-3 1 13 0,5 1 32 16,3 4 43-16,-11-8 30 0,11 8 13 0,-7-6 15 15,7 6-6-15,0 0-32 0,0 0 33 16,0 0 4-16,0 0-4 0,0 0-12 16,18 37-18-16,2-13-15 0,9 8-28 0,8 7-22 15,-1 0-21-15,1 1-29 0,5-3-100 16,-1-1-133-16,-3-2 0 0,-1-1 0 16,-1-4 0-16,-11-7 0 0,-2-1 0 0,-6-5 0 15,-3-4 0-15,-7-2 0 0,5-2 0 16,-6 0 0-16,-1 0 0 0,3-4 0 0,-5 0 0 15,-3-4 0-15,11 9 0 0,-8-5 0 16,-3-4 0-16,4 3 0 0,-4-3 0 16,0 0 0-16,0 0 0 0,0 0 0 0,0 0-557 15,0 0-183-15,0 0-168 0,0 0 73 16,0 0 87-16,0 0-750 0,0 0-943 0</inkml:trace>
  <inkml:trace contextRef="#ctx0" brushRef="#br0" timeOffset="28411.85">30443 8501 4587 0,'0'0'236'0,"-4"-8"6"0,4 8 9 0,-3-8 37 0,3 8 31 0,0 0 48 0,0 0 25 0,-14 17 14 15,3 3-16-15,-5 13-21 0,-2 7-25 16,-6 5-344-16,5 1 0 0,-3 6 0 15,1-3 0-15,-3 4 0 0,5-1 0 0,1-2 0 16,-4-4 0-16,6-1 0 0,-4-5 0 16,5-9 0-16,2-3 0 0,0-3 0 0,3-4 0 15,0-5 0-15,3-4 0 0,0-3 0 16,2 3 0-16,-1-6 0 0,3 1 0 0,1-3 0 16,2-4 0-16,-6 10 0 15,6-10 0-15,0 0 0 0,0 0-325 0,0 0-467 0,0 0-118 16,0-21 74-16,4 9-976 0,-2 0-1240 15</inkml:trace>
  <inkml:trace contextRef="#ctx0" brushRef="#br0" timeOffset="28679.77">30041 8549 5099 0,'-12'-21'62'0,"1"4"44"0,2 5 48 15,0 2 67-15,2 3 51 0,3 2 29 16,4 5 21-16,-7-4 29 0,7 4 14 0,0 0-1 15,-5 23-24-15,5-5-106 16,3-1-234-16,6 13 0 0,4 1 0 0,5-2 0 0,1 0 0 16,2-3 0-16,0 1 0 15,2-3 0-15,-5-1 0 0,0-8 0 0,-7-1 0 16,-1-4 0-16,1-2 0 0,-5-1 0 16,-1 0 0-16,-1-2 0 0,1-1 0 0,-5-4 0 15,3 6 0-15,-3-6 0 0,0 0 0 16,0 0 0-16,0 0-515 0,0 0-177 0,0 0-168 15,-24 0 16-15,10 0 97 0,14 0-795 16,-24-2-985-16</inkml:trace>
  <inkml:trace contextRef="#ctx0" brushRef="#br0" timeOffset="29378.25">29805 8266 4626 0,'-31'-9'127'0,"8"3"-3"15,2 0 9-15,6 1 28 0,1 4 35 0,1-3 17 16,6 1 5-16,7 3-15 0,-12-6-18 16,12 6-21-16,17-10-18 0,16 2-23 15,18-4-30-15,16 1-36 0,11-2-35 0,27-3-36 16,-3 1-33-16,6-1-21 0,-4 3-15 15,-20 4-2-15,-4 1-6 0,-6 1 1 16,-7 4 8-16,-14 3 8 0,-6 1 8 0,-8 1 19 16,-3 6 31-16,-7 4 39 0,-6 7 39 15,-8 7 45-15,-7 6 51 0,-6 5 40 16,-7 17 29-16,-2 6 23 0,-6 7 18 0,-3 3 12 16,-2 19 3-16,4-19 3 0,-4 20-265 15,0-2-21-15,5-16 0 0,-6 17 0 0,10-19 0 16,0 0 0-16,0-3 0 0,3-1 0 15,-1-3 0-15,3-5 0 0,0-13 0 0,-2-6 0 16,2-4 0-16,1-10 0 0,1-4 0 16,-2-7 0-16,2 3 0 0,-1-5 0 15,-2-4 0-15,-2 1 0 0,-1-4 0 0,-1-2 0 16,-5 1 0-16,-1-4 0 0,-8 0 0 0,-15-7 0 16,-6-2 0-16,-15-1 0 0,-8-2 0 15,-5-2 0-15,-6 1 0 0,-3 1 0 16,-19-4 0-16,20 6 0 0,0-3 0 0,1 5 0 15,6 2 0-15,2-1 0 0,4-1 0 16,2 4 0-16,16 0 0 0,3 0 0 0,4 2 0 16,10 2 0-16,5 0 0 0,6-3 0 15,2 3 0-15,4 0 0 0,-3 0 0 16,7-2 0-16,-2 2 0 0,5-2 0 0,8 2 0 16,-17-5 0-16,14 0 0 0,-1-3 0 15,4 0 0-15,2-3 0 0,2-6 0 16,3-5 0-16,8-9 0 0,8-8 0 0,0-7 0 15,4 0 0-15,1-12 0 0,16-14 0 16,-6-4 0-16,2-5 0 0,-2-2 0 0,0 1 0 16,-7 7 0-16,-8 15 0 0,-4 6 0 15,-2 5-200-15,-5 11-53 0,-3 0-55 0,-5 6-55 16,-3 5-44-16,-1 6-42 0,0-3-85 16,-1 5-193-16,1 0-7 0,-4 3 100 15,-2-7-584-15,5 4-682 0</inkml:trace>
  <inkml:trace contextRef="#ctx0" brushRef="#br0" timeOffset="32777.07">30009 5602 1521 0,'2'-7'119'0,"0"0"-30"0,-2 0-14 0,0 7-13 0,-7-12 9 0,1 3 3 0,-3-1 1 16,-2-2 1-16,-5-1 2 0,-10-3-4 15,-1-3 5-15,-4 2-8 0,-1-1-3 16,-2 1 4-16,-4 3-1 0,-2 1-11 0,0 1-1 15,-2 2 0-15,1 3-7 0,-2-1-8 16,0 2-4-16,-4 4-2 0,0 2-4 0,-3 0 0 16,0 0 2-16,-11 8 4 15,1-4-2-15,0 7 2 0,6 1-4 0,-1 1-3 16,6 5-2-16,2 0-1 0,1 3 3 16,3 2-4-16,-2 0 8 0,6 3-2 15,1 0 2-15,1 1 14 0,6-6 8 0,5 1 4 16,2 0-10-16,0 1-1 0,3 0-1 15,5-2 15-15,2-1-9 0,4-3-2 0,1-3-2 16,1 3-3-16,0 0 2 0,5-2-3 16,-3-1-6-16,3 3 2 0,-1 0-3 0,-1-2-7 15,2 2 5-15,1 2-2 0,0 0 2 16,0 1-3-16,2-2-6 0,-2 2 0 16,0 0-4-16,4 0 2 0,-2-1 1 15,0 2-5-15,2-3 0 0,0 0-3 16,0 0 2-16,-2 1 6 0,2-2-3 0,-1 2 7 0,4 0-6 15,-3-2 0-15,0 3 1 16,0-3 2-16,1-1 1 0,3 5-1 0,-3-3 0 16,5-1 0-16,0 5-5 0,1-3 10 15,1-2 3-15,0 3 2 0,1-3 5 0,0-1 6 16,5-1 0-16,-2 0 1 0,8 4 4 16,5-3 0-16,-1-2-2 0,5-5-2 0,-1 3-3 15,3-2-1-15,-1-3-8 0,-2 2-5 16,-1 0-2-16,-4-3-6 0,6 3-4 15,-1 1-1-15,-3-2-6 0,3 2 0 16,-4-1 3-16,-5-3-4 0,4 2-3 0,6 2 0 16,1-5 2-16,-3 1-3 0,-4 0-3 15,2-4 0-15,1 3-1 0,10-4-2 16,-6 1-5-16,-3 0 5 0,11 0-1 0,0 1-1 16,-5-3 3-16,-7 0-2 0,3 2-1 15,-4-1-4-15,0 1 0 0,2-2 3 0,-1 1 1 16,1-1-1-16,-4 2 0 0,-2-2-1 15,4-2 6-15,-5 2 13 0,-1-1 13 0,3-2 8 16,-1-1 9-16,-1-1 6 0,1-3-1 16,5-6-2-16,3 3 7 0,-2-3-4 0,-1 1-5 15,1-3 1-15,0 0-13 16,-3-1 3-16,3 0-10 0,-2-3 3 0,-3 1-4 16,1 0-5-16,-4-1 16 0,-2-4 17 15,2 0 26-15,-6-2 6 0,-2-6 5 16,-3-3-3-16,-4-4-7 0,-2-4-11 0,-6-5-9 15,-4-10-6-15,-4 0-5 0,-5 0-5 16,0 6-11-16,-10 0-5 0,-4 4-4 0,-9 4-5 16,-3 2-5-16,-9 7-3 0,-8 2-14 15,-2 5-16-15,-7 4-31 0,-1 7-27 0,-4 3-34 16,10 4-41-16,1 3-48 16,12 7-52-16,-1 0-68 0,5 5-79 0,2 3-83 0,3 0-109 15,4 0-206-15,6 3 70 16,7-1 81-16,1 0-479 0,11 1-588 0</inkml:trace>
  <inkml:trace contextRef="#ctx0" brushRef="#br0" timeOffset="36576.91">29961 7114 3179 0,'0'0'49'0,"0"0"17"0,0 0 17 0,0 0 14 16,0 0 21-16,-9-7 21 0,9 7 28 15,-11-1 15-15,11 1-1 0,0 0-4 0,-18 2-11 16,18-2-9-16,0 0-13 0,-21 2 0 15,21-2-3-15,0 0-6 0,0 0 5 0,-13 0 1 16,13 0-10-16,0 0-18 0,0 0-6 16,-5-7-14-16,5 7-5 0,3-13-15 0,-3 13-3 15,4-12-1-15,-3 6-14 0,-1 6-11 16,0 0 4-16,0-13-10 0,0 13-5 0,0 0-7 16,-8-7 0-16,8 7 1 0,0 0-8 15,0 0 2-15,-28 7 3 0,28-7-4 16,-17 9 1-16,9-7 3 0,3 5 3 15,-3-5-7-15,8-2 4 0,-10 7 0 0,10-7-3 16,-1 9 16-16,1-9-7 0,0 0-5 16,0 0 3-16,12 8 0 0,-12-8 14 15,18 3-23-15,-18-3 5 0,19-3-4 0,-19 3 4 16,23-4-3-16,-13-2 0 0,-1 1 7 16,-2 0 10-16,1-4-12 0,0 3-1 0,-4-5 0 15,-2 4 14-15,-1 2-11 0,-1 5-9 16,-1-10 1-16,1 10-7 0,-8-8 3 0,8 8-4 15,-16-2-2-15,16 2 10 0,-21 3-10 16,21-3-4-16,-16 4 2 0,6-1 13 16,10-3-17-16,-12 7-1 0,7-2 4 15,5-5 2-15,-8 7-2 0,8-7 0 0,0 7 4 16,0-7 1-16,0 0-2 0,0 10-5 16,0-10 5-16,0 0 0 0,0 0 0 0,0 0-4 15,0 8 2-15,0-8-2 0,0 0-13 16,0 0-8-16,0 0-49 0,0 0-48 0,0 0-46 15,0 0-53-15,0 0-56 0,0 0-67 16,0 0-68-16,0 0-80 0,0 0-109 16,0 0-148-16,0 0 67 0,-23-13-568 15,23 13-702-15</inkml:trace>
  <inkml:trace contextRef="#ctx0" brushRef="#br0" timeOffset="40443.15">29681 10009 3241 0,'11'0'-29'0,"-11"0"55"0,16 0 37 0,-16 0 39 0,13-6 38 0,-8 4 32 15,-5 2 24-15,10-4 16 0,-2 4 1 0,-8 0 3 16,11-4 4-16,-11 4-3 0,12-6-7 15,-12 6-5-15,9-2-2 0,-9 2-17 0,7-5-11 16,-7 5-19-16,0 0-9 0,8-4-14 16,-8 4-3-16,0 0-12 0,0 0-5 0,10-6-8 15,-10 6-2-15,0 0-13 16,4-6-11-16,-4 6-8 0,-2-11-6 0,2 11-10 16,-12-14-2-16,4 8-6 0,1-3-4 15,-4 0-8-15,-5 4-2 0,0-1-9 0,-2 2-2 16,-5-1 4-16,-2 3-4 0,-2 4-8 15,1 0 2-15,-11 5-2 0,3 1-4 0,2 2 2 16,1 1-3-16,3 3 5 0,7-3-2 16,4 1-1-16,1 0-2 0,5 0 8 0,2 1 4 15,1 2 0-15,8 1 7 0,0-3 8 16,2 5-1-16,6 2 5 0,5 6 4 0,4-1-2 16,4-1-4-16,3-2-3 0,1 2-4 15,11 2 2-15,5-2-22 0,-10-4-11 16,-1-3 0-16,-3 3 0 0,-3-5 0 15,-7-3 0-15,-6-3 0 0,2-1 0 0,-6 0 0 16,-2 2 0-16,-3-3 0 0,0 1 0 16,-6 1 0-16,1-1 0 0,-5 1 0 0,-2-1 0 15,-5 1 0-15,-2 0 0 0,-3-3 0 16,-2 1 0-16,3-4 0 0,0-1 0 0,-2 1 0 16,5-3 0-16,0 0 0 0,-2-3 0 15,3 1 0-15,0 1 0 0,2-3 0 16,0 3 0-16,1-3 0 0,3 1 0 0,-1 1 0 15,2-1 0-15,8 3-22 0,-9-5-586 16,9 5-126-16,2-11-176 0,-2 11 78 16,17-10 98-16,0 3-746 0,6 0-927 15</inkml:trace>
  <inkml:trace contextRef="#ctx0" brushRef="#br0" timeOffset="40992.28">29852 10307 4226 0,'4'-8'96'16,"-4"8"29"-16,0 0 19 0,2-6 25 0,-2 6 28 0,0 0 31 0,0 0-19 0,0 0-11 0,0 0-9 0,0 0 26 0,0 0-9 16,0 0-14-16,4 18-19 15,-4-5-17-15,0-3-14 0,-2 4-4 0,2-2 0 16,0 2-4-16,0-2-13 0,-2 0-8 16,0 0-13-16,2-2-5 0,-2-2-5 0,2 1 5 15,-2 0-5-15,2-9-4 0,0 11-4 16,0-11-38-16,0 10-44 0,0-10 0 15,0 8 0-15,0-8 0 0,0 0 0 0,0 0 0 16,0 0 0-16,0 0 0 0,12-23 0 16,-9 15 0-16,1 1 0 0,0 2 0 0,-4 5 0 15,5-11 0-15,-5 11 0 16,7-6 0-16,-7 6 0 0,0 0 0 0,0 0 0 16,15 2 0-16,-15-2 0 0,15 8 0 0,-5-1 0 15,-1 0 0-15,-4 0 0 0,7 1 0 16,-4-1 0-16,-3-1 0 0,3 0 0 15,-4-1 0-15,-4-5 0 0,10 9 0 0,-7-6 0 16,-3-3 0-16,8 3 0 0,-8-3 0 16,0 0 0-16,0 0 0 0,23-8 0 0,-10-1 0 15,2-3 0-15,5 0 0 0,-4 2 0 16,4-2 0-16,-5 2 0 0,-2 1 0 0,0 4 0 16,-3 0 0-16,0 2 0 0,-10 3 0 15,16 0 0-15,-16 0 0 0,22 6 0 16,-15 1 0-16,1 0 0 0,2 5 0 15,-3-2 0-15,-1 1 0 0,2 0 0 0,-3 0 0 16,1-1 0-16,-1 0 0 0,-3 1 0 16,4-3-111-16,0-1-200 0,-2-2-64 15,-2 0-72-15,2 1-63 0,-4-6-91 0,0 0-126 16,9 4-32-16,-9-4 86 0,0 0-578 16,17-4-711-16</inkml:trace>
  <inkml:trace contextRef="#ctx0" brushRef="#br0" timeOffset="41375.87">30569 10299 3574 0,'3'-6'114'0,"1"-2"40"0,-2 3 33 0,-2 5 35 0,4-6 36 0,-4 6 11 0,0 0-14 0,0 0 12 0,0 0-9 0,0 0-15 16,0 0-23-16,0 0-26 0,17 15-15 0,-13-7-21 16,-2 0-15-16,0-2-5 0,-2 5-22 15,0 1-7-15,-2-2-13 0,-2 1-15 0,-2 3-1 16,-3-2-11-16,-3 1-7 0,-1 1-11 15,-1-2-11-15,-2-2-24 0,-4 0-20 0,6-4-31 16,-2-1-13-16,5-4-18 0,1-1-18 16,10 0-16-16,-17-8-6 0,13-3 3 0,4-2 10 15,0-4 6-15,6-7 10 0,-1 2 14 16,6-7 23-16,0 10 20 0,-2 1 16 0,-4 7 20 16,2-1-1-16,-2 4 16 15,1 1 14-15,1 5 12 0,-7 2 7 0,18 0 1 16,-18 0-5-16,18 5-7 0,-6 3-2 0,0 0-9 15,1 1 1-15,-3 1-10 16,1 2 1-16,1-1-5 0,-3-1-2 0,2 0-1 16,-3 0-9-16,3 1-21 0,1-1-35 15,0-1-45-15,0-1-57 0,-2-3-76 0,0 0-66 16,1-1-92-16,3-1-100 0,-3-1-153 16,-2-2-119-16,-9 0 69 0,23-5-567 0,-12 1-706 15</inkml:trace>
  <inkml:trace contextRef="#ctx0" brushRef="#br0" timeOffset="41642.44">30952 9784 3701 0,'-6'-15'104'0,"2"6"37"0,-2 0 29 16,5 3 25-16,1 6 7 0,-6-5 6 0,6 5 41 15,0 0 36-15,-6 21 2 0,5-2-20 16,-1 16-39-16,-3 7-21 0,1 13-14 15,1 1-23-15,-1-4-16 0,0 5-12 0,2-2-18 16,1-11-12-16,-1 1-21 0,-2-1-31 16,-1 0-32-16,4-3-32 0,-1-5-35 15,-2-7-35-15,4-4-36 0,-4-4-38 16,3-2-46-16,1-4-47 0,0-3-56 0,-2-1-56 16,4-3-74-16,-1-5-80 0,-1-3-120 15,10 2-52-15,-10-2 76 0,12-13-423 0,-1-3-499 16</inkml:trace>
  <inkml:trace contextRef="#ctx0" brushRef="#br0" timeOffset="41892.86">31127 9864 2778 0,'1'-17'104'0,"4"3"54"15,-3 4 40-15,-2 2 28 0,2 1 29 16,-2 7 26-16,2-9 9 0,-2 9 33 0,0 0 26 16,0 0-3-16,11 20-13 15,-4 0-20-15,2 10-21 0,0 5-25 0,-6 8-30 16,3-1-24-16,-4 7-19 0,-4-1-18 15,-4 8-20-15,3 0-14 0,-5 2-15 0,-2-4-13 16,3 1-10-16,-1-3-9 0,5-12-12 16,-3-2-46-16,0-4-37 0,2-7 0 15,0-5 0-15,2-7-48 0,1-1-95 0,-1-2-46 16,0-5-46-16,2 1-65 0,0-8-88 16,2 5-99-16,-2-5-121 0,0 0-210 0,13-16 70 15,-5 3 88-15,1-4-553 16,9-8-677-16</inkml:trace>
  <inkml:trace contextRef="#ctx0" brushRef="#br0" timeOffset="42542.21">31350 10483 3646 0,'-7'2'125'0,"7"-2"27"0,0 0 27 16,0 0 28-16,-18 0 20 0,18 0 2 15,0 0-10-15,0 0-22 0,0 0-22 0,0 0-31 16,44-4-40-16,-23-1-39 0,2 0-30 16,2-2-30-16,4-3-22 0,-5 0-4 0,-5 3-2 15,-1-3 0-15,-4 0 6 16,-3-1 8-16,3 1 7 0,-6 0 12 0,-1 1 4 0,-2 1 6 16,-3 2 0-16,-2 6 8 15,0 0 8-15,-11-10 8 0,11 10 12 0,0 0 12 16,-30 12 5-16,13-2 14 0,-8 7 0 15,-1 4 7-15,2 1-7 0,2 2-8 0,3 0-8 16,1 3 2-16,5-8-18 0,8 1 3 16,-2-5-13-16,4-1-5 0,1-1 1 0,4-3-2 15,0-1-7-15,4 2-1 0,5-6-13 16,0-1-16-16,5-2-11 0,1-4-13 16,7-2-14-16,9-8-11 0,-1-5-11 15,9-4-10-15,-1-4-4 0,1-7 4 0,2-2 5 16,-4-4 6-16,-1-3 6 0,-1 0 4 15,-4 0 10-15,-5 6 9 0,-8 11 16 16,0 2 5-16,-7 8 6 0,-5 3-3 0,-2 3 0 16,-4 0 3-16,-2 8 4 0,0 0 8 15,0 0-3-15,0 0 4 0,0 0 1 0,-22 19 15 16,22-19 18-16,-3 14 37 16,1-6 40-16,2 0 32 0,0 3 18 0,3-1 15 0,1 3 10 15,3 1 14-15,2 1 7 0,-2 1-7 16,1 4-18-16,-3-1-94 0,2-4-100 0,-6 2 0 15,5 3 0-15,-4 3 0 0,0-6 0 16,-2 2 0-16,0-4 0 0,0 0 0 0,-4 1 0 16,2-3 0-16,-2 1 0 15,1 1 0-15,-6-3 0 0,4-1 0 0,-1-3 0 16,-5 2 0-16,1-5 0 0,-1 0 0 16,-3-3 0-16,-1-2 0 0,15 0 0 0,-30-4 0 15,12-2 0-15,4 0 0 0,-2-6 0 16,5-3 0-16,2-5 0 0,7-5-436 0,4-11-356 15,10-14-144-15,10-3 81 0,5-1-904 16,5-1-1190-16</inkml:trace>
  <inkml:trace contextRef="#ctx0" brushRef="#br0" timeOffset="42796.31">32349 9682 4529 0,'13'-22'-82'0,"-4"5"80"0,-1 3 47 0,0 2 53 0,-3 5 39 15,1-1 35-15,-1 3 9 0,-5 5-6 0,9-5 27 16,-9 5 42-16,0 0 17 0,7 29 8 15,-11-6 11-15,1 18-4 0,-13 14-3 0,-1 3-15 16,-2 3-21-16,-4 2-22 0,-6 14-20 16,9-15-19-16,-1-4-124 0,-2 1-52 15,1-4 0-15,6-3 0 0,-4-5 0 16,6-2 0-16,0-11 0 0,4-5 0 0,-1-7 0 16,5-4-28-16,2-5-241 0,0-2-54 0,1-5-46 15,1 0-55-15,2-6-45 16,0 0-45-16,0 0-42 0,0 0-55 0,7-33-35 15,-3 12 3-15,1-2-493 0,-2-12-603 16</inkml:trace>
  <inkml:trace contextRef="#ctx0" brushRef="#br0" timeOffset="42928.01">32131 10268 2893 0,'-4'-6'-44'0,"0"2"57"15,4 4 54-15,0 0 51 0,0 0 68 0,0 0 46 16,0 0 28-16,0 0 3 0,0 0-15 16,0 0-24-16,0 0-23 0,0 0-37 15,0 0-66-15,14 24-73 0,-8-20-98 0,-1-3-107 16,-5-1-135-16,12 6-187 15,-8-2-134-15,-2 0 69 0,-2-4-343 0,-6 18-391 0</inkml:trace>
  <inkml:trace contextRef="#ctx0" brushRef="#br0" timeOffset="43425.68">29690 11075 2862 0,'-4'5'232'0,"1"-2"21"16,3-3 15-16,-2 10 25 0,2-10 23 15,2 11 8-15,1-5-21 0,3-2-24 0,3 1-29 16,1 1-21-16,5-1-24 0,1-2-23 16,0 0-16-16,4 0-14 0,-3-3-29 0,0 0-17 15,1 0-16-15,-5-3-18 0,4 0-14 16,-4-2-18-16,1-1-15 0,-5-2-9 0,-2-1-5 16,-5 1-18-16,0-2-9 0,-4 1-15 15,-3 0 0-15,-4 4-1 0,-3 1 2 0,-7 2 8 16,-4 0-1-16,-13 7 5 15,-5 2 5-15,3 3 4 0,-1 5 10 16,-8 2 11-16,2 6 17 0,6 1 16 0,0 1 9 16,5 3 16-16,10-4-6 0,8 0-5 0,2 4-4 15,7-4 5-15,3-4 5 0,4-3-3 16,4 3 1-16,3-2-7 0,11 4-7 0,3-1-4 16,3-4-35-16,6-3-30 0,4-5-56 15,0-3-69-15,-2-4-85 0,-1-2-102 0,6-5-105 16,-1-2-108-16,2 0-146 15,-1-5-30-15,-3-5 74 0,-3-1-570 0,-4 1-680 16</inkml:trace>
  <inkml:trace contextRef="#ctx0" brushRef="#br0" timeOffset="43643.1">30126 10890 3480 0,'0'0'123'0,"-4"-8"31"0,4 8 59 16,0 0 49-16,0 0 51 0,-12 25 44 0,6-10 18 15,-1 9 3-15,2 11-12 0,-1 6-26 16,1 1-31-16,-1-1-26 0,3 1-35 0,1-1-26 16,0 0-27-16,-1-2-44 0,6 1-45 15,-3-9-61-15,0-3-64 0,0-2-68 16,-3-5-51-16,1 4-55 0,0-7-61 16,1-1-87-16,-3 1-84 0,0-5-108 0,1-3-150 15,-1-2-88-15,0-2 87 0,4-6-606 16,0 0-748-16</inkml:trace>
  <inkml:trace contextRef="#ctx0" brushRef="#br0" timeOffset="44624.83">30334 11364 3811 0,'0'0'159'0,"0"0"28"16,0 0 10-16,0 0 17 0,0 0 14 15,0 0 3-15,-34 7-14 0,34-7-23 16,0 0-15-16,0 0-16 0,0 0-17 0,0 0-15 16,0 0-21-16,0 0-16 0,0 0-19 15,34 2-14-15,-34-2-11 0,14-5-3 0,-14 5-4 16,13-8 6-16,-8 4-4 0,-5 4 17 16,12-6 6-16,-12 6-13 0,8-8-1 0,-8 8-6 15,3-5 5-15,-3 5 6 0,0 0-8 16,0 0 5-16,0 0-4 0,0 0-1 15,-30 21-2-15,19-12-5 0,-1 0-2 0,1 5 2 16,2-1-13-16,-3-2-2 0,4 1 8 16,1 1-10-16,1-1 3 0,2-2 1 15,2-2 0-15,2-1 2 0,0-7-5 0,4 12-2 16,2-8-2-16,-6-4-3 0,17 1-9 16,-17-1-7-16,24-7-13 0,-8 1-12 15,1-2-1-15,0-1 7 0,2 0 1 0,-5 2-3 16,-1-1 4-16,-3 4 11 0,-1-1-9 15,-2 3 5-15,-7 2 13 0,10-3 15 0,-10 3 20 16,0 0 10-16,0 0-1 0,8 14 1 16,-8-14-2-16,0 12-5 0,2-6-5 0,-2 2-6 15,0-8-1-15,2 13 6 16,0-6 3-16,-2-7-38 0,9 8-5 0,-2-7 0 16,-7-1 0-16,16 3 0 0,-16-3 0 15,21-4 0-15,-12-1 0 0,6 0 0 0,1 0 0 16,-5-1 0-16,1 2 0 0,1-1 0 15,-4 1 0-15,1-1 0 0,-1-1 0 0,-9 6 0 16,16-5 0-16,-10 1 0 0,-6 4 0 16,9-4 0-16,-9 4 0 0,0 0 0 0,14-1 0 15,-14 1 0-15,0 0 0 16,11 8 0-16,-11-8 0 0,9 12 0 0,-5-5 0 16,2 0 0-16,2-1 0 0,-1 0 0 15,0-1 0-15,2-2 0 0,2 1-93 0,0-3-74 16,3-1-20-16,-14 0-15 0,25-5-13 0,-10 0-13 15,2-4-2-15,0-2 5 16,6-9 12-16,-2-1 21 0,-1-8 18 0,5-10 27 16,-2-2 23-16,2-5 32 0,-2-7 31 15,0-4 25-15,2 0 25 0,-2 4 22 0,-7 10 18 16,0 13 18-16,-5 2 22 0,-4 10 12 16,0 4 17-16,-3 5 24 0,-2 3 35 0,-2 6 16 15,0 0 9-15,0 0 0 0,-14 25-9 16,4-5-15-16,-1 11-11 0,-3 2-18 0,3 1-13 15,0 0-12-15,-3 0-21 16,3 1-27-16,-1 0-28 0,1-5-44 0,2-1-44 16,3-6-34-16,0-4-22 0,0-4-25 15,5-3-16-15,-1-2-12 0,0-1-8 0,0-1-1 16,2-3 6-16,0-5 15 0,-2 10 14 16,2-10 15-16,0 0 24 0,2 6 29 0,-2-6 26 15,0 0 26-15,-2 8 16 0,2-8 21 16,-2 7 21-16,2-7 28 0,0 0 29 0,-1 12 23 15,1-12 35-15,-2 6-1 0,2-6 6 16,0 0-6-16,0 8-6 0,0-8-16 0,0 0-4 16,7 7-42-16,-7-7-47 0,9 1-64 15,-9-1-78-15,20 0-92 0,-7-2-127 16,2-2-147-16,8 1-197 0,1 0-102 16,15-3 76-16,1-1-637 0,3 2-791 0</inkml:trace>
  <inkml:trace contextRef="#ctx0" brushRef="#br0" timeOffset="44958.28">31590 11100 4006 0,'0'0'146'0,"-17"4"41"0,10 2 34 0,1 2 44 0,-1 0 25 0,4 1 3 0,-1 3-15 15,0 5-24-15,3-1-25 0,-1 4-25 16,-2 1-18-16,0 1-15 0,1 0-20 0,1-5-15 15,-5 4-14-15,4-3-13 0,-1-4-9 16,-2 1-6-16,5-4-7 0,-5-1 0 16,-1-1-2-16,2 0 1 0,-1-5-1 0,1 0-4 15,5-4-7-15,0 0-6 0,0 0-6 16,-16-14-28-16,16 2-34 0,5-9 0 0,4-12 0 16,8-16 0-16,6-2 0 15,5-3 0-15,14-16 0 0,0-1 0 0,7 6 0 0,-8 15 0 16,-1 8 0-16,-6 6 0 15,-4 7 0-15,-5 10-74 0,-3 7-138 0,-8 5-61 16,0 6-76-16,-3 2-90 0,-1 6-90 0,-2 4-135 16,-6 5-143-16,0 2 70 0,-6 4-660 15,-6 14-849-15</inkml:trace>
  <inkml:trace contextRef="#ctx0" brushRef="#br0" timeOffset="45129.1">31489 11405 4200 0,'-9'0'162'0,"9"0"36"16,0 0 40-16,-18-4 40 0,18 4 10 0,-2-8-19 16,2 8-30-16,0 0-50 0,14-20-77 15,-3 11-92-15,5 1-105 0,0-1-133 16,4 1-153-16,1-2-186 0,-2 2-170 16,4 0 62-16,-4 5-549 0,-2-1-678 0</inkml:trace>
  <inkml:trace contextRef="#ctx0" brushRef="#br0" timeOffset="45557.54">31772 11439 3420 0,'0'0'108'0,"-14"3"49"0,14-3 28 0,-8 3 18 16,8-3 16-16,0 0 5 0,0 0-14 15,0 0-14-15,0 0-22 0,0 0-19 0,0 0-16 16,0 0-23-16,0 0-9 15,31-10-8-15,-24 5-12 0,2-3-10 0,2 0 0 16,-2-2 10-16,-2-1 12 0,3-7 21 16,-2 1 7-16,-1-2 12 0,-1-3-3 0,0 1 4 15,0 4-6-15,-3 2 3 0,1 1 1 16,-2 2-7-16,0 2-12 0,-2 3-14 16,0-3-11-16,0 10-10 0,-4-10-8 0,4 10-3 15,0 0 0-15,-5-7-4 0,5 7-4 16,0 0 5-16,0 0-48 0,0 0-22 15,12-6 0-15,-12 6 0 0,22-2 0 16,-9 2 0-16,1-1 0 0,-14 1 0 0,26 3 0 16,-11 2 0-16,-1 2 0 0,-5 2 0 15,0 3 0-15,0 0 0 0,-4 3 0 0,-1 1 0 16,-2 1 0-16,-2 2 0 0,0-1 0 16,0 1 0-16,-2 0 0 0,-2 0 0 0,2-1 0 15,1-1 0-15,-4-1 0 0,3-3 0 16,-2 2 0-16,4-4-35 0,-1 0-439 0,-1-2-136 15,2-2-174-15,-2-1-84 0,2-6 87 16,2 9-797-16,-2-9-1019 0</inkml:trace>
  <inkml:trace contextRef="#ctx0" brushRef="#br0" timeOffset="45875.97">32315 11262 4152 0,'-9'-11'40'0,"6"6"91"0,-3-1 45 0,6 6 46 0,-11-1 61 0,11 1 36 0,0 0 34 0,-19 9-1 0,13-2-11 0,1 0-25 0,-2 0-26 16,3 3-29-16,4 3-27 0,-1-4-25 0,1 1-20 15,1 0-22-15,-1-1-34 0,4 1-110 16,-2 0-23-16,4-2 0 0,-4 1 0 0,4-3 0 16,-1 0 0-16,3-2 0 15,-8-4 0-15,14 4 0 0,-14-4 0 0,14 2 0 16,-14-2 0-16,0 0 0 0,20-13 0 15,-13 5 0-15,-3-2 0 0,0-4 0 16,2-1 0-16,-4-4 0 0,0 1 0 0,-2-2 0 16,0 3 0-16,0 2 0 0,-2 4 0 15,-5 1 0-15,2 2 0 0,-8 4 0 0,-5 4 0 16,-7 3-365-16,-5 4-111 0,4-2-112 16,5 4-153-16,3-2-101 0,5-1 92 0,6 0-756 15,1-1-953-15</inkml:trace>
  <inkml:trace contextRef="#ctx0" brushRef="#br0" timeOffset="46308.12">32467 11219 4297 0,'0'0'119'0,"0"0"69"16,0 0 58-16,0 0 61 0,0 0 21 15,0 0 0-15,-4 21-19 0,4-21-28 0,-6 18-30 16,0-8-27-16,3 1-24 0,-3-1-26 15,3 2-23-15,-4-3-29 0,3-1-29 0,1 1-22 16,-3-1-20-16,2-3-12 0,1 1 1 16,3-6-8-16,-9 6 1 0,9-6 1 15,0 0-1-15,0 0 6 0,0 0 11 16,12-27 9-16,0 12 9 0,5-8-44 16,0 0-24-16,0 2 0 0,-4 6 0 0,-1 2 0 15,-3 5 0-15,-1-1 0 0,0 5 0 16,-8 4 0-16,9-1 0 0,-9 1 0 0,0 0 0 15,10 17 0-15,-10-8 0 0,1 1 0 16,-2 0 0-16,1 1 0 0,1 1 0 0,-1-2 0 16,0 0 0-16,0 1 0 0,4-3 0 15,-2 1 0-15,3-2 0 0,0-1 0 16,-5-6 0-16,13 7 0 0,-6-7 0 16,-7 0 0-16,25 0 0 0,-13-3 0 0,3-2 0 0,-1 0 0 15,-1-1 0-15,0-1-92 16,-3 3-349-16,-1-2-54 0,-3 4-65 0,-1-3-93 15,-5 5-171-15,0 0 65 0,0 0 87 16,0 0-585-16,-39 13-717 0</inkml:trace>
  <inkml:trace contextRef="#ctx0" brushRef="#br0" timeOffset="46608.27">29629 12054 3804 0,'7'-12'180'0,"-7"4"-4"0,0-1-15 0,0 6-1 0,0 3 15 0,0 0 22 16,-22 3 13-16,5 7-8 0,-10 6-20 0,2 4-15 15,-4 1-17-15,3-1-16 0,0 4-23 16,-7 5-34-16,0 2-42 0,3 0-55 16,-1 0-61-16,9-6-76 0,-3-3-84 15,4-1-82-15,1-1-69 0,4-7-94 0,5-3-117 16,1-6-8-16,4-2 62 0,6-2-355 16,0 0-386-16</inkml:trace>
  <inkml:trace contextRef="#ctx0" brushRef="#br0" timeOffset="46775.84">29250 11927 2697 0,'2'-16'169'0,"0"5"45"0,2 4 41 16,-1 3 45-16,-3 4 42 0,11-2 25 0,-11 2 11 15,0 0-8-15,33 14-24 0,-16-2-33 16,8 10-31-16,0-3-25 0,4 0-52 16,-1 1-77-16,-3 1-107 0,1 2-119 0,-3-1-142 15,2-3-157-15,0-3-178 0,-10 2-184 16,-2-4 64-16,-5-4 78 0,2 2-493 15,-7-3-579-15</inkml:trace>
  <inkml:trace contextRef="#ctx0" brushRef="#br0" timeOffset="48275.11">30544 11764 3322 0,'0'0'172'0,"0"0"15"0,-8-10-2 0,8 10 18 0,0 0 24 16,0 0 21-16,0 0-4 0,8 26-5 0,-6-14-13 16,1 3-18-16,-1 1-11 0,1 2-15 15,-3 1-11-15,0 1-9 0,-3 4-8 0,3-6-9 16,-4 1-6-16,1 2-10 0,-3-4-9 15,-1 1-7-15,-2-4-6 0,4 0-1 0,-4-2-9 16,-1-2-9-16,-2-2-10 0,5 0-5 16,-4-7-14-16,-1 1-3 0,12-2-8 15,-20-3-5-15,9-5-4 0,0-3-16 16,6-5-10-16,-1 0-13 0,3 0 8 0,2 0-4 16,1 2 5-16,1 0-7 0,-1 1 4 15,3 4 7-15,3 1-11 0,-2 1 3 16,1 2 1-16,-5 5 8 0,16-4-4 0,-16 4-4 15,16 2 2-15,-5 1 9 0,3 4-8 16,-1-2-2-16,1 1-3 0,-3 0 1 0,-2-2-2 16,5 3 0-16,-4-2 5 0,0 0-2 15,-3 1 4-15,1-4-4 0,-8-2-2 0,13 2 3 16,-13-2-5-16,17-4 0 16,-8-2 0-16,3 0-7 0,3-7-2 0,3-1 0 15,3-4 4-15,1 0-1 0,-4 3-5 16,-6 3 1-16,4 0 1 0,-7 5 2 0,1-1 6 0,-2 1 3 15,-1 3 14-15,-7 4 12 16,11-1 6-16,-11 1 7 0,0 0-5 0,20 8-5 16,-13 1-1-16,1-3-12 0,0 7-20 15,-1-3 0-15,4 2 0 0,1 2 0 0,1-1-36 16,-2-4-47-16,1-1-24 0,1-1-23 16,3-2-13-16,-3-3-23 0,1 0-14 0,3-2-17 15,0-2-9-15,2 0-5 16,2-6 4-16,6-4-1 0,-1-2 3 0,1-1 7 15,0-4 16-15,-5-2 20 0,3-3 23 16,-4 0 20-16,2-3 20 0,-2-2 36 0,-2 1 33 16,-1 1 32-16,-3 0 34 0,-3 7 33 15,-1 5 31-15,-4 3 20 0,-1 4 14 0,-3-1 5 16,2 5 4-16,-5 4 37 0,0 0 0 16,0 0 13-16,0 0-6 0,0 31-17 0,-7-14-15 15,4 5-10-15,-3 1-19 0,1 8-12 16,-1-5-12-16,0-4-8 0,4 2-7 15,-2 0-13-15,4-5-17 0,0-4-17 0,0-1-10 16,-2-2-4-16,4 0-12 0,0-3 1 16,-2-2-4-16,0-2-5 0,0-5 6 0,5 5-15 15,-5-5 2-15,0 0-5 0,0 0-1 16,0 0 1-16,0 0-5 0,0 0-2 16,-5-21 0-16,-4 16 5 0,-4 5-3 15,-5 0 2-15,-5 3-2 0,0 3 6 0,-8 5 10 16,9 0-5-16,-3 7 3 0,6 1 5 15,6 1 11-15,4-3 9 0,4-1 10 0,1 1 2 16,3 0 11-16,2-1 12 0,3 2 3 16,3-3 8-16,2-1-55 0,0-2-19 0,3-3 0 15,1 1 0-15,3-2 0 0,-1-3 0 16,2-3 0-16,2 0 0 0,-4-2 0 0,2-2 0 16,0 0-67-16,-2-1-294 15,3 0-143-15,1-6-192 0,-4 1-197 0,1 2 76 16,2-2 90-16,-2 3-676 0,0 1-856 15</inkml:trace>
  <inkml:trace contextRef="#ctx0" brushRef="#br0" timeOffset="48775.78">31865 12163 4292 0,'-9'-5'178'0,"9"5"3"0,0 0 29 0,0 0 43 0,0 0 22 0,0 0-9 0,0 0-25 15,25-1-23-15,-25 1-25 0,20-2-20 16,-20 2-20-16,19-2-19 0,-8 0-18 0,-1-1-14 16,-10 3-18-16,21-7-4 0,-14 2-13 15,1-2-8-15,-2 0-4 0,0-1-7 16,-1-4 3-16,-3 0-18 0,0-2-4 0,-2 1-5 15,0-4-5-15,-2-3-4 0,-4 4 0 16,3-5-6-16,-3 5-3 0,0 1 1 0,-2 1-1 16,-1 5 4-16,-3 1 1 15,1 3 7-15,-2 4-1 0,1-2 3 0,12 3 10 16,-29 5 6-16,22-1-1 0,0-1 2 16,7-3-6-16,-6 9-3 0,6-9 3 0,9 11-7 15,2-5 1-15,5 2-5 0,1-4-4 16,4 4-4-16,2-4 3 0,-3 3-3 0,4 2-2 15,-5-2 2-15,-4 0-2 0,0-1 2 16,-2 0 2-16,-1 4 3 0,-2-3 2 0,-1 0-2 16,-1-2 3-16,-2 5-4 0,1-2-4 15,-1-1-3-15,-3 0-10 0,3 2-27 0,-1-4-36 16,-4 0-67-16,5 0-62 0,-2 0-72 16,-4-5-74-16,5 9-104 0,-5-9-105 0,6 2-157 15,-6-2-87-15,8 5 83 0,-8-5-641 16,0 0-806-16</inkml:trace>
  <inkml:trace contextRef="#ctx0" brushRef="#br0" timeOffset="49143.09">32335 12086 3859 0,'0'0'107'0,"0"0"47"0,0 0 41 0,0 0 37 0,0 0 34 0,0 0 28 0,0 0-6 0,0 0-26 16,0 0-25-16,0 0-31 15,0 0-20-15,0 0-35 0,0 0-36 0,0 0-44 16,6-10-40-16,-6 10-38 0,13-5-26 0,-5 2-6 16,-3-1-6-16,1-3 7 0,0-2 3 15,-2 1 0-15,0 0 3 0,-2-2 7 16,-2 2 1-16,-2-1 2 0,0 3 5 16,2 6 2-16,-9-8 8 0,-1 4 3 0,10 4 3 15,-24 0 21-15,24 0 3 0,-24 10 17 16,9 1 18-16,0-1 10 0,1 4 4 0,1 1 1 15,-1 1 12-15,5-1-7 0,0 1-5 16,0 1-6-16,6-5-4 0,1 5-6 0,2-6 2 16,0 1-8-16,4 0-29 0,2-5-31 15,2-2-34-15,1 0-42 0,3-3-46 16,3 0-62-16,-3-2-74 0,10-4-45 16,1-1-52-16,7-6-36 0,3-7-40 0,-3-2-15 15,6-11-6-15,2-5 3 0,-1-7-6 16,-1-6-591-16,7-17-528 0</inkml:trace>
  <inkml:trace contextRef="#ctx0" brushRef="#br0" timeOffset="49574.71">32848 11519 2762 0,'27'-48'-51'16,"-10"16"66"-16,-4 9 39 0,-6 4 25 16,-1 5 28-16,-4 6 44 0,-4 2 44 0,2 6 41 15,0 0 32-15,0 0 20 0,-31 24 23 16,15 2 8-16,-4 6 5 0,0 10-8 0,-3 5-16 16,0 9-24-16,-2 2-24 0,-5 20-29 15,-1-1-14-15,-1 1-21 0,-1-1-20 16,8-16-16-16,-9 14-16 0,7-15-14 15,4 1-20-15,-1-6-24 0,-1-5-26 16,6-1-20-16,-1-10-22 0,4-7-10 0,5-11-13 16,3-5-8-16,2-5-26 0,0-1-29 15,3-6-19-15,3-4-15 0,0 0-5 0,0 0-6 16,0 0-9-16,13-29-15 16,-5 8-5-16,3-8-6 0,0-5 1 0,3 0 14 0,5-9 19 15,0-5 7-15,0 1 16 0,2 8 4 16,-6 6 14-16,-4 8 23 0,2 6 29 0,-6 5 24 15,-2 1 26-15,1 6 19 0,-2 0 20 16,-1 2 16-16,-3 5 12 0,11-4 5 16,-11 4 6-16,0 0-7 0,0 0-2 15,7 21-9-15,-5-9-7 0,-2 0-5 16,-2 0-16-16,0 3-1 0,-2 2 3 0,1-5-17 16,-3 5 0-16,0-5-10 0,-2-1-5 15,3 1-21-15,-1-1-31 0,1-5-36 0,-2 0-44 16,3-2-42-16,4-4-51 0,-5 2-48 15,5-2-55-15,0 0-42 0,-2-14-49 0,4 3-75 16,5-9-106-16,9-7-39 0,9-12 50 16,4-9-347-16,7 0-393 0</inkml:trace>
  <inkml:trace contextRef="#ctx0" brushRef="#br0" timeOffset="49956.89">32972 11652 2367 0,'17'-17'40'0,"-6"5"86"0,-2 4 67 0,-4 1 63 0,1 5 54 15,-6 2 56-15,0 0 38 0,0 0 14 16,0 0-9-16,5 27-13 0,-10-10-23 0,-4 13-19 15,-9 12-15-15,-2 4-29 0,-5 3-30 16,-5 5-26-16,4-3-26 0,-1 0-24 0,1-2-22 16,1-3-29-16,3-7-38 0,6-6-37 15,2-4-42-15,3-7-40 0,3-5-53 0,0-3-47 16,4-3-34-16,-1-3-33 0,3-2-17 16,0-1-12-16,2-5-12 0,0 0-9 15,0 0 6-15,0 0 17 0,0 0 20 16,27-19 25-16,-16 4 29 0,-4 5 30 0,11 0 38 15,-11 1 35-15,2 4 38 0,-6 2 39 16,-3 3 43-16,11-4 51 0,-11 4 34 16,0 0 26-16,0 0 13 0,10 12 1 0,-10-12-5 15,-2 17-9-15,0-7-17 0,0 1-16 16,2-3-17-16,-4 4-17 0,4-3-74 16,0-1-69-16,2 1 0 0,0 0 0 0,2-4 0 15,0 1 0-15,-4-6 0 0,12 8 0 0,-5-6 0 16,0-2 0-16,-7 0-185 15,0 0-65-15,23-4-53 0,-15 2-69 0,-8 2-70 16,14-4-73-16,-9 4-95 0,-5 0-178 0,0 0 62 16,0 0 75-16,0 0-488 0,0 0-607 15</inkml:trace>
  <inkml:trace contextRef="#ctx0" brushRef="#br0" timeOffset="50543.25">29826 12653 3461 0,'4'-2'134'0,"-4"2"-1"0,0 0 15 0,0 0 36 0,-7 18 33 0,7-18 15 0,-7 21-2 0,1-9-15 0,1 3-13 15,1-1-24-15,2-2-20 0,-2 2-9 0,4-2-21 16,-2 0-10-16,2-2-16 15,2-1-26-15,4-1-27 0,1 0-22 0,4-3-20 16,1-4-22-16,3 1-21 0,5-5-12 16,1-2 0-16,1-3-1 0,9-4 6 0,-8 0 5 15,-6 3 6-15,0-1 2 0,-1 2 10 16,-5 1 11-16,0 3 11 0,-1-2 10 0,-1 0 5 16,-3 3 2-16,2 0 10 0,-8 3 20 15,13 0 13-15,-13 0 20 0,0 0 13 16,27 3 10-16,-14-1 3 0,2 1 1 0,6-1-15 15,2 0-4-15,2-2-3 16,5 0-21-16,-1-2-19 0,9-3-18 0,-2 1-17 16,-6-1-18-16,2-3-14 0,-7 3-3 15,-1-1-5-15,-7 1-2 0,0 2-16 0,-5-2-22 16,-1 3-18-16,0-1-17 0,-1 1-17 16,-2 0-14-16,-8 2-25 0,9-3-33 0,-9 3-57 15,5-4-61-15,-5 4-70 0,0 0-91 16,9-5-118-16,-9 5-35 0,3-5 63 0,-3 5-356 15,8-7-397-15</inkml:trace>
  <inkml:trace contextRef="#ctx0" brushRef="#br0" timeOffset="52141.14">30753 8208 929 0,'-28'-4'422'0,"5"1"-144"0,2-2-94 0,6 1-30 0,-2-2 2 0,3 2 6 16,3-1-9-16,-1 1-7 0,5-1-7 0,1 0-9 16,6 5-16-16,2-10-7 0,7 5-11 15,16 1-12-15,18 1-13 0,20-2-7 16,10 1-5-16,13 4-11 0,33 0-17 16,6 6-7-16,8 2-5 0,7 0 5 0,3 5-8 15,3 2-1-15,1-1-6 0,-6-2 3 16,-12 0-5-16,-10-4-2 0,-33-4-2 0,-11 1 8 15,-7-2-6-15,-19 0 15 0,-8-1 22 16,-11-2 14-16,-8 0 21 0,-2-2 25 16,-8-1 9-16,4 2 1 0,-5-3 2 0,-1 1-3 15,0-1-9-15,-3 1-9 0,0 1-9 16,2-1-11-16,-9 3-7 0,11-4-10 16,-11 4-14-16,0 0-12 0,0 0-6 15,16 6-13-15,-15 0-15 0,-1 1-18 0,0 3-15 16,0 1-15-16,0 3-3 0,0-1 0 15,0 1-1-15,-1 2 10 0,-1 3-1 0,-3 3 6 16,0 10 9-16,-5 6-3 0,-5 6 9 16,-4 6 8-16,-4 2 6 0,-2 5-1 0,-4-1 12 15,-1 0-3-15,-4 16 0 0,5-11 12 16,2-3 7-16,5-2 6 0,-1 2 4 0,6-5-2 16,2-5 2-16,1-11 2 0,3-1 7 15,2-4 6-15,-2-8 5 0,8-3 2 0,-3-6 7 16,1-1 5-16,-1-2 15 15,1-2 11-15,0 0 14 0,-1-4 14 0,3 0 9 0,-1 1 4 16,-5-1-6-16,-3 0-9 16,-3 0-7-16,-17 2-10 0,-9-1-5 0,-13 3-11 15,0 0-9-15,-15 0-9 0,-7-3-4 16,-8 1 1-16,-8-4-7 0,-26-1-10 0,-2 0 0 16,0-3-1-16,3 0-4 0,29 0-5 15,-27-2-3-15,27 4 4 0,4-2-5 16,10 2 0-16,1 0-6 0,9 0-1 0,5 3-3 15,15 1 2-15,4-2 1 0,9-2-9 16,7 1 5-16,3 0-8 0,3-1-1 0,4 2 2 16,1-3-3-16,2-1 0 15,11 0-2-15,-16 2-14 0,16-2-27 0,0 0-33 16,0 0-47-16,-14-3-63 0,14 3-107 16,0 0-118-16,4-12-141 0,-4 12-200 0,10-12 61 15,-5 7 82-15,1-7-458 0,-1 4-533 16</inkml:trace>
  <inkml:trace contextRef="#ctx0" brushRef="#br0" timeOffset="55439.94">26999 6050 3048 0,'-34'4'-64'0,"13"-2"8"0,8-1 9 0,9 1 4 0,4-2 7 0,0 0 8 16,61-6 3-16,9-5 3 0,39-3 1 15,17-5 5-15,11 2 1 0,9-1 2 16,-1-1-2-16,-3-2 1 0,-15 3 4 15,-9-2-5-15,-11 2-23 0,-31 4-26 0,-7-1-51 0,-10-5-87 16,-7-1-186-16,-11-1-225 16,-14 6-111-16</inkml:trace>
  <inkml:trace contextRef="#ctx0" brushRef="#br0" timeOffset="55622.85">27617 6183 1947 0,'-7'3'83'0,"2"-1"-7"0,5-2-7 15,0 0-8-15,0 0-5 0,25-22-3 16,0 6 7-16,5-6-2 0,14-4-3 0,6 1-4 16,1-2-10-16,9-2-5 0,-3 3-2 15,0 5-20-15,-1 0-46 0,0 0-70 16,-8 5-95-16,-8 2-137 0,-4 1-128 16,-8 2-71-16,-6 2-37 0</inkml:trace>
  <inkml:trace contextRef="#ctx0" brushRef="#br0" timeOffset="58289.38">6675 6280 2437 0,'-27'-6'57'0,"2"-2"-12"0,2 5-15 0,5-1-5 0,0-2-3 0,2 2 23 15,2 4 9-15,5-4-1 0,-1 2-2 16,10 2-4-16,0 0 1 0,0 0-1 0,53 2 1 15,15 2-2-15,16 0-7 0,38 2-5 16,16 1-4-16,11 1 0 0,5 2-3 16,0 1 0-16,3-5-3 0,0 2-5 0,-6-2 0 15,-10 0 4-15,-13-3-11 0,-10-2 2 16,-32 2 0-16,-8-3-3 0,-13 0-6 16,-18 2-8-16,-11-2-16 0,-11 2-16 15,-5-4-25-15,-7 2-42 0,-6 0-61 0,-7 0-70 0,0 0-140 16,0 0-115-16,0 0-161 15,0 0-145-15</inkml:trace>
  <inkml:trace contextRef="#ctx0" brushRef="#br0" timeOffset="59022.55">6466 6249 1784 0,'3'-10'72'15,"-1"3"32"-15,0 4-11 0,-2 3-11 16,0 0-6-16,0 0 13 0,0 0 23 0,-4 30 22 15,-3 3 25-15,-7 13 4 0,-3 10 4 16,-4 2 9-16,0 7-3 0,-10 13-10 0,4-2-5 16,2-12 2-16,2 0-13 0,-1-2-5 15,1-4-10-15,5-2-12 0,2-4-8 16,1-5-14-16,3-11-2 0,5-3-11 16,1-7-8-16,1-5-6 0,1-4-8 0,2-3 0 15,2-1-12-15,0-1 1 0,0-4-3 16,6 1-6-16,1-2-1 0,4 0-6 0,5-2-4 15,5 0-3-15,3 2-7 0,19-2-2 16,0-1-14-16,20 1-14 0,8-2-17 16,11 0-18-16,30 4-2 0,14 5 3 0,10 2 5 15,8-1 1-15,15 4 8 0,6-3 2 16,9 2 5-16,-3-1-1 0,-3-1 1 0,-10 2 2 16,-9-1 2-16,-10-1 7 15,-11 1-4-15,-20-1 1 0,-30-4 3 0,-9 2 3 16,-14-1-2-16,-17-5 2 0,-10-1-2 15,-4 1 6-15,-7-3-6 0,-4 2 14 0,1-3-3 16,-5 2 21-16,0-1 11 0,-3-1 12 16,-6-2 13-16,14 4 4 0,-14-4 4 0,9 4 5 15,-9-4 5-15,7 2 5 0,-7-2 8 16,0 0-1-16,0 0-6 0,0 0-7 0,16-10-9 16,-16 3-5-16,2-7-10 0,-2-3-5 15,0-7-6-15,0-15-6 0,-4-3 0 16,4-5-11-16,0-21 2 0,-2-4-5 15,1-2-5-15,1-6-1 0,0-4-2 16,0 2-5-16,1 6 0 0,-1 4-3 0,-1 7-2 16,-3 9-3-16,-1 13 4 0,3 4-5 15,-3 7-10-15,1 8-16 0,1 5-15 0,-3 6-28 16,2 4-20-16,-4 6-29 0,1 3-60 16,7 0-69-16,-25 10-65 0,0 7-91 0,3 2-167 15,-2 3-106-15,-1 0 82 0,0 0-417 16,-3 3-487-16</inkml:trace>
  <inkml:trace contextRef="#ctx0" brushRef="#br0" timeOffset="59539.98">7721 6522 2797 0,'10'-8'-2'0,"-1"-1"41"0,-3 2 22 0,-1 2 9 0,-1 0 32 0,-4 5 35 0,5-10 23 0,-5 10 1 16,0-7-9-16,0 7-4 0,0 0 19 0,0 0 15 16,-56 25 7-16,12 7 10 15,-5 3 2-15,-17 11 7 0,-6 5 12 0,-1 0 0 0,-4-3 17 16,3 1-12-16,6 0-9 15,2-2-13-15,17-11-17 0,1-1-1 0,6-4-15 16,6-4-16-16,6-4-12 0,3-2-18 16,2-1-10-16,2-3-11 0,6-3-11 15,5-4-10-15,-1-2-6 0,6 1-9 0,-1-3-7 16,0 0-9-16,1 0-30 0,1-4-29 16,6-2-25-16,-8 6-52 0,8-6-73 0,0 0-77 15,0 0-71-15,0 0-84 0,0 0-91 16,0 0-100-16,0-20-180 0,8 8 18 15,-2-1 82-15,1 1-522 0,4-6-647 0</inkml:trace>
  <inkml:trace contextRef="#ctx0" brushRef="#br0" timeOffset="59988.31">6925 6546 3285 0,'-4'-18'-3'0,"0"0"62"0,1 4 28 15,-1 1 41-15,2 1 34 0,-3 2 31 0,5-1 24 16,-1 3 21-16,-1-1 3 0,0 3-6 16,2 6-37-16,-2-11-19 0,2 11-19 0,0-7-14 15,0 7 26-15,0 0 12 0,0 0 15 16,21 29-1-16,1 0-15 0,5 12 1 16,10 4 0-16,19 13-3 0,2 1-3 0,7-1-13 15,6-1-12-15,3-3-16 0,2 3-4 16,2-3-8-16,-5 2-14 0,-9-12-8 15,-15-9-27-15,-10-3-76 0,-3-4 0 16,-11-8 0-16,0 1 0 0,-10-7 0 0,1-1 0 16,-7-2 0-16,2-1 0 0,-1 0 0 15,1 0 0-15,-2 1 0 0,-2-2 0 0,-2-1 0 16,1-1 0-16,1 0 0 0,-1 0 0 16,0-2 0-16,-6-5 0 0,6 10 0 0,-1-5 0 15,-5-5 0-15,4 8 0 16,-4-8 0-16,4 4 0 0,-4-4 0 0,0 0 0 15,5 8 0-15,-5-8 0 0,0 0 0 0,0 0 0 16,0 0 0-16,0 0 0 0,0 0 0 16,0 0 0-16,0 0 0 0,0 0 0 15,-11-23 0-15,0 17-4 0,-3 0-1048 0,0 2 94 16,-8-1 100-16,-4 0-951 0,-3 3-1237 16</inkml:trace>
  <inkml:trace contextRef="#ctx0" brushRef="#br0" timeOffset="61572.16">7111 7474 4524 0,'2'-5'-214'0,"2"0"60"0,-4 5 59 0,4-9 53 0,-4 9 45 0,2-6 46 0,-2 6 37 15,0-7 31-15,0 7 12 0,0 0 4 16,2-7-14-16,-2 7-12 0,0 0-15 0,0 0 10 15,0 0 13-15,-2 38-1 16,-6-7 2-16,2 6-5 0,-5 9 5 0,-1 4 9 0,-1-2 11 16,2-1-7-16,-1 3 2 15,-1-1-5-15,-1-1 13 0,3 0-4 0,-1-3-6 16,-1-6-4-16,2-5-7 0,-1-4-8 16,3-1-10-16,0-6-7 0,3-2-12 15,-4-4-3-15,3-3-12 0,1-3-5 0,3 2-8 16,-3-5-7-16,1 3 3 0,4-5-8 15,-3-1-4-15,0 2-4 0,4-7-2 0,-4 11-1 16,4-11-5-16,-3 9-2 0,3-9-4 16,-2 6-2-16,2-6 2 0,-4 8-10 15,4-8 3-15,0 0 0 0,-2 8-8 16,2-8 1-16,0 0 1 0,0 0-1 0,0 8 3 0,0-8-4 16,0 0-2-16,13 1 3 15,0 1-8-15,7 0 6 0,6-2-1 0,23 4-3 16,10 0-1-16,9 4 6 0,2-1-7 15,7-1-4-15,24 10 2 0,-21-2-5 0,22 1-2 16,-3 4 0-16,0-4 10 0,1 3-4 16,-19-7-2-16,0 3 4 0,-1-2 2 0,-1-2-1 15,0 3 3-15,-3-1-9 0,0-3 6 16,0-1 6-16,-1-2-2 0,-3 4-5 16,-1-5 4-16,-6-1 3 0,-4 1-6 15,-14 0 5-15,-3-3-5 0,-8 2 5 0,-9-2-5 16,-4 2 1-16,-6-4-2 0,-1 3 1 15,-4-2 1-15,-4-1 3 0,-8 0-2 16,19 3-5-16,-11-3 2 0,-8 0 4 0,14 0-1 16,-14 0 1-16,11 2-3 0,-11-2 6 15,7 2-5-15,-7-2-1 0,0 0 9 0,14 0-7 16,-14 0 4-16,0 0-2 0,0 0-4 16,9 2 4-16,-9-2 2 0,0 0 12 15,0 0-3-15,0 0 1 0,0 0 13 16,0 0 3-16,0 0 16 0,11-4 3 0,-11 4-3 15,0 0-2-15,0-13-4 0,-2 3-4 16,2-2-2-16,-2-5-28 0,1-6-5 0,-5-11 0 0,2-2 0 16,-1-6 0-16,-1-14 0 15,0 1 0-15,0-3 0 0,3 2 0 0,-1 14 0 16,2 1 0-16,-2 2 0 0,-1 2 0 16,2 8 0-16,1 8 0 0,0 3 0 0,1 2 0 15,-3 4 0-15,2 0 0 0,0 2 0 16,-3 1-36-16,-1 2-119 0,-2 2-58 0,0 2-68 15,-3 0-91-15,11 3-100 16,-23 3-115-16,8-2-184 0,0 1-1 0,-5 2 90 16,2-3-627-16,-7 5-768 0</inkml:trace>
  <inkml:trace contextRef="#ctx0" brushRef="#br0" timeOffset="62521.25">7961 7800 3183 0,'0'0'-220'0,"0"0"40"0,0 0 33 0,0 0 40 0,-5-4 28 15,5 4 25-15,0 0 29 0,0 0 26 0,0 0 18 16,-6-6 16-16,6 6 17 0,0 0 7 15,0 0 12-15,0 0-3 0,-4-6 3 0,4 6 4 16,0 0 2-16,0 0-1 0,0 0 21 16,0 0 23-16,0 0 14 0,0 0-6 15,0 0 1-15,0 0 3 0,-13 14 2 16,7-9 5-16,0 4 4 0,-1 3-3 0,2 2-3 16,-6 1-13-16,0 4-6 0,-4 6-8 15,0 1-9-15,1 2-7 0,-1-2 7 0,6-6-3 16,1-2-12-16,-2-1-5 0,5-4-6 15,-1-1-5-15,0-4-7 0,4 1-4 16,-2-2 11-16,2 0 3 0,2-7 31 0,-3 8 7 16,3-8 3-16,0 0-17 0,0 0-2 15,0 0-6-15,0 0-13 0,0 0-9 0,9-27-9 16,-1 13-9-16,0-6-3 0,-1 0-7 16,0 0-6-16,4-1 2 0,-4 3-10 0,-1 2-3 15,-1 3 1-15,2 1-4 16,-4 1-6-16,1 3 1 0,0 4-4 0,-1-1 1 15,-3 5-6-15,11 0 3 0,-11 0 4 16,18 9-1-16,-5-2 11 0,4 4 2 0,8 6 10 16,0 1 3-16,-1-1-2 0,-1 3-8 15,-1 0 0-15,-6-4-9 0,-2 0 0 0,-1-4-2 16,-1-1 2-16,-1-1 3 0,-2 0-10 16,0-5 0-16,-4 2 1 0,3 0 1 0,-3-3 24 15,-5-4 25-15,10 8 24 16,-10-8 12-16,6 2-10 0,-6-2-5 0,0 0-12 15,13-11-4-15,-8 1-8 0,2-4-2 16,-2-1-13-16,3-5-6 0,3-9-19 0,-1-3-21 16,-1-2-16-16,1 3-18 0,-5 7-17 0,3 5-23 15,-6 4-22-15,2 3-39 16,-2 2-64-16,-2 3-55 0,-2 1-52 0,2 6-59 16,-9-1-61-16,9 1-79 0,0 0-86 15,-25 9-141-15,17-3 68 0,0 1-555 0,4-3-684 16</inkml:trace>
  <inkml:trace contextRef="#ctx0" brushRef="#br0" timeOffset="62839.83">8282 7943 3416 0,'0'0'5'0,"0"0"40"0,0 0 35 0,0 0 26 0,0 0 26 0,15-6 5 0,-15 6 14 15,0 0-4-15,0 0 13 16,0 0 12-16,10 10-1 0,-8-3-10 0,-1 0-15 15,1 4-8-15,2-3-16 0,-2 2-1 16,2 0-7-16,-3 1-14 0,3 0-9 0,0-1-9 16,0-4-3-16,-2 3-3 0,2-3 1 15,0 2-3-15,-3-2 20 0,-1-6-5 0,6 8-2 16,-6-8 0-16,7 6-9 16,-7-6-10-16,0 0-3 0,14 0-7 0,-14 0-3 0,15-10-3 15,-7 0-16-15,0 1-21 16,-1-3-26-16,2 0-29 0,0-1-29 0,-4 5-44 15,1-2-49-15,-3 3-69 0,1 3-76 16,2-2-54-16,-2 3-56 0,-4 3-36 16,4-5-38-16,-4 5-73 0,0 0-37 0,7-6-442 15,-7 6-517-15</inkml:trace>
  <inkml:trace contextRef="#ctx0" brushRef="#br0" timeOffset="63153.81">8544 7947 2719 0,'8'-2'8'0,"-8"2"67"0,12-2 36 15,-12 2 27-15,0 0 12 0,0 0 14 0,0 0 32 16,0 0 41-16,0 0 31 0,11 11 8 15,-15 1-3-15,2 4-7 0,-2 2-17 16,-3 4-6-16,1 1-11 0,-6 6-21 16,5-5-9-16,2-3-15 0,-3-2-16 0,0-1-11 15,2 1-7-15,3-4-14 0,-3-4-4 16,2 2-5-16,4-4 2 0,-1 0 10 0,1-1 2 16,3-3 2-16,5 3-16 0,1-4-13 15,3-1-11-15,3-1-13 0,-2 0-8 16,0 2-82-16,3-4-3 0,-3 0 0 0,3 0 0 15,-1 2 0-15,-15-2 0 0,19 0 0 16,-19 0 0-16,15 0 0 0,-15 0 0 0,15 0 0 16,-15 0 0-16,0 0 0 15,15 0 0-15,-15 0 0 0,10-6-90 0,-6 3-114 16,-4 3-53-16,7-8-53 0,-7 8-93 16,2-8-85-16,-2 8-104 0,0 0-167 0,-9-6 10 15,9 6 83-15,-18 0-583 0,18 0-711 16</inkml:trace>
  <inkml:trace contextRef="#ctx0" brushRef="#br0" timeOffset="63570.91">8714 8117 3267 0,'0'-7'-61'0,"0"-1"61"0,4-1 52 0,-4 1 51 0,2 1 46 0,-2 0 38 0,2 0 22 16,-2 7 4-16,0-11-11 0,0 11-16 0,0-6-20 16,0 6 17-16,0 0 16 0,0 0-4 15,-12 28 2-15,7-8-3 0,-1 0 1 0,-8 8 1 16,3-1-1-16,3-3-17 0,3-3-6 15,-1-4-4-15,2 0 3 0,4 0 2 16,0-3 2-16,0-1 0 0,4-3 1 16,3 2-4-16,0-1-12 0,2-2-9 0,4-2-58 15,3-4-93-15,-1 1 0 0,2-1 0 16,-4-1 0-16,1-2 0 0,-14 0 0 16,23 0 0-16,-23 0 0 0,20-2 0 0,-20 2 0 15,16-2 0-15,-9 2 0 0,-7 0 0 16,11-1 0-16,-11 1 0 0,0 0 0 0,0 0 0 15,18-2 0-15,-18 2 0 0,0 0-81 16,7-2-440-16,-7 2-182 0,0 0-212 0,0 0 84 16,0 0 81-16,-32 9-743 15,11-2-940-15</inkml:trace>
  <inkml:trace contextRef="#ctx0" brushRef="#br0" timeOffset="64837.71">5802 7198 3753 0,'0'-14'-242'0,"0"3"30"0,-2-1 32 0,0 4 35 0,2 0 33 0,-3 2 30 0,3 6 25 0,-4-7 16 15,4 7 11-15,-4-6 29 0,4 6 33 16,0 0 28-16,0 0 21 0,-12 23 15 16,7-7 26-16,-3 5 20 0,-1 12 15 15,-5 4 17-15,-2 15 9 0,-6 2 2 0,-1 4-3 16,-2 3 0-16,-3-1 0 0,-6 13-11 16,5-19-7-16,0 0-6 0,3-1-10 15,0-3-1-15,-1-5-14 0,4-1-8 0,5-13-4 16,7 1-21-16,-2-6-7 0,-1 0-11 15,3-5-6-15,3-6-8 0,1-2-3 0,1-1-11 16,2 0-5-16,-1 0-2 16,-1-1-3-16,3 0-7 0,-2 1-6 0,1 1-2 15,2-1-1-15,1 1-6 0,2-2 2 16,-1 2-3-16,4-1 4 0,3 1-5 0,7-1-2 16,11 3 8-16,9-3-11 0,6-3 4 15,17 1-9-15,8 0 6 0,12-6-4 0,4 4-4 16,7-3-2-16,0-1-5 0,-1 2-1 15,24-1-5-15,-23-4 3 0,-3 1 2 16,-1 0-1-16,-4-2 3 0,-7 0-1 0,-11 0-2 16,-12 0 2-16,-8 0 0 0,-12-2 0 15,-5 2 3-15,-5 0 3 0,-6 2-10 0,2-2 8 16,-3-2 8-16,-13 2 6 16,19 0 8-16,-7 0 14 0,-12 0 10 0,0 0-2 0,19 0-9 15,-19 0 4-15,0 0-5 16,17 0-10-16,-17 0-3 0,0 0-7 0,0 0-3 15,15 0-31-15,-15 0-15 0,0 0-58 16,10-2-59-16,-10 2-75 0,0 0-94 0,0 0-89 16,0 0-130-16,0 0-201 0,0 0 39 15,0 0 76-15,0 0-486 0,0 0-575 16</inkml:trace>
  <inkml:trace contextRef="#ctx0" brushRef="#br0" timeOffset="65837.1">6048 7838 3003 0,'10'-5'-58'0,"-10"5"7"0,7-2 7 0,-7 2 4 0,0 0 3 0,0 0 16 15,10-4 17-15,-10 4 14 0,0 0-1 0,0 0 0 16,0 0 11-16,0 0 16 16,0 0 6-16,0 0 8 0,0 0-3 0,9 6 14 15,-9-6 6-15,0 0 4 0,6 6 8 16,-6-6 5-16,0 0 14 0,0 0 10 0,4 5 1 15,-4-5 4-15,0 0 7 0,0 0-2 16,0 0-11-16,0 0 1 0,0 0-1 0,0 0 6 16,0 0-5-16,0 0-7 0,0 0-5 15,0 0-6-15,0 0-10 0,0 0-5 16,0 0 6-16,-12 9 0 0,-1 1 6 16,-3 4-4-16,-4 5 0 0,-3 1 1 15,5-4 3-15,7-1 0 0,0 0-8 0,1-3-10 16,3 0 17-16,3-3-2 0,0-1 0 15,3 2 11-15,-3-3 9 0,4-7 4 0,4 9 14 16,-4-9-14-16,12 3-8 0,-12-3-12 16,22 0-12-16,-8-6-5 0,2 0-9 0,1-1-9 15,-1-3-2-15,-2-3-5 0,-2 3-8 16,-1 0 0-16,-5 0-7 0,2 1 0 0,-4 3-4 16,0-2-1-16,-4 8-5 0,0 0 0 15,-10-9-5-15,10 9 3 0,-23 4-1 16,23-4 1-16,-26 8 2 0,8-3-2 15,3 1 9-15,1 0-2 0,3-1 1 0,2 3-3 16,-1-4-1-16,2 4 1 0,3-1-4 16,1-3 5-16,4-4-2 0,-2 13 0 15,2-13-2-15,8 9 5 0,-1-4-9 0,5-3 0 16,-1 0-3-16,-11-2 4 0,27 2-3 16,-12-4-2-16,-1-2-4 0,-1 2-1 0,-3-1 3 15,1-6 0-15,-2 3-1 0,-1-3-2 16,-2 1 0-16,1-1 0 0,-5-1 0 0,0 2 2 15,-2 1 1-15,0-2 2 16,0 9-2-16,-5-9-1 0,-5 6-2 0,-4 2 2 0,14 1 6 16,-47 13 6-16,10 1 11 0,-13 10 7 15,-6 7 2-15,-14 10-30 0,-1 7-12 16,-1 2 0-16,-7 3 0 0,2 3 0 16,-8 2 0-16,1 1 0 0,-5 0 0 0,-3 2 0 15,1-2 0-15,-1-3 0 0,-1 0 0 16,3-4 0-16,-3-2 0 0,5-1 0 15,2 1 0-15,5-3 0 0,1-3 0 0,4-1 0 16,19-12 0-16,3-4 0 0,8-4 0 16,4-3 0-16,14-7 0 0,7 1 0 0,4-8 0 15,6 0 0-15,1 1 0 0,0-3 0 16,3 2 0-16,1-3 0 0,6-3 0 0,-10 5 0 16,10-5 0-16,-9 4 0 15,9-4 0-15,0 0 0 0,-7 0 0 0,7 0 0 16,0 0 0-16,0 0 0 0,0 0 0 15,0 0 0-15,0 0 0 0,0 0 0 0,0 0 0 16,0 0-135-16,0 0-513 0,0 0-101 16,0 0-156-16,0 0 67 0,0 0-834 0,0 0-1108 15</inkml:trace>
  <inkml:trace contextRef="#ctx0" brushRef="#br0" timeOffset="66220.78">3512 9445 4559 0,'4'-9'-40'15,"-1"-3"68"-15,-3 4 30 0,2 2 14 0,-2 6 5 0,0 0 3 0,0 0 46 0,0 0 55 16,0 0 34-16,0 35 21 0,-2 0 10 16,2 6 7-16,0 0 0 0,-1 3-14 15,-1 0-13-15,0-1-8 0,-2 2-2 16,2-4-22-16,-1-5-15 0,3 5-16 16,0-5-17-16,-1-9-14 0,-1-5-12 0,2-3-106 15,0 1-14-15,-2-7 0 0,2 1 0 16,0-3 0-16,-2-3 0 0,2 4 0 0,-2-6 0 15,2-6 0-15,-2 11 0 16,2-11 0-16,0 0-282 0,0 0-122 0,0 0-101 0,-21-29-99 16,16 8-167-16,-5-8-49 0,-1-6 87 15,-1 0-652-15,-4-10-838 0</inkml:trace>
  <inkml:trace contextRef="#ctx0" brushRef="#br0" timeOffset="66537.22">3218 9079 4042 0,'-5'-21'101'0,"1"6"55"16,2 5 34-16,-3-1 35 0,5 3 30 0,0 1 13 15,0 7-9-15,-3-9-21 0,3 9-21 16,-2-8-25-16,2 8 1 0,0 0 11 16,12 22-2-16,-1 5-12 0,5 6-7 0,6 9 2 15,7 4-15-15,-1-3-16 16,1 4-15-16,3-5-11 0,4-1-13 0,-1-2-13 0,0-3-19 15,-5-6-83-15,-3-7 0 0,-5-2 0 16,-5-5 0-16,-2-5 0 0,-5-1 0 16,3-2 0-16,-7 0 0 0,2-1 0 15,-2-2 0-15,-3-2 0 0,-3-3 0 0,8 6 0 16,-8-6 0-16,0 0 0 0,0 0 0 16,0 0 0-16,0 0-220 0,0 0-158 0,5-17-92 15,-5 17-82-15,-5-12-124 0,-1 3-158 16,1-1 76-16,1 0-706 0,-1-6-911 15</inkml:trace>
  <inkml:trace contextRef="#ctx0" brushRef="#br0" timeOffset="66854.73">3891 8861 4354 0,'5'-16'95'0,"2"4"24"0,-4 7 9 16,-3-5 11-16,2 6 10 0,-2 4 5 0,0 0 30 15,0 0 42-15,0 0 24 0,-30 37 11 16,3 1-6-16,2 5-14 0,-4 8 1 0,-1 2-6 16,-1 2-3-16,3-3-1 0,1-3-5 15,2 1-11-15,3-6-16 0,6-9-150 0,1 0-50 16,3-6 0-16,3-8 0 16,2-1 0-16,1-6 0 0,0-1 0 0,2-1 0 15,0-3 0-15,1-1 0 0,-1-1 0 16,2 0 0-16,2-7 0 0,-4 12 0 15,1-9 0-15,3-3 0 0,0 0 0 0,-7 7 0 16,7-7 0-16,0 0 0 0,0 0 0 16,0 0 0-16,0 0 0 0,-9-17-658 0,7 12-227 15,0-5-41-15,2 2 109 0,-1-1-851 16,-1 0-1105-16</inkml:trace>
  <inkml:trace contextRef="#ctx0" brushRef="#br0" timeOffset="69169.8">4068 9818 4740 0,'6'-10'-101'0,"-5"3"53"0,3 2 57 0,-2-2 40 0,-2 7 28 0,3-7 15 0,-3 7 3 15,0 0 15-15,0 0 40 0,0 0 41 0,2 24 19 16,-4 0-32-16,-1 10-4 0,1 6-5 15,0 1 8-15,2-1-11 0,0 1-6 16,-2-2-7-16,2-1-8 0,0-8-12 0,0-4-17 16,2-2-5-16,-4 0-14 0,2-5-8 15,0 2-13-15,-1-4-6 0,-1-1-14 16,0-3-25-16,2-1-44 0,-2-3-46 16,2 1-42-16,0-2-52 0,0-2-66 0,0-6-73 15,0 0-64-15,0 0-52 0,0 0-33 16,0 0-42-16,6-39-40 0,4 10-78 0,-1-5-48 15,0 2-500-15,3-3-615 0</inkml:trace>
  <inkml:trace contextRef="#ctx0" brushRef="#br0" timeOffset="69572.03">4169 9933 2937 0,'-2'-18'-68'15,"0"1"43"-15,-2 4 42 0,-1 3 32 16,1-3 36-16,2 1 34 0,-3 1 27 0,2-1 19 16,1 0 21-16,2 3 7 15,0 1-3-15,0-1-12 0,2 0-12 0,3-2-15 16,0 5-14-16,4-2-13 0,-1 2-11 15,2 2-9-15,3 2-11 0,1-1-8 0,-14 3-9 16,30 3-6-16,-17-1-6 0,-2 2-8 16,1 4-2-16,1 4-5 0,-4-1-4 0,-2 3 0 15,-2 0-5-15,-3 3-2 0,-2 0 3 16,-2 2-7-16,-1 3 1 0,-3 1-1 16,0-2 5-16,-2 0-3 0,3 1-3 0,-3 1 0 15,2-2 1-15,0-1-2 16,1 1-1-16,1-4-2 0,2 0 1 0,-1 0-4 0,-1-2 1 15,4 1-4-15,2-1 4 16,2-1 0-16,-3 1 3 0,3-4-3 0,2 3-3 16,-5-4 3-16,3 0 2 0,-2-1 0 15,1-1 5-15,-3 0 5 0,2-3 13 0,-2-5 1 16,0 14 7-16,-2-6 14 0,-3 0-24 16,1-1-2-16,-3-1-1 0,2 2-2 15,-5-1-7-15,-2-2 1 0,1 0-11 0,1-3-12 16,10-2-30-16,-20 0-36 0,9 0-44 15,0-4-48-15,11 4-70 0,-16-7-85 0,9 3-76 16,2 2-99-16,5 2-137 0,-2-10-126 16,2 10 83-16,0 0-502 0,11-12-620 0</inkml:trace>
  <inkml:trace contextRef="#ctx0" brushRef="#br0" timeOffset="70136.23">4495 10260 3295 0,'0'0'76'0,"0"0"26"0,-4 5 27 0,4-5 25 0,0 0 25 0,0 0 16 0,0 0 10 16,0 0 8-16,0 0-11 0,0 0-12 0,-5 7-11 16,5-7-17-16,0 0-15 15,0 0-13-15,0 0-13 0,0 0-10 0,0 0-17 16,0 0-5-16,0 0-9 0,16-19-3 15,-16 19-13-15,4-8-7 0,-4 8-5 0,0-12-9 16,-2 3-5-16,-2-1-16 0,1-2 4 16,-3 0-13-16,-1-3 9 0,-1-3-7 0,-2 0-8 15,1 0-1-15,2 7-1 0,-2-1-5 16,2 0 8-16,1 5-8 0,-1 0 0 0,1 2-2 16,0-1 4-16,6 6-7 0,-11-5 3 15,11 5 2-15,0 0 6 0,-11-1-5 16,11 1-1-16,0 0 15 0,0 0 4 0,0 0 10 15,0 0 9-15,0 0 3 16,41-2-10-16,-19-5 6 0,0 1 10 0,-1 0 7 16,0-2 14-16,0-2 3 0,-2 5 2 15,-3-3-1-15,-3 2-3 0,-2 2-5 0,1 0-12 16,-5 2-7-16,-7 2-8 0,0 0 11 16,25 7 4-16,-17 0 7 0,-1 6 4 0,3-1-14 15,-3 5-2-15,1 0-4 0,-1 2-3 16,3 0-5-16,-4 1-2 0,1-1 2 0,1-2-8 15,-2-2-3-15,-2-1 1 16,1 0-5-16,-1-1 0 0,0-5-3 0,1 0-8 16,-3 2-34-16,2-3-39 0,-1 1-46 15,0-3-41-15,-1-1-53 0,0 4-52 16,-2-8-59-16,4 8-66 0,-1-6-49 0,-3-2-65 16,0 0-75-16,0 0-108 0,0 0-1 15,0 0-567-15,0 0-706 0</inkml:trace>
  <inkml:trace contextRef="#ctx0" brushRef="#br0" timeOffset="70319.66">4817 10028 3266 0,'0'-14'-84'0,"2"-3"59"0,0 7 43 16,-2 3 33-16,0-1 33 0,0 8 18 0,4-8 21 0,-4 8 52 0,0 0 25 0,0 0 11 0,21 17-10 0,-14-1-13 16,4 3-17-16,2 9-14 0,-4 2-18 0,-2-6-9 15,-1-3-16-15,-2 4-16 16,0-5-30-16,2 2-40 0,-5-2-59 0,-1-2-60 0,0-3-76 15,-1-1-75-15,-1 1-77 16,-2-3-101-16,2-5-174 0,0 0-8 0,-1-4 62 16,3-3-280-16,0 0-305 0</inkml:trace>
  <inkml:trace contextRef="#ctx0" brushRef="#br0" timeOffset="71085.92">4920 9869 2533 0,'-2'-13'153'0,"0"3"18"0,0 3 12 15,2 0 3-15,0 7-4 0,-3-9-14 16,3 9-17-16,0-8-15 0,0 8-19 16,0 0-20-16,3-9-32 0,-3 9-29 15,0 0-33-15,0 0-44 0,0 0-46 0,23 4-31 16,-23-4-14-16,10 8-9 0,-5-5 14 16,-3 4 10-16,2 2 14 0,-4 0 11 0,2-1 19 15,-2 2 35-15,-2 4 35 0,0-2 37 16,0 5 41-16,0 2 25 0,0 0 33 0,2 4 16 15,-3-6 9-15,1 1 14 0,4 1-1 16,-2-1 3-16,0-2-5 0,3 2-1 16,-1-3-5-16,2-1-7 0,0-2-4 15,0-4-6-15,4 1 2 0,-1-2-6 16,0-2-11-16,5 0 2 0,-4-3-11 0,-8-2-14 0,21-4-28 16,-6-1 2-16,-4-2-11 15,3-1 0-15,1-4 3 0,0 0 14 0,-4 1 7 16,-2 5-3-16,0-5-9 0,-2 5-6 15,-1 2 0-15,-6 4-17 0,12-9-5 0,-5 8-4 16,-7 1 9-16,0 0-8 0,0 0 19 16,23 6-12-16,-17-2 1 0,1 3-5 0,1-2-4 15,-2 2-11-15,3-1-1 0,-1 0-1 16,-3-1-4-16,4 0-3 0,-9-5-5 16,9 5-3-16,-9-5 0 0,7 6 2 0,-7-6-5 15,9 4 4-15,-9-4-6 0,0 0 2 16,18-8 1-16,-11 1-2 0,5-3-7 15,-6-2-1-15,7-3-7 0,-3 2 7 16,-1 1-5-16,-1 2 1 0,-3 2 0 0,4 0 3 16,-6 1-3-16,1 3-7 0,-4 4 10 15,0 0 24-15,0 0 5 0,0 0 5 0,21 15-3 16,-17-3-5-16,1 2-2 0,-1 1-34 16,5 3 0-16,0 0 0 0,0 1 0 0,8 9 0 15,-2-3 0-15,5 1 0 0,2-2 0 16,1 0 0-16,2-1 0 0,-4-4 0 0,-1 1 0 15,-4-3 0-15,-3-5 0 16,-4 0 0-16,2-3 0 0,-6 3 0 0,-1 0 0 16,-2-1 0-16,-6 1 0 0,-2 2 0 15,-8 3 0-15,-8 5 0 0,-8 1 0 0,-11-1 0 16,1 2 0-16,-3-3 0 0,-3 0 0 16,-1-4 0-16,-5-3 0 0,4 2 0 0,6-5 0 15,-2-3 0-15,2 1 0 0,3-4 0 16,6-1 0-16,8-1 0 0,4-3 0 0,3 0 0 15,2 0 0-15,1-2 0 0,1-1 0 16,3 1 0-16,1-2 0 0,5-1-156 16,-1 0-529-16,4-1-147 0,2 6-73 0,0-13 103 15,4 3-834-15,1-1-1075 16</inkml:trace>
  <inkml:trace contextRef="#ctx0" brushRef="#br0" timeOffset="72318.85">6067 9387 4832 0,'-7'-17'72'0,"0"3"22"0,2 2 11 0,1 4 1 0,2 1 3 0,1 2 3 0,1 5 31 15,0 0 50-15,0 0 38 0,1 41-15 16,1-5-11-16,4 8-16 0,-1 12-15 0,2 2-9 16,2-2-10-16,-2 3-16 0,2-5-11 15,-4 0-10-15,3-1-14 0,-5-10-9 0,-1-2-9 16,-2-4-7-16,0-8-10 0,2-3-7 16,-2-6-3-16,0 0-10 0,-2-2-5 0,2-5-6 15,0 1-18-15,0-4-20 16,0-1 0-16,0-3 0 0,0-6 0 0,0 0 0 15,0 0 0-15,0 0 0 0,0 0 0 16,20-18-12-16,-13 7-8 0,0 3 4 0,-3-1-2 16,4 3 7-16,-4-2 2 0,0 2 3 15,1 0 3-15,-5 6 12 0,10-5 11 0,-10 5 10 16,0 0-5-16,0 0-14 0,28 9-11 16,-18-5 0-16,1 2 0 0,1 0 0 15,0 0 0-15,-3 0 0 0,0-3 0 0,3 2 0 16,-1-2 0-16,-2 3 0 0,3-3 0 15,-4-1 0-15,-8-2 0 0,19 0 0 0,-19 0 0 16,20-7 0-16,-7 1 0 0,-4 0 0 16,0-1 0-16,3-1 0 0,-3 0 0 0,-1 2 0 15,-2 2 0-15,-6 4 0 16,11-7 0-16,-11 7 0 0,9-4 0 0,-9 4 0 16,0 0 0-16,0 0-1 0,0 0 0 15,0 0 3-15,18 8-2 0,-18-8 0 0,9 8 0 16,-5-4 0-16,-4-4 0 0,12 7 0 15,-5-5 0-15,3 3 0 0,-10-5 0 0,17 0 0 16,-17 0 0-16,20-2 0 0,-8-1 0 16,1-3 0-16,1 0 0 0,-1-3 0 0,1-3 0 15,1-2 0-15,-4 3 0 0,-1 3 0 16,-3-1 0-16,1 0 0 0,-3 5 0 16,2-3 0-16,-2 1 0 0,-5 6 0 15,6-4 0-15,-6 4 0 0,0 0 0 0,0 0 0 16,0 0 0-16,5 17 0 0,-5-11 0 15,0 4 0-15,0-10 0 0,2 17 0 16,0-7 0-16,2 0 0 0,-1-1 0 0,-2-1 0 16,3-3 0-16,-2 2 0 0,2-1 0 15,-4-6 0-15,3 12 0 0,-3-12 0 0,4 8 0 16,-4-8 0-16,4 7 0 0,-4-7 0 16,3 7 0-16,-3-7 0 0,0 0 0 0,2 8 0 15,-2-8 0-15,0 0 0 16,0 7 0-16,0-7 0 0,0 0 0 0,3 9 0 0,-3-9 0 15,0 0 0-15,-3 12 0 16,3-12 0-16,-2 12 0 0,2-4 0 0,-3 1 0 16,-1 1 0-16,2-2 0 0,-1 1 0 15,-1 0 0-15,2-3 0 0,0 2 0 0,2-8 0 16,-4 9 0-16,4-9 0 0,0 0 0 16,0 0 0-16,8 6 0 0,-8-6 0 0,23-14 0 15,-3-7 0-15,5-2-94 0,8-10-81 16,-1-8-3-16,4-3-3 0,3-4 2 15,6-22 4-15,3-3 14 0,-3-7 14 0,2-3 15 16,-10-6 16-16,-1-2 12 0,-9-4 11 16,-4 8 16-16,-12 15 24 0,0 14 33 0,-10 4 26 15,-1 11 20-15,-1 10 5 16,-10 2-8-16,2 12 6 0,-7 7 7 0,3 5 15 0,-4 7 19 16,0 3 23-16,-8 11 10 15,2 8 18-15,-2 14 10 0,5 8 8 0,4 3-7 16,7 8-3-16,5 2 0 0,-1 4 0 15,5-1 2-15,4 1-6 0,1-3-2 0,1-3-7 16,1-1-104-16,3-4-12 0,-1-13 0 16,1 0 0-16,0-1 0 0,-1-7 0 0,-2-5 0 15,1-5 0-15,-2-4 0 0,0 1 0 16,-1-4 0-16,5-2 0 0,-4-1 0 0,1-1 0 16,1-1 0-16,-3-2 0 0,3-2 0 15,-2 5 0-15,-6-8 0 0,9 8 0 16,-3-4 0-16,-4 0 0 0,-2-4-96 15,7 5-290-15,-7-5-97 0,5 6-104 0,-5-6-132 16,5 6-110-16,1-2 88 0,1 0-738 16,7 2-928-16</inkml:trace>
  <inkml:trace contextRef="#ctx0" brushRef="#br0" timeOffset="73003.89">8026 9898 4414 0,'0'0'99'0,"-29"9"-1"15,29-9-1-15,-9 3 16 0,3 1 15 0,6-4 8 0,-9 5 1 16,7-2-7-16,2-3-10 0,-1 7-10 16,1-7-11-16,0 0-8 0,3 12-6 0,1-8-10 15,-4-4-8-15,9 3-5 0,-9-3-8 16,0 0-9-16,14-1-1 0,-14 1-1 0,0 0-9 15,11-11-1-15,-9 6-3 16,-2-2-5-16,0 0 2 0,-2 0-3 0,-2-3-2 0,-3 3 1 16,1 2 4-16,-4 0 5 15,-1 3 5-15,-3 2 9 0,-4 2 2 0,-3 3-1 16,-2 2 3-16,1 2 7 0,4 1 7 16,0 3-4-16,5 1-6 0,8 1-23 0,-2-1 7 15,7 1-20-15,5-3 16 0,6 5-9 16,7-5 0-16,0-2-13 0,14 2-14 0,3-4-19 15,3-4-21-15,0-7-17 0,4 1-16 16,0-5-16-16,7-7-5 0,3-4-3 16,-2-1 1-16,-1-10 5 0,-3 0 9 0,-3-8 8 15,0-6 9-15,-5-5 6 0,7-19 3 16,-9-7 10-16,1-3 4 0,-5-3 3 0,-7-2 3 16,-6-3 8-16,-7 18 21 15,-7 7 23-15,-5 15 31 0,-5 3 16 0,-9 9 18 16,-1 7 14-16,-4 11 4 0,-2 10 25 15,-2 5 20-15,-10 12 16 0,-5 12 4 0,6 11 3 16,5 10-1-16,7 5-3 0,8 9-13 16,4 2-11-16,8 3-12 0,4 0-10 0,5-1-12 15,3-3-7-15,1-4-30 0,1-3-66 16,3-3 0-16,-1-3 0 0,-4-13 0 0,0-2 0 16,3-4 0-16,-4-4 0 0,3-5 0 15,-3-5 0-15,1-5 0 0,1-5 0 0,5 0 0 16,-3-3 0-16,-2-1 0 15,2-1 0-15,5-3 0 0,-8 2 0 0,-2 0 0 0,2 2 0 16,-12 0 0-16,16-5 0 16,-9 5 0-16,-7 0 0 0,0 0 0 0,16 0 0 0,-16 0 0 15,6 5 0-15,-6-5 0 16,8 8-270-16,-8-8-201 0,0 8-100 0,0-8-140 16,-8 8-130-16,8-8 69 0,-7 5-777 15,-3-5-993-15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22:20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6684 2491 1077 0,'0'0'385'15,"-1"-7"-75"-15,1 7-23 0,0 0-9 16,-4-10 8-16,4 10 7 0,0 0 2 0,-2-7-3 15,2 7 9-15,0 0 10 0,0 0 12 16,-4-7-23-16,4 7-1 0,0 0-8 16,0 0-13-16,0 0-15 0,-1-7-16 0,1 7-25 15,0 0-17-15,0 0-20 0,0 0-24 16,0 0-20-16,0 0-11 0,0 0-15 16,0 0-7-16,-8 26-13 0,8-7-4 15,2 5-8-15,-2 1-8 0,0 13-7 0,0 0-6 16,0-1-4-16,0 0 0 0,0-6-3 0,0-6 6 15,0-1 7-15,0 2-34 16,0-7-34-16,-2 1 0 0,2-3 0 0,-3-1 0 16,3-3 0-16,0-1 0 0,0-2 0 15,0-3 0-15,0 3 0 0,-2-3 0 0,2-7 0 16,0 10 0-16,0-10 0 0,0 10 0 16,0-10 0-16,0 9 0 0,0-9 0 15,0 0 0-15,-3 9 0 0,3-9 0 0,0 0 0 16,-6 5 0-16,6-5-163 0,0 0-347 15,0 0-130-15,0 0-189 0,0 0-49 0,0 0 97 16,0 0-712-16,-13-14-940 16</inkml:trace>
  <inkml:trace contextRef="#ctx0" brushRef="#br0" timeOffset="516.26">7062 2421 3923 0,'4'-9'-95'0,"2"3"27"0,-3-1 17 0,3 2 18 16,-6 5 4-16,12-7 7 0,-12 7 7 15,15-2-3-15,-15 2 8 0,15 4-1 16,-5 6 8-16,-3 0 10 0,0 2 27 0,0 8 30 15,-4 5 26-15,-3 10 30 0,-3 6 25 16,-7 9 17-16,-5-2 8 0,-3-1 6 0,4-1 9 16,-2-12 1-16,5-1-19 0,1-6-8 15,2-5 3-15,4-4-15 0,4-3 3 16,0-3 1-16,0-1 3 0,4-3-19 0,6-4-5 16,1-2-11-16,5 0-10 15,-1-2-13-15,2-4-4 0,2-2-14 0,2 0-2 16,-6-1 1-16,-1-1 20 0,1 2 17 15,-7-2 25-15,-3 3 17 0,-1-4 6 0,-4 0 4 16,-4-2 2-16,-3-1 0 0,-14-11-56 16,-4 2-112-16,-4 4 0 0,1-2 0 15,-5 0 0-15,3 2 0 0,1 2 0 0,8 3 0 16,4 0 0-16,3 1 0 0,1 3 0 16,2-2 0-16,1-1 0 0,3-1 0 0,3-4 0 15,2 1 0-15,6-1 0 0,1-4 0 16,3 2 0-16,8-5 0 0,3-1 0 0,1 3 0 15,7 4 0-15,2 3 0 16,-6 5-407-16,0 2-636 0,3 0 89 16,-3 5 108-16,-2 2-834 0,0 2-1117 0</inkml:trace>
  <inkml:trace contextRef="#ctx0" brushRef="#br0" timeOffset="1998.41">8637 2435 4480 0,'0'-9'-72'0,"-3"1"62"16,3 8 42-16,-2-12 54 0,2 12 51 16,2-7 44-16,-2 7 21 0,0 0 14 15,0-10 0-15,0 10-36 0,0 0-21 0,0 0-22 16,0 0 3-16,0 0 29 0,4 32 11 15,-2 2-13-15,4 6-5 0,-3 4-1 16,1 11 3-16,-2-9-5 0,4 9-11 0,-5-10-10 16,3-4-12-16,-1-2-7 0,-3 0-10 15,2-10-4-15,-2-4-8 0,-2-4-11 0,2-3-69 16,-3 0-17-16,3-3 0 0,0-3 0 16,-2-3 0-16,2-1 0 0,0 1 0 15,0-9 0-15,-2 12 0 0,2-12 0 0,0 0-230 16,0 0-83-16,0 0-71 15,-7-23-55-15,7 10-42 0,0-9-67 0,2-3-58 0,2-10-74 16,-3 0-42-16,-1 4-566 0,0 4-748 16</inkml:trace>
  <inkml:trace contextRef="#ctx0" brushRef="#br0" timeOffset="2332.12">8642 2459 3362 0,'-4'-20'-96'0,"4"5"55"0,-6 5 50 15,4 2 55-15,0-1 46 0,2 9 32 16,-3-10 6-16,3 10 3 0,-6-6-12 0,6 6 33 15,0 0 24-15,-18 21 24 0,6 5 6 16,-8 6 19-16,0 9 12 0,-7 4-6 16,2-1 10-16,-2 0-5 0,4-3-8 0,7-10-2 15,-2 1-13-15,5-4-13 16,5-6-7-16,0-5-4 0,5-4 2 0,1 1-7 16,5-4-2-16,3 3-69 0,8-5-133 15,6 0 0-15,5-8 0 0,20 0 0 0,-2 0 0 16,7-6 0-16,7 0 0 0,-10 0 0 15,-2 0 0-15,-8 1 0 0,-6 2 0 16,-8 2 0-16,-5-1 0 0,-2 0 0 0,-3 0 0 16,-1 0 0-16,-12 2 0 0,17 0 0 15,-17 0 0-15,15 0 0 0,-15 0 0 0,0 0 0 16,10 0-51-16,-10 0-214 0,3 6-45 16,-3-6-71-16,0 0-72 0,-5 11-93 15,5-11-131-15,-8 12-141 0,7-9 75 16,1-3-599-16,-7 7-799 0</inkml:trace>
  <inkml:trace contextRef="#ctx0" brushRef="#br0" timeOffset="2698.9">9528 2470 3626 0,'4'-17'193'0,"-2"3"66"0,-1 3 36 0,-1 1 28 16,0 1 40-16,2 2 18 0,-2 7 21 15,2-13-15-15,-2 13-37 0,-2-9-38 0,2 9-41 16,0 0-34-16,0 0-18 0,0 0-11 16,18 30-5-16,-11 7-41 0,4 12-162 15,1 1 0-15,-2 4 0 0,-5-6 0 0,2-2 0 16,-4-5 0-16,1 0 0 0,-4-2 0 15,0-1 0-15,-2-9 0 0,-3-5 0 16,5-1 0-16,-1-6 0 0,-3-3 0 0,2-1 0 16,0-1 0-16,0-3 0 0,2-2 0 15,0-7 0-15,-5 8 0 0,5-8 0 16,0 0 0-16,0 0 0 0,-18-21-424 0,13 6-340 16,1-10-190-16,2-10 65 0,0-3 105 15,4-3-704-15,2-2-936 0</inkml:trace>
  <inkml:trace contextRef="#ctx0" brushRef="#br0" timeOffset="3048.35">9607 2313 4181 0,'-5'-8'51'15,"-1"3"24"-15,6 5 37 0,-9-2 43 16,9 2 53-16,0 0 42 0,-34 15 37 0,9 3 9 16,-2 5 7-16,-11 8 6 15,2 5-6-15,-4 0-10 0,0 2 9 0,4-1-9 16,2 0-19-16,3-1-24 0,12-7-20 15,1-3-211-15,9-3-19 0,4-2 0 16,1-6 0-16,4 1 0 0,5-3 0 0,6 5 0 16,5-7 0-16,17 3 0 0,4-4 0 15,6-3 0-15,0-2 0 0,5-1 0 0,-4-1 0 16,-3-1 0-16,4-2 0 0,-11 0 0 16,-4 2 0-16,-5-4 0 0,-2 2 0 0,-4 0 0 15,-2 0 0-15,-4 0 0 16,-1 2 0-16,-12-2 0 0,19 0 0 0,-19 0 0 15,17 0 0-15,-17 0 0 0,13 0 0 16,-13 0 0-16,0 0 0 0,0 0 0 16,16 0 0-16,-16 0 0 0,0 0 0 0,0 0 0 15,0 0 0-15,0 0-745 0,0 0-262 16,0 0 94-16,0 0 91 0,0 0-778 0,0 0-1040 16</inkml:trace>
  <inkml:trace contextRef="#ctx0" brushRef="#br0" timeOffset="3798.31">10921 2344 4262 0,'-10'-4'-106'0,"-1"0"43"0,4-1 50 0,-4 5 60 16,11 0 64-16,-14-6 55 0,14 6 42 0,-11-2 21 16,11 2 20-16,0 0-10 15,-12-4 20-15,12 4-7 0,0 0-4 0,0 0-19 16,-8-2-10-16,8 2-9 0,0 0-14 16,20-12-14-16,0 5-18 0,12-3-14 0,3 2-15 15,0-1-12-15,-9 3-16 0,-4 4-12 16,-2-2-12-16,-5 4-14 0,-1-3-6 0,-3 2-10 15,1 5-28-15,-1-4-25 0,-2 9 0 16,1 1 0-16,-3 6 0 0,-1 4 0 16,1 12 0-16,-5-2 0 0,-2 10 0 15,-2 1 0-15,1 3 0 0,-7 10 0 16,4-11 0-16,-1-1 0 0,-2-1 0 0,0 1 0 16,2-5 0-16,-1-2 0 0,0-3 0 15,5-6 0-15,-6-6 0 0,3-5 0 0,4-1 0 16,-1-2 0-16,-1-1 0 0,0-1 0 15,2-2 0-15,-2-1 0 0,2-7 0 0,-2 13 0 16,2-13 0-16,-2 9 0 0,2-9 0 16,0 0 0-16,0 8 0 0,0-8 0 15,0 0 0-15,0 0-46 0,0 0-776 0,23-17-163 16,-15 10 82-16,1-3-945 0,3-1-1275 16</inkml:trace>
  <inkml:trace contextRef="#ctx0" brushRef="#br0" timeOffset="4215.58">11790 2305 5352 0,'4'-15'-1'0,"2"7"56"16,-2 2 45-16,-3 0 48 0,-1 6 40 15,0-9 7-15,0 9 4 0,0 0-18 16,0 0 20-16,0 0 22 0,-14 24 4 0,-4 4-8 15,-11 11 8-15,1 8 7 0,-5 4-7 16,1 2-22-16,2-1-194 0,-3 2-11 16,6-3 0-16,4-1 0 0,2-3 0 15,6-3 0-15,4-9 0 0,1-4 0 0,6-6 0 16,3-4 0-16,1-4 0 0,1-4 0 16,5-2 0-16,2-1 0 0,5-2 0 0,2-3 0 15,1-5 0-15,1 0 0 0,2-2 0 16,-2-3 0-16,4-2 0 0,-6-2 0 15,0-2 0-15,-1-2 0 0,-3-3 0 0,-1 2 0 16,-2-1 0-16,-7 1 0 0,3 2 0 16,-4-3 0-16,-4 3 0 0,-1-2 0 0,-2 4 0 15,-4 0 0-15,0 3 0 16,-3 2 0-16,0 0 0 0,-6 3 0 0,5 0 0 16,-6 4 0-16,2 0 0 0,-2 1-678 15,2 1-191-15,4-1-67 0,1-3 101 0,3 2-822 16,11-2-1095-16</inkml:trace>
  <inkml:trace contextRef="#ctx0" brushRef="#br0" timeOffset="4682.17">12607 2298 4791 0,'0'-10'-2'0,"2"6"68"0,-2 4 59 0,5-8 64 0,-5 8 55 16,0 0 25-16,3-8 10 0,-3 8-11 16,0 0-25-16,0 0-24 0,0 0 42 15,0 0 16-15,4 22 4 0,0 2 4 0,-1 14-7 16,-3 5-160-16,4 12-118 0,-2 0 0 16,2 3 0-16,-2-12 0 0,-2 3 0 0,-2-3 0 15,-2-3 0-15,2-2 0 0,2-5 0 16,-2-5 0-16,0-10 0 0,2-1 0 0,-1-2 0 15,1-3 0-15,-2-3 0 0,0-3 0 16,2 1 0-16,0 0 0 0,0-3 0 0,0-7 0 16,0 11 0-16,0-7 0 0,0-4 0 15,0 0 0-15,0 0 0 0,17-3 0 16,-17 3-254-16,12-9-792 0,-7 2 91 16,1-2 102-16,-1 3-876 0,5-4-1161 15</inkml:trace>
  <inkml:trace contextRef="#ctx0" brushRef="#br0" timeOffset="5416.22">13297 2547 4685 0,'0'0'4'0,"2"-8"56"0,-2 8 43 16,6-5 40-16,-6 5 50 0,0 0 35 0,3-7 10 16,-3 7 6-16,0 0-13 0,0 0-14 15,0 0-13-15,5-7-7 0,-5 7-10 0,0 0-7 16,0 0-5-16,0 0-8 0,6-5-4 16,-6 5 0-16,0 0-2 0,0 0-6 15,1-9-62-15,-1 9-93 0,2-8 0 0,-2-1 0 16,2 1 0-16,-2-1 0 15,2-3 0-15,0-5 0 0,0 2 0 0,0-3 0 0,-2 5 0 16,0-1 0-16,-2 2 0 16,-2-3 0-16,-2 1 0 0,1 1 0 0,-3-2 0 15,-7 2 0-15,-5 4 0 0,4 5 0 16,-5 1 0-16,-3 3 0 0,-1 3 0 0,-5 5 0 16,-1 5 0-16,6 3 0 0,2 3 0 15,-1 1 0-15,10 1 0 0,0 0 0 16,6-6 0-16,1-1 0 0,2-1 0 0,4 1 0 15,-1-4 0-15,2 0 0 0,2-1 0 16,-1 1 0-16,-1-10 0 0,5 11 0 0,1-6 0 16,-6-5 0-16,12 3 0 15,-12-3 0-15,18 0 0 0,-18 0 0 0,17-2 0 16,-17 2 0-16,15-1 0 0,-15 1 0 16,11-2 0-16,-11 2 0 0,0 0 0 0,0 0 0 15,0 0 0-15,18 7 0 0,-14 1 0 16,-1 8 0-16,-1 5 0 0,2 2 0 15,3 12 0-15,-2 0 0 0,2-1 0 0,-1 0 0 16,-1-2 0-16,-1-4 0 0,-2-6 0 16,0-2 0-16,1-3 0 0,-1-2 0 0,-4-2 0 15,2 0 0-15,-3-3 0 16,1 2 0-16,0-5 0 0,-2 3 0 0,-3-2 0 16,0 1 0-16,-5-1 0 0,-1-1 0 15,-3 0 0-15,3 0 0 0,-4-3 0 0,0 0 0 16,3 2 0-16,3-4 0 0,0 1 0 15,1 0 0-15,0-3 0 0,10 0 0 0,-19 2 0 16,19-2 0-16,-15-2 0 0,6-1 0 16,4-2 0-16,-2-2 0 0,3-1 0 0,6-5-632 15,4 2-394-15,4-7 118 0,5 2-1005 16,10-6-1335-16</inkml:trace>
  <inkml:trace contextRef="#ctx0" brushRef="#br0" timeOffset="5848.83">13591 2387 5566 0,'6'-11'13'0,"-3"1"51"0,1 4 45 0,0 0 35 16,-4 6 25-16,3-8-11 0,-3 8-13 0,0 0 3 16,0 0 8-16,0 0 7 0,0 0-1 15,20 29-6-15,-18-10-1 0,-6 6-5 0,0 11-7 16,-3 2-13-16,-1 1-8 0,-2 0-11 15,-1-1-8-15,3-1-8 0,1-3-66 16,3-8-29-16,0-1 0 0,2-6 0 0,2 0 0 16,2-4 0-16,4 1 0 15,-1-4 0-15,5-2 0 0,3-2 0 0,-2-2 0 0,3-3 0 16,-1 0 0-16,-13-3 0 0,23-6 0 16,-12 0 0-16,-2-2 0 0,-4-7 0 15,-1 1 0-15,-4-2 0 0,-6-6 0 16,-6-9 0-16,-2 1 0 0,-8 0 0 0,-4-4 0 15,3 9 0-15,0 2 0 0,2 0 0 16,3 3 0-16,4 7 0 0,3 2 0 16,0 4 0-16,4-3 0 0,3 5 0 0,-1-2 0 15,1 0 0-15,2 0 0 0,4-3 0 16,4 1 0-16,-1 1 0 0,9-2 0 16,6 1 0-16,2 2 0 0,10-2 0 15,6 0 0-15,-4 2 0 0,3 0-954 0,-6 1-31 16,-9 2-1141-16,-1 3-1536 0</inkml:trace>
  <inkml:trace contextRef="#ctx0" brushRef="#br0" timeOffset="15612.94">6159 3962 1595 0,'0'0'202'0,"-14"2"-49"0,14-2-16 0,0 0-18 0,-15 2-11 16,15-2 7-16,0 0-4 0,0 0 1 0,-16-4-9 16,16 4 6-16,0 0-15 0,0 0-6 15,0 0-13-15,0 0-7 0,0 0-3 0,0 0-5 16,0 0 0-16,48 0-6 0,-19 0-8 15,19 0-8-15,-3 0-5 0,24 0 4 16,2 0-3-16,1 2-4 0,7-2-2 16,2 3-1-16,10-3-8 0,28 0 2 0,-5 3-4 15,3-3 0-15,1 1-8 0,0-1 2 0,-3-4 1 16,2 3 1-16,-1-1-1 16,3 0 4-16,-5-1-5 0,-19 3-10 0,0 0 2 15,-1 0 2-15,-3 0 1 0,4 1-5 16,-3-2 5-16,-1 1 5 0,20-4-8 15,-19 2-2-15,18-2 1 0,-18 2 3 0,23-3 3 16,-25 1 0-16,26-3-17 0,1 2 13 16,-6-1 1-16,-1-1 0 0,-21 3-2 0,26 1-4 15,-1 1 6-15,1 2-6 0,-22 0-4 16,2 0 3-16,24 0 2 0,-8 2-2 0,-17-1 6 16,18 1-7-16,-16-2 6 15,16 0 0-15,7-3 3 0,-3-1 3 16,-1 1-9-16,0-1 2 0,-6 0 4 0,-18 2-4 15,1-2-3-15,-1 3 12 0,20-3-16 16,-24 2 10-16,3 2-4 0,-4 0-2 0,1 0 0 16,3 0 5-16,-4 2 1 0,-2 0-13 15,-3 0 6-15,1-2 0 0,-1 1 1 16,0 1-2-16,0 0 12 0,-6-2-3 0,6-2 0 16,-5 0-5-16,2 1 1 0,0-3 1 15,0 2-3-15,-3 1-5 0,-3-1 11 0,1-2-1 16,-3 3 7-16,-3-1 2 0,-3 2-10 15,-1-2 20-15,2 2-15 0,-12 0 0 0,12 0 8 16,-11-2-9-16,8 2 1 16,-10 0 4-16,-3-1-10 0,-3 1 6 0,-6 0-4 15,-9-3 0-15,-8 3 19 0,-4-1 22 16,-2 1 6-16,-5-1 14 0,1 1 11 16,-13 0 1-16,19-2 6 0,-19 2 0 0,17-1 2 15,-17 1-2-15,14-2-4 0,-14 2-5 16,0 0 1-16,16 0-5 0,-16 0-1 0,0 0-7 15,18-2-4-15,-18 2-1 0,0 0-2 16,15-2-3-16,-15 2 6 0,10-6 9 16,-10 6 3-16,11-8 4 0,-6 2 3 0,1-5 0 15,0 1 0-15,-4-7-1 16,2-6-8-16,0-13-10 0,-3-5-10 0,1-5-6 16,0-19-12-16,0-7-15 0,0-6-9 15,1-5-6-15,1-18-5 0,5-3-6 0,0-3 0 16,5-1-13-16,-3 6-3 0,2 3 2 15,1 4 3-15,-5 23 3 0,0 2 0 0,-1 5-2 16,-4 4 3-16,3 3 4 0,-5 14 0 16,0 1 2-16,0 4-1 0,0 1 1 15,0 9 1-15,-2 4 2 0,0-2-3 0,0 3 4 16,0 5 6-16,0-1-6 0,1 1 1 16,-1 2 0-16,0 3 1 0,2 1-1 0,-2 1 11 15,3 2-10-15,-3-1-2 0,0 3 2 16,2 1 2-16,-2 0 1 0,0-2-1 0,0 3-3 15,0 6 2-15,-2-12 3 16,2 7-6-16,0-3 7 0,0 8-3 0,-3-10-2 16,3 10-2-16,-2-6-1 15,2 6-1-15,-3-7-2 0,3 7-2 0,-8-6-3 16,1 5 7-16,-3-2 0 0,-5 1 1 0,-1 0 1 16,-2 0 1-16,-7 2-1 0,-4-4-1 15,1 2 4-15,-14 0 1 0,-4-3 1 0,-1-1-2 16,-12 0 2-16,-4 0 5 0,-7 0-4 15,-2 1-3-15,-4-1 2 0,-4 2-1 16,-6 0 4-16,-1 2-6 0,-3 0 2 16,-1 0 8-16,-5 2-8 0,3 0 2 0,0 0-2 15,-1 0 0-15,3 0 4 0,1-2-3 16,-3 2 2-16,2 0-3 0,-3 2 1 16,3-4 1-16,-1 2-1 0,6-2 1 0,1 4 1 15,-1-4 1-15,3 2-2 0,0 0-2 16,-1 0 1-16,0 0 4 0,-2-3-5 0,3 3 3 15,3 0-2-15,-1 0 3 0,2 0-2 16,4 0 2-16,3 0 0 0,-1 0 5 0,6 0-6 16,1-1-3-16,-1-1 4 0,5 2-3 15,-5 0 4-15,1-2-7 0,2 1 4 16,-3 1-2-16,3-2 1 0,-3 2 1 16,1-2 10-16,-4 0-14 0,6 2 4 15,-5 0 0-15,-1 0 0 0,4-2-3 0,-2 2 1 16,0 2-1-16,14-2 0 0,-12-2 1 15,-1 4 3-15,1 0-3 0,0 0 1 0,3 1 2 16,2 1-4-16,0-3 5 0,10 2-2 16,2-3 1-16,-1 2-2 0,3 0 2 0,-5 0-2 15,3 0 2-15,-3 0-2 16,-9 0 1-16,-2 0-2 0,1 1 2 0,8-2 0 16,-9 1-2-16,4 4 5 0,-2-3-5 15,0 1 3-15,2 2 0 0,2-2 0 16,-4 4 0-16,2-4-3 0,-1 1 1 0,13 1 0 15,1-2 3-15,1-2 1 0,0 2-1 16,4 0 2-16,0 0-3 0,7-3-1 0,5 1-1 16,-12 1 1-16,3 0 0 0,-3 1 1 15,3 0 1-15,1-1-4 0,-5 2 2 0,1 0-4 16,-2 0 4-16,0-1 3 0,2 1-2 16,-1 0 0-16,-4 0 3 0,6-1 1 15,0 1-2-15,-2-3-1 0,1 1 1 0,-4 0 1 16,0-1-3-16,-5 0 0 15,0 0 1-15,-13-1-1 0,1 2 0 0,-1 1 0 16,-4-1-2-16,-1 3-3 0,0 0 1 16,-6 4 4-16,2-1 1 0,1 3 1 0,3-2-1 15,1 1 6-15,-1-1-11 0,3 0 4 16,4 1 0-16,0-3-3 0,2 0 2 16,0-2 0-16,13 0-1 0,-1-1 1 0,4-3-1 15,0 4 1-15,9-6 2 0,5 0-4 16,2 0 0-16,-3 0 0 0,3-2-5 0,0 0 3 15,0 2-4-15,3-2 1 0,-2 0-1 16,-3-1 0-16,6 1 11 0,4 0-9 0,-2-2 5 16,-2 0 1-16,6 2-2 0,-2-1 0 15,3 0-3-15,0-1 3 0,2 2 4 16,3-1-4-16,-1 0 2 0,4 0 1 16,-3-1 1-16,3 0 0 0,2 1-1 15,-1 0 3-15,7 3-4 0,-11-9 0 0,6 6 5 16,0-1-4-16,5 4 1 0,-8-7 1 15,8 7-2-15,-7-4 0 0,7 4 0 0,-4-4-8 16,4 4 0-16,0 0-4 0,-10-4-5 16,10 4 6-16,0 0 1 0,0 0-2 0,-5 17 2 15,3-5 3-15,2 8-2 0,3 1 6 16,-1 18 4-16,4 2-2 0,2 9 0 16,0 4 2-16,-1 4 1 0,0 0 0 15,4 2 3-15,-2 2-2 0,2 0 2 16,1-4-2-16,-1 2 0 0,-1-2-3 0,1 0 5 15,0-2-2-15,-1-3 4 0,-2 3 0 16,-1 2-2-16,-5-4 2 0,0-9 2 0,-2 1-2 16,0-2 2-16,-2 0-2 0,2-4 4 15,-4 1 2-15,4-6 5 0,0 3 7 16,0-9-7-16,2-3-3 0,-2-2-2 0,0 0 0 16,2 1 1-16,0 2 0 0,3 7-4 15,-5 2 6-15,5 6-4 0,-1-2 20 16,-1 4 8-16,-1 2 1 0,4 6 3 15,-1-9 1-15,4 12-6 0,-2-5 21 0,2-8 2 16,2-5 16-16,-2-4 3 0,2-3-9 16,-4-6-9-16,2-7-2 0,-4-3 4 0,1-4-12 15,-3 1 3-15,1-5 20 0,0-1 4 16,-4-5-7-16,6 7-13 0,-6-7 14 16,0 0-21-16,0 0-7 0,0 0-34 0,13-16-31 15,-11 7-42-15,-2-1-57 0,0-3-60 16,0 1-94-16,0 0-111 0,-2-1-135 0,0-1-219 15,2-5-25-15,0-2 91 0,2-2-515 16,6-15-650-16</inkml:trace>
  <inkml:trace contextRef="#ctx0" brushRef="#br0" timeOffset="16214.05">7461 2114 3048 0,'1'-12'-95'0,"-1"2"30"0,0-1 28 0,2 3 30 0,-2 0 21 15,2 3 24-15,-2 5 20 0,0-14 24 0,0 14 9 16,0-12-7-16,0 12-2 15,0-9-16-15,0 9-4 0,2-8-9 0,-2 8-18 0,0 0-1 16,0 0 5-16,0 0-3 16,11 35-1-16,-3 5 8 0,-2 15 27 0,3 10-11 15,0 7-3-15,3 25-2 0,3 10 6 16,-3-3 0-16,1 6 2 0,5 3 1 16,-5 1-8-16,4-5-8 0,-2-3-6 0,2-4 1 15,4-11 0-15,-7-21 5 0,-2-6 19 16,2-1 14-16,-6-9 18 0,-3-12-10 0,1-6-9 15,0-7 3-15,-4-8 12 0,2-7 9 16,0 2 18-16,-3-3 19 0,1-5-1 16,0-4-17-16,-2-4-13 0,0 8-13 15,0-8-16-15,0 0-26 0,0 0-31 16,0 0-36-16,0 0-42 0,0 0-55 0,0 0-73 16,-19-20-73-16,15 13-77 0,-2-3-111 15,1 0-160-15,-1-1-76 0,-1-5 77 0,4 0-331 16,3-1-415-16</inkml:trace>
  <inkml:trace contextRef="#ctx0" brushRef="#br0" timeOffset="16797.84">10195 1970 2755 0,'0'-14'36'0,"0"4"18"0,0 3 14 0,2 0 3 0,-2 7-12 0,0 0-9 0,0-10-9 15,0 10 4-15,0 0 34 0,5 24 14 16,1 8 14-16,4 21 5 0,-2 10 22 0,-1 7-5 15,4 31-1-15,3 5 18 16,1 2 7-16,-3 1-11 0,-3 0-15 0,-4 4-10 16,9 6 40-16,-3-5 16 0,3-4-1 0,3-5-11 15,2-10 0-15,2-6 19 16,-8-18-12-16,0-7 2 0,1-4-9 0,-3-8-15 16,-1-14-8-16,-4-3-14 0,1-8-11 15,-5-8-6-15,2-2-6 0,0-5-2 0,-1 0 14 16,-3-2-12-16,2-1-11 0,0 0-8 15,1-2-11-15,-3-7-23 0,4 7-46 16,-4-7-48-16,0 0-65 0,0 0-71 0,0 0-89 16,0 0-103-16,0 0-118 0,0 0-173 15,0-21-130-15,0 9 77 0,-4 0-585 16,6-3-760-16</inkml:trace>
  <inkml:trace contextRef="#ctx0" brushRef="#br0" timeOffset="17329.49">12202 2124 3384 0,'2'-14'-78'0,"-2"4"38"15,-2 2 28-15,2-1 32 0,0 9 37 0,-2-12 40 0,0 6 43 16,2 6 28-16,-2-9 16 0,2 9 12 0,0-8-2 15,0 8-17-15,0 0-12 0,-2-10-23 16,2 10-18-16,0 0-20 0,0 0-7 0,0 0-11 16,-8 31 12-16,2 12 7 15,-1 21 3-15,0 11 3 0,-5 34 23 0,1 3 0 16,-1 4 24-16,0 6-5 0,5 0 11 16,5-4-5-16,2-1-5 0,0-4-19 15,8-5 22-15,-3-7 1 0,3-23-5 0,2-4 27 16,-3-6 0-16,2-7-16 0,0-9-16 15,-6-15-14-15,3-4-35 0,-2-8-99 0,-3-7 0 16,1-2 0-16,0-4 0 0,-2-2 0 16,2-3 0-16,3-2 0 0,-5-5 0 0,0 0 0 15,0 0 0-15,0 0 0 16,0 0 0-16,9-15 0 0,-9 15-134 0,0-17-336 16,-2 5-149-16,-2 0-209 0,2-4-49 0,-8-3 88 15,5-1-733-15,-6-8-966 16</inkml:trace>
  <inkml:trace contextRef="#ctx0" brushRef="#br0" timeOffset="19363.02">3752 6699 826 0,'0'-5'167'0,"0"5"-8"0,4-7-11 0,-4 7-11 0,2-8 2 0,-2 8-2 0,3-6-2 16,-3 6-10-16,0-8 14 0,0 8 11 0,0 0-4 16,2-9 24-16,-2 9 2 0,2-7 7 15,-2 7 3-15,0 0-23 0,0 0-23 16,0 0-11-16,0 0-3 0,0 0 4 0,-52 26 5 15,18 1 7-15,-4 8 2 16,-3 5 6-16,-17 11-3 0,3 3-7 0,-2 4 6 0,17-9-11 16,-1 0-12-16,9 1-3 15,3-4-6-15,5-2-9 0,7-1-10 0,8-8-8 16,2-2-7-16,5-8-1 0,4-2-11 16,6 0-2-16,5 2 4 0,1-7-4 0,7 1-5 15,3-1-4-15,5-6-2 0,-2-3-7 16,-2-6-8-16,2 0 6 0,-5-3-4 15,1-2 0-15,-4-2 13 0,0 0 12 0,-2-4 10 16,-4 1 10-16,-1-6-6 0,-4 1-12 16,-3-5-12-16,-1 0 1 0,-4 0-5 0,0-2-6 15,-4 4-5-15,1-3-9 0,-3 6-10 16,0-1-6-16,-2 3-2 0,1 5-12 16,-1-2-18-16,-3 3-22 0,11 4-25 15,-21 0-37-15,21 0-47 0,-18 5-58 0,9-3-75 16,4 3-81-16,-1-2-75 0,6-3-131 15,0 0-167-15,0 0 72 0,0 0-473 16,0 0-605-16</inkml:trace>
  <inkml:trace contextRef="#ctx0" brushRef="#br0" timeOffset="20245.28">5395 6749 3062 0,'-12'-6'-42'0,"1"3"33"0,1 0 26 16,-2 1 32-16,12 2 30 0,-16-2 38 0,16 2 26 0,-20 0 12 0,11 0-6 0,9 0-7 15,0 0-8-15,-16 2-9 0,16-2-4 16,-7 5 2-16,7-5 3 0,0 0-5 0,0 0-8 16,32 10-14-16,-10-10-9 15,4-1-7-15,12-1-10 0,-5 2-6 0,-5 0-10 16,-1 0-7-16,-2 3-4 0,-7 1-4 16,2 4 2-16,-4 2 14 0,-3 4 7 0,-8 3 6 15,-3 2 20-15,-2 8 14 0,-6 10-12 16,-3 4 8-16,-5 10 25 0,1 3-9 0,-2-1-5 15,0-2-2-15,-3 1-8 16,5-2-3-16,0-3-11 0,1-5-8 0,3-5-5 0,1-1-3 16,0-4-14-16,3 0 1 15,1-6-4-15,1-8-5 0,-2-2-8 0,3-4-4 16,0 0-6-16,2-2 3 0,-2-1-2 16,2-2-3-16,0-7-27 0,0 5-34 0,0-5-34 15,0 0-42-15,9 3-57 0,-9-3-68 16,0 0-83-16,0 0-73 0,20-14-94 15,-14 9-101-15,0-2-152 0,1-1 54 0,-3 5-541 16,0-4-685-16</inkml:trace>
  <inkml:trace contextRef="#ctx0" brushRef="#br0" timeOffset="20529.3">6162 6907 3656 0,'2'-9'91'0,"0"3"2"0,-2 6-13 0,0 0 25 0,0 0 34 0,0 0 25 0,-11 27 13 0,6-8 0 16,-2 16-18-16,-4 3-21 0,5 3-15 0,-4 10-12 15,3-9-8-15,1 1-12 0,-3 8-9 16,5-8-12-16,3-5-38 0,-4-1-34 15,1 1-37-15,2-9-50 0,1-4-75 16,-1-7-82-16,0-1-66 0,0-3-75 16,2-4-100-16,2-3-140 0,2-3 50 0,-4-4-328 15,0 0-387-15</inkml:trace>
  <inkml:trace contextRef="#ctx0" brushRef="#br0" timeOffset="20795.18">6387 7112 2520 0,'14'-17'49'0,"-5"3"36"0,0 3 24 15,1 0 25-15,0 1 25 0,1 3 9 0,-1 0 10 16,1 4-9-16,-11 3-3 0,19 1-12 0,-19-1-5 16,24 12 7-16,-17 5 8 15,0 4 10-15,-1 3 10 0,-6 1-1 0,-4 14 8 0,-3-3 2 16,-7 1-4-16,1-2 16 16,-3 0 7-16,2-2-7 0,2-3-15 0,-1-4-19 15,5-7-7-15,6-1-3 0,0-5-7 16,4-1-4-16,4-3-19 0,5-1-11 0,3-2-11 15,1-4-17-15,0-2-35 0,5 0-48 16,2-4-70-16,3-1-72 0,7-3-83 16,0-1-93-16,-7 0-123 0,-1 0-131 0,-6 1-177 15,0 2-16-15,-7-4 75 0,-5 5-582 16,-2 2-723-16</inkml:trace>
  <inkml:trace contextRef="#ctx0" brushRef="#br0" timeOffset="21878.25">2938 6500 3278 0,'-12'0'-152'0,"12"0"29"0,-15 0 24 0,15 0 20 0,-7-2 19 0,7 2 12 15,0 0 11-15,0 0 9 16,0 0 7-16,47-12 9 0,1 5 6 0,22 2 5 16,9 0 2-16,37-5 1 0,17 3-1 15,20 0 3-15,17 2 1 0,65-4 2 0,7 5-3 16,13 2-17-16,-4 4-14 0,2-2-14 15,3 2-26-15,-1 0-11 0,-9 0-17 16,-60-2 1-16,2 0 10 0,-8-4 11 0,-3 2 3 16,-7-2 6-16,-15 1 8 0,-10-1 8 15,-16 1 19-15,-11-1 17 0,-30 3 8 16,-7-1 12-16,-6 0 17 0,-23 2 1 0,-7 0 9 16,-13-2-1-16,-5 2 4 0,-6 4 30 15,-6 1 39-15,-1 4 16 0,-3 4 11 0,-3 8 0 16,-8 4 15-16,-4 18 8 0,-4 13-7 15,-4 6-7-15,-6 7-1 0,-5 25-3 16,-4 5 6-16,3 5 42 0,1 2-1 16,5-1 8-16,6-1-5 0,1-5 5 0,9-21-4 15,2-4 17-15,2-1-8 0,3-5-17 16,2-8 3-16,-1-4-10 0,-1-13-18 0,1-7-21 16,0-7-14-16,-4-5-8 0,0-5-13 15,2-2 8-15,-4-5 30 0,2-1 7 0,0 1 5 16,-4-4-9-16,2-8-26 0,-8 7-10 15,8-7-17-15,-15 2-8 0,-7-2-9 0,-4 0-18 16,-22 0-21-16,-18-4-18 16,-11 1-16-16,-6-3-22 0,-31 6-8 0,-14 2-11 15,-11 0-13-15,-18 0-9 0,-13 1-1 16,-11 2 11-16,-55 0-1 0,56-3 9 0,-65 2 7 16,56-4-5-16,-51-3 7 0,57 6 0 15,0-3 5-15,0-3 0 0,2 3 5 16,7 3 2-16,9 0-2 0,5 0 3 0,6 1 4 15,9-2 2-15,12 0-1 0,9 6 6 16,8-3 4-16,30-3-4 0,7-2 3 0,11 0-2 16,15 0 4-16,7 5 0 0,8-4 1 15,5 1 0-15,9-2 0 0,5 2 1 16,4-2 1-16,1 3 3 0,3-3-1 16,11 0-2-16,-21 0 5 0,13-1 0 0,8 1 4 15,-14 0-2-15,14 0 7 0,-12-2 2 16,6-2 1-16,-2-2-7 0,2-3-1 0,2-1-1 15,-1-6 1-15,1-4 0 0,2-6-5 16,2-17-18-16,2-4-5 0,6-16-1 0,1-9-15 16,5-19-7-16,0-5-7 0,8-5-3 15,-3 2-13-15,1 1-16 0,2 9 8 0,-7 22 5 16,-2 9 9-16,-2 5 8 0,0 13 4 16,-6 8 6-16,1 6 1 0,-3 7-16 0,-1 4-29 15,0 3-52-15,0 2-39 16,-2 6-30-16,0 4-30 0,0 0-47 0,0 0-80 15,0 0-109-15,-2 30-157 0,0-9 58 16,4 2-284-16,-2 2-345 0</inkml:trace>
  <inkml:trace contextRef="#ctx0" brushRef="#br0" timeOffset="22310.4">4502 6778 2514 0,'7'-17'38'0,"-5"1"12"0,1 1 8 0,-3-1 17 0,2 1 28 0,0-2 35 15,2 0 29-15,-2 5 7 0,-1-1-9 16,-1 2-18-16,2 2-16 0,0 4-21 16,-2 5-7-16,0 0-11 0,0 0 11 15,0 29-5-15,-2 6-4 0,0 13 11 0,-5 16 14 16,3 10 2-16,1 5 3 0,1 2-1 16,-5 22-11-16,7-20-10 0,0 0-7 0,-2-3-8 15,4-2-8-15,0-6-7 0,-2-6-6 16,0-6-5-16,-2-3-6 0,2-15-5 0,-5-5-4 15,3-8-5-15,0-8-1 0,2-3-2 16,0-4-5-16,-2 0 0 0,2-4-1 16,0 0-5-16,0-4-28 0,0-6-49 0,0 0-53 15,0 0-79-15,0 0-110 16,0 0-121-16,0 0-166 0,0-27-113 0,0 13 66 0,4-3-423 16,1-1-521-16</inkml:trace>
  <inkml:trace contextRef="#ctx0" brushRef="#br0" timeOffset="22728.83">5897 6696 2845 0,'11'-19'-42'0,"-4"4"31"0,-2-1 37 0,-3 6 40 0,2 1 28 0,-2 2 24 0,1 0 8 0,-3 7-4 15,2-9-18-15,-2 9 7 0,0 0 31 16,-2 27 11-16,-3-4 11 0,-1 19 10 15,-1 14 3-15,2 12 19 0,-6 4 3 0,8 7 4 16,-5 20-1-16,1-2-9 16,3-16-20-16,0-2-12 0,-2 0-17 0,0-4-16 15,1-3-31-15,-1-4 6 0,0 1-32 16,0-4 0-16,-7-6-29 0,4-3-44 0,-1-5-45 0,4-10-39 16,-3 0-80-16,-1-9-104 15,5-6-111-15,-3-9-130 0,3-5-201 0,-1-6 57 16,4 0 67-16,-2-1-410 0,4-5-474 15</inkml:trace>
  <inkml:trace contextRef="#ctx0" brushRef="#br0" timeOffset="24648.09">6871 4163 2440 0,'2'-12'-164'0,"0"2"23"0,-4 1 25 0,2 1 13 0,-2 1 27 0,2 0 18 0,0 7 17 0,-2-12 20 16,0 7 15-16,2 5 13 0,0-9 9 16,0 9 6-16,-1-7 6 0,1 7 2 0,0-6 1 15,0 6 0-15,0 0 1 0,-2-9-1 16,2 9-5-16,0 0-1 0,-4-7-3 16,4 7 0-16,0 0-4 0,0 0 4 15,-25 13-1-15,4 7 18 0,-12 10 12 16,-3 8 5-16,-7 8 16 0,-11 19 11 0,-1 10 0 0,1 3 0 15,-2 8 0-15,1 4 3 16,-3 3-13-16,-1 9-4 0,0 3-4 0,-2-1-3 16,2-1-2-16,4 2-7 0,1-6-3 15,5-7-3-15,3-5-6 0,2-2 26 0,0-7 13 16,2-1 8-16,-3-1-3 0,-3-2 1 16,-4-1-3-16,-1-7-3 0,2-4 10 15,-1-4-3-15,14-10-7 0,1-7-6 0,0-4-2 16,4-1-6-16,11-8-12 15,1-3 2-15,1-4-10 0,9-3-3 0,-1-7-10 16,3-2 2-16,4 0-2 0,-3-2-7 16,5-1 5-16,-4 0-1 0,1 0 12 0,3 0 7 15,-1-3 7-15,4-3-3 0,-7 9-3 16,7-9-3-16,-6 3-5 0,6-3-4 0,-5 5-3 16,5-5-4-16,0 0-7 0,-5 3 4 15,5-3-8-15,0 0-1 0,-6 4-3 16,6-4-5-16,0 0 2 0,0 0 0 0,0 0-6 15,-5 5-7-15,5-5-18 16,0 0-34-16,0 0-39 0,0 0-63 0,0 0-76 0,0 0-91 16,0 0-134-16,-12-10-192 15,12 10 60-15,3-14-338 0,-1 4-404 0</inkml:trace>
  <inkml:trace contextRef="#ctx0" brushRef="#br0" timeOffset="26010.97">10141 7045 2530 0,'4'-8'-36'0,"0"-2"16"0,2 1 12 0,4-3 4 0,-1 2 22 0,5-1 19 0,0-1 14 0,4 2 1 16,-1 1-2-16,-2 4-9 0,-2 2-8 0,1 3 0 15,-1 3 2-15,0 2 11 0,-3 8 13 16,-6 4 20-16,-4 1 26 0,-6 15 14 0,-9 2 6 16,-9 7 15-16,-6-1 13 0,-2 2 7 15,-4-3 1-15,1-2-4 0,1-4-10 0,6 1-14 16,5-4-14-16,4-6-10 0,3-2-11 16,7-1-5-16,5-5-7 0,3-4-6 15,2-1-2-15,3 2-7 0,5-4-7 16,5-1-9-16,3-1 0 0,0-3-3 0,0-1-5 15,-3-2-2-15,-1-4 6 0,-1-2 6 16,-3-1 5-16,-2-3-5 0,-5-7 4 0,-2 1-5 16,-2-7 3-16,-9-10 3 0,-2-1 0 15,-10-10 1-15,0 1 6 0,0-4 0 16,2 3 14-16,2 2 8 0,2 5 9 0,6 3 0 16,-1 3-3-16,3 0-2 0,3 7-19 15,6 4-3-15,2 0-15 0,3 4-5 0,3-1-6 16,8-1-16-16,0 4-39 0,13 0-39 15,6 2-48-15,5 3-67 0,1 4-77 0,4 4-106 16,-2 5-105-16,3 1-142 16,3 8-173-16,-1 2 81 0,-4 4-572 0,-14-3-717 0</inkml:trace>
  <inkml:trace contextRef="#ctx0" brushRef="#br0" timeOffset="26427.33">10807 7006 3572 0,'0'0'-86'0,"-27"8"36"0,7 1 27 0,-4 8 46 0,1 0 47 0,-2 4 21 0,0 1 19 0,5 2 7 15,3 1-5-15,2 1-6 0,6-1-7 16,6-6 3-16,3 0 7 0,3 1 3 0,8 0-8 16,3 5-7-16,8-3-9 0,5-4-8 15,-1-1-8-15,8-6-5 0,1-3-6 0,-1-2-7 16,-4-5-3-16,-3-2-1 0,-2-5-8 16,7-3-4-16,-9-4-1 0,-6 1-1 0,3-10-4 15,-9-5-4-15,-4-4 2 16,-3-5-6-16,-10-1-4 0,-1 2 1 0,-6-2-4 15,-5-6-7-15,-3 3 2 0,4 12-5 16,-4 3-4-16,0 4 2 0,1 4-9 0,-2 4-11 16,1 5-27-16,4 4-33 0,-6 4-49 15,2 0-73-15,-2 4-69 0,1 4-81 0,2-3-112 16,4 6-183-16,4-2 49 0,4-2-355 16,8 1-426-16</inkml:trace>
  <inkml:trace contextRef="#ctx0" brushRef="#br0" timeOffset="27344.1">12021 6954 2451 0,'3'2'-64'0,"-3"-2"33"0,9 6 16 0,-9-6 29 16,13 3 31-16,-13-3 31 0,0 0 29 0,0 0 26 15,14 0 16-15,-14 0 0 0,0 0-6 16,0 0 5-16,16-9 2 0,-12 6-3 0,-1-2-7 16,1-3-13-16,2 2-4 0,-5-1-6 15,4-3-8-15,-3 0-10 0,2-2-10 0,-2-1-6 16,-2-1-3-16,-2 3-2 0,-2-3-4 15,2 3-2-15,-4-4-9 0,-4 3-9 0,-1 4-5 16,-3-1-4-16,0 4-5 16,-6 1-9-16,1 3-1 0,0 4 0 0,-6 2-6 15,2 2-1-15,-3 7-2 0,0 1 0 16,4 4-1-16,3 3 6 0,8-1-4 0,5-2 1 16,0 2 1-16,4-3-3 0,4 3 0 15,1 1 2-15,2 1-2 0,3-4 3 0,-3-1 8 16,3-4 9-16,0-1 10 15,-1-2 17-15,3-3 18 0,-3 1 6 0,1-3-6 16,1-2-2-16,-1 0 3 0,-8-4 3 0,16 1 0 16,-16-1-2-16,11 5-5 15,-11-5-13-15,9 0-12 0,-9 0-10 0,6 6 3 16,-2 0-2-16,-2 3-6 0,0 3-3 16,0 0-1-16,-1 5-4 0,-1 3 4 0,0-2-4 15,-1 1 1-15,1 0-1 0,-4 2 5 16,0-3 8-16,2-1 4 0,-4 1 14 0,2-5 10 15,-1 2 10-15,-1-4 13 0,-1 1 6 16,-2-2-3-16,0-3-9 0,2 0 0 0,-2-2-15 16,-2 0-10-16,-2-2-6 0,1-3-6 15,1 0-6-15,11 0-10 0,-21 0-23 0,10 0-38 16,0-3-47-16,-1 0-50 16,1 1-57-16,2 0-67 0,-2-1-99 0,2 2-114 0,4-2-116 15,-1-3-166-15,3-1-43 16,3 7 90-16,5-12-615 0,2 4-766 0</inkml:trace>
  <inkml:trace contextRef="#ctx0" brushRef="#br0" timeOffset="27646.26">12301 7013 3404 0,'17'-11'-73'16,"-4"-2"35"-16,1 6 25 0,-3-2 10 0,2 6 23 0,1 0 21 0,-1 1 7 0,1 2 6 0,-2 3 11 15,4 2 5-15,1 7 6 0,-1 2 6 16,-2 8 9-16,0 7 14 0,-5 2 0 16,-5-4 6-16,-6-1 6 0,-1 9 12 0,-9-2 11 15,0-1-1-15,0-1 4 0,-6-4 5 16,5 1 3-16,1-8-2 0,5-4-2 16,1-4-2-16,2-1-6 0,-1 0 10 0,3-4 15 15,2-1 33-15,0-6 2 0,7 12-21 16,4-7-20-16,2-1-11 0,1 0-20 0,8-4-28 15,-4 0-57-15,3-2-68 0,6 0-73 16,0-2-87-16,0 1-105 0,7-4-119 0,-7 3-136 16,-2-3-224-16,-3 1 49 0,-7-1 72 15,0 2-526-15,1-2-640 0</inkml:trace>
  <inkml:trace contextRef="#ctx0" brushRef="#br0" timeOffset="28060.4">13227 6958 3070 0,'0'-10'-55'0,"0"-2"54"0,2 9 36 0,-2-5 44 0,0 8 45 0,0-8 19 0,0 8 9 0,0 0-14 15,2-10-11-15,-2 10 4 0,0 0 45 16,0 0 4-16,0 0 14 0,2 37 14 16,-4-13 13-16,0 14-5 0,0 1 5 0,-2 1-10 15,4 3-9-15,-4 2-20 0,2-5-15 16,0 3-14-16,0 0-14 0,0-2-9 15,2-3-17-15,-1-9-12 0,1-4-11 16,-2-5-9-16,2-3-10 0,0 0 1 0,-2-3-15 16,2-3-10-16,0-1-29 0,0 0-38 15,0-2-37-15,2-1-46 0,-2-3-96 0,0-4-143 16,0 0-150-16,0 0-176 0,0 0-107 16,0 0 74-16,19-12-604 0,-11 3-762 0</inkml:trace>
  <inkml:trace contextRef="#ctx0" brushRef="#br0" timeOffset="28510.12">13642 7032 3888 0,'0'0'49'16,"-6"-5"4"-16,6 5 7 0,0 0 24 15,-14 10 28-15,5-2 26 0,4 8 18 0,-4 2-1 16,-3 10-9-16,2 3-10 0,5-2-9 16,-1 0-11-16,4-4-3 0,2 0-8 0,0-1-5 15,2 0-16-15,2 0-2 16,1-3-6-16,3-3-7 0,0-1-2 0,1-2-9 0,1-5-1 16,3-2-5-16,0-3-6 0,1-3-8 15,1-1-1-15,4-4-4 0,0 0-4 16,2-3-1-16,10-7 3 0,-5-3-9 15,-1-2-1-15,0-1-2 0,-6 5 8 0,-3 2 27 16,-4 4 15-16,-1-1 7 0,-4 4-15 16,0-2-11-16,-1 3-5 0,-6 4-1 15,0 0 11-15,0 0-2 0,16 14-1 0,-14-2-4 16,-2 0 9-16,0 4-5 0,-2 2-6 0,2 2-4 16,-2 0-2-16,2 0-11 0,2 5-2 15,0-2 3-15,-1 0-12 0,1-1-41 0,2-5-40 16,0 1-52-16,1-3-67 15,2-1-91-15,-2-4-131 0,3-4-142 0,1 0-140 16,-1-5-63-16,-1-1 72 0,-7 0-562 16,25-5-702-16</inkml:trace>
  <inkml:trace contextRef="#ctx0" brushRef="#br0" timeOffset="28710.4">14391 7129 3491 0,'9'-17'82'15,"-4"4"54"-15,1 2 26 0,-5 2 5 16,1 4 5-16,-2 5 52 0,0 0 58 0,0 0 22 15,0 0-7-15,-2 33 3 0,-1-8-10 16,-6 8-14-16,2 9-26 0,-4 9-21 0,-1-1-23 16,-1 6-20-16,0 0-20 0,-3-5-19 15,5-2-23-15,1-9-44 0,-1-4-46 16,-2-1-46-16,1-5-51 0,5-8-68 16,-1-5-71-16,0-2-89 0,2-6-115 0,-1-1-130 15,0-5-181-15,-4-2-57 0,11-1 93 16,-16-7-609-16,4-2-748 0</inkml:trace>
  <inkml:trace contextRef="#ctx0" brushRef="#br0" timeOffset="30077.29">10043 6445 3214 0,'-23'0'-197'0,"-1"0"34"0,6 0 24 0,4 0 25 0,1 0 27 0,13 0 27 0,-17 0 23 15,17 0 11-15,-10 0 4 0,10 0 4 16,0 0 4-16,0 0 3 0,0 0 7 0,46 11 4 15,-2-10 0-15,24 4 2 16,20-1 1-16,36 2-2 0,17 1-1 0,19 0 5 16,73 7-3-16,13 0-6 0,12 1 0 0,15 1-12 15,11-2-28-15,2 1-30 16,-3-3-29-16,0-2-20 0,-3 1-5 0,-11-3 3 0,-10 2 17 16,-17-4 17-16,-61-1 7 15,-4 1 19-15,-1 1 21 0,-17-2 30 0,-10 1 23 16,-9-3 22-16,-15-1 20 0,-8-2 31 15,-32 0 20-15,-10-2 16 0,-7-1 20 0,-16 1 14 16,-9-3 17-16,-4 1 5 0,-11 5 1 16,-9-2-25-16,-1 1-13 0,-5 1-17 15,-1 2-8-15,-3 4 5 0,-6 0 6 0,-1 8-6 16,-4 9 8-16,-9 13 7 0,-2 15 1 16,-9 6 3-16,-4 22 5 0,3 5 23 15,-2 5 22-15,10 4 6 0,-2 1-9 16,13-14-12-16,3 2 9 0,2-5 0 0,3-3-14 15,5 1-9-15,-1-2-20 0,0-7-15 16,1-6-8-16,-3-4-14 0,-3-15-11 0,-1-5-9 16,0-10-7-16,1-7-5 0,-3-2-3 15,0-4-4-15,0-2 5 0,0 0 6 0,0-5-6 16,-8-1-13-16,-2 0-2 0,-1-5-3 16,-6 1-10-16,-6-1-2 0,-8-2-7 0,-14 1 3 15,-7-2-10-15,-14 2-3 0,-9-3-3 16,-5 3-12-16,-6 0-9 0,-7 2-1 15,-23-2-10-15,-8 0 8 0,-4 0-4 16,-4 0 1-16,-3 0 6 0,-2 1-2 0,-2-2-4 16,2 2 2-16,-4-1 6 0,-2 0-1 15,-4 2-4-15,-2-2 4 0,-1 3-1 0,-6-3 5 16,-6 4-11-16,2-4 2 0,-3 1-14 16,-6-1-6-16,-2 0-9 0,-3-1-1 0,3-3 4 15,1 1 6-15,8-2-1 0,2 0 3 16,2 0 7-16,3-2-2 0,12 1 4 0,8-2 2 15,6 1-4-15,3 0 7 0,8-3 1 16,3 2-1-16,8-3 5 0,3 2 4 0,18 1-6 16,-2 3 4-16,-20-3-1 0,22 2 2 15,0 3 2-15,4-3 0 0,1 3-5 16,4 1 4-16,7-2 1 0,5 4-1 16,15 0 3-16,4-2 0 0,6-1-2 0,8 3 4 15,7 0 5-15,7-2 8 0,0 2 9 16,3-2-2-16,1 0-2 0,3 2-1 15,-3-2-2-15,3 1-3 0,11 1 2 0,-19-3-3 16,8 3-4-16,0-3-3 0,-3 2 7 16,1-1-4-16,-3-2 1 0,3 2-1 0,-2-3 1 15,2 1 3-15,-3-4 0 0,3 0 0 16,-3-2-1-16,4-6-11 0,0 1 6 0,-5-11 0 16,6-3-5-16,2-3 3 15,4-8-4-15,9-6-8 0,-3-16-12 0,11-5-9 16,11-20-16-16,3-5-23 0,11-5-8 0,5 3-4 15,8-4 2-15,-1 2 4 0,4 4 6 16,-5 5 4-16,1 7 6 0,-9 10 10 16,-7 15 0-16,-7 7 4 0,1 3 9 0,-4 6 1 15,-5 8 4-15,-4 4 2 0,-6 6 6 16,0 4 2-16,0 3-2 0,-7 1 4 0,3 2 6 16,2 2-8-16,-5 3 4 0,-1 3-2 15,0 3 7-15,0 0-2 0,0 0-1 0,0 0 3 16,0 0-1-16,0 0 3 15,0 0 6-15,20 18-1 0,10-6 4 0,20 5 0 0,13 1-1 16,7-3 2-16,33 4-2 0,8-4 3 16,9 0 0-16,5-3-5 0,8-3-17 15,1-1-35-15,-6-4-30 0,-8 0-36 16,-28-4-43-16,-7 0-36 0,-9-4-41 0,-5 0-56 16,-12-2-76-16,-17 0-111 0,-17 1-119 15,-7 1 51-15,-9-4-275 0,-6 3-312 16</inkml:trace>
  <inkml:trace contextRef="#ctx0" brushRef="#br0" timeOffset="30526.08">11068 6648 2432 0,'11'-17'31'0,"0"1"15"0,-1 2 6 0,-2 5 6 0,-3 1 3 0,-1 2-13 0,2 3 4 0,-6 3 22 16,0 0 23-16,6 21 30 0,-4 0 12 0,-6 18 15 15,-4 16 16-15,1 8 7 0,-3 8 12 16,-2 24 20-16,1 2-5 0,2 0-14 16,2 1-13-16,4 3-13 0,-1-20-18 0,2 0-12 15,2-2-13-15,0-3-8 0,0-2-15 16,2-5-6-16,0-2-7 0,-2-17-9 15,-2-8-17-15,2-3-40 0,0-6-33 0,0-8-51 16,0-5-57-16,0-3-68 0,-2-3-79 16,0-6-118-16,2-2-156 0,0-6-113 15,0 0 61-15,0 0-410 0,0 0-479 0</inkml:trace>
  <inkml:trace contextRef="#ctx0" brushRef="#br0" timeOffset="30910.12">13130 6767 3037 0,'0'-6'99'0,"0"6"-17"0,0-5-15 0,0 5 1 16,0 0 48-16,0 23 55 0,-3 0 37 16,3 18 22-16,-3 19 17 0,-3 8-2 0,2 10 5 15,3 25-10-15,-5-1-19 16,10 1-14-16,-4-18-22 0,-2 0-14 0,2-1-14 15,-2 0-30-15,-2 16-12 0,1-25-12 16,-6 0-48-16,4-5-35 0,-3-2-70 0,-4-7-83 16,-1-4-131-16,1-5-131 0,-1-15-157 15,-1-4-180-15,4-9 69 0,2-10 68 0,1-2-438 16,-1-6-507-16</inkml:trace>
  <inkml:trace contextRef="#ctx0" brushRef="#br0" timeOffset="33310.33">12125 4091 2554 0,'0'-8'-179'0,"0"-1"40"0,0 2 13 0,-2-1 37 16,2-1 16-16,-2-2 38 0,0 2 30 0,1 0 9 0,-3-2 23 16,0 2 12-16,2 0 9 0,-1 1 7 15,-1-2 5-15,-1 2-2 0,3 2 0 0,1 1-5 16,-3-1-4-16,4 6-7 0,-4-8-7 15,4 8-3-15,0 0-4 0,0 0-1 16,0 0-1-16,0 0 7 0,0 0 19 0,0 0-2 16,0 26-2-16,0-9 26 0,2 0 4 15,0 10 15-15,0 10 20 0,1 3 0 0,2-2-3 16,3 6 18-16,-3 10-8 0,2 1-7 16,4 3-4-16,-4 1-12 0,4 1-6 15,-4-1-8-15,7-1 1 0,-3-2-12 0,3 1 5 16,-1-2 19-16,7 3 1 0,-4-2-6 15,7 2-11-15,-1-4-3 0,-6 3-11 16,5-3-4-16,-3-2-3 0,-1-3-1 16,-2 3-4-16,-4-4 0 0,2-1 3 0,-2-8-1 15,-2-1-5-15,-2-1-7 0,2 0 0 16,-4-2-5-16,2 0 0 0,-3-3-6 0,2-4-3 16,-3-3-2-16,0-4-1 0,1 1-3 15,0 1-4-15,-3-2-2 0,-1-4-1 0,2 1 0 16,0 3 1-16,0 1-4 15,2 1 2-15,-4-3-2 0,1 4-3 0,1 0 2 16,2 0-9-16,2 13 0 0,0-2 29 16,1-2-2-16,-1 0 0 0,1 0 0 15,3 0-5-15,0-2-2 0,-1-2-2 0,-3-2 0 16,6-1-4-16,-7 0-2 0,2-6 5 16,4-1-7-16,-6 0 3 0,1-1-5 0,-1-5 3 15,-1 3-5-15,2-1 0 0,-2-3 2 16,2 4 0-16,-3-5 6 0,1 1 2 0,0 1 17 15,-2-3-1-15,-1 2 1 0,2-2-2 16,-1 0-5-16,0 0 0 0,2 2 2 0,-3-3-4 16,-1 1 1-16,2 0-3 0,0 0-3 15,0-3 0-15,2 2-3 0,-4 0-8 16,2 2 3-16,-1-5-3 0,-1 2 4 16,2 2 4-16,0-2-11 0,0-1 4 15,-2-7-3-15,3 14 2 0,-1-9-1 0,-2-5 30 16,3 10 33-16,-3-10 18 0,2 7 14 15,-2-7 18-15,0 0 10 0,2 9 4 0,-2-9-3 16,0 0-10-16,0 0-12 0,0 0-16 16,0 0-13-16,0 0-27 0,0 0-42 0,9-25-74 15,-7 13-72-15,0 2-106 16,0-5-122-16,-2 1-169 0,-4-3-221 0,-2-6-94 0,-1 3 95 16,-9-8-725-16,2 1-921 0</inkml:trace>
  <inkml:trace contextRef="#ctx0" brushRef="#br0" timeOffset="35175.83">14513 3835 1023 0,'-5'-5'92'0,"-3"-2"-15"0,5-2-26 0,-4 3-18 0,3-2 1 0,2 2 7 0,-3-3-4 16,3 3 0-16,0-2 10 0,2 8 1 0,-3-12-2 15,3 12-6-15,-4-9-7 0,4 9-3 16,0 0-2-16,0 0-6 0,0 0 4 0,22 6-5 16,-1 5 2-16,13 3-4 0,20 10 0 15,11 0-2-15,22 6-1 0,10 3 0 16,13 3 4-16,8 0-4 0,7 3-2 15,12 6-1-15,46 15 0 0,2 0-2 16,-10-2 2-16,-1 2 1 0,-35-12-2 0,34 16 5 16,-39-14-6-16,35 13 0 0,-49-15-2 15,-3-4 4-15,-4-1-2 0,-7-3 0 0,3-2 5 16,-5-1-3-16,2-1-3 0,2-1 5 16,8 3 2-16,8-1 6 0,1 1 3 15,9 1-3-15,1 6 0 0,-1 0 6 0,-1-1-1 16,2 5 3-16,35 12 0 15,-37-13-1-15,35 17-2 0,-38-14-2 0,-5 3 0 0,6-1-1 16,-4-2-4-16,-3 2 2 16,-4-3 1-16,-4-2-5 0,0-3 0 0,-7-5-2 15,-7-1 18-15,-2 2 15 0,-3-4 4 16,-2 1 6-16,-1-4 6 0,-8-5 2 0,-18-3 11 16,-2-2-4-16,-3 1-3 0,-4-4-2 15,-3 0-6-15,-12-5 8 0,-10-3 7 16,-3-3 9-16,-10-3 1 0,-4 0-5 0,-3-3-6 15,-3 1-3-15,-2-2-7 0,-2-1-10 16,-7-2-4-16,16 5-9 0,-9-3-8 0,-1-1-37 16,-6-1-72-16,14 6-79 0,-7-3-117 15,1-1-179-15,-8-2-131 0,10 1 65 16,-10-1-208-16,0 0-213 0</inkml:trace>
  <inkml:trace contextRef="#ctx0" brushRef="#br0" timeOffset="35775.28">19758 7045 1983 0,'-8'-8'66'0,"4"-2"30"0,-2 1 16 0,4 0 3 0,2 2-10 0,2-4-1 0,4-2 2 0,6 2 0 15,3-3 15-15,11-1 5 0,7 4-3 0,6 3 3 16,0 2-21-16,6 6-6 0,0 4-11 15,-4 3-11-15,2 5-5 0,0 8-10 16,-16 1-3-16,-4 6-7 0,-10 2 0 0,-9-1 14 16,-12 6 13-16,-11 7 2 0,-10 1 13 15,-5-1 10-15,-4-4 7 0,-3 1 11 16,2-4 1-16,7-5-1 0,8-7-7 0,2 2-9 16,7-10-6-16,4 1 6 0,3-3 12 15,6-3 10-15,6-1-6 0,3 2-11 16,6-3-11-16,10-1-12 0,13 2-13 0,3-4-4 15,7-2-34-15,2-4-35 0,14-4-41 16,5 2-61-16,-2-4-98 0,-1-3-129 0,1-3-126 16,1-3-192-16,-5-4-48 0,-2-1 76 15,-9 3-425-15,-3-6-516 0</inkml:trace>
  <inkml:trace contextRef="#ctx0" brushRef="#br0" timeOffset="36141.93">21153 6785 3004 0,'-8'-13'-21'0,"0"7"24"0,-1-1 24 15,-2 5 28-15,-3 2 28 0,-1 2 28 16,-4 3 15-16,-12 8 25 0,1 5 13 0,-14 7 8 16,4 4 4-16,-2 2-7 0,4 6 17 15,-1 0 1-15,3 1-11 0,2 3-15 16,7-3-16-16,7 1-6 0,6-6-3 0,9-1-12 15,5-3-9-15,3 5-10 0,10-4-9 0,9-2-8 16,3-1-4-16,9 0-9 16,-6-6-9-16,7-3-4 0,-3-7-4 0,-5-2-7 15,-4-4-3-15,-5-2-5 0,2 0-3 16,-5-6 0-16,-4 0-3 0,1-1-6 0,-2-3-2 16,-7-5 2-16,-1 0-10 0,-4-3-1 15,-1-2-7-15,-6-3-1 0,-5-10-5 0,-4 5 1 16,0 1-6-16,-4 3 1 0,8 7-17 15,-4 5-28-15,2 3-37 0,3 0-54 0,0 4-96 16,1 2-97-16,1 0-95 0,11 0-123 16,-14 5-181-16,14-5 54 0,0 0-511 15,0 0-647-15</inkml:trace>
  <inkml:trace contextRef="#ctx0" brushRef="#br0" timeOffset="36442.08">21212 7110 3287 0,'13'-20'-21'0,"1"2"30"0,-1 3 14 16,10-7 20-16,2 1 38 0,2 3 23 0,-2 4 13 16,6 0 0-16,-8 6 4 0,-2 4-1 15,0 4-8-15,-4 2-6 0,1 3-6 0,-4 7 9 16,-2 2 13-16,-8 3 10 16,-4 2 12-16,-4 5 14 0,-11 6 8 0,-10 8 2 15,-4-3-1-15,-1-3-4 0,5-5-8 16,4-2-7-16,2-3-12 0,8-2-11 0,1-2-7 15,6-3 0-15,4-1-7 0,8 0-10 16,3 3-9-16,14 1-10 0,2-1-3 0,7-2-14 16,-1-6-48-16,3-2-41 0,0-1-50 15,-4-5-74-15,-1-1-111 0,7-1-125 16,0-7-128-16,-2-2-177 0,-2-1-52 0,-3-5 78 16,-4 1-528-16,-12-1-655 0</inkml:trace>
  <inkml:trace contextRef="#ctx0" brushRef="#br0" timeOffset="37325.64">19312 6358 3132 0,'-44'-5'-123'0,"3"0"30"0,2-2 24 0,3 2 23 0,9 1 38 0,6-1 41 0,6 2 23 0,6-2-8 16,4-1-4-16,5 6-7 0,29-10-4 16,15 2-1-16,32 4-4 0,37-1-5 15,21 1 4-15,22 4-6 0,16 0-1 0,17 4-7 16,59 1-12-16,0 1-2 0,3 1 2 15,1 0-6-15,-7 3-1 0,-6-3 5 0,-60 1-2 16,-2-2 1-16,-7 0 1 0,-17-4 1 16,-17 4-1-16,-19-2 4 0,-39-1 9 15,-13-1 5-15,-20-1 0 0,-12 3 1 0,-10-1 15 16,-10 3 16-16,-5 0 4 0,-6 4 15 16,-2 4-5-16,-4 8 4 0,-6 13 14 0,-3 13-3 15,-3 1-4-15,2 3-2 16,-4 3-6-16,1 2-6 0,2 2 9 0,4 4-3 15,-3-1-4-15,4 0-4 0,3-2-6 16,2-2-5-16,-4 0-1 0,5-15-8 0,1 1-6 16,-3-3 1-16,3-2-5 0,-1-3-2 15,0-9-2-15,2-3-5 0,1-7 3 0,-2-2-1 16,1-1-1-16,2-2-5 0,0 1 2 16,0-3-6-16,-2-2 3 0,2 3-5 0,-2-3-1 15,0 0-4-15,0 0-2 16,1 1 8-16,-3 1-6 0,-3 2 7 0,-6-2 2 15,-1 4 3-15,-13 6 6 0,-2-4 0 16,-3 1 5-16,-14 2 0 0,-3 1 0 16,-10-4-1-16,-11 0-5 0,-27 4 9 0,-13-2 1 15,-11-1 13-15,-13-4 5 0,-11 3 1 16,-5 2 6-16,-4-1 22 0,-7-1 1 0,1 3-1 16,4 0-5-16,3-1-7 0,18 1-5 15,7 0-4-15,12-2-7 0,9 1-3 0,12-2-4 16,19-2-4-16,4 1-5 0,0-1-4 15,6 2-6-15,1 0 0 0,4-2-1 0,2 1-7 16,7-1 0-16,2 1 1 0,12-5-2 16,1 2-2-16,4-3 0 0,8-5 1 15,9 2 4-15,0-1 37 0,5-2 45 16,11-3 22-16,-18-3-11 0,13-8-7 0,1 3-8 16,2-6-12-16,4-4-11 0,4-13-6 15,2-7-7-15,3-12-8 0,6-6-8 0,0-6-9 16,8-22-19-16,-2-6-16 0,1 1-16 15,1-8-26-15,2-3-11 0,0 1-25 16,2 1-20-16,-1 2-19 0,-1 3-6 0,0 6 1 16,-11 21 7-16,-2 5 0 0,-1 10 4 15,-4 13 8-15,-2 10-10 0,-1 7-47 0,-5 7-50 16,-2 9-5-16,-1 1-26 0,2 4-38 16,0 0-39-16,0 0-45 0,-14 29-86 0,10-14-178 15,2 8 52-15,0 1-294 0,1 10-352 16</inkml:trace>
  <inkml:trace contextRef="#ctx0" brushRef="#br0" timeOffset="39242.81">21978 8020 2302 0,'4'-11'-82'0,"-3"2"26"0,5 0 28 0,-4 4 14 0,1-1 19 0,-2 0 18 0,-1 0 20 0,0 6 13 15,6-12 10-15,-4 8-2 0,-2 4-4 0,0-7-6 16,0 7-10-16,2-6-6 16,-2 6-5-16,0 0-1 0,0 0-1 0,-14 18 15 15,-3 11 12-15,-8 14 20 0,-5 11 9 16,-16 19 15-16,-2 10 9 0,-9 8 8 0,-4 3 1 16,-5 6-3-16,-5 3-7 0,-23 32-12 15,3-1-3-15,20-30-7 0,-20 30-4 0,23-31-9 16,-1 1 8-16,2-5 38 0,2-4 14 15,8-9-2-15,8-10 11 0,3-1 3 16,13-20 7-16,-1-6-2 0,7-6-9 16,2-6-7-16,7-8 0 0,0-5-14 0,7-9-7 15,1-1-13-15,3-3 13 0,1-3 9 16,3 2-6-16,-5-2-24 0,6-1 11 0,-1-3-15 16,3-4-11-16,-7 6-17 0,7-6-29 15,0 0-29-15,0 0-40 0,0 0-43 0,0 0-61 16,0 0-83-16,-11-13-96 0,11 13-109 15,0-10-140-15,0 2-157 0,0 8 68 0,0-15-544 16,0 7-665-16</inkml:trace>
  <inkml:trace contextRef="#ctx0" brushRef="#br0" timeOffset="39758.51">18931 10626 3513 0,'-14'-2'18'0,"5"-1"34"0,2 1 44 0,7 2 34 0,-13-8 5 0,13 4-7 16,0 4-11-16,4-10-9 0,5 3-14 16,3-1-8-16,8 4-6 0,0 4-5 0,9 0-8 15,5 7-7-15,1 2-6 0,-3 7-6 16,-5 4-3-16,-5 5-2 0,-8 4 5 0,-3 0 10 15,-11 0 25-15,-5 9 28 0,-15 4 20 16,-5 1 7-16,-5 1 18 0,-4-1 14 0,-6-2 15 16,2-1 5-16,-1-4 5 15,7-3-1-15,6-9-17 0,5-3-15 0,3-7-19 16,7-1-11-16,2-5-7 0,4 0-14 16,2-1-7-16,5-3-7 0,-2-4-9 0,13 9-14 15,0-5-9-15,7-1-31 0,-4-1-39 16,7 0-40-16,4-2-56 0,4 1-64 0,8-1-80 15,4 0-108-15,0 0-112 0,0-3-123 16,0 1-172-16,2-4-8 0,-4 0 83 0,1-1-587 16,-3-1-732-16</inkml:trace>
  <inkml:trace contextRef="#ctx0" brushRef="#br0" timeOffset="40057.98">19618 10746 3339 0,'-3'-21'14'0,"-1"2"50"15,-2 5 46-15,5-1 37 0,-3 6 42 0,2-1 31 16,-3 2 12-16,5-2-3 0,0 2-19 16,5-1-24-16,2 1-23 0,4 0-10 0,9 4-16 15,5 0-13-15,2 2-13 0,-2 6-15 16,12 4-9-16,-4 0-11 0,-5 5-6 0,-2 5-6 16,-3 2 1-16,-7 4 19 0,-7-5 5 15,-1 2 17-15,-5 1 24 0,-3 2 18 0,-1 0 10 16,-1 3-16-16,-4 6-3 15,1-1-7-15,-1 2-15 0,2-9-10 0,-2-1-13 16,2 0-8-16,2-3-11 0,1-3-14 16,1 0-43-16,0-1-47 0,1 1-54 0,1-1-58 15,7 3-80-15,-4-5-95 0,4 1-112 16,5-3-115-16,1-1-167 0,1-5-64 0,-2-7 84 16,8-1-615-16,0-6-763 0</inkml:trace>
  <inkml:trace contextRef="#ctx0" brushRef="#br0" timeOffset="40374.08">20233 10798 3854 0,'-9'-18'57'15,"6"0"28"-15,-3 7 35 0,4-1 18 0,2-2-1 16,6 0-2-16,5-3-5 0,10-3-12 16,10 3-12-16,3 3-7 0,5 3-12 0,-1 5-10 15,1 6-7-15,-1 6-9 0,-4 2-5 16,0 9-6-16,-12 5-3 0,-5 3 10 0,-8 10 20 15,-7-6 27-15,-7 7 32 0,-15 9 33 16,-2 3 20-16,-5-6 29 0,-5 1 13 0,2-4 13 16,1-4-1-16,8-8-8 0,1-3-22 15,7-5-12-15,4-2-22 0,6-5-4 16,-2 1-82-16,8-3-93 0,2-2 0 0,6-1 0 16,5-2 0-16,2-2 0 0,4-1 0 15,4-2 0-15,3-2 0 0,0 1 0 16,-1-2 0-16,7-2 0 0,1-2-59 0,-10 0-439 15,-2 3-102-15,-1-2-136 0,-5 2-130 16,-5 1 75-16,1-1-787 0,-3 2-1021 16</inkml:trace>
  <inkml:trace contextRef="#ctx0" brushRef="#br0" timeOffset="41240.31">21739 10737 4271 0,'-9'-7'-86'0,"4"0"52"0,-2 2 56 15,5 0 24-15,2-2 10 0,0 7 6 0,11-14 8 16,-2 3 1-16,7 4-5 0,2 0-4 16,7 1-13-16,4 5-3 0,-3 2-5 0,10 6-5 15,-1 7-2-15,-9 3-1 0,-3 7 5 16,-6 4 19-16,-7 2 19 0,-10 1 25 0,-8 8 17 15,-11 7 23-15,-4 0 11 0,-3-3 23 16,-1-4 16-16,0 0 7 0,7-10 8 0,0-4-13 16,5-1-17-16,5-3-10 15,3-6-9-15,3 0-8 0,2-3-1 0,6 2-15 16,3-2-11-16,7 1-11 0,5-2-13 16,4-4-9-16,2-1-35 0,3-2-51 0,-1-4-53 15,13-3-78-15,2-1-101 0,-2-3-123 16,2-1-124-16,8-9-141 0,-5-1-216 0,1 0 66 15,-4-5 84-15,-8 8-597 0,-4-1-738 16</inkml:trace>
  <inkml:trace contextRef="#ctx0" brushRef="#br0" timeOffset="41641.06">22740 10723 3208 0,'18'-10'-175'0,"-4"3"38"15,0 2 17-15,1 3 32 0,-3 2 28 0,-3 2 29 16,0 5 40-16,1 2 35 0,-6 1 29 16,-2 7 35-16,-4 1 25 0,-10 16 22 0,-6 5 25 15,-7 2 20-15,-6 0 17 0,-1-1 3 16,0-4-2-16,-1-2-11 0,7-1-18 0,4-8-13 16,7 0-19-16,4-9-15 15,3 1-6-15,4-1-16 0,4-3-8 0,4-3-11 16,4 1-6-16,1-1-9 0,3-3-13 0,1-2-6 15,-1-1-8-15,-1-6-8 0,-11 2 1 0,19-6-9 16,-11 2-7-16,-5-5-6 16,-3-3 1-16,-2-6-2 0,-11-11 5 0,-8 0 10 15,-5-8 6-15,-7-3 2 0,1 1 2 16,-2 2 7-16,1-1 15 0,3-1 14 0,5 6-1 16,5 4-4-16,8 1 0 0,1 5-9 15,8 3 1-15,3 1-12 0,5 1-15 0,13-6-9 16,5 5-9-16,6-2-31 0,3 5-44 15,4 5-52-15,4 2-64 0,0 4-76 16,0 3-116-16,0 2-127 0,2 4-176 0,-6 3-111 16,-3 2 84-16,-5 0-593 0,5 5-735 15</inkml:trace>
  <inkml:trace contextRef="#ctx0" brushRef="#br0" timeOffset="42030.09">23601 10535 3786 0,'-6'-13'76'0,"5"3"9"0,-1 3-10 0,0 0 4 0,2 7 21 0,-13 0 40 16,-3 7 27-16,-11 10 13 0,-10 10 7 16,-3 2 0-16,-1 7 4 0,2 3-1 0,1 0-3 15,0 4-4-15,1 0-24 16,6 1-11-16,4-4-13 0,11 3-12 0,5-5-10 15,1-2 4-15,8-5-21 0,2-6-11 16,5 7-6-16,7-3-10 0,1-3 1 0,9-3-11 16,-1-4-10-16,-1-5-26 0,1-7 2 15,2 0 1-15,-4-5-12 0,-3-2 8 0,-2-1-13 16,4-4 3-16,-3-3 6 0,-1-1-2 16,-5-5-4-16,-4-4-4 0,2-3 5 0,-5 0 2 15,-4 2 0-15,-3-5-3 0,2 2-14 16,-5 1 3-16,1 3-11 0,-3-1 2 15,-1 3-1-15,-1 4-29 0,0 2-25 16,1 2-45-16,4 2-58 0,-3 1-79 0,-1 2-108 16,1 3-114-16,10 0-170 0,-13-3-124 15,13 3 72-15,-10 0-603 0,10 0-752 0</inkml:trace>
  <inkml:trace contextRef="#ctx0" brushRef="#br0" timeOffset="42807.84">24488 10744 3483 0,'-8'-9'-86'0,"0"4"26"0,5 0 30 0,3 1 12 0,0 4 20 0,1-13 18 0,7 6 16 0,6-2 20 0,0 1 18 0,9 1 4 0,10-1 1 16,3 2-12-16,1 1 2 0,-7 4 5 16,-2 1 6-16,-1 1 3 0,1 4-3 15,-3 0-3-15,-2 2 2 0,-1 2-1 16,-6 3 13-16,0 3 7 0,-7 1 20 0,-3-1 16 16,-8 3 20-16,-4 2 20 0,-9 5 3 15,-6 3 10-15,-9 3-3 0,-1-9 2 0,-6 7-3 16,12-5-12-16,0-1-13 0,0-1-17 15,5-2-15-15,7-2-6 0,4-1-5 0,5-2-7 16,0 0 2-16,6 1-7 0,2 1 0 16,4 3-7-16,-1 0-4 0,9 6-5 0,-3-1 1 15,1-1 1-15,-1-3-1 0,-2-2-3 16,-1-1 1-16,-1 0 0 0,-2-3 2 16,-1-1-44-16,-1 1-44 0,-2-2 0 15,1-2 0-15,-4 1 0 0,-4 0 0 0,1 0 0 16,-2-2 0-16,-1 1 0 0,-1-1 0 15,-2 1 0-15,-1-3 0 0,-1 0 0 0,-2 0 0 16,1-3 0-16,-3-1 0 0,1-4 0 16,-3 2 0-16,3-4 0 0,-5-1 0 15,2-2 0-15,2 0 0 0,0-3 0 0,4 0-408 16,3 0-326-16,8 1-211 0,1-3 86 16,13-4 100-16,15-7-767 0,11-1-970 15</inkml:trace>
  <inkml:trace contextRef="#ctx0" brushRef="#br0" timeOffset="43157.16">25641 10893 4073 0,'16'-13'-83'0,"-2"1"62"0,-4 5 49 0,-3-1 36 0,-1 2 29 0,-2 2 4 0,0 0 0 0,-4 4 0 0,0 0 2 16,-14-6 12-16,14 6-2 0,-34 3 8 0,9 3 6 15,-9 3-1-15,-1 5-3 16,-1 1-8-16,6 2-12 0,0 0-8 0,6 1-12 0,3 3-4 15,12-2 2-15,2 1 14 16,5-4-1-16,4 1 3 0,-1 0 5 0,7 5 5 16,-1-3-6-16,7 8-1 0,-7-4 5 15,4-5 5-15,0 2 5 0,-4-1 6 0,0 0 0 16,-1-5 6-16,-1 2 6 0,-4 0 13 16,1-3 15-16,-4 0 0 0,2 0 9 15,-3 1 3-15,-6-1-18 0,0-2-151 0,0 1 0 16,-7 0 0-16,3-4 0 0,-1-1 0 15,-2 1 0-15,-2-6 0 0,2 2 0 0,0-4 0 16,-2 0 0-16,5-4 0 0,2-1-87 16,-1-2-427-16,9-2-148 0,4-7-211 0,12-3 16 15,5-10 96-15,14-3-748 16,9-1-955-16</inkml:trace>
  <inkml:trace contextRef="#ctx0" brushRef="#br0" timeOffset="43457.48">26165 10972 3938 0,'11'-7'28'0,"-6"0"49"0,2 2 14 0,-5 0 18 16,-2 5 38-16,0 0 32 0,0 0 24 16,0 0 21-16,-35 10 3 0,22 0-15 0,-12 6-11 15,3 1-16-15,-2 7-24 0,3 1-12 16,5-2-17-16,2 1-13 0,4-2-6 16,7-2-17-16,1-4-1 0,4 0-12 15,1-1-5-15,5-1-8 0,3 1-8 0,5-2-8 16,3-3 4-16,-4-4-8 0,2 0-3 15,2-6-3-15,-2 1 14 0,0-1 15 0,-3-3 10 16,2-6 4-16,4-1 2 0,-6-4-10 16,-3-4-4-16,4-8-24 0,-3-3-8 0,-5-3-6 15,-1 5-3-15,-5 8-10 0,-1-3-22 16,-3 3-36-16,-8-10-46 0,-7 4-48 16,-2 6-64-16,-5 3-77 0,-6 4-113 0,-1 4-115 15,-7 1-148-15,-2 5-169 0,-6 0 76 16,4 2-686-16,0 0-876 0</inkml:trace>
  <inkml:trace contextRef="#ctx0" brushRef="#br0" timeOffset="45041.86">18658 10210 3751 0,'-12'0'-128'0,"3"-3"34"0,9 3 26 0,-17-1 23 0,17 1 23 16,-10 0 29-16,10 0 13 0,0 0 14 0,-9-4 2 15,9 4-3-15,0 0 0 16,0 0-2-16,0 0-3 0,0 0-2 0,0 0 0 15,47-4-6-15,-1 6 2 0,21-2-6 16,12 0-2-16,32-3 0 0,15 3-3 0,13 0 0 16,16-2 4-16,15 4-1 0,14-1-3 15,60 7-2-15,-3-4-10 0,-3 4-9 0,-1-2-3 16,2-1-7-16,-55 2-4 0,55-4-5 16,-54 1 1-16,1-6-3 0,54 2 4 15,-57 0-1-15,-2 2 2 0,2-2 2 0,-2-4 5 16,9 4-3-16,-5 0 2 0,-4 0 0 15,2 0 2-15,-2-3 5 0,-7 2 1 0,5 1 1 16,1 0 1-16,-1 1-2 0,-2 2 5 16,1 1-1-16,-7-2 3 0,-7 4 6 0,-2-1 3 15,-8 3 3-15,-5-2 2 16,-12 2 7-16,-5-4 0 0,-5 1 3 0,-3-1 5 16,-4-1 4-16,-4 0 9 0,6 1-7 15,4 0 5-15,-4 1 0 0,-2-1-5 0,-7-3 5 16,-24 1-8-16,-5-2-1 0,-2 2-2 15,-9-4 1-15,-10-1 12 0,-16 0 25 0,-5 2 8 16,-11 1-6-16,-9 0-1 0,-3 0-12 16,-3 0-13-16,-3 0 6 0,-2 4-7 0,-1 1-3 15,-3 2-3-15,-1-1-2 16,0 2-4-16,0 4 1 0,-2-4-3 0,-1 1-4 0,3 4 0 16,-2 3-5-16,-3 1-3 15,-1 3 16-15,-1 14 6 0,-9 4 12 0,-11 10 17 16,-4 4 9-16,-5 6 17 0,-12 19 14 0,2 3 20 15,-2 12 14-15,4 2 6 0,8 8 15 16,6 7 3-16,13 1-2 0,6 0-8 16,7-1-4-16,3-3-8 0,3-5-7 0,1-25-11 15,1-6-16-15,-1-5-10 0,0-9-10 16,4-10-7-16,-12-16-8 0,7-6 1 0,-6-5 5 16,-1-3 24-16,1-6 24 0,-4-1 6 15,1-3-9-15,-3-4-15 0,4-2-8 0,0 0-13 16,-23-3-8-16,6-2-6 0,-13-6-6 15,-6-1-12-15,-18-1-1 0,-5-1-9 16,-8 2-36-16,-9-4-6 0,-29-2 0 0,-7 9 0 16,-7-5 0-16,-6 1 0 0,-11-1 0 15,-6 2 0-15,-7-1 0 0,-7-3 0 16,-3-1 0-16,-5 1 0 0,-3-1 0 0,-5 0 0 16,0 5 0-16,9-5 0 0,-7 4 0 15,5-2 0-15,-2 1 0 0,-2-1 0 16,5 2 0-16,0-1 0 0,1 2 0 0,-4-5 0 15,8 2 0-15,-8 1 0 0,2 0 0 16,-1-1-9-16,2 1-10 0,4-1 3 0,4 3 2 16,4-1 5-16,5-1-4 0,-2 2 5 15,6 3-3-15,10-2 2 0,1-5 4 16,10 6-5-16,5-2 2 0,6-1 1 16,3 2 0-16,25 2 0 0,-1-2 3 0,-21 4-3 15,1-4 5-15,19 6 0 0,0-1-1 16,-5 4-4-16,-2-2-3 0,1 3 12 0,-21-3-11 15,25 2 5-15,-3 2 1 0,-2 0 0 16,-1 0 2-16,2 0-8 0,-3-1 7 0,8-2 3 16,2 1-3-16,10-2 2 0,1 1 2 15,11-2-7-15,13 1 5 0,2 0 1 0,10 0 5 16,-6 0-4-16,13 1 2 0,-1 1-8 16,-7 0 7-16,11 0-5 0,2 1-1 15,3 1 0-15,1 0 1 0,-6 1 4 16,8-1 0-16,-3 0-2 0,0 0-1 0,-1 0 0 15,7 0 4-15,-4 0 2 0,6 0 1 16,-2-4 2-16,5 4 0 0,-5-8 1 0,1-1-3 16,1-6 0-16,3 0 3 0,-3-10-4 15,2-8-1-15,1 0-2 0,0-8 0 0,2-12 0 16,4-5-2-16,-1-5-8 0,4-3-6 16,-1-6-11-16,6-8-21 0,5 0-13 15,1-17-19-15,0 20 11 0,1 4 4 0,1 3 5 16,3 8-3-16,-1 1-6 0,3 10 1 0,-3 0-8 15,-2 17 6-15,1 3-3 0,-7 7-29 16,3 6-41-16,-3 6-58 0,2-2-85 16,-4 6-64-16,1 4-24 0,-4 4-40 15,0 0-64-15,0 0-178 0,19 17-19 0,-13-10 78 16,5 3-416-16,0-1-485 0</inkml:trace>
  <inkml:trace contextRef="#ctx0" brushRef="#br0" timeOffset="45540.38">21338 10632 2811 0,'5'-29'-13'0,"1"4"24"0,-4 2 21 0,-1 3 24 0,1 1 31 0,1 1 23 0,-1 1 12 16,0 4 18-16,0 1 3 0,-1 2-21 15,-1 3-15-15,0 7-17 0,0 0 25 0,0 0 17 16,-7 51 9-16,-1 2 4 16,-3 7-9-16,0 9-9 0,-5 21-11 0,3 1-9 0,-3 0-8 15,7-18-9-15,-5 0-8 0,-1 17-9 16,3-24-7-16,3 6-5 0,0-5-6 0,-3-7-6 15,3-1-10-15,-3-12-28 16,0-9-38-16,1-4-49 0,0-3-85 0,3-6-97 16,1-5-78-16,-1-5-93 0,5-3-223 15,1-3 54-15,4-4 72 0,-2-5-290 0,0 0-303 16</inkml:trace>
  <inkml:trace contextRef="#ctx0" brushRef="#br0" timeOffset="45940.21">24067 10725 2345 0,'13'-14'190'0,"-3"4"30"0,-5 1 2 0,3 4-26 0,-5 0-22 0,-3 5-6 16,0 0 27-16,0 0 36 0,6 24 34 15,-13 9 10-15,-5 15 4 0,-3 12-8 0,-8 23 7 16,0 8-13-16,0 2-33 15,-2 10-20-15,6 5-15 0,-1 1 17 0,4 0-20 16,-1-1-22-16,2 2-14 0,4-6-15 16,-3-3-38-16,1-6-45 0,0-23-77 0,-10 13-85 15,-2-21-95-15,-11 5-114 0,3-16-111 16,-4-7-136-16,1-9-209 0,0-6 39 0,8-12 82 16,3-9-549-16,6-6-659 0</inkml:trace>
  <inkml:trace contextRef="#ctx0" brushRef="#br0" timeOffset="48073.21">14420 7997 835 0,'2'-7'143'0,"0"0"-21"0,-1-2-19 0,-1 9-24 0,0-10-17 0,0 6-16 0,0 4-11 15,0-9-8-15,0 9-7 0,0 0 19 0,0 0 21 16,0 0 15-16,-18 35 16 15,0 8 19-15,1 11 18 0,-5 9-1 0,-11 23 4 16,1 12 5-16,0 4 0 0,-7 6 3 16,5 11 3-16,-4 7 5 0,-2 10-11 0,-14 40-17 15,14-43-6-15,-2 1-9 0,3-4-15 16,-4-3-1-16,5-5-9 0,2-11-3 0,4-9-15 16,-1-9 20-16,3-10 6 0,9-23-6 15,-2-3 24-15,2-9 13 0,4-5-8 0,2-14-8 16,7-8 1-16,-2-1 13 15,5-7 13-15,-1-3 17 0,3 1 8 0,-4-3 7 16,3-3-1-16,3 0-20 0,1-5-15 0,0 0-14 16,0 0-15-16,0 0-12 15,0 0-26-15,0 0-39 0,0 0-42 0,-10-15-58 16,10 15-71-16,-1-7-90 0,1 7-99 16,-4-10-122-16,0 5-187 0,-1 0-14 0,0 0 76 15,-1 1-392-15,-1-3-456 0</inkml:trace>
  <inkml:trace contextRef="#ctx0" brushRef="#br0" timeOffset="49190.36">11085 10861 2679 0,'3'-14'-26'0,"-3"2"34"0,4 1 37 0,1 3 25 0,-3-1 23 0,-1 0 34 0,-1 4 28 16,2-3 4-16,-2 8-18 0,0-9-14 0,0 9-20 15,0 0 4-15,0 0 20 0,-3 22 3 16,-4 2-4-16,2 13 0 0,-6 13-1 16,-2 3-7-16,2 0-6 0,2 0-5 0,-3 1-12 15,7-4-5-15,-3-7-7 0,6-1-10 16,-3-5-10-16,1-2-1 0,-1-8-8 15,5-4-7-15,-1-6-3 0,-1-1-4 0,0-3-6 16,2 1 0-16,0-6-3 0,0 2-1 16,0-3-11-16,0 0-21 0,0-7-45 0,0 9-68 15,0-9-91-15,0 0-83 16,0 0-81-16,0 0-89 0,0 0-168 0,-2-26 8 0,2 15 65 16,2 0-270-16,3-7-306 15</inkml:trace>
  <inkml:trace contextRef="#ctx0" brushRef="#br0" timeOffset="49606.21">11463 10903 2437 0,'7'-9'89'0,"0"5"3"16,-1-1-10-16,-2 0-9 0,-4 5-1 16,0 0 51-16,0 0 36 0,0 0 4 0,-10 35-7 15,-1-7 1-15,-3 6-8 0,2 0-12 16,-4 1-13-16,3 0-8 0,-1 0-9 15,7-3-11-15,-1 0-10 0,5-5-4 16,3-3-7-16,0-7-8 0,1 2-3 0,1-4-6 16,6-1-4-16,-3 0-7 0,5-3 0 15,1-2-5-15,0-4-3 0,5-3-5 0,-1 0-2 16,4-6-4-16,1-1-2 0,8-8-5 16,-4-1-2-16,1-7-2 0,-2 3-4 0,-3 2 1 15,-5 1 1-15,-3 5-2 16,-5 1-5-16,0 2-4 0,-1 1-5 0,-2 5 2 15,-4 1 9-15,0 0 8 0,-2 17-2 16,-4-1 7-16,1 4 10 0,-1 2 1 0,1 11 2 16,-2 1 8-16,3 3-4 0,3 0-5 15,-3-8 1-15,4-2-5 0,0-1-2 16,0-1-2-16,0-4-3 0,2-1-3 0,0-2-1 16,-1 0-10-16,-1-5-30 0,2-1-31 15,0 0-37-15,-2-5-51 0,2 0-91 0,3-2-113 16,-5-5-120-16,0 0-178 0,0 0 15 15,20-10 68-15,-10-1-315 0,1-7-355 0</inkml:trace>
  <inkml:trace contextRef="#ctx0" brushRef="#br0" timeOffset="49991.97">12179 11006 2569 0,'7'-5'7'0,"1"3"3"0,-8 2 28 0,13 11 30 0,-9 0 34 0,1 3 25 0,-5 5 20 0,-1 5 22 0,-9 12 7 16,-1 1 5-16,-4 10 8 0,-9-2-1 0,2-1 5 16,-3-2-7-16,2-3-14 0,7-8-15 15,0-4-14-15,5 1-13 0,2-10-14 0,2 0-6 16,3-6-4-16,4 0-9 0,0-4-6 16,8-1-5-16,2-1-16 0,1-3 4 15,2-3-11-15,6-2-8 0,-3-1-4 16,4-4-7-16,-4-4 2 0,-1 0-5 0,-1-3-9 15,-7-5-4-15,-5 2-2 0,-4-5-3 16,-12-9 2-16,-6-6 25 0,-12 0 12 0,-9 4 8 16,-2-6 9-16,-7 6 12 0,3-1 3 15,2 7 26-15,6 2 22 0,8 5 0 16,6 2 2-16,8 5-4 0,4-3-18 0,5 5-12 16,8-3-17-16,9-1-10 0,13-6-22 15,6 2-44-15,8 4-58 0,16 1-62 0,5 4-69 16,3 0-93-16,-13 6-130 15,3 4-142-15,-2 0-230 0,-1 2-34 0,-6 0 92 16,0 2-640-16,-5 4-804 0</inkml:trace>
  <inkml:trace contextRef="#ctx0" brushRef="#br0" timeOffset="50573.17">13166 11058 3832 0,'6'-12'-73'0,"-3"3"52"0,-1 4 32 0,0 0 18 0,-2 5 9 0,2-6 8 0,-2 6 54 0,0 0 58 15,0 0 22-15,-2 31 9 0,0-7-3 0,-1 10 0 16,-5 3-4-16,5 2-10 15,-6 1-1-15,5 1-16 0,-3-2-8 0,3 2-18 0,1-3-10 16,-6-1-12-16,6-4-13 16,-5 0-9-16,5-7-9 0,-3-5-5 0,1 1-30 15,-2-4-33-15,1-1-41 0,5-3-57 16,-3-2-74-16,0-1-81 0,2-3-76 0,2-1-95 16,0-7-137-16,0 0-153 0,6 3 62 15,-6-3-460-15,0 0-574 0</inkml:trace>
  <inkml:trace contextRef="#ctx0" brushRef="#br0" timeOffset="50922.52">13541 11089 3053 0,'0'-16'-21'0,"0"7"37"0,0-3 22 16,-2 6 15-16,2 6 17 0,-3-7 14 0,3 7 24 15,0 0 15-15,-27 5 1 0,14 2 6 16,-5 6-3-16,4-1-1 0,-8 5-5 0,3 6-10 15,6-4-12-15,6-1-9 0,-4 1-4 16,10-1-3-16,1 1-8 0,1-2-1 0,3 5 1 16,5-2 4-16,-2 1 5 0,4-4 3 15,5 9 5-15,-2-2 1 0,0-5 7 0,-4-1 2 16,1-4 3-16,-5 1-1 0,2-3 1 16,-5-1 5-16,3 1 14 0,-4 0 10 15,-2 2 13-15,-2-3 0 0,-4 5-5 16,1-3 0-16,-4 2-14 0,-2 0-11 0,-2 1-12 15,1-3-8-15,-2 1-10 0,-4-4-8 16,1 1-12-16,-2-1-35 0,1-2-47 0,-2 1-56 16,3-3-63-16,0-4-80 0,1 0-119 15,1-4-132-15,3 0-145 0,3-8-191 16,5 0 69-16,1-2 79 0,6-1-512 0,7-5-632 16</inkml:trace>
  <inkml:trace contextRef="#ctx0" brushRef="#br0" timeOffset="51161.23">13984 11142 3296 0,'5'-24'37'0,"-1"6"65"0,-4 3 48 0,2 3 43 15,-2 3 25-15,2 1 11 0,-2 2-15 16,0 6-26-16,0 0-13 0,0 0 6 0,0 0-9 16,-17 18-15-16,11 3-4 0,-7 12-7 15,3 4-10-15,-2 2-11 0,3 9-11 16,-2 6-17-16,-1 0-6 0,3-3-10 0,0-1-6 15,-3-1-25-15,2-13-37 0,-4 3-33 16,5-3-43-16,-2-1-56 0,-3-5-82 0,3-2-87 16,2-6-90-16,-1-5-114 0,4-3-183 15,-3-4 9-15,7-3 67 0,0-2-385 0,2-5-460 16</inkml:trace>
  <inkml:trace contextRef="#ctx0" brushRef="#br0" timeOffset="51689.53">14875 11112 2636 0,'4'-12'44'0,"0"5"59"0,-3-1 13 0,-1 1 3 0,0 7-17 0,0 0 39 0,0 0 53 0,0 0 21 0,-9 26 13 15,-4 2 1-15,1 5-8 0,-1 12-3 16,-2 3-7-16,2 4-4 0,1-1-17 0,3-2-21 15,1-5-15-15,3-4-17 0,-1 1-10 16,0-4-13-16,0-3-7 0,0 0-14 0,5-7-36 16,-3-7-36-16,2-2-45 15,0-1-55-15,0-2-73 0,-2-4-92 0,2-2-66 16,0-1-82-16,0-2-132 0,2-6-160 16,0 0 57-16,0 0-433 0,20-14-533 0</inkml:trace>
  <inkml:trace contextRef="#ctx0" brushRef="#br0" timeOffset="51975.73">15024 11342 3142 0,'-2'-7'63'0,"-1"1"28"0,-3 0 33 0,3 1 42 15,3 5 38-15,-5-8 22 0,5 8 11 16,-4-7-3-16,4 7-12 0,0 0-21 0,0 0-20 16,12-11-23-16,-1 8-15 0,4 1 0 15,4 2-15-15,4 5-12 0,0 3-8 16,8 3-14-16,-2 5-11 0,-7 3-12 15,-3 4-3-15,-2 7-5 0,-5 3 11 0,-7 0 3 16,-3 4 6-16,-2-1 19 0,-4-1 12 16,-3 1-4-16,2 1-5 0,-8-2-10 0,4-2-6 15,-3-2-9-15,3 2-6 0,0-6 0 16,1-3-17-16,0-3-10 0,3-4-37 16,-1-4-48-16,0 1-67 0,3-3-72 0,-1-1-84 15,1-2-93-15,1-1-87 0,2-7-131 16,0 5-203-16,0-5 48 0,0 0 83 15,0 0-500-15,25-22-611 0</inkml:trace>
  <inkml:trace contextRef="#ctx0" brushRef="#br0" timeOffset="52272.2">15395 11492 2952 0,'10'-21'-25'0,"-2"1"50"0,-1 5 44 16,-1 1 37-16,-1 2 29 0,4 1 29 0,-4-1 23 15,3 4-4-15,-1 0-6 0,1 4-13 16,2 1-5-16,-10 3-2 0,0 0 1 0,26 15 5 15,-16-1 8-15,-7 9 20 0,-1 0-3 16,-2 3 8-16,-3 14 16 0,-7-2 5 16,0-2-2-16,-3 2 7 0,-2 5-9 0,3-10 3 15,1-4-9-15,1-3-16 0,6-6-7 16,1-3-4-16,1-2 10 0,2-1-15 16,4-2-6-16,1-2-89 0,7 0-80 15,1-3 0-15,5-2 0 0,-2-1 0 0,4-3 0 16,5-4 0-16,0 0 0 0,7-8 0 15,0 1 0-15,1-4-183 0,-5 1-197 0,-1-2-88 16,-9 4-103-16,-4 3-79 0,-4-2-159 16,-5 4 38-16,-1 1 97 0,-4 2-579 0,0 3-715 15</inkml:trace>
  <inkml:trace contextRef="#ctx0" brushRef="#br0" timeOffset="52955.57">16148 11322 3622 0,'8'-21'0'0,"-1"2"62"15,3 4 41-15,-4 1 32 0,-2 4 32 0,-1 1 17 0,1 1-5 0,0 3-23 0,-4 5 1 0,0 0 54 16,0 0 22-16,10 25 5 0,-10-2-8 15,0 14 4-15,0 7-9 0,-4-1-9 16,4 0-4-16,-2 1-13 0,0-1-23 16,2 1-19-16,0-5-11 0,-2 1-17 0,-4-5-15 15,2 2-30-15,-3-4-44 0,-2-4-60 16,-3 0-63-16,-1-2-98 0,3-6-108 0,0-3-109 16,-1-4-101-16,4-2-130 0,0-3-170 15,0-6 81-15,5 0-640 0,2-3-813 0</inkml:trace>
  <inkml:trace contextRef="#ctx0" brushRef="#br0" timeOffset="53339.66">16713 11455 3932 0,'9'-10'-17'0,"-2"4"21"16,1 1 7-16,-5 1-2 0,-3 4 30 0,0 0 60 15,0 0 37-15,7 13 2 0,-9-1 12 16,-3 9 0-16,-2 0 5 0,-4 11-5 0,-1-1 5 15,-1 1-17-15,0-1-8 0,-1-2-11 16,3 0-9-16,4 0-13 0,0-4-4 0,2-5-15 16,1-2-4-16,2-5 14 15,2 1-6-15,4-2-10 0,0-1-8 0,1 2-2 16,4-5-7-16,-4-1-10 0,2-1 2 16,3-5-8-16,-10-1-3 0,0 0-2 0,0 0-1 15,17-10-9-15,-15 0-3 0,-4-2-3 16,-1-7 6-16,-9-10 0 0,-3-4 5 0,-6-7 10 15,-4 2 8-15,2 0 28 0,0 2 6 16,6 7 8-16,-4 1 7 0,6 3 10 16,4 7 1-16,-1 1 6 0,2 5-1 0,7-1-8 15,-3 4-16-15,6-1-14 0,0 0-10 16,6 0-41-16,5 2-58 0,3 0-68 0,4 1-85 16,7 1-92-16,2 2-125 15,9 0-128-15,6 0-153 0,-4 0-136 0,4 1 81 0,-1-1-678 16,0 0-870-16</inkml:trace>
  <inkml:trace contextRef="#ctx0" brushRef="#br0" timeOffset="53689.86">17298 11251 3649 0,'0'0'-37'0,"-4"-7"49"0,4 7 20 15,-7-6-6-15,7 6 7 0,0 0 46 16,0 0 45-16,-18 10 32 0,4 4 7 0,-3 8 2 15,-6 7 3-15,-2 8 8 0,-3 3-7 16,-5 4-4-16,3-2-1 0,1 1-13 16,3-2-12-16,3-1-8 0,8-5-15 15,2-6-13-15,1 3-9 0,6-6-5 0,2-5-12 16,4-1-5-16,4-3-4 0,6 3-4 16,5 2-3-16,5-6-10 0,-6-6-19 0,8 2-4 15,-4-5 0-15,0-3-5 0,-6 0 3 16,4-4-2-16,-5-3 0 0,1 0 4 0,-1-4 11 15,-1-2 4-15,-4-3-8 0,2 0 0 16,-7-2-8-16,-1 3-2 0,0-3-1 0,-3 2-9 16,-5-1 1-16,-2 2-14 15,-5-3-33-15,-2 6-43 0,-6-2-67 0,-1 6-101 16,-13-4-132-16,-1 3-160 0,-2 1-233 0,2-1 41 16,-1 2 78-16,2-3-507 0,-1-1-623 15</inkml:trace>
  <inkml:trace contextRef="#ctx0" brushRef="#br0" timeOffset="55538.65">11020 10630 3256 0,'-19'-4'-115'0,"0"4"23"0,3-3 20 0,5 1 19 0,0-2 25 0,-3 2 24 0,5 1 21 0,9 1 5 16,-16-3-2-16,9 2-4 0,7 1-2 16,-9-1 1-16,9 1 1 0,0 0-5 15,0 0 2-15,0 0 1 0,29 8 1 0,8-2-4 16,21-3 1-16,10 5-1 0,16-3-1 15,26 2-1-15,15-3-3 0,10-1-2 16,8 1 2-16,11-3-4 0,11 1-7 0,11-1-6 16,1 1-10-16,6 2-10 0,0-3-5 15,2 0-5-15,-2 4-9 0,0-4-11 0,-4 3-9 16,-2-1-5-16,-1 1-1 16,-1-1-2-16,0 0 2 0,3 1-1 0,-3 1 7 15,-2 4 0-15,0-2 10 0,-2 1 1 16,-2 0 4-16,1 3 4 0,0-1 7 0,-9-3-11 15,1 1-3-15,-8-1-12 0,-3-2-18 16,-12 1-6-16,-4 0 5 0,-5-2 11 0,-16-4 1 16,-30 0 32-16,-5 0 2 0,-15-1 27 15,-17 1 40-15,-12-3 27 0,-9 3 32 0,-4 0 26 16,-3-3 10-16,-2 3 13 0,-3-1 18 16,-2-1 5-16,-2 2-2 0,2-2-14 15,-12 2-13-15,16-2-13 0,-5 2-15 0,-11 0-10 16,18 0-6-16,-8 0-10 0,3 4-5 15,-2-2-12-15,1 2-6 0,-1 0-3 0,1 3-5 16,-3 3-8-16,1 2 2 16,-7 4-1-16,-1 6-1 0,0 4 5 0,-6 12-3 15,3 2-4-15,-5 2 4 0,0 12 54 16,5-8-2-16,1-1 13 0,1 11-3 0,5 2 19 16,1 0-11-16,5-6-7 0,-4-13-5 15,-3-3-12-15,3-5-9 0,-2-7-3 0,-4-7-8 16,2-4 6-16,-2-1 8 0,-1 1 10 15,-1-5 6-15,2-1 4 0,0 1 0 0,-2-1-3 16,2 0-7-16,0-2-10 0,-2-5-8 16,0 11-11-16,2-6-4 0,-4 2-1 15,2 1 0-15,-2 1-2 0,0 3-3 0,0 0-4 16,0-1 2-16,1 4 9 0,-5-1-5 16,1 10 17-16,-6 6 33 0,6-1 1 15,-4 4-9-15,-2-6-11 0,2 6-10 0,0-3-4 16,-1 1-9-16,2 1-4 0,-1-1-6 15,5-1-4-15,1-2 4 0,-2-3-6 0,5-1-4 16,0 0 2-16,5-3-5 0,-5-4-3 16,2-4-1-16,-2 0-6 0,1-2 1 15,-1 0 23-15,-1-3 13 0,1 0 11 0,0 0 12 16,0-3-2-16,0-5 8 0,0 10-11 16,0-10-12-16,-2 10 0 0,2-10-10 0,-3 7-5 15,3-7-10-15,-2 6-4 16,2-6-4-16,0 0 3 0,-4 7-10 0,4-7-1 15,0 0-5-15,-7 5-3 0,7-5-3 16,-5 2-5-16,5-2 1 0,-13 5-2 0,6-2-3 16,7-3 3-16,-15 4-4 0,7-1 2 15,1 1 0-15,-4-4-1 0,-2 4 2 0,-3 0-1 16,-2 0-2-16,2-1 3 0,-13 0-5 16,2 1 1-16,-12-4-1 0,-6 2 1 0,-4 0 0 15,-12 1-5-15,-8-3 5 0,-7 4-2 16,-8-2-3-16,-4 0 1 0,-5 0-3 0,-29-2 0 15,2 0-1-15,-4-2 5 0,2-2-7 16,-3 0 5-16,-5 0 5 0,7-4-7 16,-8 1 4-16,4 0-2 0,-3 2 0 15,0 2-2-15,4-3 2 0,3 0 0 0,-7 2 1 16,7-1 1-16,-3 0 2 0,2-1-3 16,-6 3 1-16,2 0-4 0,5-3 5 0,1 3-3 15,3-3-1-15,3 0 2 0,4 0 1 16,23 4 0-16,-1-3 3 0,4-1-6 0,-29 0 2 15,7-2-2-15,19 4-2 0,1-2-1 16,4 1-4-16,-2-1-1 0,7 0 3 0,-4-1-6 16,1 0 6-16,6-1-10 15,-2 4 6-15,4-3-4 0,-1 4 8 0,3-2-3 16,-3 1 3-16,3 1-6 0,2 0 2 0,3 2 4 16,-2-2-4-16,4 3 1 0,5 3 4 15,6-2-1-15,5-1 1 0,-14 3 1 16,2 0 4-16,9-1-4 0,3 1 7 15,1-1-1-15,2-2-3 0,-1 2 3 0,5-1 6 16,-2 1-5-16,4 0-5 0,5-2 2 16,-4 0-1-16,4 4 1 0,-2-3 0 0,-6 2-4 15,3-2 2-15,-1-1 1 0,-2 3 4 16,5-1-5-16,1 1 0 0,1-1 2 0,11-1 6 16,-2 1 0-16,6-2-4 15,1 2-2-15,5-2 8 0,0 0-2 0,2 0 6 16,4 1 2-16,9-1 3 0,-20-1 12 15,20 1 3-15,-13-4-10 0,8 1 0 0,0-2-1 16,3-3-3-16,2-5 0 0,0-4-4 16,6-5-2-16,0-12 1 0,5-4-1 0,7-13-2 15,-2-4-3-15,8-9-7 0,-1-21-13 16,1-4-12-16,-3-5-4 0,2-5-22 0,0-1-11 16,-3 3 9-16,2 5-3 15,-9 24 8-15,0 5 9 0,-3 8 2 0,-5 16 3 0,4 3-2 16,-8 6-2-16,1 9-5 0,0 4-21 15,0 1-34-15,0 4-45 0,0 1-55 16,-2 3-61-16,0 2-36 0,0 6-51 16,0 0-55-16,0 0-55 0,0 0-79 0,0 0-171 15,-20 22 63-15,20-15-465 0,0-7-578 16</inkml:trace>
  <inkml:trace contextRef="#ctx0" brushRef="#br0" timeOffset="56055.99">12880 10807 2859 0,'8'-24'-119'0,"-1"1"40"0,-1 3 36 0,1 1 36 0,-5-3 32 0,5 2 27 0,-4 1 32 0,-1 2 37 0,-2 0 25 16,2 2 2-16,0 3-14 0,0 4-16 16,-2 2-17-16,0 6-7 0,0 0 9 0,0 0 13 15,-18 43 13-15,11-4 13 0,-2 16 10 16,-2 10-1-16,2 9 14 0,4 4-3 0,-6 20-3 16,0 0-6-16,2 0-14 0,2-20-7 15,-3 16-6-15,0-19-7 0,-1-4-11 0,1-4-9 16,-1-4-10-16,2-1-3 0,-5-7-8 15,1-5-8-15,6-12-3 0,-5-3-7 0,1-4-10 16,0-3-7-16,2-5-2 16,0-7-16-16,2 0-24 0,-2-4-40 0,4 0-44 15,-5 0-58-15,1-3-90 0,3-3-88 16,-4 0-90-16,1-4-113 0,1 1-180 0,8-3 52 16,0 0-474-16,0 0-591 0</inkml:trace>
  <inkml:trace contextRef="#ctx0" brushRef="#br0" timeOffset="56471.98">14170 11168 2874 0,'13'-32'-147'0,"3"-2"39"0,1 1 34 16,-2 3 50-16,0 2 42 0,-3 6 37 15,-1 5 28-15,-2 0 33 0,-2 2 27 0,0 3 4 16,-1 5-5-16,-2-3-13 0,-1 6-19 16,-1 0-14-16,-2 4 32 0,0 0 26 15,8 25 21-15,-8 4 20 0,-4 17 3 16,-4 19 0-16,5 9 0 0,-5 5 2 0,-4 18-2 15,10-16-1-15,-12 20-4 0,0-3-17 16,3 0-12-16,-2-6-2 0,-5 2-18 16,7-22 11-16,-3 2-10 0,1-5-19 0,1-6-10 15,3 0-12-15,-2-6-13 0,-1-5-6 16,1-15-29-16,4-2-46 0,-4-5-49 0,8-9-53 16,-3-4-49-16,2-2-56 0,4-6-107 15,0-4-138-15,0-5-176 0,0 0-155 0,0 0 80 16,24-25-609-16,-6-3-761 15</inkml:trace>
  <inkml:trace contextRef="#ctx0" brushRef="#br0" timeOffset="56989.45">15987 11030 3391 0,'3'-19'-129'0,"-1"4"39"0,0 1 32 0,2 4 35 0,-2 1 34 0,-1-1 30 0,1 3 38 16,0-1 32-16,0 0 20 15,0 2-11-15,-2 6-14 0,2-7-15 0,-2 7 29 0,0 0 44 16,-2 33 40-16,-6 6 20 15,-3 22 11-15,-3 5 13 0,0 28 6 0,-2 2-3 16,3 1 2-16,6 0-4 0,0-18-1 16,2 22-2-16,1-20-9 0,-2-2-19 0,3 2-21 15,-1-3-16-15,-1-1-19 0,-4 0-16 16,2-3-14-16,-1-2-14 0,-4-5-13 0,3-4-9 16,-4-5-14-16,-1-8-42 0,3-11-40 15,-1-2-60-15,-1-3-91 0,2-3-106 0,1-9-137 16,6-3-141-16,1-5-151 0,-3-4-162 15,6-3 84-15,2-3-765 0,-2-4-974 16</inkml:trace>
  <inkml:trace contextRef="#ctx0" brushRef="#br0" timeOffset="59104.25">11108 12148 924 0,'0'0'109'0,"0"-10"-18"0,0 10 20 0,-2-7-1 0,2 7-8 16,-2-8-9-16,2 8-9 0,-7-2 12 0,7 2 33 16,-23 8 29-16,-10 10 40 15,-13 10 14-15,-5 5 21 0,-22 19 7 0,-11 8 2 0,-7 3 8 16,-6 5-6-16,-6 6 2 15,2 2-7-15,-4-2-8 0,3-1-5 0,2 3-3 16,8-7-10-16,5 1-7 0,4-8-13 16,4-4-7-16,11-6-19 0,5-3-18 0,17-15-15 15,2 1-10-15,6-8-13 0,8-5-15 16,3-1-1-16,4-3-12 0,0-1-9 0,4-4-5 16,6-3-6-16,1-2-4 15,-1 0-3-15,3-4-9 0,1 3-1 0,-1-3-10 0,4 2 2 16,-1-3-3-16,1 0-6 0,1 1-2 15,5-4-5-15,-10 5-4 0,10-5 4 16,-8 2-6-16,8-2-3 0,-7 6 1 16,7-6-6-16,0 0 4 0,-8 4-6 0,8-4 4 15,0 0 2-15,-8 5-2 0,8-5-5 16,0 0 1-16,0 0-5 0,-5 3 3 16,5-3-24-16,0 0-21 0,0 0-36 0,0 0-47 15,0 0-58-15,0 0-85 0,0 0-110 16,0 0-115-16,0 0-152 0,0 0-125 0,0 0 77 15,0 0-540-15,0 0-693 0</inkml:trace>
  <inkml:trace contextRef="#ctx0" brushRef="#br0" timeOffset="59871.16">8165 13958 3189 0,'6'-21'-82'0,"-2"3"53"0,-3 5 44 0,1-1 42 0,0 2 32 0,1 3 25 0,-1 1 11 0,-2-1-15 0,0 9-14 16,0 0 23-16,0 0 38 0,0 0 24 0,-23 46 3 15,9-11 1-15,-5 14-4 0,0 7-7 16,-2 0-11-16,2-1-10 0,2 3-12 0,0-3-10 16,1-3-10-16,3-1-17 0,3-11-6 15,3-3-8-15,-4-1-9 0,3-4-5 16,2-7-14-16,0-7-4 0,5-1-8 0,-3-2-4 16,0-3-13-16,0-2-26 0,1-1-27 0,1-1-39 15,2-4-77-15,0-4-93 16,0 0-88-16,0 0-83 0,0 0-108 0,0 0-168 15,13-17 9-15,-8 4 75 0,7-5-318 16,1-6-391-16</inkml:trace>
  <inkml:trace contextRef="#ctx0" brushRef="#br0" timeOffset="60287.28">8594 13993 2659 0,'0'-6'60'15,"0"6"14"-15,0 0 17 0,0 0 27 16,0 0 31-16,-25 17 17 0,12-3 21 0,-3 10-1 16,-2 3-4-16,2 2-6 0,2 2-12 15,-2 1-18-15,5 1-7 0,2-1-16 0,-2 0-8 16,6-6-12-16,3-1-9 0,2-5-9 16,2 1-5-16,0-4-8 0,1-2-5 0,5-1-6 15,0-2-5-15,1-3-2 0,4-3-5 16,1-2-6-16,-1-4-3 0,6-4-2 15,4-2-6-15,6-6 0 0,2-4-7 16,-5-2-1-16,2-2-4 0,-3-1 4 0,-2 5-2 16,-7 3 2-16,-5 5 0 0,-2-1-3 15,0 4-6-15,-9 5 4 0,0 0 16 16,0 0 7-16,0 0-1 0,-9 28 2 0,2-9 0 16,-6 8 2-16,1 4 2 0,-1-2-3 15,1 2-4-15,3 0-1 0,-1 0-1 0,2-8-4 16,4 0-6-16,-1-3-2 0,3-3-1 15,-2-1-11-15,2-3-24 0,2-2-25 16,0 0-31-16,-1-3-50 0,1 1-52 0,0-9-91 16,3 7-101-16,3-6-113 0,-6-1-122 15,19-3-103-15,-4-4 63 0,6-1-395 0,12-13-504 16</inkml:trace>
  <inkml:trace contextRef="#ctx0" brushRef="#br0" timeOffset="60604.28">9347 14182 2929 0,'4'-12'48'0,"-6"3"33"16,2 9 20-16,-8-14 29 0,3 13 25 16,5 1 31-16,0 0 26 0,-44 15 14 0,11 4 2 15,-5 10 3-15,-4 5-9 0,-2 6-5 16,7 1-11-16,-4 2-9 0,7-2-8 0,1 0-11 16,3-2-19-16,5 2-17 15,8-12-3-15,3 0-5 0,7-3-16 0,3-9-8 16,3 3-9-16,2-5-2 0,5-1-10 0,1-2-4 15,5-2-10-15,1-3-8 0,5-2 5 16,-2-3-13-16,0-2 2 0,-1 0-8 16,2-3-1-16,-4-1-10 0,1-3-1 15,-1-1-7-15,-3-2-8 0,-2 1-6 0,-3 0-1 16,-1 1-33-16,-4-1-12 0,0 9-24 16,-4-14-28-16,-3 8-34 0,1 0-48 0,-6 0-56 15,1 4-74-15,-1-1-96 0,-1 1-98 16,0 0-134-16,-2 0-148 0,-7 1 64 15,4-3-533-15,-5-1-697 0</inkml:trace>
  <inkml:trace contextRef="#ctx0" brushRef="#br0" timeOffset="61370.57">7706 13726 3357 0,'-38'-10'-107'0,"-2"0"27"0,6 3 14 0,7-1 21 0,6 4 20 0,8-2 22 0,3 0 4 16,8 1-1-16,8-3 0 0,13-2 3 15,32-6-2-15,20 3-1 0,41-3 4 16,22 1-5-16,19 3 0 0,8 3-1 15,18 3-3-15,6 0-6 0,2 5-13 16,-6 4-7-16,-13 1-8 0,-12 4 1 0,-13 4 3 16,-21 3 6-16,-14 1 2 0,-35-3 1 15,-10 6 15-15,-12 3 18 0,-8 1 22 0,-20 0 27 16,-5 4 23-16,-11 4 42 0,-3 4 19 16,-8 7 13-16,-3 11 1 0,-6 3 10 0,-3 2-3 15,4 4-9-15,-6 2-10 0,5 4-9 16,-1-4-6-16,9-2-12 0,-3 0-16 15,3-5-3-15,5-12-6 0,0-2-7 16,2-1-4-16,-2-13-11 0,1-2-5 0,-1-8-7 16,0-2-6-16,0-2-2 0,0-2-1 15,0-3-3-15,0 0 2 0,-1-1-9 0,-8 3 1 16,-6-1-4-16,-10 5-6 0,-11-1-1 16,-15 7 0-16,-32 7-5 0,-14-2-2 15,-9 2-1-15,-16 2-4 0,-12-1 2 0,-6-2-1 16,-11-2 0-16,-7-2 22 0,3-2 17 15,-1 0 4-15,0 0-3 0,3 1-1 0,5-1-3 16,-3 1-4-16,2-1-1 16,3 2 2-16,9-4 15 0,13 1 21 0,15-2 2 15,31-5-2-15,7-3-10 0,10 3-6 16,18-4-3-16,5-3-9 0,9-2-5 0,8 0-3 16,4-3 2-16,5 2 4 0,3-2-6 15,0-2 9-15,9 0 8 0,0 0-12 16,-16-6-9-16,16-2-4 0,4-3 2 0,3-6-7 15,9-9-10-15,7-13-2 0,4-7-12 16,3-2-19-16,10-21 3 0,7 0-36 0,-1-9-19 16,14-8-21-16,-3-9-13 0,0-4-24 15,6-9-12-15,2-3-11 0,15-32-2 0,-24 35 0 16,2 7 3-16,-8 8 11 16,-7 11 7-16,-14 24-3 0,-4 12-2 0,-10 12-30 15,-6 11-52-15,-5 7-34 0,-2 8-19 16,-4 4-18-16,2 4-34 0,0 0-49 0,0 0-85 15,-25 25-163-15,16-9 53 0,2 1-246 16,-4 5-290-16</inkml:trace>
  <inkml:trace contextRef="#ctx0" brushRef="#br0" timeOffset="63138.44">9487 8156 1996 0,'-3'-12'-144'0,"-3"1"30"16,2 2 17-16,-1 0 19 0,-2-2 11 0,-4 3 22 0,4 2 17 0,0-1 12 15,-3-1 9-15,-4 0 14 0,2 2 5 0,0 3 15 16,-3 3 13-16,-8 3 18 0,-11 10 15 16,-13 9 20-16,-3 11 8 0,-24 17 16 0,-3 10 11 15,-15 8 9-15,-5 10 10 0,-38 26-8 16,-9 2-10-16,-1 6-2 0,-1-3 0 15,1 5-13-15,4-6-3 0,12-7 12 16,34-25 3-16,1-5 9 0,6-6 10 0,6-5-2 16,10-6 1-16,9-4-7 0,13-18-10 15,5-3-1-15,6-5-5 0,14-5-3 16,-2-3 3-16,9-5 1 0,3-1 7 0,3-2 1 16,5-4-8-16,-2 2-9 0,2-3-6 15,0 1-15-15,7-4-12 0,-9 1-9 0,9-1-24 16,0 0-27-16,0 0-41 0,0 0-46 15,0 0-55-15,-11-8-77 0,11 8-80 0,0 0-71 16,13-14-102-16,-6 10-191 16,3-2 26-16,3-1 76 0,-4 0-274 0,1 2-301 0</inkml:trace>
  <inkml:trace contextRef="#ctx0" brushRef="#br0" timeOffset="63902.97">6374 10169 2269 0,'-18'-7'8'0,"2"4"21"0,0 0 12 0,3 1 17 0,-1 0 25 0,3-1 26 0,11 3 30 0,-16-5 18 16,7 1 8-16,9 4-4 0,-11-1-7 15,11 1-9-15,0 0-13 0,0 0-11 16,15-14-11-16,4 8-12 0,14-2-10 15,5 1-13-15,6 4-2 0,-1 1-9 0,0 2-4 16,-2 5-13-16,-3 4-2 0,-2 3-4 16,-5 3 0-16,-4 7 9 0,-6 4 7 0,-4 4 3 15,-7 3 12-15,-5 3 1 0,-5 3 5 16,0 2 12-16,-3-2 4 0,-5 2-3 0,-2-1-2 16,1-5-8-16,1 1-5 0,-1-1-6 15,-3-2-6-15,3-2-9 0,3-6-3 16,-4 3-3-16,-1-6-9 0,7-3-3 0,-1-3-6 15,-2-2-14-15,6-2-27 0,-3-1-33 16,2-1-37-16,0 0-50 0,2-3-70 16,0-2-72-16,0-5-99 0,2 7-126 0,-2-7-175 15,0 0 61-15,0 0-394 0,21-17-479 16</inkml:trace>
  <inkml:trace contextRef="#ctx0" brushRef="#br0" timeOffset="64152.93">6478 10505 2945 0,'-28'-3'32'0,"2"1"26"0,3 2 22 16,3-2 19-16,4 2 20 0,0 0 7 15,3 0 8-15,1 2-7 0,12-2-7 0,-13 2 20 16,13-2 28-16,0 0-5 0,0 0-13 16,47 5-15-16,3-5-15 0,20-3-11 15,11-1-11-15,3-4-26 0,22-1-22 0,-22 2-25 16,-3 0-28-16,-13-1-31 0,-7 1-39 15,-20 4-33-15,-8 1-42 0,-10 0-30 0,-4 1-21 16,-8 1-3-16,-5 3-10 0,-6-3-19 16,0 5-41-16,0-5-41 0,-9 10-86 0,-1-5-111 15,-2 1 39-15,5-1-114 16,-2-2-85-16</inkml:trace>
  <inkml:trace contextRef="#ctx0" brushRef="#br0" timeOffset="64470.67">7256 10164 1894 0,'-7'-12'196'0,"3"4"19"0,-2 3 14 15,2-1 7-15,4 6-11 0,-2-6-21 0,2 6-18 16,0 0-16-16,0 0-12 0,21 0-14 16,-6 5-18-16,8 3-7 0,12 4-11 15,-5 4-17-15,0 2-7 0,-3 6-14 16,-2-3-8-16,-5 4 3 0,-6 4 4 0,-2 1 6 15,-10-1 7-15,-2-4 11 0,-2 10 5 16,-6 0 2-16,-1-3 1 0,-2 1-3 16,1-4-9-16,0 0-8 0,1-5-7 0,1-3-9 15,0-2-7-15,1 1-5 0,3-1-8 16,-3-2-28-16,2-1-33 0,0 1-47 0,3-2-65 16,-2-1-89-16,1-2-93 0,1 0-93 15,-2-2-119-15,0-3-131 0,4-2 61 0,0-5-386 16,0 0-456-16</inkml:trace>
  <inkml:trace contextRef="#ctx0" brushRef="#br0" timeOffset="64637.37">7333 10638 2798 0,'-5'-10'79'15,"0"5"47"-15,1-1 30 0,4 6 28 16,-4-8 24-16,4 8 17 0,0 0 4 16,0 0-19-16,2-12-23 0,-2 12-17 0,18-7-20 15,-2 2-14-15,8 0-14 0,1-3-12 16,9 1-23-16,0 2-38 0,-4 0-49 0,6 1-50 15,-9 0-73-15,-4 0-83 0,-6 3-75 16,-3-2-93-16,1 0-145 0,-7 0-92 0,-8 3 62 16,4-4-306-16,-4 4-339 15</inkml:trace>
  <inkml:trace contextRef="#ctx0" brushRef="#br0" timeOffset="65387.85">5940 10106 2239 0,'-34'-12'-33'0,"-3"2"28"16,-1-5 16-16,-2 3 13 0,2 1 18 15,-1 3 15-15,7-4 22 0,7 6 15 16,9 1 5-16,0 1 2 0,8 0-11 15,7 0-10-15,1 4-9 0,26-9-2 0,33 2-7 16,19 0-6-16,40-5-9 0,20 4 2 16,16-2-2-16,15 1-8 0,11 1-2 15,2 1-5-15,-2-2-4 0,-3 2-7 0,0 3 3 16,-13 0-5-16,-3-1 1 0,-15 0-6 16,-14 1-5-16,-18-1 4 0,-40 3 1 0,-9 2 0 15,-19-3 1-15,-14 3 17 0,-7 3 3 16,-8 1 33-16,-6 4 26 0,-6 9 13 15,-7 4-3-15,-10 16 2 0,-5 10-4 16,-2 5-5-16,-1 2-4 0,4 6-1 0,4-2-3 16,4 2-7-16,3 2-6 0,3-3-6 15,2-11-6-15,6 8-7 0,-3-2-3 0,5-13-7 16,0-3-3-16,-2-1 3 0,-1-9-7 16,-1-8-5-16,-1-2 2 0,-1-3 0 0,0-3 1 15,-2-1 7-15,0 1 4 0,-5 0-4 16,-8 1-3-16,-12 3-6 0,-8 4-6 15,-17 2 3-15,-9 4-9 0,-26 5-2 0,-11 3 16 16,-8 0-4-16,-11 2-6 16,-12 0-3-16,-2-4-6 0,-2 3 3 0,-2-2-1 15,2-2 9-15,5-2 11 0,6-4-1 16,4 0 0-16,5-2-8 0,10-4 7 0,26-5 3 0,9-1 5 16,7-2-2-16,15-4-5 15,7-1-1-15,1 2-3 0,14-5-2 0,3 0 4 16,4 0-8-16,3-3 3 0,3 2 5 15,2 0 11-15,7-2 7 0,-16-2-5 0,10-3-2 16,3 1-10-16,-3-9 2 0,1-2-7 16,5-8-6-16,3-4-2 0,1-16 3 0,3-13-7 15,4-5-11-15,3-4-17 0,3-3-13 16,8-24-17-16,3-3-15 0,1-6-20 16,5-3-21-16,2 3-18 0,3-5-17 0,-5 5-12 15,0 8-1-15,-5 15 3 16,-11 27-1-16,-2 6-13 0,-8 14-61 0,-5 12-43 15,-3 7-12-15,-2 6-14 0,2 6-26 16,0 0-57-16,0 0-60 0,-26 31-182 0,16-11 49 16,-2 7-269-16,-4 1-311 0</inkml:trace>
  <inkml:trace contextRef="#ctx0" brushRef="#br0" timeOffset="67319.48">6490 8141 487 0,'0'0'120'0,"6"-8"-15"0,-6 8-7 0,2-6-41 0,-2 6 5 0,0-8-6 0,0 8 10 15,-2-7-6-15,2 7 12 16,-2-9-1-16,2 9 2 0,0-7 1 0,0 7 2 16,-2-8-1-16,2 8 2 0,0-7 3 15,0 7-4-15,0 0-5 0,0-10-6 16,0 10-3-16,0 0-8 0,-2-7-9 0,2 7-5 16,0 0-4-16,0 0 5 0,-32 21 20 15,-4 6 9-15,-6 7 18 0,-25 14 17 0,-10 12 8 16,-6 10 8-16,-10 8 5 0,-5 5 9 15,-29 18-5-15,-5 3 11 0,34-26 7 0,-36 23 9 16,2 1 12-16,-2-5-1 16,30-26-11-16,1-3-2 0,2 3 8 0,2-6-2 15,4-2-2-15,9-4-10 0,4-6-9 16,10-5-9-16,3-4-12 0,21-11-12 0,3-4-12 0,6-4-6 16,10-6-11-16,4-3-6 15,5-3-8-15,4-1-7 0,2-4 0 0,3-1-10 16,0 0-1-16,2-2-6 0,2 0-4 15,1 0-4-15,0-1 3 0,0-1-7 0,6-3-1 16,-7 5-5-16,7-5-7 0,-6 5-17 16,6-5-22-16,-8 4-30 0,8-4-33 15,-4 3-50-15,4-3-68 0,0 0-75 0,0 0-60 16,-7 7-86-16,7-7-142 16,0 0-107-16,0 0 74 0,0 0-356 0,0 0-435 15</inkml:trace>
  <inkml:trace contextRef="#ctx0" brushRef="#br0" timeOffset="69869.78">5972 7956 2432 0,'-16'1'-75'0,"7"2"31"0,-2-1 19 0,1 0 8 0,1 2 6 0,1 0 26 0,2-2 12 0,-2 2 14 15,8-4 11-15,-11 4 3 0,11-4-3 0,-7 4 3 16,7-4 2-16,-5 4 3 0,5-4 9 16,0 0 6-16,-5 3 5 0,5-3-3 0,0 0-8 15,0 0-6-15,0 0-3 0,0 0-7 16,32-7-8-16,-22 7-1 0,-4-6 0 15,-1 0-2-15,-1 2-3 0,0-4-8 0,-1 2-1 16,-3 6-2-16,-3-11-5 0,-1 6-4 16,-3 0-2-16,-2 1-5 0,-4 1 0 15,-1 2-2-15,-2 2-2 0,-1 2-2 16,0 1 2-16,-3 4 2 0,4 1 2 0,2 3-1 16,1 2 1-16,4-2-2 0,3 4 18 15,3-4 1-15,3 2 10 0,5 3 4 0,4-1 1 16,6-2 7-16,8 5-1 0,6-2-12 15,3-1 5-15,0-6-5 0,3-1-5 0,-7-3 2 16,-3-4-10-16,-2 0 9 16,-4-6-4-16,0 1 12 0,2-4 4 0,-6 0-5 15,-1 1 3-15,-5-5 1 0,1 4-6 0,-9-4-4 16,1 0-7-16,-4 1-5 0,-9 0 5 16,0-2-3-16,-6 1-8 0,-5 3-3 0,0 4 4 15,-3 1-5-15,0 0-8 16,4 3 1-16,3 0-2 0,-2 3 0 0,1 6-1 15,6-4 0-15,2 1-4 0,4 3 12 16,4 1-3-16,5-1 3 0,4 3 3 0,9 1 0 16,13 4-4-16,12 6 6 0,6-6-1 15,1-1-4-15,-6-5-4 0,-1-4 2 0,0 0 2 16,-10-5 2-16,-5 1 1 0,-6-3 4 16,3-3-8-16,-6-2 5 0,-2-2-1 15,-1 0 3-15,-6-3-1 0,-1-1-4 0,-4 1 1 16,-6-2 0-16,-1-2-4 0,-8 1-7 15,-10-4 1-15,-6 3-1 0,-2 4 4 0,-6-1-4 16,-4 8-1-16,1-3 4 16,6 6-2-16,5 0-2 0,1 3-1 0,3 3-2 15,5 0-1-15,-2 2 7 0,6 4-3 16,5 2 0-16,4 0 4 0,5-2 6 0,8 5-8 16,8 5 11-16,11 0-2 0,13 4-3 15,10-3 5-15,-1-5-1 0,-2-1-2 0,-4-5 1 16,-2-1-2-16,-3-6 0 0,-7-4 0 15,-4-1 0-15,-7 0 0 0,0-4 4 16,-2-2 8-16,-3-1-5 0,-4-1-3 16,-4 0 2-16,-5-4-1 0,-3-3-1 15,-7 1-5-15,-7-8-2 0,-8 1 1 0,-3 1-4 0,-7 3 0 16,-12 0-4-16,-3 2 6 16,8 4-8-16,3 4 2 0,2 4 5 0,8-1-8 15,5 6 1-15,7 0 2 0,1 0 0 16,3 0 0-16,6 4 4 0,1 3 1 0,6-1 6 15,7 3 1-15,8 2 4 0,14 3-1 16,5 3-2-16,3-4 2 0,1-1 1 0,-4-3-6 16,-4 0 3-16,-5-3 0 0,-6-2-2 15,-5-3 7-15,-3 0 13 0,-3-3-5 16,-8 0-2-16,0 0-4 0,0 0 0 0,0 0-6 16,0 0 0-16,-33-14-4 0,11 8-1 15,-5 1-3-15,-9-1-21 0,5 5-21 16,3 1-32-16,-3 1-56 0,-8 5-74 15,0 5-83-15,5 2-79 0,1 3-123 0,1 1-186 16,3 5 59-16,-3 5-365 0,1 6-452 16</inkml:trace>
  <inkml:trace contextRef="#ctx0" brushRef="#br0" timeOffset="70902.02">2402 10648 2470 0,'-1'-8'-95'0,"-1"0"51"0,4 0 22 0,-1-2 14 0,3-1 15 0,4-2 15 0,5-5 10 15,10-3 9-15,6-1 6 0,3 3 7 0,4 1-5 16,-1 6 2-16,-1 5-1 0,-6 5 1 15,-1 6-1-15,4 6 5 0,-3 7 11 16,-3 5 4-16,-6 5 15 0,-7 2 31 0,-7-2 14 16,-5-2 13-16,-9 10 23 0,-5-1 10 15,-6 7-7-15,-5-2-4 0,0-2-10 0,6-10-10 16,2-1-15-16,1-3-13 0,5-6-17 16,4-2-6-16,0-3-9 0,4-4-6 15,1-1-1-15,2-7-3 0,12 9-6 16,1-6-7-16,6-5-5 0,5 1-3 15,3-3-6-15,7-4 1 0,-3-3-4 0,-8 0-2 16,-8 0 18-16,-5-1 1 0,-7-3 0 16,-6-3-1-16,-12-9 0 0,-17-4 2 0,-11 2 12 15,-4-2 14-15,-5 4 5 16,-1 1 9-16,-1-1 14 0,3 3 17 0,5 0 9 16,14 7 5-16,3-1-8 0,4 3-6 0,5-5-14 15,6 3-14-15,8 2-18 16,6 1-7-16,10-6-15 0,11-3-38 0,9 2-40 15,14-2-50-15,9 3-47 0,10 3-54 16,0 3-70-16,-2 3-103 0,-2 5-113 0,-13 6-149 16,0 2-218-16,-14 1 68 0,-9 0 84 15,-5 3-502-15,-5 0-631 0</inkml:trace>
  <inkml:trace contextRef="#ctx0" brushRef="#br0" timeOffset="72218.14">3401 10357 2945 0,'4'-13'-145'0,"-1"-1"56"0,-3 1 32 0,2 1 28 0,0 1 27 0,0-1 23 0,1-2 29 0,-1 2 15 0,1-3 21 0,-1 5 11 16,0-2 12-16,2 3 7 0,-2-1-4 16,-1 2-13-16,-1 8-9 0,2-9-16 15,-2 9 8-15,0 0 31 0,12 19 38 16,-4 15 30-16,-5 8 5 0,-1 18-11 0,0 5-8 16,0 3 23-16,-2 3-6 0,0 4 7 15,-4 2-12-15,-3 22-8 0,1-24-5 16,0-4-21-16,-2 0-8 0,1-6 0 0,2-8 17 15,-2-13-9-15,3-5-5 0,2-4-13 16,-1-8-5-16,-1-6-11 0,2-6-8 0,0-1-3 16,2-2-6-16,-1 0-2 15,-1-3 1-15,2-2-7 0,0-7 3 0,0 8-22 0,0-8-42 16,0 0-47-16,0 0-72 16,0 0-72-16,0 0-78 0,0 0-106 0,0-29-105 15,0 18-111-15,-2 1-151 0,2-2-49 16,0-1 71-16,0 5-519 0,0-3-678 15</inkml:trace>
  <inkml:trace contextRef="#ctx0" brushRef="#br0" timeOffset="72470">3815 10717 3555 0,'2'-7'27'0,"0"1"2"0,-2 6 5 15,0 0 6-15,0 0 37 0,0 0 32 16,0 0 10-16,0 0-3 0,0 0-1 0,3 29-5 16,-3-15-13-16,0 3-7 0,0 2-11 15,-1 0-4-15,2 1-9 0,-4 3-6 0,3-3-5 16,-2 5-16-16,0-1-36 0,0 0-45 16,0-2-64-16,-1 0-88 0,2-3-86 15,-1-3-114-15,2-3-185 0,2-1-17 0,2-3 69 16,0-4-214-16,3-1-231 15</inkml:trace>
  <inkml:trace contextRef="#ctx0" brushRef="#br0" timeOffset="72786.78">4086 10789 2000 0,'3'-9'74'16,"-3"2"30"-16,0 2 12 0,0 5 3 16,0 0 14-16,0 0 28 0,0 0 23 0,0 0 8 15,0 0 6-15,0 0 4 0,-21 25-5 16,19-13-9-16,0 5-10 0,4 0-12 0,0 1 5 15,5 3-11-15,2-2-8 0,2 8-10 16,8-3-10-16,-2-4-5 0,6-2-11 0,2-3-14 16,2-1-8-16,3-6-19 0,-6-2-7 15,-1-5-2-15,-3-1-9 0,-2-1 5 16,0-3 9-16,-2 0 3 0,-4-4 3 16,1-2-6-16,-4-1-9 0,-4-4-17 0,-1 3 5 15,-6-5-5-15,0-3-8 0,-3-3-5 16,-5-10 2-16,-2 3-30 0,-7-2-16 15,2 0-26-15,-4 8-19 0,0 3-31 0,2 9-34 16,-2 4-57-16,0 6-67 0,2 2-72 16,-4 2-85-16,0 3-133 0,0 2-159 0,1-4 62 15,6 4-391-15,0 0-499 16</inkml:trace>
  <inkml:trace contextRef="#ctx0" brushRef="#br0" timeOffset="73734.3">1869 10061 2903 0,'-26'-4'-77'0,"2"2"18"0,9 0 15 0,2 0 13 0,4-1 24 0,2 3 18 16,7 0 1-16,-9-5 3 0,9 5-4 16,0 0-1-16,32-11-1 0,11 1-1 15,21-1-1-15,16 1 1 0,36-4 2 0,24 3-2 16,12-1 0-16,12 1-3 0,13 5-2 15,54-5-2-15,-44 6-4 0,51 3-5 0,-51 2 0 16,-1 0-3-16,-3 0 5 0,-4 0 0 16,-5 2 4-16,-14 0-3 0,-15 0-2 15,-18-2 5-15,-12 1 2 0,-36 2 1 0,-12-3-2 16,-17 2 5-16,-9-2 1 16,-10 0 8-16,-6 2 5 0,-4 0 10 0,-6 1 12 15,-1 5 8-15,-3 4 9 0,-3 5 6 16,-2 5 39-16,-3 15 14 0,-4 5 5 0,-7 14 7 15,0 8-6-15,-5 2-3 0,1 5-1 16,1 4 29-16,0 0 33 0,2 0-9 0,8 1-17 16,1-3-14-16,1-5-3 0,6-2-11 15,2-3-9-15,-2-5-14 0,7-5-7 16,-6-11-7-16,-1-7-10 0,0-1-11 0,0-9-4 16,-3-6-3-16,-1-5-4 15,-1 1 8-15,0-3 10 0,2-2 8 0,-4-3-2 16,-2-1-9-16,2-6-8 0,-11 14-2 15,-5-7-12-15,-14 1-6 0,-10 3-6 0,-21 3-2 16,-6 1-7-16,-9 2-3 0,-27 5-1 16,-8 5-4-16,-7-1-3 0,-13 5-5 0,-14 1-1 15,-8-2 0-15,-46 8-2 0,44-10-4 16,-3 0 1-16,3-3 0 0,-1 0-4 16,4 0 4-16,5-2-5 0,10-1 0 0,9 1 2 15,8-3 3-15,10 0 8 16,11-3-3-16,24-5 0 0,7-1-1 0,7-3 1 0,2 3 0 15,14-2-2-15,4-4-4 16,5 4 1-16,7-4-1 0,6 0 1 0,5-1 1 16,0 0-2-16,2-3-5 0,5 2 5 15,-2-2-2-15,3 1 2 0,1-2 2 0,1 2 0 16,8-2 1-16,-15 2 11 0,15-2 4 16,0 0 6-16,-21-6-2 0,11 2 4 0,1-5-8 15,0-3-4-15,0-5-1 0,-4-12 0 16,4-5-3-16,1-19-11 0,6-5 2 0,4-8-6 15,4-10-11-15,7-21-12 0,5-3-13 16,6-3-8-16,-1-1-15 0,0-3-9 16,0-1-6-16,-1 2 6 0,1 10 8 0,-9 25 3 15,1 9 6-15,-4 8 6 16,-4 13 2-16,-4 7 5 0,1 8-4 0,0 3-8 16,-2 8-22-16,-1 1-36 0,-1 6-54 15,0 1-55-15,0 7-43 0,0 0-39 0,0 0-62 16,0 0-85-16,-18 23-178 0,11-8-16 15,2 0 72-15,-1 1-262 0,-1-1-315 0</inkml:trace>
  <inkml:trace contextRef="#ctx0" brushRef="#br0" timeOffset="86415.95">23482 1039 1204 0,'0'0'213'0,"0"0"-30"0,0 0-15 0,0 0-1 0,0 0-8 0,0 0 2 16,0 0-12-16,0 0-8 0,0 0 11 15,0 0 7-15,0 0 1 0,0 0 7 16,0 0 2-16,13-7-10 0,-13 7-9 0,0 0 0 15,0 0-11-15,0 0 4 0,-6-12 1 16,6 12-11-16,-7-7-4 0,7 7-7 16,-20 0-6-16,1 2 0 0,-3 1-1 0,-15 9 3 15,-3 2-8-15,-1 10-8 0,-6 0-8 16,0 6-5-16,8 1-12 0,5 2-3 16,11-5-9-16,7-1-3 0,4 2-8 0,4-3-6 15,12-2-1-15,4 7 0 16,7-4-6-16,6 0-7 0,2-1-1 0,1-2-16 15,7-2-34-15,-3-5-37 0,3-1-45 16,-1-5-59-16,-3-5-56 0,-2 0-51 0,4-1-51 16,-2-5-53-16,-2-3-86 0,7-5-127 15,-2-1-52-15,-7-3 42 0,0-5-199 16,-2 1-279-16</inkml:trace>
  <inkml:trace contextRef="#ctx0" brushRef="#br0" timeOffset="86781.83">23704 1247 2053 0,'8'-12'-29'0,"-3"3"58"15,2-1 37-15,-2 3 40 0,1 0 27 16,1 1 24-16,1 4 28 0,-8 2 16 16,0 0 6-16,28 8 7 0,-16 0-12 15,1 5-1-15,9 9-11 0,-6 2-14 16,2 1-15-16,-7 3-5 0,-3-4 6 0,-2 0-3 16,-8-4-7-16,-2 3-10 0,-4 8-9 15,-3-4-7-15,-5-2-17 0,-1-2-6 0,0-7-8 16,2-3-7-16,-1-5-12 0,3-2-2 15,0-4-7-15,0-4-1 0,-2-5-13 16,3-3-1-16,1-8-10 0,2-3 1 0,6-12-10 16,3-6-3-16,6 0-8 0,5 2-2 15,4 4-9-15,3 4-3 0,-3 3 0 16,-4 8-8-16,2 9 4 0,-1 1 2 0,-1 6-4 16,1 2 3-16,-12 0-2 15,26 8 6-15,-10 3-6 0,1-1 2 0,4 9 2 16,0 1 3-16,-2 1-8 0,-4-2-1 15,-4-2-36-15,2-2-50 0,-2 0-63 0,-2-1-77 16,1 3-66-16,1 0-67 0,-4-5-99 16,2 3-170-16,2-7-71 0,2 1 77 15,1-6-329-15,0-1-430 0</inkml:trace>
  <inkml:trace contextRef="#ctx0" brushRef="#br0" timeOffset="87115.23">24442 1165 2597 0,'-2'-14'15'0,"-4"1"42"0,3 5 25 0,-1-1 33 16,0 3 8-16,-2 0 10 0,6 6-11 16,-13-4-2-16,13 4-14 0,0 0-7 15,-31 10-6-15,17-4-1 0,0 7-18 0,-9 4-12 16,2 5-7-16,6 1 9 0,4-3-10 16,4-1-2-16,3-4-3 0,2 2 8 0,6 1 5 15,5 2 5-15,3 5 15 0,4-1 7 16,3 0 9-16,-2 0 7 0,0-2 12 15,-1-2 24-15,-5-4 23 0,-1 1 17 16,-1-5 5-16,-3 5 27 0,-5-5 11 16,1-1 20-16,-2-1 10 0,-3 3-4 0,-3-1-12 15,-6-4-22-15,-5 4-28 0,-6 3-18 16,-4-1-21-16,1-5-11 0,4-1-17 0,-3-3-29 16,1-1-44-16,1-4-43 0,1-4-63 15,-1-3-73-15,-6-8-75 0,6-2-86 16,0-3-95-16,10 0-98 0,-1-3-111 0,11 0-190 15,1 5-23-15,4 1 92 0,1 1-506 16,8-3-686-16</inkml:trace>
  <inkml:trace contextRef="#ctx0" brushRef="#br0" timeOffset="87498.05">24829 1303 3296 0,'9'7'-4'16,"-9"-7"61"-16,0 0 54 0,0 0 47 0,6 3 41 15,-6-3 30-15,0 0 19 0,0 0 17 16,0 0-6-16,0 0 0 0,26-3-18 0,-14-1-24 16,-1 3-19-16,5-3-23 0,-1-1-14 15,3-2-20-15,-6 1-9 0,1-3-20 16,5-1-7-16,-7-4-10 0,1-1-10 0,-5 3-7 16,-1-2-15-16,-6 1 1 0,-2 3-12 15,-3 1-7-15,-6 1 0 0,-7 4-7 16,-3 3-12-16,-19 2 0 0,-2 9 4 15,-9 7-4-15,1 3 12 0,5 3 11 0,7 4-2 16,2 2 5-16,14-2-1 0,7 1 6 16,2-3 7-16,7 1 3 0,6-4 2 15,6 1 6-15,8 6-5 0,8-4-7 0,1 2-4 16,7-5-7-16,1-3-5 0,3 0-1 16,2-4-9-16,2-3-29 0,-4-2-32 0,-3-5-47 15,-7-2-50-15,-2-1-76 0,1-2-81 16,-5 0-92-16,5-2-117 0,-5-1-146 15,0-2-235-15,4 0 67 0,-1 0 98 16,-6-2-532-16,-1 2-696 0</inkml:trace>
  <inkml:trace contextRef="#ctx0" brushRef="#br0" timeOffset="87682.21">25560 1485 3669 0,'-12'-2'181'0,"1"-1"46"15,11 3 25-15,-11-3 33 0,11 3 11 16,0 0-15-16,0 0-29 0,0 0-25 16,0 0-24-16,0 0-44 0,44 0-87 15,-16 0-119-15,13 0-118 0,-3 3-120 16,3-2-118-16,2-5-170 0,-3 4-166 0,-2-4 61 0,-8-2-415 16,-7 2-564-16</inkml:trace>
  <inkml:trace contextRef="#ctx0" brushRef="#br0" timeOffset="87933">25894 1247 3147 0,'0'0'123'0,"-11"-4"36"15,11 4 23-15,0 0 6 0,0 0 13 16,0 0 15-16,0 0 5 0,0 0 5 16,11 27-13-16,7-1-16 0,-6 1-14 15,4 8-23-15,-1-3-6 0,-4 4-10 0,-3-2 0 16,-4 2-11-16,-4-6 16 0,-4-4-11 0,-4 5-7 15,-3-2-13-15,-7-4-6 16,-2-3-14-16,-5-1 2 0,-3-4-19 0,-1-3-10 16,-2-2-49-16,6-5-72 0,2-1-74 15,5-2-88-15,-3-4-83 0,4-2-96 0,-1-2-94 16,4 0-163-16,2-3-112 0,2-3 80 16,5-2-465-16,1 1-612 0</inkml:trace>
  <inkml:trace contextRef="#ctx0" brushRef="#br0" timeOffset="88866.3">27133 1289 3221 0,'4'-6'63'0,"-3"0"64"0,-1 6 36 0,6-8 38 0,-6 8 34 0,4-7 18 16,-4 7 0-16,0 0-12 0,0 0-4 15,0 0 48-15,0 0 5 0,0 0 2 16,-8 39 5-16,-5-8-10 0,-4 13-7 16,-3 2-9-16,-2 1-13 0,1-2-18 15,2-3-19-15,6-7-15 0,3-2-24 0,2-1-94 16,4-8-88-16,4-2 0 0,4-3 0 15,4 0 0-15,3-1 0 0,2-5 0 0,12 5 0 16,-2-7 0-16,1-5 0 0,10 4 0 16,-6-7 0-16,-3-1 0 0,-1 0 0 15,-2-1 0-15,-9-1 0 0,0 2 0 0,-13-2 0 16,23 1 0-16,-13-1 0 0,-1 0 0 16,-9 0 0-16,14 2 0 0,-14-2 0 15,5 2 0-15,-5-2 0 0,0 0-369 16,0 0-219-16,0 0-107 0,0 0-178 0,0 0 21 15,0 0 95-15,-14-13-623 0,14 13-833 16</inkml:trace>
  <inkml:trace contextRef="#ctx0" brushRef="#br0" timeOffset="89282.16">28074 1354 4077 0,'-3'-10'152'0,"3"10"20"0,-9-5 17 16,9 5 42-16,0 0 47 0,-39 10 36 16,6 2 2-16,-1 3-17 0,-6 8-24 15,-2 0-23-15,2 6-26 0,-1-3-21 16,2 6-22-16,1 0-17 0,4-1-15 0,-1-2-16 16,11-5-37-16,-1-2-42 0,3-1-55 15,2-1-55-15,2-9-61 0,4-1-36 0,2-2-35 16,1-6-40-16,1-2-45 0,10 0-32 15,-17-14-2-15,13-3 12 0,4-1 21 16,0-10 23-16,4-13 32 0,1 2 51 16,4 0 65-16,-2 5 58 0,-1 8 54 15,-3 7 50-15,1 3 17 0,0 5 5 0,-3 3 1 16,3 4 50-16,-4 4 40 0,0 0 9 0,20 14-3 16,-7-2-5-16,6 12-8 15,2 6-7-15,8 6-7 0,-1 1-14 0,9-1-11 16,0-2-10-16,1-3-16 0,-3-2-20 15,-9-8-31-15,-5-2-35 0,-3-5-38 0,-5-4-50 16,-4-2-48-16,1-1-67 0,-2-3-103 16,1 0-113-16,-1-4-151 0,-8 0-218 0,17-2 25 15,-10-2 73-15,-7 4-436 0,12-11-578 16</inkml:trace>
  <inkml:trace contextRef="#ctx0" brushRef="#br0" timeOffset="90018.25">29238 1323 3250 0,'2'-10'154'0,"2"5"49"0,-4 5 20 0,2-9 23 0,-2 9 0 0,0 0-23 0,0 0-4 16,0 0 54-16,0 0 21 0,-8 26-16 15,3-4-3-15,-4 11-11 0,-3 1-23 0,0 4-27 16,1-1-20-16,-1 1-16 0,3-1-17 15,0-3-16-15,-3-4-14 0,4-5-11 0,1-5-12 16,3-5-12-16,0-1-10 0,0-3-6 16,0-1-2-16,1-2-4 0,-1 1-1 15,2-3-9-15,2-6-64 0,0 0 0 16,0 0 0-16,0 0 0 0,-9-27 0 16,9-2 0-16,4-10 0 0,7-16 0 0,4-6 0 15,8 1 0-15,2-4 0 0,3 6 0 16,1 10 0-16,-4 3 0 0,-7 14 0 0,2 4 0 15,-3 2 0-15,0 8 0 0,-1 8 0 16,-4 4 0-16,6 1 0 0,-1 6 0 16,-2 2 0-16,4 7 0 0,4 7 0 0,-4-1 0 15,0 7-16-15,-4 1-11 16,-7-4-3-16,-3 0 0 0,-5 4 6 0,-7 4 1 16,-6-2 2-16,-3-1 4 0,-2-5 4 0,2-6 4 15,1-3 2-15,2-4 8 16,0 1 8-16,-1-3 6 0,3-4 9 0,1 0 6 15,10-2 1-15,-15 0 0 0,15 0 5 16,0 0 4-16,-15 0-40 0,15 0 0 0,0 0 0 16,0 0 0-16,0 0 0 0,-18 0 0 15,18 0 0-15,0 10 0 0,6 2 0 16,-2-1 0-16,1 7 0 0,5-1 0 0,1 10 0 16,3 2 0-16,1-3 0 0,1 1 0 15,0 2 0-15,2-1 0 0,-3-3 0 16,-1 0 0-16,-1-5-6 0,-2-2-272 0,-1-5-95 15,-1 3-75-15,0-5-72 0,1-1-120 16,3-2-199-16,3-2 57 0,1 0 82 16,-2-5-526-16,4-4-689 0</inkml:trace>
  <inkml:trace contextRef="#ctx0" brushRef="#br0" timeOffset="90414.79">30373 1399 3637 0,'2'-9'201'0,"0"1"58"0,-1 2 30 0,-1 6 12 0,0-8 16 0,0 8-9 16,0 0-2-16,-10-5-3 0,10 5-21 16,-24 10-25-16,7 1-28 15,-10 6-20-15,0 3-20 0,-2 1-18 0,3 0-17 0,2-1-16 16,-3 3-13-16,4-3-12 16,-2 2-10-16,0-1-34 0,1-1-31 0,1-3-29 15,0-5-26-15,3-3-35 0,5-4-28 16,0-3-24-16,2-4-22 0,-3-3-18 15,7-5-12-15,0-8-11 0,5 2 16 0,8-9 22 16,3-10 35-16,9 4 37 0,-2 2 56 16,4 2 48-16,-5 10 38 0,-6 3 29 0,4 2 10 15,-6 7 24-15,4 1 26 16,-9 4 21-16,20 4 8 0,-7 7 2 0,6 9-38 16,2 5-167-16,0 2 0 0,0 4 0 15,4 5 0-15,-5-5 0 0,-2-2 0 0,1-2 0 16,-2-1 0-16,-3-7 0 0,-5-1 0 15,-2-9 0-15,1-1 0 0,-2 1 0 16,0 0 0-16,-3-2 0 0,1-3 0 0,-4-4 0 16,6 8-256-16,-6-8-433 0,0 0-214 15,0 0-16-15,-13 4 103 0,13-4-751 16,-27 2-1010-16</inkml:trace>
  <inkml:trace contextRef="#ctx0" brushRef="#br0" timeOffset="93147.85">8467 9382 2242 0,'11'-7'212'0,"-3"2"-16"0,-1-1-25 0,-1 0 4 0,-1 1 4 0,-1 0-1 15,0 0-2-15,0-2-2 16,-4 7 2-16,2-12-5 0,0 5-5 0,-2 0-9 0,-2-1-13 16,0 1-14-16,-4-3-13 15,0-1-7-15,-1 1 6 0,-4 0-3 0,-1-4-12 16,-1 2 2-16,-3-1 3 0,2 1-12 15,-10-5-12-15,-1 0 6 0,-1 1-3 0,-1-1 9 16,-2-1 7-16,3 2-10 0,-7 3-4 16,5-1-3-16,-5 3-2 0,3 0-13 15,-3-1-1-15,9 7-13 0,-11-4-3 0,3 1 3 16,3 3-11-16,3 1-2 0,1 1-10 16,-12-1-1-16,3 3-2 0,8-1-7 15,-4 0-1-15,1 2-4 0,1-1 8 16,-3 1-5-16,3 1-9 0,-17-1 3 0,4 2-2 15,-4-2 6-15,6 0-11 0,-7 0 7 16,4 2-1-16,-2 1 0 0,-2-1-11 0,5 1 6 16,-7 1-2-16,4 1-3 0,3-2 2 15,0 2-4-15,1 1-2 0,6 0 9 0,4-1 2 16,5 1-7-16,-8 2-6 0,6-1 2 16,4 0 0-16,3 0 3 0,-3-1 1 0,2 2-2 15,-1-2-2-15,-8 3 5 0,-1 1-2 16,1 3-4-16,1-4 4 0,-3 4-1 0,1 1-2 15,-3-3 3-15,2 1-2 16,1 1 4-16,-3 3-2 0,4-2 2 0,1 0-10 16,2 0 1-16,-1-1 6 0,1 1-3 15,5-4-1-15,4 0 1 0,-1 3-2 0,2-3 0 16,-2 2 8-16,4 1-5 0,-8 3 5 16,5-1-5-16,-2 4-1 0,-1 1 3 15,1-1 0-15,0 3-3 0,-1-3 4 0,1 4 3 16,2 0-5-16,-1-3 4 0,0 3-9 15,3-5 10-15,5-1-5 0,-3-1 0 16,3-1 2-16,-3 2 0 0,3-1-2 16,0 1 3-16,-3-1-2 0,5 1 5 0,-5-1-5 0,3-1 4 15,0 2-3-15,-3 0 3 16,3 0-4-16,-3 0 0 0,1-1-1 0,2 1 2 0,-2 0-1 16,-6 5-1-16,1 2 5 15,1-2-1-15,4-3 2 0,2-1-4 0,1-2 3 16,1 4 5-16,-1-3-10 0,-2 1 4 15,5 2 0-15,-2-3 1 0,-2 3 1 0,2-1-1 16,2 0-5-16,-2-1 4 0,-2 1-6 16,4 0 4-16,-2-1 1 0,0 0 5 0,0 2-4 15,2-4 1-15,1 3-2 0,-6 0 1 16,5-1 6-16,1 2-4 0,3-5-3 16,-3 6 0-16,1-6 9 0,0 4-9 0,3-2 4 15,-2 0-6-15,1 4 6 0,1-4-6 16,0 0 6-16,2 0-3 0,-2 2 4 15,2-2 13-15,0 3 13 0,2-3 4 16,-4 3 1-16,4-1-9 0,-2 0-1 0,0 1-7 16,-2 3 2-16,2 1-7 0,2-6 5 15,0 4-2-15,0 3-7 0,-2-5 2 0,3 2-1 16,-1 2 3-16,2-3 3 0,-2 2-10 16,3 1 2-16,0-2 3 0,1-2-1 0,-3 3 15 15,1-3 11-15,1 1-2 0,1 2-5 16,1-4-2-16,-2 5 1 0,2-3-7 15,1 8 1-15,2-4-3 0,-3-3 2 0,-3-1-1 16,5 7-4-16,1-5 16 0,-4-3 18 16,1 1-2-16,3-2-4 0,-2-1-48 15,1 0 0-15,0-1 0 0,3-2 0 0,0 0 0 16,-1 2 0-16,2-3 0 0,0 1 0 16,3-2 0-16,-1 1 0 0,2 0 0 0,7 3 0 15,-8-4 0-15,2 0 0 0,-4-2 0 16,2 0 0-16,1 1 0 0,0-1 0 15,0 2 0-15,1-5 0 0,-1 2 0 0,-4 0 0 16,5-1 0-16,-2 0 0 0,2-1 0 16,0 1 0-16,4 2 0 0,-3-2 0 0,1 0 0 15,7 5 0-15,-4-3 0 16,6 1 0-16,-6 0 0 0,-5-3 0 0,2 2 0 0,1-2 0 16,-1-1 0-16,2 1 0 15,-1-1 0-15,-1 1 0 0,3-2 0 0,0-2 0 16,2 0 0-16,-1 0 0 0,1-1 0 15,4-1 0-15,7 2 0 0,-3-3 0 0,-5-1 0 16,14-1 0-16,0 0 0 0,0-1 0 16,2-1 0-16,-1 0 0 0,2 1 0 0,-4-4 0 15,2 3 0-15,-4 0 0 16,3-3 0-16,-3 1 0 0,1-1 0 0,-1-3 0 0,2 1 0 16,-3-3 0-16,-2 1 0 15,0 1 0-15,5-4 0 0,-4 0 0 0,-1-1 0 16,0-3 0-16,0 2 0 0,9-3 0 15,-9 0 0-15,-2 1 0 0,0-3 0 0,-2 1 0 16,1-2 0-16,6-4 0 0,-9 3 0 16,-1 0 0-16,-1 0 0 0,-2-1 0 0,3-1 0 15,0 1 0-15,-1-1 0 0,1 4 0 16,-1-3 0-16,1 1 0 0,2 0 0 16,-3 2 0-16,1 1 0 0,1-2 0 0,1-1 0 15,-1 3 0-15,-3-1 0 0,4-1 0 16,-3 4 0-16,-1-7 0 0,0 1 0 0,-3-1 0 15,1-4 0-15,2-5 0 16,-2-4 0-16,-2-4 0 0,-5-3 0 0,3-3 0 16,-6-7 0-16,1-5 0 0,-7-7 0 15,1-5 0-15,-2 0 0 0,-6 2 0 0,-4 1 0 16,-4 1 0-16,-6 4 0 0,-3 2 0 16,-6 5 0-16,-4 5 0 0,-7 4 0 0,-6 3 0 15,-4 4 0-15,-6 5 0 0,-2 4 0 16,1 2 0-16,-4 8 0 0,-1 3 0 0,-1 5 0 15,11 5 0-15,-4 3 0 0,7 6 0 16,-3 5 0-16,-13 5-52 0,5 7-559 0,2 5-98 16,2 1-211-16,-1 6 75 0,4 3 83 15,5 5-698-15,2-2-908 0</inkml:trace>
  <inkml:trace contextRef="#ctx0" brushRef="#br0" timeOffset="95330.56">4986 13247 4194 0,'-11'12'-50'0,"6"-3"38"0,-1-4 46 0,6-5 33 0,-3 2 13 0,3-2 8 16,0 0 0-16,18-31-3 16,1 7-13-16,2-3-6 0,9-7 0 0,1-7-14 15,1 2-16-15,3-4-12 0,-1-3-25 16,2-4-15-16,-3-1-20 0,-1-1-15 0,0 2-7 16,-1-3 13-16,-1 7 5 0,-5 7 3 15,-8 8 7-15,0 6 4 0,-7 8 1 16,-2 1 1-16,-1 3 3 0,-3 7 12 15,-2 2 15-15,-2 4 9 0,0 0 7 16,0 0 8-16,0 0-2 0,-25 21 1 0,16-9 2 0,-2 2-5 16,2 3-1-16,2-3-1 0,3-1-5 15,2 1-2-15,2 1-2 0,0-3-3 0,4 6 1 16,5-1-1-16,0 1 14 16,5 8-1-16,2-2-2 0,-5-4 6 0,0 0 16 15,0-2 11-15,-4-1 20 0,0 4 21 16,-1-5 7-16,-1-1 17 0,-5 1-5 15,0-3 6-15,0 5-5 0,-3-1-7 0,-1-2-8 16,-2 4-13-16,-1-4-7 0,-3 2-10 16,-1 0-6-16,3-3-7 0,-5 1-35 0,3-6-34 15,-1 0-48-15,3-2-53 0,1-3-65 16,-3-2-80-16,10-2-82 0,0 0-69 0,-25-13-76 16,18-1-113-16,1-3-51 15,5 1 60-15,1-2-327 0,5-5-395 0</inkml:trace>
  <inkml:trace contextRef="#ctx0" brushRef="#br0" timeOffset="95481.88">5608 12683 2586 0,'17'-19'50'16,"-1"4"45"-16,-4 3 17 0,-1 3 14 15,-2 3 10-15,0 4 7 0,0 0 9 0,-9 2-1 16,23 12-10-16,-12-2-13 0,-2 7-11 16,-4 4-12-16,1 1-7 0,-2 2-42 0,-3 0-50 15,-1 3-63-15,3-4-70 0,-3 3-69 16,-3-3-85-16,3 0-108 0,-3-5-152 15,5-5 16-15,-1-1-185 0,2-5-202 16</inkml:trace>
  <inkml:trace contextRef="#ctx0" brushRef="#br0" timeOffset="96296.51">5806 12545 2265 0,'-9'-15'196'16,"1"3"-1"-16,0 4 9 0,4 2-11 0,1 0-16 15,-1 0-23-15,4 6-16 16,-6-6-30-16,6 6-45 0,0 0-21 0,0 0-33 0,0 0-36 16,0 0-39-16,0 0-25 15,11 20-21-15,-7-8-14 0,3 3-14 0,-2-1 2 16,2 1 15-16,-3-1 12 0,4 1 14 16,-4-1 30-16,4-2 38 0,-5-1 46 0,3-2 37 15,-1 0 42-15,-3-2 38 0,2-1 31 16,1-1 22-16,-4 0 8 0,-1-5 1 15,4 9-13-15,-2-5-12 0,-2-4-18 0,2 6-10 16,-2-6-14-16,3 7-13 0,-3-7-5 16,4 5-11-16,-4-5-8 0,4 5-6 15,-4-5 0-15,0 0 9 0,5 4 13 0,-5-4 14 16,0 0-3-16,0 0-12 0,16-9-7 0,-7 2-3 16,2 1-15-16,-4-1-9 15,0 0-6-15,2 0-10 0,-2 4-7 0,0-1-11 16,-7 4 1-16,11-2-6 0,-11 2-2 15,0 0-2-15,20 9-7 0,-15-4 5 0,3 0-10 16,0 2-1-16,0-2 0 0,-1 0 3 16,0 0-9-16,2-1 6 0,-2 1-10 15,0-3-17-15,3 0-24 0,-10-2-27 0,21-4-30 16,-10-1-24-16,1-4-23 0,5-4-27 16,0-8-17-16,1-4-4 0,-4-6 6 0,2-4 14 15,-1-10 14-15,1-2 10 0,-3-5 17 16,-4-6 11-16,3-3 22 0,-5 1 27 0,1 1 48 15,-5 16 35-15,1 7 40 16,3 7 15-16,-7 10 1 0,1 4-13 0,-1 6 20 16,0 8 37-16,0 1 19 0,0 0 11 15,0 35 6-15,-1 5 12 0,1 8 8 16,-2 17-5-16,-1 6-13 0,1 9-9 0,0-2-12 16,0 6-24-16,2 1-26 0,2-1-4 15,0-1-10-15,0-6-6 0,4-9-11 0,-2-7-5 16,-2-16-3-16,2-8 4 0,-3-8-7 15,-1-7-1-15,2-5-3 0,0-5 0 16,-2-3-1-16,0-9-28 0,0 0-16 0,0 0-16 16,0 0-4-16,-4-43-18 0,4 6-9 15,-5-1-26-15,-1-16-8 0,-4-1 0 16,3 2 8-16,1 12 12 0,-1 4 7 0,3 10 17 16,1 6-3-16,0 6 3 0,-1 6 9 15,2 3 18-15,2 6 12 0,0 0 8 16,0 0 0-16,0 0-4 0,0 0 5 0,0 0-2 15,0 29 2-15,4-19-3 0,0 0-1 16,-3 2-23-16,4-3-38 0,-1-3-41 0,-2 4-49 16,-1-3-52-16,1-1-69 0,0 0-43 15,-2-6-67-15,2 4-93 0,-2-4-140 0,0 0-8 16,0 0 61-16,7-23-308 16,5-4-352-16</inkml:trace>
  <inkml:trace contextRef="#ctx0" brushRef="#br0" timeOffset="96630.14">6526 11921 2381 0,'12'-44'136'0,"-9"15"90"0,4 9 56 0,-9 6 29 0,2 2 1 0,0 3 19 0,0 1 17 0,0 8-7 0,0-7-15 0,0 7 11 0,0 0-3 15,-5 24-19-15,2 8-29 0,-5 10-29 16,4 15-24-16,-3 6-24 0,3 5-21 0,-4 6-14 16,3 3-20-16,-5 21-20 0,3-25-9 15,0-1-29-15,2-9-34 0,1-4-32 0,2-19-30 16,2-3-28-16,0-9-30 15,0-8-13-15,0-4-2 0,0-6-13 0,2-1-24 16,2-3-28-16,-4-6-26 0,0 0-21 0,0 0-9 16,29-24-6-16,-17 9 7 0,-1 0 16 15,-4 1 15-15,2 4 19 0,0-1 9 16,-4 5 7-16,1 2 16 0,-6 4 24 16,0 0 20-16,0 0 19 0,7 19 3 0,-7-5 12 15,-2 1 3-15,-2 2 7 0,1 4 3 16,-3 1 0-16,1 0-9 0,1-1-37 0,-1-3-72 15,4-4-69-15,-3 1-69 16,4-7-77-16,-2-2-95 0,4-1-137 0,-2-5 23 0,0 0-301 16,0 0-347-16</inkml:trace>
  <inkml:trace contextRef="#ctx0" brushRef="#br0" timeOffset="96830.07">6881 12359 2680 0,'0'0'193'0,"-12"31"26"0,-1 0 27 15,-6 13 19-15,-4 5 2 0,4 1-6 0,-2-1-5 16,4 2-19-16,-2 1-28 0,3-5-15 16,3 4-21-16,0-3-13 0,3-9-8 0,1-6-35 15,4 1-47-15,-1-9-53 0,4-4-60 16,-3-4-60-16,2-2-79 0,-3-1-84 0,3-5-80 16,-7-3-110-16,0-4-139 15,1 0-28-15,9-2 74 0,-25-10-320 0,12-4-351 0</inkml:trace>
  <inkml:trace contextRef="#ctx0" brushRef="#br0" timeOffset="96998.43">6480 12506 2685 0,'-2'-15'171'0,"1"5"16"15,-3 4 13-15,2 3 31 0,2 3 26 0,0 0 8 16,0 0-10-16,-2 22-17 0,4-10-26 16,0 5-18-16,3 1-19 0,0 3-18 0,8 4-16 15,3 1-35-15,-2-5-66 0,-1-1-76 16,1-5-103-16,-1 1-121 0,1-3-130 15,-3-2-199-15,-2-1-68 0,0-1 78 16,-4-3-395-16,-1 0-452 0</inkml:trace>
  <inkml:trace contextRef="#ctx0" brushRef="#br0" timeOffset="97412.37">7475 11871 2939 0,'-13'1'329'0,"-1"4"5"0,3 4 20 16,0 6 22-16,-1 2 1 0,-1 9-12 15,1 3-18-15,3 3-25 0,5 0-24 16,4-1-33-16,0 3-25 0,6 2-23 0,1-3-22 0,4 0-20 16,-4-4-18-16,2-6-17 15,-1-3-9-15,-4-5-16 0,4-1-24 0,-5-4-18 16,1 0-15-16,0-3-15 0,-3 0-15 15,1-4-43-15,-2-3-26 0,0 0-11 0,0 0-3 16,0 0-1-16,-7-20-5 0,0 9-3 16,-3 1 4-16,-2-4 5 0,-1 3 3 0,-2 3 9 15,-4 4-1-15,-2 4 4 0,-6 4 20 16,-9 8 21-16,0 4 27 0,-5 8 19 16,16-2 9-16,0 5 10 0,5 1 10 15,5 3 4-15,3-4-2 0,7-1-2 16,3-3-9-16,2-6-3 0,6 5-5 0,1-3-2 0,3-2-4 15,10 3-8-15,-2-6-18 16,1-5-27-16,-2-1-16 0,4-4-104 0,1-1-105 16,-4-3-110-16,5-5-136 0,-2-5-173 15,10-3-235-15,-4-5 81 0,-2 1 101 0,-1-4-666 16,-7 1-816-16</inkml:trace>
  <inkml:trace contextRef="#ctx0" brushRef="#br0" timeOffset="97798.11">7542 12233 4032 0,'0'0'55'0,"0"0"49"0,0 0 44 0,0 0 38 0,8 12 23 0,-8-12 16 0,19 5 6 16,-7-4 12-16,1 0-20 0,0-1-16 15,0 0-20-15,7-1-24 0,-4-3-16 0,2 2-17 16,-2-2-8-16,2-2-17 0,-1 0-22 15,-2-1-28-15,-2-3-25 0,1 2-10 0,-5-2-17 16,-1-2 0-16,-4 2-14 0,-2 0 6 16,-4-4-2-16,-2 6-3 0,-4 1 3 0,-1 2-2 15,-7 3-3-15,0 2 3 0,-9 7 5 16,-6 3 18-16,3 2 15 0,3 4 23 0,0 2 8 16,6 1 15-16,6-2 3 15,1-1 3-15,3-1 9 0,1 1 3 0,6-1-5 16,2-1-5-16,0 2-5 0,2-3-5 15,4 3-11-15,0-3-1 0,3 3-11 16,5-1 0-16,-1-3-11 0,5 0-37 0,-2-4-57 16,0-2-69-16,0-3-77 0,0 0-77 15,-1-1-112-15,-1-4-117 0,-1 2-131 0,0-3-168 16,1 1 62-16,-5-1 86 0,-2 1-564 16,-7 2-686-16</inkml:trace>
  <inkml:trace contextRef="#ctx0" brushRef="#br0" timeOffset="98131.13">8034 11472 3684 0,'-3'-29'132'0,"-2"8"38"0,3 2 43 0,0 3 42 0,-2 5 15 0,4 2-10 0,-3 0-3 0,3 9-31 0,0 0 29 16,0 0 18-16,0 0-6 16,2 64-17-16,1-12-13 0,1 10-7 0,4 3-5 0,-2 4-16 15,3 3-23-15,-2 0-11 16,6 1-19-16,-4-4-18 0,-2-3-15 0,2-2-123 16,-4-3 0-16,-3-4 0 0,0-14 0 15,0-3 0-15,-4-2 0 0,0-9 0 0,2-5 0 16,0-7 0-16,0 0-12 0,0-1-302 15,-2-4-101-15,2-4-127 0,0-1-158 0,0-7-156 16,2 3 79-16,-2-3-779 0,0 0-999 16</inkml:trace>
  <inkml:trace contextRef="#ctx0" brushRef="#br0" timeOffset="98498.1">8273 12115 4132 0,'0'0'56'0,"0"0"43"0,-27 13 20 0,27-13 21 15,0 0 29-15,0 0 29 0,0 0 11 16,0 0 24-16,0 0-6 0,0 0-18 0,0 0-19 16,0 0-11-16,0 0-27 0,34-7-13 15,-21 1 0-15,3 3-22 0,-3-4-32 16,0 2-26-16,0-2-20 0,-2 0-14 16,1-1-13-16,-6-1-5 0,-1-1-7 0,-1-1 0 15,-2 0 1-15,-4 2-2 0,-2-1-7 16,-1 3 3-16,-4 1 4 0,-7 6-11 0,-1 3 15 15,-18 3-4-15,1 8 7 0,2 5 24 16,-6 5 17-16,9-3 5 0,4 1-2 16,7 4 2-16,2-3-6 0,7 0 7 0,5-4-8 15,2-1-4-15,2-2 1 0,4-1-3 16,5 1-3-16,2-1-3 0,7-1-10 0,1-5-27 16,3-2-51-16,3-4-61 15,2-3-69-15,9-3-60 0,3-7-68 0,-1-2-49 0,-2-5-24 16,7-5-17-16,-2-7-11 0,-5-5-23 15,0-6 9-15,-4-6 0 0,-1-5 16 16,-4-7 33-16,1-17-620 0,1-10-476 0</inkml:trace>
  <inkml:trace contextRef="#ctx0" brushRef="#br0" timeOffset="98814">8739 11589 2523 0,'11'-79'-114'0,"1"14"62"15,-6 1 74-15,-3 6 93 0,-4 21 99 16,-3 9 60-16,4 4 26 0,-2 7 2 0,-2 5 9 16,3 7 29-16,1 5 34 0,0 0 2 15,-25 26-5-15,11 6-17 0,-1 18-11 16,3 9-15-16,4 4-25 0,1 4-29 0,2 3-26 15,3 0-27-15,2 3-21 0,-2 0-20 16,-1-1-23-16,6-4-56 0,-6-2-67 16,1-7-81-16,0 0-80 0,-1-15-75 0,-1-3-62 15,2-6-44-15,0-10-8 0,0-5 8 16,-1-9 7-16,1-3 17 0,2-6 20 0,0-2 29 16,0 0 29-16,0 0 34 0,-2-29 31 15,2 10 42-15,0-5 50 0,-2-5 43 16,2 4 54-16,2 4 53 0,-2 1 46 0,0 6 22 15,0 0 24-15,0 2 4 0,0 4 13 16,0-2 4-16,0 3-20 0,0 7-8 0,2-10-11 16,-2 10-16-16,5-5-14 0,-5 5-15 15,13-2-18-15,-13 2-77 0,18-2-104 0,-5 0-122 16,1 1-157-16,-3-3-176 0,6 1-270 16,-4-1 27-16,1 1 83 0,-3 0-611 15,-11 3-754-15</inkml:trace>
  <inkml:trace contextRef="#ctx0" brushRef="#br0" timeOffset="106946">5583 6557 1005 0,'9'0'307'0,"-9"0"-65"0,0 0-43 0,14-2-39 0,-14 2-15 0,0 0-9 16,10-6 5-16,-10 6-14 0,3-3 4 16,-3 3 2-16,2-7-1 0,-2 7-19 0,2-7-4 15,-2 7-10-15,0-6 5 0,0 6 0 16,0-9-15-16,0 9-8 0,0 0-7 15,-6-12-12-15,6 12 0 0,-11-7-13 0,1 4-6 16,3-1 5-16,7 4-15 16,-22-5 8-16,10 4-4 0,-4 1-10 0,1-2-6 0,-1 0-4 15,0 2 6-15,-4 0-5 16,0 0 5-16,1 0 0 0,-3 0-11 0,2 2 3 0,-1 0 3 16,0-1-3-16,-4 1-1 15,1 1 1-15,-1 1 0 0,-2 1-3 0,2 0 6 16,0 0-4-16,0 0-2 0,-5 4 0 15,4-4 3-15,3 2-3 0,-1 0-2 16,3-1 5-16,-1 2-13 0,3-2 4 0,-3 1 1 16,6 1-5-16,-2 0 4 0,3-2 3 15,-4 3 10-15,1 1-1 0,6-1 3 0,-3 0-3 16,-1 0 4-16,0 2-4 16,3 0-5-16,1-1 5 0,-4 2-2 0,3 2-1 0,-1-1-3 15,1 1-2-15,-1-2 0 16,3 3 1-16,-2 1 1 0,-1-3-1 0,3 5 0 15,-1-5-1-15,1 3 5 0,0-3-6 16,-1 3 2-16,5-4 23 0,-3-1 4 16,0 3-5-16,1-2 1 0,4 1-3 0,-5 1-3 15,0-3-6-15,3 3-6 0,-1 0 6 16,0-2-2-16,2 2-2 0,-1-1 2 0,2 3 21 16,-3-3 5-16,2 3 0 0,0-2-7 15,1-1-2-15,-1 1-6 0,2-1-1 0,1 3 0 16,-2-2-4-16,-1 1-2 0,3-1 1 15,-1 0-4-15,2 1 1 0,0-4-1 16,2 6-3-16,-3-3 2 0,3-2-1 0,-2 3-3 16,2-2 1-16,0 1 1 15,0 0-1-15,0 1 2 0,0-1-7 0,2 0 0 16,-2 1 0-16,0 2 4 0,2-3-4 16,-2 0 1-16,1 1-1 0,-1-1-4 0,0 0 2 15,0-1-2-15,2 0 2 0,-2 1 1 16,2 1-3-16,-2-2 1 0,2-1 0 0,-2 2 2 15,2 0 19-15,0-2 10 0,-1 1-4 16,-1-1-3-16,2 1 2 0,0 0-9 16,3-1 0-16,-3 0-2 0,1-2-1 0,-3 4-2 15,2-2-4-15,2 0 3 16,-2 0-3-16,1-1-1 0,-1 0-5 0,0 0 5 16,2-2-3-16,-1 3-4 0,2-2 3 15,-1 0 1-15,0-1 0 0,-1 3-3 0,1-2 0 16,0-2 1-16,-1 3-1 0,1-3-2 15,1 3 0-15,-2-1 0 0,1-2 1 0,2 1 2 16,-3 1-1-16,1-1 0 0,1-1-5 16,2 3 8-16,0-3-4 0,-1 1-1 15,-1-1 8-15,-1 1 23 0,3-1 1 0,-2-1-16 16,1 1-3-16,-1-2 2 0,-1 2 5 16,1-3 6-16,0 3 7 0,1-4-2 0,-3 4-3 15,5-1 0-15,-5-3-2 16,3 3-3-16,0-1-6 0,0-1 1 0,1 2-3 15,-1 1 3-15,-1-2-5 0,4 0-6 16,-2 1 4-16,1 0 0 0,-3 2-6 0,2-4 3 16,-2 2 2-16,2-1-2 0,-1-2 31 15,1 3 14-15,2-2 0 0,-4-2 2 0,4 2 5 16,-9-5-10-16,14 7 2 0,-6-3 3 16,1-1 3-16,-2 2-5 0,5-2-6 15,-2 1-2-15,0-1-4 0,3 1-8 0,-2-1 0 16,5-1-3-16,-5 1-6 0,2-1-1 15,0 0 5-15,1 2-12 0,-1-3 0 0,0 2-3 16,-1-1 5-16,-12-2 11 16,20 2-18-16,-8-1-19 0,-12-1 0 0,19 0 0 15,-9 0 0-15,-10 0 0 0,20 2 0 16,-20-2 0-16,22-2 0 0,-10 2 0 0,-12 0 0 16,20-1 0-16,-6 1 0 0,-14 0 0 15,22-2 0-15,-10 1 0 0,-12 1 0 0,23-1 0 16,-12-2 0-16,2 2 0 0,-1-1 0 15,1 0 0-15,-1 0 0 0,-1-1 0 0,0-1 0 16,1 3 0-16,1-3 0 0,-1 2 0 16,-1-1 0-16,0-1 0 0,0 1 0 15,-2-2 0-15,0 0 0 0,3 0 0 16,-3 1 0-16,2 1 0 0,-2-2 0 16,2 0 0-16,-2 0 0 0,1 1 0 0,-1-2 0 15,1 4 0-15,-1-4 0 0,-1 3 0 16,1-2 0-16,-1 0 0 0,2 0 0 0,-1 0 0 15,0-1 0-15,4 0 0 0,-4-2 0 16,4 2 0-16,1-3 0 0,-3 0 0 0,1 0 0 16,-1-2 0-16,3 1 0 0,0 1 0 15,-3-1 0-15,1 0 0 0,0 1 0 0,-1 0 0 16,-1 0 0-16,-3 1 0 16,2 0 0-16,-3 0 0 0,2 0 0 0,2 0 0 0,-3-1 0 15,-2 0 0-15,7-1 0 16,-6 2 0-16,1-3 0 0,2 1 0 0,-2-3 0 0,0 4 0 15,1-3 0-15,0 2 0 16,1-4 0-16,-3 1 0 0,1 2 0 0,4-1 0 16,-6 0 0-16,2 0 0 0,-1-1 0 15,1 1 0-15,-2 0 0 0,1-1 0 0,-3 3 0 16,1-2 0-16,1-1 0 0,-1 2 0 16,0 0 0-16,1 0 0 0,-2 0 0 0,1-1 0 15,1 2 0-15,-1-2 0 16,0 1 0-16,-1 0 0 0,2-3 0 0,-1 2 0 0,1-2 0 15,-3-1 0-15,2 0 0 0,0 3 0 16,-1-4 0-16,-1 3 0 0,0 1 0 16,0-1 0-16,3 1 0 0,-4 0 0 15,-1 0 0-15,2 1 0 0,0-2 0 0,0 1 0 16,2 2 0-16,-4-4 0 0,1 0 0 16,1 0 0-16,0 3 0 0,2-5 0 15,-1 4 0-15,-1-1 0 0,1 1 0 0,1-3 0 16,-2 3 0-16,0 1 0 0,1-1 0 15,-1 2 0-15,0 0 0 0,0 0 0 0,-2 3 0 16,3-3 0-16,-3 0 0 16,2 1 0-16,0-3 0 0,-2 2 0 0,0 0 0 0,0 0 0 15,2-4 0-15,0 2 0 16,-2 0 0-16,0 0 0 0,0 0 0 0,0-2 0 16,0 2 0-16,-2-1 0 0,2 1 0 15,0 0 0-15,-2 0 0 0,0-3 0 0,0 4 0 16,2-3 0-16,-3 2 0 0,1 1 0 15,0-1 0-15,0-3 0 0,0 3 0 0,1 0 0 16,-5 1 0-16,4-2 0 0,-3-1 0 16,-2 3 0-16,3-3 0 0,-3 0 0 0,0 2 0 15,-4-1 0-15,0 1 0 16,-3-2 0-16,0 2 0 0,-4 0 0 0,0 2 0 0,-9-4 0 16,-4 1 0-16,-1 5 0 0,-4-1 0 15,-5 3 0-15,0-2 0 0,-2 6 0 16,-2-4 0-16,-1 4 0 0,2 0 0 0,3 2 0 15,-2 0 0-15,11 0 0 0,3 2 0 16,4 2 0-16,1 0 0 0,1-2 0 16,4 3 0-16,2-2 0 0,-2 2 0 0,4 1 0 15,-2 4 0-15,1-2 0 0,3 1 0 16,2 4 0-16,-3 1-353 0,3 2-185 16,-1 1-73-16,5 1-147 0,-5 0-109 0,3 0 96 15,1-1-689-15,-3 13-909 16</inkml:trace>
  <inkml:trace contextRef="#ctx0" brushRef="#br0" timeOffset="109897.43">2788 8022 3745 0,'0'0'-218'0,"0"0"19"0,0 0 21 0,0 0 23 0,0 0 34 0,0 0 26 0,0 0 31 0,0 0 9 16,-48 6 7-16,31-5 8 0,-4 2 9 15,-4 1 15-15,-2-2 9 0,0 2 6 16,-3-1 10-16,-6 1 6 0,-2-1 0 15,7 0 0-15,5-3-2 0,2 0-2 0,0 0 1 16,1 0-4-16,2 0 1 0,-6-2-2 16,4 2 1-16,3-1-3 0,-1-1 1 15,-1 1-1-15,4-1 0 0,0 2 0 0,5-2-1 16,0 1-3-16,-2-1 2 0,6 2 2 16,9 0-3-16,-18-2 1 0,18 2 0 15,-19 5 14-15,11 3 13 0,-1 4 6 0,-3 6 6 16,-1 7 0-16,2 6 6 0,1 0 10 15,-1 0 1-15,-1 1-1 0,2 1 11 16,-1 0-5-16,1 0-8 0,1-4 4 0,3-4 7 16,-1-3-7-16,2-1-3 0,-2 0-3 15,1-6 0-15,3 2-10 0,-1-3-1 16,0-2-8-16,1-2 8 0,1 0-5 16,-3 1-11-16,3-3-2 0,-1 0-9 0,1-1 11 15,0 1 0-15,0-4-2 0,0 6-3 16,0-5-11-16,2-5 3 0,-3 8 8 0,3-8-5 15,-2 9-2-15,2-9 2 0,0 7-8 16,0-7-1-16,0 7 1 0,0-7-2 16,5 7 12-16,-1-4-4 0,2 2-4 0,4-2-14 15,-1 3 22-15,6-5-6 0,2 4-1 16,5-1 2-16,16-1 0 0,-6 1-3 0,9-4 1 16,6 3 0-16,3-2 3 15,-2-1-6-15,6 2-6 0,11-2 14 0,-1 2-1 0,-10-2-16 16,-2 2 11-16,-3-2-5 15,-1 2-13-15,-3-1 18 0,-1 1-2 0,-13-2-11 16,-3 2 9-16,-1-2 1 0,-1 1 1 16,-5-1 8-16,1 0-11 0,-4 2 10 15,1-2-12-15,1 2-4 0,-3-2-6 0,0 2 13 16,4-2-7-16,-6 0-1 0,6 3 1 16,-2-3 1-16,4 0 5 0,4 2 2 0,1-2-4 15,1 2 0-15,13-2 0 16,-2 1 0-16,5 1-3 0,0-1 6 0,0 1 2 15,1-2-2-15,1 2-11 0,1 0 5 0,3-1 10 16,-1 1-9-16,0 0-4 16,-1-1 3-16,1 3-6 0,-5-2 4 0,1-1 5 15,-4 1-3-15,2 2 4 0,-2-3-14 16,-1 1 29-16,0-2 1 0,-7 0-3 0,-3 0-3 16,-3 0 1-16,1 0 0 0,2-2-6 15,-5 2-2-15,3-1 3 0,0-1 0 0,-4 0-3 16,4 2-4-16,0 0 0 0,-3 0-3 15,-2 0 7-15,-3 0-1 0,1 0-2 16,-1 0-4-16,2-2 5 0,0 2 2 0,6 2-6 16,2-2 2-16,10 0-3 15,4 0 4-15,3 0-7 0,2 0 1 0,1-2 3 16,1 2 0-16,3 0-11 0,-3 0 5 16,-1 0-4-16,2 0-3 0,-3 2-2 0,-1-2 3 15,-1 0-7-15,-1 0 9 0,-6 2-11 16,-5-2-5-16,-7 0 1 0,1 2 2 0,1-1 5 15,-3-1-3-15,1 0-3 0,2 2-1 16,-1-2 2-16,13 0-1 0,0 0 0 16,0 0 8-16,4 0-10 0,-4-2 5 0,3 2 3 15,-1-1 2-15,-5 1 0 16,-6-2 7-16,-5 2-5 0,-2-2 7 0,1 2-2 0,1 0-1 16,2-2 3-16,-3 2-6 0,1 0 2 15,1-1 10-15,-1 2-10 0,1-1 2 16,-3 0 7-16,0 0-2 0,-4 0-1 15,9 0 7-15,6 0-7 0,4-1-1 0,0-1 3 16,5 2-10-16,2 0-9 0,-2 2-17 16,4-4 5-16,1 4 5 0,1-2 2 15,12 0 1-15,-12 0-3 0,1-2 9 0,-3 2 2 16,-4 0-4-16,2 0 0 0,-8-2 6 16,-7 2 6-16,0-2-5 0,-9 1 5 0,0 1 12 15,-2-4 13-15,2 1 6 0,-6 1 0 16,0-1 10-16,-1 1-4 0,0-1-1 15,2 1-8-15,-1 0 6 0,-2-1 0 16,0 1-7-16,0 0 2 0,2 1 1 16,-4-1-13-16,4 0 10 0,-4 2 6 0,-1-1-11 15,1 1 12-15,1-2-6 0,-16 2-2 16,26 0 15-16,-15 0-3 0,3 0 12 0,-14 0 0 16,19-2 5-16,-19 2 14 0,16-2 9 15,-16 2 1-15,14-3-4 0,-6 0 4 0,-8 3-8 16,14-5 1-16,-14 5-4 0,9-7-10 15,-4 2-4-15,2-3-4 0,-2 2 1 0,1-4-4 16,-1-1-4-16,1-3-4 0,2-5-3 16,-2 0-5-16,3-10-2 0,0-2-1 15,3-1-6-15,-2 0-6 0,-5-1 3 16,3 0 2-16,0-2-5 0,-3 6 4 16,-1 2 9-16,-2 7 5 0,2 1 3 0,-4 2-4 15,0 1-1-15,-2 2 3 0,0 1-5 16,0 1 1-16,2 1-5 0,-2 1-3 0,2 2 2 15,-2-1-2-15,2 9-5 0,-1-13 5 16,1 6-3-16,0 2-2 0,0 5-1 0,-4-12-2 16,4 12-2-16,-8-9-1 0,0 3 0 15,-1 2-1-15,-7-2 1 0,-4 2 0 0,-3 0-1 16,-11-1-1-16,-6 0 0 0,1 2-1 16,-1-1 2-16,2-1-1 0,8 2 1 15,3 0-1-15,2 0-3 0,4 1 2 16,4 0 1-16,-2 0 2 0,6 2-7 0,-1-2 2 15,3 2-3-15,11 0-31 0,-21 2-65 16,12-2-97-16,-1 2-107 0,-4 2-137 16,3-1-270-16,-1 0 54 0,1 1 81 0,0 0-377 15,-3 1-432-15</inkml:trace>
  <inkml:trace contextRef="#ctx0" brushRef="#br0" timeOffset="111046.28">3443 8154 2409 0,'8'-6'-121'0,"-8"6"32"0,7-5 38 0,-7 5 24 16,6-5 32-16,-6 5 23 0,5-6 23 0,-5 6 17 16,0 0 16-16,6-8 12 0,-6 8 15 15,0 0 2-15,8-7 16 0,-8 7 6 16,0 0-2-16,2-7-9 0,-2 7-4 0,0 0-16 16,0 0-3-16,0 0-14 0,0 0-11 15,0 0 14-15,0 0 8 0,0 0 6 16,-2 28 3-16,-3-8 13 0,-2 1 1 15,2 11 2-15,-1 2 2 0,-1 4 6 0,-2-1-3 16,6 0-7-16,-5 1-11 0,3-2-4 16,-1-4 4-16,1 1 2 0,-2-5-2 0,2-7-3 15,1-4-8-15,0 1-11 0,1-3-6 16,-1 1-12-16,2-4-4 0,0 0-4 16,-2-2-7-16,4-1-4 0,-4-2-9 0,2 1-3 15,0-3-3-15,2-5 0 0,-2 12-2 16,2-12-6-16,0 9 0 0,0-9-4 15,-3 8-1-15,3-8-3 0,-2 5 3 0,2-5-3 16,0 0-2-16,0 0-11 0,-2 9-35 16,2-9-47-16,0 0-60 0,0 0-83 0,0 0-111 15,7 5-124-15,-7-5-184 0,0 0-93 16,18-8 76-16,-9 2-469 0,4-2-591 16</inkml:trace>
  <inkml:trace contextRef="#ctx0" brushRef="#br0" timeOffset="111643.87">5047 8148 2921 0,'6'-7'-68'0,"0"-1"36"0,-4 2 35 0,2 0 31 0,-4 6 31 0,5-9 36 0,-5 9 26 15,0 0-4-15,4-9-3 0,-4 9-16 0,0 0 27 16,0 0 29-16,-9 26 9 0,3-7 6 15,-7 14 15-15,-2 1 0 0,-1 8 4 0,3 4 5 16,-1 5-9-16,1-2-3 16,4-9 0-16,-1-1-11 0,1 1 1 0,3-2 0 15,2-4-8-15,-2-7-12 0,4-4-9 16,0-6-17-16,0 3-10 0,-1-5-9 0,1-3-7 16,0 1-5-16,0-3-7 0,0-2-7 15,2 1 4-15,0-9-18 0,-1 14 0 0,1-14-12 16,-2 6-35-16,2-6-76 0,0 0-79 15,0 0-81-15,0 0-105 0,0 0-132 16,0 0-139-16,-20-22-230 0,11 10 59 0,-3 0 91 16,-12-8-543-16,-3-1-672 15</inkml:trace>
  <inkml:trace contextRef="#ctx0" brushRef="#br0" timeOffset="112246.3">2730 8268 3062 0,'11'-8'-99'0,"-2"-1"41"0,-4 3 27 0,3-2 24 0,-5 3 33 0,-3 5 26 0,8-9 7 0,-8 9 2 15,3-7-7-15,-3 7-6 0,0 0 13 16,0 0 23-16,0 0 0 0,-36 16 25 0,11-1 14 15,-2 0 9-15,-2 3-2 16,-1 1-5-16,1-3 3 0,2 4-8 0,2-1-8 16,0-4-6-16,2 2-12 0,7-5-2 15,0 0-17-15,1 0-2 0,1-3-6 16,3 1-10-16,0-1-5 0,-1-1-1 0,3 1-12 16,0-3-21-16,0 0-30 0,2 1-41 15,-2-2-42-15,-2-2-63 0,4 0-61 0,0-1-66 16,7-2-85-16,0 0-134 0,-22-5-103 15,15-2 52-15,2 1-207 0,1-5-253 16</inkml:trace>
  <inkml:trace contextRef="#ctx0" brushRef="#br0" timeOffset="112494.08">2352 8231 2252 0,'9'-9'75'0,"-4"1"17"0,-1 4 17 15,-4 4 20-15,9-7 27 0,-9 7 30 0,12-2 21 0,-12 2 7 16,0 0 8-16,35 9-10 15,-19-1-1-15,5 2-5 0,8 7-10 0,3-1-11 16,-1 5-24-16,7 3-15 0,2 2-13 16,-2-1-12-16,2-1-11 0,-1 0-10 0,-12-4-13 15,2 1-5-15,-4-4-8 0,-2-1-8 16,-3-4-3-16,-6-2-10 0,-2-1-4 16,-4-3-3-16,1 0-18 0,-2-2-25 0,-3 1-20 15,-4-5-24-15,12 4-35 0,-12-4-49 16,9 2-72-16,-9-2-81 0,0 0-88 0,0 0-144 15,14-9-185-15,-10 7 60 16,-4 2-397-16,9-12-506 0</inkml:trace>
  <inkml:trace contextRef="#ctx0" brushRef="#br0" timeOffset="112943.88">4306 8182 2759 0,'8'-7'-30'0,"-3"-1"36"0,-1-1 30 0,-2 4 31 0,-2 5 27 0,6-7 26 15,-6 7 2-15,0 0-13 0,0 0 8 16,0 0 22-16,0 0 13 0,0 0 1 0,-23 21 11 16,12-7-4-16,-8 8 9 15,1 1 3-15,-2 2 2 0,2-2-12 0,-3 2-4 16,3 0-19-16,0 0-8 0,2-1-14 15,-4-1-9-15,3 0-13 0,2-4-9 0,4-4-9 16,-3 0-7-16,3-1-10 0,-3 1-4 16,6-4-9-16,-3-1-32 0,3-2-39 0,3-1-39 15,-3 3-50-15,1-6-63 0,1 2-84 16,6-6-82-16,-8 0-106 0,8 0-143 16,0 0-68-16,-7-18 63 0,5 7-333 0,4-7-410 15</inkml:trace>
  <inkml:trace contextRef="#ctx0" brushRef="#br0" timeOffset="113195.37">3980 8223 2566 0,'0'0'15'0,"0"0"12"0,-5-5 2 15,5 5 10-15,0 0 55 0,0 0 49 16,0 0 27-16,0 0 21 0,5 25 13 0,3-12 10 16,4 5 0-16,6 7-13 0,7-1-10 15,7 9-20-15,3-3-13 0,4-1-15 0,-11-8-14 16,14 4-11-16,-14-5-10 0,-1-4-11 15,-2 2-7-15,-6-7-11 0,-6-2-8 0,0-1-8 16,-3-2-6-16,-2 0-7 0,-3-4-25 16,3 2-33-16,-8-4-41 0,12 3-57 15,-12-3-70-15,7 2-60 0,-7-2-88 16,0 0-118-16,0 0-208 0,0 0 17 16,6-11 70-16,-6 11-277 0,0 0-326 0</inkml:trace>
  <inkml:trace contextRef="#ctx0" brushRef="#br0" timeOffset="114527.02">6349 8100 2216 0,'0'0'-53'0,"0"-12"31"0,-2 7 31 0,2-3 26 0,0 8 29 0,2-14 30 0,-2 6 16 16,2 2 20-16,-2-3 12 0,2 3 15 15,-2 6-15-15,0-10 7 0,0 10-16 0,2-7-14 16,-2 7-7-16,0 0 2 0,0 0 20 16,0 0 9-16,0 0 4 0,0 0 8 0,-10 21 12 15,10-8 20-15,-1-1 8 0,1 8 4 16,0 1 7-16,0 2 7 0,1 5 2 16,-1 9 3-16,2 5 1 0,-2 0-5 15,0-1-12-15,2 2-9 0,-2 1 1 0,-2-3-8 16,2-2-16-16,-2-1-10 0,2-1-7 15,-1-8-1-15,-3-6-10 0,2 0-10 0,0-5-13 16,2-3-6-16,-2 3-101 0,2-6-12 16,0 0 0-16,0 0 0 0,-1-4 0 0,1 3 0 15,0-3 0-15,-2 2 0 0,2-1 0 16,0-1 0-16,0 1 0 0,0 0 0 16,0-9 0-16,2 13 0 0,-4-7 0 0,2-6 0 15,-3 12 0-15,3-12 0 0,3 9 0 16,-3-9 0-16,-3 9 0 0,3-9 0 0,0 7 0 15,0-7 0-15,0 8 0 0,0-8-147 16,0 0-382-16,0 0-166 0,-11 2-224 0,11-2 73 16,-15-10 102-16,3 7-722 15,-1-4-915-15</inkml:trace>
  <inkml:trace contextRef="#ctx0" brushRef="#br0" timeOffset="116426.64">5650 8371 3712 0,'0'0'-165'0,"0"0"46"0,0 0 61 0,9 5 61 0,-9-5 46 16,6 5 41-16,-6-5 32 0,4 5 23 15,-4-5 10-15,4 4 8 0,-4-4 8 0,5 3 2 16,-5-3 3-16,0 0 2 0,0 0-5 16,0 0-8-16,6 9-3 0,-6-9-16 15,0 0-17-15,0 0-5 0,0 0-11 0,0 0-6 16,0 0-5-16,0 0-4 0,7 3-10 16,-7-3-11-16,0 0-4 0,0 0-8 15,0 0-7-15,10-15-9 0,-10 15-6 0,0 0-4 16,4-9-1-16,-4 9-4 0,0 0-11 15,0-8-4-15,0 8-5 0,0 0 1 0,0 0-4 16,0 0 5-16,0 0-3 0,0 0-1 16,0 0-4-16,-36 13 4 0,29-9 4 15,0 4-9-15,0-1-3 0,3 2 7 0,1-2 6 16,1-1-5-16,0 0 12 0,2-6 14 16,0 17 13-16,4-10 12 0,1 1 13 0,6-1-14 15,3 2-6-15,1-4 1 0,2-2-8 16,0 1 2-16,2-3-10 0,1 1-4 15,-2-2 7-15,2-2-11 0,-3-3 1 16,0 1-6-16,0-2-5 0,-2-5 1 0,3 0 5 16,-4-3-11-16,0 0 5 0,-4-3-9 15,-3 3 2-15,-2 1-13 0,-3 1 3 0,1 0-3 16,-3 3 1-16,-3-1-4 0,0 0 4 16,-3 2-4-16,-1 2-1 0,-1 1 2 15,-6-1-3-15,3 2 5 0,-2 4 0 0,13 0-1 16,-26 3 7-16,10 2 3 0,1 4 4 15,-1 1 2-15,5 2 2 0,-1 2-2 0,1 3-1 16,6-4 7-16,1 4 16 16,-1-1-1-16,5-2-5 0,3 4 3 0,-1-4-4 15,2 0 1-15,1 0-4 0,1-3-25 16,1 0-5-16,2-2 0 0,0-2 0 0,0-5 0 16,3 2 0-16,-3-2 0 0,-9-2 0 15,20-2 0-15,-9-2 0 0,-4-3 0 0,2-1 0 16,0-4 0-16,-2-1 0 0,-3-3 0 15,-1 4 0-15,-3-3 0 0,-3 1 0 16,-3 0 0-16,-1 0 0 0,-1 2 0 0,-7 1 0 16,1 0 0-16,-5 4 0 0,0 1 0 15,1 2 0-15,-4 3 0 0,-1 1 0 16,0 2 0-16,1 4 0 0,3-1 0 16,-1 2 0-16,5 3 0 0,1 2 0 0,3 0 0 15,4 2 0-15,3-2 0 0,3 2 0 16,1-3 0-16,1 3 0 0,5 0 0 0,3-2 0 15,0 1 0-15,3-3 0 0,1-3 0 16,3 1 0-16,-1-4 0 0,0-2 0 0,2-2 0 16,-1 0 0-16,0-2 0 0,2-2 0 15,-2-2 0-15,-2-1 0 0,-2-3 0 16,0 0 0-16,-5-2 0 0,0-1 0 16,-5 0 0-16,0 1 0 0,-2 0 0 0,-2 1 0 15,-1 2 0-15,-5 0 0 0,1 2 0 16,-3 2 0-16,-2 4 0 0,12 1 0 15,-21 0 0-15,21 0 0 0,-18 6 0 0,9-2 0 16,0 3 0-16,6 1 0 0,-3 1 0 16,4-1 0-16,2 1 0 0,2 1 0 0,4 0 0 15,-3 2 0-15,6-4 0 0,0 0 0 16,2 1 0-16,-2-4 0 0,3-2 0 0,-3 1 0 16,1 0 0-16,-10-4 0 0,13 0 0 15,-13 0 0-15,0 0 0 0,19-10 0 0,-13 5 0 16,-6 5 0-16,2-14 0 0,-2 8 0 15,0 6 0-15,-2-14 0 0,1 7 0 16,1 7 0-16,-9-9 0 0,9 9 0 16,-7-8 0-16,7 8 0 0,-8-2 0 15,8 2 0-15,0 0 0 0,0 0 0 0,0 0 0 16,-21 9 0-16,21-9 0 0,-4 7 0 16,4-7 0-16,-3 6 0 0,3-6 0 0,0 0 0 15,-2 8 0-15,2-8 0 0,0 0 0 16,0 0 0-16,0 0 0 0,0 0 0 0,0 0 0 15,0 0 0-15,0 0 0 0,0 0 0 16,29-16 0-16,-28 9 0 0,1 0 0 0,-2 7 0 16,4-13 0-16,-4 6 0 0,0 7 0 15,-2-10 0-15,2 10 0 0,-4-7 0 16,4 7 0-16,-9-4 0 0,9 4 0 16,0 0 0-16,0 0 0 0,0 0 0 0,0 0 0 15,0 0 0-15,-23 7 0 0,23-7 0 16,0 0 0-16,-7 5 0 0,7-5 0 0,0 0 0 15,0 0 0-15,-7 5 0 0,7-5 0 16,0 0 0-16,0 0 0 0,0 0 0 16,0 0 0-16,0 0 0 0,0 0 0 0,0 0 0 15,0 0 0-15,-9 4 0 0,9-4 0 16,0 0 0-16,0 0 0 0,0 0 0 0,0 0 0 16,0 0 0-16,0 0 0 0,0 0 0 15,0 0 0-15,0 0 0 0,0 0 0 16,0 0 0-16,0 0 0 0,0 0 0 15,0 0 0-15,0 0 0 0,0 0 0 0,0 0 0 16,0 0 0-16,0 0 0 0,0 0 0 16,0 0 0-16,0 0 0 0,0 0 0 0,0 0 0 15,-9-10 0-15,9 10-417 0,0 0-362 16,-16 3-168-16,3 4 87 0,-4 3-904 0,-12 6-1196 16</inkml:trace>
  <inkml:trace contextRef="#ctx0" brushRef="#br0" timeOffset="125042.23">5349 6882 4284 0,'0'0'-332'0,"0"0"45"0,5-4 46 0,-5 4 41 0,0 0 37 0,0 0 34 0,0 0 45 16,8-4 32-16,-8 4 31 0,0 0 18 15,0 0 18-15,6-4 3 0,-6 4 11 0,0 0 3 16,9-5 9-16,-9 5 9 0,0 0 6 16,16-4 9-16,-16 4 5 0,7-2 9 15,-7 2 5-15,0 0 9 0,10-4 10 0,-10 4-3 16,0 0 8-16,0 0-2 0,0 0-1 15,7-6 3-15,-7 6-2 0,0 0-6 0,0 0-6 16,0 0-4-16,0 0-13 16,6-6-8-16,-6 6-7 0,0 0-6 0,0 0-3 15,0 0-17-15,0 0 3 0,0 0-6 16,0 0-4-16,0 0-1 0,0 0-2 0,0 0-2 16,0 0-1-16,0 0-5 0,-40 6 3 15,32-3-9-15,-1 0 1 0,2-1 1 0,7-2-8 16,-20 4 6-16,11 0-2 0,1-1-3 15,-1 1 0-15,-1-1-6 0,-2 0 5 16,3 3-1-16,2 0-3 0,-4 0-3 0,4 0 4 16,0-1-1-16,-1 3 2 0,0-2-5 15,1 4 4-15,1-1-4 0,-1 1 0 16,-2 3 2-16,4-1-2 0,-1 2 2 16,1 0-1-16,-1-1 2 0,3 3 0 0,-2-1 4 15,3 0 0-15,0 1 2 0,0 1 0 16,2-4 3-16,0 1-1 0,0 3 5 0,2-3 3 15,-2 0-1-15,2 1-6 0,3 1-2 16,-2-1 5-16,1-1 0 0,0-1-2 0,1 1 0 16,3-1 4-16,0-2 14 0,-1 0 1 15,4-1 2-15,2-3 3 0,-1 0 0 16,1 0 2-16,3-4-5 0,0-1 0 0,2 0-2 16,4-1-2-16,-4-2 1 15,3-1-2-15,-1-2 4 0,-2 1 6 0,1-1 9 16,-1-2-6-16,1 4-5 0,-2-2 2 15,0-2-7-15,-2 2-2 0,0-1 1 0,1 0-4 16,-5 0 18-16,1 0 7 0,-3 0-6 16,0-2-3-16,4 0-2 0,-8-2-1 0,2-1-3 15,-1 0-3-15,-1-4-9 0,0 0 3 16,-1-4 0-16,-2 1-9 0,0-3-1 16,-2 3-10-16,-4 0 6 0,2 0-1 0,-3-2 2 15,-2 2-5-15,-4-2-2 16,-3 4-4-16,-1 1 0 0,-10-3 0 0,0 1-20 0,0 8-16 15,5-1-17-15,-1 2-26 0,-2 2-30 16,2 5-29-16,-2-2-26 0,2 2-41 16,1 2-34-16,-3 2-29 0,1 2-33 15,-8 5-51-15,3 3-55 0,9 1-149 0,-5 2-83 16,5 5 66-16,5-3-271 0,-3 6-326 16</inkml:trace>
  <inkml:trace contextRef="#ctx0" brushRef="#br0" timeOffset="126059.29">5234 7452 2216 0,'7'-3'-39'0,"-7"3"26"0,5-7 22 0,-5 7 15 0,4-7 22 16,-4 7 20-16,2-7 19 0,-2 7 0 0,-2-8-5 16,2 8-7-16,0 0 0 0,-8-6 14 15,8 6 11-15,0 0 3 0,-21 6 7 0,12-2 7 16,-5 4 0-16,3 0-1 0,-5 4-1 16,3 1-4-16,-1 0-2 0,-4 9 12 15,2-3-5-15,5 0-4 0,-5 4-6 16,3 1-8-16,2-3-5 0,3 0-4 15,-1-3-3-15,3 1-2 0,1-2-7 0,1 1-3 16,2-2-7-16,2 4-4 0,4-3-7 16,-2 0-2-16,5 0-1 0,2 0-2 0,3-1 0 15,-1-2-5-15,5 1 0 0,3-5-2 16,-2 0 1-16,5-3-4 0,-2 0-3 0,3-2 0 16,0-2-5-16,-1 1-5 0,3-1-2 15,2-1-2-15,0-2-7 0,1-2-3 16,-3 2 0-16,2-3 0 0,-1 1 0 0,-3-1 19 15,0-1 9-15,-3 0 13 16,-4 0 6-16,2-1 3 0,-4-4-2 0,0 2 1 16,-1-1-5-16,1-2-7 0,-5-1-1 15,4-1 6-15,-1 0-12 0,-4-1-7 0,1 2 0 16,1-3-11-16,-1 2 1 0,1 1-1 16,-3-2-6-16,1 2 2 0,0-1 0 0,-3-1 9 15,1 3 2-15,-3 1 0 0,2-4-3 16,-3 1 0-16,0 0-5 0,-2 0 17 0,-2-2-25 15,-3 2 2-15,3 0-7 0,-5-1-4 16,2 0 1-16,-5 1 5 0,-2 2-1 16,1 0-8-16,-3 1 3 0,-2-1-3 15,-4 3 2-15,0-1-5 0,-3 1 9 16,0 0-7-16,0 0 3 0,-1 0-5 0,-1 1 3 16,0 0 1-16,2 0 4 0,0 1-8 15,2-3-2-15,0 4 4 0,3-4 0 0,2 1 2 16,0 0-1-16,3 0-3 0,-3-1 5 15,5-2-2-15,0-1 0 0,1-1 1 0,3 0-1 16,-1 1 2-16,1-5 0 0,0 1-2 16,4-1-1-16,-1 1-5 0,2-2-1 15,0-1 6-15,2 0-4 0,-1-3 3 0,2 2-6 16,-1-2 5-16,2 3-5 0,0-5 4 16,2 1-4-16,1 1 9 0,2 1-6 0,-2-1 8 15,1 1-7-15,1 1-1 0,5-1 1 16,-1-6 1-16,0 6-2 0,3-6 0 15,-1 7 1-15,-1 1 6 0,-1 1-7 16,3 0 2-16,-3 1-6 0,2-1 2 0,-1 4 2 16,1-3-2-16,1 4 3 0,-1 0-7 15,-2 2 7-15,3 2-2 0,-3 1-2 0,1 2-1 16,-1 1 3-16,0 2-5 0,3 4 4 16,1 2-3-16,4 3 2 0,3 3 0 15,-2 9 2-15,5 2 1 0,-2-1 3 0,-2 5 4 16,-2-1-4-16,-4 2-6 0,-4-3 18 15,-5-5-12-15,-1 0 2 0,-3 0-3 0,-4 1 3 16,-3 0 2-16,-2 0-3 16,-8 7 0-16,-3-4 6 0,-3 1-26 0,-4-3-57 15,-1-2-61-15,-4 3-70 0,-9 2-91 16,-1 2-104-16,0-5-132 0,-4 3-217 0,10-6 57 16,2 1 73-16,-3-3-415 0,3 4-510 15</inkml:trace>
  <inkml:trace contextRef="#ctx0" brushRef="#br0" timeOffset="127658.28">2426 10644 2649 0,'30'-45'-72'0,"4"-3"49"0,4-1 38 0,1-1 50 0,-1 1 35 0,-2 1 40 0,-4 4 24 0,-3 11 49 15,-10 6 20-15,-6 11 2 0,-2 0-11 16,-1 7-21-16,-6 1-20 0,-4 8 18 0,0 0 21 15,0 0-12-15,-34 47 1 0,0-3-24 16,-5 7-21-16,-8 18-12 0,-7 3-13 16,4-6-19-16,3 0-7 0,11-15-13 0,4 2-11 15,1-10-10-15,5 3-3 16,2-5-9-16,9-12-9 0,2-2 12 0,5-8-17 16,-2-5-5-16,7-1-1 0,-1-4-1 15,2-3-3-15,2-6 4 0,0 0-6 0,0 0-6 16,44-29 1-16,-13 0-9 0,7-13-17 15,9-16-17-15,3-13-20 0,1-7-12 16,-2-3-11-16,-2-7-4 0,-6 2-2 0,-7 4 10 16,-9 23 1-16,-3 10 4 0,-10 11 6 15,-1 9 5-15,-6 8-1 0,-5 11 1 0,-5 5 10 16,5 5 17-16,-37 24 11 0,2 12 9 16,-15 26 9-16,-6 14 5 0,-1 14-2 0,-4 4 0 15,0 2-8-15,6-1 2 16,8-6-6-16,4-5 3 0,9-5-5 0,11-20-4 15,4-4 2-15,5-3-2 0,7-14 2 16,1-6 3-16,3-8-4 0,1-3 1 16,4-7 1-16,1-7-2 0,5-1 5 0,1-4-1 15,-9-2-5-15,44-20-9 0,-8-8-12 16,2-8-4-16,5-9-5 0,11-16-16 0,5-5-8 16,-1-11 1-16,1-9-2 0,0-8 1 15,-2-7 5-15,-1-2 5 0,-3-5-1 0,-6 5 8 16,-4 12 1-16,-7 13 5 15,-14 26 13-15,-3 8 24 0,-7 13-5 0,-4 10 0 16,-4 9 2-16,-6 6 8 0,2 6 10 16,0 0 9-16,-45 59 8 0,4 7-6 15,-7 17 4-15,-5 10-2 0,-6 8-8 0,-2 5-7 16,2-2 14-16,3 5-19 0,1-3-4 16,8-3 2-16,6-8-3 0,3-9 0 0,15-21-3 15,3-7-1-15,4-8-1 0,5-11-7 16,-1-7-9-16,8-8 5 0,-3-7 3 0,5-2-1 15,2-10 2-15,0-5 0 0,0 0-3 16,36-26-12-16,-2-7 5 0,2-9-18 16,18-25-13-16,5-11 6 0,6-9-15 0,1-13 0 15,22-41-6-15,-6-2 2 16,-21 27-6-16,15-34 1 0,-20 42 9 0,-10 10 1 16,-7 16 8-16,-15 27 6 0,-5 8 16 15,-8 16-6-15,-4 10 4 0,-10 10 3 0,-5 11 18 16,8 0 16-16,-46 46 14 0,-1 15 12 15,-10 18 2-15,-8 15-5 0,-6 11-2 0,4 1-2 16,1 2-2-16,7-7-13 0,7 1 3 16,7-7-7-16,4-5 3 0,13-7-2 15,5-21-4-15,6-8 0 0,2-2-7 0,5-15 3 16,2-4-1-16,3-8 1 16,3-6-3-16,-2-4 0 0,4-3-3 0,0-5 6 15,4-4 4-15,-4-3-3 0,19-10-8 0,7-12-11 16,9-13-22-16,5-8-16 0,14-23-8 15,-2-5-4-15,0-3 2 0,-2-2 4 16,-1-1 4-16,-5 13 1 0,-15 21 8 0,-11 14 2 16,-2 3-5-16,-5 12 3 0,-7 11 24 15,-4 3 28-15,0 0 20 0,-22 51-1 16,-5-3 6-16,-12 23 5 0,-4 8 3 16,-1-4 4-16,2 2-9 0,2-7-1 15,11-13-5-15,4-2-4 0,2-2-3 0,3-5-2 0,1-7-3 16,9-12-1-16,0-4-4 0,5-8-3 15,-1-4 6-15,3-1-1 0,1-5-1 0,-2 0 5 16,4-7-3-16,0 0-2 16,0 0-6-16,34-26 1 0,-5-8-5 0,5-7 2 15,0-7-1-15,4-4-6 0,-4-1-3 16,-2 5 4-16,-5 7-5 0,-7 12 0 16,-6 4-8-16,-3 12-5 0,-8 9 2 0,-3 4 17 15,0 0 10-15,-17 23 1 0,-3 3-26 16,-9 10 0-16,-2 0 0 0,1 0 0 0,1 0 0 15,4 1 0-15,0 0 0 16,7-10 0-16,2 0-191 0,3 1-113 0,3-7-128 0,5-3-138 16,-1-2-174-16,2-6-109 15,2 0 85-15,-1-3-704 0,-4-2-921 0</inkml:trace>
  <inkml:trace contextRef="#ctx0" brushRef="#br0" timeOffset="130590.2">22991 2906 1207 0,'10'-16'352'0,"-2"4"-88"0,-3 1-41 0,-1 0-21 0,0-1 0 15,-2 2-2-15,-2-2 4 0,-2 2-20 0,-4-1 0 16,1 3 12-16,-8 4 8 0,-5 4 10 15,-7 4 11-15,-11 4 2 0,0 8-1 16,-6 6-18-16,2 4-2 0,4 3-6 16,5 4-15-16,5 3-14 0,6-5-10 0,7 1-5 15,4 2-8-15,3 1-17 0,4-6-12 16,4-2-12-16,4 6-8 0,1-3-51 0,3-5-76 16,4 0-87-16,-3-6-106 0,10 2-134 15,-4-8-150-15,9 1-211 0,7-3-10 16,1-4 81-16,-4-6-424 0,-1-2-540 0</inkml:trace>
  <inkml:trace contextRef="#ctx0" brushRef="#br0" timeOffset="131258.1">23425 2959 3181 0,'1'-11'140'0,"1"6"22"16,2-3 3-16,-4 8-21 0,0 0 3 15,0 0 54-15,0 0 33 0,0 0 23 0,0 0 4 16,0 29-8-16,-4-12-25 0,2 8-19 15,1-1-19-15,-3-1-20 0,-4 11-10 0,-2-4-12 16,-3-3-9-16,1 0-14 0,1-6-9 16,-1-5-5-16,-1-1-9 0,0-3-9 0,-4-1-10 15,4-3-3-15,-5-4-9 0,4-3-9 16,2-2-4-16,12 1-15 0,-25-12-29 16,14-4-38-16,3-2-29 0,8-6-14 15,6-11-6-15,5-1 7 0,8-9-4 0,6 4 6 16,4 5 6-16,-7 11 4 0,5 1 5 15,-4 9 9-15,-4 5 13 0,-2 6 18 16,-1 4 19-16,-4 4 12 0,2 2 0 0,1 6 2 16,-2 3 1-16,5 8 0 0,-7-1-5 15,1 3 11-15,-1 4-12 0,-2 0-2 0,3-1 5 16,-5-6-5-16,3-7-1 0,-4 0-15 16,2-4-22-16,-1 1-22 0,2-3-31 0,3-1-30 15,3-4-23-15,-1 0-18 16,2-4-11-16,4-2-7 0,1-6 4 0,8-4 9 15,-1-5 13-15,0-3 14 0,7-9 12 16,-1 0 8-16,-1-4 9 0,-10 6 9 0,-3 1 33 16,0 0 26-16,-9 5 18 0,-4 7 23 15,0 2 15-15,-6 1 13 0,-2 2 13 0,-3 1 18 16,-6 2 5-16,-1 6 15 0,-3-2 10 16,1 2-1-16,0 2 3 0,-3 3 4 15,1 1 8-15,1 0-9 0,7 6 7 0,0-2 13 16,0 3 10-16,5-1 12 0,2 1 14 15,2 5 2-15,7 3 2 0,-4 1-7 0,4 7 1 16,3 2-11-16,-4-7-11 0,-5 0-13 16,-1 1 7-16,2-2-11 0,-6 0-98 0,-2 1-26 15,-7 7 0-15,-3-6 0 16,-5-1 0-16,-1 0 0 0,-3-7 0 0,-4 1 0 16,4-7 0-16,1-4 0 0,-3-2 0 15,0 1 0-15,0-5 0 0,2-2 0 0,2-1 0 16,-2-5 0-16,4-2 0 0,-1-10 0 15,7 0 0-15,10-4-303 0,3-3-364 0,5-8-157 16,9-2-90-16,9-4 95 0,10 8-767 16,6 4-1028-16</inkml:trace>
  <inkml:trace contextRef="#ctx0" brushRef="#br0" timeOffset="131606.57">24162 3042 4314 0,'0'0'-40'0,"0"0"20"0,0 0 21 15,0 0 40-15,0 0 49 0,0 0 31 0,0 0 12 0,5 3 13 0,-5-3 19 0,0 0 13 16,8 8 21-16,-2-4-5 0,-6-4 0 16,15 5-13-16,-6-3-21 0,5 0-10 15,-14-2-18-15,27 0-14 0,-12-2-14 16,0-2-8-16,-2-1-4 0,3-2-7 0,-1-1-14 16,-3-4-9-16,-5 0-3 15,1-2-12-15,-5 0-8 0,-1 3-3 0,-6 0 1 16,-7 1-6-16,-4 0-10 0,-10 5 8 15,-13-1-7-15,-6 6 6 0,0 6-2 0,-10 3 9 0,7 9 26 16,6 2 14-16,7 1 9 16,11 0 3-16,3 4 9 0,5 7 10 0,9-6-5 15,4-3-9-15,4 0-8 0,8 9-56 16,3-6-28-16,5 1 0 0,4-1 0 0,8-4 0 16,11 0 0-16,-7-6 0 0,0-3 0 15,2-1-71-15,2-3-254 0,1-1-109 16,-9-2-142-16,-1-4-184 0,0-4-107 0,-4 0 88 15,16-3-710-15,6 1-937 0</inkml:trace>
  <inkml:trace contextRef="#ctx0" brushRef="#br0" timeOffset="131789.96">25395 3191 4444 0,'-8'-14'120'0,"0"6"62"0,7-2 58 16,-3 6 48-16,0-4 4 0,4 8-24 15,0 0-29-15,9-8-23 0,-9 8-24 0,27 3-19 16,0 2-63-16,9 4-87 0,4 2-107 16,8 4-109-16,-8-5-122 0,2-2-119 0,-4 2-143 15,0-3-193-15,-8-1 50 0,-7-6-536 16,-3 0-718-16</inkml:trace>
  <inkml:trace contextRef="#ctx0" brushRef="#br0" timeOffset="132022.81">25722 3007 3699 0,'-9'-10'74'0,"2"2"52"16,1 4 14-16,0 0 21 0,6 4 38 0,0 0 73 16,0 0 38-16,-12 16 17 0,12-4-3 15,0 9-10-15,2 6-23 0,2 11-28 16,-4 1-27-16,-2 2-21 0,-2-3-19 0,-1 1-20 16,-7-3-20-16,-1-1-11 0,-5-3-12 15,-2-3-10-15,-3-4-14 0,-6-4-10 16,1 0-12-16,-1-5-71 0,-3-4-16 15,1-3 0-15,3-1-95 0,4-4-126 0,4-4-117 16,4 0-153-16,5 0-220 0,4-4-188 16,1-1 90-16,2-2-765 0,4 7-1015 0</inkml:trace>
  <inkml:trace contextRef="#ctx0" brushRef="#br0" timeOffset="133506.73">27029 3159 3971 0,'0'0'-217'0,"0"-10"46"0,0 3 44 0,0 7 43 16,-1-12 48-16,2 4 45 0,-1 8 31 0,0-9 38 15,0 9 22-15,5-12 13 0,-3 7 23 16,-2 5 17-16,5-9 16 0,-5 9 20 15,4-9 9-15,-4 9 11 0,6-7 8 0,-6 7-9 16,3-7-14-16,-3 7-21 0,0 0-25 16,0 0-13-16,0 0 39 0,0 0 0 15,-14 31-13-15,-4-1-3 0,-7 10-24 0,-4 3-2 16,5-1 3-16,-1 3-17 0,2-2-6 16,6-1-10-16,6-9-1 0,2 2-9 0,3-4 3 15,1-5 1-15,3-4 5 16,2-3 13-16,2-2 16 0,3-3 12 0,2-2-27 15,4 3-115-15,9-3 0 0,-2-4 0 16,17 1 0-16,1-1 0 0,2-6 0 0,-4 0 0 16,6 0 0-16,1 0 0 0,-7-2 0 15,-7 0 0-15,-2-2 0 0,-5 0 0 0,-2 2 0 16,-4 0 0-16,-2 0 0 0,-12 0 0 16,21 0 0-16,-21 0 0 0,16-2 0 15,-16 2 0-15,11 0 0 0,-11 0 0 16,0 0 0-16,13-2 0 0,-13 2 0 0,0 0 0 15,6-6 0-15,-6 6 0 0,0-5-452 16,0 5-173-16,4-12-171 0,-1 6-104 16,1-4 93-16,3 1-761 0,-2 1-1011 0</inkml:trace>
  <inkml:trace contextRef="#ctx0" brushRef="#br0" timeOffset="133859.34">28157 3241 4550 0,'1'-12'-19'0,"-1"2"27"0,0 3 35 0,0 7 36 0,-1-12 22 0,1 12 28 15,-13-2 28-15,13 2 24 0,-39 15 18 16,5 3 14-16,-11 7 9 0,2 4-14 15,-3 0-12-15,4 2-5 0,2 2-14 0,3 2-17 16,5-6-15-16,0 4-13 0,7-6-13 16,3-2-14-16,0 1-9 0,3-4-6 0,0-2-19 15,7-2-34-15,1-5-38 0,4-4-55 16,1-1-53-16,0-2-38 0,0 0-35 16,6-6-73-16,-3 2-77 0,3-2-57 15,0 0-37-15,0 0-30 0,5-24-37 0,4 5-30 16,0-13-25-16,6-2-29 0,-2-14-476 15,4-1-526-15</inkml:trace>
  <inkml:trace contextRef="#ctx0" brushRef="#br0" timeOffset="134089.03">27735 3244 2868 0,'2'-25'-19'0,"-2"8"55"16,-4 3 59-16,3 1 55 0,-2 3 53 15,1 1 39-15,0 2 17 0,2 7-4 0,-2-10-11 16,2 10 41-16,0 0 49 0,0 0 19 16,0 0-12-16,16 41 5 0,-3-8-20 0,8 10-26 15,6 0-29-15,2 3-26 0,-1 0-26 16,5 1-18-16,-3-4-18 0,1-1-15 15,-5-5-21-15,-5-9-12 0,-2-3-131 0,-6-7-4 16,-3-2 0-16,-3-6 0 16,1 0 0-16,-3-1 0 0,2-1 0 0,-3-4 0 15,-4-4 0-15,7 8 0 0,-7-8 0 16,7 4 0-16,-7-4 0 0,0 0 0 0,0 0 0 16,0 0 0-16,20-11 0 0,-15 6 0 15,-3 1-136-15,2-2-535 0,-4-2-219 0,0-1-32 16,-2 1 108-16,-4-4-804 0,5-1-1058 15</inkml:trace>
  <inkml:trace contextRef="#ctx0" brushRef="#br0" timeOffset="135239.28">28994 3297 4006 0,'0'0'-261'0,"0"-10"36"0,0 10 45 0,0 0 47 0,0-10 49 16,0 10 35-16,2-7 31 0,-2 7 22 16,0 0 23-16,4-11 29 0,-4 11 27 15,2-7 39-15,-2 7 25 0,2-8 26 16,-2 8 16-16,0 0 5 0,2-9 8 0,-2 9 5 16,0 0 8-16,0-8-19 0,0 8-11 15,0 0-16-15,0 0-23 0,0 0-23 0,0 0-9 16,0 0-8-16,0 0 0 0,-15 23-4 15,4 5 9-15,-3 3 2 0,3 3 7 16,-7 11-6-16,3 1-6 0,1 3-4 0,5-12-2 16,2 1-9-16,-3-4 2 0,0-3-12 15,5-7-6-15,-1-4 7 0,3-3-1 0,-4-5-5 16,4-1 3-16,-1 1 1 16,2-4-2-16,-4-1-1 0,3-2-7 0,3-5-8 15,-12 3-4-15,12-3-3 0,0 0-11 0,-26-12-5 16,16 1 0-16,0-5-3 0,3-3-9 15,3-6-6-15,3-13-9 0,2-3-4 16,10-14-7-16,4-2-9 0,8-1 2 16,4 1 2-16,4 6-5 0,-1 5-1 0,1 7 0 15,-5 4-1-15,-1 12 0 0,0 6-5 16,1 0 2-16,-5 9 0 0,3 4 2 0,-5 4-3 16,1 3 3-16,1 5 0 0,8 7 2 15,-2 5 1-15,-7 0 6 0,0 3-3 16,-9-2 3-16,-1-3 2 0,-6-1 13 0,-3 0-4 15,-1 2 6-15,-7 0 5 0,-5-1-3 16,-5 6 1-16,-6-1-1 0,2-5 1 16,3-4 4-16,0-2 3 0,5-4 9 15,-3 0-16-15,5-4-19 0,4 2 0 0,-3-3 0 16,2 2 0-16,8-5 0 0,-11 7 0 16,11-7 0-16,-10 5 0 0,10-5 0 0,-7 7 0 15,3 1 0-15,0 0 0 0,3 3 0 16,1 4 0-16,0 2 0 0,0 2 0 0,1 3 0 15,5 0 0-15,-1 2 0 0,1-2 0 16,0-3 0-16,0 0 0 0,-2-1 0 16,-1-7 0-16,1 1 0 0,-2-2 0 0,2 0 0 15,-4-4 0-15,1 1 0 16,-1-7 0-16,7 10 0 0,-5-4 0 0,-2-6 0 16,3 6 0-16,-3-6 0 0,0 0 0 15,0 0 0-15,0 0-157 0,0 0-403 0,21-10-154 16,-18 5-211-16,-2-1 74 0,-1 0 99 15,0 6-687-15,2-12-890 0</inkml:trace>
  <inkml:trace contextRef="#ctx0" brushRef="#br0" timeOffset="135656.22">29595 3453 4344 0,'-4'-7'113'0,"2"3"-2"0,2 4-5 0,0 0 45 0,0 0 63 0,0 0 55 15,-12 20 1-15,9-9-4 0,-3 4-6 16,2 7-8-16,-1-2-8 0,-1 4-7 0,5-1-8 16,1-3-10-16,0 3-9 15,3 0-5-15,3-2-2 0,3-1 2 0,12 5-122 16,8-4-83-16,18 3 0 0,12-7 0 15,12 1 0-15,9-7 0 0,6-1 0 0,5-8 0 16,24-2 0-16,1 0 0 0,4-4 0 16,-3 1 0-16,2-2 0 0,-8 3 0 0,-27 2 0 15,-14-4 0-15,-18 4 0 0,-11-2 0 16,-8 2 0-16,-9 0 0 0,-2-1 0 0,-8 1 0 16,0 0 0-16,-3 0 0 0,0 0 0 15,-11 0 0-15,20 0 0 0,-13 0 0 0,-7 0 0 16,18 3 0-16,-13-3 0 0,-5 0 0 15,11 6 0-15,-11-6 0 0,11 2 0 0,-11-2 0 16,7 4 0-16,-7-4 0 0,2 6 0 16,-2-6 0-16,0 0 0 0,-13 6-480 15,1-6-564-15,-5 0 120 0,-4 2-1029 0,-9-2-1373 16</inkml:trace>
  <inkml:trace contextRef="#ctx0" brushRef="#br0" timeOffset="143070.79">25458 1056 1469 0,'2'-9'325'0,"-2"-1"-45"0,0 0-17 0,0 3-20 15,2-1 8-15,0-1 10 0,-1 0 1 0,3 0-7 16,-2 3 10-16,-2 6-1 0,4-12-6 15,-3 5-16-15,-1 7-16 16,2-8-25-16,-2 8-10 0,2-7-23 0,-2 7-18 16,0 0-7-16,0 0 22 0,0 0 27 15,0 0 2-15,-11 31 4 0,2-13-1 0,-9 15 7 16,0 11-9-16,-7 2-7 0,2 2-20 16,0 1-4-16,1-1-13 0,6-2-8 15,-2-1-4-15,7-8-5 0,-2-3-92 0,5 1-42 16,0-2 0-16,5-7 0 15,-3-6 0-15,4-3 0 0,1-2 0 0,-1-1 0 0,-1-4 0 16,1 1 0-16,2-4 0 16,0-7 0-16,0 13 0 0,0-13 0 0,5 7 0 15,-5-7 0-15,0 0 0 0,0 0 0 16,0 0 0-16,0 0 0 0,0 0-454 16,0 0-220-16,0 0-248 0,0 0 18 0,0 0 101 15,-22 7-705-15,-12 12-954 0</inkml:trace>
  <inkml:trace contextRef="#ctx0" brushRef="#br0" timeOffset="143770.28">24886 2987 4384 0,'4'-14'15'0,"1"-1"32"0,3 3 43 0,2 1 37 0,5-3 39 0,0 3 40 0,4 1 10 16,-2-2-4-16,0 6-1 0,2 0-4 0,3 5-1 15,-6 2-3-15,4 3-3 16,-3 4-5-16,0 6 1 0,-6 1 8 0,-5 3 0 16,0 5 5-16,-8-1 1 0,-8 10 1 15,-3 3-1-15,-8 2-148 0,-6 1-62 0,1-1 0 16,5-11 0-16,1-1 0 0,6-6 0 15,2-4 0-15,4-1 0 0,5-4 0 16,1-1 0-16,2-1 0 0,5-1 0 0,11 0 0 16,4 0 0-16,5-1 0 0,13-2 0 15,3-3 0-15,0 3 0 0,-1-1 0 16,3-1 0-16,-13-2 0 0,-3 2 0 16,-5-2 0-16,-3 2 0 0,3-2 0 0,-8 0 0 15,0 0 0-15,-14 0 0 0,22 0 0 16,-11-2 0-16,-11 2 0 0,14 0 0 0,-14 0 0 15,12 0 0-15,-12 0 0 0,0 0 0 16,0 0 0-16,0 0 0 0,0 0 0 0,0 0 0 16,0 0-814-16,0 0-187 0,0 0 108 15,-38 7-972-15,21 0-1289 0</inkml:trace>
  <inkml:trace contextRef="#ctx0" brushRef="#br0" timeOffset="144421.94">23219 4646 5306 0,'-2'-15'-146'0,"-6"3"31"0,0 4 33 0,-1 2 34 0,-4 1 57 0,-7 6 43 0,-5 5 39 0,-11 8 26 16,-10 10 9-16,3 5 23 0,3 5 9 16,3 1 16-16,7 4-16 0,2 0 14 0,7 1-1 15,9-5 3-15,6-3 0 0,4-3-12 16,6-3 1-16,4 6-15 0,3-3-11 15,9-1-16-15,-4-3-8 0,9-2-17 16,0-2-40-16,4-7-74 0,-7-4-75 0,7 2-93 16,-2-7-102-16,-3-3-127 0,0-2-129 15,1-2-138-15,0-3-104 0,7-5 69 0,-6-4-612 16,0-3-785-16</inkml:trace>
  <inkml:trace contextRef="#ctx0" brushRef="#br0" timeOffset="145055.84">23498 4795 3471 0,'6'-8'50'0,"-2"1"68"16,-2 4 19-16,-2 3 3 0,0 0 14 16,0 0 51-16,0 0 49 0,0 0 37 0,15 15-17 15,-9-2 0-15,-3 0-13 0,1 5-15 16,1 1-13-16,-3-2-3 0,-4 3-15 0,-3 1-13 16,-4 8-18-16,-2 2-17 0,-9-6-17 15,-1 4-14-15,-1-5-13 0,-3-1-11 0,-2-2-15 16,4-5-18-16,7-3-10 0,0-7-17 15,3-2-21-15,1-6-29 0,12 2-20 16,-17-21-18-16,12 2-5 0,5-7 5 0,3-15 0 16,10-9 1-16,5 5-3 0,0 3 4 15,-4 13 14-15,3 4 4 0,-3 7 9 0,-3 5 12 16,3 6 19-16,-1 6 30 0,2 1 16 16,4 4 13-16,0 4 3 0,12 10 1 15,-4-2-2-15,1 10-28 0,-2-5-57 16,3 4 0-16,-4-1 0 0,0-1 0 0,-2 1 0 15,-2-3 0-15,-4-8 0 16,-4 1 0-16,-2-4 0 0,1-1 0 0,-2-2 0 0,-1-2 0 16,-2-2 0-16,5-3 0 0,-12 0 0 15,21-3-72-15,-11-4-107 0,1-1-9 0,-4-3 3 16,5-4 20-16,-2-2 7 0,-1-11 12 16,0-3 14-16,1 2 15 0,-1 8 16 0,-3 1 27 15,-2 5 22-15,0 3 7 16,-2 1 4-16,2 5 1 0,-4-1 4 0,0 7 12 15,0-5 21-15,0 5 15 0,0 0 7 16,0 0 21-16,-14 21 9 0,8-7 8 16,5 2 11-16,1 3 12 0,0 0 13 0,1 3 10 15,-1 4 7-15,6 0 0 0,-1 4 5 16,6 1 6-16,-2 0 8 0,-2 1 14 0,0-7 9 16,-2-3 3-16,-3-3-5 0,2-2-98 15,0 1-52-15,-4-5 0 0,0 1 0 0,-2-1 0 16,0-1 0-16,-2-1 0 0,1-1 0 15,-8 0 0-15,0-1 0 0,-2-2 0 0,-2-1 0 16,0-2 0-16,-5-1 0 16,-1-1 0-16,1-2 0 0,-1-5 0 0,-4-2 0 15,3-1 0-15,-4-8 0 0,7 3-438 16,0-8-257-16,9 0-156 0,5 3-27 0,5 1 103 16,2-2-774-16,1-3-992 0</inkml:trace>
  <inkml:trace contextRef="#ctx0" brushRef="#br0" timeOffset="145470.28">24325 4909 4444 0,'4'4'111'0,"-4"-4"30"0,0 0 25 0,0 0 35 0,0 0 48 0,0 0 30 0,0 0 12 16,0 0-2-16,0 0-13 0,0 0-13 0,0 0-18 15,0 0-13-15,0 0-11 0,7 4-11 16,-7-4-13-16,0 0-24 0,23-4-14 0,-7-2-115 15,2 3-44-15,-3-2 0 0,6-4 0 16,-5 1 0-16,2-3 0 0,-1 1 0 0,-4-4 0 16,0-1 0-16,-2-1 0 15,-6 3 0-15,-1 1 0 0,-6-1 0 0,-2 3 0 16,-3 3 0-16,-7 2 0 0,-7 5 0 16,-15 4 0-16,-4 6 0 0,-12 5 0 15,0 7 0-15,5 3 0 0,1 6 0 0,6 2 0 16,4 4 0-16,10 1 0 0,4 1 0 15,9-7 0-15,4 0 0 0,6-3 0 0,3-6 0 16,7 0 0-16,6 6 0 0,4-5 0 16,2-1 0-16,4-5 0 0,2-2 0 0,-4-4 0 15,0-5 0-15,2-2 0 0,0-2 0 16,-5-3 0-16,2 0 0 0,-1-3 0 0,-1-1 0 16,4-1 0-16,-1-2-524 0,-6-1-147 15,0-3-183-15,0 3-10 0,-1-1 99 0,-3 3-770 16,-2-3-979-16</inkml:trace>
  <inkml:trace contextRef="#ctx0" brushRef="#br0" timeOffset="145970.04">25094 4756 4647 0,'-7'-10'163'0,"4"1"35"0,1 1 21 0,2 1 11 0,4 0-22 15,-3 2-5-15,10-2-10 0,-2 4-19 0,5-1-15 16,-1 4-19-16,4 0-3 16,4 4-24-16,-4 1-15 0,3 2-8 0,0 1-8 15,-3 1-6-15,0 3-11 0,-7 0-4 16,-1 1-8-16,-1-1-3 0,-6 1-6 0,-4 5-1 15,-7 1-1-15,-9 8-8 0,-9 6-3 16,0-8-1-16,-7 8 3 0,2-4 3 0,10-4 0 16,1-5 8-16,5-4 18 15,5-3 13-15,1-1 29 0,7 1 28 0,0-4-46 0,3 3-86 16,6-3 0-16,2 3 0 16,5 0 0-16,3 1 0 0,7 3 0 0,2 2 0 15,0-3 0-15,0 1 0 0,-3-3 0 16,-8-3 0-16,-2 1 0 0,-1 1 0 0,-1-4 0 15,-7 3 0-15,4-1 0 0,-7-2 0 16,0 3 0-16,-7-1 0 0,-2 2 0 0,-6 0 0 16,0 0 0-16,-12 2 0 0,5-4 0 15,-9 0 0-15,1 1 0 0,5-5 0 0,0-2 0 16,4-2 0-16,2-2 0 0,2-2 0 16,-1-4 0-16,3 0 0 0,6-5 0 0,3-1 0 15,2-5-140-15,6 0-895 0,6-2 83 16,7-6 113-16,4 3-938 0,8-1-1207 15</inkml:trace>
  <inkml:trace contextRef="#ctx0" brushRef="#br0" timeOffset="146153">25555 5142 5431 0,'0'0'258'0,"0"0"27"0,0 0 32 0,0 0 18 0,0 0-6 15,0 0-29-15,9 0-28 0,0 3-28 0,11-1-18 16,3 1-50-16,4 1-158 0,11-1-18 15,-4-3-1-15,5 6-224 0,4-6-135 0,-1-2-144 16,-5-4-158-16,0 0-205 16,1-1 55-16,-5-1 98 0,-7-1-662 0,-4 2-830 0</inkml:trace>
  <inkml:trace contextRef="#ctx0" brushRef="#br0" timeOffset="146370.22">26018 4983 4199 0,'0'0'207'0,"-13"-4"28"0,13 4 37 0,0 0-2 15,0 0 39-15,0 0 40 0,-10 10 7 16,10-10-19-16,8 19-29 0,-2-5-29 0,-1 8-21 16,1 0-21-16,-3 4-27 0,-3 0-20 15,0 1-21-15,-3 10-163 0,-7-3-6 0,-2-2 0 16,-4 1 0-16,-4-2 0 0,-8 3 0 16,-5-2 0-16,-1-7 0 0,4-4 0 0,-3-4 0 15,1-3 0-15,-2-2 0 0,7-4-24 16,6-4-429-16,2-1-136 0,2-3-159 15,2-5-123-15,5 1 81 0,1-2-814 16,5-4-1044-16</inkml:trace>
  <inkml:trace contextRef="#ctx0" brushRef="#br0" timeOffset="146938.44">27056 4892 4243 0,'2'-12'72'0,"0"-1"63"0,1 7 36 0,-3 0 17 0,0 6 4 0,0-10-4 0,0 10 19 16,0 0 73-16,0 0 28 0,-7 22-3 15,3 1-2-15,-1 12 5 0,-8 17 12 16,1 3 7-16,-5 2-16 0,4-1-7 0,-4 3-275 15,-2-4-29-15,3-1 0 0,3-1 0 16,5-12 0-16,-2-4 0 0,5-2 0 16,3-6 0-16,0-6 0 0,4-4 0 0,0 0 0 15,6 0 0-15,3-4 0 0,10 2 0 16,2-5 0-16,7 1 0 0,2-4 0 0,5 0 0 16,-2 0 0-16,-9-3 0 15,-4-2 0-15,3-1 0 0,-5 1 0 0,-5-1 0 16,-1 0 0-16,-3-3 0 0,1 2 0 15,-12-2 0-15,18 2 0 0,-11 0 0 0,-7-2 0 16,12 2 0-16,-12-2 0 0,0 0 0 16,17-6 0-16,-13 4 0 0,0-2 0 0,2-2 0 15,-2 1 0-15,-1-1-282 0,-1-2-640 16,4-2-24-16,-6 3 103 0,2-3-925 0,-2 0-1198 16</inkml:trace>
  <inkml:trace contextRef="#ctx0" brushRef="#br0" timeOffset="147507.69">27707 5254 4550 0,'-6'-6'-102'0,"-2"-2"58"0,4 1 47 0,0-1 51 0,4 8 45 0,-5-8 40 0,5 8 22 0,-4-6 14 16,4 6-3-16,0 0-13 0,-5-7-11 16,5 7-13-16,0 0 19 0,0 0 47 15,0 0 22-15,-11 21 5 0,6-6 6 0,-3 4 1 16,3 3 2-16,-3 9 6 0,-2 0-2 15,3 0 0-15,1-6-8 0,6-3-161 0,-1-1-72 16,1-4 0-16,0 3 0 0,0-7 0 16,3 3 0-16,3-3 0 0,7-1 0 15,14 2 0-15,10-7 0 0,23-1 0 0,14-6 0 16,10-6 0-16,30-8 0 0,2-5 0 16,8-6 0-16,0-4 0 0,-4 0 0 0,2 0 0 15,-5 0 0-15,-8 0 0 16,-16 5 0-16,-27 7 0 0,-6 0 0 0,-11 3 0 0,-13 2 0 15,-11 4 0-15,-4 3 0 16,-6-1 0-16,0 1 0 0,-3 2 0 0,-3 1 0 16,-9 2 0-16,15-5 0 0,-6 3 0 15,-9 2 0-15,11-3 0 0,-11 3 0 0,0 0 0 16,14-3 0-16,-14 3 0 0,0 0 0 16,0 0 0-16,0 0 0 0,20 4 0 0,-20-4 0 15,0 0 0-15,0 0 0 16,10 4 0-16,-10-4 0 0,4 4 0 0,-4-4 0 0,0 0 0 15,0 0 0-15,0 0 0 16,-22 6 0-16,7-6-487 0,-4 3-528 0,0-1 104 16,-8 2-1054-16,-9 1-1384 0</inkml:trace>
  <inkml:trace contextRef="#ctx0" brushRef="#br0" timeOffset="148706.31">30248 5356 4956 0,'3'-7'-253'0,"-1"-1"41"0,0 1 29 0,-2 0 30 0,0 7 35 16,1-12 34-16,-1 12 33 0,0-12 32 15,0 5 37-15,0 7 28 0,0-12 28 16,0 12 24-16,2-10 23 0,-2 10 18 16,2-8 10-16,-2 8 23 0,2-9-3 0,-2 9-6 0,2-5-17 15,-2 5-14-15,0 0-1 16,0 0 40-16,0 0 45 0,-4 37 13 0,-1-2-8 15,-4 4 0-15,2 12-10 16,-1 2-13-16,-3-3-6 0,5-7-11 0,-3-5-9 0,1-2-14 16,1-2-13-16,-1-3-12 0,0-6-10 15,5-7-7-15,-1-5-53 0,0-1-63 16,-1 0 0-16,4-5 0 0,-1 1 0 16,0-3 0-16,2-5 0 0,0 0 0 15,0 0 0-15,0 0 0 0,0 0 0 0,0 0 0 16,-11-24 0-16,11 2 0 0,4-3 0 15,1-14 0-15,9-13 0 0,-1-4 0 0,10-6 0 16,2-2 0-16,11-11 0 0,0 2 0 16,-9 20 0-16,1 10 0 0,-3 9 0 0,-6 6 0 15,-2 5 0-15,-4 9 0 0,1 5 0 16,-1 3 0-16,1 6 0 0,-14 0 0 0,30 14 0 16,-17 1 0-16,7 9 0 0,-4 4 0 15,-4 0 0-15,0 1 0 0,-5-4 0 16,-5-1 0-16,-4 2 0 0,-5 10 0 15,-13 5 0-15,-6 2 0 0,-9-6 0 0,-5-2 0 16,3-6 0-16,4-8 0 0,6-6 0 16,6-3 0-16,6-5 0 0,2-5 0 15,5-2 0-15,8 0 0 0,0 0 0 0,0 0 0 16,-5-14 0-16,5 14 0 0,0 0 0 16,16-12 0-16,-7 10 0 0,-9 2 0 0,18 0 0 15,-18 0 0-15,25 14 0 0,-7-4 0 16,2 9 0-16,-1 0 0 0,3 8 0 15,-2-2 0-15,3 2 0 0,0 0 0 0,4 4 0 16,1 2 0-16,-3-7 0 0,-4-2 0 0,2-4 0 16,-6-3 0-16,-4-3 0 15,2-2 0-15,-3-3 0 0,-1 1 0 0,-1-3 0 16,0-1 0-16,1-2 0 0,-1 0 0 16,-1-4 0-16,-2 1 0 0,-7-1 0 0,22-5 0 15,-13 0-911-15,0-2-72 0,5 0 113 16,1-3-976-16,8-6-1271 0</inkml:trace>
  <inkml:trace contextRef="#ctx0" brushRef="#br0" timeOffset="148987.1">31809 5438 5449 0,'0'-10'81'0,"0"2"33"0,-3 1 37 0,3 7 59 0,-9-4 65 0,9 4 49 0,-24 9 23 15,-1 5-2-15,-3 7 2 0,-14 10-32 0,0 2-82 0,-4 7-233 16,0-4 0-16,1 3 0 16,-1-3 0-16,2 3 0 0,4-5 0 0,4-2 0 15,2-3 0-15,7-6 0 0,0-1 0 16,2-5 0-16,8-3 0 0,2-4 0 0,2-2 0 16,0-2 0-16,4-3 0 0,0-3-297 15,9 0-226-15,-16-9-39 0,11-1-42 16,-1-7-35-16,6-5-38 0,0-19-51 15,10-12-687-15,4-9-867 0</inkml:trace>
  <inkml:trace contextRef="#ctx0" brushRef="#br0" timeOffset="149203.2">31257 5389 3749 0,'9'-23'-24'16,"-5"8"77"-16,0 3 64 0,-3 2 65 15,1 3 53-15,2 3 45 0,-4 4 79 0,0 0 50 16,0 0 26-16,14 21 24 0,-5-2 1 16,7 14-14-16,9 14-21 0,2-1-21 0,9 5-202 15,-2-2-202-15,2 3 0 0,-4-4 0 16,0-2 0-16,-3-1 0 0,-2 0 0 0,-4-6 0 15,-6-10 0-15,-4-3 0 16,0-8 0-16,-5-4 0 0,0 0 0 0,-2-4 0 0,-1-2 0 16,-1 3 0-16,0-5 0 15,-1 0 0-15,-3-6 0 0,4 8 0 0,-4-8 0 16,5 2 0-16,-5-2 0 0,0 0 0 16,0 0 0-16,0 0 0 0,0 0 0 0,-24-16-1034 15,12 10 69-15,1 3 102 0,-2-1-949 16,1 0-1241-16</inkml:trace>
  <inkml:trace contextRef="#ctx0" brushRef="#br0" timeOffset="157635.25">12083 10653 558 0,'4'5'292'0,"-4"-5"-58"0,7 3-39 0,-7-3-7 0,5 6-11 0,-5-6-13 0,0 0-9 16,0 0 1-16,0 0 31 0,0 0 13 15,0 0 13-15,17-4-11 0,-17 4-4 0,0 0-6 16,0 0-11-16,0 0-11 16,0 0-16-16,0 0-14 0,3-8-11 0,-3 8-17 15,0 0-10-15,0 0-8 0,0 0-14 16,0 0-5-16,-11-11-8 0,11 11-7 16,-9-5-3-16,9 5-7 0,-12-5-5 0,7 1-8 15,-3 0 1-15,1 2-5 0,-2-3-2 16,-2 0-3-16,-3 1-3 0,3-1-1 0,-1-1-4 15,-6 1 0-15,3-1 0 16,-1-2 0-16,-1 4 10 0,-2-4-1 0,-2 0 0 0,6 1-3 16,-4 1-1-16,1-2-1 0,4 0-2 15,-2 3-3-15,1-2-2 0,2 2 0 16,1 1-2-16,1-1-3 0,1 2-2 16,1-1 3-16,-2 3-4 0,0-3 1 0,0 3-2 15,0-1 0-15,-1 1-3 0,1-1-1 16,-3 2 0-16,1-2 0 0,1 2 0 0,-2 0-2 15,14 0 1-15,-25 0-2 0,12 2 4 16,-1-2-4-16,-1 2 1 0,2-1 0 0,-3 1-1 16,4-1-2-16,-6 1 5 0,0 1-1 15,6-1-1-15,-6 0 0 0,1 0 0 0,3 1 0 16,2 0-2-16,-1-1 0 0,1 0-1 16,1 0 2-16,-2 0 1 0,2 2 0 15,0-4-5-15,1 4 1 0,-1-3 4 16,2 3 0-16,-1 0-2 0,-1 0 6 15,1-1 17-15,-2 0 1 0,1 1-1 0,0-2 1 16,-1 2 2-16,1-1-5 0,2 3-1 16,-1-2-3-16,-1 0 0 0,-1 2-3 0,-3-2-1 15,1 2-1-15,3-3 1 0,2 3 0 16,-7 0-5-16,3 0 0 0,-3-1 1 0,3 2-2 16,-4-2 0-16,2 1-2 0,-3 1 1 15,4 2-3-15,-6-2 1 0,6 1-1 0,-4-2 1 16,3 4 0-16,-1-5-4 0,4 3 4 15,-2-1-2-15,1 0 0 0,-1 0-2 16,5 1 4-16,-2-2-2 0,-1 0 0 16,2 1-2-16,1-1 3 0,-1 0-2 0,3 0 0 15,-3 0 3-15,3 1 2 0,-1 2-1 16,0-2 0-16,-1 2 2 0,1-1 1 0,-2 2 0 16,1 0 1-16,-1 1-1 0,3 1 2 15,-3-2-2-15,-1 1-1 0,1 1 0 0,1 0 1 16,2-1-2-16,-4 1 2 0,2-1-4 15,0 1-1-15,0-2 4 0,0 2-3 16,2 0 4-16,1 2-6 0,-4-1 5 0,6-1-2 16,-5 2-4-16,4 0 2 0,-1-1 3 15,0 3 1-15,0-1-1 0,2 0 0 16,-1 1 0-16,1 2 0 0,2-3 0 16,2 2 2-16,-1-1-1 0,-1 1-1 0,2-3 2 15,0 3 2-15,0-2-6 0,2 0-1 16,-1 2 2-16,-1-3-1 0,2 0 1 0,0 1 1 15,0 2-1-15,2-2 3 0,-1-1-2 16,-1 3 3-16,4 1 0 0,-2-3 5 0,0 3-4 16,2 1 1-16,-1-1 1 15,1 1-1-15,-1-3 0 0,2 1-1 0,-2-2-4 0,3 2 4 16,-3-1-1-16,1-3-3 0,0 3-1 16,2-5 3-16,-5 3-1 0,3-2 1 0,-1-1-5 15,4-1 3-15,-6 1-1 16,3-2 3-16,-1 2 3 0,1-1 17 0,-1-2 2 15,4 3-2-15,-4 1-5 0,3-1 1 16,-1-2-4-16,1 2 3 0,2-1-6 0,-3 1 0 16,0 2-4-16,4-2 4 0,-4 0-3 15,0 0-1-15,4-1-3 0,-4 0 1 16,2 1-3-16,0-1 3 0,3 0-2 0,0-1 2 16,0 1-2-16,-5-1 0 0,2-3-1 15,0 4 3-15,2-2-4 0,-4 0 1 0,2-1 0 16,1 1 4-16,0 2-2 0,-1-2 1 15,3 1 23-15,3-1 4 0,-1-2-5 16,0 2 3-16,4 2-1 0,-2-2-8 16,8 1 2-16,-1-2-3 0,0 0-2 0,7 2 1 15,-6-1-9-15,1-1 3 0,-2-2 0 16,0 2-1-16,-2 0-3 0,0-2 0 0,-3-2-1 16,-2 2 0-16,4-1-2 0,-4-1 4 15,4 1-7-15,3-1 2 0,-7 0 17 0,4 1 9 16,-1-2 9-16,0 0 4 0,0 1 3 15,2-1 4-15,0-2 2 0,0 0-2 0,-2-2-1 16,5-1-4-16,-1 3 0 0,2-1-9 16,2 0 0-16,-7-1-10 0,5-2-1 0,-2 3 3 15,-1-1-8-15,-4 1 0 16,2-1-1-16,-1 0 0 0,-6 0-5 0,4 1-2 16,0-1 1-16,-1 0 11 0,-1 0-6 15,2 2-25-15,-6-1 0 0,1-2 0 0,-1 1 0 16,2-2 0-16,3 2 0 0,-3-1 0 15,3 0 0-15,-4-1 0 0,2-1 0 16,-1 2 0-16,3-2 0 0,1-1 0 0,-2 0 0 16,-2 1 0-16,3-2 0 0,-1 0 0 15,0 1 0-15,-2-1 0 0,0 2 0 0,3-1 0 16,-5-1 0-16,5-1 0 0,-1 0 0 16,-2 3 0-16,0-3 0 0,-1 0 0 0,5-4 0 15,-1 1 0-15,0 0 0 16,0-1 0-16,1 2 0 0,0-2 0 0,-2 2 0 15,3-1 0-15,-4-2 0 0,2 1 0 16,-1 2 0-16,-1-2 0 0,-3 1 0 0,3-2 0 16,-1-1 0-16,-1 0 0 0,-1 1 0 15,-2-3 0-15,3 1 0 0,-1-3 0 0,-2 1 0 16,3-1 0-16,-2-1 0 0,1 1 0 16,-3 1 0-16,1-2 0 0,0 2 0 0,-3 1 0 15,0 3 0-15,-2-3 0 0,2 1 0 16,-5 1 0-16,1-1 0 0,0-2 0 15,0 2 0-15,0-2 0 0,-2 0 0 0,2-1 0 16,-4 1 0-16,0-3 0 0,2-5 0 0,-2 1 0 16,0 0 0-16,0-1 0 15,1-1 0-15,-5-10 0 0,1 2 0 0,-4 0 0 16,0 5 0-16,-2 0 0 0,-7 4 0 16,4-1 0-16,-10 2 0 0,0 2 0 0,-7 3 0 15,-3 4 0-15,-14-3 0 0,-3 6 0 16,9 4 0-16,-4 3 0 0,-2 3 0 0,1 2 0 15,-1 4 0-15,-11 3 0 0,5 8-352 16,2 0-399-16,0 2-214 0,4 4 93 0,5 1 97 16,-4 0-747-16,4 5-968 15</inkml:trace>
  <inkml:trace contextRef="#ctx0" brushRef="#br0" timeOffset="160267.65">10486 12090 4002 0,'12'-7'-170'0,"-3"4"14"0,-5 1 23 0,-4 2 6 0,0 0 21 0,0 0 39 15,-36 12 31-15,0-4 27 0,-4 5 18 16,-13 2 11-16,-1 0 12 0,-1-1 9 0,-1 0 18 16,0-2-4-16,0 1 4 0,7-1-5 15,7-3-1-15,3-1-3 0,5-2 1 16,7 0 0-16,7-4 8 0,2 0-6 0,5 0 2 15,0-2 5-15,1-2-9 0,1 2 1 16,3-4-9-16,1 2-7 0,-3-4 2 0,5 2-12 16,-2-1 6-16,6 1-3 15,1 4 0-15,-10-8 1 0,10 8-9 0,-5-5-6 0,5 5 1 16,0 0 3-16,0 0 11 16,-14 20 12-16,10-6-1 0,-1 3 4 0,-1 7 9 15,1 10 10-15,-4 0 2 0,2 2 1 16,1-2 1-16,3 0 7 0,-5-6-5 0,6-4 3 15,0-3-6-15,-4 1-2 0,4-5-3 16,0-1-6-16,1-3-3 0,-3-1-3 0,4-2-4 16,-2-1-5-16,2-1-2 0,-2 1 0 15,2-4-2-15,0-5-4 0,0 11-1 16,0-11-5-16,0 10-1 0,4-7-1 16,1 2-1-16,1-1-5 0,4 1-1 0,1-2-4 15,2 1 0-15,3-1-2 0,3 2-1 16,5-2 0-16,13 3-1 0,3-3 2 15,1 1-4-15,6-1-2 0,-2 0 2 0,5 1-2 16,3-3-3-16,-4-1 2 0,3 2-1 16,0-2-2-16,-1-2 1 0,-1 1 2 0,-2-1-4 15,-1 0 0-15,-3 1 0 0,-1 1 1 16,-5-2 1-16,-3 2-4 0,-9 0 4 0,5 0-4 16,-3 0 1-16,-1 0 0 0,4 0 0 15,8 3 0-15,4-3 0 0,2 2 2 0,3-2-3 16,4 3-1-16,1-3 7 15,8 2-6-15,4 0 2 0,4 0-1 0,-3-2 4 0,2-2-4 16,4 2-2-16,-4 0-1 16,0-2-8-16,1 4-7 0,-2-4-3 0,2 2-8 15,-1-2-2-15,-2 1-4 0,1-1 3 16,0 0-2-16,-4 1-3 0,0-1 5 0,-9 2 3 16,8-2 1-16,-11 2 3 0,1-1 5 15,13-1-1-15,-14 4 2 0,-2-2 2 16,1 0 4-16,0 0 0 0,4 1 1 0,-4 1-1 15,2 0 1-15,13-1 3 0,3 1 3 16,2 1 0-16,0 1 0 0,2-2 3 0,5 1-3 16,0 0 0-16,5 1 1 15,4 1-2-15,0-2-2 0,6 1-1 0,-5 1-1 16,21 0 3-16,-16-2 2 0,-1 1-2 16,-1 0 3-16,1-3-1 0,3 2-2 0,18 1 0 15,-22-2 1-15,2 0-1 0,-3 2 2 16,-1-2-2-16,0 1 1 0,0 3-3 0,-4-3 4 15,-1 2-4-15,-3 1 3 0,-1 0 0 16,-2-2-1-16,-3 1 0 0,-1 2 2 0,-1 0 2 16,-4-1-1-16,2 0 4 0,-6 0-4 15,-1 1 5-15,0 3-4 0,2-4 2 0,-1 3 1 16,1-1-3-16,6 2 5 16,9 3-2-16,17 4 1 0,-17-5-4 0,25 5 4 15,0 5 0-15,-1-5 0 0,-2 1-2 16,-7-2-1-16,-19-3 1 0,-7-2 0 0,-8-1 1 15,-4-2-1-15,-15-4 3 0,-4-2-1 16,-10 2 5-16,-3-3 1 0,-2-1-2 16,-2 2 6-16,0-2 6 0,-2 0 3 0,2-2 6 15,-2-1 2-15,2 3-5 0,-4-2-4 16,1 2 0-16,-4-2-4 0,0-1 2 0,-1 2-5 16,1-1-1-16,-5 0 1 0,2 2-1 15,-11 0-2-15,18-4 0 0,-18 4-3 0,13 0 1 16,-13 0-5-16,14 0 0 15,-14 0 3-15,11 0-1 0,-11 0 0 0,12 0 4 0,-12 0 5 16,13 4 6-16,-8-2 2 16,-5-2 6-16,16 3 0 0,-11-3 4 0,-5 0 9 15,0 0 8-15,15 3 7 0,-15-3 15 16,0 0 16-16,0 0 4 0,0 0 15 0,14-3 0 16,-14 3-17-16,2-9-9 0,-2 1-7 15,-2-1-3-15,0-6-7 0,0-2-10 16,-1-7-2-16,-4-10-4 0,2-4-3 0,-1-6-10 15,1-12 3-15,3 1-10 0,-4-1-2 16,2 12-3-16,0-1 1 0,-2 4-7 16,1 3-2-16,-4 5-1 0,-7 1-10 15,-4 4 8-15,-4 4-8 0,-6 6 1 0,-13-1 5 16,2 7 0-16,-13 3-1 0,-1 1-2 16,6 4-4-16,-1 4 0 0,2 2 3 0,5 1-2 15,-1 4 3-15,7-3-5 0,7 1-8 16,8 0-29-16,-2 0-33 0,5 2-43 0,4 0-55 15,0 0-79-15,2 1-80 0,1-1-88 16,2 2-114-16,5-1-219 0,-1-3 54 0,3 2 96 16,-4 0-441-16,3 1-512 0</inkml:trace>
  <inkml:trace contextRef="#ctx0" brushRef="#br0" timeOffset="161184.75">11571 12241 2647 0,'3'-6'-65'0,"3"-2"56"0,0 2 36 0,-4 1 28 0,-2 5 27 0,4-8 24 0,-4 8 30 15,0 0 8-15,5-7 6 0,-5 7-12 16,0 0-6-16,0 0 42 0,0 0 15 16,0 0 7-16,6 24 8 0,-6-4-8 15,-2 5 9-15,-2 13 2 0,3 5 2 0,-5-1 10 16,2 1-9-16,3 2 6 0,-6-3-10 16,3-1-11-16,4-2-6 0,0-8-9 15,0-8-16-15,-1 2-6 0,1-7-17 0,0-1-12 16,0-3-13-16,0 1-11 0,0-6-9 15,0 1-7-15,0 0-7 0,0-4-6 0,-2 2-1 16,2-8-9-16,0 11-8 0,0-11-26 16,0 0-83-16,0 4-71 0,0-4-60 0,0 0-68 15,0 0-67-15,0 0-100 16,-6-17-97-16,4 7-139 0,-3 2-140 0,-1 1 74 0,-4-3-610 16,3 1-785-16</inkml:trace>
  <inkml:trace contextRef="#ctx0" brushRef="#br0" timeOffset="162684.31">12238 12354 3429 0,'0'0'-96'0,"3"-6"37"0,-3 6 15 0,0 0 33 16,0 0 42-16,0 0 39 0,0 0 34 0,-37 18 23 0,17-9 12 16,4 2 10-16,-4 1-11 0,3 1-2 15,2-2-6-15,2 1-11 0,1 0-11 0,1-3-10 16,2 1-10-16,0-3-7 0,2 2-9 15,-1-3-8-15,1 3-3 0,0-1-7 0,0-2-18 16,2 2-27-16,-5-3-38 0,0 2-55 16,1 0-64-16,0-1-56 0,-1-2-50 15,0-4-61-15,10 0-57 0,-14 0-77 16,14 0-75-16,-16-10 2 0,10 3-203 16,3-2-218-16</inkml:trace>
  <inkml:trace contextRef="#ctx0" brushRef="#br0" timeOffset="162850.79">11929 12397 1882 0,'2'-17'25'16,"0"3"52"-16,2 2 50 0,-3 4 38 0,-1-3 29 15,2 6 16-15,0-3 19 0,-2 8 4 16,2-7 4-16,-2 7 7 0,10-7 4 0,-10 7-4 16,17 2-9-16,-17-2-18 0,32 5-22 15,-9 2-22-15,6 5-10 0,1 0-18 16,3 1-20-16,-3 3-27 0,1 1-63 0,-1 0-72 16,1 3-83-16,-5-3-103 0,-3 2-102 15,-6-3-115-15,-3-5-216 0,-5 1 26 16,0-2 80-16,-4-3-307 0,1 1-342 15</inkml:trace>
  <inkml:trace contextRef="#ctx0" brushRef="#br0" timeOffset="163934.04">13082 12247 2313 0,'0'0'-9'0,"6"-6"25"0,-6 6 29 0,0-6 22 0,0 6 24 0,3-8 22 16,-3 8 16-16,0 0 13 0,6-6-5 0,-6 6-10 16,0 0 17-16,0 0 38 0,0 0 29 15,14 14 19-15,-12-2 9 0,-1 5-4 16,1 8-8-16,-2 4-8 0,0 10-10 0,0 2-13 16,0-1-4-16,0-1-11 0,2-2-12 15,-4-6-4-15,2-6-19 0,0 1-7 16,0-5-13-16,0-1-10 0,0-3-11 15,2-2-9-15,-4-2-11 0,4-2-4 0,-2 0-9 16,0-3-6-16,0 1 2 0,0-9-14 16,0 13 2-16,0-13-7 0,0 7-38 0,0-7-77 15,0 0-69-15,0 0-75 0,0 0-102 16,0 0-100-16,0 0-107 0,12-17-149 0,-12 17-77 16,2-10 82-16,-2 5-531 0,0 5-658 15</inkml:trace>
  <inkml:trace contextRef="#ctx0" brushRef="#br0" timeOffset="164350.19">13686 12428 3221 0,'0'0'105'0,"0"0"46"0,0-6 2 15,0 6-13-15,0 0 1 0,0 0 17 16,0 0 6-16,0 0-6 0,-28 9-12 0,17-4-14 15,-1 5-10-15,-1-3-12 0,1 2-11 16,-5 4-10-16,1-2-10 0,-6 7-7 0,-1-1-8 16,-2 1-28-16,2-1-40 15,-4 1-40-15,0-1-46 0,3-3-48 0,3-4-49 16,4-3-32-16,4 1-28 0,2-4-27 16,-1-4-32-16,2 0 8 0,10 0 13 15,-9-8 21-15,9-1 35 0,0-3 45 0,6-6 51 16,-1-1 59-16,4 2 63 0,3 1 45 15,-2-1 42-15,3 3 37 0,-3 1 31 0,-1 5 29 16,0 1 24-16,1 2 14 0,0 1 20 16,1 6 3-16,-11-2 2 0,23 10-11 0,-7 2-20 15,-4 2-16-15,10 6-20 0,-4 2-13 16,5 3-19-16,-3-1-3 0,-4 0-20 0,4-2-21 16,-4 0-46-16,0-4-63 15,-1-2-70-15,-3-2-102 0,1 0-108 0,-5-2-130 16,1-4-235-16,4 1 30 0,-3-4 73 15,0 0-330-15,1-1-369 0</inkml:trace>
  <inkml:trace contextRef="#ctx0" brushRef="#br0" timeOffset="165100.12">15128 12472 2363 0,'2'-9'8'0,"-2"9"30"0,0-6 32 0,0 6 25 15,0 0 23-15,0 0 15 0,0 0 3 0,0 0 6 0,-7-7 33 16,7 7 21-16,-19 13 3 0,4 0 1 0,-8 7 2 15,0 2-11-15,-1-1-4 16,-1 4-7-16,1-3-15 0,1 1-13 0,3-2-12 16,1 2-9-16,-3-5-20 0,9-1-8 15,1-3-12-15,-1-4-8 0,1 4-4 0,1-6-27 16,0 4-31-16,2-6-47 0,4 2-48 16,-6-3-54-16,4 1-69 0,1-5-74 0,6-1-72 15,-12 3-85-15,12-3-99 0,0 0-91 16,-5-18 49-16,7 7-309 0,1-6-360 15</inkml:trace>
  <inkml:trace contextRef="#ctx0" brushRef="#br0" timeOffset="165251.78">14873 12458 2365 0,'2'-7'64'15,"2"2"43"-15,-4 0 12 0,0 5 25 0,0 0 68 16,0 0 35-16,0 0 6 0,18 14-8 0,-13-6-18 16,6 6-16-16,3 1-18 15,3 9-24-15,2 1-14 0,2-2-17 0,1 2-19 16,3 1-51-16,-1-4-72 0,-1 0-80 15,-1 1-107-15,-3-5-105 0,1-4-161 0,-6 0-183 16,-2-4 57-16,-1 0-363 16,1 0-425-16</inkml:trace>
  <inkml:trace contextRef="#ctx0" brushRef="#br0" timeOffset="166616.53">16815 12584 2422 0,'0'0'-129'0,"0"0"17"0,2-8 17 0,-2 8 16 0,0 0 7 16,0 0 34-16,2-6 22 0,-2 6 19 0,0 0 17 15,0 0 11-15,0 0 46 16,0 0 41-16,0 0 35 0,0 0 28 0,-15 23 28 0,5-11 12 15,-3 3 11-15,-4 5-2 16,-4 1 0-16,2 1-11 0,-2-1-15 0,0 1-12 16,0-2-18-16,2-1-13 0,2-3-16 15,-2 3-13-15,4-5-13 0,1-4-12 0,5 1-11 16,-1-1-10-16,2-4-9 0,3 1-23 16,-3-1-26-16,5 0-37 0,3-6-37 15,-7 6-54-15,7-6-82 0,0 0-75 0,0 0-56 16,0 0-30-16,0 0-14 0,-4-26 13 15,4 10 2-15,7 0 36 0,-2-1 83 0,1-1 94 16,0 2 89-16,-3 4 62 16,3 3 39-16,-4-1 35 0,0 3 33 0,2 2 86 15,-4 5 53-15,0 0 24 0,19 2 14 16,-19-2-2-16,26 15-11 0,-1 1-19 0,2 4-26 16,7 7-24-16,4-1-25 0,0 6-19 15,3 3-37-15,-2-6-87 0,-1 3-97 0,-1-2-118 16,-3-4-143-16,-9-4-166 0,-4-3-231 15,-7-3 43-15,-9-4 78 0,-1-2-373 16,-10-2-430-16</inkml:trace>
  <inkml:trace contextRef="#ctx0" brushRef="#br0" timeOffset="171783.11">12499 10655 2493 0,'6'-7'-94'0,"-1"3"19"0,-5 4 22 0,6-6 13 0,-6 6 25 0,3-6 18 0,-3 6 14 0,0 0 7 16,0 0 7-16,2-6 1 15,-2 6 6-15,0 0 4 0,0 0 10 0,0 0 10 16,3-5 10-16,-3 5 2 0,0 0-9 15,0 0 3-15,0 0-6 0,0 0 1 0,0 0 15 16,0 0 6-16,0 0-3 0,-32 11-7 16,18-4 0-16,-1 2 10 0,-1 1 3 0,-5-1-7 15,-6 5-4-15,2-1 9 0,-4 1-1 16,0 1-5-16,1-1-8 0,-1 1-6 0,0 1 5 16,3 1 10-16,-5-2 0 0,4 3-10 15,0-1-3-15,4-1-1 0,3 4-8 16,2-5 0-16,4 0-1 0,-8 10 5 15,8-1 16-15,-4 0-9 0,2-1-1 0,5-3-6 16,0-2 0-16,1 1-2 0,3 2 8 16,-3 0-4-16,1-3-1 0,3 3-7 15,-4-3-4-15,3 5 0 0,-3-5-5 0,1 10 2 16,-2-6 5-16,0-2 3 0,2 0 1 16,0-1-5-16,2 1-5 0,-4-1 1 0,2 0-4 15,0 0-4-15,2 2 3 0,-2-3 15 16,2 2-1-16,-1 0-3 0,2 1-5 15,0-3-1-15,5 1-4 0,-3-1-6 16,2-2 3-16,0 2 16 0,2-5-7 0,2 5-4 16,0-3 0-16,3-1 0 0,-1 1 4 15,4-3 8-15,2-1 11 0,-1-2-11 0,9 0 1 16,0-1-9-16,5 0-7 0,0-4-4 16,4 1 0-16,9-1 2 0,-4-2-12 0,-3-2 2 15,0-2-10-15,-3 2 6 0,-1-4 22 16,-3 2 20-16,3-5 7 0,-3-1 0 0,-3 0-3 15,0-4 3-15,-6-1 7 0,0-1-4 16,-2-5-10-16,1-2-5 0,-6 2-6 16,0-1-6-16,-5 1-3 0,1 2-10 0,-4 0-40 15,1 0 0-15,-5 0 0 16,0-2 0-16,-1 5 0 0,-7-1 0 0,1 1 0 16,-12-1 0-16,4 2 0 0,-2 4 0 15,3 1 0-15,-13-1 0 0,5 3 0 0,1 2 0 16,0 2 0-16,0 1 0 0,1 2 0 15,-1-1 0-15,-2 2-107 0,-7 4-54 0,7-2-53 16,4 3-60-16,3-2-87 0,1 4-89 16,2-1-83-16,2 0-115 0,3 1-160 0,7-3 84 15,1 0-606-15,4 0-787 0</inkml:trace>
  <inkml:trace contextRef="#ctx0" brushRef="#br0" timeOffset="172298.24">12365 10851 3367 0,'0'-12'-205'0,"0"4"43"0,0-1 48 0,0 3 41 0,0 0 45 0,0 6 36 0,0-12 21 0,0 12 8 0,0-8-3 16,0 8-2-16,-2-5-2 0,2 5 16 16,0 0 23-16,0 0 16 0,0 0 20 15,-34 12 12-15,19-2 23 0,-10 5 8 0,-1 2 10 16,-5 6 2-16,-7 7 9 0,-6 4 10 16,1 2 2-16,-6 1 4 0,6 4-8 15,-1 0-3-15,4 0-14 0,4 1-11 0,5-1-5 16,5-2-7-16,4 3-12 0,10-6-15 15,2-2-4-15,6 0-5 0,4-5-7 0,1-3-19 16,8 9 0-16,2-5-9 16,5-2-1-16,2-4-11 0,1-4 4 0,6-1-5 0,2-3-9 15,1-6-1-15,-1-2-7 16,-6-4 2-16,-2-3-6 0,0-1-4 0,0-3 6 0,1-1-9 16,-6-6 3-16,2-4 4 15,-5-1-5-15,-2-6 0 0,2-8-10 0,-10 2-4 16,-9-4 3-16,4 8 1 0,-5 2-6 15,-7-3-7-15,2 7 3 0,-4 6-6 0,0 2 1 16,-5 3-12-16,-2 2-18 0,3 4-32 16,-3 2-32-16,0 4-43 0,0 0-68 15,-6 5-97-15,10-2-92 0,-4 8-126 0,8-3-232 16,3 1 30-16,2 2 76 0,0-2-461 16,2 4-576-16</inkml:trace>
  <inkml:trace contextRef="#ctx0" brushRef="#br0" timeOffset="173148.87">8034 14122 2814 0,'-57'20'-94'0,"3"3"43"0,-5-1 24 0,0 7 21 0,-2 0 19 16,6 4 30-16,-1-2 24 0,7 0 8 16,5-2 5-16,8-4-6 0,9-7-13 0,12-3 2 15,1-5 4-15,13-3 4 16,2-2 0-16,-1-5-4 0,31-5-4 0,24-10-3 0,33-20-11 16,18-4-4-16,15-7-4 0,45-22 0 15,-1-3-15-15,1-3 5 0,-2 0-7 0,-44 16-3 16,-11 3-2-16,-10 0 1 15,-17 6-7-15,-26 18 1 0,-19 3-2 0,-12 6-9 16,-14 10-4-16,-11 4-8 0,0 8-4 16,-36 6 0-16,-19 14-16 0,-27 21 1 15,-15 10-3-15,-9 14-21 0,-43 25-8 0,4 0 0 16,7 2 5-16,36-20 4 0,-3 2 7 16,5-2 4-16,5 2 3 0,7-6 7 0,13 0-1 15,8-7 5-15,14-6 4 0,18-8 0 16,7-7 3-16,12-7 2 0,12-7 3 0,4-5 8 15,11-4 2-15,5-4 7 0,18-6 17 16,13-5 15-16,17-12 13 0,10-6 0 16,28-12 9-16,2-4-7 0,-3-3 15 15,-5-1 8-15,-13 3 12 0,-24 8 32 16,-13 7 26-16,-11 1 13 0,-9 6 8 0,-5 3 13 16,-7 1 6-16,-7 2-11 0,-2-1-12 15,-5 6-17-15,0 0-14 0,0 0-11 0,0 0-14 16,-23-4-12-16,23 4-12 0,-16 0-14 15,16 0-31-15,0 0-41 0,-11-2-58 0,11 2-62 16,0 0-103-16,0 0-131 0,0 0-155 16,28-9-183-16,-13 3 67 0,1 0-406 15,-1-2-512-15</inkml:trace>
  <inkml:trace contextRef="#ctx0" brushRef="#br0" timeOffset="174465.28">23353 6129 1599 0,'-1'-13'210'0,"-3"3"-30"0,0 0-18 0,1 5-6 0,-3 1 16 16,6 4 9-16,-18-3 18 0,4 6-6 15,-6 4 8-15,-7 8 6 0,-1 4-3 0,3 3-16 16,3 2-13-16,2 5-14 0,9 0-9 16,3 5-5-16,4-8-14 0,8 3-11 0,1 6-15 15,2 1-7-15,0 0-11 0,6-2-11 16,1-1-10-16,1-2-31 0,1-4-47 0,-4-2-56 16,2-5-97-16,-3-5-98 0,3-3-101 15,-1-5-123-15,3-3-143 0,-3-2 61 0,2-4-344 16,0-2-393-16</inkml:trace>
  <inkml:trace contextRef="#ctx0" brushRef="#br0" timeOffset="175098.31">23674 6278 2496 0,'7'-10'65'0,"-3"2"44"16,0 1 4-16,-1 0-8 0,0 4-2 16,-3 3-2-16,0 0 49 0,0 0 30 0,0 0 24 15,17 12-2-15,-12-1-14 0,-1 3-16 16,3 5-14-16,-4 3-16 0,3-1-11 0,-4 2-4 15,-2 1-8-15,-4 1-2 16,-3 6-8-16,-5-2-6 0,-3-1-12 0,-3-2-9 0,0-5-5 16,-2-2-7-16,1-5-8 0,2-1-4 15,3-7-6-15,0-3-2 0,0-3-8 0,1-3-7 16,2-3-5-16,1-7-9 16,2-3-6-16,6-5-1 0,2-4-7 0,10-9 1 15,4 0-2-15,0 3 1 0,2 6-3 16,-5 8-3-16,-2 4 3 0,3 7-1 0,-2 2 2 15,-1 4 2-15,-9 0 1 0,17 10 4 16,-6-1 11-16,1 3 2 0,1 3-4 16,5 10 2-16,-3-3-2 0,0 1-3 0,-2-4 2 15,-1-3-5-15,1-1-1 0,0-1-3 16,-1-4-3-16,1-3-2 0,3 1-5 16,1-6-15-16,-2-2-18 0,6-2-5 15,0-4-10-15,0-3-2 0,10-6-2 0,-5-2-6 16,3-6 4-16,-2 1 5 0,-1-2 4 15,2-8 2-15,-5 6 4 0,0 2 7 0,-10 5 3 16,-1 5 5-16,-2 3 0 0,-3 1-1 16,-3 5 7-16,-4 5 10 0,-2-7 8 0,2 7 7 15,0 0 7-15,0 0 9 0,0 0 3 16,-31 16 8-16,24-5 6 0,-2 1 2 0,0 2 1 16,4 2-2-16,-1 5 1 0,3 3-3 15,1 2-3-15,2-1-2 0,-2 3 3 16,2 8 19-16,-4-5 19 0,2 2 8 0,1-3 17 15,-3-8 17-15,-3 1 24 0,2-3 19 16,-3 1 14-16,-1-4 7 0,-1 0-5 16,-1-3-7-16,-5-2-16 0,2 0-10 0,-2-5-14 15,-3 1-13-15,2-2-12 0,-5-5-13 16,2-1-65-16,-1-1-27 0,-2-5 0 0,1-1-46 16,-5-7-146-16,4-4-131 0,3-4-136 15,11-1-135-15,7 3-106 0,12-2-130 16,5-5 70-16,12 2-698 0,7-4-907 0</inkml:trace>
  <inkml:trace contextRef="#ctx0" brushRef="#br0" timeOffset="175466.87">24505 6472 3994 0,'0'0'-22'0,"0"0"27"0,0 0 31 0,0 0 30 0,0 0 26 0,0 0 25 0,0 0 13 0,0 0 4 0,0 0 7 15,0 0-2-15,0 0-11 0,8 7-13 0,-8-7-12 16,24 0-9-16,-7 0-6 0,0-1-13 16,2-3-4-16,1 1-7 0,-4-2-5 0,0 0-7 15,1-4-5-15,-1 0-7 16,-4-5 2-16,-1 3-4 0,-4-3-5 0,-3 2-4 0,-4-1 0 16,-4 4-8-16,-5-1-4 0,-5 0 2 15,-9 4 1-15,-1 3-1 0,-5 0 1 0,-10 9 9 16,1 0 11-16,2 5 6 15,2 3 9-15,4 3 12 0,7 4 4 0,3 1 19 16,7 4 8-16,4-2-1 0,4-2-10 16,8-3-7-16,3 4-6 0,5 8-5 0,5-4-10 15,2 2-4-15,3-5-5 0,6-2-22 16,0-2-28-16,2-2-42 0,-1-1-43 16,1-4-58-16,-1-2-80 0,-4-3-104 0,-2-3-106 15,-5-1-120-15,4-4-187 0,-2-1 40 16,-1-2 66-16,0 0-478 0,3-6-582 15</inkml:trace>
  <inkml:trace contextRef="#ctx0" brushRef="#br0" timeOffset="175881.1">25086 6327 2998 0,'-4'-6'43'16,"4"6"24"-16,-2-12 6 0,2 12 68 0,0 0 57 15,0 0 38-15,0 0 26 0,-29 25 27 16,24-11 8-16,-1 1 4 0,1 6-11 15,-1 3-22-15,3-3-23 0,2 4-23 0,1-1-25 16,1-2-14-16,2 2-17 0,5-3-19 16,-3-1-10-16,3-5-13 0,-5 0 17 15,6-3 3-15,-2-4-16 0,0-2-10 16,3-2-14-16,2-2-8 0,-12-2-12 0,23-3-5 16,-10-4-10-16,4-3-5 0,2-2-7 15,6-9-6-15,-2-4-9 0,2 0-4 0,-3-1-6 16,-3 4-4-16,1 7 0 0,-9 1-24 15,-2 5-4-15,-2 2 0 0,0 5 0 0,-7 2 0 16,0 0 0-16,5 16 0 0,-6 1 0 16,-1 7 0-16,-2 10 0 0,-2 5 0 0,0 0 0 15,0 1 0-15,3 4 0 0,-5-1 0 16,7-1 0-16,-6-1 0 0,1 0 0 0,3-6 0 16,-3 0 0-16,6-10 0 0,-2-4 0 15,2-4 0-15,0-5 0 0,2 0 0 0,2-4 0 16,1-4 0-16,1-1 0 15,-6-3-176-15,19-3-250 0,-7-4-101 0,1-5-117 16,2-3-230-16,6-7 75 0,4-4 85 16,-2 3-657-16,0 0-825 0</inkml:trace>
  <inkml:trace contextRef="#ctx0" brushRef="#br0" timeOffset="176098.12">25826 6807 3995 0,'-20'-7'118'0,"7"2"48"0,1 3 38 0,5-1 42 0,7 3 53 0,-13-4 35 0,13 4 19 0,0 0 1 16,-10-3-18-16,10 3-31 0,0 0-29 0,0 0-28 15,48 7-28-15,-12 0-20 0,5 1-25 16,2-3-47-16,0 2-57 0,7-2-66 16,-5-1-97-16,4-1-122 0,-1 0-129 0,-3-1-138 15,-5-4-143-15,0-1-200 0,-2-2 27 16,-6-4 93-16,-7-1-641 0,-8 0-800 0</inkml:trace>
  <inkml:trace contextRef="#ctx0" brushRef="#br0" timeOffset="176331.19">26323 6507 3663 0,'-10'-11'-17'0,"5"5"62"0,-2 1 40 0,6 1 27 16,1 4 21-16,0 0 39 0,0 0 50 15,0 0 28-15,0 0 25 0,32 36-11 0,-9-12-1 16,2 13-11-16,0 2 3 0,2 0 10 15,-2 4-25-15,-3 0-21 0,-6 0-19 0,-7-6-18 16,-4 0-11-16,-5-6-14 0,-3 4-8 16,-10 0-2-16,-5-4-16 0,-3-2-27 0,-12 0-11 15,-3-4-6-15,-1 0-15 16,2-12-72-16,-1 3 0 0,-4-5 0 0,0-1-133 0,-2 0-132 16,2-4-147-16,0 0-175 0,2-3-254 15,4-3 1-15,7 0 91 0,2-3-735 0,6 3-932 16</inkml:trace>
  <inkml:trace contextRef="#ctx0" brushRef="#br0" timeOffset="178230.26">27138 6389 2866 0,'2'-18'209'0,"4"3"-6"0,-3 3 27 0,2 0 8 0,1-1 2 0,-3 1 2 0,3 2-10 16,-2 3-28-16,-3-1-39 0,-1 8-18 0,6-7 24 15,-6 7 18-15,0 0 37 16,0 0 29-16,0 38 10 0,-6-5-9 0,-1 6 3 0,-4 11-15 15,-1 1-15-15,1-1 2 16,-1 0-13-16,3-2-16 0,1-9-18 0,6-1-10 16,-1 0-62-16,3-8-112 0,0-4 0 15,2-2 0-15,-1-4 0 0,3 3 0 0,0-7 0 16,-1-1 0-16,5-1 0 0,0-2 0 16,1-3 0-16,11 2 0 0,-4-2 0 0,17 1 0 15,3-1 0-15,3-1 0 16,2 1 0-16,4-1 0 0,-4-4 0 0,4 3 0 0,-2-2 0 15,-2 0 0-15,-5 0 0 0,-7-1 0 16,-4-1 0-16,-6 0 0 0,-6 1 0 0,1-4 0 16,-3 1 0-16,0 1 0 15,1 0 0-15,-4 0 0 0,-8-2 0 0,13 1 0 0,-13-1 0 16,10 2 0-16,-10-2 0 16,0 0 0-16,11 2 0 0,-11-2 0 0,0 0 0 15,0 0 0-15,7 2 0 0,-7-2-241 16,0 0-575-16,0 0-143 0,0 0 101 0,-13-19-950 15,12 10-1237-15</inkml:trace>
  <inkml:trace contextRef="#ctx0" brushRef="#br0" timeOffset="178681.86">28116 6708 4646 0,'-11'-2'-50'0,"11"2"44"0,-20 0-1 0,13 2 17 0,-4 1 44 0,1 2 40 0,-3 2 38 0,-3 5 24 0,1 2 2 0,1-1 3 15,3 3 21-15,2 1 8 0,4 2 24 16,2-1 7-16,7-1 7 0,8 8 4 0,7-1-8 15,7-2-16-15,14 6-14 0,11-6-15 16,8-3-18-16,16-4-17 0,7-5-12 16,0-1-10-16,5-4-17 0,5-1-10 15,-2-4-83-15,-3-4-12 0,-1-3 0 0,-3-1 0 16,-6-3 0-16,-2-2 0 0,-7-1 0 16,-3 1 0-16,-6 0 0 0,-5 0 0 0,-18 6 0 15,-10-1 0-15,-3 6 0 0,-6-2 0 16,-4 0 0-16,1 0 0 0,-5 4 0 15,1-3 0-15,-10 3 0 0,15-4 0 16,-15 4 0-16,9-2 0 0,-9 2 0 0,0 0 0 0,12-2 0 16,-12 2 0-16,0 0 0 15,0 0 0-15,0 0 0 0,0 0 0 0,0 0-258 16,0 0-674-16,0 0-12 0,-32 6 102 16,22-5-932-16,10-1-1203 0</inkml:trace>
  <inkml:trace contextRef="#ctx0" brushRef="#br0" timeOffset="179382.78">30309 6900 4868 0,'0'-20'-49'0,"0"7"35"0,3 3 35 0,-3 2 34 0,0 0 29 0,0 8 13 0,0-9-1 0,0 9 80 0,0 0 45 16,0 0 15-16,-20 36-15 0,5-4-6 16,-2 10-22-16,0 7-2 0,0 0-14 15,-2-1-14-15,4 2-14 0,-1-6-17 0,5-6-13 16,-1-4-12-16,-1-1-10 15,2-4-11-15,1-6-7 0,2-6 0 0,1-3-11 0,0-3-3 16,2-1-5-16,-2-1 0 16,1-3-2-16,1-3-6 0,5-3-23 0,0 0-29 15,-24-9 0-15,15-1 0 0,-1-6 0 16,3-2 0-16,1-15 0 0,4-3 0 0,4-9 0 16,5-9 0-16,11-2 0 0,7-6 0 15,13-11 0-15,2 7 0 0,-4 17 0 0,-2 8 0 16,-2 3 0-16,1 7 0 0,-9 11 0 15,-1 3 0-15,-3 7 0 0,-4 3 0 0,0 7-12 16,-1 3-4-16,3 6 4 0,5 8 1 16,1 3 2-16,-7 4-5 0,1 5-4 15,-5 0-4-15,-6 0-1 0,-3 0 2 16,-6-2-2-16,-7 10 4 0,-6-2 1 0,-4-4 2 16,-5-4 4-16,-1-1-4 0,-1-6 8 15,2-1 2-15,2-5 12 0,7-5 9 16,4 0 17-16,1-5 8 0,2 4 4 0,-1-6 7 15,3 4-10-15,6-6-1 0,-9 9-33 16,3-7-7-16,6-2 0 0,-8 12 0 0,6-3 0 16,0 3 0-16,2 1 0 0,2 5 0 15,4 4 0-15,2 8 0 0,5 4 0 0,0-2 0 16,5 1 0-16,-3-4 0 16,2 0 0-16,-1-4 0 0,-7-4 0 0,2-5 0 15,-6-4 0-15,4-1 0 0,-4 0 0 16,1-4 0-16,-2 0 0 0,-3 0 0 0,5-6 0 15,-6-1 0-15,8 4-143 0,-8-4-295 16,0 0-149-16,17-10-216 0,-12 5-69 0,2-4 98 16,-1 0-782-16,-1-2-998 0</inkml:trace>
  <inkml:trace contextRef="#ctx0" brushRef="#br0" timeOffset="179729.98">31005 7115 4585 0,'-2'-5'9'0,"2"5"2"0,0 0 66 0,0 0 56 0,0 0 43 0,0 0 31 16,-19 24 32-16,18-13 12 0,-1 1 18 15,2 2 10-15,2 3 13 0,3 2 8 0,8 6 5 16,10 1-16-16,4-5-27 0,18 8-25 15,12-6-24-15,4-5-156 0,6 1-57 0,2-9 0 16,0-2 0-16,-3-1 0 0,2-5 0 16,-4-2 0-16,-1-5 0 0,-7-2 0 15,-9 3 0-15,-4-1 0 0,-4 1 0 0,-11 0 0 16,-7 0 0-16,-4 2 0 16,-4-1 0-16,1 0 0 0,-6 1 0 0,-8 2 0 15,7-2 0-15,-7 2 0 0,0 0 0 16,0 0-388-16,0 0-369 0,-49 10-200 0,12-4 96 15,-5 5 80-15,-13 2-731 0,-6 3-959 16</inkml:trace>
  <inkml:trace contextRef="#ctx0" brushRef="#br0" timeOffset="180664.19">27337 7606 4315 0,'36'-19'-114'0,"-16"9"9"0,13-2 17 0,6-3 4 0,9-2 12 0,4 3 8 15,2-1 12-15,-1 1 4 0,4 5 7 0,-13 1 3 16,1 0 0-16,2 4-2 0,-8 0-22 16,4 2-38-16,-13 2-58 0,-1 0-76 0,-3 3-123 15,-3 0-138-15,-4 1 38 16,-2 2-111-16,-1-2-68 0</inkml:trace>
  <inkml:trace contextRef="#ctx0" brushRef="#br0" timeOffset="180962.84">30317 8117 1925 0,'17'-14'232'0,"1"1"-40"16,0 4-43-16,11-8-44 0,3 2-41 16,5-2-43-16,6-2-63 0,7 1-79 0,-4 0-123 15,2 2-210-15,-11 6-168 16,-1-4-119-16</inkml:trace>
  <inkml:trace contextRef="#ctx0" brushRef="#br0" timeOffset="185496.04">13787 1841 1756 0,'7'4'164'0,"-7"-4"-14"0,0 0-27 0,0 0-10 0,0 0 8 0,0 0 8 15,0 0-6-15,0 0 0 0,0 0 8 16,0 0 0-16,0 0 15 0,0 0-7 0,0 0-8 15,0 0 15-15,0 0-12 16,0 0-9-16,-24-18-2 0,18 15-12 0,6 3-6 16,-15-10-2-16,8 5-6 0,-5 0-12 15,-5-1-8-15,1 0-12 0,-7 1-5 16,1-1-5-16,-12-2-7 0,5 2-3 0,4 2-4 16,0 1-8-16,0-3 1 0,0 4-3 15,2-2-6-15,-4 4 1 0,-2-2-4 16,0 2-1-16,-1-2-6 0,1 4-1 0,3 0 0 15,-5-2 1-15,2 3-7 0,4-2 5 16,-3 3-5-16,1-2-3 0,-2 0 3 0,5 1-1 16,-1 1-2-16,0 0-2 15,2 0 3-15,1-2 1 0,3 2-1 0,-2 2-1 16,2-1-3-16,2-3 1 0,-3 4-1 16,3 0-1-16,0-3-1 0,0 2 1 15,2 2 0-15,-2-2-1 0,-1 4 4 0,4-5-2 16,-4 4 5-16,0 0-7 0,2-1 4 15,-2 1-1-15,5-1-4 0,-2 2 3 16,-2 0 1-16,1-1-3 0,3 1 0 0,-2 1 0 16,0-2 0-16,-1 3 1 0,3 1 1 15,-2-2 2-15,4 0-3 0,-7 2 0 0,5 0 2 16,2-2 0-16,-1 0 2 0,3 2-2 16,-2-3-1-16,0 1 1 0,0 2 0 15,2-3 0-15,-3 2 1 0,1-2 0 16,-1 6 1-16,-1-3 11 0,2 3 0 15,3-3 0-15,-3 2-2 0,0-1 1 0,-2 3-1 16,2-3-1-16,2 3 0 0,1-1 1 16,0-3-3-16,-1 2 2 0,4 1-4 15,-4 2 5-15,6-3-3 0,-5 1 1 0,5 2-1 16,-3 3 4-16,1-3-4 0,4 1 1 16,-3-1 1-16,-2 5-2 0,4-2-4 0,-3-2 7 15,3 0-4-15,-2 3-2 0,1 1 2 16,-4 0-1-16,4 0 0 0,-3 1 1 15,0 0 0-15,-1 6 2 0,2 0 0 16,-2 2 1-16,2-6-3 0,-1-3 5 16,2 2 18-16,1 0 6 0,1-1-3 0,-3-1-6 15,5-1 9-15,0-3 23 0,-2 2-17 16,2-2-1-16,0 0 5 0,2 0 10 0,-2-4 10 16,2 2 8-16,1 1 13 0,-1-2 11 15,-2-1-11-15,1 1-7 0,1 2-1 16,2 0 11-16,2 0 15 0,-5-1-11 0,5 1-11 15,2 4-7-15,1-3-1 16,1 3-8-16,-3-2-6 0,5-1-7 0,1 9-4 0,-1-7-2 16,-1-3-2-16,7 7-5 0,-2 0 27 15,2-1-3-15,-2-5-7 0,2 1 2 16,0-4-6-16,-4 1-4 0,10 1 16 16,-8-1-12-16,2-4-57 0,-2 0 0 0,4-1 0 15,-4 1 0-15,0 1 0 0,3-3 0 16,-4 2 0-16,3-1 0 0,-2 2 0 15,0-1 0-15,3 0 0 0,-2 0 0 0,3 2 0 16,0 1 0-16,-1-1 0 0,-2-4 0 16,2 0 0-16,1-1 0 0,-4-2 0 0,6 1 0 15,-3-3 0-15,1 1 0 0,3 0 0 16,0-2 0-16,1 0 0 0,-2-1 0 0,-3 0 0 16,2 0 0-16,0-1 0 15,-2 0 0-15,2 0 0 0,0 0 0 0,0-1 0 16,0 2 0-16,-1-3 0 0,2 0 0 15,1 0 0-15,4 0 0 0,-1-3 0 16,0 2 0-16,1-5 0 0,2 4 0 0,-2-3 0 16,7-1 0-16,-2 0 0 0,-3-2 0 15,-4 3 0-15,-2-2 0 0,-2 2 0 0,-1 1 0 16,2-4 0-16,-3 2 0 0,1 0 0 16,-4-1 0-16,2-1 0 0,4 0 0 0,-7-2 0 15,4 2 0-15,-2-1 0 0,0 1 0 16,1-3 0-16,-4 3 0 0,4-2 0 15,0-3 0-15,-2 2 0 0,2-3 0 16,4-2 0-16,-5 3 0 0,1-1 0 0,-3 1 0 16,0-2 0-16,0 2 0 0,8-6 0 0,-8 3 0 15,3 3 0-15,-5-3 0 16,0 3 0-16,2-1 0 0,-3 0 0 0,-3 5 0 16,3-4 0-16,-2 1 0 0,-1 2 0 15,-2-2 0-15,4-2 0 0,-6 0 0 0,2 2 0 16,3-1 0-16,-5-1 0 15,5-3 0-15,-2-2 0 0,-1 1 0 0,3 0 0 16,-2-1 0-16,-1 1 0 0,2 1 0 0,0 3 0 16,-4-1 0-16,4 2 0 0,-3-1 0 0,2 2 0 15,-4 0 0-15,3 0 0 16,-3 2 0-16,2-1 0 0,-3 0 0 0,2 4 0 16,1-4 0-16,-3 2 0 0,3 2 0 15,-3-2 0-15,-1 2 0 0,2-1 0 0,1 2 0 16,-5 6 0-16,5-11 0 0,-3 5 0 15,-2 6 0-15,6-8 0 0,-6 8 0 0,3-10 0 16,-3 10 0-16,2-7 0 0,2 1 0 16,-4 6 0-16,3-6 0 0,-1-2 0 0,1 3 0 15,-1-2 0-15,2 2 0 0,-2-4 0 16,-1 2 0-16,-1-3 0 0,4 2 0 16,0-3 0-16,-2-1 0 0,-1 2 0 0,-1-2 0 15,2 0 0-15,0 0 0 0,0-1 0 16,0-4 0-16,1 1 0 0,-3-3 0 15,0-1 0-15,0-5 0 0,-3 2 0 16,-1-4 0-16,0-12 0 0,-1-2 0 0,-2 2 0 16,-6-1 0-16,1-4 0 0,-4 10 0 15,1 5 0-15,-1 0 0 0,2 2 0 0,-6 4 0 16,2 0 0-16,-4 2 0 0,1 3 0 16,3 6 0-16,-4 1 0 0,1 3 0 0,-1-1 0 15,-1 4 0-15,-2 2 0 16,4 3 0-16,-8 2 0 0,-3 4 0 0,-1 3 0 0,-1 6 0 15,4 6-572-15,-8 6-474 16,6 7 104-16,-1 3-973 0,6 1-1337 0</inkml:trace>
  <inkml:trace contextRef="#ctx0" brushRef="#br0" timeOffset="192961.81">14153 3088 1551 0,'-15'-1'233'0,"-1"-4"-55"0,3 4-36 0,1-1-15 0,12 2-5 0,-25-1 16 16,11-1-9-16,-1 2 5 0,1 0 3 15,14 0-4-15,-21-2-18 0,21 2-4 0,-15 0 1 16,15 0 7-16,0 0-1 0,0 0-12 16,0 0 1-16,79-15-4 0,-6 3-28 0,40-7 1 15,22 0-5-15,10 2-12 16,11-2-12-16,8 2-11 0,0 2 4 0,3-1 1 16,2 4-3-16,-13 1-4 0,-11 5 18 15,-20-2 8-15,-31 8 16 0,-14-3 8 0,-13 2 0 16,-18-1-3-16,-7 2-3 0,-11-2 2 15,-8 2-5-15,-9 0-3 0,0-2-1 16,-3 2 0-16,-11 0-2 0,20 0 4 0,-20 0-8 16,13 2-3-16,-13-2-6 0,9 2-9 15,-9-2-4-15,0 0-5 0,0 0-9 16,16 3-20-16,-16-3-44 0,0 0-66 0,7 3-76 16,-7-3-96-16,0 0-103 0,0 0-153 15,6 4-173-15,-6-4 60 0,0 0-369 0,0 0-486 16</inkml:trace>
  <inkml:trace contextRef="#ctx0" brushRef="#br0" timeOffset="193260.31">16159 2646 2917 0,'0'-7'60'0,"0"-1"21"0,0 8 12 16,2-10 11-16,-2 10 18 0,0 0 20 15,22 0 18-15,-22 0 5 0,24 13-6 0,-9-1-4 16,6 12 13-16,1 0-13 0,-4 1-12 16,0 6-5-16,-5 0-6 0,-3 1-7 15,-3 1-21-15,-3-4 2 0,-6-4-5 16,-2 10-7-16,-1-2-6 0,-2 0-6 0,-6-6-9 16,4-3-4-16,-1-4-10 0,1-1 0 15,-6 6-7-15,1-7-14 0,-1-3-9 16,3-1-29-16,-1 0-39 0,2-3-52 0,-1-1-76 15,-1-2-84-15,3-2-86 0,-1-4-124 16,2 1-213-16,9-3 0 0,-16-3 76 0,16 3-314 16,0 0-393-16</inkml:trace>
  <inkml:trace contextRef="#ctx0" brushRef="#br0" timeOffset="193710.45">16848 2771 2863 0,'-10'-9'221'0,"5"2"31"16,0 2 26-16,5 5 2 0,-2-9-2 0,2 9-17 16,0 0-19-16,0-8-27 0,0 8-22 15,0 0-23-15,0 0-16 0,31 4-14 16,-15 2-14-16,-3 1-8 0,2 2-14 0,0 1-14 15,-1 0-5-15,-3-1-5 0,-4 3-7 16,0-2-6-16,-3 4 1 0,-6 0-9 16,-5 4-4-16,-8 10-18 0,-4-1-3 15,2-3-2-15,-4-1 1 0,5-8-4 0,4-1 6 16,2-6 5-16,3-1 9 0,0 0 13 16,0-2 11-16,3 0 10 0,4-5 1 0,-7 9-9 15,7-9-7-15,-7 9-10 0,7-9-6 16,-1 8-9-16,2-1-5 0,4 3-1 15,3 2-5-15,1 5-2 0,3-1-2 0,4 7-1 16,0 0-4-16,3-1-3 0,-4-3 4 16,-2-5-2-16,-1 1-3 0,-3-4-4 0,3-1-1 15,-2 0 0-15,-5-4 3 16,3 2-20-16,-5-3-34 0,1 0-44 0,-4-5-55 16,8 7-75-16,-8-7-112 0,10 0-131 15,-10 0-149-15,0 0-186 0,16-13 10 0,-6 4 82 16,0-4-530-16,5-8-688 0</inkml:trace>
  <inkml:trace contextRef="#ctx0" brushRef="#br0" timeOffset="194077.29">17538 2563 3625 0,'-6'-4'33'0,"6"4"2"0,-6-6 2 0,6 6 57 0,0 0 64 0,-20 16 45 15,7 0 30-15,-5 10 1 0,-9 11-1 16,0 4-18-16,-1 3-10 0,-3 2-14 16,1 2-11-16,-1 1-14 0,5 0-7 0,-3 1-10 15,6-6-12-15,2 1-3 0,8-11-10 16,3-2-11-16,5-3-12 0,1-8-3 0,2-1-12 16,4-3-4-16,0-3 3 0,2-1-1 15,-1-1 2-15,5-4 1 0,-1-2 5 0,3-1 6 16,-2-2 7-16,-8-3 6 15,14 0 2-15,-14 0-8 0,14-6-6 0,-4-3-10 16,-7 0-77-16,6-4-12 0,-8-3 0 16,3-1 0-16,-4 3 0 0,0 2 0 15,-2 1 0-15,-1-4 0 0,-6 3 0 0,-2 2 0 16,0 1 0-16,-3 2-194 0,3 5-179 16,-1-1-134-16,3 3-158 0,2-3-191 0,7 3 23 15,-10-5 87-15,10 5-620 0,6-10-821 16</inkml:trace>
  <inkml:trace contextRef="#ctx0" brushRef="#br0" timeOffset="194379.11">17617 2867 3950 0,'23'-11'2'0,"-5"4"33"16,-1 0 41-16,-2 3 31 0,-2 2 37 0,-1-2 2 16,-1 4 7-16,-11 0 10 0,23 7 12 15,-12 0 12-15,1 6 10 0,-4 1 8 0,-4 5 10 16,-4-1 4-16,-6 6 3 0,0 8 12 15,-6 1 7-15,-7-1 8 0,2 1 4 0,0-6-7 16,0-1-15-16,5-7-11 0,5-4-12 16,1-3-95-16,4-4-113 0,1 1 0 15,2-1 0-15,-1-8 0 0,12 12 0 0,0-7 0 16,0-2 0-16,4-1 0 0,3-4 0 16,2 2 0-16,4-2 0 0,0-4 0 0,-3 2 0 15,1-4 0-15,-2 2 0 16,1 1 0-16,-4-1 0 0,-7 4-128 0,1-4-467 15,-4 5-128-15,-8 1-207 0,3-3 78 16,-3 3 93-16,0 0-671 0,0 0-880 0</inkml:trace>
  <inkml:trace contextRef="#ctx0" brushRef="#br0" timeOffset="204592.05">20343 10206 3838 0,'0'0'-45'0,"14"0"56"0,-14 0 44 0,0 0 41 0,11 0 37 0,-11 0 39 0,0 0 32 15,0 0 20-15,9-4 15 0,-9 4 8 0,0 0-3 16,0 0 3-16,0 0-3 0,5-4-2 16,-5 4-4-16,0 0 0 0,0 0-11 0,0 0-10 15,5-6-15-15,-5 6-16 0,0 0-11 16,0 0-6-16,0 0-23 0,0 0-6 0,0 0-38 16,0 0-102-16,0 0 0 15,-12-11 0-15,5 5 0 0,-4-3 0 0,-3 0 0 16,-5 1 0-16,-2-1 0 0,-8-6 0 15,1 0 0-15,-7 3 0 0,1-2 0 0,0-1 0 16,-5 3 0-16,0 1 0 0,-1-1 0 16,-1 4 0-16,3 0 0 0,2 1 0 0,0 1 0 15,-1 0 0-15,8 4 0 0,-3-1 0 16,6 3 0-16,-2 0 0 0,-1-1 0 0,2 1 0 16,1 1 0-16,-5 2 0 0,-5 1 0 15,2 4 0-15,3-6 0 0,-6 3 0 0,3 3 0 16,2 0 0-16,0 3 0 0,-3-1 0 15,3 0 0-15,2-1 0 0,-3 5 0 16,5-2 0-16,-3 0 0 0,8-3 0 16,5 0 0-16,-4 2 0 0,3-1 0 0,0-2 0 15,4 3 0-15,-2-3 0 0,1 2 0 16,2 1 0-16,-2-1 0 0,1 2 0 0,-1-2 0 16,3 2 0-16,-2 0 0 0,0 0 0 15,-1 1 0-15,2 0 0 0,0-1 0 0,-1 2 0 16,-1-3 0-16,3 4 0 15,-1-3 0-15,1 2 0 0,1-4 0 0,1 0 0 0,2 4 0 16,2-2 0-16,-5-2 0 16,2 2 0-16,1 0 0 0,1 1 0 0,-1 0 0 0,1 1 0 15,3-3 0-15,-4 1 0 16,4 2 0-16,-3-1 0 0,5 3 0 0,-3-3 0 16,2 4 0-16,2-3 0 0,-4 2 0 15,4 1 0-15,2 1 0 0,-1-1 0 0,1 0 0 16,0-2 0-16,1 4 0 0,-1-2 0 15,0 0 0-15,0-1 0 0,0-1 0 0,2 2 0 16,0 1 0-16,-2-3 0 0,0 3 0 16,2-1 0-16,2 0 0 0,-3 1 0 0,-1 0 0 15,5-1 0-15,-1 0 0 0,-2 2 0 16,1 3 0-16,5 0 0 0,-5-1 0 0,6 1 0 16,-4 0 0-16,3-1 0 15,-3 1 0-15,7 5 0 0,-3-4 0 0,-1-5 0 16,-1 3 0-16,2-2 0 0,-2 2 0 15,2-3 0-15,0 2 0 0,0-2 0 0,-2 1 0 16,0 1 0-16,4-2 0 0,-4 1 0 16,2-2 0-16,0 1 0 0,4-1 0 0,-4-1 0 15,5 0 0-15,-3-1 0 0,3 1 0 16,0-3 0-16,1 1 0 0,8 5 0 0,-1-5 0 16,-8-3 0-16,6 0 0 0,-3 1 0 15,2 0 0-15,4 5 0 0,-2-5 0 0,-2-2 0 16,0-1 0-16,2-1 0 15,-2 3 0-15,0-1 0 0,-1-2 0 0,4-2 0 16,-3 0 0-16,1 1 0 0,4-1 0 16,-3-2 0-16,-3 0 0 0,4-2 0 0,3 2 0 15,-4-2 0-15,-3-1 0 0,3 3 0 16,1-4 0-16,-4 1 0 0,3 1 0 0,-3-1 0 16,0-1 0-16,-2 2 0 0,-1 0 0 15,4-1 0-15,-6-1 0 0,5 3 0 0,-2 0 0 16,-2-3 0-16,8 1 0 0,-6-1 0 15,4 0 0-15,-2 0 0 0,3-1 0 0,1-2 0 16,-2 3 0-16,5-3 0 0,-2 0 0 16,-2 1 0-16,1 1 0 0,1-4 0 0,-1 3 0 15,-3 1 0-15,0-3 0 16,-2 0 0-16,2 0 0 0,-4 1 0 0,4-2 0 16,-2 1 0-16,-1-1 0 0,3 1 0 15,-4-4 0-15,2 4 0 0,0-6 0 0,2 1 0 16,0-1 0-16,8-8 0 0,-2 3 0 15,2-1 0-15,-5-1 0 0,1-2 0 0,2 2 0 16,-2-1 0-16,-3 6 0 0,-4-2 0 16,1 2 0-16,-1-2 0 0,-4 4 0 0,0 0 0 15,1 1 0-15,-2 1 0 0,0-1 0 16,0-1 0-16,-3 3 0 0,-1 0 0 0,5-1 0 16,-3-1 0-16,1-2 0 0,-1 1 0 15,0-2 0-15,5 0 0 0,-3-2 0 16,3-1 0-16,-5 3 0 0,3 0 0 0,-2 1 0 15,-3-2 0-15,2 2 0 0,2 0 0 16,-4 0 0-16,0-1 0 0,2 1 0 0,-4 2 0 16,3-2 0-16,-5 1 0 0,6-3 0 15,-3-3 0-15,2-1 0 0,3-2 0 0,0-11 0 16,5 0 0-16,-3-1 0 0,5-2 0 16,-4-2 0-16,6-6 0 0,-3-2 0 0,2 0 0 15,-2-1 0-15,-5 8 0 0,1-1 0 16,-3-1 0-16,-1 4 0 0,-4 0 0 15,-3 8 0-15,5 3 0 0,-7 4 0 16,2 3 0-16,-2-1 0 0,0-1 0 0,-2 5 0 16,0 1 0-16,0-1 0 0,-1 3 0 15,1 0 0-15,-3 1 0 0,-1 1 0 0,3 3 0 16,-1-2 0-16,-2 2 0 0,2 0 0 16,-5 0 0-16,1-3 0 0,3 0 0 0,-6 1 0 15,6 1-939-15,-2-3-11 0,1 1 91 16,2-1-992-16,2 0-1277 0</inkml:trace>
  <inkml:trace contextRef="#ctx0" brushRef="#br0" timeOffset="205744.01">20504 10086 4916 0,'-11'13'-129'0,"4"-4"28"0,-1 0 44 0,4-3 52 0,-2-2 44 0,4 1 42 0,2-5 30 0,-1 5 31 16,1-5 11-16,0 0-3 0,0 0-15 0,25 0-11 0,-25 0-10 16,37-9-14-16,-8-2-7 0,1-2-10 0,5-2-11 15,-5 0-2-15,13-10-8 0,-4 0-1 16,1-5-3-16,-1 0-4 0,-1-5-7 15,-4-2-3-15,0-8-1 0,0-4-11 16,-1-6 0-16,6-20-5 0,-2-1-4 0,-2-3-3 16,-1-2-2-16,-4-3-2 0,3-3 1 15,-5 0-2-15,5 0 0 0,-5-3-5 0,1-4-8 16,-2 2 1-16,-1 0 0 0,-1 5-2 16,-3 0 1-16,-2 21-2 0,-3 2-3 15,-2 1-3-15,3 8 1 0,-7 7 5 0,-4 13-1 16,2 3 1-16,-6 10-1 0,3 1 2 15,-2 7 0-15,-3 3 1 0,-1 4 8 0,4-4-1 16,-2 3 0-16,0-1 4 0,0 3-6 16,-2 0-1-16,1 0 4 0,-1 6-4 0,2-9 0 15,3 6-2-15,-5 3 1 16,2-7 2-16,-2 7-5 0,2-6-6 0,-2 6 9 16,1-7-1-16,-1 7 1 0,0 0 0 15,2-5 1-15,-2 5-8 0,0 0 11 0,4-6 2 16,-4 6 8-16,0 0-2 0,0 0 13 15,6-5-1-15,-6 5 9 0,0 0 7 0,0 0 7 16,1-6 10-16,-1 6-4 0,0 0-13 16,0 0 14-16,0 0-6 0,6-7 0 0,-6 7-4 15,0 0-7-15,0 0-1 16,0 0-3-16,0 0-8 0,0 0-2 0,0 0-5 0,0 0-2 16,0 0-5-16,0 0-1 15,0 0 1-15,0 0-4 0,0 0-1 0,0 0-3 16,0 0 0-16,0 0 1 0,2-5-2 0,-2 5 2 15,0 0-2-15,0 0-2 0,0 0-1 16,0 0 2-16,0 0 0 0,0 0-7 16,0 0 7-16,0 0 0 0,0 0-4 0,0 0 5 15,0 0-1-15,0 0 6 0,0 0 12 16,0 0 10-16,0 0 7 0,0 0 14 0,0 0-2 16,3-9-5-16,-3 9-6 0,1-8-5 15,-1 4-6-15,0 4-31 0,4-12 0 0,-4 10 0 16,0 2 0-16,6-9 0 15,-6 9 0-15,1-8 0 0,-1 8 0 0,0-10 0 0,2 5 0 16,-2 5 0-16,2-9 0 16,0 5 0-16,-2 4 0 0,2-11 0 0,-2 4 0 15,0 2 0-15,0 5 0 0,0-13 0 16,2 6 0-16,-2-2 0 0,0 2 0 0,0-1 0 16,2-1 0-16,-2 2 0 0,0-1 0 15,0 1 0-15,1 0 0 0,-1 7 0 0,0-10 0 16,0 3 0-16,0 7 0 0,0-9 0 15,0 9 0-15,0-9 0 0,0 9 0 0,0-6 0 16,0 6 0-16,0-8 0 0,0 8 0 16,0-6 0-16,0 6 0 0,0 0 0 15,0-9 0-15,0 9 0 0,0 0 0 0,0 0 0 16,0 0 0-16,-1-8 0 0,1 8 0 0,0 0 0 16,0 0 0-16,0 0 0 15,0-6 0-15,0 6 0 0,0 0-17 0,0 0-180 16,0 0-68-16,0 0-80 0,0 0-89 15,0 0-92-15,0 0-116 0,0 0-167 0,3 21 70 16,2-16-695-16,-3 1-885 0</inkml:trace>
  <inkml:trace contextRef="#ctx0" brushRef="#br0" timeOffset="206492.11">22268 8053 3699 0,'-16'-4'-41'0,"3"-1"44"0,1-1 17 0,5 0 47 0,-1 0 33 0,3-2 37 0,-2-1 19 0,6 0 22 0,-1-1 8 0,4 0-5 0,1 0-16 0,6-3-5 15,0 1-5-15,4 2-9 0,-1 2-12 16,1 0-17-16,1 0-7 0,-1 7-11 0,-1 1-20 16,0 4 5-16,1 3-14 0,5 7-7 15,1 7-6-15,-4 5-3 0,-6-2-2 16,-2-2-4-16,-5 2 0 0,-4 2-2 0,-6 10-3 16,-9 6 0-16,-6 3-5 0,-6 1-3 15,-3-2-4-15,-4-3 1 0,3-8-6 0,9-5-3 16,2-9 7-16,9-4 22 0,1-1 15 15,5-7 30-15,1-4 0 0,6-3-16 16,0 0-5-16,0 0-3 0,0 0 17 16,0 0 2-16,18-27-6 0,-11 22-11 0,-1-2-7 15,-1 3-7-15,1-1-8 0,-6 5-4 16,10 0-6-16,-10 0 3 0,17 5-10 0,-7 1-3 16,1 2-4-16,4 3-4 0,2 2-27 15,6 6-43-15,4-2-57 0,4 0-66 0,-3 0-72 16,-2-2-88-16,5-1-108 0,-6-8-98 15,-2 0-135-15,-4-6-103 0,1 0 67 0,5-4-656 16,-1-4-816-16</inkml:trace>
  <inkml:trace contextRef="#ctx0" brushRef="#br0" timeOffset="206775.07">22892 7940 3939 0,'-14'-5'103'16,"2"1"27"-16,2-2 32 0,1 2 31 15,3 2 26-15,6 2 21 0,-10-4 22 0,10 4 12 16,-5-4-5-16,5 4 1 0,0 0 0 16,0 0-14-16,0 0-22 0,29-1-40 0,-29 1-18 15,32 9-23-15,-13 0-14 0,-2 6-13 16,8 4-10-16,-8 8-9 0,-5 4-8 16,-1 1-8-16,-11 6-10 0,1 1-4 15,-1 0-66-15,0 3-11 0,-1-1 0 0,-3-1 0 16,-2 1 0-16,3 0 0 0,-3-2 0 15,0-3 0-15,-2-3 0 0,5-6-167 0,-1-4-89 16,-2-3-72-16,3-3-87 0,1-5-85 16,-5 0-106-16,5-5-185 0,4 0 49 0,-2-7 79 15,0 5-603-15,0-5-727 16</inkml:trace>
  <inkml:trace contextRef="#ctx0" brushRef="#br0" timeOffset="206941.96">22965 8390 3533 0,'-10'-4'93'0,"1"-1"47"15,2 3 42-15,-2-1 44 0,9 3 40 16,-13-3 32-16,13 3 16 0,-9-4-6 0,9 4-31 16,0 0-20-16,-10-8-24 0,10 8-27 15,0 0-36-15,0 0-58 0,0 0-79 0,25-11-110 16,0 5-118-16,9-6-146 0,8 3-154 16,9-8-187-16,8-3-36 0,-7 0 78 0,4-1-550 15,-6-1-656-15</inkml:trace>
  <inkml:trace contextRef="#ctx0" brushRef="#br0" timeOffset="207191.83">23523 8093 3668 0,'0'0'205'0,"-5"-10"24"0,5 10 28 16,-6-8 31-16,6 8 25 0,0 0 6 15,-4-6-6-15,4 6-15 0,0 0 6 0,0 0-9 16,0 0-14-16,0 0-20 0,19 31-7 16,-12-12-9-16,2 1-12 0,-4 1-12 0,1 4-19 15,-4 0-197-15,-2 0-5 0,0 1 0 16,-6-1 0-16,4-2 0 0,-8 8 0 0,6-7 0 15,1-5 0-15,1-2 0 0,-2-3 0 16,2-3 0-16,2 2 0 0,0-1 0 0,2-4 0 16,4 1 0-16,1-3 0 0,3 2 0 15,3-2 0-15,1-2 0 0,1 1 0 16,3 0 0-16,-6-2-129 0,6 1-512 16,-7-1-107-16,-4 0-144 0,2-2 84 0,-9-1-883 15,3 7-1127-15</inkml:trace>
  <inkml:trace contextRef="#ctx0" brushRef="#br0" timeOffset="209941.05">14963 1951 4659 0,'-14'-2'-273'0,"3"2"51"0,4-2 43 0,7 2 49 0,-18-3 38 0,18 3 31 0,-7-3 16 15,7 3 28-15,-8-6 51 0,8 6 24 0,0-9-13 16,0 9-6-16,25-18-7 0,13 5 5 16,23-6-7-16,34-4 4 0,22-1-7 0,18 5 1 15,21 1-18-15,57-5 7 0,-37 12 15 16,66-5-21-16,14 4-7 0,-1 5 9 16,-2 3-7-16,-13 2 9 0,-53 4-8 15,-6-2-6-15,-11 0 1 0,-18 0 5 16,-19 0 5-16,-18-2-1 0,-37 2 4 0,-22 0 15 15,-11 0 13-15,-4 0 18 0,-12 0 7 16,-8 0 5-16,-1 0-8 0,-7-3-4 0,-1 3-9 16,-12 0-6-16,18 0-9 0,-18 0-21 15,14 0-44-15,-14 0-64 0,7 3-83 16,-7-3-80-16,0 0-141 0,0 0-256 0,0 0 54 16,0 0 74-16,0 0-156 0,0 0-175 15</inkml:trace>
  <inkml:trace contextRef="#ctx0" brushRef="#br0" timeOffset="210207.98">18410 1570 2139 0,'0'0'145'16,"0"0"13"-16,-6-3-2 0,6 3 2 16,0 0-6-16,0 0-14 0,0 0-5 15,0 0 4-15,0 0-1 0,20 31-15 0,-1-7-6 16,3 3-1-16,3 8-22 0,0 2-7 15,-3-7-9-15,-10 0-6 0,1-1-8 16,-1 0-5-16,-8-4 13 0,-2-1 2 0,-4-7-10 16,-2 2-3-16,-3 10-6 0,-1-6-5 15,-3-7-8-15,0 3-16 0,-2-3-34 16,1-1-64-16,1-3-80 0,0-3-92 16,0 3-146-16,6-4-265 0,-2-2 50 0,7-6 71 15,0 0-143-15,0 0-174 0</inkml:trace>
  <inkml:trace contextRef="#ctx0" brushRef="#br0" timeOffset="210508.62">19430 1721 2184 0,'-4'-7'177'0,"2"4"-23"16,2 3-21-16,0 0-10 0,0 0 28 0,0 0 66 16,0 0 13-16,-14 20 6 0,11-3 7 15,-1 2-6-15,0 3-2 0,1 5-15 16,-1 5-20-16,2-1-16 0,2-5-20 0,0 1-3 16,0-3-22-16,0 0-11 0,0 1-15 15,2-7-16-15,-2 1-21 0,0-5-35 16,0-1-41-16,-2-2-47 0,4-4-72 15,-4 0-110-15,2-7-148 0,0 0-194 0,0 0-165 16,0 0 70-16,17-14-388 0,-2-1-526 16</inkml:trace>
  <inkml:trace contextRef="#ctx0" brushRef="#br0" timeOffset="211057.72">20030 1637 2810 0,'0'0'34'0,"0"0"22"0,0 0-14 15,0 0 10-15,0 0 81 0,0 0 45 0,0 0 40 16,0 0 33-16,-12 24 9 0,10-17 8 16,1 1-2-16,1-8-22 0,-4 12-10 15,2-8-28-15,2-4-8 0,-2 10-14 16,2-10 1-16,0 9-12 0,0-9-1 16,0 0-3-16,0 10 5 0,0-10 1 0,0 0-1 15,0 0-11-15,0 0-18 0,0 0-15 16,0 0-14-16,16-20-13 0,-10 4-12 0,-3-3-12 15,5-1-10-15,-5-2-9 0,1-4-7 16,-2 2-6-16,-2 3-6 0,0 1-9 16,0 3-5-16,-4 1-7 0,0 3-1 0,-3 1-13 15,-4 2 1-15,-5 5 5 0,3 5-1 16,-6 4-5-16,-2 3 0 0,-10 7-3 16,7 5-2-16,-1 3 1 0,2 4 0 0,2 1-4 15,4 0 4-15,3 2 1 16,5-1-2-16,5-3 1 0,3-2-1 0,1-4 5 15,3 3-2-15,7-1-2 0,3 4 4 16,2 1 4-16,3 0-4 0,-2-2-4 0,4-2-1 16,-4 0 3-16,-2-3-3 0,-3-3 0 15,0 1-2-15,-4 1 3 0,-2-5-3 16,-1 3 6-16,-2-2 8 0,-2 1 3 0,-2-1-16 16,-2-3 0-16,-1 5 0 0,-4-1 0 15,-3 1 0-15,-3-1 0 0,-3-3 0 0,2 0 0 16,-16 1 0-16,10-4 0 0,-1 0 0 15,0-6 0-15,0 2 0 0,2-2 0 16,0-3 0-16,6 0 0 0,-2-1 0 16,2-4 0-16,-1-2 0 0,5 0 0 0,1-5 0 15,5 0-288-15,3-2-364 0,4-1-153 16,3-5-124-16,15-5 88 0,1 2-749 16,6-1-1032-16</inkml:trace>
  <inkml:trace contextRef="#ctx0" brushRef="#br0" timeOffset="211424.19">20413 1711 4283 0,'12'-9'-80'0,"-7"2"42"0,3 2 31 0,-5 3 43 0,-3 2 17 16,7-6 4-16,-7 6-17 0,0 0 17 0,0 0 23 16,7 17 8-16,-9-3 3 0,2 3 2 15,-3 5 3-15,-6 9 11 0,-3 0 1 16,-4 0 1-16,-8 7-5 0,-5-3-9 0,1 2 2 15,6-8-17-15,6-4-8 0,-2 0 0 16,7-3 7-16,3-3-7 0,4-2 1 0,4-3 2 16,4-1-9-16,4 1 0 0,3-6 0 15,9 3-5-15,-6-8-8 0,8-1 29 16,-6-2 59-16,4-5 29 0,-3-4 37 0,0-3 18 16,-3-1 10-16,-9-7-11 15,-1 20-7-15,-149-246 169 16,100 212-386-16,0 5 0 15,2 0 0-15,-2 5 0 0,15 7 0 16,1 0 0-16,9 5 0 0,4 4 0 0,5 2 0 16,3-2 0-16,0 4 0 0,7-1 0 15,1 5 0-15,12-13 0 0,6 6-1036 16,16 0-509-16,11 5-182 0,0-1 352 16,5 3-451-16</inkml:trace>
  <inkml:trace contextRef="#ctx0" brushRef="#br0" timeOffset="211707.58">19659 2428 7309 0,'-30'38'24'0,"-9"-3"-7"15,6-4-8-15,-1-4-19 0,2 2-80 16,7-4-76-16</inkml:trace>
  <inkml:trace contextRef="#ctx0" brushRef="#br0" timeOffset="212924.17">20357 1485 170 0,'12'-10'229'0,"-1"-1"-17"0,0 1-8 0,-2 0-13 0,0 0-3 0,3-2 12 0,-3 3 9 0,-1 1 2 0,-3-2 9 0,4 3-6 0,-6 1-1 0,3 0-13 0,-6 6-27 0,4-8-13 0,-4 8-22 0,0 0 15 0,0 0 20 16,-24 17 13-16,0 5 9 0,-13 13 13 0,-4 8 15 16,-16 11 12-16,-1 5 17 0,-3-2 8 15,-3 1 3-15,1 0 4 0,0-3-18 0,0 0-20 16,0-1 7-16,4-1-13 0,15-10-18 16,1-3-18-16,5-1-20 0,2-2-17 15,2-3-15-15,7 0-12 0,4-7-13 16,-1-1-12-16,7 0-10 0,-2-3-3 15,6-6-13-15,1-3-9 0,5-2-22 0,0 1-33 16,-2-5-51-16,4 0-57 0,-1-3-56 16,4-2-61-16,2-3-104 0,0 0-105 0,0 0-114 15,4-26-140-15,4 3-146 0,4-8 66 16,4-15-582-16,4-3-799 0</inkml:trace>
  <inkml:trace contextRef="#ctx0" brushRef="#br0" timeOffset="213142.84">19636 1535 3853 0,'-4'-14'-49'0,"4"3"32"0,-2 3 44 0,2 8 38 16,0-10 26-16,0 10 12 0,0 0 0 15,0 0 59-15,0 0 46 0,10 24 35 16,2 8 22-16,10 13 12 0,8 8-15 0,16 14-8 16,3 1-8-16,11 6-25 0,2-2-20 15,1 2-18-15,6-2-13 0,-6-7-17 0,0-2-17 16,-4-5-25-16,-14-16-37 0,-2-5-58 15,-5 0-82-15,-6-6-90 0,-7-7-82 16,0-6-93-16,-5 1-91 0,-6-7-120 0,-1-5-247 16,-4-2 28-16,2-5 86 15,-6 2-474-15,-5-2-616 0</inkml:trace>
  <inkml:trace contextRef="#ctx0" brushRef="#br0" timeOffset="-127374.08">21743 7821 159 0,'-5'-6'83'0,"-1"1"-9"0,2 2-18 0,4 3 11 0,-10-5-8 0,10 5 14 0,-4-4 10 15,4 4 3-15,0 0 20 0,-7-3 14 16,7 3 19-16,0 0 12 0,0 0 6 0,0 0 7 16,0 0 1-16,-5-7-4 0,5 7-15 15,0 0-7-15,0 0-9 0,0 0-6 16,0 0-9-16,0 0-12 0,1-7-12 15,-1 7-2-15,0 0-10 0,10-7-9 0,-10 7-8 0,12-7-7 16,-7 4-4-16,4 0-6 16,1-1-4-16,2-1-5 0,1 2-6 0,-1-1 6 15,-3 1-8-15,-2 1-8 0,-7 2 1 16,14-4-7-16,-14 4 1 0,9 0 1 0,-9 0-5 16,0 0-2-16,4 9 3 0,-4-9-4 15,-4 8 3-15,4-8-22 0,-9 14-32 16,3-7-37-16,-2 3-44 0,5-1-46 0,-7 2-58 15,7 0-57-15,1-2-171 0,-7-1-28 16,6 3-70-16,-5-4-57 0</inkml:trace>
  <inkml:trace contextRef="#ctx0" brushRef="#br0" timeOffset="-126190.34">18921 8022 1496 0,'14'-7'-8'0,"-7"3"20"0,0-1 16 0,2 2 3 0,-9 3-4 0,7-3 6 0,-7 3 33 0,0 0 16 16,9 15 23-16,-9-1 10 0,-3 4 17 0,-7 13 5 16,-3 3 6-16,-9 7-5 15,2 0 8-15,-5 4-9 0,-2-2-15 0,0-2-8 16,3 1-11-16,1-2-3 0,-2 1-3 15,0-5-5-15,4-4-1 0,3-6-12 16,0 2-4-16,3-4-8 0,3-3-8 0,1-6-7 16,6-1-4-16,-4-2-1 0,4-2-4 15,-1-1 1-15,5-1-10 0,-3-1-2 0,0 0 0 16,4-7-1-16,2 8-1 0,-2-8-6 16,17 5 3-16,-2-3-8 0,10-2-1 15,8 2-2-15,17-4-2 0,20 0-3 16,9 1-2-16,11-1 1 0,24 4-4 0,6-1-2 15,2 5 0-15,0 1 9 0,-2-1-2 16,2 3-5-16,4 3-2 0,3 0-3 0,3 0 4 16,0 3-1-16,2-1-6 0,-3 3 8 15,-2-2-4-15,-1-1 1 0,-5 0 0 0,6 1 2 16,-3-1-6-16,-6-1-6 0,-7 3 9 16,0 0 2-16,-11-2-4 0,-5 3 3 0,-25-7-1 15,-4 2 4-15,-7-2-5 16,-4 0 2-16,-11-3-2 0,0-1-5 0,-4-3 6 0,0 0 0 15,1-1 0-15,3-2 2 16,2-2 4-16,13-1 10 0,6 0 1 0,3-1 1 16,7 1-1-16,2-3-1 0,5 3-3 15,-1 3 1-15,-8-2-2 0,-4 2-1 0,-4 0 0 16,-20 2 17-16,-3-4 9 0,-8 4 10 16,-7-2 4-16,2 0-3 0,-5-2 0 15,3 1 0-15,-2-1 3 0,-1-1 6 0,0-1 1 16,-1-1 4-16,8-5-6 0,-5-4-4 15,-3-6 2-15,0-1-2 0,-4-6-6 0,0-12-4 16,-4-7-7-16,-2-7-3 0,-3-7-5 16,1-2-1-16,-2-2-3 0,-1-6-6 15,0-1-2-15,1-2 0 0,1 1-2 16,-3 4-2-16,-4 1-4 0,1 6 0 0,-3 3-4 16,-3 12 1-16,-9 5-4 0,-3-7 1 15,-8 4-4-15,-9 5 0 0,-1 3 1 0,-8 3-3 16,-3 6 2-16,-7 2 0 0,-4 6-1 15,-1 1 0-15,-2 7 3 0,-1 1 0 0,8 6-13 16,3 4-30-16,1 2-32 0,0 4-35 16,3 4-50-16,-9 2-49 0,2 7-47 0,2 4-56 15,-2-2-69-15,7 4-123 0,-7 4-137 16,-3 0 74-16,-3-3-284 0,-1 4-335 16</inkml:trace>
  <inkml:trace contextRef="#ctx0" brushRef="#br0" timeOffset="-125240.46">22010 8367 2169 0,'6'-13'-50'0,"-6"1"29"0,-2 2 5 0,-6 4 40 0,-1 1 33 0,-6-1 27 0,-7 6 31 15,-5-2 21-15,-14 0 12 0,-2 4 5 16,-6 0-8-16,2 4-15 0,-12 1-7 0,-2 1-18 15,2 1-3-15,4 3-11 0,-4 0-3 16,3-2-12-16,4 1-11 0,9-1-5 0,1-2-1 16,4-1-9-16,3-1-6 0,7-2-9 15,7-2-24-15,0-4-22 0,5-1-26 16,4-4-31-16,0-3-27 0,4-5-16 16,6-1-18-16,2-4-3 0,10-13 4 0,11-10 11 15,4-2 11-15,9 4 12 0,7 3 6 16,0 3 21-16,3 6 28 0,-6 6 24 15,-7 8 11-15,-9 5 9 0,-3 6 17 0,-1 6 23 16,-3 5 27-16,0 7 7 0,4 11 5 16,-1 6 26-16,0 8 1 0,1 6 14 0,4 1-1 15,2 4-5-15,-1 2-9 0,9-1-9 16,-5-1-12-16,3-3-1 0,-3-4-12 0,-3-5-6 16,-3-9-4-16,-6-4-9 0,-2-8-2 15,-3-5-3-15,-1-4-6 0,-2-3-4 0,-3-5-3 16,-5 0-10-16,13-10-10 0,-2-4-3 15,0-13-16-15,1-7-21 0,1-15-30 16,-1-2-13-16,4-6-7 0,1-4 7 16,-2 1 6-16,-5 3 2 0,-5 14 7 0,0 5 6 15,-5 11 0-15,-5 5 6 0,3 5 0 16,-7 5 6-16,2 5 15 0,-7 4 15 16,14 3 6-16,-32 11 11 0,9 7 4 0,0 4 17 15,6 5-6-15,2 6 10 0,1 3-3 16,7 4-2-16,1 3-2 0,4 0-2 0,6 1-3 15,0-7 2-15,-1-1-9 0,-1-12 0 16,2-3-3-16,-2-6 18 0,-2-3 25 0,4-2-4 16,-4-7-9-16,0-3-5 0,0 0-6 15,0 0-7-15,2-25-2 0,-2 8-4 0,-4-7-3 16,-2-7-1-16,2 4-3 16,-1 5-5-16,-1 1 3 0,3 4-6 0,-4 2-2 15,3 4-5-15,1 3 2 0,-5 4-21 16,3 2-42-16,5 2-35 0,0 0-49 0,-16 14-51 15,14-3-53-15,2 6-71 0,6 5-130 16,2 10-147-16,5 3 63 0,1 0-223 0,1 0-244 16</inkml:trace>
  <inkml:trace contextRef="#ctx0" brushRef="#br0" timeOffset="-124974.33">21345 8303 1813 0,'0'0'-171'0,"0"0"49"0,0 0 22 0,0 0 29 0,0 0 17 0,0 0 6 0,0 0 2 0,0 0 8 0,16 25 6 0,-7-13-2 16,0 5-13-16,9 5-49 0,-2 4-159 15,6 0 17-15,-5 0 81 0</inkml:trace>
  <inkml:trace contextRef="#ctx0" brushRef="#br0" timeOffset="-119623.6">20247 8379 765 0,'0'0'70'0,"12"16"19"0,-12-16 4 0,0 0 4 0,0 0 0 16,12 1 2-16,-12-1 4 0,0 0 5 0,18-1-2 15,-18 1 1-15,19-2 5 0,-9-1-17 16,0 1-7-16,3 0-8 0,-2 1-8 16,-1-1-6-16,-1-2-6 0,0 3-8 0,-9 1-4 15,18-4-4-15,-11 1-4 16,1 1 1-16,-8 2-8 0,16-8-3 0,-9 5-2 0,-2 1-3 16,-5 2-5-16,9-4-3 0,-9 4 5 15,0 0-10-15,0 0-1 0,0 0 0 16,0 0-1-16,0 0 2 0,-56 12-7 15,28-2 4-15,-3 2 0 0,4 2-1 0,2 1 2 16,4-1-1-16,6-2 4 0,4 0 1 16,-1 0 0-16,3 0 2 0,4 0 4 0,1-2 12 15,2-1 17-15,4-1 4 0,0 0 3 16,3-1-6-16,3-1-3 0,4 0-3 16,-1-4-7-16,4-2-2 0,-2 0-3 15,0 0-4-15,3-6 1 0,-1-2-7 16,-1 1-4-16,-3-3 0 0,-4 0 0 0,3 2-6 15,-4 1 0-15,-2 0-6 0,-3 2 0 16,-1 5 3-16,-5-7-2 0,5 7-1 0,-20-3-2 16,9 1 3-16,11 2 0 0,-23 3-4 15,12-1 0-15,1 0-1 0,1 1-1 0,1 1 3 16,1-1 0-16,7-3-3 0,-14 5-1 16,10-1 5-16,4-4-1 0,-7 3 0 0,7-3 0 15,0 0 3-15,0 0 0 0,0 0-4 16,0 0 0-16,0 0-1 0,0 0 2 0,36-7 0 15,-27 5 0-15,0-2 1 0,-2 0-5 16,-1 0-1-16,-6 4-2 0,9-5 1 16,-9 5-3-16,0 0 1 0,0 0 1 0,0 0 0 15,0 0 2-15,0 0 1 16,-36 5 0-16,28-3-4 0,1 2 4 0,-1-1-2 16,8-3 1-16,-10 7-2 0,10-7 5 15,-9 4-2-15,9-4 0 0,-3 4 1 0,3-4 1 16,0 0 3-16,0 0-5 0,0 0 3 15,18 5 1-15,-18-5 3 0,19-3-3 0,-8 1-3 16,3-2 4-16,-3-2-5 0,2 0 4 16,-1-2-4-16,-2 3-2 0,-3 0-2 0,0 2-3 15,-7 3 4-15,0 0-1 0,0 0-3 16,0 0 5-16,-29-3-2 0,11 4 2 16,4 4 1-16,-2 0 0 0,1 2-21 15,-1 0-18-15,3 0-15 0,1 0-21 0,3-1-24 16,4 2-24-16,-6-2-25 0,8 0-28 15,-3 0-34-15,4-3-29 0,2-3-55 16,-2 9-139-16,2-9-129 0,0 7-64 0</inkml:trace>
  <inkml:trace contextRef="#ctx0" brushRef="#br0" timeOffset="-117859.11">26298 12016 1508 0,'-6'-13'-32'0,"2"1"9"0,1 1 18 0,-1 4 8 0,0 0 1 0,3 1 4 0,1 6-3 16,-2-8 5-16,2 8-10 0,-5-6-2 16,5 6 16-16,0 0 16 0,0 0 13 0,0 0 9 15,0 0-2-15,5 22-6 0,0-7 3 16,6 12-7-16,7 0-4 0,0 4-7 0,7 6 6 15,8 1-25-15,1 0-37 0,5-1-41 16,0-1-49-16,7 3-45 0,4-4-99 0,1-2-172 16,7 1 59-16</inkml:trace>
  <inkml:trace contextRef="#ctx0" brushRef="#br0" timeOffset="-117708.55">27296 12724 1230 0,'11'9'36'0,"-2"-4"5"0,-4 0 2 16,-1-2-1-16,-4-3 11 0,7 6 13 15,-7-6 16-15,0 0 10 0,9 5 0 16,-9-5-1-16,11 8-12 0,-2-2-8 0,5 0-7 16,4 1-13-16,9 5-39 0,4 2-55 0,3 0-65 15,8 7-68-15,5 6-51 0,9 2-314 16,19 10-45-16</inkml:trace>
  <inkml:trace contextRef="#ctx0" brushRef="#br0" timeOffset="-117542.52">28485 13470 1491 0,'0'0'14'0,"0"0"11"16,0 0 10-16,0 0 13 0,0 0 6 15,0 0-1-15,0 0-2 0,0 0-5 0,0 0-4 16,0 0-21-16,0 0-39 0,0 0-42 16,25-4-59-16,-17 8-112 0,2 0-263 15,-1-2 0-15</inkml:trace>
  <inkml:trace contextRef="#ctx0" brushRef="#br0" timeOffset="-36891.24">11341 3906 1541 0,'3'-11'403'0,"1"1"-111"0,-2 2-55 0,2 1-26 0,-3 0-15 16,-1 7 17-16,4-12-8 0,-4 12-10 15,2-9-7-15,-2 9-16 0,2-7-23 16,-2 7-14-16,0 0 19 0,0 0-1 0,3 23-9 15,-3-4-3-15,-1 6 7 0,-7 11-6 16,3 6-4-16,-3-3-9 0,0 4-13 0,2-5-4 16,1 4 3-16,-1-2-16 0,1-2-6 15,1-3-8-15,1-6-7 0,3-4-9 0,0-4-6 16,-1-3-4-16,1-1-4 16,1-1-3-16,-1-4-6 0,0 0 3 15,0-3 23-15,0 1 22 0,3-3 16 0,-3-7-3 16,8 6-9-16,-8-6-8 0,11 2-11 15,-11-2-7-15,17 0-8 0,-4 0-5 0,-13 0-9 16,34-2-2-16,-7 2-10 0,14-2-4 16,2 1-3-16,7 1 0 0,13-2-4 0,11 2-4 15,6 0-9-15,8 2-11 0,5-1-32 16,26-1-5-16,-4 2-18 0,-2 2-8 0,-26-2 6 16,-1 3 6-16,-8-2 5 0,-7-1 3 15,-8-1 5-15,-18 1 8 0,-2-2 1 16,-15 0 5-16,-1 0 1 0,-7-2 3 15,0 1-3-15,-4 1 16 0,-2-2 15 16,1 0 4-16,-1 2 9 0,-1-1 9 0,-1-1-5 16,-12 2-4-16,20-4 2 0,-8 4-9 15,-12 0-1-15,19-1 4 0,-19 1-6 0,15 0 2 16,-15 0-4-16,15 0-4 0,-15 0 3 16,0 0-1-16,20 0 25 0,-20 0 30 0,0 0 29 15,14-6 0-15,-9 3-4 16,-5 3 8-16,7-15 1 0,-3 1-4 0,2-6 4 15,-1-13 4-15,-1-6-60 0,-1-6-43 0,0-15 0 16,3 0 0-16,-2 3 0 16,-3 14 0-16,1 2 0 0,0 10 0 0,-2 7 0 15,0 4 0-15,0 3 0 0,0 3 0 16,0 0 0-16,0 2 0 0,0 3 0 0,-2 1 0 16,0 3 0-16,1 0 0 0,1 5-230 15,0 0-150-15,-10-4-110 0,10 4-105 0,0 0-191 16,-17 14-52-16,9-6 87 0,-4 1-651 15,-10 11-853-15</inkml:trace>
  <inkml:trace contextRef="#ctx0" brushRef="#br0" timeOffset="-36407.64">11590 4063 3555 0,'11'-8'-99'0,"-3"5"40"0,-2-3 14 0,0 2 9 0,-6 4 13 0,0 0 34 0,0 0 42 0,0 0 50 0,-35 32 22 15,3-3 22-15,-3 3 13 0,-7 8 7 16,1-2-3-16,-2 2-8 0,5-3-2 15,1-2-10-15,2-1-9 0,3-2-8 16,13-9-10-16,-3 0-14 0,9-7-9 0,1-3-9 16,3-2-6-16,4-5-6 0,1 2-8 15,-2-3-7-15,6-5-2 0,0 0-29 16,0 0-37-16,0 0-44 0,0 0-44 0,8-25-78 16,-1 12-74-16,5-6-82 0,1-6-110 15,3 2-187-15,0 0-11 0,2 0 82 0,2 3-295 16,3-2-337-16</inkml:trace>
  <inkml:trace contextRef="#ctx0" brushRef="#br0" timeOffset="-36174.67">11954 4005 2744 0,'11'-5'233'0,"-2"1"-8"16,-9 4 5-16,0 0 36 0,0 0 46 0,0 0 16 15,-13 25 3-15,-6-4 0 0,-3 2-14 16,-1 5-20-16,-10 1-18 0,1 3-18 15,2-1-21-15,5-5-22 0,-2-1-21 0,-2-2-23 16,4 0-16-16,0-5-15 0,5 3-18 16,2-8-14-16,7-1-28 0,-1-3-46 0,3-2-58 15,0-1-69-15,3 1-63 16,0-3-83-16,6-4-107 0,0 0-114 0,0 0-98 16,0 0-108-16,8-25-105 0,13 3 63 0,3 1-536 15,14-8-703-15</inkml:trace>
  <inkml:trace contextRef="#ctx0" brushRef="#br0" timeOffset="-35991.79">12108 4062 3472 0,'13'-7'57'0,"-3"4"32"16,-4 1 2-16,-6 2 34 0,0 0 46 15,0 0 38-15,0 0 15 0,-2 21 1 0,-3-4-9 16,-7 0-16-16,-10 8-13 0,2 1-16 16,-3 0-22-16,-2-1-14 0,2 1-10 0,1-2-14 15,-1-1-21-15,1-3-28 0,4-4-49 16,6-2-63-16,3-6-73 0,1 0-86 15,5-2-102-15,-2-3-114 0,5-3-140 16,0 0-145-16,0 0 67 0,35-25-407 16,3-2-522-16</inkml:trace>
  <inkml:trace contextRef="#ctx0" brushRef="#br0" timeOffset="-35807.89">12558 3990 3176 0,'11'-6'129'15,"-3"3"-1"-15,-8 3 21 0,0 0 57 16,0 0 38-16,2 14 11 0,-2-14-2 0,-13 28 5 15,3-9-29-15,-7 6-21 0,-1 2-17 16,2 1-12-16,-4-2-25 0,0-1-21 0,2-1-14 16,-1-3-24-16,2-4-48 0,3-2-68 15,2-2-77-15,-6-2-95 0,5-3-131 16,-3-2-138-16,2-2-180 0,1-4-72 16,-7-2 79-16,3-4-407 0,-4-2-516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8T03:37:21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2554 83 2552 0 0,'9'-39'3232'0'0,"-6"17"-1886"0"0,-3 20-1087 0 0,1-10 335 0 0,-1 12-550 0 0,0 0 1 0 0,0-1-1 0 0,0 1 0 0 0,0 0 0 0 0,0 0 1 0 0,0 0-1 0 0,0-1 0 0 0,0 1 1 0 0,0 0-1 0 0,0 0 0 0 0,0 0 0 0 0,0-1 1 0 0,0 1-1 0 0,0 0 0 0 0,0 0 1 0 0,0-1-1 0 0,0 1 0 0 0,0 0 0 0 0,0 0 1 0 0,0 0-1 0 0,0-1 0 0 0,-1 1 1 0 0,1 0-1 0 0,0 0 0 0 0,0 0 0 0 0,0 0 1 0 0,0-1-1 0 0,0 1 0 0 0,0 0 1 0 0,-1 0-1 0 0,1 0 0 0 0,0 0 0 0 0,0 0 1 0 0,0-1-1 0 0,-1 1 0 0 0,1 0 1 0 0,0 0-1 0 0,0 0 0 0 0,0 0 0 0 0,-1 0 1 0 0,1 0-1 0 0,0 0 0 0 0,0 0 1 0 0,0 0-1 0 0,-1 0 0 0 0,1 0 0 0 0,0 0 1 0 0,0 0-1 0 0,0 0 0 0 0,-1 0 1 0 0,1 0-1 0 0,0 0 0 0 0,0 0 0 0 0,-1 0 1 0 0,1 0-1 0 0,-217 184 2037 0 0,33-26-676 0 0,-117 95 607 0 0,-318 345 1 0 0,562-537-1793 0 0,3 3 0 0 0,2 1 0 0 0,4 4 0 0 0,2 1 0 0 0,3 2 0 0 0,-45 106 0 0 0,17-26 246 0 0,-106 167 0 0 0,67-128 179 0 0,-21 10 47 0 0,16-28-109 0 0,45-60-247 0 0,-61 111 896 0 0,97-160 1025 0 0,32-62-1886 0 0,-1-11-12352 0 0,-2-2 10984 0 0,4-1-4434 0 0,1-5-866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8T03:37:23.9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176 0 12401 0 0,'-27'13'881'0'0,"-48"16"0"0"0,5-3 2630 0 0,66-24-1697 0 0,12 0-1298 0 0,26 6-78 0 0,-1-1-1 0 0,2-2 0 0 0,67 2 0 0 0,-72-7-284 0 0,0 1-1 0 0,-1 2 1 0 0,1 0-1 0 0,-1 3 0 0 0,1 0 1 0 0,-1 2-1 0 0,29 12 1 0 0,-53-17-123 0 0,1 0 1 0 0,0 1-1 0 0,-1 0 1 0 0,0 0-1 0 0,0 0 1 0 0,0 1-1 0 0,0 0 0 0 0,-1 0 1 0 0,0 0-1 0 0,0 0 1 0 0,0 1-1 0 0,-1 0 1 0 0,0-1-1 0 0,0 1 1 0 0,0 0-1 0 0,-1 1 1 0 0,1-1-1 0 0,-1 0 1 0 0,-1 1-1 0 0,0-1 0 0 0,0 1 1 0 0,0-1-1 0 0,0 1 1 0 0,-2 13-1 0 0,0 11 214 0 0,-2 0 0 0 0,-1 1 0 0 0,-16 55 0 0 0,17-76-160 0 0,-85 260 1951 0 0,59-195-993 0 0,4 1 0 0 0,-30 152 0 0 0,54-221-1393 0 0,-6 48 1456 0 0,6-37-3321 0 0,0 0-3591 0 0,6-23 2878 0 0,19-21-758 0 0,3-9-3564 0 0,-9 11 288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8T03:37:24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14 14313 0 0,'0'-14'1612'0'0,"1"20"451"0"0,-2 21-808 0 0,-4 2-738 0 0,1-1 0 0 0,1 1 0 0 0,2 0 0 0 0,1 0-1 0 0,1-1 1 0 0,1 1 0 0 0,2 0 0 0 0,8 32 0 0 0,-10-53-438 0 0,21 56 577 0 0,-22-60-607 0 0,1 0 1 0 0,0-1-1 0 0,1 1 0 0 0,-1-1 1 0 0,0 0-1 0 0,1 0 1 0 0,0 0-1 0 0,0 0 0 0 0,0 0 1 0 0,0-1-1 0 0,0 1 0 0 0,0-1 1 0 0,7 4-1 0 0,-8-6-36 0 0,0 1 1 0 0,1-1-1 0 0,-1 0 0 0 0,0 0 1 0 0,0 1-1 0 0,0-2 0 0 0,0 1 1 0 0,0 0-1 0 0,0 0 0 0 0,0-1 1 0 0,0 1-1 0 0,0-1 0 0 0,0 1 1 0 0,0-1-1 0 0,0 0 1 0 0,0 0-1 0 0,0 0 0 0 0,0 0 1 0 0,2-2-1 0 0,33-26 105 0 0,-35 27-101 0 0,48-50 88 0 0,-39 39-111 0 0,2 0 1 0 0,-1 0-1 0 0,1 1 0 0 0,24-16 0 0 0,-35 27 83 0 0,14 21 243 0 0,-14-11-226 0 0,0 0 0 0 0,0-1 0 0 0,-1 1-1 0 0,0 0 1 0 0,-1 0 0 0 0,0 0 0 0 0,-1 13-1 0 0,0 10 167 0 0,3 13 73 0 0,12 196 792 0 0,-9-191-926 0 0,9 64-55 0 0,5-27-4277 0 0,-19-82 3037 0 0,-18-29-20826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18T03:37:25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145 362 12805 0 0,'-25'-2'-198'0'0,"9"2"102"0"0,0-2 0 0 0,1 0 0 0 0,-1 0 0 0 0,1-1 0 0 0,-23-9 0 0 0,35 12 182 0 0,12-4 8 0 0,41-11-17 0 0,2 2 0 0 0,0 3 0 0 0,106-8 0 0 0,-119 14-53 0 0,1004-79 120 0 0,-146 14-918 0 0,-7-40-305 0 0,-865 104 1193 0 0,-14 2-17 0 0,1 1 1 0 0,-1 0-1 0 0,0 1 1 0 0,21 0-1 0 0,-30 1-61 0 0,0 1 0 0 0,0-1 0 0 0,0 0 0 0 0,0 1 0 0 0,0-1 0 0 0,0 1 0 0 0,0 0 0 0 0,0-1-1 0 0,0 1 1 0 0,0 0 0 0 0,0 0 0 0 0,0 0 0 0 0,-1 1 0 0 0,1-1 0 0 0,0 0 0 0 0,-1 1 0 0 0,1-1 0 0 0,-1 1 0 0 0,1-1-1 0 0,-1 1 1 0 0,0 0 0 0 0,0 0 0 0 0,0-1 0 0 0,0 1 0 0 0,0 0 0 0 0,0 0 0 0 0,0 0 0 0 0,-1 0 0 0 0,1 0 0 0 0,0 4-1 0 0,2 21 307 0 0,-2 0-1 0 0,0 0 0 0 0,-2 0 0 0 0,-1 0 0 0 0,-11 51 0 0 0,2-4 156 0 0,-5 55 262 0 0,-29 371 2466 0 0,44-352-2349 0 0,-14 280 1990 0 0,15-419-2763 0 0,-1 1 0 0 0,-1 0 1 0 0,0 0-1 0 0,-1-1 0 0 0,1 1 0 0 0,-2-1 0 0 0,1 1 0 0 0,-2-1 1 0 0,-8 15-1 0 0,8-18-51 0 0,1 0 0 0 0,-1-1 0 0 0,0 1 0 0 0,-1-1 0 0 0,1 0 0 0 0,-1-1 0 0 0,0 1 0 0 0,0-1 0 0 0,-1 0 0 0 0,1-1 0 0 0,-1 1 0 0 0,0-1 0 0 0,-14 4 0 0 0,-67 13 153 0 0,0-4 0 0 0,-177 10-1 0 0,145-17-121 0 0,-1082 120 258 0 0,210-19 449 0 0,976-108-672 0 0,1-1 0 0 0,-1 0 0 0 0,0-1 1 0 0,1 0-1 0 0,-1-2 0 0 0,-15-2 0 0 0,26 2-87 0 0,1 1-1 0 0,0-1 0 0 0,-1 0 0 0 0,1 0 1 0 0,0 0-1 0 0,0 0 0 0 0,0-1 0 0 0,1 0 1 0 0,-1 1-1 0 0,1-1 0 0 0,-1-1 0 0 0,1 1 1 0 0,0 0-1 0 0,0-1 0 0 0,0 0 1 0 0,1 0-1 0 0,-1 0 0 0 0,1 0 0 0 0,0 0 1 0 0,0 0-1 0 0,0 0 0 0 0,1-1 0 0 0,0 1 1 0 0,-2-6-1 0 0,0-9 12 0 0,0 0-1 0 0,0 1 1 0 0,2-2-1 0 0,1 1 1 0 0,2-30 0 0 0,20-97 53 0 0,-20 133-85 0 0,275-1023-1695 0 0,-217 855-737 0 0,-55 156 166 0 0,-5 25 2182 0 0,0 0 1 0 0,0 0-1 0 0,0-1 1 0 0,0 1-1 0 0,-1 0 1 0 0,1 0-1 0 0,0 0 0 0 0,0 0 1 0 0,0 0-1 0 0,0 0 1 0 0,0 0-1 0 0,-1 0 1 0 0,1 0-1 0 0,0 0 1 0 0,0-1-1 0 0,0 1 1 0 0,0 0-1 0 0,-1 0 1 0 0,1 0-1 0 0,0 0 1 0 0,0 0-1 0 0,0 0 1 0 0,-1 0-1 0 0,1 0 1 0 0,0 0-1 0 0,0 1 1 0 0,0-1-1 0 0,0 0 1 0 0,-1 0-1 0 0,1 0 1 0 0,0 0-1 0 0,0 0 1 0 0,0 0-1 0 0,0 0 1 0 0,0 0-1 0 0,-1 0 1 0 0,1 0-1 0 0,0 1 1 0 0,0-1-1 0 0,0 0 1 0 0,0 0-1 0 0,0 0 1 0 0,0 0-1 0 0,0 0 1 0 0,-1 1-1 0 0,1-1 0 0 0,0 0 1 0 0,0 0-1 0 0,0 0 1 0 0,0 0-1 0 0,0 1 1 0 0,0-1-1 0 0,0 0 1 0 0,0 0-1 0 0,0 0 1 0 0,-25 43-5286 0 0,0 27-645 0 0,14-21 1358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20:39.4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4646 11313 1873 0,'3'4'221'0,"-3"-4"-70"0,0 0-37 0,0 0-11 0,0 0 6 0,0 0 11 0,0 0 2 0,0 0 10 16,2 6 13-16,-2-6-1 0,0 0 3 15,0 0-8-15,0 0 4 0,0 0-2 0,0 0-4 16,0 0-1-16,0 0-3 0,0 0 0 16,0 0-3-16,0 0-2 0,0 0-4 0,0 0-5 15,0 0-3-15,0 0-5 16,0 0-4-16,0 0-3 0,0 0-6 0,0 0-4 16,-23 4-5-16,23-4 1 0,0 0 2 15,-17 0-2-15,17 0 1 0,-15 0 1 16,15 0-6-16,-19-2-11 0,19 2-5 0,-21 0-1 15,8 2-6-15,-1-2-3 0,-1 0-9 16,-2 2-6-16,2-1 4 0,1 1 4 0,1 1-7 16,-1-3 3-16,1 0-4 0,0 2-2 15,13-2 3-15,-23 3-7 0,11-3 7 0,12 0 1 16,-18 2-6-16,18-2-1 0,-20 2-5 16,11-2 1-16,9 0 0 0,-17 3-6 0,7 0-6 15,10-3-4-15,-19 2 1 16,10 0-1-16,9-2-8 0,-18 6 0 0,11-2 4 15,0-1-10-15,-6-1 1 0,6 2 1 16,-2-1 8-16,3 2-12 0,-2-3 13 16,8-2-15-16,-15 7 1 0,10-4 0 0,-1 1 3 15,6-4-6-15,-12 7 4 0,8-4-5 16,-1 0 8-16,-1 3 0 0,1 0-7 0,-2-3 2 16,2 2-7-16,-1 0 8 0,3-1-4 15,-3 2 4-15,2 0-3 0,-2 0 4 0,0 0-5 16,1 0 0-16,1-1 3 15,0 1-2-15,1-1 0 0,-6 2 0 0,7-2-2 16,-3 2 7-16,3-1-11 0,-2-1 11 16,1 1-7-16,1-1 2 0,0 0-4 0,2-5 7 15,-6 9-10-15,4-3 0 0,0-1 14 16,2-5-11-16,-4 9 7 0,2-4-7 16,2-5 2-16,-3 10-2 0,1-6 0 0,2-4 1 15,-4 10 1-15,2-5 10 0,2-5-7 16,0 11-1-16,-2-7-1 0,2-4-3 0,0 12-3 15,0-8 7-15,0-4-4 0,0 10 4 16,0-10 8-16,0 11-11 0,2-6 0 0,-2-5 8 16,2 13 0-16,-2-9-8 15,0-4 2-15,0 8 2 0,0-8-1 0,0 11-1 16,0-5 4-16,0-6 1 0,0 10-3 16,0-5-5-16,0 1 1 0,2 2 7 0,-2-8 3 15,0 10-10-15,0-3-1 0,0-1 10 16,0 3-4-16,0-4-2 0,0 1 0 15,4 2 2-15,-3-1 2 0,-1 1 3 0,0-2-7 16,0-6 2-16,0 15 3 0,2-7-1 16,-2-2 2-16,2 4-3 0,-2-2-7 0,0-8 9 15,2 14-1-15,-2-6-1 0,2 0 5 16,0 0-7-16,-2-8 3 0,3 14-6 0,0-6 3 16,-1-1 8-16,0 1 0 15,0-1-2-15,0 3 4 0,-1-4-4 0,3 2 2 16,-2 1 11-16,0-1-4 0,0 1 4 15,-1-1-1-15,1 2 5 0,0-4 2 0,3 2-4 16,-3-1 1-16,1 3 0 0,-1-4-1 16,0 1-3-16,0 2 2 0,0-2-2 15,1-1 1-15,-3-6-1 0,6 12-2 0,-4-5-2 16,2 0-1-16,-2 0 3 0,2 0-4 16,-2-2 3-16,2 2 6 0,-3-1-8 0,3 0 5 15,0 1-1-15,-1-1-1 0,1 0 0 16,1 1 0-16,-1-1 6 0,-1 1-11 0,1-2 2 15,1 2 1-15,-1 0-1 16,0-2-2-16,-1 0 1 0,2 2-5 0,-1-3 0 16,0 1 2-16,-1 0-6 0,1 0-4 15,0 1 0-15,-4-6 0 0,7 6 0 0,-7-6 0 16,12 8 0-16,-6-4 0 0,-6-4 0 16,11 8 0-16,-3-5 0 0,-1-1 0 15,-7-2 0-15,15 8 0 0,-7-6 0 0,4 0 0 16,-3 2 0-16,-9-4 0 0,15 5 0 15,-5-2 0-15,-10-3 0 0,17 3 0 0,-8-2 0 16,-9-1 0-16,18 3 0 0,-18-3 0 16,19 0 0-16,-7 2 0 0,-12-2 0 0,22 0 0 15,-10 0 0-15,2 0 0 0,-14 0 0 16,27-2 0-16,-13 1 0 0,1-1 0 16,-1 1 0-16,1-2 0 0,-3 3 0 15,2-3 0-15,-1 2 0 0,5-3 0 0,-5 0 0 16,1 2 0-16,0-2 0 0,2-2 0 15,-1 4 0-15,2-1 0 0,-2-5 0 16,3 2 0-16,1-4 0 0,0 2 0 0,-2 1 0 16,2-1 0-16,-4 0 0 0,0 2 0 15,1-3 0-15,-1 3 0 0,-1-2 0 0,-2 2 0 16,2-3 0-16,-3 2 0 0,-3 2 0 16,2-2 0-16,-1 0 0 0,0 0 0 15,-3 3 0-15,4-3 0 0,-4 0 0 16,1 0 0-16,0 0 0 0,0 0 0 0,0 0 0 15,1-1 0-15,-3 1 0 0,4-1 0 16,-4-1 0-16,3 0 0 0,-3 3 0 0,1-4 0 16,0 3 0-16,0-2 0 0,-3 0 0 15,3 1 0-15,-1-1 0 0,-3-1 0 0,2 1 0 16,1 1 0-16,-2 0 0 0,-1-2 0 16,2 1 0-16,-1 3 0 0,-3-3 0 15,4 1 0-15,-2-3 0 0,0 4 0 0,0-1 0 16,1-2 0-16,0-1 0 0,1 1 0 15,-2 2 0-15,0-1 0 0,-1 0 0 16,-1 3 0-16,0 6 0 0,2-16 0 16,-2 8 0-16,0 1 0 0,0 7 0 0,0-14 0 15,0 6 0-15,0 8 0 0,-2-11 0 16,-1 5 0-16,1-2 0 0,2 8 0 0,-4-16 0 16,1 11 0-16,0-4 0 0,-3-2 0 15,2 2 0-15,1 0 0 0,-3-2 0 0,3-1 0 16,-4 1 0-16,2-1 0 0,-1 0 0 15,0 3 0-15,3-2 0 0,-6-1 0 0,4 0 0 16,-1 0 0-16,-1-1 0 0,0 1 0 16,-2 1 0-16,0-1 0 0,4 0 0 15,-5-1 0-15,2 4 0 0,-1-1 0 16,1 0 0-16,0 2 0 0,2 1 0 16,-1-1 0-16,2 2 0 0,-5-2 0 0,4 1 0 15,-2 1 0-15,-1-2 0 0,2 2 0 16,-2-1 0-16,0 0 0 0,2 2 0 0,-1-2 0 15,0 2 0-15,1 0 0 0,7 5 0 16,-13-9 0-16,6 7 0 0,7 2 0 0,-13-5 0 16,4 0 0-16,9 5 0 0,-16-3 0 15,7 1 0-15,9 2 0 0,-21-2 0 0,21 2 0 16,-21-1 0-16,11 1 0 16,10 0 0-16,-21-1 0 0,21 1 0 0,-18-3 0 0,18 3 0 15,-20-1 0-15,20 1 0 16,-16 0 0-16,16 0 0 0,-20 0 0 0,9 1 0 15,-1 2 0-15,3-2 0 0,-5 2 0 16,3 2 0-16,-4 0 0 0,1 0 0 16,-2 1 0-16,0 0 0 0,1 3 0 0,1-2 0 15,3 1-148-15,1 1-792 0,5-4-19 16,-1 1 107-16,6-6-948 0,0 8-1228 0</inkml:trace>
  <inkml:trace contextRef="#ctx0" brushRef="#br0" timeOffset="4765.46">3847 13971 4513 0,'0'-11'-215'0,"0"3"48"0,0 2 35 0,0 6 34 16,-2-7 31-16,2 7 33 0,-3-8 38 16,3 8 20-16,0 0 23 0,-7-6 9 0,7 6 14 15,0 0 8-15,0 0-1 0,-5-8 5 16,5 8-1-16,0 0-4 0,0 0-3 16,0 0-9-16,-4-6-5 0,4 6-8 0,0 0 16 15,0 0 13-15,0 0-4 0,4 30 1 16,-2-13 6-16,-1 6 5 0,3 12 0 15,-2 2 6-15,3 3 4 0,-2-1-4 0,-1 0-4 16,4 2-4-16,-3-8 8 0,5 0 12 16,0-7 20-16,0-6 21 0,-3-1 18 15,2-5 19-15,2-2 17 0,-2-2 12 0,1-1-8 16,-1-3 3-16,3-2-9 0,-1-1-11 16,-9-3-13-16,23-1-16 0,-23 1-33 0,24-4-127 15,-12 2 0-15,1-1 0 0,-1 1 0 16,-1-1 0-16,1 1 0 0,-2 0 0 15,-10 2 0-15,18-3 0 0,-18 3 0 0,16-2 0 16,-16 2 0-16,13-1 0 0,-13 1 0 16,12-2 0-16,-12 2 0 0,0 0-245 0,13-2-144 15,-13 2-78-15,9 0-88 16,-9 0-168-16,0 0-104 0,14-1 74 0,-14 1-686 16,0 0-890-16</inkml:trace>
  <inkml:trace contextRef="#ctx0" brushRef="#br0" timeOffset="5182.14">4291 14183 4182 0,'0'0'-18'0,"0"0"6"0,0 0 3 0,0 0 30 0,0 0 33 0,6-8 37 0,-6 8 11 0,0 0 10 0,8-7-4 15,-3 2-7-15,3-2-12 0,-1 2-5 0,5-4-9 16,-5 3-9-16,3-1-5 0,-2 1-6 16,-3 1-4-16,1 0-5 0,-6 5-1 0,7-10-8 15,-5 3-2-15,-2 7-3 0,-2-8 11 16,2 8-3-16,-7-12-5 0,7 12-6 16,-11-4-5-16,11 4-5 0,-18 2 3 0,18-2-5 15,-25 8 1-15,12 1 2 16,1 5 2-16,0-1 0 0,0 1 2 0,4 1 0 0,4-1 3 15,3 0 3-15,1-1 2 0,1-1 8 16,3 4 8-16,4-3 12 0,0-1 8 16,7 1 2-16,0-3 7 0,5-2-12 15,-2-1 0-15,3-2-3 0,-4-2-13 0,2-3-2 16,-3 0-19-16,-1 0-33 0,1 0-37 16,-2-3-48-16,-2 2-53 0,0-3-59 15,-3 1-67-15,3-1-52 0,-5-2-57 0,2-2-60 16,1-4-54-16,-2 1-59 0,-1-7-44 15,1 1-429-15,-1-6-497 0</inkml:trace>
  <inkml:trace contextRef="#ctx0" brushRef="#br0" timeOffset="5482.12">4624 13995 2643 0,'7'-24'-43'0,"-2"7"51"0,-5 4 51 15,2 1 37-15,0 4 45 0,-2-2 26 16,2 3 21-16,-2 7 5 0,0-8-11 16,0 8 0-16,0 0 19 0,0 0 25 0,0 0 3 15,0 0 2-15,27 20-21 0,-18-1-19 16,5 4-22-16,-3 6-15 0,0-2-14 0,-1 2-15 15,-3-3-9-15,-3-6-14 0,0 2-8 16,0-4-7-16,-3-1-11 0,-1-2 0 0,0-3-9 16,0 2-3-16,0-6-12 0,0 1 0 15,-1-1 1-15,1-8-8 0,-8 4-4 16,8-4-4-16,0 0-9 0,-16-19-3 16,7-1-5-16,0-13-5 0,0-6-5 15,-3-16-14-15,2-6-22 0,5-2-21 0,-2-2-9 0,4 0-9 16,1 8-2-16,2 15-11 15,2 3-24-15,1 12-40 0,2 7-62 0,-1 5-65 16,1 6-49-16,3 2-45 0,-1 3-75 16,1 3-125-16,-8 1-81 0,19 7 56 15,-7-1-357-15,-3 6-424 0</inkml:trace>
  <inkml:trace contextRef="#ctx0" brushRef="#br0" timeOffset="5648.35">4792 13926 2703 0,'0'0'99'0,"0"0"27"0,0 0 15 16,-23-5 17-16,23 5-1 0,0 0-13 0,0 0-13 15,0 0-14-15,2-15-13 0,-2 15-28 16,25-19-71-16,2 3-94 0,3-3-107 0,1 1-143 16,-1-5-202-16,6 0 11 0,-7 2 50 15,-2-1-128-15,-4-5-106 0</inkml:trace>
  <inkml:trace contextRef="#ctx0" brushRef="#br0" timeOffset="5865.13">5088 13222 2006 0,'-8'-13'179'0,"2"1"11"0,-1 8 16 0,3-1-4 0,4 5 6 16,-5-6 11-16,5 6 24 16,0 0 30-16,-2 21-1 0,5-2-19 0,3 15-21 15,3 6-25-15,9 10-19 0,0 4-16 16,3-1-18-16,1-1-16 0,0 1-17 15,1-6-31-15,2 0-44 0,-4-4-47 0,-1-2-55 16,-4-8-61-16,-1 1-76 16,-5-5-69-16,3 0-67 0,-6-7-72 0,-4-1-94 0,1-6-118 15,-2-3 35-15,2-2-291 0,-4-1-352 16</inkml:trace>
  <inkml:trace contextRef="#ctx0" brushRef="#br0" timeOffset="6015.53">5181 13801 2591 0,'-6'-5'178'0,"0"0"26"0,6 5-3 16,-5-7-1-16,5 7 5 0,0 0 0 0,3-8-7 16,-3 8-17-16,16-14-22 0,1 3-34 15,0-1-66-15,10-6-100 0,4-2-129 0,-3 2-135 16,1-3-185-16,0 2-101 0,-4 5 52 16,-5-1-267-16,-3 10-294 0</inkml:trace>
  <inkml:trace contextRef="#ctx0" brushRef="#br0" timeOffset="17379.22">12424 8262 2434 0,'-11'-15'92'0,"2"0"23"0,1 1 31 0,0-5 12 0,3 2 0 0,1 0 20 15,2-2 13-15,2 0 10 0,2 0 6 16,4-1-2-16,-1 3-15 0,7-1-17 0,-1 3-15 16,2 1-17-16,7 5-13 0,-6 1-16 15,4 4-10-15,1 1-11 0,-2 3-9 0,-1 3-4 16,-2 0-3-16,-2 6 9 0,-2 2 6 15,-7 5 2-15,-3 3-4 0,-11 18-2 16,-10 9-14-16,-4 4-6 0,-4-5-4 0,-1-2-6 16,5-10 24-16,7-8 42 15,4-9 41-15,3-3 23 0,1-6-4 0,4-4-24 16,6-3-18-16,0 0-12 0,0 0-15 16,-9-18-9-16,10 9-14 0,-1 9-9 0,11-17-11 15,-4 12-10-15,4-2-4 0,3 4-9 16,-1 1-3-16,6 2-6 0,2 3-7 0,2 2-5 15,2 1-7-15,5 4-27 0,-5-2-32 16,-5 3-28-16,2-5-47 0,-3 5-32 0,-2-3-56 16,-2 2-60-16,-2 1-79 0,-1-1-75 15,-2 0-67-15,-3 2-83 0,0-3-149 0,0-1 9 16,-2-3 78-16,3-3-508 0,-8-2-605 16</inkml:trace>
  <inkml:trace contextRef="#ctx0" brushRef="#br0" timeOffset="17746.06">13229 7720 3242 0,'-10'-9'67'15,"2"1"34"-15,-3 5 24 0,2 0 25 16,-3 5 22-16,12-2 28 0,-27 10 18 0,9 1 9 16,-7 7 0-16,0 5-14 0,-4 6-7 15,6 1-5-15,-1 8-4 0,1 1-20 0,7-5-18 16,3-3-8-16,1 2-15 0,5-4-16 15,3-1-8-15,6-6-18 0,4 0 1 16,2-1-19-16,1-5-8 0,2 2-4 16,3-2 4-16,1-2-19 0,-1-3 3 0,-3-2-18 15,0 0-1-15,-1-4 0 0,-2 0-22 16,-1 0 21-16,0-2-1 0,-7-3-5 0,0 0-4 16,0 0 2-16,0 0-5 0,0 0-1 15,0 0-8-15,11-12-9 0,-11 12 1 0,0 0 3 16,-12-15-24-16,4 10-16 0,8 5-31 15,-11-6-36-15,7 5-41 0,4 1-42 16,-14-3-49-16,14 3-44 0,-9-1-46 0,9 1-42 16,-7-6-52-16,3 0-34 0,4-2-47 15,4-4-56-15,1-2-21 0,12-10-450 16,4 4-500-16</inkml:trace>
  <inkml:trace contextRef="#ctx0" brushRef="#br0" timeOffset="17979.21">13240 7932 2641 0,'19'-16'-67'0,"-6"6"66"0,-1 0 48 16,0 1 44-16,-3 1 43 0,-1 1 33 0,-1 2 12 15,3-1 4-15,-3 3-6 0,1 3 10 16,-8 0 11-16,0 0 11 0,23 10 3 0,-17 3 2 16,1 0 0-16,-3 4-2 0,-2 5 2 15,0 2-2-15,0 1-11 0,-6 0-8 0,4 0 3 16,0-4-4-16,2 1-8 16,0-4-12-16,-1-1-15 0,3-2-11 0,3-1-9 0,0-2-12 15,4-3-11-15,3-1-15 16,1-4-8-16,2-1-11 0,4-5-24 0,2 1-52 15,7-8-63-15,3-3-77 0,1-6-74 16,5-5-83-16,-2-2-99 0,-2-5-89 0,-5-1-96 16,1-3-128-16,-15 4 4 0,2-3 69 15,-9-2-519-15,-2-1-618 0</inkml:trace>
  <inkml:trace contextRef="#ctx0" brushRef="#br0" timeOffset="18346.25">12910 7262 3124 0,'-70'1'-38'0,"5"6"36"0,-8 6 33 16,-20 22 38-16,-2 9 54 16,-2 16 38-16,2 10 29 0,0 13 23 0,-20 33 13 15,36-17 9-15,-14 30-6 0,32-28-10 16,12 3-11-16,13 0-20 0,19-2-19 0,19-22-11 16,10-8-8-16,24 7-16 0,20-12-13 15,17-12-3-15,18-12-4 0,19-11-21 0,17-15-6 16,10-10-5-16,2-12-11 15,3-10-10-15,0-15-3 0,-6-10-1 0,-11-10-11 16,-5-8-1-16,-12-2-7 0,-12-11-5 0,-18-8 6 16,-10-6-5-16,-18-8-4 0,-14-8 2 15,-13-5-1-15,-17-6-3 0,-13 0 2 16,-22 3-10-16,-12 1 0 0,-11 9-9 16,-15 12-4-16,-11 19 2 0,-12 20-7 0,-9 21 0 15,-8 15-12-15,-13 22-13 0,-6 13-24 16,1 19-27-16,1 11-33 0,6 11-48 0,7 4-54 15,8 3-86-15,15-3-78 0,13 0-84 16,14-7-129-16,18-12-126 0,13 0 64 0,7-3-512 16,8-2-626-16</inkml:trace>
  <inkml:trace contextRef="#ctx0" brushRef="#br0" timeOffset="30809.62">7249 14187 1445 0,'-10'-7'178'0,"1"-2"-48"0,-1 3-19 0,5 0-13 0,-4-1 4 0,2 1 1 0,0-1-3 0,-3 0-8 16,2 0 3-16,-1-3 3 0,1 3 7 15,-4-3 5-15,3 3-7 0,0-2 12 16,-3 1 17-16,1-2 1 0,0 1 8 16,-5-3-1-16,1 2-2 0,-2-1-1 15,-3 1-4-15,-4-5-7 0,1 2-2 0,-4 1-2 16,-1-2-4-16,-1 2-9 0,1 3-5 16,-5-3-7-16,6 4-8 0,4 3-7 0,-7-5-4 15,4 5-7-15,3 0-7 0,-2 0 0 16,2 1-6-16,-2 1-5 0,1-1-4 0,1 1-4 15,-2 1-3-15,0-1-6 0,6 1 0 16,-4 1-6-16,2 1-2 0,0 0-6 0,-3 3 1 16,3 0-4-16,-3-1-3 15,-1 1-3-15,3 3 0 0,5-3-2 0,-3 0 1 16,4 3-1-16,0-3-3 0,1 2-1 16,0-1 0-16,3 1 6 0,1-2 8 15,-1 0 6-15,1 1 13 0,0 0 9 0,-1 0 8 16,1-2-1-16,-1 2-4 0,1 0-5 15,0-2-6-15,-1 3-3 0,-1 1-3 0,-5-3-6 16,2 6 1-16,-4-2-5 0,-1 3-3 16,5-4-4-16,-6 4 0 0,1-2-4 0,3 3 4 15,-4-1-2-15,-5 4-6 0,4-3 1 16,5 0 1-16,0-2-4 0,2 0 3 16,-2 0-4-16,5 2 1 0,-1-4-3 0,1 3-1 15,-4 0 4-15,2 2 0 16,-1 0-2-16,0 0 1 0,0 2-4 0,1-1 1 15,-6 6 3-15,0 1-1 0,2-1-1 16,0 3-3-16,-1-1-2 0,2 2 2 0,0-3 0 16,6-1 0-16,0-1 0 0,0-3-2 15,3 0-3-15,-3-1 6 0,3 1-5 0,0-3 1 16,3 3 3-16,-2-4-2 0,2 1 2 16,1-2 0-16,-1 4 0 0,1-1 0 15,-2 2 1-15,4-2-4 0,-3 0 5 0,0 4-3 16,3-3 1-16,-3 4 5 15,0 1-7-15,0 0 3 0,3-2-3 0,-3 3 1 0,0-4 2 16,3 1 2-16,-4 2 3 16,2-1 12-16,-1-2 7 0,1 2-2 0,-1-4 1 15,1 4-3-15,0 3 2 0,-1-2-2 16,3-5-3-16,-3 7-3 0,2-1 0 0,-2 3-2 16,2-2 2-16,2-1-2 0,-3 1-4 15,3 3 2-15,0-2-1 0,0 0 0 16,2 3-2-16,-1-1 5 0,1-4-9 0,0 3 2 15,-2 2 7-15,4-1-3 16,-2-1-4-16,1 2 4 0,-1 2 2 0,0-4 6 0,0 1 3 16,2 1 5-16,0-2-3 15,0 2-4-15,0-2-2 0,1 1 0 0,-1 0 0 16,0 0 4-16,0-2 4 0,3 2-5 0,-4-2-2 16,1-3-3-16,-2 2 3 0,2-1-1 15,2-4 1-15,-2 1 0 0,0 0-11 16,-1 1 1-16,1-3 11 0,2 1-1 15,-2-2-4-15,1 1 3 0,2 0-6 0,-3-1 4 16,5 1 9-16,-1 0 6 0,-1-1 0 16,6 3 1-16,-4 2 5 0,6 5 2 0,1-4 6 15,1 3 5-15,-2-4-8 0,-2-1-6 16,2-1-1-16,-1-2-5 0,0-1 3 16,1 4 0-16,-2-1-4 0,7 4 7 15,-3-2 10-15,-1-4-8 0,4 6-2 0,-2-4-29 16,0-2-8-16,-2-1 0 0,8 5 0 15,3-1 0-15,0-1 0 0,2 0 0 0,0-3 0 16,3 2 0-16,-1 0 0 0,2-2 0 16,-3 1 0-16,3 0 0 0,-3-1 0 15,-6-4 0-15,-2-1 0 0,-1 0 0 0,-2-1 0 16,-1-1 0-16,-2 0 0 0,0 0 0 16,1-2 0-16,1 1 0 0,0-2 0 0,-2-1 0 15,-1 1 0-15,7-3 0 16,-2 1 0-16,1 0 0 0,5-4 0 0,-1 2 0 0,3 0 0 15,-2-2 0-15,5 1 0 16,-2-1 0-16,0 0 0 0,0 1 0 0,-1-1 0 16,1 0 0-16,-1 2 0 0,-1-2 0 15,2 1 0-15,-4 1 0 0,-2 0 0 0,5 0 0 16,3-2 0-16,-3 2 0 0,1 0 0 16,0-3 0-16,2 1 0 0,7-3 0 0,1 0 0 15,0-2 0-15,-1 0 0 0,0 0 0 16,0 0 0-16,-7 2 0 0,-4 0 0 0,-2-2 0 15,-1 2 0-15,0 0 0 16,-5 2 0-16,0-3 0 0,0 1 0 0,-2 0 0 16,3 0 0-16,-4 0 0 0,2 0 0 0,-1-2 0 15,2 2 0-15,1-5 0 16,-3 6 0-16,4-5 0 0,2 1 0 0,-4-2 0 16,3 2 0-16,-8 1 0 0,6 1 0 15,-5 0 0-15,3-4 0 0,-2 6 0 0,1-7 0 16,-1 6 0-16,-3-2 0 0,1-2 0 15,-1 1 0-15,0-1 0 0,1 0 0 0,-1 1 0 16,3-6 0-16,-3-1 0 0,0 0 0 16,3-3 0-16,-3 1 0 0,1-2 0 0,-1 2 0 15,1-1 0-15,0 4 0 16,-5-1 0-16,2 1 0 0,0-1 0 0,0 1 0 16,-2 1 0-16,2-1 0 0,-2 3 0 15,-2-3 0-15,3 2 0 0,-3-2 0 0,3-1 0 16,-2-4 0-16,3 0 0 0,-3-2 0 15,3-8 0-15,3 0 0 0,-3-1 0 0,-1 0 0 16,2 1 0-16,-3 5 0 0,-3 2 0 16,3 1 0-16,-3 1 0 0,1 4 0 15,-1-1 0-15,-3 0 0 0,1 0 0 0,0 3 0 16,-2 0 0-16,0 0 0 0,2 1 0 16,2-3 0-16,-3 0 0 0,-1-1 0 0,4-3 0 15,-2 1 0-15,4-2 0 0,-4-4 0 16,2 1 0-16,0-2 0 0,-1 3 0 0,-1-2 0 15,-2 0 0-15,2 1 0 16,0 2 0-16,-4 5 0 0,2-4 0 0,-2-1 0 16,-1 1 0-16,-1 2 0 0,0 2 0 15,0-4 0-15,0 6 0 0,-4-6 0 0,3 2 0 16,-1 1 0-16,-4-1 0 0,3-2 0 16,-6-8 0-16,-1 3 0 0,-1-2 0 0,-1 3 0 15,4-1 0-15,-8 2 0 0,4 0 0 16,-8 2 0-16,1-1 0 0,0 5 0 0,-1-2 0 15,-3 0 0-15,3 2 0 0,-5 1 0 16,4 0 0-16,0-1 0 0,3 1 0 16,1 5 0-16,3 1 0 0,0-1 0 0,-2 4 0 15,4-3 0-15,-4 1 0 0,3 2 0 16,-2 1 0-16,2 0 0 0,0 2 0 16,-1 0 0-16,1 2 0 0,-2-1 0 15,4 2 0-15,-2 2-161 0,1 2-578 0,3-4-235 16,-1 1 78-16,3-5 107 0,0-2-786 15,3-6-1018-15</inkml:trace>
  <inkml:trace contextRef="#ctx0" brushRef="#br0" timeOffset="31793.64">7982 12422 3880 0,'0'0'-235'0,"8"-8"41"0,-4 5 38 0,-4 3 39 0,3-7 41 16,-3 7 38-16,5-7 39 0,-5 7 37 0,4-7 32 16,-4 7 23-16,0 0 19 0,1-8 16 15,-1 8 0-15,0 0 3 0,0 0-5 16,2-7-5-16,-2 7-13 0,0 0-14 0,0 0-5 15,0 0-14-15,0 0-9 16,-25 17-5-16,12-4-6 0,-2 1-3 0,-7 7-5 0,6-4-4 16,0-3-3-16,1 1-8 0,1-1-4 15,3-2 0-15,0-1-1 0,1 1-9 0,1-2-23 16,2-2-34-16,-4-1-46 16,4-1-57-16,1 2-67 0,-1-6-79 0,1 1-90 15,6-3-133-15,0 0-68 0,-21-3 55 16,14-1-196-16,0-2-211 0</inkml:trace>
  <inkml:trace contextRef="#ctx0" brushRef="#br0" timeOffset="31977.08">7740 12325 2071 0,'0'0'44'0,"4"-8"17"0,-4 8 6 16,4-6 4-16,-4 6 28 0,0 0 29 15,0 0 12-15,0 0 2 0,25 6-12 0,-16 2-7 16,9 2-9-16,-6 2-27 0,13 5 3 15,-1 2-28-15,0 2-44 0,1-1-71 16,-1 2-98-16,1-1-153 0,0-1-227 0,-2-2 36 16,-8-5-156-16,1-1-147 0</inkml:trace>
  <inkml:trace contextRef="#ctx0" brushRef="#br0" timeOffset="41457.44">27714 10485 1801 0,'-4'-10'132'0,"2"2"-59"0,2 2-29 0,0 1-18 0,0 5-4 0,0 0-14 0,0 0 0 15,0 0 17-15,0 0 18 0,0 0 16 16,8 37 6-16,-1 1 3 0,11 11 2 16,5 10-6-16,11 17-3 0,9 7-6 0,6 4 1 15,-1-3-7-15,8-1-7 0,-3-5-4 16,-3-1-5-16,-1-7-2 0,-2-7-2 15,-11-13-6-15,-2-4 1 0,-2-2-3 0,-3-3-4 16,-2-7 1-16,-6-5-1 0,-5-5-3 16,0-3 4-16,-7-6 5 0,1-3 1 0,-2 0-4 15,-3 1 3-15,1-1-3 0,-2-2 6 16,-2-1 2-16,-2 1 2 0,0-2 2 0,-2-1-7 16,0 1 0-16,0 1-1 0,0-2-6 15,-2 0 2-15,1-2-4 0,-1 2-11 16,-1-2-30-16,5-5-42 0,-7 5-69 15,7-5-108-15,-11 2-182 0,11-2-76 0,0 0 51 16,-14-7-81-16,14 0-34 0</inkml:trace>
  <inkml:trace contextRef="#ctx0" brushRef="#br0" timeOffset="43196.3">27348 8961 1389 0,'0'0'-28'0,"0"0"13"0,0 0 10 0,0 0 8 0,0 0 12 0,0 0 11 0,0 0 16 0,-19-17 10 16,15 13 0-16,-3-1 0 16,-1 0 0-16,0-2-5 0,-1 2-2 0,-2-2-1 0,-1-1 8 15,-1 3-2-15,-3-3 7 16,1 2-2-16,-1-2 0 0,-4 0-1 0,-1 0-2 16,0 1-1-16,-12-6-2 0,3 4 1 15,-3-2-1-15,-1 1-7 0,2-1-2 0,-2 1-1 16,0 2 2-16,1-1-4 0,1 0 1 15,3 2-3-15,6 1 0 0,-9-3-7 16,3 4 1-16,2 1-2 0,4 1-5 0,-2 0-1 16,1-1-2-16,-2 3 1 0,4 1 0 15,1 0-2-15,1 1-4 0,0 1 1 16,-3 0 1-16,-2 1-2 0,5 0 3 16,-3 3-4-16,2-1-3 0,-1 2 2 0,-2-1-1 15,1 1-1-15,2 0-2 0,-1 0 2 16,1 3 0-16,-1 0 1 0,-1-3-1 0,-3 7 2 15,7-4-2-15,0-1 1 0,2 1-1 16,-1 0 1-16,4-1 0 0,0 1-3 0,1 0 3 16,-1 0-1-16,3-3-1 0,-2 5 1 15,1-2-5-15,1 0 3 0,-3 2 2 16,5 0 0-16,-2-2 1 0,-1 2-1 16,1 2-1-16,0 1 3 0,-1-1-2 0,0 1 5 0,0-1-3 15,1 1 3-15,4-1 20 16,-2-2-3-16,-3 4 2 0,2-4 2 0,3 0-13 15,-1 1 1-15,-1 0-3 0,-1-1 2 16,2 2-3-16,1-2-2 0,-3 1 0 0,5 1-1 16,-4-1 5-16,4 1 18 0,-1 0 2 15,1 1 5-15,-1-1-12 0,3 1-1 16,1 2 4-16,-1-1 16 0,3 3 5 0,0-2-9 16,3 3-3-16,-1-5 2 0,-1 5-9 15,1-1-1-15,4 2 0 0,-1-1-6 0,-1 1 1 16,2 1 9-16,-3-2-2 0,6-1 0 15,-6 2-8-15,5-3 6 0,-3 2 3 16,5-4 6-16,-2 1 0 0,-3 0 3 16,5-1-3-16,2-1-1 0,-3 3 1 0,0-3-3 15,5 1 1-15,-1 1-2 0,3-1-4 16,4 1-1-16,1 5-2 0,0-5 2 0,4 2 3 16,-3-2 1-16,3 0 1 0,0-2 0 15,0-1-1-15,-3 0-2 0,-4-4-2 0,11 2 1 16,-4-3 0-16,-4-1 1 0,8 4-2 15,-7-2-1-15,1-3-2 0,0 1-4 0,2 0-3 16,-3-2-2-16,8 3-4 0,-3-1 1 16,-4-2-1-16,10 3-1 0,-6-2 0 0,-3-2-3 15,0-3-1-15,0 4 9 16,1 0 4-16,-2-1 0 0,0-2 4 0,2 1 0 0,-1-1-1 16,1 1 2-16,0-2-2 15,0 0 1-15,0 0-2 0,-2-4-3 0,2 4-1 16,-1-2-1-16,0-4 2 0,3 3 3 15,-3 0-1-15,-1-1 8 0,2-3 1 0,0-1-3 16,8-2-2-16,-8-2-5 0,-2 5-2 16,-1-2-2-16,1 0 1 0,6-7-5 0,-6 5 1 15,-3 1 4-15,1-2-1 0,-1 0 5 16,0 3 0-16,-1-5-1 0,1 2-3 16,0 1 2-16,-1-1 3 0,1-2-3 0,2-5 0 15,-3 4-2-15,5-3 3 0,-6 1-4 16,1-4-6-16,1 4 2 0,-2-6 3 15,4 0-1-15,-10 5-9 0,2-1-3 16,-3 0 3-16,1 3 3 0,0-1-1 0,-3-3 7 16,-1 3-4-16,-1-3 5 0,3 3-6 15,-7 1 1-15,5-2-1 0,-2 1-5 0,0 0 1 16,-1-1-5-16,-1 1-3 0,2 0 4 16,-3-3-5-16,4 1 0 0,-4-1 1 0,1 4-5 15,0-1 3-15,-2-2-5 0,0 1 5 16,-1-1-3-16,-1 3-2 0,0-5 1 15,0 1 1-15,0 1 3 0,-1 0-6 0,-1 1 1 16,0-2 2-16,-4-2-1 0,4-1-2 16,-5 1 2-16,1-1-5 0,-7-7 8 15,-1-1-11-15,-3 4 4 0,-2 0 7 0,-2-2-10 16,-2 5 3-16,-2-1-3 0,-1 1 4 16,-1 3-12-16,-6-1 1 0,-1 4 0 0,2 1-2 15,-6 0-25-15,2 4-50 0,-1 3-67 16,7 5-81-16,1 1-112 0,5 4-104 0,-1 1-126 15,4 2-218-15,6 0 62 0,1-1 92 16,3 6-505-16,-3-1-616 0</inkml:trace>
  <inkml:trace contextRef="#ctx0" brushRef="#br0" timeOffset="47823.37">25147 11404 3075 0,'0'6'-109'0,"0"-6"11"0,-2 6 17 0,2-6 24 0,-6 6 30 0,6-6 23 16,-5 10 12-16,-1-7-1 0,2 1-1 15,1 0 1-15,3-4 1 0,-9 8 3 0,9-8 4 16,-1 4 18-16,1-4 31 0,0 0 15 16,0 0-8-16,0 0 1 0,0 0-9 15,37-7-4-15,-8-6-5 0,6 0-5 16,9-6-2-16,1-1-10 0,5-2-2 0,0 1-6 16,-1-1-2-16,2-2 0 0,3-1-12 15,0 0-32-15,-6 2-24 0,-3 0-24 16,-13 7-28-16,-10 6-34 0,-2 1-55 0,-6 1-46 15,-7 4-27-15,-3 1-35 0,-4 3-105 16,0 0-227-16,0 0-121 0</inkml:trace>
  <inkml:trace contextRef="#ctx0" brushRef="#br0" timeOffset="48090.44">25160 11572 1847 0,'-5'-3'37'0,"5"3"4"0,-7-9-2 0,7 9-2 15,0 0-3-15,18-16-4 0,-2 11-1 16,6-1-7-16,10-4 5 0,5 4-7 15,5-1-3-15,-1 2-21 0,4-2-28 0,-4 1-50 16,4-3-75-16,-4 0-115 0,-1 0-284 16,1-2-57-16</inkml:trace>
  <inkml:trace contextRef="#ctx0" brushRef="#br0" timeOffset="48891.24">29067 11426 1740 0,'0'-12'67'0,"0"1"12"0,4 1 12 0,2 0-6 0,1 2-5 0,4-3-7 16,7 3-9-16,3-1-8 0,8-3-7 15,-3 6-3-15,9-1-18 0,-9 2-40 0,3 1-41 16,7-1-53-16,-9 0-52 0,-1 2-79 16,-1-1-407-16,-6 1-140 0</inkml:trace>
  <inkml:trace contextRef="#ctx0" brushRef="#br0" timeOffset="49056.8">29213 11352 1778 0,'-9'0'12'0,"9"0"23"0,0 0 4 15,0 0 9-15,-11-2 16 0,11 2 12 16,0 0 5-16,0 0-5 0,29-10-6 0,-15 9-9 16,0 1-6-16,3 0-7 0,1 1-35 15,0 1-55-15,1 0-63 0,-1 1-83 0,-1 1-108 16,-6-3-325-16,-1 3-119 15</inkml:trace>
  <inkml:trace contextRef="#ctx0" brushRef="#br0" timeOffset="54205.39">28648 7278 1102 0,'0'-11'424'0,"-4"0"-126"0,0 3-56 0,-6 0-11 0,1 2 9 0,-7 4 14 0,-4 1-1 16,-7 2-7-16,-9 7 11 0,-1 2 4 15,-10 10-6-15,9 2-8 0,0 4-9 16,7 3-15-16,9-2-14 0,4 2-19 0,5 3-13 16,9 2-19-16,2-5-18 0,4-3-15 15,2 8-15-15,8-2-5 0,-3-1-29 0,5-2-57 16,0 1-67-16,2-4-82 0,1-3-95 15,0 0-95-15,6-4-99 0,-4-6-114 16,2-4-139-16,0-2 58 0,2-3-447 0,-4-1-533 16</inkml:trace>
  <inkml:trace contextRef="#ctx0" brushRef="#br0" timeOffset="54589.59">28930 7422 3006 0,'3'-7'57'0,"-1"2"14"0,0 1-6 0,-2 4 2 15,0 0 25-15,10-3 44 0,-10 3 11 16,13 7 10-16,-4 0-7 0,5 5-16 0,7 8-15 16,-2 0-13-16,1 1-10 0,-8-3-6 15,0-2-9-15,-6-2 0 0,-2-2 6 16,-4 1 3-16,-2 1-5 0,-6-1-3 0,-4 1-7 16,-2-2-6-16,-11 4-6 0,2-5-4 15,1-5-4-15,2-1-7 0,-1-3-3 16,6-2-8-16,-3-6-4 0,1-1-10 15,2-9-12-15,8-3-6 0,0-2-1 0,7 2-3 16,3 1-1-16,1 1 0 0,-1 4-2 16,5 1 2-16,-3 4-3 0,7 3 0 0,-2 2-1 15,1 3 3-15,4 4-2 0,9 3-1 16,1 5 6-16,6 4-3 0,-3 1 1 0,1 2 1 16,-2-1 1-16,-2 0-8 0,-2-1 7 15,-5-4-3-15,-6-1-19 0,1-1-39 0,-2-3-39 16,-4-1-51-16,0 0-53 15,1-2-38-15,0-2-64 0,-2 0-83 0,-6-3-141 16,18-3-57-16,-10 0 51 0,5-6-277 16,10-8-299-16</inkml:trace>
  <inkml:trace contextRef="#ctx0" brushRef="#br0" timeOffset="54921.41">29663 7229 2216 0,'0'-9'48'0,"-2"2"33"0,-3 1 12 16,-1 1 19-16,-4 1 29 0,1 1 22 0,9 3 10 15,-27 0-1-15,11 3 1 0,-2 2-12 16,-3 2 3-16,-5 7-10 0,-1 2-22 0,4 6-6 16,4-1-13-16,6 0-12 15,5 0-9-15,6-3-6 0,2 1-8 0,6 5-7 16,5 7-4-16,3-3-9 0,3 2-8 16,2-2-7-16,-1-6-1 0,2 3 0 15,-4 0 2-15,-5-6 12 0,-4-3 20 0,-1-1 17 16,-5-3 16-16,-1 0 19 0,0-1 11 15,-3 0 18-15,-3-2 1 0,-5 0-1 0,-5-1-8 16,-2-2-12-16,-2 2-11 0,-3-4-15 16,-2 1-12-16,7-5-10 0,-3 2-3 0,-2-2-31 15,0-2-54-15,2 2-47 0,0 0-47 16,0 0-44-16,0-2-54 0,4-1-55 0,2-1-81 16,3 0-80-16,1 0-119 0,7-2-195 15,6-1 60-15,5-3 68 0,7-4-419 16,17-3-486-16</inkml:trace>
  <inkml:trace contextRef="#ctx0" brushRef="#br0" timeOffset="55138.44">30013 7442 2998 0,'0'-13'71'0,"-2"4"41"0,0 1 30 16,-5 2 23-16,4 0 18 0,-3 3 4 15,6 3 14-15,-21 3-1 0,6 4-1 0,-14 8-7 16,4 7-12-16,1 1-21 0,1 2-12 0,4 3-14 15,3 1-10-15,3 1-13 0,6 1-30 16,3-6-7-16,4-3-44 0,4 1-50 16,3 0-65-16,4 2-67 0,5 0-72 15,1-4-58-15,0-5-61 0,1-6-70 16,2-2-110-16,1-4-68 0,3-1 42 0,-2-3-298 16,4-1-332-16</inkml:trace>
  <inkml:trace contextRef="#ctx0" brushRef="#br0" timeOffset="55488.36">30357 7628 2218 0,'13'-14'14'0,"-1"-1"58"16,-5 5 52-16,1 0 38 0,-5 5 18 0,4-1-1 16,-3 1 4-16,-4 5-10 0,0 0 21 15,0 0 14-15,0 0-10 0,0 0-18 16,20 19-11-16,-17-7-21 0,-1 0-10 16,-2 0-19-16,-2 2-8 0,-3 1-9 0,0 0-7 15,-6 3-11-15,-9 5-6 0,-3 0-9 16,-7 0-7-16,-1-5-17 0,1-4-8 0,6-5-1 15,2-1-5-15,7-6-4 0,2-4 0 16,2-3-3-16,4-4-7 0,3-6 0 0,4-8-5 16,12-12-3-16,7-8-1 0,4 2-2 15,-4 10-4-15,0 3 2 0,-2 5-6 0,-4 9 0 16,-1 4-2-16,-1 8 3 0,1 2 0 16,-12 0 1-16,19 13 1 0,-8-2-3 15,-1 6 2-15,1 2 0 0,-2-1 2 16,5 8-5-16,-4-4-3 0,0-3-33 15,-1 0-24-15,0-3-31 0,-1-2-31 0,0-3-31 16,-1-3-45-16,3 0-45 0,0-3-50 16,1-4-58-16,2-1-50 0,4-2-74 0,5-7-65 15,6-6-323-15,3-6-349 0</inkml:trace>
  <inkml:trace contextRef="#ctx0" brushRef="#br0" timeOffset="55872.3">31293 7008 2354 0,'7'-16'1'0,"-5"3"47"0,-2 5 44 0,-2 5 48 15,2 3 47-15,0 0 38 16,-25 2 29-16,12 5 18 0,-10 13 16 0,2 6 21 16,-9 10 6-16,1 4 9 0,1 4-22 15,2 3-22-15,1 2-26 0,5 3-21 0,0-3-24 16,0 2-22-16,3-2-17 0,0-7-19 16,3-9-12-16,1 0-14 0,1-4-10 0,5-7-12 15,-2-5-12-15,3-2-7 0,1-3-11 16,-4-3-7-16,4-1-23 0,-4-4-14 0,1-4-6 15,8 0-4-15,0 0-13 0,-30-14-19 16,18 4-5-16,-3-3 8 0,3 0 2 0,-1 1 2 16,1 0-3-16,3 4-2 0,1 1-4 15,-1 2-2-15,9 5 9 0,-17 0 28 16,17 0 7-16,-24 9 0 0,12 2 1 0,0 1 2 16,4 0-9-16,-1 5 6 0,2-3-2 15,3 1-6-15,6-1 0 0,-2 1-2 16,3 2 7-16,7-3-44 0,3 2-42 0,10 3-58 15,2-5-50-15,1-1-56 0,7-2-56 16,-6-6-62-16,-3-1-48 0,0-4-32 16,5-2-31-16,-4-5-27 0,7-5-41 0,-1-2-3 15,-4-8 34-15,-1-1-584 0,3 4-546 16</inkml:trace>
  <inkml:trace contextRef="#ctx0" brushRef="#br0" timeOffset="56022.67">31137 7657 2861 0,'11'-12'-40'0,"-6"6"52"16,-3 0 62-16,-2 6 75 0,0 0 45 15,0 0 38-15,0 0 27 0,0 0 22 0,0 0 8 16,0 0 4-16,0 0 5 15,0 0-2-15,-34 12-19 0,34-12-17 0,0 0-24 16,-4 11-20-16,4-11-18 0,0 0-22 16,20 15-19-16,-11-9-47 0,2-3-89 0,1 2-94 15,1 0-102-15,-1 0-129 0,-3 0-135 16,-3 2-129-16,-6 1-198 0,-4 3 58 0,-7 5 81 16,-6 3-458-16,-8 8-555 0</inkml:trace>
  <inkml:trace contextRef="#ctx0" brushRef="#br0" timeOffset="61504.4">28892 8843 2829 0,'-10'-8'-29'0,"0"1"23"0,5-1 28 0,1 2 10 0,2 0-2 0,2 6 0 16,11-11 3-16,3 3 7 0,10 4 3 0,17-2-3 15,1 4-1-15,2 4-9 0,-2 1-5 16,-6 4 2-16,-2 3-6 0,-6 1 1 0,-5 1 11 16,-8 1 18-16,-3 1 25 0,-4 0 35 15,-7 1 18-15,-2 1 17 0,-5 3 13 16,-5 0 17-16,-8 3 6 0,-3 2 7 0,-1-2 0 16,3-1-2-16,2-8-4 15,5 1-17-15,3-4-11 0,1 0-15 0,2-3-11 16,3 0-14-16,-2 0-10 0,4 1-7 15,2-8-8-15,4 11-7 0,6-5-8 0,1 0-5 16,2 0-14-16,6-1-23 0,2 0-48 16,4-2-56-16,2 1-69 0,0-3-90 0,3 0-98 15,14-3-88-15,0-4-101 0,-1 1-183 16,13-9 54-16,-16 4-473 0,-3-1-589 0</inkml:trace>
  <inkml:trace contextRef="#ctx0" brushRef="#br0" timeOffset="61887.09">30122 8810 2890 0,'11'-9'-97'15,"-2"2"56"-15,-4 0 46 0,-1 2 29 0,0 2 25 16,-4 3 8-16,0 0 20 0,0 0 20 16,0 0 24-16,0 0 19 0,-42 6 10 0,10 6 12 15,-2 5 2-15,-13 4 3 0,0 7-1 16,3-2-13-16,1 3-13 0,0 0-11 0,2 2 4 15,3-4-8-15,11-1-17 0,4-1-10 16,3-2-13-16,4 2-5 0,8-1-8 0,8-7-9 16,0 3-4-16,8 1-10 15,1-4-4-15,10 7-7 0,5-4-8 0,-1-1-9 16,2-6-9-16,-1-2-1 0,-3-3-3 16,-1-2 0-16,-2-3-2 0,-3-3-1 0,-2 0 3 15,2-5-6-15,-3-2-1 0,-1-3-4 16,-3-2 3-16,-2-2-8 0,-4-1 4 15,-4-2-3-15,-2-3-1 0,-4 2-1 0,-3 1 3 16,0 2-6-16,-5 1 2 0,5 5 0 16,-5 1-8-16,7 0-38 0,-3 4-43 0,3 1-57 15,0 3-73-15,9 0-70 0,-12-1-62 16,12 1-89-16,0 0-143 0,0 0-53 0,0 0 62 16,0 0-328-16,0 0-384 0</inkml:trace>
  <inkml:trace contextRef="#ctx0" brushRef="#br0" timeOffset="62154.68">30291 8961 2573 0,'14'-9'37'0,"2"1"25"15,-5 0 13-15,-1 4 20 0,0 0 15 0,-3 1 2 16,-7 3 18-16,18 2 14 0,-11 3 12 16,-2 3-8-16,3 2 19 0,-6 7 11 0,-2 1 7 15,-4 4 5-15,-5 9 14 16,-2-1 7-16,-7-1 0 0,1-2-2 0,-2-4-5 0,3-1-8 15,3-2-22-15,2-6-16 0,7-2-10 16,0 1-5-16,2 1-5 0,6-4-12 16,2 4-8-16,5-2-14 0,6 2-9 0,8-1-12 15,-2-3-21-15,-2-3-59 0,1 0-64 16,5-3-71-16,0-2-69 0,-6-1-103 16,2-1-84-16,-6-1-98 0,4-3-153 0,-10 2-81 15,0 0 70-15,-11 2-496 0,0 0-612 16</inkml:trace>
  <inkml:trace contextRef="#ctx0" brushRef="#br0" timeOffset="62622.39">29236 9554 3219 0,'-55'-7'9'0,"6"4"33"0,1-2 33 0,7-1 16 0,2 1 40 0,11 4 43 15,7-1 21-15,7-2-14 0,10 2-13 16,4 2-18-16,0 0-11 0,69-6-21 0,4 4-10 16,12 4-12-16,34 0-23 0,-1-2-49 15,4 0-58-15,2 0-61 0,-1-2-51 16,-2 4 2-16,-8-2 5 0,-21 3-29 15,-12-2-8-15,-12 1 8 0,-16-4 13 0,-10 2 19 16,-10 0 11-16,-9-1 11 0,-7 1 11 16,-7-3 10-16,-9 3-3 0,0 0-49 15,0 0-85-15,0 0-172 0,-34 18-73 0,2-7-154 16,-3 4-127-16</inkml:trace>
  <inkml:trace contextRef="#ctx0" brushRef="#br0" timeOffset="65852.89">29867 11751 1753 0,'-5'-11'22'0,"1"3"26"0,2-2 23 0,2 4 18 0,0 0 3 0,2-1 10 0,2-3 9 0,0 4 2 15,1-2-2-15,3 1-4 0,2-1-10 16,1 4-12-16,0 0-8 0,1 0-9 0,-1 4-3 16,0 4 5-16,1 4 1 15,-1 1 9-15,-1 5 5 0,-2 4-4 0,-5-1 27 16,-3 4-2-16,-3 4 10 0,-6 9 14 16,-15 5 6-16,-1-1-1 0,-3-6-7 15,-6 3-6-15,-1-2-3 0,5-2 2 0,5-13 2 16,4 0-4-16,2-5 4 0,9-3-5 15,1-3 19-15,3 0 17 0,3-4-14 16,3-3-14-16,0 0-14 0,0 0-12 0,36-17-10 16,-8 3-13-16,5 5-3 0,-7 0 0 15,-3 2-21-15,-2 2-6 0,-2 2-7 16,-4 3-4-16,1 0-5 0,0 6-1 0,2 5-1 16,-3-2-5-16,2 4-2 0,-2 2-2 15,1-1-10-15,3 7-24 0,-2-4-26 0,-3-4-24 16,0 1-24-16,-3-2-30 0,2-2-34 15,-2-1-50-15,-1-1-50 0,1-1-53 0,0-3-55 16,1-1-71-16,1-3-101 0,-1-2-114 16,3-3 59-16,0-4-344 0,2-4-411 15</inkml:trace>
  <inkml:trace contextRef="#ctx0" brushRef="#br0" timeOffset="66103.09">30414 11754 2722 0,'-3'-17'31'16,"-1"2"40"-16,0 3 64 0,1 1 40 0,2 2 27 0,1 2 7 15,0 7-13-15,1-13-21 16,4 7-18-16,4 2-16 0,2 0-13 0,3 2-10 16,7 4-11-16,2 6-6 0,5 1-9 15,3 7-5-15,-6 3-9 0,-6 3-5 0,0 5-4 16,-5 4 0-16,-5 2-2 0,-6 3-4 16,-3 1-5-16,-3 2-3 0,-5 0-3 15,-4-3-3-15,1-4-4 0,-2-1-6 0,1-2-6 16,-1-1-2-16,1-8-18 15,5-1-45-15,-2-2-61 0,-1-3-81 0,4 0-75 16,1-4-67-16,1 1-68 0,0-5-94 16,4-2-154-16,0-4 43 0,0 0-327 0,0 0-398 15</inkml:trace>
  <inkml:trace contextRef="#ctx0" brushRef="#br0" timeOffset="66253.56">30504 12134 2542 0,'-9'-6'35'0,"-1"0"40"16,4 1 48-16,6 5 51 0,-11-8 29 0,4 4 17 15,7 4-15-15,-3-7-19 0,3 7-22 16,0 0-22-16,12-8-15 0,-1 3-40 0,3 3-59 16,6-1-96-16,5 1-96 15,2-1-99-15,13-1-129 0,0-6-191 0,11-4 41 16,-7 4-240-16,3-2-271 0</inkml:trace>
  <inkml:trace contextRef="#ctx0" brushRef="#br0" timeOffset="66469.89">31076 11921 2237 0,'7'-8'78'0,"-3"3"46"15,0 1 32-15,-4 4 28 0,5-8 15 0,-5 8 1 16,0 0-20-16,5-7-13 0,-5 7 9 16,0 0 25-16,0 0 5 0,0 24-1 0,-3-12-2 15,-1 6 0-15,-1 3-6 16,-1 0 1-16,1 2-7 0,-3-3-2 0,4 0-1 16,0-2 12-16,2-1 6 0,4 0-7 0,4-2-9 15,4 4-22-15,10 0-16 0,5 0-17 16,5-2-17-16,1-5-54 0,1 1-88 15,2-6-92-15,-7-1-89 0,-2-4-119 0,2-1-122 16,-6-2-128-16,1-3-208 0,14-5 54 16,-12 1 85-16,-3 0-470 0,-4-1-582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39:38.0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2644 2472 3003 0,'4'-8'269'0,"-4"8"-80"0,2-5 12 0,-2 5-19 16,0 0-4-16,0 0-27 0,0 0-6 0,0 0 2 15,0 0-12-15,-22 15-3 16,8 2 4-16,-7 9 7 0,-3 8 8 0,2-3-6 16,3-2 2-16,-1 2-10 0,0-3-8 15,3-3-12-15,-2 1 5 0,7-6-31 16,1-2-5-16,0-1-11 0,1-2-4 0,1-1-10 16,1-2-18-16,-2 1-36 0,3-1-47 15,-1-3-54-15,-1-1-62 0,1 0-70 16,0-4-78-16,1 0-81 0,7-4-88 0,0 0-96 15,-16-13-107-15,14-2 55 0,1-2-348 16,1-6-447-16</inkml:trace>
  <inkml:trace contextRef="#ctx0" brushRef="#br0" timeOffset="649.15">2341 2510 2519 0,'0'-15'42'0,"-1"2"58"0,-1 3 58 0,0 0 55 0,2 3 34 16,0 7 22-16,0-10 3 15,0 10-14-15,2-10-25 0,-2 10-25 0,0 0-22 16,0 0 1-16,0 0 2 0,23 17-23 15,-7 5-14-15,2 5-16 0,9 11-10 16,1-1-8-16,1 4-11 0,3 0-12 0,4-2-10 16,-3-1-15-16,-3-2-31 0,-7-9-26 15,-2 0-30-15,-4-3-28 0,-1-6-32 16,-9-3-25-16,1-3-24 0,-1-4-30 0,-3 1-13 16,-1-3-11-16,2-2-21 0,-5-4-18 15,0 0-10-15,0 0 5 0,0 0 9 16,4-21 21-16,-6-1 16 0,-2-14 17 15,0-6 25-15,-2-13 37 0,1-3 32 16,-1-2 19-16,2 4 34 0,1 2 42 0,1 14 41 16,-3 4 60-16,1 11 31 0,1 4 18 15,1 6 7-15,0 3-6 0,-2 0-9 0,4 4-11 16,0 8 18-16,0 0 22 0,0 0-1 16,0 0-13-16,-7 25 17 0,5-1-21 15,2 5-14-15,2 12-18 0,2 4-14 0,1 10-14 16,4-3-2-16,0 1-17 0,2-6-15 15,-2-9-11-15,1-4-21 0,-2-1-35 16,-1-1-27-16,-3-10-28 0,-1-2-30 16,-1-5-33-16,0-3-29 0,-2-2-38 0,0-1-37 15,-2-3-53-15,2-6-46 0,0 0-23 16,-11 6-17-16,11-6 2 0,-17-15 17 16,4 1 19-16,-9-13 26 0,-1-10 31 0,-4 4 45 15,-2-2 44-15,4 11 52 0,-4 1 46 16,-1 5 33-16,1 4 46 0,1 4 42 15,1 3 37-15,6 2 53 0,4 0 37 0,1 5 22 16,3-2 0-16,2 2-8 0,11 0-3 16,0 0 10-16,-17 0 16 0,17 0 23 15,0 0 27-15,0 0 1 0,0 0-12 16,50 7-21-16,-9-9-23 0,11-1-27 0,11-1-22 16,1-1-18-16,-1-2-30 0,-4 0-53 15,-12 1-39-15,-8 2-52 0,-8 0-33 16,-8 3-37-16,-5-4-40 0,-2 5-51 0,-5-2-65 15,-2 2-66-15,3 2-49 0,-12-2-63 16,11 5-123-16,-7 0-163 0,-4-5 62 16,2 10-422-16,-2-10-542 0</inkml:trace>
  <inkml:trace contextRef="#ctx0" brushRef="#br0" timeOffset="1365.58">4051 2576 3209 0,'0'-11'101'0,"0"11"36"0,0 0 10 15,0 0 16-15,-4-9 8 0,4 9-6 16,0 0 18-16,0 0 22 0,0 0 4 16,0 0-5-16,-4 36-14 0,0-19-9 0,4 3 2 15,-5 2 13-15,3 0-13 0,0-3-14 16,0-1-14-16,-1 0-14 0,-2-1-18 0,1 0-5 15,3-3-15-15,-1-2 7 0,0-2 8 16,0 0 7-16,0-1 1 0,0-2 5 16,2-7 6-16,-2 10 10 0,2-10 14 0,0 0-18 15,0 0-16-15,0 0-14 16,0 0-14-16,2-39-81 0,2 15-18 0,2 0 0 16,2-4 0-16,-1 6 0 0,-1 2 0 15,-3 7 0-15,1 1 0 0,0 2 0 16,-2-1 0-16,4 5 0 0,-2-2 0 0,3 5 0 15,-7 3 0-15,20-1 0 0,-20 1 0 16,28 4 0-16,-13 2 0 0,5 5 0 0,-4-3 0 16,2 2 0-16,-5-2 0 0,0 2 0 15,-5-5 0-15,-1 3 0 0,2-2 0 16,-2 0 0-16,-1-2 0 0,-6-4 0 0,9 7 0 16,-9-7 0-16,7 4 0 15,-7-4 0-15,10 4 0 0,-10-4 0 0,0 0 0 16,19-20 0-16,-7 3 0 0,-1 3 0 15,8-9 0-15,-4 4 0 0,-3 5 0 0,-1 5 0 16,-2-1 0-16,3 2 0 0,-2 4 0 16,-1-1 0-16,-9 5 0 0,23 5 0 15,-9-1 0-15,-1 4 0 0,2 5 0 0,-2 3 0 16,0-2 0-16,-1 1 0 0,1 3 0 16,-4-1 0-16,5-1-6 0,-4-3-218 0,0 5-60 15,-3-8-73-15,-1 2-76 0,3 0-108 16,-4-3-185-16,6-3-111 0,-4-1 98 15,4-1-636-15,1-4-830 0</inkml:trace>
  <inkml:trace contextRef="#ctx0" brushRef="#br0" timeOffset="1548.55">4877 2695 4208 0,'0'0'197'0,"-13"2"16"0,13-2 24 0,0 0 34 0,0 0 19 0,0 0-10 15,0 0-29-15,0 0-28 0,0 0-28 16,0 0-51-16,0 0-98 0,36-16-131 16,-12 10-126-16,10-1-146 0,0-3-210 15,3-2-222-15,-3 6 69 0,-5 1 73 16,-4 4-434-16,-5 1-553 0</inkml:trace>
  <inkml:trace contextRef="#ctx0" brushRef="#br0" timeOffset="2031.75">5440 2629 3315 0,'-9'-6'186'16,"3"2"28"-16,6 4 21 0,-8-5 17 0,8 5 11 0,0 0 18 16,0 0 11-16,0 0-16 0,-13 15-24 15,11-7-27-15,2 1-21 0,0 3-18 16,2 0-34-16,-2-1-14 0,4 3-14 15,-1 0-10-15,1 0-14 0,1 0-9 0,-2-4-27 16,3 0-29-16,-1 0-27 0,1-1-28 16,1-1-13-16,2-1-20 0,0-2-14 15,0-1-11-15,5-3 2 0,-14-1 15 0,23 0 0 16,-10-1 8-16,0-3 3 0,-1 3 7 16,-3-1 7-16,0 0 2 0,-9 2 8 0,14-2-2 15,-14 2 5-15,0 0 6 0,17 4 8 16,-17-4 0-16,10 7 4 0,-6-4 6 15,1 4-4-15,1-2 1 0,-1 0 8 16,4 0 2-16,-2 0 0 0,1 1 2 16,2-3 3-16,1 0 12 0,2-1-14 0,2-2-1 15,0 0-2-15,5-2 2 0,-1-2 4 16,1-2 4-16,3-1 5 0,-3-1 5 0,0-1 14 16,5-6 20-16,-2-2 4 0,-1-2-5 15,-4-3-11-15,1-7-3 0,-2 0-1 16,1 3-15-16,-6-2-23 0,-3 6-29 0,-2 5-44 15,-1 4-63-15,-3 1-71 16,-3 2-70-16,2 3-106 0,-2 1-105 0,0 6-144 0,0-6-117 16,0 6 82-16,0 0-452 0,0 0-579 15</inkml:trace>
  <inkml:trace contextRef="#ctx0" brushRef="#br0" timeOffset="2417.73">6292 2585 3265 0,'5'-7'153'0,"-5"7"43"0,0 0 41 0,0 0 31 0,0 0 13 0,7-5-4 0,-7 5-14 15,0 0 2-15,0 0-7 0,0 0-24 0,7 25-29 16,-7-18-9-16,2 5-24 0,-4 1-14 16,0 1-15-16,1 0-16 0,-7 1-4 15,0 1-18-15,-3 1-9 0,-7 7-8 0,2-4-15 16,-8-3-28-16,5-3-17 15,2-6-16-15,4-1-18 0,1-3-4 0,1-6-23 16,11 2-30-16,-13-19-10 0,13 2-10 16,3-7 14-16,9-12-3 0,3 4 10 0,4 1 3 15,0 5 7-15,0 1 16 0,-3 8 29 16,-3 5 22-16,-2 2 17 0,3 3 11 16,-1 4 24-16,1 2 5 0,0 2 0 0,-14-1-1 15,27 7-9-15,-11 0-7 0,-3 1-15 16,3 2 3-16,-2 3-11 0,-3 1-35 0,5-1-44 15,-5 1-52-15,1 1-71 16,-1-3-112-16,0 2-117 0,-2-5-154 0,-2 3-242 16,4-2 37-16,3-1 80 0,6 1-500 15,11 0-643-15</inkml:trace>
  <inkml:trace contextRef="#ctx0" brushRef="#br0" timeOffset="2666.11">7473 2448 3666 0,'-11'-10'249'0,"-1"3"30"0,3 2 37 16,0 3 25-16,9 2-1 15,-23 0 2-15,8 7-8 0,-14 9-21 0,-6 11-18 16,1 5-23-16,-2 9-27 0,4 6-21 16,-3 3-25-16,1 3-17 0,-4 12-10 15,6-10-24-15,3-1-27 0,1-2-40 0,1 2-38 16,2-5-40-16,0-4-65 0,0-3-68 15,9-9-76-15,-2-2-69 0,1-8-72 0,5-2-73 16,3-7-78-16,0-7-103 0,2-3-134 16,7-4-14-16,0 0 81 0,-7-17-514 15,7-4-646-15</inkml:trace>
  <inkml:trace contextRef="#ctx0" brushRef="#br0" timeOffset="2832.16">6955 2439 3392 0,'-5'-9'99'0,"1"2"53"0,4 7 52 0,-4-4 40 15,4 4 34-15,0 0 27 0,0 0 6 16,0 0-16-16,-14 24-28 0,12-12-25 16,2 2-22-16,2 5-22 0,4 3-20 0,0 0-38 15,5 7-83-15,1-2-91 0,1-2-118 16,-2-4-113-16,3-4-134 0,-3-2-161 0,0-4-217 16,-2 1 63-16,-4-4 81 0,-3-1-404 15,0-5-510-15</inkml:trace>
  <inkml:trace contextRef="#ctx0" brushRef="#br0" timeOffset="3398.87">8626 1990 3228 0,'0'-8'203'0,"0"2"-4"0,0 6-21 0,0 0-16 0,0 0-3 16,0 0 52-16,0 0 42 0,-3 26 32 15,-3 12-9-15,1 14-23 0,-6 6-19 0,4 5-8 16,2 2-24-16,-1 3-21 0,0-4-18 16,0 2-11-16,0-8-11 0,1-2-21 0,-1-12-10 15,1-5-21-15,0-3-8 0,1-8-28 16,-1-5-25-16,3-6-46 0,-2-1-49 15,3-4-46-15,-3 0-57 0,2-5-77 16,0-1-102-16,2-6-118 0,0 0-151 16,0 0-154-16,0 0 64 0,2-25-536 0,-2 9-706 15</inkml:trace>
  <inkml:trace contextRef="#ctx0" brushRef="#br0" timeOffset="3582.73">8335 2590 3713 0,'-12'0'245'0,"12"0"55"0,-14 0 42 0,14 0 26 15,0 0 29-15,0 0 14 0,-12-2-21 16,12 2-25-16,0 0-44 0,0 0-27 0,0 0-30 16,0 0-10-16,38-12-48 0,-14 7-69 15,15-1-82-15,1 0-124 0,5 2-149 0,1-2-162 16,15-1-157-16,-13 4-214 16,-6 0-131-16,-4 6 94 0,-10 4-721 15,-6 2-955-15</inkml:trace>
  <inkml:trace contextRef="#ctx0" brushRef="#br0" timeOffset="4048.81">9025 2817 4031 0,'-10'1'114'0,"10"-1"60"0,0 0 33 0,0 0 41 0,-11 4 37 15,11-4 25-15,0 0-6 16,0 0-27-16,0 0-24 0,0 0-21 0,0 0-23 0,0 0-22 15,0 0-24-15,0 0-29 0,0 0-18 16,19-19-25-16,-14 14-18 0,2-2-15 16,-2 0-15-16,1-1-6 0,-1-4-9 15,-1 0-9-15,-2 0-19 0,3-2-17 16,-5 0-22-16,0 3-3 0,-5-3 4 0,1 0-1 16,-1 1 12-16,-3-1-11 0,1 2 10 15,-1-1 4-15,-2 3-1 0,-1 0 4 0,1 3-7 16,-1 1 6-16,4 0 8 0,-4 0-8 15,4 3 2-15,7 3 1 0,-11-6-1 16,11 6 8-16,-6-6-2 0,6 6 8 16,0 0-5-16,0 0 14 0,0 0 20 15,24-10 5-15,-8 10-3 0,1-2 10 0,2 4-1 16,1 0-1-16,-2 1 0 0,5 0-9 16,0 3-4-16,0 0 5 0,1 7-3 0,3 3 3 15,-6 1-7-15,1-4-4 0,-8 1 5 16,2 0 0-16,-1 1-8 0,-3-1-3 0,1 1-4 15,-2-1-18-15,-1 1-24 16,-1-1-26-16,-3-2-40 0,-1 0-54 0,2 0-70 16,-2-4-92-16,-1 1-103 0,-2 1-157 0,4-1-240 15,-3-4 80-15,5 0 80 16,0 0-476-16,-8-5-605 0</inkml:trace>
  <inkml:trace contextRef="#ctx0" brushRef="#br0" timeOffset="4449.6">9754 2776 3525 0,'-9'-2'220'0,"9"2"21"0,0 0 33 16,-9-5 37-16,9 5 26 0,0 0-8 16,0 0-20-16,0 0-31 0,-6-5-29 15,6 5-24-15,0 0-21 0,0 0-24 16,24-9-40-16,-12 6-30 0,1-4-31 15,3 2-30-15,1-2-12 0,-3-2-13 0,0-3-3 16,0 1-7-16,-3-3-3 0,-2-3-1 16,0-2-5-16,-4 3-2 0,-3 4-8 0,-2-2-11 15,0 3 0-15,-3 1-3 0,-10-2-1 16,-1 7 5-16,-4-1-1 0,0 4 3 0,-4 4 3 16,-3 4 0-16,-9 5 7 0,4 3 9 15,3 4 9-15,0 3 8 0,7 2 7 16,2 2 21-16,4 1 16 0,5-2 12 0,6-4-7 15,1-1-8-15,4 0 4 16,-1 2-4-16,9-1-9 0,4 4-3 0,-2-5-1 0,10 2-23 16,-1-4-27-16,-1-3-41 15,0-6-56-15,-3 1-67 0,5-5-87 0,0 0-89 16,3-2-113-16,-4-2-145 0,3-4-212 16,10-3 53-16,-4-2 72 0,4-4-534 0,-7 0-682 15</inkml:trace>
  <inkml:trace contextRef="#ctx0" brushRef="#br0" timeOffset="4882">10227 2774 3735 0,'0'0'196'0,"0"0"25"0,0 0 30 0,0 0 23 0,0 0 6 16,0 0-20-16,0 0-18 0,0 0-28 0,0 0-27 15,42-12-19-15,-21 7-39 0,2-2-23 16,-1 2-30-16,0-3-26 0,1 1-10 0,-4-2-4 16,0-2 0-16,-4 0-8 0,-2-3 3 15,-2-1-9-15,1-1-2 0,-8 1-15 0,-2 3-12 16,-2-1-10-16,-6 0-1 0,-6 4-1 16,-6 1-5-16,-5 2 7 0,-4 6-4 15,-13 6 1-15,-1 4 11 0,-9 7 7 16,2 3 25-16,3 5 27 0,2 0 35 15,7 3 28-15,9-4 41 0,5 0 26 0,5 1 9 16,5-2-2-16,4-4-4 0,8-1-8 16,5-1-13-16,2 0-1 0,4 1-85 0,10 2-76 15,3-3 0-15,-6-4 0 0,3-3 0 16,1-1 0-16,-2-2 0 0,1-2 0 0,-1-3 0 16,-4 2 0-16,0-4 0 0,0 4 0 15,-2-2 0-15,-4-1 0 0,-1-1 0 16,-9 0-90-16,17 4-435 0,-17-4-161 15,0 0-244-15,-1 5 72 0,1-5 91 16,0 0-707-16,-33 15-923 0</inkml:trace>
  <inkml:trace contextRef="#ctx0" brushRef="#br0" timeOffset="5633.87">11441 2764 3780 0,'4'-11'-32'0,"0"5"55"0,-1 2 18 16,-3 4 14-16,6-6 2 0,-6 6 61 16,0 0 44-16,0 0 19 0,6 20 6 0,-6-6-11 15,0 3-8-15,-3 5-16 0,-4 10-14 16,2 1-12-16,-3-2-13 16,-1 0-10-16,3 0-9 0,-4-10-12 0,5-1-26 15,-1-3-41-15,1-1-49 0,-2-3-50 16,5-2-74-16,1-3-80 0,1-1-104 0,0-7-141 15,0 0-171-15,0 0 1 0,0 0 71 16,0 0-291-16,13-38-357 0</inkml:trace>
  <inkml:trace contextRef="#ctx0" brushRef="#br0" timeOffset="5798.51">11607 2602 2422 0,'-4'-8'107'0,"2"-1"67"0,0 2 35 16,2 7 28-16,0 0 3 0,-2-7-7 15,2 7-21-15,0 0-26 0,0 0-22 16,-1-8-19-16,1 8-41 0,0 0-59 0,0 0-83 16,0 0-98-16,0 0-111 0,17 27-164 15,-8-15-207-15,1 3 50 0,5-2-269 0,6 5-322 16</inkml:trace>
  <inkml:trace contextRef="#ctx0" brushRef="#br0" timeOffset="6134.04">11950 2675 2422 0,'-8'-7'72'0,"1"2"24"0,7 5 17 16,-15-3 11-16,15 3 7 15,-16 0 10-15,16 0 2 0,-15 10-6 0,3-5-13 16,3 3-8-16,0 1-14 0,-1 1-7 16,2 2-7-16,5 2-8 0,-1-2-8 0,4 0-7 15,4-2-6-15,-1 4-4 0,3-1-6 16,2 1 17-16,1 1 10 0,1-3 31 0,-3 2 27 15,3-2 32-15,-1 1 38 0,-5-4 15 16,2 1 25-16,-3 0 14 0,0-2 17 16,-1 0 1-16,-2 1 2 0,-2-1-11 0,-1 0-13 15,0 1-22-15,-3 1-20 16,-1-2-23-16,-1 1-16 0,-4-3-24 0,1 2-21 16,0-2-128-16,-1 0 0 0,1-3 0 15,-3-3 0-15,3 2 0 0,11-2 0 0,-27-4 0 16,14-3 0-16,1 1-167 0,1-2-207 15,-1 0-110-15,3-2-155 0,5 1-224 0,1-1 19 16,3 3 91-16,0 7-630 0,11-16-837 16</inkml:trace>
  <inkml:trace contextRef="#ctx0" brushRef="#br0" timeOffset="6531.94">12895 2664 4200 0,'-1'-6'164'0,"1"6"12"16,0 0 18-16,-6-7 22 0,6 7 23 16,0 0 3-16,0 0-4 0,-14 21-13 0,12-10-19 15,-3 5-25-15,-1 4-15 0,3 1-19 16,-4 1-19-16,3 0-9 0,1 1-13 0,-3-3-10 16,4-3-11-16,-1 1-16 0,1-5-23 15,-2 0-19-15,1-1-14 0,1-2-25 0,2-3-12 16,-1 3-7-16,-1-3-2 0,2-7 13 15,0 0-22-15,2 9-5 0,-2-9 4 16,0 0 1-16,0 0 13 0,26-24 8 0,-14 13 3 16,5 1 1-16,-3-3 17 15,-3 4 4-15,0 4 4 0,1-3 6 0,-3 4 7 16,2 0 1-16,1 2 4 0,-12 2-6 16,24 2 5-16,-13 2-7 0,2 0-4 0,0 4 0 15,-2 1-6-15,3-1-13 0,-3 4-31 16,-1-2-40-16,2 1-41 0,-5-1-45 0,4 3-51 15,-2-5-57-15,0 0-53 0,-2 2-63 16,0-5-93-16,2 0-119 0,-2-2-101 16,2-1 52-16,4-2-403 0,-1-4-523 0</inkml:trace>
  <inkml:trace contextRef="#ctx0" brushRef="#br0" timeOffset="6831.86">13467 2753 2758 0,'0'0'56'16,"0"0"59"-16,0 0 58 0,0 0 44 15,0 0 36-15,0 0 15 0,0 0-2 16,-25 21-9-16,24-11-10 0,-3 1-28 0,2 1-21 16,0-1-17-16,2 3-14 0,0-2-9 15,4 0-28-15,0 1-17 0,1-2-18 16,2 1-23-16,4-4-14 0,2 2-28 16,-1-3-9-16,2-3-11 0,1 0 1 0,1 0 4 0,-3-4 3 15,1 1 4-15,-14-1 4 0,22-5 3 16,-12-1 8-16,-1-3 7 0,-1-1 0 15,-5-2 2-15,2-5-7 0,-5-1-11 16,-2-1-9-16,-1 0-14 0,1 0-10 16,-3 0-21-16,-1 2-23 0,-5 0-23 0,-1 4-29 15,-1 4-26-15,-1 2-40 0,2 2-58 16,-4 2-71-16,1 3-81 0,-3 6-143 0,4-2-194 16,0 3 69-16,3 1-417 0,3-1-533 15</inkml:trace>
  <inkml:trace contextRef="#ctx0" brushRef="#br0" timeOffset="7097.84">14441 2077 3202 0,'-4'-17'179'15,"4"3"16"-15,-1 2 5 0,1 7-2 16,0 5 24-16,0 0 35 0,0 0 28 15,-29 42 9-15,11 5-18 0,-3 9-17 0,3 7-23 16,-11 23-21-16,4 3-14 0,4-3-25 16,4-15-19-16,0-5-13 0,-3 1-23 0,4-2-33 15,-4-5-46-15,4-3-50 16,-2-2-54-16,3-11-47 0,3-13-64 0,3-2-59 16,5-6-56-16,-1-7-55 0,3-3-48 15,-3-7-69-15,8-4-88 0,-3-2-103 0,0 0 25 16,0 0-414-16,18-25-512 0</inkml:trace>
  <inkml:trace contextRef="#ctx0" brushRef="#br0" timeOffset="7268.18">14075 2782 2660 0,'-15'-3'-83'15,"3"3"41"-15,0 0 35 0,12 0 30 16,-14 5 28-16,14-5 34 0,-10 5 27 0,10-5 15 16,-4 7 20-16,4-7-2 0,4 12-7 15,-4-12-15-15,17 9-28 0,-3-6-59 16,4 1-73-16,7-1-100 0,4 0-152 15,14-6-202-15,5 1-45 0,0 1 69 0,3-1-96 16,-1 0-63-16</inkml:trace>
  <inkml:trace contextRef="#ctx0" brushRef="#br0" timeOffset="7765.83">15512 2946 1872 0,'0'0'217'0,"-4"-5"9"0,4 5-6 15,0 0 9-15,0 0-3 0,0 0-1 0,21 0-17 16,-21 0-17-16,15 7-17 0,-6 3-9 16,0-2-13-16,-6 1-2 0,1 1-3 15,0 0 15-15,-4 1 21 0,-6 2 14 0,1 1 10 16,-5 1 14-16,-3 1-7 0,-9 1-9 15,1-2-23-15,-5 2-18 0,1-5-13 0,0-3-16 16,6-1-17-16,-1-4-18 0,0-1-27 16,5-3-25-16,3-2-11 0,-2-1-14 0,2-3-18 15,4-8-13-15,6-1-6 16,2-5 0-16,10-14 4 0,9-7-4 0,4 4 0 16,-3 8 3-16,2 6-3 0,-7 6 4 15,-2 5 2-15,2 4 11 0,-3 5 13 0,1 3 12 16,5 5 9-16,-4 5 8 0,10 7 7 15,-3 3 0-15,-5 3 11 0,0 0 9 16,-1 3 13-16,1 0 3 0,-4-1-1 0,2-4-3 16,-3-4 0-16,2-2 8 0,-2-1 7 15,0-3 6-15,3-3-2 0,-2-3-8 16,6-1-9-16,-1-4-12 0,0-2-43 16,6-4-31-16,8-5 0 0,-3-5 0 0,3-3 0 0,-1-1 0 15,5-11 0-15,1-1-61 16,-6-3-97-16,1 0-48 0,-8 12-59 0,-5-2-92 0,-2 9-97 15,-9 3-110-15,-1 7-183 16,-10 3-64-16,4 3 96 0,0 0-596 0,0 0-767 16</inkml:trace>
  <inkml:trace contextRef="#ctx0" brushRef="#br0" timeOffset="8531.06">17506 2031 3387 0,'1'-14'0'0,"1"4"41"0,0 2 6 0,-2 3 4 0,0 5 21 15,0 0 27-15,0 0 28 0,0 0 22 16,-27 40 21-16,14-7 16 0,-4 14 12 0,-3 6 2 15,2 4 5-15,-2 3-6 16,6 0-10-16,-4-2-15 0,5-1-11 0,-3-4-14 16,5-4-7-16,-1-9-9 15,3-6-15-15,2-1-19 0,-2-7-3 0,2-8-3 16,3-2-13-16,1-4 12 0,-3 0 6 0,2-4-6 16,3 1 2-16,1-2 7 0,-2-1 14 15,2-6 18-15,-2 7-6 0,2-7-13 0,0 0-15 16,0 0-12-16,0 0-17 0,18-25-10 15,-7 9-8-15,1-1-10 0,3 4-6 16,6-6-3-16,-5 5-5 0,-1 2-7 16,-4 5-5-16,3 1-4 0,-5 6-3 0,-9 0 4 15,21 4-7-15,-10 5-1 0,0 1-1 16,-4 4-2-16,0 3 1 0,3 2-3 16,-2 0-3-16,-1 1 1 0,-3-3-4 0,2 1-8 15,-5-3-13-15,1 1-19 0,2 1-18 16,-1-3-28-16,-3-3-33 0,0 3-38 0,2-2-63 15,-4-1-79-15,2 1-82 0,0-2-105 16,0-3-153-16,0 1-155 0,0-3 73 0,0-5-636 16,0 0-817-16</inkml:trace>
  <inkml:trace contextRef="#ctx0" brushRef="#br0" timeOffset="9063.98">17857 2803 4018 0,'0'0'71'0,"0"0"35"16,0 0 42-16,0 0 33 0,0 0 26 16,0 0 32-16,0 0 21 0,0 0-19 0,20 7-18 15,-20-7-18-15,16 2-21 0,-2-2-21 16,-14 0-14-16,25 0-21 0,-10-2-20 16,3 0-35-16,-4 1-24 0,6-3-20 0,-4 1-12 15,0-4-11-15,2 0-9 16,-4-5-4-16,-1 0-3 0,-1-3-2 0,-2 3-5 15,-5 0 1-15,2 1-2 0,-5 1-8 16,-4 2 3-16,-7-1 2 0,-2 4 2 0,-4 0 4 16,-6 5 2-16,-6 2 4 0,-5 6 8 15,2 2 2-15,-1 4 6 0,4 1 5 0,4 4 0 16,5 0 9-16,2-2-2 0,7-1 4 16,3-1 5-16,2 0-2 0,5 2 12 15,2-3-19-15,5 5-5 0,3-4-21 0,1 1-19 16,3-3-27-16,2-1-35 15,3-2-33-15,2-1-43 0,1-3-36 0,-1-2-47 0,5-1-31 16,0-2-27-16,-1-2-23 16,1-3-7-16,9-3 12 0,-4-2 17 0,3-7 28 15,-3-3 40-15,-2-4 50 0,6-3 54 16,-2-6 61-16,-9 5 46 0,-3 1 45 0,-3 5 43 16,-2 5 43-16,-5 2 34 0,-5 5 29 15,1 1 13-15,-2-1 4 0,-2 4-5 16,0 2 0-16,-4 3 11 0,0 0 10 0,0 0-7 15,0 0-13-15,-11 32-18 0,4-15-13 16,0 4-19-16,-4 6-21 0,-1 4-38 0,-1-1-49 16,1 1-67-16,0-1-77 0,1-1-73 15,-1 0-96-15,3-7-128 0,5-3-153 0,-1-3-88 16,1-4 69-16,1-4-367 16,3-3-437-16</inkml:trace>
  <inkml:trace contextRef="#ctx0" brushRef="#br0" timeOffset="9214.12">18624 2530 2555 0,'-6'-4'-42'0,"6"4"8"0,-11-2 2 16,11 2 3-16,0 0 3 0,-20 6-34 0,17-2-78 16,-3 1-144-16,2 3-369 0,-1 1-146 15</inkml:trace>
  <inkml:trace contextRef="#ctx0" brushRef="#br0" timeOffset="10014.04">18845 2706 2034 0,'0'0'182'0,"0"0"35"0,0 0 20 0,0 0 14 16,0 0 12-16,0 0-1 0,0 0-11 15,-27 15-22-15,18-6-22 0,-1 2-21 0,-3 3-20 16,4-2-16-16,-3 2-19 0,1 1-22 15,3-4-26-15,2 2-22 0,-2-3-13 0,5-1-16 16,-3-1-4-16,4 1 0 0,2-9 2 16,-2 11 5-16,2-11 8 0,0 8 17 15,0-8 13-15,6 7 8 0,-6-7 10 16,5 6 6-16,-5-6 4 0,0 0-20 16,12 6 4-16,-11 0 1 0,-1-6 13 0,5 13 2 15,-5-1 21-15,-2 6 18 0,-1-2 9 16,-2 14 7-16,-4 4-5 0,-11 9 1 0,5-9-8 15,-4 5-9-15,-1 1-8 0,-5-5-2 16,5-3-5-16,-6 2-3 0,4-8-2 0,-2-2-4 16,1-2-4-16,-2-2-105 15,-2-1-2-15,-1-3 0 0,-3-3 0 0,-1 1 0 16,-2-6 0-16,-6 1 0 0,4-4 0 16,4-2 0-16,3-6 0 0,4 0 0 0,2-4 0 15,4-1 0-15,6-6 0 0,4-5 0 16,5 2 0-16,6-7-163 0,5-7-60 15,8-1-5-15,4 1-2 0,8-4-2 0,5 2 11 16,6 2 23-16,-2 2 14 0,9 0 20 16,2-2 18-16,6 4 12 0,5-2 11 0,17-9-7 15,4 2-3-15,-1 1 4 0,2-7-9 16,2-1 12-16,0-1 14 0,0-1 6 0,-8-3 11 16,-3-1 1-16,-7-5 14 0,-5 1 2 15,-18 9 0-15,-9-6 2 0,1 0 3 16,-6 3-1-16,-11 0 13 0,-7 13 10 15,-4-1 7-15,-5 9 2 0,-5 6 0 0,-6 3 0 16,-2 5 5-16,-8 3 3 0,-6 8 2 16,-10 7 2-16,-12 10 5 0,-1 8 6 15,-2 9 2-15,-4 2 1 0,11 6-3 0,5 5 10 16,2 3-1-16,4 1 4 0,5 1 2 16,8 2 4-16,6-2 5 0,-1-1-2 0,12-13-3 15,3 2-5-15,2-8 0 0,1-8-4 16,4 2 13-16,-1-5-6 0,7-1-1 0,-1-2 10 15,1-5 13-15,1-2 9 0,3-3 13 16,-1-1 6-16,2-4-5 0,-4 0 6 16,3-2 9-16,-3 0 8 0,-2 0 0 0,-1 3 7 15,-10-3-4-15,17 1-3 16,-17-1-8-16,10 2 1 0,-10-2-10 0,7 5-6 16,-3-1 0-16,-4-4-5 0,0 0-3 15,8 12 0-15,-8-12-8 0,3 8-12 0,-3-8-15 16,7 9-31-16,-7-9-35 0,7 6-47 15,-1-4-57-15,-3 2-67 0,-3-4-91 0,20 0-122 16,-6-4-139-16,8-4 43 0,6-9-263 16,19-6-297-16</inkml:trace>
  <inkml:trace contextRef="#ctx0" brushRef="#br0" timeOffset="10249.98">20272 1961 2219 0,'-12'-12'60'0,"-1"2"34"0,2 3 11 0,-3 5 13 16,0 2 20-16,-6 7 14 0,-8 11 33 16,-5 11 33-16,-3 14 40 0,0 10 24 0,-4 19 10 15,0 2-9-15,4 5-23 0,4-1-20 16,8-14-45-16,1-1-16 0,-2-2-13 0,5-1-25 16,1-2-22-16,-3-6-48 15,6-4-51-15,0-1-47 0,-2-5-57 0,0-9-89 16,1 0-85-16,2-4-88 0,-7-3-119 15,6-2-157-15,-2-9-4 0,7-5 60 0,2-6-328 16,1-4-376-16</inkml:trace>
  <inkml:trace contextRef="#ctx0" brushRef="#br0" timeOffset="10397.49">19514 2849 2644 0,'-4'-10'153'0,"2"1"46"0,1 1 42 16,1 8 33-16,0-9 24 0,0 9 1 0,0 0-18 15,0 0-23-15,5-8-16 0,-5 8-28 16,23 0-42-16,-3-2-62 0,9 2-77 0,14 0-71 15,0-3-90-15,2 1-95 0,5 2-121 16,-4-5-179-16,2-2-147 0,-6 0 58 16,-4 0-368-16,-4-1-456 0</inkml:trace>
  <inkml:trace contextRef="#ctx0" brushRef="#br0" timeOffset="11381.69">20903 1617 2942 0,'8'-16'115'0,"-3"4"13"0,-1 4 10 16,0 1 4-16,-1 2 19 0,-3 5 6 0,2-7-6 16,-2 7-18-16,0 0-9 0,0 0-3 15,3 46-8-15,-6-5-10 0,-2 15-12 16,-5 4-6-16,-1 10-6 0,-2 3-11 0,-9 20 3 16,2-2-6-16,-1 1-10 15,-1-5-5-15,4-18-4 0,-1-3-6 0,2-5-12 16,-2-4-6-16,-1-8-7 0,4-5 3 15,2-15-2-15,4-5-1 0,1-5 2 0,1-6-2 16,4-1 8-16,0-3 14 0,1-4 1 16,3-5-2-16,0 0-4 0,0 0-5 15,3-27-5-15,10-2-3 0,-1-4-3 0,12-8-3 16,0 2-5-16,-1 4 0 0,-2 7-2 16,-2 4 0-16,0 2-2 0,-5 7 0 0,-3 3 2 15,0 3 4-15,-3 4 7 16,1 2 4-16,2 1 4 0,-11 2 2 0,22 2 6 15,-11 4 5-15,1 1 0 0,1 7-3 16,-5-2-4-16,-1 2 1 0,3 1 3 0,-7 2 4 16,-1 0 14-16,0-1 16 0,-6 1 0 15,2 1 23-15,-7-1 7 0,2 3 2 16,-5-3-10-16,-1-1-8 0,-3-3-8 0,5-4-10 16,-3 0-22-16,1-3-24 0,0-4-46 15,0 0-59-15,-2-6-54 0,-1-2-60 0,-1-8-64 16,-4-5-72-16,7-7-86 15,3-6-85-15,9-7-112 0,2-7-159 0,8-10 68 0,8-1-511 16,0-3-674-16</inkml:trace>
  <inkml:trace contextRef="#ctx0" brushRef="#br0" timeOffset="11613.84">21374 1630 3566 0,'11'-18'89'0,"-1"5"40"0,-5 3 47 0,1 4 31 0,-2 0 20 0,-3 1 3 0,-1 5-17 15,0 0-5-15,0 0 36 0,0 24 25 16,-7 10-19-16,0 6-22 0,-5 11-24 16,-1 8-14-16,-2 2-20 0,-1 6-17 15,2 1-17-15,-10 19-6 0,11-17-16 16,-4-4-12-16,-1 2-18 0,2-4-28 0,-4-3-32 0,7-6-58 16,0-4-52-16,-2-5-53 15,5-10-66-15,0-7-76 0,7-4-92 0,-3-8-97 16,2-5-130-16,4-5-174 0,2-2 61 15,-2-5-554-15,0 0-726 0</inkml:trace>
  <inkml:trace contextRef="#ctx0" brushRef="#br0" timeOffset="12015.37">21578 2387 3714 0,'0'0'150'0,"-8"-7"14"0,8 7 3 0,0 0 10 15,0 0 7-15,0 0 26 0,0 0 20 16,0 0 4-16,0 0-13 0,-8 29-17 16,8-15-22-16,0-2-14 0,-2 8-13 0,2-3-18 15,0 0-15-15,-2 0-14 0,-1 1 1 16,-3-1-19-16,2-2-5 0,-6 2-8 0,3-2-4 16,-6 2-7-16,1-5-3 0,-3-2-10 15,1-2-12-15,1-3-20 0,0-3-13 16,1-2-16-16,0-7-28 0,-1-1-29 0,2-8-10 15,8-5 5-15,3-4 5 16,7-10 2-16,4-2 7 0,7-6 5 0,-1 14 2 16,0 2 6-16,2 2 6 0,-4 14 9 15,1 4 13-15,-5 4 14 0,1 6 15 0,-12-3 9 16,22 15 10-16,-10 0-4 0,-1 3-1 16,0 9-2-16,1 0-4 0,-1 2-3 15,-3-5-10-15,-2 0-21 0,2-5-28 0,-5 3-42 16,5-3-54-16,-3-4-65 0,2-1-62 15,-4-3-61-15,5-2-63 0,-5-2-86 0,7-7-101 16,-10 0-112-16,15-2 56 0,-5-3-372 16,0-5-478-16</inkml:trace>
  <inkml:trace contextRef="#ctx0" brushRef="#br0" timeOffset="12547.8">21940 2271 2656 0,'0'0'73'0,"0"0"60"16,0 0 40-16,0 0 47 0,0 0 38 0,-19 25 21 15,13-12 18-15,0 9-11 0,3-2-6 16,-4 2-34-16,5 2-18 0,1 0-19 0,-3 2-25 16,0-1-10-16,2-1-26 0,2 0-16 15,-1-3-13-15,-1-3-12 0,2 1-8 16,-2-5-9-16,2-1-11 0,0-1-5 16,-2 0-3-16,0-4-16 0,2-8-3 0,-2 11-7 15,2-11-3-15,0 0-11 0,0 0-30 16,0 0-9-16,0 0 4 0,24-31-7 0,-4 10 6 15,1-2 9-15,-1 5 6 0,-2 2-6 16,-1 4 7-16,-6 3 5 0,2 3 10 16,1 0 6-16,-3 5 12 0,1 1 6 15,-12 0 6-15,22 5 6 0,-11 0-4 0,-2 6-1 16,-2-3-6-16,4 4-5 0,-4 1-6 16,-2-1-6-16,3 1-3 0,-1-1-10 0,2-1-23 15,0-1-23-15,-4-2-13 0,5-2-6 16,0-2-10-16,1-2-7 0,-11-2-9 0,30-3 3 15,-7-4-3-15,6-7 1 0,1-1 5 16,5-5 3-16,6-3 5 0,2 0 8 0,-13 6 7 16,-1 3 7-16,-9 1 11 15,-2 4 7-15,-5 4 11 0,-3 1 17 0,-3 4 9 16,-7 0 13-16,0 0 5 0,16 11 0 16,-12-6-2-16,-4 4 0 0,1-1-6 0,1 2-3 15,0 1-4-15,0-1-8 0,2-2-5 16,-2 3-20-16,3-3-22 0,1 0-29 15,4-1-38-15,3-1-17 0,8 0-15 0,11 0-16 16,10 0-37-16,2-4-63 0,5 1-84 16,3-1-109-16,-4-2-143 0,-5-2-122 0,-12 2 67 15,-6 0-464-15,-8 0-571 16</inkml:trace>
  <inkml:trace contextRef="#ctx0" brushRef="#br0" timeOffset="13063.33">21117 2352 2950 0,'5'-4'-30'0,"-5"4"28"0,0 0 33 0,22 6 35 16,-22-6 36-16,14 9 17 0,-6-4 15 15,2 2 7-15,-1 1-2 0,0-2-5 16,-1 2 5-16,-4-1 0 0,2-2 0 0,-2 2-3 16,-3 0-5-16,-1-2-7 15,0 2-3-15,0-7-9 0,-9 12-14 0,3-7-6 16,-5-2-9-16,0-1-9 0,-1 0-9 16,12-2-5-16,-29-2-6 0,16-2-4 0,2 3-2 15,1-4 9-15,1 1 3 0,9 4-9 16,-13-8-5-16,13 8-6 0,-9-2 1 0,9 2 0 15,0 0 1-15,0 0-2 0,0 0-1 16,36 15-4-16,-5 3-3 0,8 4-19 16,2 3-33-16,7 0-71 0,-3-4-100 0,7 2-120 15,-5-5-143-15,5-1-241 16,-9-7 6-16,-6-2 79 0,-1-4-385 0,-7-3-471 16</inkml:trace>
  <inkml:trace contextRef="#ctx0" brushRef="#br0" timeOffset="13750.78">24589 1659 2685 0,'5'-15'108'15,"-1"1"54"-15,-4 4 6 0,-2 5-5 0,2 5 3 16,0 0 31-16,-29 31 28 0,13-1 30 16,-9 13 9-16,-4 5-11 0,2 8-17 0,4 5-19 15,-4 21-22-15,11-14-30 0,-4 0-18 16,8-1-20-16,-1-4-29 0,2-1-44 16,-1-5-37-16,-2-4-44 0,3-2-47 15,-2-11-65-15,1-5-56 0,-1-4-47 0,-1-4-48 16,5-6-55-16,-3-5-63 0,0-6-107 15,3-3-96-15,4-3 50 0,-4-6-288 16,9 2-333-16</inkml:trace>
  <inkml:trace contextRef="#ctx0" brushRef="#br0" timeOffset="13913.01">23965 2334 2483 0,'-31'-21'125'0,"4"4"44"0,-2 1 48 16,10 6 45-16,1-1 27 0,9 7 16 15,0-4-5-15,1 5-20 0,8 3 12 16,0 0-18-16,0 0-13 0,0 0-32 0,44 0-20 15,1 3-49-15,21-3-73 0,8 2-83 16,4-2-121-16,5-2-134 0,5 2-168 16,-2-5-259-16,-2 5-39 0,0-5 76 0,-3 9-421 15,3-1-535-15</inkml:trace>
  <inkml:trace contextRef="#ctx0" brushRef="#br0" timeOffset="14348.34">25063 2553 3319 0,'-12'0'231'0,"3"2"3"0,9-2 11 0,0 0 15 16,-16 1 20-16,16-1-8 15,0 0-21-15,0 0-36 0,0 0-29 0,0 0-22 16,0 0-52-16,0 0-33 0,0 0-33 16,50-9-18-16,-36 3-7 0,3-3-2 0,0-5-6 15,-4 1 1-15,7-10-1 0,-7-2-3 16,1-4 2-16,-5 0 3 0,-4 3-4 15,-5 1 4-15,-1 2 4 0,-5 0 9 0,-10-3 6 16,0 1 7-16,-9 4-13 0,-4 4-2 16,-5 5-6-16,-11 6-2 0,0 2 1 0,-1 4-6 15,4 4 2-15,6-4-2 0,13 3-6 16,7 4 0-16,6 0 3 0,8-1 0 0,2-6 1 16,15 14 4-16,18-2 6 15,3-3 0-15,9-1 1 0,10 1 2 0,6-1-2 0,0 2 1 16,-5-2-3-16,-15 1 7 15,0 3 9-15,-7 0 5 0,-1-1 13 0,-8 5 13 16,-11-3 15-16,0 3 13 0,-5-2 6 16,-3-1 5-16,-1 3-10 0,-3-3-6 15,-2 3-11-15,0-3-7 0,0 3-11 0,0-1-7 16,-2-1-32-16,1 1-47 0,-3-3-64 16,0 1-66-16,4-3-87 0,-2 1-109 0,1-3-145 15,1-2-189-15,0-6-123 0,3 8 86 16,-3-8-660-16,0 0-834 0</inkml:trace>
  <inkml:trace contextRef="#ctx0" brushRef="#br0" timeOffset="14697.18">25962 2323 4181 0,'-5'2'148'0,"5"-2"31"0,-8 9 39 0,8-9 40 0,0 0 29 16,0 10-1-16,0-10-22 0,12 8-32 15,-2-6-18-15,1 2-26 0,2-2-18 0,2-2-33 16,2 0-35-16,2-2-32 0,1-2-38 16,-2-2-23-16,2 2-20 0,-4-4-12 15,2-3-6-15,-1-1 4 0,-7 1 2 16,-3-3-2-16,-5 4 3 0,0 0 2 16,-4 1-3-16,-5 1 2 0,-3 3 2 0,-4 0 1 15,-6 5 9-15,-7 5 4 0,-10 5 14 16,1 5 15-16,-5 8 18 0,1 0 10 0,10-4 2 15,3 3 6-15,4 0 5 0,5 2 5 16,9-4-5-16,3-3-3 0,5-1-11 0,1-4-3 16,5 3-16-16,1-4-44 0,1-5-60 15,7 3-71-15,1-4-90 0,4-2-107 0,0-1-125 16,8-4-169-16,9-3-151 0,0-2 60 16,16-6-611-16,1-3-791 0</inkml:trace>
  <inkml:trace contextRef="#ctx0" brushRef="#br0" timeOffset="15062.82">26877 2227 3832 0,'0'0'140'0,"0"0"70"0,-40 7 59 15,27-6 62-15,1 5 25 0,3-1 8 16,0 0-1-16,-1 3-24 0,0-4-21 16,5 3-28-16,-1-1-26 0,3 2-24 0,3-8-28 15,0 12-18-15,0-12-18 0,9 9-27 16,-4-5-23-16,5 0-108 0,-10-4-18 15,19 4 0-15,-10-4 0 0,-9 0 0 0,23-3 0 16,-15-2 0-16,2-2 0 0,-6 1 0 16,-1-5 0-16,-3 2 0 0,-5-2 0 15,-7-1 0-15,-3 0 0 0,-8 3 0 0,-2 3 0 16,-2 4 0-16,0 5 0 0,-7 7 0 16,2 2 0-16,3 6 0 0,7 3 0 15,6 0 0-15,3 1 0 0,12-5 0 0,1 3 0 16,1-5 0-16,7 1 0 0,1 1 0 15,0-2 0-15,1-3 0 0,3-2 0 16,-1-1 0-16,1-4 0 0,3 0 0 0,-7 0 0 16,2-1 0-16,-2-3 0 0,-9-1 0 15,11 4 0-15,-11-4-283 0,3 3-529 16,-3-3-163-16,0 0 102 0,-21 9-912 0,6-6-1214 16</inkml:trace>
  <inkml:trace contextRef="#ctx0" brushRef="#br0" timeOffset="15949.63">9015 4062 3514 0,'6'-3'475'0,"-6"3"-207"0,0 0-105 16,0 0-34-16,5 12-35 0,-5 0-3 15,-3 3-12-15,-3 1-2 0,2 5 5 16,-5 8-4-16,-1 2-10 0,1-2-2 16,1-6-8-16,-4 6-10 0,5-6-15 0,-6 3-37 15,-1 1-50-15,3-8-73 0,4-4-79 16,-2-3-81-16,4-4-119 0,-1-2-160 0,1-4-61 16,5-2 71-16,0 0-291 0,0 0-332 15</inkml:trace>
  <inkml:trace contextRef="#ctx0" brushRef="#br0" timeOffset="16113.22">9087 3831 2591 0,'7'-25'162'16,"-3"7"36"-16,-3 1 26 0,-1 5 14 15,0 1-4-15,0 2-15 0,2 0-25 16,-2 3-20-16,0 6-26 0,2-8-19 16,-2 8-37-16,0 0-54 0,0 0-82 15,0 0-102-15,23 14-107 0,-14-2-129 0,2 2-198 16,3 1-16-16,1 8 58 0,1-5-177 15,2 4-208-15</inkml:trace>
  <inkml:trace contextRef="#ctx0" brushRef="#br0" timeOffset="16279.56">9421 3897 2102 0,'0'0'229'0,"8"-4"43"16,-8 4 4-16,0 0-10 0,0 0-13 0,0 0 3 16,0 0 13-16,4 14 4 0,-8 3-11 0,1 1-39 15,-4 6-22-15,1 11-16 16,3 3-23-16,-5 0-16 0,3-1-39 0,-2 0-47 15,0-1-55-15,0-3-65 0,-3 2-71 16,-2-6-78-16,3 3-57 0,-3-10-43 16,7-5-51-16,-5-4-17 0,3-2-5 0,1-2 32 15</inkml:trace>
  <inkml:trace contextRef="#ctx0" brushRef="#br0" timeOffset="16429.86">9280 4400 2654 0,'-10'0'-115'16,"10"0"64"-16,-11-14 44 0,8 5 41 0,-3-6 42 16,4 3 29-16,-2-2 25 0,0 3 34 15,2-1 9-15,0 0-3 0,0 3 3 16,2 1-22-16,0 0-12 0,4 2-16 0,2-1-11 15,6-1-9-15,4 0-12 0,7 3-14 16,4 1-39-16,13-5-77 0,2 8-94 16,5-1-74-16,25 4-40 0,0-5-93 15,8 2-212-15,3 5 13 0,3 1 62 0,21 4-138 16,1 2-112-16</inkml:trace>
  <inkml:trace contextRef="#ctx0" brushRef="#br0" timeOffset="16628.73">11117 4130 2077 0,'-5'-12'231'0,"-7"6"5"16,-1 4 9-16,-6 2 21 0,3 4 17 15,-7 4 10-15,-9 7-5 0,1 4-21 16,-5 7-23-16,2 3-18 0,4 2-23 16,9-2-21-16,0-1-19 0,7 1-22 0,1-2-32 15,3 2-67-15,7-7-77 0,3-1-89 16,1-2-111-16,1-2-121 0,5-3-173 0,-2 0-137 15,6-5 64-15,0 0-401 0,5-2-479 16</inkml:trace>
  <inkml:trace contextRef="#ctx0" brushRef="#br0" timeOffset="16929.8">11188 4317 3081 0,'2'-8'192'0,"2"-1"21"16,-1 5 10-16,-3 4 3 0,0 0 11 15,0 0 21-15,0 0 21 0,0 0-9 16,0 0-21-16,-1 29-30 0,1-15-20 0,0 1-15 15,1 2-16-15,1 0-18 16,0 1-21-16,4 1-13 0,1-1-18 0,1-1-24 16,0-4-20-16,3-3-4 0,3 2-19 15,0-7-11-15,2-1-7 0,3-2-9 0,-2-6-7 16,3 1 7-16,-2-1 2 0,3-6 0 16,-6-2-1-16,1-1 6 0,-5-4-6 15,5-8-2-15,-7-2 5 0,-4 1-5 0,-1 3 1 16,-2-2 0-16,-4 1-4 0,0 2 3 15,-1 6-2-15,-1-1-6 0,-2 4-16 0,-1 4-24 16,-5 2-30-16,1 5-32 0,11 2-46 16,-25 6-68-16,12-1-85 0,-1 5-107 15,-1 3-140-15,1 1-192 0,2 2 74 16,0 1-513-16,0 2-650 0</inkml:trace>
  <inkml:trace contextRef="#ctx0" brushRef="#br0" timeOffset="17712.68">11621 4359 3317 0,'0'0'25'0,"0"0"25"0,0 0 25 0,0 0 40 16,0 0 36-16,0 0 24 0,0 0 3 16,-11 27-1-16,11-15-10 0,-1 2-20 15,1 1-13-15,0-1-16 0,1-1-11 16,-1 3-8-16,5-3-13 0,-1 1-13 0,-1-2-7 16,3-1-11-16,1-3-2 0,4-1-7 15,0-4-1-15,2 1-12 0,0-3 1 16,-13-1-8-16,29-2-2 0,-14-3-1 0,1-1-1 15,-4 0-1-15,4-6-4 0,-7 0-1 16,5 1-4-16,-3-5 1 0,0-3 0 0,3-4-2 16,-4 0-4-16,-3 3-2 0,1 0-11 15,-2 2-20-15,-3 2-30 0,-1 5-43 16,0-1-58-16,-2 4-77 0,0 8-83 0,-4-11-120 16,1 5-180-16,3 6-11 15,-10-2 63-15,10 2-317 0,0 0-366 0</inkml:trace>
  <inkml:trace contextRef="#ctx0" brushRef="#br0" timeOffset="17928.84">12074 3904 2822 0,'8'-26'220'16,"-7"4"11"-16,5 5 4 0,-4 3-8 0,0 3-10 15,-2 5-14-15,0 6 6 0,0 0 19 16,0 0-5-16,-2 29-9 0,-7 5-21 15,-2 15-15-15,-7 5-20 0,-2 2-14 0,4 3-19 16,-4-5-26-16,2 3-59 0,-3 0-58 0,3-5-83 16,2-1-116-16,-2-5-108 15,7-13-134-15,5-2-153 0,3-9-66 0,3-5 70 16,3-5-395-16,5-5-478 0</inkml:trace>
  <inkml:trace contextRef="#ctx0" brushRef="#br0" timeOffset="18330.5">12835 3701 2973 0,'5'-12'87'16,"-1"4"56"-16,-2 3 36 0,-2 5 44 15,0 0 39-15,0 0 40 0,-31 33 47 16,15-3 8-16,-11 15-1 0,-2 6-15 16,-12 23-22-16,2 5-24 0,-1 1-23 0,-3 1-25 15,2 1-24-15,1 0-21 0,4-7-19 16,9-14-19-16,2-4-16 0,0-4-16 0,4-5-14 15,3-5-16-15,2-10-15 0,9-11-21 16,-3-3-19-16,7-6-33 0,-2-4-14 0,3-2 0 16,2-7-5-16,0 0-46 0,0 0-20 15,0 0-30-15,27-31-20 0,-13 2-14 16,2-5-5-16,-2-12 6 0,-1 0 12 0,-2 7 8 16,-6 3-3-16,-3 10-10 0,-6 6 6 15,-2 5 10-15,-9 4 9 0,-6 4 13 16,-1 7 11-16,-14 5 5 0,-2 8 11 15,-7 7 5-15,5 4 7 0,4 3 13 0,1 3 4 16,12-7 9-16,7 4 5 0,-2 0 4 16,7-5 0-16,4-1 5 0,7-6 1 0,0-1-2 15,5 0-3-15,8-1-26 0,0-1-56 16,6-7-83-16,5-1-115 0,0-2-123 16,16-6-170-16,2-1-104 0,11-5 71 15,6-2-434-15,4-9-527 0</inkml:trace>
  <inkml:trace contextRef="#ctx0" brushRef="#br0" timeOffset="18778.59">14147 3609 3194 0,'-19'-2'134'0,"-1"8"2"15,-9 9 22-15,-7 12 38 0,1 7 30 0,-3 7 7 16,0 8 11-16,-5 15-15 0,0 7-19 15,7 3-8-15,9-14-20 0,2 0-14 16,2 0-19-16,3 0-14 0,2-2-13 0,0-2-10 16,-1-5-14-16,-3-3-7 0,7-12-27 15,2-6-18-15,-2-2-6 0,1-6-5 16,8-7-5-16,-1-3-4 0,2-3-6 16,1-6-12-16,4-3 0 0,0 0-1 0,0 0-2 15,0 0-1-15,13-41-1 0,4 11-1 16,7-4 5-16,3-1-4 0,-2 10 1 0,-2 4-3 15,-2 4 7-15,0 5-4 0,-6 6 0 16,-4 5 1-16,3 1 6 0,-3 7 8 0,1 3 5 16,0 5 8-16,-5 6 5 0,-2 1 5 15,-3 4-4-15,-2 1-8 0,-3 9 6 16,-7 0-5-16,-2 1-1 0,-2-6-1 0,-8-2-1 16,4 2-1-16,-3-6-3 0,-2-3 0 15,-1-3-2-15,4-5-5 0,4-4-18 16,-2-1-35-16,2-4-45 0,3-2-58 15,1-3-74-15,12 0-104 0,-16-8-97 0,5-4-126 16,11-6-168-16,9-17-10 0,7-13 74 16,13 2-459-16,9 0-573 0</inkml:trace>
  <inkml:trace contextRef="#ctx0" brushRef="#br0" timeOffset="19130.7">14296 4424 3345 0,'0'0'146'0,"9"3"47"0,-9-3 26 0,12 4 23 0,-12-4 15 16,13 3-2-16,-13-3-15 0,14 1-14 16,-14-1-29-16,17 2-19 0,-17-2-15 15,14 2-17-15,-14-2-15 0,12 2-16 16,-12-2-11-16,0 0-14 0,18-9-25 0,-12 4-14 16,-5-2-20-16,3-3-12 0,-2-2-11 15,-4 0-8-15,-2-3-4 0,-3 4-4 0,-5 1-1 16,-6 2 1-16,-6 4-3 0,-2 5 3 15,-16 6 2-15,-6 7 4 0,0 7 9 0,6 6 16 16,5 2 10-16,1 4 13 0,5 1 22 16,12-4 21-16,1-1 25 0,7-2 10 15,5-4 7-15,5-5 2 0,2-3 0 16,3-1 7-16,7-3-2 0,1 1 0 16,5-4-21-16,0-3-15 0,8 1-2 0,-1-5-21 15,1-2-25-15,2-1-49 0,-4 2-56 16,0-5-70-16,-2-1-99 0,-2 0-104 0,-4 0-118 15,-3 0-141-15,1-1-208 0,-3 0-22 16,-1 0 91-16,-3 2-663 0,-3-2-838 0</inkml:trace>
  <inkml:trace contextRef="#ctx0" brushRef="#br0" timeOffset="20262.59">16729 4038 4074 0,'4'-15'39'0,"0"2"42"15,-2 3 28-15,-1 3 22 0,-1 2 7 16,0 5-3-16,0-8-15 0,0 8 2 0,0 0 35 16,0 0 9-16,-1 33 1 0,-5-1-2 15,1 8-5-15,-6 10-6 0,-3 4-17 0,1 0-10 16,-5 3-15-16,5-2-12 0,-2-4-2 16,0-1-15-16,-1-4-5 0,3-10-12 15,-1-2-25-15,1-3-44 0,0-1-37 16,0-3-43-16,1-4-47 0,4-8-79 15,3-1-90-15,-1-4-95 0,1-1-107 0,-1-4-142 16,2 0-57-16,4-5 71 0,0 0-435 16,0 0-537-16</inkml:trace>
  <inkml:trace contextRef="#ctx0" brushRef="#br0" timeOffset="20628.71">16991 4534 2905 0,'0'0'98'0,"4"4"56"16,-4-4 19-16,0 0 34 0,0 0 25 0,0 0 15 16,0 0-4-16,0 0-17 0,0 0-19 15,0 0-20-15,0 0-23 0,25-10-14 0,-20 8-12 16,4 0-22-16,3-2-19 0,-2-2-28 16,-3-1-24-16,0-1-17 0,4 0-16 15,-6-3-8-15,1 1-4 0,-5 0-4 0,-1-1-12 16,0 1-1-16,-5 3-2 0,-2-1-6 15,-9 1 5-15,-1 3 0 0,-2 3 2 0,-2 2 7 16,-6 3-2-16,-6 6 4 0,1 2 6 16,2 3 5-16,3 2 8 0,5 3 5 0,0 0-1 15,8-1 0-15,3-2-1 16,0 1 9-16,10-1 2 0,-1-3-5 16,4 3 0-16,3 0 1 0,4-2 1 0,11 6-9 15,5-6-20-15,0 0-39 0,7-3-46 16,2-3-68-16,4-4-80 0,2 0-80 0,-6-5-102 15,-4 0-91-15,9-2-60 0,-3-3-13 16,-3 2-353-16,-3-6-419 0</inkml:trace>
  <inkml:trace contextRef="#ctx0" brushRef="#br0" timeOffset="20929.8">17391 4514 2523 0,'5'-15'2'0,"-3"3"52"0,4 3 35 0,-6 1 22 16,0 4 15-16,0 4 5 15,2-10 12-15,-2 10 29 0,0 0 0 0,0 0 6 16,0 0-5-16,-13 24-5 0,7-9-8 15,1 4-17-15,-6 10-13 0,2 2-12 0,0 2-9 16,3-2-13-16,-6 2-11 0,5-9-5 16,0-2 4-16,-2-3 9 0,4-6 12 15,-3 1 12-15,3-2 11 0,-2-4 19 0,4 0-5 16,-5-7-7-16,8-1-8 0,0 0-16 16,0 0-15-16,-14-21-2 0,12 4-18 0,4-6-6 15,7-17-14-15,4-11-9 16,10-5-8-16,9-22-12 0,9-1-13 0,2 0-10 0,2 3-9 15,5 10-16-15,-14 16-7 16,-3 11-23-16,-10 11-32 0,-4 4-46 0,-2 7-54 16,-3 8-80-16,-3 4-71 0,-2 3-76 15,-9 2-101-15,16 10-179 0,-13 2 31 16,-1 2 72-16,-2 6-339 0,-2 4-405 0</inkml:trace>
  <inkml:trace contextRef="#ctx0" brushRef="#br0" timeOffset="21078.47">17421 4584 2791 0,'-3'2'134'0,"3"-2"17"0,0 0-6 16,0 0-5-16,0 0-10 0,0 0-8 15,0 0-18-15,0 0-14 0,0 0-42 0,32-23-69 16,-1 10-106-16,3 1-130 0,4-1-103 16,11-8-169-16,7-1 7 0,10-2-172 15,20-10-187-15</inkml:trace>
  <inkml:trace contextRef="#ctx0" brushRef="#br0" timeOffset="21295.43">18429 3931 1871 0,'2'-19'112'0,"0"0"49"16,-4 6 40-16,0 4 30 0,0 1 15 0,1 1 19 15,1 7-2-15,-10-8-8 0,10 8-18 16,0 0-14-16,-40 22-4 0,7 7-10 0,-1 9-10 16,-2 9-22-16,-10 15-2 0,3 4-17 15,3 2-10-15,8-12-12 0,3 4-18 16,2-2-8-16,6 0-17 0,0-4-36 15,2-2-35-15,5-7-45 0,3-9-53 16,2-5-53-16,1-7-74 0,4-4-54 0,0-6-44 16,2-2-43-16,1-4-53 0,1-3-44 15,0-5-48-15,0 0-44 0,0 0-383 0,0 0-397 16</inkml:trace>
  <inkml:trace contextRef="#ctx0" brushRef="#br0" timeOffset="21444.75">17934 4542 2381 0,'-7'-16'6'0,"-3"2"61"0,2 6 33 16,3 0 41-16,-1 1 8 0,1 1 8 0,5 6-8 15,-9-8-11-15,9 8-14 0,-3-7-11 16,3 7-12-16,0 0-7 0,0 0-12 16,0 0-28-16,17-5-57 0,-2 8-72 0,4-3-100 15,3 0-148-15,7 0-195 0,15-3-23 16,2 1 67-16,2 1-120 0,0-1-95 0</inkml:trace>
  <inkml:trace contextRef="#ctx0" brushRef="#br0" timeOffset="21944.93">18946 4838 1690 0,'-27'11'155'0,"7"-5"30"0,4 4 9 0,5-5 0 15,1-1 2-15,0 0 15 0,7 0-4 16,3-4-2-16,0 0-13 0,-6 6-18 0,6-6-17 15,0 0-18-15,0 0-15 0,34-14-14 16,-15 5-12-16,9-6-14 0,1-3-26 16,12-7-22-16,-1-5-27 0,1-6-28 0,3-7-17 15,0-1-15-15,9-18-10 16,1 0-15-16,0-2 4 0,-4 3 7 0,0 1 3 0,-14 16 9 16,-3 6 8-16,-12 8-1 15,-4 6-4-15,-5 7-12 0,-3 5-5 0,-7 5-8 16,-2 4 5-16,0 3 8 0,0 0 8 0,0 0 4 15,-33 22 6-15,20-7 3 0,-10 6 5 16,6 4 4-16,0 0 5 0,7-4 1 16,4-1 17-16,5-1 18 0,1 2 27 15,3 1 34-15,4 2 37 0,6 5 32 0,0 0 21 16,0 0 22-16,2 0 20 0,1-1 18 16,-1-1 15-16,-3-4 0 0,-5-6-1 0,0-3 15 15,-3 1-15-15,0-3-2 16,-1-1-1-16,-3 2-14 0,-5-3-14 0,-1-1-25 0,-1 3-15 15,0-4-17-15,-7 1-16 0,3-2-11 16,-5-2-28-16,-1 0-48 0,2-2-41 16,0-1-47-16,-3-2-38 0,5 0-62 15,-2-2-74-15,-2-1-107 0,1-1-124 16,4-2-157-16,-1 1-176 0,2-1 75 0,8 1-594 16,3 5-760-16</inkml:trace>
  <inkml:trace contextRef="#ctx0" brushRef="#br0" timeOffset="22427.95">20091 4439 3293 0,'2'-10'-99'0,"2"-1"65"0,-6 3 55 0,0-2 50 0,-2 3 42 0,-1 0 15 15,-3 0 11-15,-3 2 1 0,-2 2-11 16,-9 3 0-16,-14 10-12 0,-3 2-3 16,-6 8-15-16,4 8-7 0,6-1-12 0,-3 2-5 15,4 2-7-15,10-4-9 16,1-2-3-16,7 2-8 0,6-4-6 0,0-5-14 0,8 0-9 15,1-5-14-15,2 1-14 16,7-1-30-16,4-1-43 0,4 1-65 0,11-2-66 16,2-2-68-16,-4-6-82 0,3-1-74 15,1-2-86-15,7-7-15 0,4-1-244 0,8-11-272 16</inkml:trace>
  <inkml:trace contextRef="#ctx0" brushRef="#br0" timeOffset="22661.88">20585 3882 2230 0,'3'-24'68'0,"1"3"37"0,-2 4 33 16,-2 5 20-16,0 2 21 0,0 1 7 16,0 3-10-16,0 6-8 0,-8-9-2 15,8 9 9-15,0 0 1 0,-21 14 2 16,5 6-6-16,-6 9-2 0,-1 14 0 16,-3 8-7-16,0 8 0 0,-10 18-22 0,-3-1-14 15,5 2-14-15,-1 0-8 0,3-2-14 16,5-14-37-16,2-2-32 0,7-2-43 0,-2-2-56 15,3-3-62-15,2-5-64 0,4-11-66 16,3-3-67-16,-1-6-73 0,1-5-85 0,4-8-70 16,4-3 4-16,0-6-298 0,0-1-342 15</inkml:trace>
  <inkml:trace contextRef="#ctx0" brushRef="#br0" timeOffset="22828.44">20194 4717 2282 0,'4'-22'19'0,"-3"4"55"0,4 3 51 0,-1 1 43 0,-2 4 38 16,-1 0 21-16,1-1 12 15,2 1-3-15,1-1-11 0,-1 3-18 0,5 0-18 16,0-2-18-16,2-1-21 0,5 1-17 16,0-3-15-16,11-2-48 0,2 0-62 15,-1-2-85-15,5 3-99 0,-5-1-91 0,1-2-113 16,0 3-133-16,-3 2-77 0,-4 1 47 16,-8 5-240-16,-1 1-271 0</inkml:trace>
  <inkml:trace contextRef="#ctx0" brushRef="#br0" timeOffset="22998.37">20373 4534 2250 0,'-13'21'84'16,"1"-5"53"-16,5 1 51 0,-2 2 30 0,1-1 18 15,2 2 4-15,0 1-8 0,4-4-12 16,0 0-23-16,2 1-19 0,0-4-17 0,2 2-17 16,4-1-28-16,-3-1-29 0,4-2-53 15,0-2-52-15,1-2-82 0,-1-1-106 0,5-1-123 16,-1-2-156-16,3-3-117 0,1 0 50 15,1-2-275-15,2-3-312 0</inkml:trace>
  <inkml:trace contextRef="#ctx0" brushRef="#br0" timeOffset="23661.52">20586 4668 2522 0,'-12'3'118'0,"12"-3"27"15,-9 4 25-15,9-4 25 0,-2 6 0 0,2-6-2 16,0 0-14-16,14 12-17 0,-5-9-11 16,4-1-17-16,-1 2-19 0,1-3-13 0,3 1-7 15,4-2-15-15,-2 0-12 0,1-2-19 16,4-1-7-16,1-2-7 0,-2-4-3 0,-5 0-8 16,2-2-5-16,-4-1 1 0,-2-2 1 15,-1-1-3-15,-4 3-5 0,-3 2-2 16,-3 3-3-16,-4 1-3 0,2 6-1 15,-11-8 3-15,-3 6-4 0,1 2 4 0,-4 2-3 16,-2 2-1-16,-2 6 1 0,2-3 0 16,0 6-5-16,4-1 2 0,-9 6 3 15,6 3-1-15,2-2-7 0,7-2 9 0,0 0-2 16,1 2 1-16,4-2-1 0,0 0-1 16,2 1-4-16,4-4-1 0,2 2 0 0,-2-1-2 15,3-2-15-15,5-1-11 0,1-2-22 16,3 1-21-16,1-3-29 0,6-2-32 15,2 0-18-15,-2-4-18 0,-2-2-12 16,12-2 2-16,-5 0 20 0,11-8 11 0,-3-2 18 16,2-3 20-16,4-10 32 0,-2-1 22 15,-4-3 19-15,1-1 15 0,-7-1 12 16,-5 9 15-16,-6 1 24 0,-5 4 14 0,-5 5 2 16,-1 2 1-16,-4 5 6 0,-4 1 3 15,2 4 21-15,0 0 17 0,0 0-1 0,-20 2 7 16,20-2-5-16,-16 9-1 0,9-1-5 15,-4 1-11-15,6-1 0 0,-1 0-8 0,1 3-5 16,1-1-6-16,0-1-5 0,2-1-5 16,2 1-3-16,0-9 2 0,2 15-7 0,0-9-2 15,4 4-3-15,-1-5-3 0,4 0-2 16,2-2-10-16,-2 1-4 0,2-1-10 16,3-1-12-16,1 0-17 0,0-2-10 15,4-2-4-15,-2 0 3 0,1-1 1 16,0-1-10-16,0-2 3 0,-3-1-3 0,0 0-14 15,0-2-18-15,3-1-28 0,-5-2-45 16,1 0-60-16,-3 0-83 0,-4 0-120 0,1 0-135 16,2-5 52-16,-1 2-196 0,-4 1-186 15</inkml:trace>
  <inkml:trace contextRef="#ctx0" brushRef="#br0" timeOffset="25860.97">21711 4054 2026 0,'3'-15'147'0,"-1"4"20"15,-4 2 2-15,2 3-32 0,0 6-5 16,0 0 17-16,0 0 23 0,-28 33 29 16,-1 10 18-16,-3 5 11 0,-13 17-5 15,-2 7-12-15,0 2-11 0,5 0-16 0,2-4-15 16,2 1-14-16,11-18-17 0,2-5-12 15,2-4-10-15,5-3-12 0,2-8-12 0,3-8-13 16,6-2-5-16,-1-6-6 0,0-1-6 16,4-7-4-16,1 3-2 0,-1-4-3 0,2-1-4 15,2-7-2-15,0 0-10 0,0 0-7 16,0 0-3-16,0 0-5 0,0 0-15 16,19-32-9-16,-7 3-11 0,-5-2-1 0,1-1-4 15,-7 6 1-15,1 6-4 16,-4 3 1-16,-3 1-2 0,-4 6 2 0,-13 1 6 15,-3 7-2-15,-14 6 3 0,-15 6 0 16,2 4 5-16,3 7 3 0,3-2 11 0,16 1-1 16,-1 2 3-16,11 2 4 0,1-1-4 15,6 0 3-15,4 0-2 0,7-5 0 0,8-1-5 16,0 1-6-16,7-1-4 0,10 1-6 16,1 2-28-16,1-4-30 0,6-5-44 15,-1 1-48-15,-3-6-68 0,-2-3-85 16,4-3-100-16,-1 0-151 0,1-2-102 0,9-8 71 15,0 0-398-15,10-6-469 0</inkml:trace>
  <inkml:trace contextRef="#ctx0" brushRef="#br0" timeOffset="26243.98">22331 4681 3012 0,'-23'10'110'0,"-2"4"10"15,-4 1 11-15,2 4 27 0,2-2 20 0,3 4 15 16,1-3 6-16,3-2-11 16,11-2-11-16,0-1-12 0,3-2-10 0,4-1-9 15,0 2-15-15,4-1-8 0,1-3-14 16,6 1-9-16,5-2-7 0,1-2-9 0,7-3-12 15,3 1-5-15,4-6-10 0,8-3-6 16,-3-2 2-16,-4-3-9 0,-3-5-6 0,-4-3-2 16,-5-4-1-16,-3-2-4 0,-7-7-10 15,-5-2 1-15,-3-2-6 0,-6 1 1 0,1 3-4 16,-5 7-6-16,1 4-3 0,-5 5-4 16,-1 3-14-16,-7 2-27 0,6 8-35 15,-6 3-51-15,1 2-67 0,-3 4-95 0,-5 9-107 16,0 1-162-16,4 3-141 15,8-3 65-15,7-2-430 0,4-3-536 0</inkml:trace>
  <inkml:trace contextRef="#ctx0" brushRef="#br0" timeOffset="26627.76">22774 4865 3330 0,'0'0'232'15,"0"0"20"-15,0 0 18 0,0 0 16 16,0 0 19-16,0 0-14 0,0 0-23 15,0 0-18-15,-27-18-32 0,27 18-24 16,0 0-21-16,0 0-28 0,-1-9-33 0,1 9-38 0,1-14-34 16,3 1-20-16,1-2-16 15,-2-4-6-15,5-4-10 0,-1-7-9 0,-1 6 2 16,-2 1 0-16,2 3 4 0,-2 1 0 16,-3 2 1-16,1-1 1 0,0 5 3 0,0 1 2 15,0 1-2-15,0-1 5 0,1 0-2 16,6 1-4-16,-2-1 4 0,2-1 3 0,3 3-2 15,3 2 3-15,1 4 1 0,-1 2 10 16,0 2 12-16,4 6 9 0,-4 4 11 16,6 9 11-16,-4 5 14 0,-7-1 5 0,0 4-16 15,-3 4 12-15,-1-6-4 16,-4-2-14-16,-1 4-4 0,-1-3-2 0,0 0-1 16,-1 1-13-16,1 1-6 0,-4-3 1 15,2 0-42-15,-2-3-33 0,2 3-39 0,1-7-65 16,1-2-75-16,-2-2-95 0,2-2-105 15,2-2-140-15,-1 0-181 0,1-5 68 0,8-1-561 16,-10-2-707-16</inkml:trace>
  <inkml:trace contextRef="#ctx0" brushRef="#br0" timeOffset="27112.6">24354 4422 3188 0,'0'-9'-128'0,"-4"-1"46"0,2-2 47 0,2-2 42 0,-3-1 37 16,-3-1 32-16,3 0 21 0,-8 3 13 15,6 1-5-15,-8 3-6 0,-5 1 2 16,0 4 15-16,-7 0 1 0,0 0 3 0,0 6-7 16,0 4-4-16,5 0-8 0,-2 3-4 0,5-1-3 15,8 4 3-15,-1-1 7 16,7 5 2-16,5 2 9 0,1 4 7 0,10 6 3 16,5 6 6-16,5 5 6 0,-1 2 3 15,-1-2 5-15,1 3-6 0,-8-9 21 0,2 0 8 16,-3-2-9-16,-2 0 1 0,-3-5 11 15,-4-6 4-15,-2 2 17 0,-6-6 0 16,1 1-5-16,-6 0-7 0,-2 0-14 0,-4-3-10 16,0 0-15-16,-10 2-11 0,2-7-86 15,0-1-44-15,0-1 0 0,0-2 0 16,3-2 0-16,-1-1 0 0,1-2 0 16,4-2 0-16,0-1 0 0,-1-7 0 0,5 0-2 15,5-2-337-15,3 1-117 0,4-3-150 16,8-2-195-16,4-7-59 0,10 0 98 0,6 3-723 15,5 1-931-15</inkml:trace>
  <inkml:trace contextRef="#ctx0" brushRef="#br0" timeOffset="27343.46">24920 4621 4224 0,'-2'-20'77'0,"1"3"40"0,-3 5 26 15,-4 5 19-15,-2-1 26 0,-3 1 22 0,-4 6 9 16,-4 2-2-16,-14 6 10 15,-1 8-30-15,-7 9-8 0,0 1-17 0,7 2-16 16,6 4-14-16,11-4-14 0,4 1-13 16,4 1-8-16,4-5-9 0,5-2-15 0,2-3-30 15,4 3-67-15,4-2-40 0,2-2-40 16,5 5-53-16,2-6-70 0,-1-7-75 0,4-2-88 16,1 0-90-16,2-5-108 0,-1-6-157 15,3 1 57-15,11-8-535 0,0-2-675 16</inkml:trace>
  <inkml:trace contextRef="#ctx0" brushRef="#br0" timeOffset="27559.77">25328 4317 3401 0,'8'-21'74'15,"-4"-1"68"-15,1 5 56 0,-1 3 40 0,0 0 31 16,-3 5 17-16,1-2-31 0,2 2-15 16,-4 4-30-16,0 5-28 0,0 0-2 0,0 0 12 15,0 0 1-15,-15 47-14 0,-2-3-14 16,-2 9-15-16,0 4-9 0,-1 5-8 15,0 0-17-15,-1 0-15 0,0-4-15 0,-2-2-28 16,4-4-45-16,1-4-50 0,-2-3-49 16,3-2-65-16,2-8-67 0,-3-4-107 0,3-2-86 15,3-10-91-15,3-5-105 16,4-6-117-16,3-4 72 0,2-1-535 0,0-3-651 16</inkml:trace>
  <inkml:trace contextRef="#ctx0" brushRef="#br0" timeOffset="27727.35">25164 4896 3112 0,'11'-14'28'0,"-2"-1"82"0,-2 3 67 15,-1-2 53-15,1 5 44 0,1-3 43 0,1-1 32 16,1 2 6-16,-1-3-13 0,3 0-31 16,1 0-30-16,3 1-27 0,-4-3-31 15,4 4-23-15,-1-1-46 0,3 1-70 0,-7 3-79 16,3 1-81-16,-3 1-83 16,-2 0-100-16,-1 2-104 0,-2-1-92 0,-1 2-101 0,1 2-161 15,-6 2 38-15,0 0-526 16,0 0-668-16</inkml:trace>
  <inkml:trace contextRef="#ctx0" brushRef="#br0" timeOffset="27877.73">25343 4666 3113 0,'0'0'-19'16,"0"9"73"-16,-1-1 82 0,-1 0 58 15,2 4 50-15,0 0 24 0,0 4 21 16,2 1 4-16,-4 3-24 0,2-1-16 0,0 1-33 16,2 3-17-16,-2-3-22 0,1 0-21 15,-1-2-55-15,0 1-59 0,4-1-62 0,0-3-80 16,-1-1-93-16,6-1-114 0,-4-1-105 15,6-5-145-15,2 0-129 0,1-4 66 0,1 1-454 16,1-4-542-16</inkml:trace>
  <inkml:trace contextRef="#ctx0" brushRef="#br0" timeOffset="28310.48">25736 4849 3143 0,'0'0'175'0,"-5"-11"42"0,5 11 28 16,0 0 25-16,0 0 15 0,-7-8 0 0,7 8-16 15,0 0-12-15,0 0-14 0,0 0-16 16,0 0-19-16,0 0-17 0,-9 25-27 0,11-17-13 16,-1 1-17-16,1 3-18 15,2-2-34-15,1 0-35 0,2-1-30 0,0 1-17 0,1 0-12 16,2-5-9-16,1 2 2 16,-2-4 8-16,3 1-5 0,-1-2 0 0,2-2 1 15,-13 0 8-15,25-4 6 0,-11 0 22 16,-3 0 13-16,1 0 26 0,-3 1 31 15,1-1 37-15,-10 4 18 0,15-6 5 0,-7 4 5 16,-8 2-8-16,11-6-13 0,-11 6-18 16,10-1-13-16,-10 1-10 0,0 0-11 0,19-3-8 15,-19 3-35-15,21 4-40 0,-10-2 0 16,3 0 0-16,0 0 0 0,4 0 0 0,-1 1 0 16,4-1 0-16,4-1 0 15,4-1 0-15,-3 2 0 0,5-4 0 0,-3 1 0 16,8-4 0-16,0-3 0 0,-3 2 0 15,-6-5 0-15,1-1 0 0,-1-2 0 0,-4-3 0 16,-4 1 0-16,-4 3 0 0,-4-3 0 16,0 5-89-16,-2 1-114 0,-4 1-65 0,-1-2-81 15,0 6-103-15,-4-3-102 0,0 3-133 16,0 5-125-16,-2-12 83 0,2 5-648 16,0 7-830-16</inkml:trace>
  <inkml:trace contextRef="#ctx0" brushRef="#br0" timeOffset="28676.72">27016 4830 3654 0,'0'0'166'0,"0"0"79"15,0 0 52-15,0 0 40 0,0 0 39 0,0 0 16 0,0 0-4 16,0 0-26-16,0 0-30 0,0 0-37 16,0 0-25-16,0 0-31 0,10-14-27 15,-10 14-34-15,12-4-43 0,-3 3-41 0,2-4-36 16,1 2-34-16,1-4-22 0,3-6-22 15,-3 1-12-15,1-1-7 0,-3-4-1 0,-4 0-6 16,-3 1-8-16,-4 1-10 0,-4-1-1 16,-7-2 4-16,-12-3 0 0,-8 4 3 0,-5 7 11 15,0-1 0-15,-3 10 3 16,5 2 8-16,-4 8 9 0,2 3 19 0,6 3 8 16,-1 4 12-16,5 1 12 0,2 5 9 15,8 2 6-15,4-1 8 0,4-4-4 16,8 0-5-16,2 1-1 0,9 4-3 0,7-2-4 15,3-1-18-15,4-3-51 0,3-1-38 16,2-5-47-16,5-1-64 0,1-5-64 0,1-1-78 16,0-2-71-16,-1-6-46 0,7-3-70 15,11-8-90-15,-4-5-94 0,4-8 61 0,-1-9-494 16,18-14-601-16</inkml:trace>
  <inkml:trace contextRef="#ctx0" brushRef="#br0" timeOffset="29043.75">28053 4255 3125 0,'12'-29'18'0,"-6"3"45"0,-5 9 52 15,-2 2 35-15,-5 0 38 0,-2 3 36 0,-3 3 24 16,-3 2 28-16,-5 4 27 0,-6 6 19 16,-11 11 7-16,-14 11 2 0,0 8 0 0,-14 15-12 15,3 3-23-15,5 5-23 0,4 4-23 16,2 1-21-16,7 4-26 0,8-11-14 0,7-1-22 16,3-2-19-16,3 1-54 0,4-8-94 15,2-8 0-15,7-3 0 0,1-10 0 0,0-3 0 16,5-7 0-16,-1 0 0 15,0-3 0-15,2-4 0 0,2-6 0 0,2 8 0 16,-2-8 0-16,0 0 0 0,0 0 0 16,0 0 0-16,8-29 0 0,-12 17 0 0,-2-1 0 15,-7-1 0-15,-2 4 0 0,-8 4-3 16,-2 3 6-16,-8 3-3 0,-4 5 0 16,-5 7 0-16,5 0 0 0,-5 8 0 0,12 1 0 15,5 2 0-15,8 5 0 0,5 2 0 16,7-4 0-16,7-2 0 0,3 0 0 0,7 8 0 15,10-3 0-15,1-4 0 0,15 3 0 16,-1-3-285-16,-6-6-152 0,3-3-121 0,-2-4-162 16,1-1-135-16,1-2 88 15,-5-2-787-15,-6 0-997 0</inkml:trace>
  <inkml:trace contextRef="#ctx0" brushRef="#br0" timeOffset="29294.78">27624 5380 4366 0,'0'0'90'0,"0"0"70"16,-39-6 64-16,-4 6 61 0,-6-2 65 16,-22 2 42-16,-7-2 35 0,-13-2 5 0,-29 1-20 15,-9 1-26-15,-13 1-44 0,-10-3-25 16,-15 2-309-16,-7 1-8 0,-16-1 0 0,-49 0 0 16,55 1 0-16,8 1 0 0,10 1 0 15,17 4 0-15,20 1 0 0,18 0 0 16,35 3 0-16,9-1 0 0,12 1 0 15,12-2 0-15,7 1 0 0,10-2 0 0,4-1 0 16,4 1 0-16,1 0 0 0,2-2-144 16,2 0-335-16,1 0-98 0,2 0-100 0,-1-1-183 15,5-2 77-15,6-1 87 0,-17 3-656 16,17-3-807-16</inkml:trace>
  <inkml:trace contextRef="#ctx0" brushRef="#br0" timeOffset="32093.76">10954 5765 3489 0,'7'-12'-172'0,"0"3"29"0,5 1 41 16,-4-2 34-16,1 1 38 0,-4 1 41 0,6 0 32 15,-4-2 26-15,-1 3 31 0,-3-2 20 16,1 4 2-16,1 1-7 0,-5 4 4 16,0 0 33-16,-20 38 35 0,-7 11 24 15,-20 29 19-15,-8 20 17 0,-8 9-3 0,-25 43-16 16,-3 0-20-16,5-1-14 0,0-2-13 0,25-32 2 15,4-1 9-15,3-4 5 16,7 0-7-16,7-5-4 0,5-8-11 0,5-6-11 16,9-25-18-16,4-6-13 0,2-7-12 15,3-4-10-15,1-18-8 0,5-4-5 0,1-9 6 16,0-3 14-16,2-1 14 0,-1-1-49 16,0-4-83-16,2 0 0 0,0-1 0 0,2-1 0 15,0-7 0-15,-5 12 0 16,5-6 0-16,0-6 0 0,-4 8 0 0,4-8 0 0,-3 5 0 15,3-5 0-15,0 6 0 16,0-6 0-16,0 0 0 0,11 6 0 0,2-4 0 0,6-4 0 16,23 2 0-16,7-1 0 15,23-4 0-15,5 1 0 0,4 2 0 0,12 4 0 16,24 2 0-16,5-1 0 0,0 4 0 16,-4 1 0-16,1-1 0 0,-10 2 0 0,-23-4 0 15,-13-1 0-15,-6 1 0 0,-17-2 0 16,-9-1 0-16,-10-1 0 0,-6 3 0 0,-6-2 0 15,0-2 0-15,-5 0 0 0,-5 0 0 16,0 0 0-16,-9 0 0 0,16 0 0 0,-16 0 0 16,13 3 0-16,-13-3 0 15,0 0 0-15,0 0 0 0,10 0 0 0,-10 0 0 0,0 0 0 16,0 0 0-16,0 0 0 16,0 0-396-16,0 0-418 0,0 0-107 0,0 0 78 15,0 0-931-15,0 0-1205 0</inkml:trace>
  <inkml:trace contextRef="#ctx0" brushRef="#br0" timeOffset="32393.5">11682 7486 5126 0,'-6'-11'-39'0,"1"3"29"0,4 2 22 0,1 0 19 0,0 6 18 0,0 0 35 0,0 0 27 16,0 0 25-16,0 0 19 15,26 19-2-15,-12-5-4 0,3 11-12 0,-3 3-6 16,-1 1-6-16,-6 3-3 0,1-1 1 16,-6-3-1-16,-6 4-1 0,-6 3 0 0,-1-2 16 15,-6-1 6-15,-9 4-3 0,-6-4 14 16,-4 1-6-16,0-4-13 0,-2-3-13 0,1-1-10 16,1-6-13-16,2-1-57 0,6-5-42 15,-3-1 0-15,11-3 0 0,2-1 0 16,5 0 0-16,3-4-24 0,1 2-227 0,3-4-108 15,6-2-121-15,0 0-125 16,0 0-119-16,0 0-83 0,-13-12 76 0,14 4-701 16,-1 8-882-16</inkml:trace>
  <inkml:trace contextRef="#ctx0" brushRef="#br0" timeOffset="48574.56">12810 7360 3104 0,'0'-8'585'0,"1"1"-174"16,-1 7-120-16,0-8-72 0,0 8-47 16,0 0-31-16,0 0 41 0,0 0 13 15,-9 42 8-15,4-4-22 0,-4 6-19 0,2 10-15 16,1-1-14-16,-3 0-9 0,4 4-12 15,0-3 12-15,-1-13-26 0,3 1-20 0,-3-4-30 16,1-2-21-16,0-7-34 0,-2 2-30 16,1-6-37-16,2-9-34 0,3 1-42 15,-5-4-61-15,1-5-71 0,4-1-60 16,-5-6-53-16,6-1-51 0,0 0-56 0,0 0-77 0,-6-25-19 16,8 7-425-16,-2-5-496 15</inkml:trace>
  <inkml:trace contextRef="#ctx0" brushRef="#br0" timeOffset="48806.3">12738 7473 2690 0,'5'-33'9'0,"2"2"59"16,-1 7 37-16,-1 3 48 0,2 0 22 0,0 3 31 16,3 1 14-16,2 0 2 0,2 4-1 15,2 3-4-15,4 5-13 0,2 4-15 0,-1 2-14 16,11 10-18-16,1 2-10 0,-5 4-15 16,-3 6-11-16,-3 2 2 0,-6 2-25 0,-5 3 17 15,-5-4-6-15,-8 0 11 16,-6 5-9-16,-3 4-15 0,-6-2-3 0,-3-4 4 15,2 0-32-15,-3-4 1 0,-1-2-15 16,8-8-30-16,-2-5-21 0,7-1-32 0,-2-6-43 16,0-3-65-16,11 0-70 0,-11-12-79 15,8 1-78-15,3-8-81 0,3-5-127 16,5-7-106-16,7 4 72 0,2-2-462 0,4 8-544 16</inkml:trace>
  <inkml:trace contextRef="#ctx0" brushRef="#br0" timeOffset="49106.35">13263 7517 3179 0,'0'14'98'0,"-2"0"51"16,-1 2 21-16,-1 0 28 0,-3 4 10 16,2 1 6-16,-1 1-9 0,-1 0-18 15,3 2-17-15,2-1-16 0,2-4-13 16,0-1-16-16,2 1-8 0,4-2-16 0,-1-3-7 16,5-2-9-16,0-1-12 0,3-5 0 15,1 1-10-15,2-6-8 0,0-1-1 16,2-1-11-16,0-4 2 0,2-2-6 0,-2-3-4 15,-1-4 7-15,2-8-7 0,-2-7 16 16,-6-1 4-16,2-4 1 0,-8 2 11 0,-5 3-6 16,0 5-11-16,-4 2 11 0,-4 1-23 15,-1 4-8-15,-4 1-4 0,-7 7-25 0,3 5-30 16,-2 4-30-16,-6 4-37 16,-9 9-46-16,2 2-61 0,1 4-90 0,1 0-98 15,1 1-116-15,4-3-184 0,11-3 32 16,3-5 73-16,6-6-432 0,5-3-492 0</inkml:trace>
  <inkml:trace contextRef="#ctx0" brushRef="#br0" timeOffset="49357.89">14050 6828 3195 0,'0'-23'210'0,"-2"6"33"0,1 6 26 15,-1 0 28-15,0 1 21 0,0 3-5 0,2 7-24 16,-5-7-37-16,5 7 10 15,0 0 12-15,-7 30-24 0,1 3-23 0,-1 8-26 16,-1 16-4-16,-3 7-20 0,1 0-18 16,-2 2-15-16,3 0-14 0,-2 2-38 0,-1-5-42 15,-1-1-46-15,-1-3-50 0,0-3-44 16,2-7-52-16,2-9-58 0,5-6-71 16,-3-8-77-16,5-6-71 0,-1-4-63 0,4-6-72 15,4-5-119-15,1-2-5 16,-5-3 84-16,33-13-446 0,-7-5-512 0</inkml:trace>
  <inkml:trace contextRef="#ctx0" brushRef="#br0" timeOffset="49507.89">14233 7332 2952 0,'9'-12'89'0,"-3"3"38"0,-1 4 28 15,-5 5 52-15,0 0 27 0,0 0 4 0,0 0-11 16,0 33-19-16,-3-15-17 0,-3 15-21 16,3 3-17-16,-7 2-30 0,3 1-51 0,-1-1-60 15,-2 0-65-15,-1-3-88 0,8-4-82 16,-2-5-73-16,-1-6-92 0,6-2-129 15,-1-7-62-15,1 1 54 0,0-4-304 0,3-3-314 16</inkml:trace>
  <inkml:trace contextRef="#ctx0" brushRef="#br0" timeOffset="49689.82">14527 7088 2577 0,'-3'-14'178'0,"0"4"16"0,-5 5 7 0,3 0 18 16,5 5 2-16,0 0-3 0,-22 3-17 15,22-3-18-15,-11 11-21 0,9-5-15 16,1 1-50-16,-1 2-58 0,2 1-87 0,2 2-131 16,-1 4-149-16,5-3-233 0,-1-1-29 15,1 2 69-15,2-3-299 0,3-3-306 0</inkml:trace>
  <inkml:trace contextRef="#ctx0" brushRef="#br0" timeOffset="49856.04">14797 7238 2517 0,'0'0'214'0,"0"0"40"15,0 0 29-15,0 0 23 0,-36 12 25 16,19 0 13-16,-6 5 11 0,-2 7-13 0,0 1-29 16,7 4-31-16,-4 11-25 0,5-5-30 15,4-2-21-15,0 2-23 0,5-4-14 16,0 1-37-16,6-6-44 0,1-5-50 0,2-4-59 16,3 1-65-16,3-3-87 0,7-4-121 15,3-2-126-15,6-3-150 0,13-2-186 16,8-5 65-16,19-7 80 0,4-2-484 0,3-7-565 15</inkml:trace>
  <inkml:trace contextRef="#ctx0" brushRef="#br0" timeOffset="50073.94">15795 7231 2999 0,'2'-18'191'0,"0"5"93"16,-2 3 57-16,-2-2 47 0,0 7 28 0,2 5 20 16,-11-8 5-16,11 8-5 0,0 0-30 15,-50 25-18-15,14 4-18 0,0 6-48 0,-3 8-28 16,-15 16-33-16,2 5-43 0,2 2-218 15,0 1 0-15,-2-2 0 0,9 2 0 0,10-17 0 16,6 1 0-16,1-6 0 0,4-4 0 16,9-11-202-16,1-11-163 0,5-5-59 15,3-9-46-15,6 0-33 0,-2-5-51 16,0 0-45-16,32-41-60 0,-7 2-10 0,0-7-605 16,2-12-734-16</inkml:trace>
  <inkml:trace contextRef="#ctx0" brushRef="#br0" timeOffset="50208.16">15442 7393 3225 0,'11'-36'-58'16,"-6"10"109"-16,-3 6 75 0,2 6 47 0,-4 6 40 15,-2 2 53-15,2 6 44 0,0 0 31 16,0 0 8-16,0 0-2 0,-20 25-22 0,16-13-23 16,-1 1-33-16,3 3-27 0,2 1-24 15,2 0-29-15,5-1-54 0,-4-3-79 0,3 1-95 16,3 0-122-16,1-5-155 0,-2 3-175 16,-1-2-207-16,1-3-81 0,-5 3 91 15,6 0-641-15,-8 3-785 0</inkml:trace>
  <inkml:trace contextRef="#ctx0" brushRef="#br0" timeOffset="50888.82">16993 7390 3790 0,'3'-5'66'15,"-3"5"19"-15,8 0 19 0,-8 0 47 0,0 0 46 0,-8 22 37 0,3-9 19 16,-1 7 15-16,-4-2 3 0,6 2-8 15,-3 0-11-15,3-1-22 0,-1 2-18 0,2-3-22 16,3 3-20-16,3-2-14 0,1-1-17 16,-1-4-15-16,5 5-7 0,3-2-15 0,1-3-7 15,1-3-23-15,2-1-30 16,4-3-14-16,0-4-36 0,4 3-18 0,-1-6-18 16,2 0 2-16,1 0 15 0,1-4-5 15,-6 0 5-15,-4 3 9 0,2-2 0 0,-5 3 19 16,-13 0 9-16,19-3 9 0,-9 3 9 15,-10 0 3-15,12-1-8 0,-12 1 3 16,0 0 3-16,22-2-5 0,-22 2-7 0,0 0-1 16,17 2 7-16,-17-2 4 0,23 1-9 15,-8 2 3-15,3-3-6 0,0-3-1 0,3 2-1 16,4-1 2-16,2-2-23 0,-1 1-21 16,1-2-12-16,-2 0-23 0,0-1-20 0,-6 2-20 15,1-4-37-15,0 2-53 0,-4-3-63 16,-4-1-70-16,1 0-64 0,-1-3-60 0,-2-2-98 15,-1-2-145-15,-1 2 10 16,1 1 75-16,2-1-450 0,3-2-530 0</inkml:trace>
  <inkml:trace contextRef="#ctx0" brushRef="#br0" timeOffset="51240.34">18075 7393 2897 0,'0'0'99'15,"0"10"62"-15,0-10 27 0,-6 9 26 0,4-1 23 16,2-8 18-16,-2 9 9 0,2 0 4 15,2-2 2-15,0 1-13 0,4 0-13 0,0 0-18 16,1-2-24-16,4 1-17 0,2-3-20 16,-2 0-14-16,0-2-13 0,4-2-13 0,-2 0-9 15,-13 0-21-15,31-6-15 0,-15-2-14 16,-4 3-2-16,0-4-4 0,-2-3-13 16,-3 0 0-16,0-4-5 0,-2 4-12 15,-5-1-2-15,0 3 1 0,-6-1-9 0,-4 1 0 16,-4 4-5-16,-11 4-4 0,-4 2 1 15,-12 4-1-15,2 6-5 0,-13 2 4 0,5 5 4 16,2 8 9-16,9-1 4 0,8-3 8 16,7 2 1-16,2 2 7 0,6-5-3 0,8-1-3 15,5-4 0-15,0 2-2 0,9-3-2 16,0 1-3-16,9-3-16 0,0 0-30 16,13-1-45-16,5-3-56 0,2-2-69 15,2-2-85-15,4-7-118 0,0 0-124 0,6-3-121 16,11-4-147-16,3-2 56 0,-1-1-658 15,6 0-836-15</inkml:trace>
  <inkml:trace contextRef="#ctx0" brushRef="#br0" timeOffset="51756.25">19851 6621 4150 0,'-5'-18'119'0,"1"3"34"0,-3 5 21 0,4-2 6 16,1 7 0-16,2 5 32 15,0 0 45-15,-19 23 18 0,4 4 2 0,-7 15 0 16,0 5-15-16,3 9-13 0,-1 3-19 16,-2 6-21-16,7 1-18 0,-4-1-21 0,3 1-17 15,2-4-12-15,-2-1-16 0,3-7-14 16,-1-2-15-16,7-13-96 0,-2-3 0 0,-2-7 0 15,6-4 0-15,-3-8 0 0,7-2 0 16,-3-4 0-16,0-1 0 0,1-3 0 0,3-4 0 16,0-3 0-16,0 0 0 0,0 0 0 15,0 0 0-15,16-23 0 0,-1 6 0 16,2-5 0-16,5 1 0 0,-6 1 0 16,7-1 0-16,-5 7 0 0,-5 1 0 0,-2 5 0 15,-3 0 0-15,2 2 0 0,-5 4 0 16,-5 2 0-16,0 0 0 0,27 10 0 0,-20 0 0 15,3 1 0-15,-4 3 0 0,1-1 0 16,-3 3 0-16,0-3 0 0,-2 1 0 16,-1 0 0-16,-1 0 0 0,-1-1 0 0,-1 0 0 15,-2-1 0-15,-1 0 0 0,-3-1 0 16,3 0 0-16,-6-3 0 0,2-2 0 16,-2-1 0-16,1-2 0 0,-3-1 0 15,-1-4 0-15,1 1-198 0,2-3-128 0,-3-1-89 16,3-4-92-16,-1 2-97 0,7-2-149 15,-3 2-27-15,6 1 89 0,2 6-641 0,0-8-789 16</inkml:trace>
  <inkml:trace contextRef="#ctx0" brushRef="#br0" timeOffset="52157.8">19154 7155 3456 0,'0'0'-96'0,"-8"-6"35"0,8 6 32 0,0 0 44 0,-36 12 35 16,9 5 39-16,-10 8 20 0,1 4 16 16,2 2 1-16,2 3 1 0,1 1-7 15,6 1-8-15,7-5-8 0,4-2-3 16,7 1-13-16,1-6-5 0,4-2-6 0,2-1-13 15,2-1-20-15,4-4-27 0,-1 2-35 16,4-3-42-16,5-1-63 0,1-2-80 0,6-4-111 16,3-3-140-16,0-1-129 0,0-1 52 15,5-3-297-15,-2 0-315 0</inkml:trace>
  <inkml:trace contextRef="#ctx0" brushRef="#br0" timeOffset="53105.21">19005 7157 2341 0,'2'-12'186'0,"0"3"65"0,-2 1 7 0,0 4 0 16,0 4-6-16,1-7-10 0,-1 7 31 16,0 0 33-16,-11 22 26 0,-4 6 4 0,-6 12-23 15,-2 3-25-15,-2 10-18 0,0-4-15 16,-2 2-14-16,5-2-18 0,-3-1-24 0,0-3-19 15,4-5-18-15,6-7-15 16,0-4-16-16,2-2-14 0,4-6-9 0,0-3-11 16,4-7-12-16,-3 1-3 0,5-2-8 15,-5-1-6-15,5-3-9 0,-2-2-15 0,5-4-31 16,0 0-13-16,0 0 0 0,5-25-19 16,4-6-2-16,6-16 0 0,6-4 1 0,0-10 5 15,5 1-6-15,3 5 4 0,-5 6 2 16,0 6 4-16,-10 14-4 0,-2 9 5 0,-2 3 4 15,-5 7-7-15,4 1 17 0,-4 7 20 16,2 4 6-16,-7-2 1 0,20 16-5 0,-7 1 3 16,4 5-7-16,4 5 0 0,4 10-6 15,1-4-16-15,1 3 0 0,4-4-12 16,-12-3-72-16,5-5-58 0,-5-5-48 16,-1-1-53-16,-7-4-48 0,-2-6-65 0,2-1-65 15,-6-2-84-15,2-4-109 0,-7-1-145 16,0 0 67-16,0 0-628 0,-1-20-778 15</inkml:trace>
  <inkml:trace contextRef="#ctx0" brushRef="#br0" timeOffset="53405.81">18953 5920 3547 0,'-18'-20'71'0,"-4"3"44"0,-4 1 19 16,-7 3 10-16,5 9 23 0,1 6 20 16,-17 5 10-16,7 5 11 0,-10 10-2 0,2 5-15 15,3 6-10-15,2 5-12 0,6 1 2 16,3 2-16-16,6-1-13 0,8 1-19 0,4-5-6 16,5 0-14-16,2 0-7 0,9 1-8 15,0 0-11-15,8-4-8 0,2 4-12 16,3-6-27-16,5 0-26 0,3-6-30 15,10 4-47-15,-7-6-64 0,5-5-80 0,-5-5-95 16,7-5-90-16,-8-4-105 0,-1-6-135 0,-2-2-38 16,7-4 73-16,1-7-463 15,-5-1-542-15</inkml:trace>
  <inkml:trace contextRef="#ctx0" brushRef="#br0" timeOffset="54090.47">19171 6167 2838 0,'0'-7'52'0,"0"3"50"15,0 4 9-15,0 0 1 0,0 0 22 16,-4-7 41-16,4 7 25 0,0 0 7 16,0 0 3-16,-4 22-10 0,4-12-10 0,2 0-14 15,0 2-20-15,-2-1-14 16,1-1-11-16,-1 3-11 0,0-1-12 0,-1-4-7 16,-1 3-12-16,0-1-2 0,-4 2-9 15,1-5-6-15,-6 3-8 0,-1-4-7 0,-5 2-5 16,1-5-11-16,0-2-10 0,-4 1-17 15,3-4-3-15,0-2-13 0,0-6-3 0,4-2-2 16,1-1-3-16,2-7-2 0,7 3 4 16,-3 2 0-16,6 3-4 0,-2 0 3 0,2 5-1 15,0 7 2-15,2-7 5 0,-2 7 16 16,0 0 0-16,0 0 7 0,31 20 1 0,-20-11 6 16,3 3-8-16,0 2 1 0,0-4 0 15,-1 3-3-15,0-3 2 0,-1-2-9 16,-3-3 3-16,2 2-1 0,1-2 0 0,-2-1 2 15,2-2-1-15,1-6-2 16,1 0-6-16,8-6 4 0,6-5-2 0,1-6 2 16,3-9-6-16,2-1 3 0,-1 0-8 15,-10 9 7-15,-4 0 1 0,-2 8 0 0,-7 2 0 16,-1 2 3-16,-1 3-8 0,-3 0 3 16,2 2-1-16,-7 5-3 0,5-5 4 0,-5 5 0 15,0 0-4-15,0 0 3 0,9 20-1 16,-9-11 3-16,2 3-1 0,2 2-5 0,2 1 4 15,-2 0 6-15,4 1-16 0,-1 1-15 16,2-2-8-16,5-1-11 0,-3-4-6 16,3-1-11-16,-1-4-15 0,6-4-11 15,0-1-12-15,2-5-13 0,11-5-4 0,-1-5 0 16,-2-4 14-16,5-9 8 0,-4-3 12 16,1-2 7-16,-6-6 9 0,0 3 18 15,-7 10 20-15,-2-1 16 0,-5 8 34 0,-3 4 30 16,1 3 15-16,-5 2-8 0,0 5-7 15,-1 3 15-15,-3 2 24 0,0 0 6 0,-1 22 1 16,-1-6-10-16,-2 7-8 16,2 2-2-16,2 1-12 0,6 11-3 0,-1 0-8 0,7 1-6 15,5 4-4-15,2-11-26 16,3-4-37-16,0-1-46 0,3-3-63 0,0-6-72 16,3-3-95-16,-5-2-101 0,1-8-155 15,-6-1-153-15,1 1 71 0,-6-4-501 0,0 2-598 16</inkml:trace>
  <inkml:trace contextRef="#ctx0" brushRef="#br0" timeOffset="54637.94">20084 7527 3109 0,'0'0'141'0,"-5"-10"45"0,3 3 18 0,2 7 15 0,0 0 1 16,-3-7 0-16,3 7-15 0,0 0-18 16,0 0-17-16,0 0-12 0,0 0-1 15,0 0-17-15,0 0-17 0,0 0-9 16,5 26-12-16,-2-19-10 0,-3 2-4 0,-3 0-11 16,-2 2-4-16,-3-1-12 0,-3 0-5 15,-3 2-1-15,3-5-7 0,-4 0-10 0,0-4-13 16,-5-1-15-16,8-4-14 0,-8-2-8 15,5-3-7-15,1-7-1 0,2-1 0 0,1-5 2 16,8 4 0-16,-3-5 4 16,10 4-3-16,0 1 5 0,0 1-2 0,4 3 7 15,3 1 4-15,1 3 10 0,1 2 4 16,1 3 7-16,4 2 3 0,1 2 1 0,3 5-1 16,11 3 2-16,-3 2-7 0,1 3-1 15,-3 1-1-15,3-1-25 0,-2 1-31 0,-3 1-44 16,1-2-61-16,-6-7-79 0,-2 3-88 15,-3-7-93-15,-4-1-104 0,2-2-162 16,-3-2 48-16,0-5-472 0,-4 0-568 0</inkml:trace>
  <inkml:trace contextRef="#ctx0" brushRef="#br0" timeOffset="54858.74">20683 6629 3184 0,'0'-20'78'0,"-1"6"41"16,-5 1 28-16,4 6 30 0,-3 0 35 0,5 7 26 15,-9-2 18-15,9 2 6 16,-18 18 3-16,2 5 13 0,1 8-19 0,-8 15-10 16,7 3-16-16,-2 8-21 0,3 5-21 15,3 3-18-15,1 2-13 0,8-1-17 0,1-1-34 16,5 1-49-16,1-1-54 0,0-3-69 16,1 0-79-16,6-8-90 0,-6-3-108 15,2-11-94-15,-3-6-93 0,0-6-156 0,0-8-5 16,-3-3 65-16,4-6-492 15,-3-4-585-15</inkml:trace>
  <inkml:trace contextRef="#ctx0" brushRef="#br0" timeOffset="55388.7">20794 7374 3327 0,'6'-12'118'0,"-2"2"32"0,-3 3 15 0,4 4 20 16,-5 3 39-16,0 0 26 0,0 0 18 15,0 0-14-15,11 19-9 0,-7-6-25 0,-4-1-14 16,0 5-21-16,0 0-16 0,-4 1-27 15,0 5-2-15,1-6-20 0,-4 5-8 0,0-3-12 16,0 0-7-16,-5-3-11 0,0 0-12 16,-2-1-13-16,-2-1-4 0,-1-3-28 15,-2-3-18-15,1-3-23 0,2 0-11 16,0-5-17-16,-1-3-3 0,5-4-10 0,-1-7 2 16,4-5 5-16,6-1 4 0,3-6 3 15,3 4 5-15,3 0 6 0,-1 2 17 16,5 3 12-16,-2 4 11 0,1 3 11 0,0 3 12 15,3 1 12-15,-2 6 15 0,-10 0-1 16,26 10 2-16,-13-2 2 0,1 4-5 0,6 7-7 16,2 0 1-16,-3 2-2 15,-2-3-13-15,0 3-1 0,-4-4-7 0,-3-7-13 0,2 0-6 16,-5-3-5-16,0 1-5 0,2-6-2 16,-2 2-2-16,-7-4-2 0,21 0-6 15,-8-5 3-15,7-6 3 0,5-4-2 16,0-2 2-16,0-5 8 0,2-3 4 0,0 4 17 15,-2 3 21-15,-7 2 18 0,-2 4 19 16,-5 6 16-16,-3-2-3 0,4 5 15 0,-5 3 24 16,-7 0 11-16,19 7-8 0,-8 2-13 15,1-1-41-15,-2 4-80 0,4 4 0 0,0-2 0 16,8 4 0-16,0 1 0 0,4-1 0 16,1-1 0-16,4-5 0 0,-6-2 0 0,-2-5 0 15,-5-2 0-15,4-1-96 16,-3-2-150-16,-1-2-68 0,2-1-82 0,-2-1-91 15,2-4-99-15,-1 1-180 0,-4 2 2 0,-1-2 80 16,-5 2-626-16,-2 1-768 16</inkml:trace>
  <inkml:trace contextRef="#ctx0" brushRef="#br0" timeOffset="56620.57">22525 7099 3943 0,'3'-16'115'0,"1"5"8"0,0 3 12 16,-2 1 18-16,-2 0 18 0,2 4 2 16,-2 3-10-16,0 0 10 0,0 0 26 0,0 31 1 15,-6 5-4-15,0 7-22 0,-5 13-21 16,1 5-15-16,-1 4-10 0,0-1-19 15,-3 0-19-15,-1 0-28 0,0-6-29 0,0-2-19 16,-5-8-12-16,4-3-15 0,-5-5-4 16,5-10-3-16,-1-2-5 0,5-10-5 0,1-2-14 15,2-5-15-15,-3-3-22 16,3-3-23-16,-1-5-22 0,-2 0-13 0,1-5-3 0,0-3 5 16,-4-8 9-16,-2-6 12 15,-2-4 11-15,3-5 9 0,3 0 13 0,0 0 9 16,5 7 25-16,4 5 13 0,0 2 1 15,4 3 7-15,4-1 4 0,3 1 3 0,9 1-4 16,13-6 3-16,12-2-12 0,13-2-29 16,7 2-42-16,5-1-7 0,28-9-16 0,5 2-28 15,13-4-29-15,6-5-8 0,3-5-11 16,-3-7-3-16,-4-4 12 0,-15-5 27 0,-7-3 38 16,-16-4 49-16,-9-3 57 15,-15-1 54-15,-7 1 46 0,-18 11 36 0,-11 7 32 16,-7 10 14-16,-9 4 5 0,-11 8 0 15,-7 8-1-15,-11 7-5 0,-7 8 4 0,-4 8 4 16,-16 12 7-16,0 11 8 0,-19 16-1 16,5 13-9-16,-1 5-4 0,2 11-14 0,8 4-10 15,10 4-15-15,5 1-11 0,8-2-8 16,12 2-9-16,6-14-8 0,9-2-15 0,8-5-5 16,1-10-10-16,4-3-15 0,1-7-15 15,5-2-3-15,-1-11-4 0,-1-6-1 0,4-5 1 16,-1-2-3-16,7-5 3 0,-3-4 3 15,2-4 11-15,4-3 7 0,4-3 18 16,4-5 10-16,-4 2 16 0,-7 3 14 16,-2 2 3-16,-3 2 8 0,-1-2-9 0,-2 1-3 15,-8 4 13-15,0 0 16 0,16 5 3 16,-12 2-6-16,0 0-13 0,2 2-8 16,-4-1-16-16,4 2-91 0,1 2 0 0,0-1 0 15,6-2 0-15,-1-1 0 0,6-3 0 16,0-2 0-16,4-3 0 0,6-2 0 0,8-6 0 15,2-1 0-15,-1-3 0 0,-3 2 0 16,-1 1 0-16,-10 1 0 0,-7 4 0 0,-2-2 0 16,-3 2 0-16,-1 1 0 0,-3 1 0 15,1 0 0-15,-8 2 0 0,17 2 0 0,-17-2 0 16,18 7 0-16,-9-2 0 16,0 0 0-16,5 1 0 0,-3 0 0 0,7-1 0 15,-4-1 0-15,4 2 0 0,-2-5 0 16,6-1-357-16,-1 1-217 0,-2-3-157 0,5-2-149 15,-2-3 82-15,-1 1-852 0,-1-2-1087 16</inkml:trace>
  <inkml:trace contextRef="#ctx0" brushRef="#br0" timeOffset="61270.71">24881 7550 4643 0,'0'0'210'0,"-25"-17"-32"0,21 11 40 16,-3-2 37-16,4-3 11 0,-1-1-5 16,0 0-22-16,4-1-21 0,0-3-28 0,4-1-5 15,0-4-8-15,6 3-9 0,-3 0-17 16,6 3-17-16,3-1-14 0,1 6-14 0,0 3-11 15,3 5-8-15,2 2-10 16,1 4-9-16,11 8-7 0,-4 5-8 0,-1 2-22 0,0 5-31 16,-2 1 0-16,-4 1 0 0,-7 2 0 15,2 1 0-15,-9-1 0 0,-2-4 0 16,-4-4 0-16,1-3 0 0,-4-1 0 0,0-1 0 16,0-3 0-16,0 1 0 0,-2-5 0 15,4 1 0-15,-2-3 0 0,0-6 0 16,0 0 0-16,0 0 0 0,0 0 0 0,15-21 0 15,-3-2 0-15,2-6 0 0,4-2 0 16,0 5 0-16,2 2 0 0,-3 3 0 16,-2 3 0-16,-2 6 0 0,1 5 0 0,-3 1 0 15,3 5 0-15,-1 2 0 0,4 7 0 16,-2 0 0-16,8 9 0 0,-1 4 0 0,-8-2 0 16,4 1 0-16,-7 1 0 0,-2-6 0 15,1 5 0-15,1-6 0 0,-3-2 0 0,-3 0 0 16,4-2 0-16,-6-1-208 0,3 0-291 15,0-3-95-15,-5-2-130 0,-1-4-124 16,0 0 79-16,0 0-778 0,25-13-991 16</inkml:trace>
  <inkml:trace contextRef="#ctx0" brushRef="#br0" timeOffset="61572.67">25951 7347 4497 0,'0'0'12'0,"0"0"49"0,0 0 46 0,0 0 34 0,0 0 29 0,-25 23 19 0,20-12 4 15,-3 3-5-15,5 3-13 0,0 0-15 0,1 3-9 16,2 2-17-16,5-1-16 16,-2 4-9-16,7-4-9 0,-1-3-10 0,5-2-6 15,-1 1-18-15,2-4-18 0,0-7-11 16,3 0-2-16,-2-4-4 0,4-2-11 0,-1-2 2 16,0-2 0-16,-4-2-3 0,-2-1 9 15,1-3-1-15,-5-2 4 0,-1-2 3 16,-6-2-1-16,-2-4 0 0,-2-3-8 0,-6-1-2 15,1-5 0-15,-3 0-5 0,1 6 1 16,-1 4-9-16,-2 2-20 0,3-1-27 0,0 6-28 16,-3-1-36-16,1 3-57 15,0 5-75-15,-1 1-97 0,-1 4-103 0,-1 0-128 16,1 3-194-16,1-1 57 0,3 2 85 16,9-4-506-16,0 0-587 0</inkml:trace>
  <inkml:trace contextRef="#ctx0" brushRef="#br0" timeOffset="61987.43">27101 6549 3511 0,'-11'-29'248'0,"6"9"18"16,-4 5 16-16,1 2 22 0,0 3 23 16,-1 7 17-16,9 3 17 0,-29 13 19 15,4 13 2-15,-4 17-7 0,1 6-11 16,2 9-13-16,3 5-28 0,0 19-50 0,8-14-173 15,3 0-100-15,5 0 0 0,1-1 0 16,2-5 0-16,3-4 0 0,2-15 0 0,-1-3 0 16,0-3 0-16,2-10 0 0,0-8 0 15,0-1 0-15,-2-5 0 0,2-1 0 16,-2-2 0-16,0-3 0 0,2-2 0 0,-2-5 0 16,0 0 0-16,0 0 0 0,0 0 0 15,0 0 0-15,0 0 0 0,-24-20 0 0,12 11 0 16,-6 1 0-16,-5 4 0 0,-1 0 0 15,1 4-38-15,-4 4-47 0,-9 1 10 0,4 6 8 16,3 2 14-16,4 4 11 16,6-2 7-16,6-1 15 0,3 2 2 0,6-3-1 15,2 1 7-15,4 1 2 0,4-1 5 16,7 1 1-16,5-3-1 0,9 3-15 0,-2-6-28 16,11-2-48-16,0-7-60 0,-2 3-75 15,5-8-103-15,4-2-116 0,-1-2-153 0,-3-3-207 16,2 2 83-16,-5-5 85 0,-2 1-578 15,-2 0-682-15</inkml:trace>
  <inkml:trace contextRef="#ctx0" brushRef="#br0" timeOffset="62636.84">27106 7393 3218 0,'-7'6'118'0,"-2"-2"34"0,6 2 39 0,-1 0 29 16,4-6 15-16,-4 11 17 0,4-5 19 15,0-6 6-15,6 12-5 0,1-7-15 16,3-1-22-16,7 1-19 0,2-2-27 0,3-3-18 16,5-3-20-16,-4 0-9 0,14-3-17 15,-1-1-10-15,-5-3-11 0,-6 0-14 0,1-3-3 16,-5 1-9-16,-5 0-6 0,-5-2-6 16,-2 3-10-16,-2-4 1 0,-2 1-4 0,-3 1-4 15,-4 3-9-15,2-1-6 16,-5 3-3-16,-6 2-7 0,0 1-2 0,11 5-4 0,-34 11-1 15,5-1-1-15,3 5-2 16,-1 4-2-16,0 4-1 0,2-2-1 0,7 1-1 16,0-1-6-16,3-1 3 0,9-5-4 15,-2 1-3-15,7-6 3 0,2-1 3 0,5 1 0 16,6-6 2-16,6-1-5 0,6-3 0 16,15-4 1-16,17-7-6 0,-3 0-4 0,3-5-2 15,-1-5 0-15,1-3-5 0,-6-5 10 16,4 0-5-16,-6-2 1 0,-3-6 9 0,-5 3 12 15,-3-2 13-15,-5 0 6 0,-10 9 18 16,-4 2 4-16,-5 9 7 0,-3 2-3 16,-4 3-10-16,-4 6-9 0,-4 1-1 15,2 4-17-15,0 0-21 0,0 0 0 0,-33 14 0 16,19 0 0-16,2 1 0 0,-6 9 0 16,7-4 0-16,2-3 0 0,0 3 0 0,6 1 0 15,1-2 0-15,2 6 0 0,2-1 0 16,1 0 0-16,2-2 0 0,1 3 0 0,-1-4 0 15,-1 2 0-15,-1-1 0 0,-1-3 0 16,0-1 0-16,0-1 0 0,-6 0 0 16,2 0 0-16,-3-2 0 0,-4 4 0 0,-3-2 0 15,-1-2 0-15,-10 5 0 0,-2-5 0 16,-2-1 0-16,-2-3 0 0,5-1 0 0,1-4 0 16,-2-1 0-16,4-2 0 0,1-3 0 15,-2 0 0-15,3-4 0 0,1-2 0 16,-4-1 0-16,9 0 0 0,-2-3 0 15,5 2 0-15,3-3-610 0,-1 1-385 0,4 3 101 16,2 2-1042-16,2 5-1356 0</inkml:trace>
  <inkml:trace contextRef="#ctx0" brushRef="#br0" timeOffset="63007.14">28352 7393 5645 0,'-30'2'-23'0,"-1"3"34"0,1 4 41 0,-1-1 39 0,6 3 24 16,7-3 21-16,0 1-3 0,6 1-9 0,-1 2-8 16,6 3-12-16,2 1-7 0,6-4-4 15,3 3-11-15,5 3-4 0,7-5-11 0,9 5-31 16,1-7-29-16,4 0-24 0,5-3-17 15,2-1-7-15,0-4-2 0,-6-3 1 16,-3-3 10-16,-4 0 4 0,-2-2 22 16,-3-4 7-16,-1-3-1 0,-5-2 7 0,1-4 5 15,-7-1 8-15,-2-2 2 0,3-3 2 16,-5 2-1-16,1 2-3 0,-1 0 0 0,-3 6 16 16,2 3-8-16,-4-2 1 0,-3 5-13 15,2 0-14-15,-3 2-26 0,-3 3-32 0,9 3-53 16,-20 0-77-16,20 0-116 0,-23 9-131 15,16-5-154-15,-2 3-170 0,3 1 76 16,4-2-627-16,2-6-766 0</inkml:trace>
  <inkml:trace contextRef="#ctx0" brushRef="#br0" timeOffset="63703.83">28738 7337 3329 0,'-7'-4'-178'0,"7"4"39"0,0 0 46 0,-7-5 37 0,7 5 35 16,0 0 45-16,0 0 43 0,0 0 42 15,-8-7 48-15,8 7 40 0,0 0 35 16,0 0 16-16,0 0 13 0,0 0-2 0,0 0 23 15,0 0 46-15,0 0 16 16,0 0-6-16,20 26-16 0,-13-13-13 0,1 1-17 16,1-2-9-16,-1 5-19 0,-1-3-19 15,1 1-20-15,-3-2-19 0,2-1-15 0,-2-2-25 16,-1 1-166-16,0-5 0 0,-2 0 0 16,1 2 0-16,-3-8 0 0,6 10 0 0,-1-7 0 15,-5-3 0-15,5 6 0 0,-5-6 0 16,0 0 0-16,0 0 0 0,32-22 0 0,-7 1 0 15,10-7 0-15,1 2 0 16,-6 5 0-16,1 0 0 0,-5 7 0 0,-3 2 0 0,-8 5 0 16,1 2 0-16,-5 7 0 15,-11-2 0-15,21 14 0 0,-12 1 0 0,-1 4 0 16,-3 3 0-16,-1 2 0 0,1 9 0 16,-3-6 0-16,-1-3 0 0,3-1 0 0,0-1 0 15,0-4 0-15,1-2 0 0,2-1 0 16,0-2 0-16,4-3 0 0,3-2 0 0,1-3 0 15,2-3 0-15,0 0 0 0,0-4 0 16,8-3 0-16,-3-2 0 0,7-6 0 0,-2 0 0 16,0-5 0-16,-4-1 0 0,0-4 0 15,-8 8 0-15,-4 3 0 0,-3 0 0 16,-2 1 0-16,-5 3-144 0,-2 0-892 0,-5-2 107 16,-4 6-1139-16,-1-1-1482 0</inkml:trace>
  <inkml:trace contextRef="#ctx0" brushRef="#br0" timeOffset="64637.64">14703 8318 3051 0,'2'-15'144'0,"-2"2"-35"0,0 5-52 0,0 4-8 16,0 4 63-16,0 0 39 0,0 0 33 16,-11 37 16-16,2-2 26 0,-5 15 10 0,-1 0 13 15,0 2-8-15,-8 3-17 0,4 3-17 16,-4-4-12-16,5-2-27 0,-4-3-18 15,5-4-15-15,4-11-4 0,1-1-27 16,4-9-14-16,1-5-8 0,1-4-12 0,5-3 0 16,-5 0-3-16,3-2-4 0,1-3 7 15,2-7-4-15,0 0-8 0,0 0-3 16,0 0-11-16,36-39 0 0,-11 3-1 0,11-5-16 16,0-4 9-16,1 0-12 0,3 4-18 15,-3 3 14-15,-3 6-7 0,-10 12-8 0,-1 1-3 16,-1 9 6-16,-3 8-10 0,-2 2 6 15,-2 7 0-15,4 3-5 0,2 7 10 0,-1 5 3 16,-11-1 17-16,-4-1 9 0,1 2 8 16,-6 2 8-16,-2-1-1 0,-2 0 0 0,-1 3-7 15,-3-7-5-15,-4 8-2 0,3-5 8 16,2-7-11-16,-4-1-8 0,2-3 2 0,2 0-8 16,-3-2-6-16,0-4-27 15,3-2-39-15,2-1-62 0,5-2-60 0,-16-2-69 16,16 2-79-16,-11-10-84 0,7-2-56 15,6 0-57-15,3-9-47 0,13-6-92 0,6-10-28 16,6 6-574-16,1-2-719 0</inkml:trace>
  <inkml:trace contextRef="#ctx0" brushRef="#br0" timeOffset="64936.52">15133 8647 3281 0,'20'-9'-79'0,"-6"3"44"0,-3 2 32 16,0-1 21-16,-6 3 23 0,-5 2 62 16,0 0 64-16,17 7 40 0,-16 0 18 0,3 3 8 15,0 1 9-15,1 6 20 16,-2-2 2-16,-1 4-9 0,2 3-21 0,-1-1-23 15,3 2-15-15,-1-2-24 0,9 7-18 16,-4-6-10-16,-1-5-13 0,5-2-2 0,-1-2-15 16,4-4-7-16,2-4-3 0,0-1-13 15,0-4-5-15,2-4-11 0,0 0-1 0,-2-3-13 16,0-1-2-16,-2-7-6 0,0-5-7 16,-3-3-2-16,-7-2-4 0,-3 1-6 0,-2-3-7 15,-6-9 1-15,-5-2-12 0,0 4-1 16,-7 3-1-16,3 4-4 0,-3 3-5 0,5 9-8 15,-3 3-21-15,0 5-23 0,-4 1-25 16,3 6-36-16,0 2-45 0,-4 2-64 16,2 5-78-16,-3 1-98 0,7 2-98 15,2 1-159-15,3-5-114 0,4 0 83 0,4-2-597 16,0-6-737-16</inkml:trace>
  <inkml:trace contextRef="#ctx0" brushRef="#br0" timeOffset="65619.58">16041 8196 3819 0,'-2'-10'97'16,"0"5"17"-16,2 5 16 0,-11-2 35 0,11 2 38 15,-15 15 27-15,-4 9 26 0,3 9 3 16,-4 7-9-16,1 9-13 0,1 1-14 16,7 6-25-16,0 0-17 0,6-1-16 15,-2-1-14-15,3-11-18 0,1-2-11 0,1-4-17 16,2 1-4-16,-2-11-17 0,0-4-4 15,0-3-8-15,0-3-5 0,2-2-5 0,-3-3-4 16,-2-2-2-16,1-1-4 0,-3-5-10 16,0-2-9-16,-3 0-10 0,10-2-16 0,-23-8-4 15,9-1-18-15,2-5-16 16,-2 0-2-16,3-1-14 0,1-1-1 0,5 5-11 0,3 1-12 16,4-2 0-16,1 4-14 0,10 1-12 15,5-3-28-15,14 0-30 0,4-1-33 16,4 1-13-16,14-2 8 0,7 0 17 0,3-5 19 15,11 2 25-15,18-10 10 0,-7-2 11 16,-21 4 16-16,-6-2 9 0,-6-4 28 16,-9-1 18-16,-6-4 13 0,-8-2 21 0,-3-1 16 15,-9 3 15-15,-5-2 12 0,-4-3 10 16,-3 0 30-16,-4 10 18 0,-2 5 12 0,0 7 9 16,-2 0-1-16,-2 5-11 0,-2 3-14 15,1 4-14-15,-4 5-3 0,9 0-5 16,-39 22-4-16,17 3-5 0,-11 10 6 0,5 6-4 15,1 8-5-15,2 1-11 0,2 4 1 16,4 1-5-16,4-2 0 0,2 3-13 16,2-9-3-16,2-7 5 0,4-3-6 15,-1-8-3-15,1-10-3 0,5-1 6 0,-1-3 6 16,1-5 27-16,0 0 25 0,0-10 4 16,12 3-7-16,-12-3 7 0,28-15-1 0,1 0 0 15,1-1 2-15,5-4-10 0,-7 3-5 16,-1 1 1-16,-7 6-5 0,-2 2-9 0,-5 1-10 15,-3 5-2-15,-1 0-15 0,-9 2-32 16,22 5 0-16,-11 4 0 0,0 0 0 0,3 1 0 16,-2 2 0-16,2 2 0 0,-1-1 0 15,1 3 0-15,1-5 0 0,-1 3 0 0,-3-2 0 16,0-3 0-16,1-1 0 16,-1 0 0-16,0-4 0 0,1 0 0 0,-1-2-76 15,1-2-214-15,1-3-89 0,3-2-104 16,1-5-108-16,2 0-139 0,-2-1-73 0,6-9 80 15,-4 1-677-15,-6 2-852 0</inkml:trace>
  <inkml:trace contextRef="#ctx0" brushRef="#br0" timeOffset="67220.69">18230 8472 3964 0,'5'-19'-101'0,"3"2"58"0,-5 5 32 0,-1 3 10 16,0 2-6-16,-2 7 30 0,0 0 63 15,0 0 37-15,-2 30 28 0,-1 5 11 16,-7 7 3-16,-4 11 4 0,3 2 9 0,-3-2-9 15,3 0-9-15,0-1 13 0,1-5-15 16,6-6-15-16,1-3-9 0,-1-3-11 0,2-6-12 16,0-3-18-16,2-2-4 0,-1-4-13 15,1-1-9-15,0 0-31 0,0-1-47 0,0-1-59 16,0-3-83-16,-2-2-113 0,2-1-99 16,0-5-105-16,0 0-175 0,0-6-43 15,0 0 72-15,0 0-441 0,16-14-528 16</inkml:trace>
  <inkml:trace contextRef="#ctx0" brushRef="#br0" timeOffset="67569.69">18589 8837 3220 0,'0'0'135'16,"0"0"-3"-16,0 0 10 0,0 0 17 0,0 0 22 16,0 0 14-16,0 0 2 0,0 0-10 15,0 0-15-15,0 0 17 0,0 0-7 0,12 3-7 16,-3 0-12-16,1-2-18 0,4-1-15 15,0 0-10-15,0 0-17 0,5-1-4 0,-2-2-13 16,1 0-5-16,-2-3-8 16,0 1-10-16,-3-5-1 0,-4 2-12 0,1-3-9 15,-2-1-1-15,-6-1-11 0,-1 4 1 16,-6 2-8-16,-1-1-4 0,-9 4-4 0,-4 4 2 16,-8 4-6-16,-17 6-2 0,-5 5 3 15,1 6-3-15,3 1 1 0,4 1-2 0,12-2-1 16,5 1-2-16,3 2 2 0,4-2-2 15,7 0 3-15,7-1 1 0,3-4-2 16,3 3-2-16,7-1 6 0,7 4-8 0,5-3-33 16,12-5-32-16,2-1-56 0,3-5-65 15,8-3-92-15,0 0-86 0,1-10-82 16,1-1-76-16,8-7-101 0,-2 0-36 0,-8-7 71 16,-11 4-400-16,2-9-462 0</inkml:trace>
  <inkml:trace contextRef="#ctx0" brushRef="#br0" timeOffset="67870.6">19144 8818 2704 0,'11'-24'22'0,"-3"3"70"15,-4 8 51-15,-3 1 24 0,2 3 5 16,1 2-3-16,-4 7 31 0,0 0 24 0,0 0 19 16,0 0 4-16,-27 18-1 0,17 0-1 15,-5 8-1-15,2 8-13 0,1-1-25 0,1 2-13 16,4 4-17-16,-2-1-17 0,4-4-7 16,1 0-26-16,0-10-7 0,3-4-14 0,-1-3-8 15,-2-3-2-15,2-2 36 16,-1-3 22-16,3-1 31 0,-1 0 8 0,1-8-21 15,0 0-18-15,0 0-18 0,0 0-15 16,0 0-9-16,-15-37-47 0,15 14-64 0,0-5 0 16,2-15 0-16,3-12 0 0,4-3 0 15,5-2 0-15,6-2 0 0,-4 6 0 0,7 4 0 16,2 5 0-16,-1 10 0 0,-2 8 0 16,1 8-123-16,0 0-70 0,-3 8-34 15,1 6-42-15,-5 5-49 0,1 2-62 16,2 4-50-16,0 4-56 0,-2 4-90 0,-2-1-178 15,-3 7 73-15,-5 1 70 0,-7-3-458 0,-1 5-541 16</inkml:trace>
  <inkml:trace contextRef="#ctx0" brushRef="#br0" timeOffset="68019.81">19143 8860 2926 0,'-16'6'-25'0,"5"0"27"0,2-4 34 16,2 0 34-16,7-2 40 0,-7 6 23 15,7-6 4-15,0 0-16 0,0 0-9 0,0 0-16 16,0 0-35-16,0 0-58 0,30 0-83 15,-9-2-98-15,8 0-128 0,11-4-208 0,-1-3 7 16,13-5 52-16,0-2-138 0,1-3-92 16</inkml:trace>
  <inkml:trace contextRef="#ctx0" brushRef="#br0" timeOffset="68235.75">19908 8136 1832 0,'-23'-15'100'0,"-2"6"16"0,0 5 19 0,1 6 21 15,-14 9 24-15,-6 7 24 0,4 8 23 16,3 8 12-16,5 4 1 0,3 5-8 0,6 7-18 16,-1 3-18-16,11 3-21 0,1 2-17 15,3 2-14-15,6-2-13 0,-6 1-17 0,7-4-32 16,-3 3-37-16,-1-5-44 16,3 5-60-16,-8-6-76 0,4-2-81 0,-6 1-88 15,-1-5-99-15,3-12-146 0,0-5-13 16,3-11 56-16,2-4-238 0,3-8-235 15</inkml:trace>
  <inkml:trace contextRef="#ctx0" brushRef="#br0" timeOffset="68385.67">19410 9073 1999 0,'2'-34'60'16,"1"0"57"-16,1 5 52 0,-2 5 72 0,-1 4 36 15,-1 3 37-15,0 0 8 0,0 3-13 16,0 2-25-16,2 1-34 0,0 3-28 0,2 0-20 16,0 3-23-16,6-2-17 0,3 5-41 15,6-1-59-15,10 3-75 0,10 0-121 0,5 0-132 16,0-2-158-16,0 2-242 0,0-4 49 15,-2 2 62-15,-5-2-335 0,-4 4-371 0</inkml:trace>
  <inkml:trace contextRef="#ctx0" brushRef="#br0" timeOffset="69068.69">20710 8479 2745 0,'2'-26'151'0,"0"6"23"0,0 8 3 0,-2 1-17 16,0 3-15-16,0 4 5 0,0 4 53 15,-11 16 38-15,-12 23 18 0,-8 10 3 0,-9 23-19 16,-8 6-18-16,3 6-21 0,1 4-21 15,0-1-15-15,5 2-17 0,3-7-11 0,2-7-17 16,12-14-16-16,6-6-14 0,2-6-27 16,2-11-31-16,2-4-33 0,7-6-48 15,1-7-56-15,0-7-63 0,2-2-58 0,4-3-90 16,-1-3-96-16,9-4-113 0,-12-2-174 16,32-12 64-16,-4-2-490 0,11-10-591 0</inkml:trace>
  <inkml:trace contextRef="#ctx0" brushRef="#br0" timeOffset="70570.63">20922 9139 2981 0,'2'4'132'15,"0"0"64"-15,-2-4 30 0,0 0 23 0,0 0 32 16,0 0 18-16,0 0 18 0,0 0-22 16,0 0-25-16,0 0-21 0,24-19-27 15,-8 5-21-15,6-1-18 0,1-3-19 16,2 2-16-16,-1-3-13 0,-4 2-18 0,-1-2-5 0,-1 2-8 15,-7 0-14-15,0-2-2 16,-5-2-10-16,0 0-10 0,-4-5-10 0,-2 0-8 16,-6-6-6-16,0 3-7 0,-3 0-1 15,-1 6-11-15,0 4-4 0,-1 3-3 0,0 6-5 16,-5 3 1-16,0 4-4 0,-4 1 0 16,1 4-1-16,-1 5-2 0,-2-1-6 0,5 3-2 15,4 0-1-15,4-3 13 16,-2 1-9-16,10 0 6 0,2 0 3 0,10-2-6 0,1 0 3 15,12-3 0-15,4-2 7 0,19-3-1 16,12-3 3-16,1-2 9 0,-12 1 11 16,-3 2 2-16,-15 1 0 0,-5 3-3 0,-2 1-9 15,-5 1 9-15,-1 5 31 0,-3 2 16 16,-3 2 2-16,-4 6-23 0,-2 3-62 16,-3 1 0-16,-2 4 0 0,-2 1 0 0,2 1 0 15,-1 9 0-15,-3 0 0 0,2-6 0 16,0-6 0-16,0 2 0 0,2-7 0 0,0-1 0 15,0-3 0-15,0-2 0 16,0 0 0-16,4-2 0 0,0-2 0 0,-1-4 0 0,6-1 0 16,-9-3-32-16,20-3-150 15,-2-9-5-15,9-5 9 0,-3-7 12 0,9-7 16 0,-3-1 19 16,1-2 4-16,-3 3 30 16,-5 7 30-16,-8 8 38 0,-4 3 30 0,0 3 25 15,-4 0 24-15,-2 4 12 0,-1 3 8 16,2-1 37-16,-6 4 24 0,0 0 11 0,0 0-2 15,0 0-6-15,1 15-10 0,-1-7-10 16,2 0-7-16,-4 1-9 0,2 1-58 0,2 0-40 16,3 1 0-16,-1-5 0 0,-1 3 0 15,1-2 0-15,3 0 0 0,3-4 0 16,0-1 0-16,3-1 0 0,-13-1 0 0,30-4 0 16,-8-5 0-16,-1-1 0 0,7-6 0 15,-2-1 0-15,-3-4 0 0,0 0 0 0,-3 1 0 16,-5 4 0-16,-4 5 0 0,-5 0 0 15,2 4 0-15,-3 0 0 0,-1 7 0 16,-4 0 0-16,0 0 0 0,0 0 0 0,-17 27 0 16,9-8 0-16,-7 10 0 0,-1 0 0 15,5 2 0-15,-2 4 0 0,1 3 0 16,3-2 0-16,2 4 0 0,0-3 0 0,5 2 0 16,1-10 0-16,1-8 0 0,0 0 0 15,-2-5 0-15,0-1 0 0,0-3 0 0,0 2 0 16,0-4 0-16,-1 0 0 0,-7 4 0 15,-2 0 0-15,-11 6 0 0,-3-1 0 0,-7 0 0 16,-8 4 0-16,-5-1 0 16,-5-1 0-16,-1-4 0 0,1-1 0 0,1-2 0 15,10-3 0-15,5-3 0 0,10-3 0 16,5-1 0-16,4-4 0 0,7-2 0 0,4-3 0 16,5-5 0-16,5-2 0 0,15-13 0 15,16-10-73-15,9-7-135 0,24-15 3 0,19-1 13 16,16-7 18-16,11-3-11 0,43-17-14 15,3-2-17-15,-3 4-7 0,-13-4-13 0,-34 20 22 16,-8-1 21-16,-8-1 24 0,-18 1 35 16,-14 2 28-16,-15 0 38 0,-22 16 43 15,-7 2 26-15,-14 11 24 0,-6 0 13 16,-9 6 8-16,-9 6-2 0,-5 6 6 0,-7 9 4 16,1 6 15-16,-7 9 9 0,-3 4 8 15,-3 8 13-15,-2 3 8 0,8 8 5 0,1 3-6 16,1 2 1-16,5 2-8 0,3 2-14 15,11-5-1-15,4 2-10 0,-1 0-4 0,10 1-14 16,1 0-4-16,4-5 1 0,1 4-3 16,6-1-8-16,-2-2-2 0,6-4-8 0,3-1-3 15,0-2 2-15,8-4-3 0,-5-8 2 16,-1-1-2-16,7-5-16 0,0 0 11 16,4-4-3-16,-8-1-4 0,8-2 7 15,-5-1 6-15,1 0-14 0,-4-2 1 0,-1 4 2 16,-2-4-7-16,0-2-11 0,-4 1 14 15,4-2-5-15,-2 0-7 0,0-5-15 0,3 2-30 16,-4-2-30-16,8-8-29 0,0-3-33 16,0 0-40-16,5-10-37 0,5-1-27 0,-5-4-14 15,6-3 3-15,5-2 24 0,-1 3 19 16,4 3 23-16,-8 4 35 0,-7 11 46 0,-4 2 47 16,-6 4 29-16,-6 6 21 0,1-1 14 15,-7 7 18-15,0 0 40 0,-5 4 44 0,0 0 25 16,0 0 15-16,0 0 25 0,-20 27 10 15,9-9 4-15,3-1-2 0,-1 3-4 16,-1 9-23-16,5-5-13 0,-2-2-14 16,6 2-15-16,-1-3-9 0,4 0-8 0,-1-3-14 15,1 2-7-15,3-4-7 0,0 5-16 16,-1-5-27-16,2-3-11 0,-3-3-27 0,1 1-22 16,0-1-22-16,0-2-7 0,0 0-8 15,-2-2 5-15,0 1 8 0,1-3 3 0,-3 2 5 16,2 1-1-16,-2-7 8 15,4 11 5-15,-2-4 13 0,0-3 2 0,0 3 6 16,-2-7-1-16,5 11 2 0,0-4 4 0,-2-2 6 16,3 0 1-16,-1-2-26 0,5 1-32 0,0-1-57 15,1-1-68-15,-2-2-91 0,-9 0-95 16,21-2-109-16,-9 0-135 0,-12 2-98 16,12-1 68-16,-12 1-526 0,0 0-636 15</inkml:trace>
  <inkml:trace contextRef="#ctx0" brushRef="#br0" timeOffset="70818.75">23554 8974 3503 0,'-36'18'165'0,"-12"4"37"0,-8-2 25 0,-6 8 26 0,-24 1 21 0,-6 0 15 16,-3 0 5-16,-9-4 16 0,-15 2-14 0,-4-3-20 15,-11 0-24-15,-12 0-22 16,-10-2-16-16,-13-3-17 0,-51 2-22 0,51-6-16 15,0 3-19-15,3-1-17 0,6-3-24 16,10 1-35-16,10 2-31 0,13 1-37 0,8-2-49 16,21-1-75-16,27-1-73 0,10 0-87 15,4 1-111-15,18-1-102 0,5 1-126 0,7 2-165 16,13-1 77-16,3-3-668 0,4 1-837 16</inkml:trace>
  <inkml:trace contextRef="#ctx0" brushRef="#br0" timeOffset="74251.67">18413 9556 1772 0,'-48'-6'131'0,"-2"3"-35"16,1 0-12-16,3 1-6 0,11 0-19 0,10 2 5 16,7 0 3-16,8 2 23 0,10-2-2 15,0 0 0-15,28 8-6 0,22-2-11 0,24 0-3 16,37 0-5-16,11-1-8 16,16 0-3-16,2-4-8 0,0 1-23 0,-9-2-35 15,-17 2-35-15,-36-2-27 0,-11 2-24 16,-23-2 0-16,-15 0 11 0,-15 1 13 0,-11 1 16 15,-3-2 24-15,-37 2 21 0,-28 0 26 16,-8-1 30-16,-12 1 22 0,0-4 27 0,-3-3 31 16,7 0 44-16,4-3 17 0,12 1 23 15,17 1 9-15,10 1 4 0,10 2-8 0,4-1-21 16,12 1-20-16,2 0-20 16,10-1-15-16,0 4-15 0,21-5-10 0,5 3-16 15,22 2-45-15,21 2-72 0,9 0-80 16,7 1-106-16,26 6-115 0,-23-2-160 0,-2-4-150 15,-9 2 68-15,-2-3-330 0,-6 1-380 16</inkml:trace>
  <inkml:trace contextRef="#ctx0" brushRef="#br0" timeOffset="75383.85">14522 10715 2306 0,'-24'-5'-101'16,"1"-2"37"-16,6 3 27 0,0 1 13 0,3-1 10 0,5 1 5 15,2 1-1-15,7 2 16 0,0 0 24 0,0 0 16 16,0 0 11-16,97 9 10 0,12-1-2 15,25 3-8-15,24-3 2 0,73 4-12 16,13 0-3-16,2 1-5 0,3-4-5 16,7 3 1-16,-1-3-2 0,-9 1-7 0,-8 0 6 15,-64-4-12-15,-7 2 4 0,-7-1-4 16,-7 1-4-16,-19-4-1 0,-22 2 0 0,-38-4-6 16,-18-2-4-16,-13 2 1 0,-11 0-6 15,-8-2-6-15,-9 2-15 0,-6-2-21 16,-9 0-36-16,0 0-33 0,0 0-51 15,0 0-64-15,0 0-124 0,-49 4-282 0,20-3-130 16</inkml:trace>
  <inkml:trace contextRef="#ctx0" brushRef="#br0" timeOffset="76103.57">14805 10868 1714 0,'9'-17'-9'0,"-1"1"29"16,-3 3 17-16,5 1 5 0,-6 2 6 0,3 3 2 16,-3-3-3-16,0 5-9 0,1 0-2 15,-5 5 27-15,0 0 24 0,0 0 16 0,-9 23 5 16,-7 3-6-16,-11 13 6 16,-6 5 4-16,-1 6-4 0,-3 1-10 0,1 1-9 0,-2 0-6 15,2-1-4-15,0-3-13 0,6 1-4 16,-1-4-4-16,5-2-9 0,2-4-3 15,9-6-4-15,-2-4-5 0,6-2 3 16,-1-7-13-16,6 0 9 0,1-6-8 0,1 1-5 16,4-3 3-16,2-2-5 0,5 2 3 15,8 3-4-15,16-1-4 0,19 2 4 16,16-3-6-16,38-2-10 0,16-5-23 0,15 4-18 16,21-4-8-16,16 6-3 0,64 1 6 15,8 2 0-15,9 2 12 0,9 1 4 0,-2-2 1 16,-6 1 0-16,-6-3 2 0,-16 0 6 15,-57-6 5-15,-1 2 13 0,-13-1 20 0,-12-2 9 16,-18-2 16-16,-20 0-3 16,-34-3 19-16,-14 1 17 0,-22-3 28 0,-6 0 23 15,-11 0 12-15,-6-2-14 0,-7 1-13 16,0-3-14-16,-2 1-7 0,-8 0-8 0,-1 3-7 16,0 0-5-16,-6-14-8 0,-1 9-9 15,-5-1-5-15,0 0-6 0,-2-3-4 0,-8 1-4 16,2-1-1-16,-9-5-2 0,-1-4-5 15,-1 1-5-15,-6-9-1 0,3-3-3 16,6-4 0-16,-3-5-3 0,7-3-4 0,7-5-2 16,-1-3-3-16,9-1-11 0,0-3-7 0,5 11-5 15,0-3-6-15,1 2-6 0,2 5-6 16,-1 9-11-16,0 8-21 0,-2 5-66 16,4 3-62-16,-3 3-24 0,-1 5-28 15,-2 3-46-15,6 2-72 0,0 0-149 16,-19 14-61-16,10-3 63 0,-9 2-199 0,-2 9-200 15</inkml:trace>
  <inkml:trace contextRef="#ctx0" brushRef="#br0" timeOffset="76486.06">15763 10997 2076 0,'4'-22'31'0,"-4"5"30"0,2 5 18 0,-2 2 7 15,0 2-7-15,0 1-5 0,0 7 17 0,0 0 47 16,0 0 20-16,-23 29 6 0,4 13-4 0,0 3-12 15,-2 8-6-15,0 5-16 0,0 8-6 16,-5 13-12-16,7-14-7 0,-1-1-9 16,5-3-9-16,0-1-7 0,5-3-10 15,-1-5-8-15,3-11-1 0,1 0-9 0,3-6-6 16,0-6-28-16,4-5-24 0,-2-5-37 16,2-3-47-16,2-1-41 0,4-1-62 0,1-4-88 15,5-5-112-15,-1-2-181 0,5-6 47 16,6-4-219-16,12-10-240 0</inkml:trace>
  <inkml:trace contextRef="#ctx0" brushRef="#br0" timeOffset="76734.23">16996 11004 2296 0,'0'-5'87'0,"0"5"37"0,0 0 53 0,-39 40 47 16,2-4 34-16,-5 11 15 0,-11 17 9 15,-5 10-5-15,8 1-11 0,1 0-13 0,4 1-24 16,6-7-16-16,15-7-18 0,3-7-23 16,7-5-19-16,3 1-15 0,4-12-5 0,1-3-16 15,4-7-9-15,2-2-13 0,0-4-34 16,2-4-39-16,-2-1-40 0,0-3-48 0,2-1-56 16,-2-2-60-16,-2-3-64 0,2-1-83 15,-6-2-115-15,0-2-134 0,6-4-95 16,-18-4 73-16,8-2-385 0,-1-5-461 15</inkml:trace>
  <inkml:trace contextRef="#ctx0" brushRef="#br0" timeOffset="77867.14">14736 11836 2640 0,'10'-3'-9'0,"-1"-1"17"16,-3 1 1-16,-6 3-1 0,0 0-1 0,0 0 7 16,0 0 17-16,-69 7 20 0,19-2 20 15,-18 1 15-15,-9 1 5 0,-11 0 4 0,-29 0-11 16,-5 0-8-16,0 3 3 15,4-5-17-15,4 2 1 0,24-3-10 0,2-1-4 0,5-3-7 16,6 0 0-16,7-1 0 0,9-3-4 16,13-1-1-16,8 1-3 0,8 1-9 15,9-1-1-15,4 3 8 0,6-1-9 16,-3 2-3-16,5 0 0 0,2 5-6 16,-2 2-3-16,4 9 16 0,2 6 21 0,-1 15 18 15,4 4 8-15,2 5 10 0,2 10-2 16,2 0 6-16,-1 3 1 0,5-1 6 0,0-1-2 15,1-1-5-15,2-3-1 16,3-5-3-16,-1-1-7 0,-4-9-9 0,5-2-4 0,-3-4-5 16,1-1-6-16,1-2-7 15,3-3-2-15,-1-2-5 0,4-2 0 0,3-3-3 16,12-1-12-16,9-1-18 0,13-5-16 16,6 0-20-16,14-5-9 0,8 3-19 0,34 2 6 15,12-2-1-15,20 2 8 0,19 3 9 16,59 8 1-16,17 2 3 0,10 4 7 0,21 0-11 15,6 0-22-15,8 0-24 0,11-6-16 16,4 2-8-16,-7-3-6 0,1-9 14 0,-10-1 9 16,-21-1 12-16,-20-5 5 0,-71-2 5 15,-11-2 13-15,-19-6 5 0,-22-3 15 16,-17-3 33-16,-36 0 45 0,-10-5 32 0,-8 1 29 16,-9-3 21-16,-12 1 9 0,-7-5 17 15,-3 2 5-15,-5-3 4 0,-7 1-3 16,-5 3-12-16,-6-3-8 0,-8-11-7 15,-8-13-12-15,-7-2-10 0,-14-1-10 0,-12-22-10 16,-7-2-6-16,1 1-9 0,-1 3-12 16,6 2-4-16,3 0-2 0,11 12-8 0,2 6-2 15,0 1-10-15,3 1-5 0,3 7 0 16,7 9-10-16,1 6-5 0,7 5-36 0,4 6-43 16,2 3-51-16,0 1-62 0,3 4-72 15,1 3-34-15,3 2-36 0,0 0-48 0,0 0-69 16,-10 17-100-16,2-3-123 15,1 3 69-15,-12 9-359 0,-2-2-427 0</inkml:trace>
  <inkml:trace contextRef="#ctx0" brushRef="#br0" timeOffset="78602.57">14325 12305 2740 0,'9'-18'-25'0,"-4"1"20"0,4-1 21 0,-6 5 16 15,1 1 7-15,0 0-9 0,0 2 7 0,-3-1-8 16,-1 4-5-16,2 1-2 0,-2 1-4 16,0 5-3-16,-5-7-2 0,5 7-2 0,-17-2-3 15,17 2-4-15,-23 5-7 0,11-2-9 16,3-1-3-16,0 2-6 0,-2 1-1 0,2-2 0 16,4 0-3-16,-1 1 3 0,6-4 0 15,-10 5 8-15,10-5 2 0,-8 4 2 0,8-4 0 16,0 0 2-16,0 0 2 0,0 0-2 15,-11-14 3-15,11 5 1 0,0-2-1 16,-3-7 1-16,-1 1 4 0,1-4 9 16,1 4 10-16,0-1 5 0,1 4 9 0,1-1 14 15,-2 4 7-15,0 1 4 0,2 2 2 16,0-2-5-16,0 3-8 0,0 7-4 16,-2-9-10-16,2 9 47 0,0 0 51 0,0 0 20 15,7 29 22-15,-5-3 13 0,0 16-5 16,1 15 0-16,1 7 9 0,-1 2 0 0,-3 1-3 15,2 0-14-15,6-2-3 0,-1-3-17 16,-1-4-14-16,2-2-7 0,-3-13-18 0,-3-1-14 16,4-3-5-16,-3-4-10 15,-1-8-6-15,1-4-6 0,-1 1-13 0,0-7-14 16,-2-2-37-16,2-1-37 0,-2-2-41 16,0 0-59-16,-2-2-87 0,0-3-91 0,-6 0-116 15,-2-4-130-15,-3-3-159 0,0-2 67 16,-9-5-459-16,2-3-573 0</inkml:trace>
  <inkml:trace contextRef="#ctx0" brushRef="#br0" timeOffset="78850">13579 12738 3291 0,'-18'0'64'0,"-5"2"6"0,-13 4 16 0,-16 8 5 15,-9 3 5-15,-4 4 9 0,-1 3 12 0,-18 9 5 16,-1 1-10-16,4 0-7 0,-1 2-11 16,5 0-9-16,18-5-6 0,7 1-8 15,0-1-11-15,4-2-9 0,4 0-15 0,5 0-21 16,3 0-35-16,9-5-47 0,0-2-66 16,8-2-59-16,1-4-61 0,3-3-75 0,6-1-88 15,1-5-165-15,2-1 45 16,4-5-221-16,2-1-246 0</inkml:trace>
  <inkml:trace contextRef="#ctx0" brushRef="#br0" timeOffset="79550.66">14703 12530 2341 0,'2'-16'147'0,"1"6"33"0,-1-2-6 0,-2 6-16 15,4 1-21-15,-4 5-10 0,0 0 50 16,0 0 42-16,3 23 24 0,-3 2 18 0,2 18 1 16,-4 15-1-16,4 5-13 0,-4 7 5 15,2 2 2-15,2 4-17 0,0-2-25 16,-2-1-20-16,4 2-16 0,-2-3-16 16,-2-6-19-16,0-1-14 0,0-4-11 0,-6-5-10 15,4-13-15-15,-2-2 0 0,-1-3-16 16,-2-4-5-16,0-2-15 0,3-9-35 0,-1-6-31 15,1-3-29-15,2-3-38 0,0-1-44 16,2 0-51-16,-1-3-90 0,1-7-110 16,0 0-102-16,0 0-128 0,0 0-168 0,-16-29 69 15,12 8-567-15,4-4-727 0</inkml:trace>
  <inkml:trace contextRef="#ctx0" brushRef="#br0" timeOffset="80600.02">16000 12609 3251 0,'7'-4'-105'16,"-7"4"18"-16,0 0 25 0,-2 13 29 0,-7 3 44 16,-18 19 36-16,-9 10 28 0,-14 16 17 15,-1 7 20-15,-8 6 15 0,-2 1 11 0,0-2 1 16,2 1 1-16,2-2-6 0,1 0-1 15,8-1-3-15,1-9-15 0,19-12-10 16,-3-5-9-16,6-4-8 0,8-8-9 0,0-1-8 16,1-3-5-16,3-4-12 0,6-5-16 15,-1-3-23-15,2-3-36 0,2-3-27 16,1-1-46-16,-3-2-45 0,4 0-47 16,-1-3-61-16,3-5-96 0,-9 1-145 0,9-1-106 15,0 0 58-15,-7-22-237 0,7 5-263 16</inkml:trace>
  <inkml:trace contextRef="#ctx0" brushRef="#br0" timeOffset="80966.8">15946 12527 2181 0,'0'0'-12'0,"0"0"1"0,0 0 22 16,19 20 39-16,-8 7 31 0,16 12 21 16,0 3 2-16,5 7 0 0,13 14 6 0,-2 5 9 15,5 2 7-15,-1-2 7 0,5 0 29 16,2-1 14-16,-5 1 5 0,1-2-12 0,-1-4-13 16,-9-14-8-16,-2-1-12 0,2-5-11 15,-5-3-11-15,-5-2-7 0,-6-10-11 0,-2-3-13 16,-3-2-8-16,-2-5-2 0,-5-5-13 15,-5-2-3-15,0-1-6 0,1-1-3 0,-5-2-5 16,2 0 0-16,1 0-5 16,-3 0-1-16,-3-6-9 0,4 7-5 0,0-3-20 15,-4-4-31-15,3 6-37 0,-3-6-62 16,0 6-70-16,0-6-78 0,0 0-104 16,-9 11-187-16,2-11-51 0,7 0 71 0,-20-3-315 15,20 3-344-15</inkml:trace>
  <inkml:trace contextRef="#ctx0" brushRef="#br0" timeOffset="81866.95">16571 13211 2266 0,'-7'2'-46'0,"3"0"21"0,4-2 6 15,0 0 4-15,33 2 1 0,6 1 7 16,35-3 2-16,14 0 0 0,38 0 3 15,4 0-2-15,9 2 3 0,0-2 7 0,1 1 9 16,2 3 17-16,-6-1 11 0,-13-1 8 16,-11 0 2-16,-30 1-2 0,-8-1-2 0,-22-1-3 15,-8 1 5-15,-7-2 11 0,-13 0 19 16,-3 0 1-16,-6 0-5 0,0 0-2 0,-5 0-11 16,-10 0-7-16,13 0-26 0,-13 0-36 15,0 0-45-15,0 0-60 0,0 0-75 16,-21 12-96-16,6-7-199 0,0 0-179 15,-6 2-156-15</inkml:trace>
  <inkml:trace contextRef="#ctx0" brushRef="#br0" timeOffset="84182.76">22930 10958 1795 0,'-20'-6'-34'0,"2"-2"14"0,4 3 1 16,3 2 0-16,0-1 6 0,6 0 3 15,-1 2 4-15,6 2 18 0,-8-4 5 16,8 4 2-16,0 0 3 0,27-3 6 0,13 5-5 16,29 1 5-16,10 1-6 0,38 0 1 15,10 2-5-15,11 2-6 0,9-2-1 0,9 2 3 16,4 0-5-16,11-1 1 0,1 2-2 16,-3 0-1-16,-2-3-1 0,-9 1 8 15,-13-2-8-15,-12-3 10 0,-13 0 7 0,-32-2 7 16,-15 2 12-16,-6-4 18 0,-21 0 16 15,-4 0 7-15,-12-1-3 0,-7-1-9 0,-3 3-7 16,-5-1-7-16,-2-2-3 0,-3 3-9 16,-1-1-13-16,-9 2-26 0,12-2-48 0,-12 2-55 15,0 0-79-15,0 0-111 0,0 0-163 16,0 0-118-16,0 0-70 0</inkml:trace>
  <inkml:trace contextRef="#ctx0" brushRef="#br0" timeOffset="85298.83">22662 11056 1537 0,'2'-9'37'0,"0"4"34"0,2-2 18 0,-2 2 3 0,-2 5 10 0,5-7 19 0,-5 7 12 16,0 0 22-16,0 0 18 0,20 14 16 0,-19 0 4 16,1-1-6-16,-2 6 0 15,-2 5-5-15,-3 8-12 0,-7 1 7 0,-1 0-9 16,-3-4-12-16,1 2-11 0,-2-2-11 15,-2-1-13-15,4-3-10 0,-5-1-13 0,6 1-5 16,2-9-11-16,0-3-11 0,5-2-7 16,0-2-5-16,0 0-6 0,3 0-4 15,-1-3-7-15,-1 1-6 0,5-3-4 0,-1 2 0 16,2-6-5-16,0 11 1 0,3-6-5 0,7 0 1 16,2 2-6-16,4-2-2 0,7 2-2 15,15 0-4-15,5 3-19 0,11-2-17 0,9 3-21 16,6-2-18-16,2 0-17 0,3 0-4 15,4 2 5-15,27-3 5 0,11 2 5 0,6 1 9 16,4-1 4-16,13 2 8 16,0-3 8-16,5-2 5 0,0-1 3 0,3 1 6 15,-4 0 1-15,-6 2-1 0,-7 0 1 16,-5-4 2-16,-3 4 13 0,-12 0-1 0,-22-2 1 16,-6 0-1-16,-1-2 0 0,-6 2 7 15,-3-4 6-15,0 3 10 0,-4-4 8 0,-1 2 5 16,-1-2-2-16,0-2 0 0,-4 2 0 15,3 0 12-15,-14-1-2 0,1 1-1 16,-2 0-1-16,-9-2 0 0,-9 3-7 0,-7-1 1 16,-5-2-1-16,-4 1-2 0,-2-1 2 15,1 2-3-15,-8-2 1 0,6 0 6 16,-13 0 6-16,12 2 12 0,-12-2 6 16,9 4 7-16,-9-4 6 0,0 0 8 0,7 3 9 15,-7-3 5-15,0 0 1 0,0 0 8 16,0 0-10-16,0 0-2 0,0 0-9 0,13-9-12 15,-11 4-3-15,0-2-8 0,1-4 0 16,-1-3-8-16,3-3-6 0,-3-9-1 0,1-10-8 16,3-6 1-16,-2-1-4 0,-2-13-4 15,3 1-1-15,-3 11-3 0,1 1 0 0,-6 0-4 16,1 3 2-16,-2 3-7 0,1 6 2 16,-1 4 0-16,0 8 0 0,2 3-5 0,1 1 2 15,-1 1-2-15,0 2 0 16,-3 2-5-16,3 1-1 0,-1 0 1 0,-5 2-1 15,3 0-8-15,-3 1-25 0,-2 0-35 16,5 5-40-16,-3-3-37 0,-4 3-57 0,12 1-55 16,-16 0-43-16,5 3-63 0,-3-3-62 15,1 3-91-15,-3-1-113 0,0 2 55 0,-4-1-347 16,1 0-402-16</inkml:trace>
  <inkml:trace contextRef="#ctx0" brushRef="#br0" timeOffset="91633.84">4190 9876 3380 0,'-2'-10'373'0,"2"1"-117"16,-2 4-82-16,2 5-38 0,0 0-21 15,0 0 29-15,0 0 17 0,0 0 9 0,-3 43 9 16,3 1 3-16,0-1 12 0,3 15 7 16,-1 0-4-16,6-2-9 0,-3 0-11 15,5-4-16-15,-2-3-15 0,-3-8-19 16,3-4-9-16,-2-3-11 0,-4-8-12 15,4-4 7-15,-5-4-21 0,1-5 5 0,0-1 4 16,2-2 11-16,-2-1 1 0,-2-3-3 16,0-6-10-16,0 0-11 0,0 0-8 0,0 0-10 15,0 0-5-15,-2-32-9 0,4 12-6 16,1-3-5-16,6-9-3 0,0 1-6 0,2 5-17 16,5 1-8-16,0 3 7 0,5 4-8 15,1 5 0-15,-2 5 0 0,1 5 0 0,2 2 0 16,1 3 0-16,0 4 0 0,-3 2 0 15,4 8 0-15,-6 5 0 0,-2 1 0 16,-8 0 0-16,-1 2 0 0,-4 9 0 0,-4-5 0 16,-4 5 0-16,-1 0 0 15,-5 2 0-15,-3-6 0 0,-1 0 0 0,-1 0 0 0,-3-5 0 16,7-5 0-16,-2-6 0 16,-2 1 0-16,2-7 0 0,-1 0 0 0,-1-6 0 15,-1-2 0-15,-3-6 0 0,-1 2-175 16,2-5-100-16,3-1-58 0,-2-3-78 0,6 3-80 15,-1-5-102-15,4 3-154 0,5-3-25 16,1 1 82-16,4-3-570 0,3-3-720 16</inkml:trace>
  <inkml:trace contextRef="#ctx0" brushRef="#br0" timeOffset="91980.92">4750 10009 3682 0,'0'0'7'0,"0"0"61"0,0 0 62 0,10 22 48 0,-3-2 33 16,1 13 25-16,2 2 5 0,-3 5 1 15,1 1 1-15,-1 0-10 0,0 3-14 0,0-5-6 16,-3 0-9-16,1-1-13 0,-1-11-21 16,-2-3-9-16,2-5-11 0,-3-3 10 0,2-3 11 15,-1-3 13-15,0-1 6 0,-2-9-19 16,2 5-18-16,-2-5-17 0,0 0-16 15,-10-24-12-15,6 0-89 0,-4-15-19 16,-3-16 0-16,1-12 0 0,1-9 0 16,-2-23 0-16,3-5 0 0,0-5 0 0,4 5 0 15,1 25 0-15,3 3 0 0,3 10 0 16,-1 8-51-16,2 18-124 0,3 10-51 0,2 9-43 16,0 8-40-16,2 9-70 0,1 2-59 15,1 4-59-15,3 5-68 0,2 3-148 0,7 11 10 16,-4 6 67-16,1 12-463 0,-8 6-568 15</inkml:trace>
  <inkml:trace contextRef="#ctx0" brushRef="#br0" timeOffset="92147.97">4667 10251 3353 0,'-20'2'137'16,"4"1"4"-16,4-3 14 0,4 0 16 0,8 0 13 16,0 0 2-16,-17-3-8 0,17 3-11 15,2-12-18-15,8 2-11 0,10-9-14 16,12-1-17-16,11-11-46 0,6-3-55 0,4-1-83 15,-1-1-109-15,15-9-132 0,-14 12-151 16,14-10-184-16,1 1 45 0,-11 10-394 16,-1-2-478-16</inkml:trace>
  <inkml:trace contextRef="#ctx0" brushRef="#br0" timeOffset="92331.73">5606 9697 3345 0,'-10'2'325'0,"10"-2"31"0,0 0 10 16,-11 4 8-16,11-4-2 0,0 0-23 16,0 0-33-16,0 0-33 0,0 0-23 0,0 0-35 15,34-27-61-15,-7 9-94 0,0-1-115 16,0 4-117-16,-1 1-132 0,3-3-153 16,-3 5-182-16,-9 4-135 0,1 4 80 0,-7 6-602 15,-2 3-744-15</inkml:trace>
  <inkml:trace contextRef="#ctx0" brushRef="#br0" timeOffset="92514.66">5665 10060 3774 0,'-6'7'343'0,"0"-2"34"0,1-2 25 16,5-3 14-16,-6 7-8 0,6-7-19 0,0 0-37 16,0 0-35-16,0 0-33 0,13-22-49 15,9 2-73-15,1-5-96 0,5-5-128 0,6-5-139 16,-5-1-149-16,3 0-168 0,3-2-180 15,-7 2-113-15,-1 1 77 0,-2 6-678 0,-5 3-863 16</inkml:trace>
  <inkml:trace contextRef="#ctx0" brushRef="#br0" timeOffset="92897.61">6713 9218 4298 0,'-17'3'156'16,"2"4"5"-16,0 2 34 0,-1 3 45 15,3 2 46-15,-1 2 23 0,2 13 5 0,0 2-2 16,2 0-7-16,8-2-18 0,6 3-17 16,5 0-8-16,3-1-21 0,1-4-18 0,5-4-17 15,-2 1-80-15,4-7-126 16,-3-7 0-16,2-1 0 0,-1-6 0 0,0 0 0 15,1-7 0-15,14-9 0 0,-1-2 0 16,6-11 0-16,-1-3 0 0,-3-2 0 0,-5-1 0 16,-11 4 0-16,-2-3 0 0,-3-2 0 15,-10 0 0-15,-3 2 0 0,-5-9 0 0,-10-6 0 16,-4 2 0-16,-8 4 0 0,-4 5 0 16,-1 8 0-16,4 6 0 0,-5 6 0 0,3 6 0 15,1 6 0-15,4 5 0 0,-11 8 0 16,2 7 0-16,-2 9 0 0,4 6-102 15,3 2-489-15,6 5-156 0,5-8-173 16,7-2 98-16,7-4 81 0,4-8-711 0,4-5-900 16</inkml:trace>
  <inkml:trace contextRef="#ctx0" brushRef="#br0" timeOffset="93398.08">7245 8079 4366 0,'-8'-24'135'0,"1"9"13"0,1 3-9 0,4 4-2 15,-2 8 49-15,4 0 72 0,-7 29 54 0,-1 12 16 16,2 23 10-16,1 14 6 15,1 25-4-15,2 8 7 0,2 3-10 0,4 4-20 16,-1 3-158-16,5-1-159 0,2 0 0 16,-1 2 0-16,1-7 0 0,-1-6 0 0,-1-8 0 15,-1-21 0-15,-5-3 0 0,0-6 0 16,2-6 0-16,-4-7 0 0,-2-14 0 16,2-6 0-16,2-10 0 0,-4-7 0 0,4-4 0 15,-2-3 0-15,0-2 0 0,0-8 0 16,0-4 0-16,0 0 0 0,0 0 0 15,0 0 0-15,0 0 0 0,0-34-180 0,4 15-650 16,-3-4-128-16,4-2 100 0,1 1-967 16,-1-7-1251-16</inkml:trace>
  <inkml:trace contextRef="#ctx0" brushRef="#br0" timeOffset="93866.04">7636 8741 5390 0,'-5'-5'80'0,"5"5"37"0,-7-9 45 0,5 6 45 16,2 3 35-16,-5-9 20 0,1 6 12 0,4 3-1 16,-2-7-10-16,2 7-19 0,-4-7-19 15,4 7-20-15,0 0-22 0,0 0-119 0,-1-10-64 16,1 10 0-16,0 0 0 0,0 0 0 16,0 0 0-16,0 0 0 0,0 0 0 0,0 0 0 15,0 0 0-15,18 39 0 16,-9-10 0-16,3 4 0 0,-3 6 0 0,-1-1 0 15,2 11 0-15,-4-7 0 0,-1 1 0 16,-1-2 0-16,-1 0 0 0,-3-3 0 0,2-1 0 16,0-10 0-16,-2-4 0 0,0-2 0 15,0-2 0-15,-2-2 0 0,2-5 0 0,0 0 0 16,-2 0 0-16,2-2 0 0,2-1 0 16,-4-4 0-16,2-5 0 0,0 0 0 0,0 0 0 15,0 0-180-15,0-27-630 0,0-1-152 16,2-16 100-16,5-20-967 0,-2-3-1255 0</inkml:trace>
  <inkml:trace contextRef="#ctx0" brushRef="#br0" timeOffset="94130.65">7821 7925 5345 0,'-5'-10'46'15,"1"1"36"-15,3 5 13 0,1 4 8 0,0 0 59 16,0 0 101-16,-4 29 61 0,8 17 38 15,-1 17-7-15,2 11 24 0,2 27 0 0,-1 4-83 16,5-1-296-16,1 0 0 0,-1 0 0 16,5-4 0-16,-1-1 0 0,2-5 0 0,-4-21 0 15,3-3 0-15,-3-2 0 16,1-5 0-16,-3-6 0 0,-2-5 0 0,-2-10 0 0,3-7 0 16,-8-6 0-16,2-7 0 15,0-3 0-15,-3-5 0 0,1-5 0 0,0-1 0 16,0-5 0-16,-2-3-801 0,0 0-167 15,21-29 90-15,-5 0 94 0,6-11-835 0,1-3-1058 16</inkml:trace>
  <inkml:trace contextRef="#ctx0" brushRef="#br0" timeOffset="94314.1">8262 8886 4922 0,'0'0'236'15,"-18"0"56"-15,18 0 14 16,0 0 42-16,0 0 26 0,-16 0 8 0,16 0-24 15,0 0-34-15,0 0-40 0,0 0-28 16,0 0-147-16,23-21-109 0,2 3 0 0,2-3-89 16,5-8-259-16,4-3-169 15,-5-2-178-15,1-5-194 0,2-6 87 0,-5 1 79 0,2 2-681 16,-3 1-856-16</inkml:trace>
  <inkml:trace contextRef="#ctx0" brushRef="#br0" timeOffset="94580.78">8655 8231 4256 0,'-6'-6'201'0,"6"6"50"16,-7-7 56-16,7 7 38 16,-4-4 31-16,4 4 19 0,0 0-6 0,0 0-21 15,-8-8-24-15,8 8-33 0,0 0-30 16,0 0 31-16,0 0-257 0,4 20-55 0,0-1 0 16,0 2 0-16,3 14 0 0,3 2 0 15,-3 6 0-15,3 7 0 0,-4-8 0 0,5 9 0 16,-1-1 0-16,-3-9 0 0,-1 3 0 15,3 4 0-15,0-11 0 0,-6 0 0 0,3-8 0 16,-3-8 0-16,-3 1 0 0,2-6 0 16,0 1 0-16,-2-4 0 0,2-1 0 0,-2-2 0 15,0-1 0-15,0-3 0 0,0 0 0 16,0-6 0-16,0 10-804 0,-2-5-170 16,2-5 106-16,0 12-1018 0,0-5-1309 15</inkml:trace>
  <inkml:trace contextRef="#ctx0" brushRef="#br0" timeOffset="94981.12">9026 8845 5644 0,'-3'-10'138'0,"3"10"-2"16,0 0 15-16,0 0 49 0,0 0 42 15,0 0 32-15,-21 30 21 0,2-1 4 0,-11 9-29 16,-8 8-17-16,-18 12-10 0,-8 8-197 16,-15 6-46-16,-11 3 0 0,-43 24 0 0,-10 2 0 15,-6 9 0-15,-21 7 0 16,-20 10 0-16,-23 5 0 0,-12 12 0 0,-9 3 0 0,4-1 0 16,2-2 0-16,11-7 0 0,17-5 0 15,19-16 0-15,17-13 0 0,19-14 0 0,50-31 0 16,14-6 0-16,15-7 0 15,23-18 0-15,5-2 0 0,11-8 0 0,2-2 0 0,7-1 0 16,4-4 0-16,2 1 0 16,1-3 0-16,-1 2 0 0,2 1 0 0,3-2 0 15,0 2 0-15,-1-2 0 0,2-2 0 16,0 0 0-16,2-1 0 0,-1 3 0 0,1-2 0 16,0 0 0-16,4-3 0 0,0-4 0 15,-6 8 0-15,6-8-858 0,-2 6-111 16,2-6 93-16,0 0-990 0,0 0-1292 0</inkml:trace>
  <inkml:trace contextRef="#ctx0" brushRef="#br0" timeOffset="107501.17">2709 15012 1444 0,'-5'-14'367'0,"-3"4"-68"0,5 4-33 15,-3 0-55-15,6 6-23 0,-7-9-18 0,7 9-17 16,-3-5-33-16,3 5 42 15,0 0 42-15,0 0-4 0,5 39-10 0,6-4-4 16,1 0-15-16,2 14-5 0,5 1-24 16,0-1-13-16,0 1-10 0,-2-2-14 15,1-3-6-15,-5-12-13 0,-4 1-6 0,3-5-6 16,-5-7-10-16,-3-5-6 0,2-5 1 16,-5 0-5-16,1-5-13 0,-2-2-46 15,0-5-59-15,0 0-76 0,-15 0-59 0,15 0-54 16,-17-17-56-16,0-5-55 0,2-4-73 15,-4-5-72-15,0 0-79 0,-3-10-344 0,-3 1-411 16</inkml:trace>
  <inkml:trace contextRef="#ctx0" brushRef="#br0" timeOffset="107910.47">2571 15069 2367 0,'-11'-25'-69'0,"2"4"43"0,5 3 30 0,-1-3 30 16,1 2 21-16,4 1 17 16,2-3 10-16,4 0 12 0,1 0 1 0,9-2 12 15,2 3 2-15,5 0-5 0,4 5-7 16,5 3-2-16,-1 4-2 0,-1 5-10 15,-3 3-11-15,-2 0-10 0,2 5-4 0,-5 2 1 16,3 7 0-16,-2 3 18 0,-6 8 21 16,-5-6-2-16,-7 6 14 0,-5-1 6 0,0 2 0 15,-3 8 8-15,-3-2 5 0,0-6 1 16,0-4-5-16,-1-1-2 0,3-1 2 16,0-4-17-16,2-3-6 0,-1-1-11 0,1-2-8 15,4 0-2-15,0-1 3 16,3 1 12-16,4 0 11 0,3-1-1 0,3 3-11 15,5 0-10-15,6 3-4 0,5 1-1 16,-1-1-18-16,-2 0-1 0,-1 2-5 16,-2-1-1-16,-8 1 28 0,-2-3 26 0,-1 3 12 15,-5 1 16-15,-3 1 22 0,-3 1 10 16,-3-1 11-16,-5 3-2 0,-6 9-5 0,-3-4-6 16,-3 0-19-16,-4-3-89 0,0-1-59 15,-1-6 0-15,2-2 0 0,3-5 0 16,-2-3 0-16,0-3 0 0,0-2 0 15,2-4 0-15,-1-2 0 0,3 0 0 0,0-2 0 16,4-3-40-16,1 1-422 0,2-2-125 16,6-3-167-16,2-2-155 0,7-7 90 15,4-7-752-15,4 0-1014 0</inkml:trace>
  <inkml:trace contextRef="#ctx0" brushRef="#br0" timeOffset="108162.92">3340 15158 4193 0,'0'0'82'0,"-17"3"52"0,17-3 21 0,-12 1 23 0,12-1 31 0,0 0 25 16,0 0 8-16,0 0 1 16,0 0-3-16,0 0-17 0,0 0-14 0,0 0-26 15,0 0-13-15,31-13-22 0,-10 5-12 16,2-1-22-16,8-1-54 0,-1-4-76 15,1 0-85-15,-4 3-93 0,2-2-89 0,-2 0-107 16,-8 0-129-16,-1 1-204 0,-1 2-44 16,-2 0 78-16,-2-1-492 0,-2 6-645 0</inkml:trace>
  <inkml:trace contextRef="#ctx0" brushRef="#br0" timeOffset="108462.29">3819 14471 3674 0,'-8'-10'213'0,"4"6"1"16,0-2-12-16,4 6-10 0,0 0-7 0,0 0 40 16,0 0 83-16,-9 29 21 0,12-3-13 15,3 13-25-15,4 11-11 0,1 3-23 16,2 4-23-16,3-3-23 0,-1 5-17 0,0-2-19 15,-4-4-16-15,3 1-18 0,-3-7-12 16,-5-7-12-16,2-3-13 0,-4-5-63 0,-2-4-41 16,1-6 0-16,-3-3 0 15,2-1-17-15,-2-5-192 0,2-1-77 0,-4-3-93 16,2-3-99-16,0-6-101 0,0 0-112 16,0 0-134-16,0 0 71 0,0 0-597 0,-11-44-807 15</inkml:trace>
  <inkml:trace contextRef="#ctx0" brushRef="#br0" timeOffset="108644.78">3483 14620 3961 0,'-26'-4'51'15,"4"2"53"-15,9 1 69 0,-1-1 70 16,3-2 75-16,11 4 22 0,-15-3 14 16,15 3-8-16,-10-5-18 0,10 5-30 0,-3-12-30 15,6 5-26-15,11-7-24 0,8-9-21 16,19-3-24-16,4 1-64 0,3 1-76 0,5 2-133 15,3 3-130-15,1 5-141 0,0 6-155 16,-14 8-223-16,0 10-96 0,2 11 83 0,-8 13-657 16,-6 8-871-16</inkml:trace>
  <inkml:trace contextRef="#ctx0" brushRef="#br0" timeOffset="109146.5">4453 15048 4336 0,'-14'6'203'16,"5"-1"29"-16,2-1 58 0,7-4 38 16,-14 3 27-16,14-3-2 0,-7 4-23 15,7-4-29-15,0 0-32 0,0 0-23 0,0 0-24 16,0 0-24-16,0 0-20 0,0 0-17 16,0 0-21-16,0 0-91 0,1-16-49 0,-1 16 0 15,8-18 0-15,-4 11 0 16,-3-5 0-16,-1 2 0 0,0-3 0 0,-1 2 0 15,-3-7 0-15,-4 1 0 0,1-3 0 16,-9-8 0-16,2-2 0 0,-6 3 0 0,-1 0 0 16,-1 3 0-16,1 0 0 0,-4 4 0 15,1 2 0-15,4 8 0 0,4 3 0 16,2 2 0-16,0 4 0 0,1 2 0 0,-1 2 0 16,3-1 0-16,2 2 0 0,1-1 0 15,8-3 0-15,-10 5 0 0,10-5 0 0,0 0 0 16,0 0 0-16,0 0 0 0,36 2 0 15,-1-9 0-15,5 2 0 0,2 1 0 0,0-2 0 16,-2 2 0-16,-8 4 0 0,-5 4 0 16,-2-1 0-16,7 9 0 0,-3 0 0 15,-4 4 0-15,-3 2 0 0,-1-1 0 16,0 6 0-16,-4-3 0 0,-1-1 0 16,-3-2 0-16,-1 1 0 0,-1-1 0 0,0-1 0 15,-1 0 0-15,-3-4 0 0,-1-3 0 16,-2 0 0-16,1 1-130 0,-1-2-283 0,2 1-118 15,-4-4-140-15,-2-5-222 0,2 5 78 16,-2-5 86-16,0 0-635 0,9-22-817 16</inkml:trace>
  <inkml:trace contextRef="#ctx0" brushRef="#br0" timeOffset="109512.51">4983 14412 4073 0,'-8'6'56'0,"1"-1"9"16,0 1 27-16,2 1 31 0,5-7 28 0,-4 10 12 16,4-10 3-16,2 11-5 0,-2-11-13 15,7 8-9-15,0-5-9 0,-7-3-15 0,17 2-9 16,-17-2-6-16,25-5-13 0,-13-2-7 16,2 0-6-16,-3-2-27 0,1-1 1 15,-4 0-5-15,-1-2-3 0,-3 0-6 0,-4-2-6 16,-2 4 4-16,-2 0-14 0,-1 1-5 15,-4 4-1-15,-3 2-3 0,12 3-4 16,-33 8-2-16,6 6 5 0,-1 5-4 0,4 3 4 16,-7 10 5-16,12-3 2 0,-1 2 1 15,9 0-1-15,2 0 7 0,6-4-11 16,3-4 1-16,5-1 1 0,6 4 4 16,2-6 0-16,6 1 0 0,1-7-4 0,0-4 3 15,1-3-7-15,4-5-12 0,2-2-41 16,2-2-53-16,5-5-79 0,-2-3-93 0,2-2-102 15,-3-4-115-15,1-2-173 0,-7-5-55 16,8-9 80-16,-12 5-432 0,-1-12-538 0</inkml:trace>
  <inkml:trace contextRef="#ctx0" brushRef="#br0" timeOffset="109894.08">5370 14139 3103 0,'-21'17'87'0,"13"-10"46"0,3 1 34 16,-3 1 32-16,2-1 26 0,0 1 18 15,4-2 1-15,-1 1-6 0,3-8 12 16,-4 9 2-16,4-9 14 0,6 8-8 0,-6-8-19 16,0 0-23-16,25-3-21 0,-13-2-16 15,10-4-18-15,4-8-17 0,-1 0-11 0,-1 0-12 16,-4 2-10-16,-6 1-31 0,0-1-6 16,-4-1-9-16,-4 4-3 0,-2 2-8 15,-4 0-7-15,0 0-8 0,-7 2-4 16,-2 4-8-16,9 4-4 0,-32 6-1 0,3 8-7 15,-1 7-3-15,-8 8-3 0,2 5 2 16,3 2 0-16,5 2-5 0,5-1 8 0,7-2 11 16,7-3 16-16,5-4 36 0,2-6 18 15,6 0 24-15,1-1-55 0,8-4-64 16,-1-4 0-16,6-4 0 0,0-5 0 0,6-4 0 16,13-7 0-16,-1-3 0 0,11-9 0 15,-4 0 0-15,0 0 0 0,-11 2 0 16,0 0 0-16,-3 3 0 0,-8 1 0 15,-1 7 0-15,-6-2-96 0,-3 5-543 0,0-1-165 16,-6 4-114-16,-5 0 84 0,0 0-832 16,0 11-1104-16</inkml:trace>
  <inkml:trace contextRef="#ctx0" brushRef="#br0" timeOffset="110579.56">6417 14192 4810 0,'-24'2'-71'0,"1"-1"17"0,6 4 20 0,4-5 21 0,1 2 27 0,4-2 48 15,8 0 45-15,-14 2 40 16,14-2 53-16,0 0 31 0,0 0 14 0,0 0-4 16,64 8-13-16,1-8-35 0,12 0-22 15,11-3-14-15,31 3-22 0,4 3-9 0,1-1-12 16,1 3-13-16,-15 1-30 0,-21-2-24 15,-4 0-20-15,-7 4-13 0,-2-3 4 0,-6 1 3 16,1 0-11-16,-8-4 5 0,-14 4-14 16,-5-4-16-16,-13 0-7 0,-4-2-23 15,-7 0-38-15,1 0-52 0,-3 0-78 0,-3-2-106 16,-2 2-123-16,-2-2-142 0,-11 2-212 16,8-2 66-16,-8 2 80 0,0 0-472 15,0 0-592-15</inkml:trace>
  <inkml:trace contextRef="#ctx0" brushRef="#br0" timeOffset="110860.95">7689 14014 3466 0,'0'0'169'0,"-8"-4"-12"16,8 4 5-16,0 0 25 15,13 14 21-15,-1-4 2 0,7 13 5 0,2 0 1 16,2 5-11-16,8 8 5 0,-5 3-27 15,3 1-3-15,-2 3-6 0,-5 0-5 0,-1-2 1 16,-7-7 4-16,-1-1 2 0,-4-1 4 16,0-6-15-16,-8-4-8 0,-1-2-11 0,-1 0-10 15,-6-2-16-15,0 3-4 0,-3-2-17 16,-3-3-14-16,-8 3-14 0,4-4-36 0,2-3-66 16,-3-2-85-16,1 0-102 0,2-1-110 15,1-2-137-15,-1-2-162 0,2-2-236 0,1-3 74 16,1 2 84-16,11-2-587 0,-19-3-751 15</inkml:trace>
  <inkml:trace contextRef="#ctx0" brushRef="#br0" timeOffset="111643.85">9482 14382 3445 0,'0'0'29'0,"6"-8"8"0,-6 8-5 16,0 0 15-16,0 0 40 0,0 0 30 15,22 31 20-15,-16-11-3 0,4 13-7 0,1 1-10 16,-2 3-12-16,-2-2-3 0,0 2-14 0,-1 0-8 16,-1-3-7-16,-3 1-5 15,3-8-10-15,-5-2-16 0,2-1-31 0,-4-7-42 16,-1 3-58-16,1-3-80 0,0-1-72 15,-3-7-105-15,3-1-116 0,-2-2-162 16,1-4 51-16,3-2-244 0,0 0-303 0</inkml:trace>
  <inkml:trace contextRef="#ctx0" brushRef="#br0" timeOffset="112013.33">9584 14281 2212 0,'1'-17'38'0,"3"1"39"16,-2 7 22-16,3-1 15 15,-3 0 15-15,4 3 8 0,2 1-4 0,1 0-4 16,2 3-5-16,5 1-10 0,1 4-14 16,4 3-11-16,0 5-7 0,8 7-6 0,-4 0-5 15,-3 7-8-15,-4 1-10 0,-5 2 5 16,-5 6-12-16,-3-8 1 0,-5 2-1 0,0-4 7 16,-3 1 19-16,-2-1 8 0,3-3 3 15,0-3 2-15,2 2-5 0,0-2-4 16,0-3 12-16,2 4 11 0,0-1 5 0,5 0 0 15,-4 1 7-15,5 1 0 16,-1 0-5-16,5 9-7 0,-1-8-7 0,-4-1-3 16,2 0-9-16,-4-4 13 0,1 4 16 15,-2-2 12-15,-1 0 8 0,-1-2-18 0,-2 2 3 16,-2-5 13-16,0 5 12 0,-5-4 8 16,3 0-2-16,-8 3-13 0,1-2-9 0,-2-3-16 15,-4 0-10-15,1-4-9 0,-2 3-21 16,-2-6-60-16,4-2-75 0,-8-2-90 0,3 0-95 15,-2-4-120-15,1-3-138 0,-7-5-172 16,4-1-129-16,10-3 78 0,2 1-597 16,5-1-787-16</inkml:trace>
  <inkml:trace contextRef="#ctx0" brushRef="#br0" timeOffset="112410.22">10240 14583 3852 0,'0'0'46'0,"12"-1"9"0,-12 1-5 0,0 0 10 0,0 0 54 16,11 7 22-16,-11-7-2 15,4 12-5-15,2-2-9 0,-2-1-10 0,2 1-13 0,-2 2-8 16,-1-1-6-16,1 0-8 0,-2 1-9 16,-4-1-1-16,0 2-6 0,-2-1-6 15,-5-1-4-15,-5 2-6 0,0-3-3 16,-4 1-3-16,1-5-2 0,-2-1-3 15,3-3-5-15,0-4-12 0,-6-7-11 0,8-2-5 16,-6-14-8-16,5-5-3 0,9-5 0 16,2-3 0-16,2 5 4 0,6 10 1 0,-2 0-1 15,4 7-2-15,-2 0 0 0,3 4 8 16,1 5 8-16,1 4 10 0,5 1 14 0,-14 2 8 16,38 10 8-16,-8 4-2 0,4 3 0 15,9 4-6-15,-1 2-7 0,-3 0-1 16,0 0-2-16,-10-3-6 0,-2 1-6 0,-3-4-34 15,-7 0-47-15,-4-1-55 0,-1-4-75 16,-5-1-96-16,-3 1-110 0,0 0-154 0,-8 0-144 16,2 1 70-16,-1-5-391 0,-1-1-496 15</inkml:trace>
  <inkml:trace contextRef="#ctx0" brushRef="#br0" timeOffset="112660.38">10550 14046 3055 0,'-9'-16'102'0,"2"4"52"16,3 4 10-16,-1-1-1 0,1 8 37 16,4 1 47-16,0 0 27 0,-14 24 9 15,9-2 31-15,3 14-1 0,2 9-12 16,4 11-25-16,1 7-26 0,5 2-20 16,1-2-25-16,0 0-18 0,5 0-18 0,-1-1-20 15,-3-6-10-15,1-2-20 0,-2-4-10 16,-3-9-14-16,0-4-41 0,-3-4-43 0,-1-5-51 15,0-6-76-15,-3-5-70 0,4 1-72 16,-3-6-78-16,4 1-93 0,-3-6-137 0,3-3-208 16,-6-4 16-16,16 0 82 0,-16 0-489 15,20-14-630-15</inkml:trace>
  <inkml:trace contextRef="#ctx0" brushRef="#br0" timeOffset="113043.75">10896 14667 3346 0,'2'-8'120'0,"0"4"36"0,-2 4 14 15,0 0 20-15,5-7 12 0,-5 7 16 0,0 0 39 16,0 0 32-16,0 0-11 0,18 16-32 16,-9-6-14-16,-1 0-17 0,2 4-18 0,-3-1-18 15,1-1-10-15,-3 1-19 0,4 2-8 16,-6-1 2-16,1-2 14 0,0-1-3 0,-6 1-5 16,0 0-7-16,-4 2-10 0,-6-1-13 15,-1 1-9-15,-10 3-14 0,-2 0-8 16,3-5-5-16,1-4-33 0,2-3-51 15,0-5 0-15,2-1 0 0,-5-6 0 16,6-6 0-16,-4-10 0 0,9-4 0 0,7-2 0 0,4 4 0 16,2 1 0-16,2 2 0 15,3 1 0-15,4 2 0 0,1 5 0 0,1 6 0 16,1 3 0-16,3 2 0 0,0 3 0 16,0 3 0-16,6 5 0 0,-2-1 0 0,3 4 0 15,-6 0 0-15,1 0 0 0,-2-1 0 16,-1 2 0-16,-2 1 0 0,0-5 0 0,-3 0 0 15,-2-1 0-15,-4 1-202 0,3 1-64 16,-3-2-46-16,-3 1-70 0,0-4-65 0,-4 5-55 16,-2-5-52-16,4-4-36 0,-9 8-42 15,9-8-22-15,0 0-587 16,0 0-704-16</inkml:trace>
  <inkml:trace contextRef="#ctx0" brushRef="#br0" timeOffset="113394.71">11027 14719 3209 0,'6'-28'-89'0,"2"6"80"15,-4 4 75-15,2 3 62 0,-3 3 27 0,-1 2 31 16,4 1 31-16,0 5 39 0,-6 4 31 15,13-2 15-15,-13 2 17 0,19 6 3 0,-9 3-3 16,1 1-23-16,-1 0-24 0,1 1-25 16,0 3-26-16,1 1-19 0,-3-2-23 15,1 0-19-15,-4-2-14 0,1 0-16 16,-1-3-10-16,0 1-14 0,-5 0-11 0,3 0-5 16,-4-3-11-16,0-6-6 0,0 14-15 0,0-14-19 15,-4 10-29-15,4-10-10 0,0 5 0 16,0-5 0-16,0 0 0 0,0 0 0 0,12-29 0 15,1 5 0-15,9 0 0 16,-4 0-13-16,3 4-2 0,2 0 2 0,-3 9-2 16,-4 1-1-16,-2 6 4 0,-1 2 1 15,2 4 5-15,-1 1 6 0,1 4 5 0,0 4 6 16,0 0-6-16,-1 3 3 0,-3 1 1 16,1 1-1-16,1 1 0 0,3 7 1 15,-3-3-3-15,-2-3 1 0,-1-4-4 0,1 1-3 16,-4-1-32-16,4-1-71 15,-4-3-75-15,2 2-79 0,-1-3-82 0,-2-3-91 0,5 1-90 16,2 0-145-16,-1-2-155 16,1-5 68-16,1-2-633 0,2-4-839 0</inkml:trace>
  <inkml:trace contextRef="#ctx0" brushRef="#br0" timeOffset="113610.37">11981 14537 3601 0,'-7'-8'-15'16,"-2"4"64"-16,4-2 40 0,5 6 50 0,-20 0 47 15,20 0 40-15,-27 10 39 0,13 2 20 16,-8 5 15-16,4 7 1 0,0 1-22 0,5 2-22 16,3 1-28-16,3-3-19 15,3-1-17-15,4-5-21 0,4 5-14 0,1-1-13 0,7 4-14 16,-2-6-18-16,1-5-39 0,3 1-43 16,-3-5-84-16,4 0-86 0,4-4-104 15,0-3-137-15,4 0-153 0,-6-5-204 16,1 0-60-16,0-1 82 0,1-3-585 15,5-4-757-15</inkml:trace>
  <inkml:trace contextRef="#ctx0" brushRef="#br0" timeOffset="114061.75">12579 14555 3606 0,'-13'3'33'16,"13"-3"25"-16,0 0 22 0,0 0 26 15,-16 0 29-15,16 0 10 0,0 0-1 0,0 0 14 16,0 0 1-16,0 0-10 0,0 0-13 16,23 12-11-16,-14-6-13 0,5-2-12 15,1 0-8-15,2-1-11 0,1 1-9 16,1 0-6-16,2 0-28 0,0-3-18 15,-1-1-12-15,2 0-4 0,-3-1 1 0,-2-3-6 16,-2-2-4-16,0 1 5 0,-3-3-2 16,-3-4-2-16,-1 0 2 0,-6-1 0 0,-4-1-1 15,-4 1 0-15,1-2 3 0,-11 1 1 16,-2 4 8-16,-18 2 10 0,-2 2 10 0,4 6 15 16,-5 2 17-16,-2 5 17 0,7 4 9 15,1 2 9-15,7 4 13 0,2 3 7 16,4 3 7-16,9-3-9 0,6 1-3 0,5-3-6 15,7 1-4-15,4 9-15 0,10-2-10 16,13 2 4-16,-5-8-21 0,7-1-49 0,0-7-60 16,7 2-65-16,-2-4-83 0,1-5-103 15,2 0-116-15,1-2-127 0,3-6-160 0,0 0-48 16,0-4 81-16,3-7-476 0,0-5-614 16</inkml:trace>
  <inkml:trace contextRef="#ctx0" brushRef="#br0" timeOffset="114526.92">13928 13750 3010 0,'2'-28'5'0,"-2"7"65"0,-2 3 76 15,1 5 37-15,-1 1 13 0,0 6 8 16,-2 0 37-16,4 6 50 0,0 0 47 0,-41 29-5 16,15 4 14-16,-3 12-3 15,5 10-19-15,3 8-8 0,1 3-22 0,4 2-24 16,-2 3-24-16,3-1-25 0,3 0-18 15,-1-3-19-15,3-3-20 0,1-3-16 16,-2-6-46-16,5-12-103 0,-2-8 0 0,4-1 0 16,1-10 0-16,-3-7 0 0,4 0 0 15,0-5 0-15,1-2 0 0,1 0 0 0,-2-3 0 16,2-7 0-16,-2 5 0 0,2-5 0 16,0 0 0-16,0 0 0 0,-7-34 0 0,0 4 0 15,0-3 0-15,-4 2 0 0,-7 1 0 16,-1 6 0-16,-8 6 0 0,-6 6 0 15,-6 5 0-15,-3 7 0 0,0 7 0 0,-4 10 0 16,0 7 0-16,8 2 0 0,13 0 0 16,2 0 0-16,10 3 0 0,4-6 0 15,9 0 0-15,4 0 0 0,11 3 0 0,2-2 0 16,10-4 0-16,2-2 0 0,1-5 0 16,4-4 0-16,2-1 0 0,0-2 0 0,-3-4 0 15,-7-1 0-15,-2-1 0 0,-3-1 0 16,-1 1 0-16,0-2 0 0,-8 2 0 15,2-2 0-15,-1 0 0 0,-3 0 0 0,-10 2 0 16,12-5-911-16,-12 5-86 0,0 0 107 16,0 0-944-16,0 0-1261 0</inkml:trace>
  <inkml:trace contextRef="#ctx0" brushRef="#br0" timeOffset="115461.73">15030 14468 5299 0,'-8'-9'-50'0,"8"9"8"0,-3-5 7 0,3 5 45 0,0 0 56 0,0 0 39 15,-11 25 36-15,8-10 13 16,1 3 15-16,-2 5-3 0,2 0 3 0,2 3-14 16,0 1-17-16,-2-2-9 0,2-2-11 15,-1 4-11-15,-1-2-9 0,-2-4-14 0,2-3-7 16,-2 0-3-16,2-3-6 0,-2-4-4 15,2 1 1-15,0-3-1 0,2-1 41 16,0-8 17-16,-2 6-13 0,2-6-14 0,0 0-9 16,0 0-11-16,12-25-6 0,0 0-7 15,0-8-7-15,10-6-35 0,-1 1-20 0,-3 5 0 16,4 6 0-16,-5 2 0 0,-2 7 0 16,-3 6 0-16,-1 7 0 0,0 3 0 0,-11 2 0 15,23 8 0-15,-7 5 0 16,-1 2 0-16,2 6 0 0,0 3 0 0,-5-4 0 15,-5 1 0-15,1-3 0 0,-5 3 0 16,-1-2 0-16,0 0 0 0,-2-2 0 16,-2-1 0-16,2-5 0 0,0 3 0 0,0-6 0 15,2 1 0-15,-2-9 0 0,4 8 0 16,-4-8 0-16,0 0 0 0,30-23 0 0,-5 0 0 16,9-6 0-16,3-2 0 0,-11 9 0 15,1 3 0-15,-4 1 0 0,-3 4 0 0,-7 6 0 16,-1 2 0-16,-3 4 0 15,-2 2 0-15,-7 0 0 0,21 11 0 0,-11-1 0 0,1 0 0 16,1 4 0-16,1 0 0 16,-1 1 0-16,1 2 0 0,6 2 0 0,-2-4 0 15,-2-1-89-15,-2-1-175 0,5-4-96 16,-2 2-119-16,-2-2-157 0,9-1-205 0,8 2 21 16,3-2 81-16,8-2-609 0,-1-2-803 15</inkml:trace>
  <inkml:trace contextRef="#ctx0" brushRef="#br0" timeOffset="115626.63">16301 14788 4113 0,'0'0'217'0,"0"0"45"0,0 0 32 0,0 0 31 15,0 0 1-15,-4-9-23 0,4 9-35 16,7-6-26-16,6 4-29 0,3-1-52 0,7 0-72 16,2-1-71-16,4 1-66 15,9-1-68-15,-4 4-72 0,-4 3-80 0,6-2-96 16,-3 2-87-16,-10-1-94 0,-6 0-142 15,-4-1 6-15,2-1-504 0,-5 0-649 0</inkml:trace>
  <inkml:trace contextRef="#ctx0" brushRef="#br0" timeOffset="116043.07">16781 14712 3155 0,'6'-9'-34'0,"-6"9"83"0,0-9 76 16,0 9 65-16,0 0 55 0,-4-10 33 16,4 10 26-16,0 0 11 0,0 0-15 0,0-8-22 15,0 8-27-15,0 0 25 16,0 0 13-16,0 0-16 0,0 0-22 0,-14 31-24 15,10-18-23-15,3-1-21 0,-5 4-17 16,4-5-16-16,0 3-14 0,2 0-16 0,2-1-14 16,0-1-10-16,2 1-9 0,-1-3-7 15,1 0-10-15,5-1-49 0,-2-2-21 0,4 0 0 16,3-5 0-16,-1-2 0 0,2 0 0 16,6-2 0-16,2-4 0 0,6-7 0 0,-3-1 0 15,1-1 0-15,-2-1 0 0,-6 6 0 16,-4-1 0-16,-4 7 0 0,-1-2 0 15,-4 3 0-15,1-2 0 0,-7 5 0 16,13-4 0-16,-13 4 0 0,0 0 0 16,22 5 0-16,-13-1 0 0,-1-1 0 0,1 3 0 15,4-2 0-15,5-1 0 0,3 1 0 16,8-2 0-16,10 1 0 0,3-3 0 0,-1-3 0 16,0 1 0-16,-5-2 0 0,-5-2 0 15,1-1 0-15,-9 0 0 0,-1 2 0 0,-6-2 0 16,0 1 0-16,-5-1 0 0,0-2 0 15,-3-1 0-15,0 0 0 0,-1-4 0 0,-1-2 0 16,0-7 0-16,7-6 0 0,3-1-424 16,-5 2-336-16,4 10-148 0,-2 5 36 15,0 7 89-15,1 4-728 0,3 4-958 0</inkml:trace>
  <inkml:trace contextRef="#ctx0" brushRef="#br0" timeOffset="116377.69">18157 14650 4252 0,'0'0'94'0,"0"0"51"0,5 3 31 0,-5-3 33 16,0 0 36-16,0 0 18 0,0 0-5 0,0 0-18 16,2 6 18-16,-2-6 6 0,0 15-18 15,0-7-27-15,-2-1-19 0,2 4-17 16,-2 0-16-16,1 0-13 0,-3-1-9 0,0 4-4 16,-3-1-7-16,-5 1-12 15,-1 1-46-15,-10 3-76 0,3-4 0 0,0-5 0 0,3-3 0 16,0-2 0-16,1-4 0 15,1-4 0-15,2-2 0 0,1-11 0 0,5 0 0 16,5-3 0-16,4-5 0 0,11-8 0 16,3 3 0-16,0 5 0 0,0 1 0 0,3 10 0 15,-4 4 0-15,0 3 0 0,3 5 0 16,-2 2 0-16,4 4 0 0,-1 1 0 0,1 3 0 16,2 0 0-16,4 9 0 0,-3-2 0 15,0 2 0-15,0 0 0 0,-2 4 0 16,0 3 0-16,10 8-231 0,5-3-196 15,3 4-159-15,8-4-205 0,0-6-92 16,1-1 95-16,-8-12-737 0,13 9-971 0</inkml:trace>
  <inkml:trace contextRef="#ctx0" brushRef="#br0" timeOffset="116643.02">19485 14400 4471 0,'-5'-28'58'0,"-5"7"77"0,0 6 67 16,3 1 56-16,-2 6 15 0,-7 3 26 15,0 7 24-15,-10 9 2 0,-11 14 5 0,0 12-6 16,1 11-15-16,-13 20-9 16,12 4-25-16,-5 9-30 0,6 5-181 0,-3 7-64 0,5-3 0 15,0-1 0-15,3-3 0 16,-1-3 0-16,3-6 0 0,4-19 0 0,0-3 0 0,5-5 0 16,1-6 0-16,-1-13 0 15,7-3 0-15,2-10 0 0,5-4 0 0,0-4-67 16,1-10-360-16,5 0-75 0,0 0-65 15,-11-35-63-15,11 0-106 0,-4-11-52 0,6-17 75 16,0-8-566-16,5-26-739 0</inkml:trace>
  <inkml:trace contextRef="#ctx0" brushRef="#br0" timeOffset="116778.05">18820 14628 3765 0,'-4'-21'87'0,"-3"5"51"0,2 7 41 0,4-1 34 16,-1 4 20-16,2 6 25 0,-6-5 36 0,6 5-23 15,0 0-25-15,0 0-20 16,0 0-24-16,0 28-20 0,9-10-17 0,11 4-26 15,1 2-76-15,6 2-98 0,7 6-115 16,2-4-169-16,0-2-225 0,2-1-267 0,3 0 72 16,-11-8 81-16,4-4-500 0,2 0-625 15</inkml:trace>
  <inkml:trace contextRef="#ctx0" brushRef="#br0" timeOffset="117043.52">20988 13830 3647 0,'-18'-22'276'0,"0"7"5"15,5 6-17-15,0 7 32 0,-6 8 52 16,-8 7 26-16,2 11 12 0,-5 16 1 0,-1 7-6 16,8 11-22-16,7 2-35 0,2 6-24 15,5 1-26-15,7 3-37 0,4 1-180 0,-1-1-57 16,7-3 0-16,0-2 0 0,0-3 0 15,-5-2 0-15,1-2 0 0,-2-14 0 0,-2 1 0 16,0-5 0-16,-2-2-3 0,-4-4-501 16,3-9-133-16,-1-8-151 0,-3-3-98 0,0 0 86 15,2-12-755-15,-3 2-999 16</inkml:trace>
  <inkml:trace contextRef="#ctx0" brushRef="#br0" timeOffset="117209.59">20472 14763 4778 0,'-9'-5'273'0,"-1"1"37"16,10 4 31-16,-10-4 14 0,10 4-7 0,0 0-35 16,-2-9-32-16,2 9-38 0,20-11-51 15,-3 8-74-15,9-1-117 0,19 1-153 0,0 2-163 16,8 1-184-16,10 0-238 16,2 1-110-16,-2 1 87 0,-11-1-683 0,-1 1-893 15</inkml:trace>
  <inkml:trace contextRef="#ctx0" brushRef="#br0" timeOffset="117659.55">21606 15057 4446 0,'-21'-6'250'0,"6"3"16"0,2-1 14 16,1 1 7-16,2-1-8 0,10 4-18 15,-11-3-25-15,11 3-29 0,-7-5-23 16,7 5-24-16,0 0-19 0,0 0-24 0,0 0-22 15,23-14-26-15,-16 10-13 0,4-2-8 0,0 1-9 16,-2-4-8-16,2 0-5 16,-4-4 2-16,5-4-7 0,-4-1-8 0,-5-3-6 15,3-1-1-15,-4 3-3 0,-2 0-1 16,-6-2-1-16,3 1-4 0,-7 0 5 16,-2 5-8-16,-3 3 1 0,-6 1 2 0,-4 7 0 15,-1 2 1-15,3 2-4 0,0 2-3 16,7-2 6-16,-4 2 2 0,8 4 8 0,8-1 8 15,4-5 8-15,2 10 11 0,16-4 8 16,3-2-2-16,15 3 1 0,4-2-2 0,1 0-3 16,-4 1 5-16,1 0-11 15,-4 3 0-15,-1 2-13 0,-6 2 9 0,-4 4 8 16,-7 4 3-16,4 3 6 0,-11-2 2 16,-3 1 1-16,-2-1-2 0,-2 0-43 0,0 1-1 15,-6 0 0-15,2 1 0 0,0-3 0 16,0 0 0-16,0-4-30 0,0-1-135 0,-2 1-69 15,2-3-77-15,1 1-99 0,1-3-103 16,0-2-105-16,1-3-171 0,1-2 14 16,8 0 75-16,0-3-540 0,-10-2-702 0</inkml:trace>
  <inkml:trace contextRef="#ctx0" brushRef="#br0" timeOffset="117978.89">22237 14994 3475 0,'-2'-6'91'0,"2"6"50"0,0 0 31 0,0-9 34 0,0 9 36 0,0 0 36 15,0 0 24-15,2-8-5 16,-2 8-22-16,0 0-26 0,0 0-23 0,0 0-14 16,8-4-6-16,-8 4-15 0,0 0-18 15,25 2-14-15,-25-2-20 0,24 2-12 0,-10-4-10 16,-1 0-12-16,0 0-9 0,-1-1-15 16,0-1-20-16,-1 0-6 0,-4-2-12 0,-1-2-4 15,-5-2-11-15,-2 2-7 16,-7-1-9-16,-7 0-1 0,-8 2-4 0,-9 0 4 0,1 4 0 15,3 6-4-15,1 0-10 16,-9 5 18-16,6 3 13 0,6 1 9 0,1 4 13 16,5 3 23-16,4-1 0 0,5-2-21 15,3-2-52-15,4-2 0 0,2 1 0 0,0-1 0 16,6 1 0-16,1-1 0 0,6-1 0 16,3 1 0-16,2-2 0 0,0 0-19 15,11 2-347-15,-3-7-168 0,1-1-207 0,2-2-162 16,-1-2 79-16,1-2-810 0,11-2-1072 15</inkml:trace>
  <inkml:trace contextRef="#ctx0" brushRef="#br0" timeOffset="118342.67">22991 15013 4817 0,'-22'-8'92'0,"5"-1"70"15,0 1 72-15,5 4 43 0,3 2 31 16,-1-4 0-16,4 2-26 0,6 4-30 0,-9-5-30 15,9 5-21-15,0 0-21 0,0 0-19 16,27-8-19-16,-8 7-42 0,-1 1-35 0,6-1-30 16,-3-1-19-16,3-1-16 0,-1-2-8 15,0-1-6-15,-4-1 4 0,0-3-9 0,-3 2-2 16,-7-1-2-16,-4 1-5 0,-5-1-1 16,0 9 5-16,-23-15-2 0,-1 8 7 0,-15 3 2 15,-4 4 32-15,-5 6 22 0,-9 7 28 16,2 5 18-16,3 7 19 0,4 1 26 15,9 4 17-15,4-1-145 0,11-6 0 16,0 2 0-16,10 2 0 0,4-5 0 0,4-1 0 16,4-3 0-16,6-1 0 0,2 2 0 15,7 7 0-15,8-5 0 0,4 1 0 16,1-4 0-16,5 0 0 0,-3-1 0 0,5-3 0 16,0 1-586-16,1-7-334 0,-5 1-12 15,-5-3 103-15,3-3-846 0,11 0-1110 16</inkml:trace>
  <inkml:trace contextRef="#ctx0" brushRef="#br0" timeOffset="118646.69">24212 15629 5049 0,'-73'0'198'0,"-21"2"71"0,-39-1 40 15,-12 4 29-15,-21 2 38 0,-68 3 25 16,-10 6 19-16,-15 1-13 0,0 0-18 0,-2 1-354 15,-3-6-35-15,-4 3 0 0,1-3 0 16,4 0 0-16,16-2 0 0,17 4 0 0,72-4 0 16,22 2 0-16,23-1 0 15,34-3 0-15,9-1 0 0,25-2 0 0,4 0 0 16,15-1 0-16,2-2 0 0,8 2 0 16,3-3 0-16,5 3 0 0,4 2 0 0,4-6 0 0,0 8 0 15,0-8 0-15,10 11 0 16,-1-6 0-16,2 0 0 0,5-2 0 0,3 2 0 15,2 1-310-15,-2-2-726 0,2-2 91 16,-2 2 97-16,0-2-870 0,-8 1-1152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41:52.8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20865 5717 1639 0,'-13'0'87'0,"2"1"-45"0,0-1-11 0,11 0 2 15,-14 2 14-15,14-2 14 0,0 0 7 16,-11 0 1-16,11 0-5 0,0 0-4 0,0 0-7 15,0 0-6-15,0 0-4 0,33 1 0 16,-10-1-6-16,6 3-4 0,15-6-1 16,5 6-6-16,3-3-2 0,16 0 0 0,3 0-3 15,3 0-4-15,0 0 1 16,3-3-3-16,3 0-1 0,-1-2 2 0,7-1-4 16,19-2 0-16,-19 1 0 0,1 0-4 15,21-3 2-15,-4 1-5 0,-22 3 2 0,4 0-1 16,-5 1-3-16,0-1 1 0,-3 0 1 15,-4 1-2-15,-2-2 3 0,1 2-4 0,-6-1 2 16,-4-3 1-16,-1 0 0 0,-1 1-3 16,-2-2 0-16,1-1-1 0,1-2 1 0,1 4 1 15,5-1-1-15,0 0 0 16,4-1-2-16,-5 5 0 0,2-3 0 0,2 2 0 16,-2 1-2-16,0 4 1 0,1 0 2 15,-6 2 1-15,-1 0 0 0,-10 2 0 16,2 0 1-16,-6 0-2 0,-1 0-2 0,-1 4 1 15,-1-6 1-15,4 4 1 0,-2-4-3 16,1 2-1-16,2 0 3 0,0-2 1 0,4 2-1 16,-2-4-5-16,11 0 8 0,-15 0-5 15,4 1 2-15,2-2-2 0,7 3 2 0,-10-2-1 16,0 0 0-16,3 2-1 0,-4 0 1 16,-1-2 1-16,1 4 0 0,-3 0 0 0,3 0 1 15,-4-2-2-15,1 3-1 16,1 0 2-16,1 1-1 0,8 1 0 0,-9-2 0 15,13 2 4-15,-2 1-4 0,-1 0 0 0,-2 0 0 16,-6-1 0-16,5 2 2 16,-8-2-1-16,3-2 0 0,-2 0 3 0,-1-1-1 15,0 2-2-15,-6-3-1 0,2 1 1 16,-5 0 1-16,-4 0-2 0,5-1 2 0,-6-1-3 16,-3 2 4-16,15-2-3 0,-2 3 0 15,1 1-2-15,0-3 4 0,-1 4-1 0,3-3 1 16,4 2-1-16,3-3-2 0,8 3 3 15,2-1-1-15,2 1 1 0,6-1-3 0,-1-1-1 16,7 3 2-16,-2-4-3 0,2 1 3 16,-1 0 0-16,0 0 0 0,4-1 0 15,-2 1-2-15,-1 0 0 0,-7 0 3 0,0-1-3 16,-3 3 3-16,-4-1-1 16,-11-1-1-16,-3 2 0 0,-1-4 3 0,0 1-1 15,-5-1-1-15,1 0 2 0,0 3-2 16,-4-6-4-16,2 3 6 0,-12-1-1 0,-3 1-2 15,-5 0 14-15,-4-2 7 0,-2 2 8 16,-2-2 5-16,-4 2 1 0,-10 0-2 0,19 0-1 16,-19 0 0-16,16 2-4 0,-16-2-2 15,11 0-4-15,-11 0 0 0,11 2-3 0,-11-2 2 16,12 4 19-16,-6-4 3 0,-6 0 13 16,9 4 3-16,-9-4 2 0,12 1 9 15,-12-1 8-15,5 4-5 0,-5-4 4 0,0 0-9 16,10 2-1-16,-10-2-7 15,0 0-3-15,0 0-3 0,0 0-11 0,0 0-8 16,0 0-8-16,0 0-50 0,0 0-98 16,0 0-121-16,-33 0-251 0,12-2-80 0,-10 2 68 15,-12-2-231-15,-1 2-228 0</inkml:trace>
  <inkml:trace contextRef="#ctx0" brushRef="#br0" timeOffset="2115.98">2569 10343 823 0,'0'0'237'0,"-18"-3"-69"15,18 3-46-15,-11 0-29 16,11 0-29-16,0 0-17 0,0 0-11 0,-10 3-6 0,10-3-2 15,0 0 2-15,25 9-5 16,0-6 1-16,16 2 0 0,18 2-3 0,6 0 0 16,10 0 1-16,5-1-5 0,5-1 2 15,-1-1-2-15,1 1-2 0,-5-2-1 16,-1-1-4-16,-4-2-1 0,-5 2 3 0,-16-2-3 16,-7-4-2-16,-3 4 3 0,-11-3 34 15,-8 1 22-15,-5 1 19 0,-4-1 5 0,-2-2-1 16,0 1 3-16,-6 0-8 15,-1-2-8-15,-7 5-4 0,8-7-9 0,-8 7-12 0,2-7-31 16,-2 7-50-16,0 0-75 16,0 0-105-16,-10-7-189 0,10 7-77 15,0 0-81-15,-11-5-58 0</inkml:trace>
  <inkml:trace contextRef="#ctx0" brushRef="#br0" timeOffset="6498.5">3071 10982 1583 0,'9'-3'164'0,"-2"1"-41"0,-7 2-30 15,7-3-9-15,-7 3 12 0,0 0 5 16,8-5-2-16,-8 5-4 0,0 0 5 16,3-4 5-16,-3 4-1 0,0 0-9 0,0 0-8 15,0-8-2-15,0 8-8 0,0 0-8 16,0 0-5-16,0 0-7 0,-7-7-6 15,7 7-13-15,-9-6 1 0,0 5-3 0,9 1-10 16,-18-4-1-16,6 3-4 0,-1 1-2 16,-2 0-1-16,0 0 2 0,-7 1-5 0,0 3-3 15,-5-3 1-15,-9 7-7 16,1-5 5-16,-3 5-3 0,2-2-1 0,2 4 1 16,2-5-4-16,-4 4-1 0,5-1 2 0,-2 4-2 15,5 0-5-15,-2 0 7 16,3 2-2-16,0-1-4 0,2-1 3 0,2 1-1 15,-2 3-5-15,5-2 3 0,4-1 0 16,2-2-8-16,-2 1 8 0,-1 1-2 0,3 1 5 16,3 2 2-16,-3-3-7 0,3 4 5 15,0-5 2-15,3 3-3 0,0-2 0 0,1 3 2 16,2-2 4-16,1 1 3 0,-3 7 1 16,6-6 9-16,-1 1-2 0,4 2 24 15,-1-1 2-15,-1 2-4 0,4 2 13 0,1 0-2 16,-2-1 7-16,1-1 1 0,2 3 10 15,-1-3 1-15,1 0 0 0,0 1-2 0,0-2-4 16,-1 3-3-16,1-5 0 16,-1 3-5-16,2-2 4 0,-2 4 2 0,-1 0-6 15,-2-5-1-15,0 5 8 0,1-1 2 16,-3 4 16-16,0-1 3 0,0 0-5 0,0 2-7 16,-3-1-1-16,-3 8 7 0,-1 1-3 15,-2-1-4-15,0 0-3 0,-2-4-1 16,-1 3-5-16,-1-1 0 0,3-2 7 0,-5 3-5 15,1-3-1-15,-6-2-3 0,1 4 5 16,-8 4 6-16,3 2-8 0,-3-5 1 0,-5 1-9 16,1-1-6-16,-4-3 4 0,3 0-8 15,3-4-6-15,3-4-5 0,-2-1 0 16,1-1-3-16,7-5-3 0,4-5-4 16,2-1-1-16,1 2-3 0,-1-3-1 0,5-3 1 15,0 2-2-15,0-3 1 0,2 1-5 16,7-4-5-16,-13 5-8 0,9-5 3 15,4 0-10-15,0 0-13 0,0 0-9 0,0 0 1 16,0 0 1-16,0 0 3 0,0 0 1 16,0 0 2-16,21-12-4 0,-11 10 5 0,-10 2 1 15,24 2 2-15,-12 1-3 0,-1 6 1 16,3 3 1-16,2 8 5 0,-2 8 1 0,-1 4 6 16,-5 3 0-16,-5 4 2 15,-1 2 25-15,-2 2 8 0,-2 3 16 0,-3 11 5 16,-4 1 0-16,-1 3 13 0,-4 2 17 15,0 4 4-15,-6-1-4 0,-5 17-2 16,7-14 8-16,-13 16 4 0,-2 5 5 0,-1 1-9 16,0-3-8-16,-6 2-8 0,2 1-4 15,-1 3-7-15,-2-2-5 0,3 1-2 0,2-4-6 16,-1 0-3-16,6-6-4 0,3-3-3 16,8-16-7-16,2 1 0 0,1-3-2 0,3 3-7 15,2-4-2-15,-4 3-15 0,3-1-4 16,1 3 0-16,-1-1 0 0,0-4 0 15,1 3 0-15,1 0 0 0,-1-6 0 16,3 2 0-16,-1-4 0 0,-2-6 0 16,1 0 0-16,2-9 0 0,1-3 0 0,0-1 0 15,-1-1 0-15,0-2 0 0,1-1 0 16,-2 2 0-16,3-4 0 0,-3 8 0 0,1-5 0 16,-1 2 0-16,-4 2 0 0,2 6 0 15,0-4 0-15,-3 6 0 0,0 1 0 16,5-10 0-16,1-1 0 0,1-2 0 0,0 0 0 15,2-9 0-15,3-4 0 0,1-3 0 16,0-1 0-16,-2-3 0 0,4-2 0 0,0-1 0 16,0 1 0-16,0 0 0 0,0-4 0 15,2 1 0-15,-2-1 0 0,0-1 0 16,2 1 0-16,0 1 0 0,0 0 0 0,-1-1 0 16,3 1 0-16,3-1 0 15,-4 1 0-15,5-2 0 0,3 1 0 0,3-3 0 16,4-1 0-16,11-3 0 0,13-4 0 15,16-6 0-15,0-2 0 0,7-3 0 0,4-3 0 16,-1 0 0-16,-3 1 0 0,-2-1 0 16,-6 2 0-16,-4 1 0 0,-11 1 0 15,-8 4 0-15,-1 0 0 0,-9 2 0 0,-4 0 0 16,-7 3 0-16,-1 2 0 0,-1-1 0 16,-4-1 0-16,2 2 0 0,-2-2 0 0,-7 4 0 15,11-3 0-15,-11 3 0 16,8-4 0-16,-8 4 0 0,0 0 0 0,10-3 0 15,-10 3 0-15,0 0 0 0,0 0-344 16,9-2-126-16,-9 2-122 0,0 0-188 16,0 0-115-16,0 0 116 0,0 0-694 0,9-7-921 15</inkml:trace>
  <inkml:trace contextRef="#ctx0" brushRef="#br0" timeOffset="13996.92">25526 11404 2969 0,'-3'6'368'0,"-1"0"-131"0,-3 0-35 0,6 2-8 15,-1-3-16-15,2-5-8 0,-4 8-17 16,4-8-9-16,-4 8 1 0,4-8-8 16,0 0-5-16,0 4-2 0,0-4-4 0,0 0 0 15,0 0-11-15,0 0-1 0,0 0-4 16,33-10-6-16,-21 1-8 0,2-5 3 0,10-7 0 15,-1-5-7-15,3-10-10 0,0-2-8 16,3-8-2-16,0-8-10 0,-4-4-1 0,7-18-6 16,-5-5-11-16,-4-8-3 0,-1-10-6 15,1 0-4-15,-4 3-1 0,5 9-2 0,-12 18-3 16,4 9 1-16,-1 9 0 0,-4 12-9 16,-3 4-3-16,0 4 0 0,-3 10-10 0,-1 3 1 15,0 4-8-15,-1 4-17 0,-3-2-23 16,5 7-30-16,-5 1-30 0,0 4-36 15,0 0-54-15,0 0-69 0,0 0-72 16,0 0-63-16,0 0-75 0,-10 17-101 0,4-12-89 16,4 1 50-16,2-6-442 0,-11 6-528 15</inkml:trace>
  <inkml:trace contextRef="#ctx0" brushRef="#br0" timeOffset="14263.16">25873 10007 2971 0,'3'-6'52'0,"-3"6"12"16,0 0-4-16,9-4 7 16,-9 4 43-16,0 0 32 0,0 0 17 0,27 8 6 15,-15 1 1-15,10 8-11 0,3 1-11 16,-1 2-14-16,1 0-10 0,0 1-12 0,1 1-10 16,-1-2-9-16,-4 3 18 0,-2-1 15 15,-8-3 18-15,-1-2 3 0,-4-3-8 0,-2 1-10 16,-4-1-17-16,-4-1-7 0,-2 1-9 15,0 0-15-15,-3-3-10 0,-2-1-28 0,-2-2-46 16,-1-2-51-16,0-6-69 0,-5-2-96 16,0-5-98-16,-6-12-110 0,5-2-127 0,-2-6-89 15,10-4 44-15,-2-2-445 16,4-3-521-16</inkml:trace>
  <inkml:trace contextRef="#ctx0" brushRef="#br0" timeOffset="14864.42">26454 8804 3222 0,'-6'-13'161'15,"4"3"20"-15,1 1 11 0,-1 2 16 0,0 4 3 16,2 3-1-16,0 0 11 0,0 0 8 15,0 0-6-15,-6 19-20 0,5-1-22 0,1 7-16 16,0 11-14-16,1 2-17 0,-1 0-16 16,2 2-16-16,0-2-12 0,2-4-4 0,-4-5-9 15,2-7-9-15,-1-1-10 0,-1-7-8 16,0-1 3-16,2 0-8 0,-2-4 6 0,2-2 45 16,-2-7-16-16,4 8 1 0,-4-8-7 15,0 0-8-15,8-23-5 0,-2-1-7 16,1-12-7-16,5-12-4 0,1 2 0 0,-4 10-13 15,3 3 7-15,-1 4-9 0,-1 6-4 16,-2 5-4-16,-3 7-2 0,-3-2-4 16,4 4 1-16,-1 5-3 0,1 1 1 0,0 1-6 15,-6 2 9-15,19 2-8 0,-7 1-8 16,-1 3 9-16,2 1-6 0,1 2-1 16,-1 3 0-16,1-3 1 0,-3 1 3 0,1-2-3 15,-7-1-3-15,4 0-3 0,-1 2-2 16,-3-5 10-16,2 2 2 0,-7-6-2 0,11 2-5 15,-11-2 2-15,19-14-2 0,-8-1 2 16,13-11-1-16,-4-3 8 0,7-6-7 0,-6 6-5 16,-2 6 7-16,-4 5-3 0,-3 6-6 15,-3 3 3-15,-1 2 1 0,-5 2 3 16,5 5 0-16,-8 0 0 0,0 0-12 16,17 16 15-16,-13-6 1 0,3 3-2 0,-5 3-3 15,5-1 2-15,-2 7-6 0,3-3-4 16,-5-4-29-16,1 3-52 0,1-2-58 0,-2 1-60 15,-3 0-87-15,2-5-93 0,2 2-100 16,-2-4-123-16,0-3-145 0,1-5 55 0,-3-2-636 16,11 3-792-16</inkml:trace>
  <inkml:trace contextRef="#ctx0" brushRef="#br0" timeOffset="15196.22">27282 8636 3594 0,'1'-4'-14'0,"-1"4"51"0,0 0 42 0,0 0 45 0,0 0 34 0,0 0 29 0,4 22 18 15,-4-15 5-15,0 5-9 16,0 1-14-16,2-1-17 0,0 5-15 0,0 0-9 16,0-1-19-16,-1-2-13 0,-1 1 1 15,0-1-9-15,0-1-2 0,-1 3-9 0,-5-3-14 16,0-1-1-16,-4 3-15 0,1-3-6 16,0-4-5-16,0-2-8 0,-3-2-11 15,2-5-29-15,-2-4-24 0,3-7-12 0,0-7 0 16,2-12-1-16,0-4 4 0,7 6 0 15,0 3 3-15,2 4 2 0,1 4 2 16,0 0 0-16,1 5 3 0,0 4 3 16,-1 2 5-16,3 4 5 0,-6 3 5 0,16 2 4 15,-16-2 2-15,22 10-2 0,-8-3-1 16,0 6-1-16,6-1 1 0,5 5-3 0,3 1 0 16,5 0 1-16,-1-1-1 0,6-1-40 15,0-3-68-15,1-4-102 0,-1-2-121 0,-2 0-119 16,-6-7-156-16,-1 0-67 0,-1-2 65 15,7-5-498-15,1-3-575 0</inkml:trace>
  <inkml:trace contextRef="#ctx0" brushRef="#br0" timeOffset="15417.76">28072 8131 2937 0,'-1'-31'98'0,"-5"4"72"0,0 6 35 0,0 5 24 16,0 2 19-16,5 3 2 15,-7 3 13-15,5 5 13 0,3 3 12 0,0 0 11 16,-31 20-6-16,14 5-1 0,4 9-12 15,-5 12-16-15,4 8-25 0,1 4-27 0,0 4-18 16,1 0-18-16,3-1-21 0,0-1-17 16,-1-2-20-16,0-3-51 0,5-14-50 15,-2-3-65-15,-4-4-56 0,4-1-65 16,0-7-71-16,1-8-90 0,0-4-92 0,-4-3-87 16,3-5-105-16,1-6-118 0,6 0 45 0,-15-8-624 15,7-7-767-15</inkml:trace>
  <inkml:trace contextRef="#ctx0" brushRef="#br0" timeOffset="15579.84">27813 8306 3462 0,'2'-15'-21'0,"0"7"48"0,-2 3 43 16,0 5 72-16,0 0 43 0,0 0 26 15,0 0-4-15,1 23-14 0,4-11-22 0,-5 5-16 16,4 3-17-16,-4 3-15 0,5 0-12 16,4 8-24-16,2 2-73 0,0-4-83 0,-2 2-123 15,-2-2-130-15,0-4-159 0,-3 4-159 16,-8 4 57-16,-5 4-433 0,-2-2-492 0</inkml:trace>
  <inkml:trace contextRef="#ctx0" brushRef="#br0" timeOffset="15880.06">26242 9431 3238 0,'-49'3'237'0,"-12"6"-18"0,-3-3 13 15,-1 2 30-15,2 0 40 0,19-4 54 16,4 1 32-16,13-3-3 0,4 0-33 0,10-2-34 16,13 0-31-16,6-9-30 15,26-5-23-15,29-10-25 0,44-14-27 0,25-4-17 16,60-16-37-16,18-3-65 0,4 3-56 16,10 4-48-16,6 2-35 0,0 8-31 0,-9 3-24 15,-10 7-6-15,-53 12-15 0,-11-2-18 16,-15 5-33-16,-23 0-52 0,-39 7-31 0,-9 2 6 15,-19 0 24-15,-11 5 27 0,-12-1 21 16,-6 0 0-16,-4 4-6 0,-10-2-25 0,3 4-39 16,-18-8-61-16,-4 5-114 0,-17 1-123 15,-6 2 51-15,-4 0-311 0,-15 5-322 16</inkml:trace>
  <inkml:trace contextRef="#ctx0" brushRef="#br0" timeOffset="16729.93">27066 8781 2791 0,'0'0'276'0,"0"0"6"0,0 0 0 16,0 0 19-16,-1-9 28 0,1 9 18 0,9-7-3 16,-6 2-31-16,5 1-32 0,-1-1-32 15,3 0-22-15,0-2-28 0,2 0-29 0,1 1-85 16,-1 1-106-16,2-1-115 0,-3 1-139 15,2 0-157-15,-1 2-169 0,-1-1-112 16,0-1 58-16,-2 5-584 0,-9 0-701 0</inkml:trace>
  <inkml:trace contextRef="#ctx0" brushRef="#br0" timeOffset="18796.46">27510 9980 3668 0,'3'-18'90'0,"1"1"7"16,-1 5 10-16,-1 1 24 15,0 3 6-15,0 1-4 0,-1 2 15 0,-1 5 22 16,0 0 17-16,0 0 7 0,0 0-8 15,10 20-19-15,-10-3 7 0,-2 6 2 0,-2 0-6 16,-3 14-2-16,-5-2-13 0,-5 7-19 16,-6 1-10-16,0-4-15 0,0 1-8 0,-1-3-18 15,-1-2-2-15,2-9-11 0,1-2-12 16,8-10-5-16,0-2-11 0,3-7-20 0,1-5-18 16,10 0-16-16,-12-21-2 0,9-2-11 15,3-18 13-15,3-17-4 0,6 0 12 16,4 0-6-16,1 3 4 0,-5 17-4 15,2 3-4-15,-1 12 2 0,-4 4 1 0,1 7-4 16,-1 3 4-16,1 4 7 0,1 5 4 16,-8 0-1-16,19 8 2 0,-4 6 2 0,2 9-2 15,2 2-3-15,3 6 1 0,5 5 3 16,3 0-4-16,-1-3 5 0,-5-6-2 0,1-3-2 16,-2-2-2-16,0-2 2 0,-7-9 1 15,-2-1-8-15,-3-2 7 0,0-4 2 0,1-4-2 16,0-4-8-16,0-4-8 15,2-7-2-15,4-12-9 0,0-16 0 0,0-5 1 16,-3-9-6-16,0-10-2 0,-2-23 2 0,-1-6-3 16,-6-3 3-16,-1 19 4 0,-5 7 4 15,0 11 2-15,0 18 2 0,-1 7 4 16,-1 11-2-16,-4 13 4 0,1 7 1 0,-4 6 8 16,9 0 7-16,-28 29 6 0,15 0 4 15,1 8 8-15,2 16 6 0,5 4 12 0,5 6 10 16,5 2-2-16,9 6-2 0,7 15 2 15,5-5-11-15,-2-17 0 0,2-6-5 0,3-3-10 16,-4-3 2-16,-3-6-2 0,1-3-6 16,-5-14-10-16,-3 0-31 0,-3-8-39 15,-3-5-43-15,-2-4-53 0,1-7-62 16,-2 1-92-16,0-6-95 0,-6 0-112 0,9-13-145 16,-4 1-16-16,-5-7 60 0,0-6-501 15,-3-13-592-15</inkml:trace>
  <inkml:trace contextRef="#ctx0" brushRef="#br0" timeOffset="18963.24">27671 9968 3459 0,'-12'0'187'0,"6"2"15"0,6-2 18 0,0 0 16 0,-18 2 7 16,18-2-2-16,0 0-6 0,0 0-17 16,0 0-26-16,43-8-16 0,-5 0-17 15,15 0-25-15,7-4-40 0,1 0-89 16,1 0-108-16,-1-3-147 0,4-1-156 0,-2-6-194 15,1 2-87-15,3-4 65 0,0 5-512 16,-2-2-601-16</inkml:trace>
  <inkml:trace contextRef="#ctx0" brushRef="#br0" timeOffset="19217.08">28812 9201 3570 0,'-8'-12'263'0,"3"-1"20"15,-2 6 3-15,2 1 0 0,5 6 37 0,0 0 24 16,0 0 19-16,-8 29-5 0,10-3-17 16,0 13-30-16,3 16-30 0,6 1-28 15,-2 4-29-15,0 1-18 0,-1-3-21 16,2 2-23-16,-5-5-46 0,-1-8-119 0,-2-5 0 16,-2-1 0-16,-2-5-68 0,2 2-116 15,0-11-59-15,0-5-66 0,0-4-83 0,2-6-63 16,-2-4-63-16,2-5-57 0,-2-3-115 15,0 0-12-15,21-13 65 0,-4-9-526 0,5-7-628 16</inkml:trace>
  <inkml:trace contextRef="#ctx0" brushRef="#br0" timeOffset="20264.62">29084 9639 3057 0,'0'0'7'0,"-4"17"56"0,4-17 53 0,-3 14 42 16,1-7 30-16,0 3 26 15,0 0 12-15,2 0 5 0,-2-1 0 0,4 1-4 16,0-2-8-16,2 1-7 0,-1-1-20 15,5-2-18-15,-1-2-17 0,1 0-18 0,5 0-12 16,-13-4-16-16,22 0-10 0,-22 0-16 16,23-4-3-16,-14 0-10 0,-2 3 1 15,-7 1-23-15,12-9 1 0,-8 3-5 16,-4 6-6-16,0 0-8 0,0 0-7 0,0 0-2 16,0 0 1-16,-57 12-16 0,23 5-14 0,-7 3-4 15,3 7-4-15,6 2 6 0,-2 2-13 16,7 2-1-16,4-8-2 0,8 1 0 15,-3-2 2-15,11-2 4 0,1-7 3 16,6 2 5-16,0-7 8 0,6-2 17 0,-1 0 16 16,8-3 16-16,-1-4 18 0,8 1 31 15,-2-4 6-15,7-1 0 0,9-8-6 0,-1 3-8 16,1-5-5-16,-4-1-10 0,1 3 8 16,-6 1 8-16,-8 2 2 0,0 2 5 0,-3 0 10 15,-5 2 4-15,0 1 7 0,0-1 3 16,-9 4-102-16,11-6-18 0,-11 6 0 0,0 0 0 15,0 0 0-15,0 0 0 0,0 0 0 16,0 0 0-16,-21-12 0 0,21 12 0 0,-13-3 0 16,13 3 0-16,0 0 0 15,-16-2 0-15,16 2 0 0,0 0 0 0,0 0 0 16,0 0 0-16,0 0 0 0,0 0 0 16,-7 11 0-16,7-11 0 0,0 0 0 0,23 6 0 15,-10-4 0-15,-13-2 0 0,32-5 0 16,-13 0 0-16,12-5 0 0,-3-1 0 15,-1-6 0-15,2 1 0 0,-1-5 0 0,7-7 0 16,-3-4 0-16,-5-1 0 0,3-4 0 16,-3-4 0-16,-3-5 0 0,-1-1 0 0,-2 2 0 15,-6 13 0-15,-5 13 0 16,0 2 0-16,-7 5 0 0,-3 5 0 0,0 7 0 0,0 0 0 16,0 0 0-16,0 0 0 15,-23 22 0-15,18-10 0 0,-1 4 0 0,-1 1 0 16,3-2 0-16,-1 2 0 0,0-3 0 15,3-2 0-15,2 1 0 0,0-1 0 0,2-1 0 16,0-5 0-16,2 2 0 0,2-4 0 16,1 0 0-16,-7-4 0 0,23-2-89 0,-10-3-46 15,7-4-22-15,5-8-18 16,-3-5-14-16,3-3-2 0,2-15 9 0,-1-4 9 16,1-7 10-16,-6-9 5 0,7-23 11 0,-3-8 18 15,-6-8 12-15,3-8 12 0,-9-7 12 16,1 0 7-16,-9 10 14 0,-3 34 23 15,-4 4 20-15,-2 23 9 0,-4 7 3 0,-5 17 22 16,-4 12 31-16,0 7 30 0,-10 14 12 16,-9 17 15-16,4 11 13 0,1 11 14 0,8 7 12 15,7 4 1-15,5 7-1 0,8 1-3 16,5 2-14-16,3-1-12 0,2-3-11 16,7-2-6-16,5-8-7 0,0-2-12 15,2-8-4-15,0-4-6 0,0-7-15 0,-3-12-4 16,0-3-18-16,1-3-23 0,-6-6-42 0,3-5-34 15,-3-4-34-15,-1-2-32 16,-5-2-30-16,4-2-23 0,-11 0-6 0,16-6-3 16,-10 0 9-16,-6 0 20 0,0 6 14 15,-6-15 18-15,-1 7 19 0,-7 0 25 0,-1 2 45 16,-4-1 43-16,-2-1 51 0,4 6 36 16,3 0 12-16,-1 0 5 0,1-2 8 0,7 4 20 15,7 0 10-15,-17-2 28 0,17 2 12 16,0 0 7-16,-8-2-9 0,8 2-16 0,0 0-15 15,0 0-15-15,32-11-12 0,-10 5-31 16,8-9-69-16,2 1-98 0,4 2-125 0,2-1-156 16,1 1-180-16,1 3-185 0,0 2-15 15,-3 0 81-15,0 4-643 0,-4 5-770 16</inkml:trace>
  <inkml:trace contextRef="#ctx0" brushRef="#br0" timeOffset="21796">30788 9335 3593 0,'0'0'-2'0,"0"0"33"15,0 0 28-15,5 4 24 0,-5-4 31 0,0 0 28 16,0 0 22-16,0 0 10 16,0 0-2-16,0 0-6 0,0 0-13 0,0 0-11 15,0 0-7-15,0 0-3 0,0 0-9 16,0 0-5-16,0 0-7 0,0 0-16 16,0 0-5-16,0 0-6 0,0 0-12 0,0 0-3 15,0 0-5-15,7-18-8 0,-4 11-10 16,-3-2 0-16,2 2-4 0,-2-3-5 0,0 10-8 15,-2-15-4-15,-1 8 3 16,-8 2-5-16,0 1-3 0,-4 3-2 0,-7 4 0 0,-15 4-2 16,-1 6 0-16,-13 8 2 0,1 3-3 15,2 3 7-15,1 7 0 0,2-3 12 16,11 2-1-16,6 2 5 0,13-6-12 16,3-2 4-16,8-3 1 0,6-3 5 0,4-2-16 15,2-1 3-15,5-1-10 0,3-5-2 16,0-1 1-16,5-3-10 0,4-2-11 0,2-6-15 15,9-4-8-15,4-4-6 0,6-10-6 16,1-4-5-16,-1-5-5 0,3-9-14 0,-1-7-4 16,8-15-3-16,-5-8-5 0,-1-7-6 15,-6-10-5-15,-3-6-32 0,-1-9-18 16,-2-9 0-16,-5-6 7 0,0-8 11 0,-1-3 14 16,-3 3 9-16,-5 10 14 0,-7 17 8 15,-9 28 22-15,-7 18 11 0,-8 9 17 16,-6 6 19-16,-6 11 22 0,-3 10 30 0,2 10 20 15,-12 11 15-15,-7 18 21 0,-3 11 11 16,6 6 19-16,-8 25 6 0,6 9 7 16,8 9-6-16,8 8-1 0,9-2-5 0,8-12-15 15,5 3-11-15,4 18-8 0,7-5-9 16,-1-24-5-16,5-3-13 0,-1-2-11 0,2-8-10 16,4-7-17-16,-4-7-13 0,2-12-12 15,-5-5 0-15,6-5 0 0,-4-9-2 0,1-7 8 16,0-4-6-16,2-2 6 0,1-6-1 15,3-6 13-15,9-1 11 0,-3-3-13 16,-3 0-1-16,-3 4 6 0,-8 1 13 16,-2 1 1-16,-2 3 2 0,-1 1-3 0,-4 0 0 15,-5 4 5-15,11-2 11 0,-11 2 9 16,0 0 9-16,0 0-3 0,1 11-6 0,-1-11-4 16,-1 9-8-16,1-9-3 0,0 11-4 15,1-7-6-15,-1-4-4 0,4 7-1 0,0-3-4 16,-4-4-1-16,14 3-11 0,-5-3-5 15,-9 0-13-15,25-5-11 0,-9 1-11 0,0-1-9 16,3-1-9-16,2 0-11 0,-2-4 1 16,-2 3-1-16,2-1 5 0,-4 1-6 0,1 0 3 15,-1 0 5-15,-1 2 7 16,-3 0 5-16,-1 0 3 0,-1 2 1 0,-2-3-2 16,-7 6 6-16,11-5-4 0,-2 2 9 15,-9 3-1-15,9-5 0 0,-9 5 2 0,11-4-22 16,-11 4-12-16,12-3-10 0,-4 1-20 15,1-1-7-15,1-1-6 0,-1 1-3 0,2-1-8 16,-1 1 2-16,1-4 11 0,2 0 8 16,3-5 11-16,7-6 7 0,-2-7 7 0,0-2 4 15,4-14 8-15,2-5 4 0,-3-8-1 16,5-6 5-16,5-22 5 0,0-5 0 16,-1-4 2-16,-10 0-3 0,-8 23 3 15,-3 5 3-15,-5 12 3 0,-3 13 6 0,-6 11 0 16,-4 10 4-16,-2 3 12 0,3 8 23 0,-8 4 22 15,-1 2 20-15,-1 5 14 16,-3 7 10-16,-2 10 3 0,1 4-2 0,6 10-2 16,-5 11 18-16,2 6 22 0,5 1 10 15,6 6 5-15,1 4-11 0,-1-3-9 0,0 6-12 16,3-1-12-16,-3-5-7 0,1 0-11 16,2-1-6-16,0-14-5 0,0 1-6 0,2-5-7 15,0-1-6-15,0-11-6 16,0-4-2-16,2-2-1 0,-4-7-4 0,4-2-3 0,0-3 2 15,-2 2-7-15,0-3 1 16,0-5 0-16,2 3-3 0,-2-1-5 0,-2 0 1 16,2-1-6-16,-4 0 4 0,4-2 2 15,-1 1 5-15,1-6-10 0,-8 11-15 0,3-6 0 16,-4 2 0-16,0-3 0 0,-5 4 0 16,-2 0 0-16,-8 1 0 0,-10 3 0 0,-5-2 0 15,-21 6 0-15,-7-1 0 0,-12-3 0 16,-32 5 0-16,-8-2 0 0,-8 4 0 0,-6-1 0 15,-5-3 0-15,2 3 0 0,0 1 0 16,5 1 0-16,9-1 0 0,11 4 0 0,6 0 0 16,16-1-30-16,19-1-127 0,8 1-44 15,7-2-59-15,3-1-60 0,6-2-79 0,12 0-78 16,2-6-91-16,3 1-128 16,9-4-27-16,2-2 52 0,5-3-584 0,1-2-715 15</inkml:trace>
  <inkml:trace contextRef="#ctx0" brushRef="#br0" timeOffset="42024.92">5823 10628 1247 0,'0'0'362'0,"6"-2"-104"0,-6 2-60 0,0 0-15 16,0 0-6-16,0 0-2 0,0 0-11 15,6-3 3-15,-6 3 8 0,0 0-4 16,0 0 1-16,0 0-7 0,0 0-4 0,5-6 1 16,-5 6 6-16,0 0 0 0,0 0-1 15,0 0-2-15,0 0 1 0,0 0-1 0,0 0-6 16,0 0-4-16,0 0 2 0,0 0-6 15,0 0-11-15,0 0-3 0,0 0-13 0,0 0-11 16,-11-14-10-16,11 14-2 16,-6-6-3-16,6 6-23 0,-12-4-12 0,12 4-4 15,-11-7-6-15,4 3-8 0,7 4 0 16,-18-6-3-16,9 0-7 0,2 4-3 16,7 2-3-16,-20-8 8 0,11 6-13 0,9 2-5 15,-19-5-7-15,9 3 5 0,0 0-4 16,10 2 2-16,-20-4-5 0,11 1-3 0,-3 0-1 15,3 0 7-15,-4 0 2 16,1-1-9-16,1 2 12 0,-3-1-18 0,-3 1-3 0,5-2 2 16,-3 2 8-16,-1-2-12 0,0 2 5 15,-2-1 4-15,5 1-5 0,-6-1 3 0,4 3-2 16,-2-2-2-16,1 0-1 0,1 2 3 16,-1 0 4-16,2-1-8 0,14 1 8 15,-29 1 0-15,14-1-5 0,1 2-6 16,1-2 5-16,13 0 1 0,-26 2-3 15,12 0 5-15,1-1 1 0,-1 1-6 0,-1 1 3 16,1-1 2-16,1 2-1 0,1-1 1 16,-6 0 8-16,5 1-4 0,-3-1-2 0,3 3 8 15,0-2 5-15,0-4 3 0,-1 4 3 16,4 0 0-16,-1-2 3 0,-1 0-1 0,1 0-5 16,0 1-5-16,-1 1-1 0,1 0 7 15,-3 0-8-15,3 0 3 0,-2 2-11 16,-1-2 7-16,1 4-5 0,0-4-5 15,2 3 12-15,-5 1-9 0,3-2 0 0,-1 0 17 16,5-1-17-16,-2-1-1 0,1 2-3 16,0-2 0-16,1 0 4 0,2 2-3 15,7-6 21-15,-12 7-20 0,12-7 7 0,-10 4-2 16,10-4 3-16,-9 4 0 0,9-4-12 16,-10 7 13-16,6-4-7 0,4-3 1 0,-9 7-5 15,9-7 3-15,-12 10 3 0,8-4-5 16,-1-1 5-16,-1 2-4 0,1-2 7 0,-4 2 4 15,4 1-7-15,-3 1 4 0,5-1-7 16,-3 3 6-16,-2-1 3 0,4 0-7 16,-1 2 4-16,1-2-2 0,0 2-2 15,2 0-1-15,-1 0 5 0,-6 1-6 0,8-1 1 16,-1-1 1-16,0-1 8 0,0 2 16 16,0-1-3-16,0 1 1 0,2-1 0 0,-1 0-3 15,1 0 4-15,0 2 4 0,0 1 6 16,1 1 3-16,-1 1-2 0,4 1 1 15,0 0-4-15,-1 2-7 0,2-2 2 0,-1-2 3 16,1 6 8-16,3-3 0 16,-3-3-18-16,2 1-24 0,0-5 0 0,-1 3 0 0,-1-1 0 15,3-3 0-15,0 2 0 16,-3-2 0-16,1 0 0 0,1-2 0 0,-1 1 0 16,2 0 0-16,-2-1 0 0,1 1 0 15,2-2 0-15,-2 1 0 0,0-1 0 0,2 0 0 16,0 1 0-16,0-1 0 0,-2-2 0 15,5 2 0-15,-4 1 0 0,-1-4 0 0,2 2 0 16,4-2 0-16,-6 1 0 0,2-1 0 16,1 2 0-16,1-2 0 0,0 2 0 15,0-2 0-15,-2 0 0 0,2 0 0 0,1-1 0 16,-1 0 0-16,0 0 0 0,3-3 0 16,-1 2 0-16,1-2 0 0,-1 2 0 0,2-2 0 15,-2 2 0-15,1-2 0 16,1 0 0-16,-2 2 0 0,3-2 0 0,-2 0 0 15,-14 0 0-15,27 1 0 0,-11-1 0 16,-3 0 0-16,4 0 0 0,-4-1 0 0,3 1 0 16,-1-2 0-16,2 0 0 0,3 0 0 15,-4 0 0-15,0-3 0 0,3 3 0 0,-2-2 0 16,0 1 0-16,0 0 0 0,0-1 0 16,0-2 0-16,1 3 0 0,-1-1 0 0,0 1 0 15,0 1 0-15,2-1 0 0,-2 2 0 16,2 1 0-16,-1 0 0 0,0 0 0 15,2 0 0-15,-1 0 0 0,0 0 0 16,0 1 0-16,1-1 0 0,2 0 0 0,-3 1 0 16,4-1 0-16,3 0 0 0,4 2 0 15,-1-2 0-15,14 2 0 0,-4 0 0 16,3-2 0-16,0 1 0 0,-2 2 0 0,-2-2 0 16,-8 2 0-16,-3-1 0 0,-6 0 0 15,-1 0 0-15,-2 2 0 0,-4-4 0 0,1 3 0 16,-3-2 0-16,-1 1 0 0,0 0 0 15,-11-2 0-15,20 3 0 0,-11-2 0 0,-9-1 0 16,25 2 0-16,-6 1 0 0,1-3 0 16,7 0 0-16,14 2 0 0,-1 2 0 0,-1-1 0 15,4 0 0-15,-5 3 0 16,0 1 0-16,-1 0 0 0,-1-1 0 0,-2 0 0 16,-6 1 0-16,-4-3 0 0,0 0 0 15,1-1 0-15,-2 3 0 0,2-4 0 0,-1-2 0 16,0 3 0-16,5-1 0 0,0-1 0 15,-1 1 0-15,1-2 0 0,0 0 0 0,-2 0 0 16,-7 2 0-16,1-2 0 0,-2 0 0 16,-6 2 0-16,3-2 0 0,-3 0 0 0,-1 0 0 15,-12 0 0-15,22 0 0 0,-22 0 0 16,21 0 0-16,-21 0 0 0,24-2 0 16,-10 2 0-16,8-2 0 0,3 0 0 0,1 2 0 15,14-1 0-15,3-1 0 0,2 2 0 16,-2 0 0-16,3 0 0 0,2 2 0 15,-4-2 0-15,-1 1 0 0,0 1 0 16,-3 0 0-16,-8 0 0 0,-5-1 0 0,-6-1 0 16,1 0 0-16,-1 1 0 15,1-1 0-15,-4 0 0 0,1 0 0 0,3 3 0 0,-2-3 0 16,-1-3 0-16,6 3 0 0,0-1 0 16,-1 1 0-16,5 0 0 0,-2 0 0 0,1-1 0 15,1 1 0-15,-2 1 0 16,1-1 0-16,-1 0 0 0,-4 0 0 0,0 0 0 0,-4 0 0 15,-4 0 0-15,0 0 0 0,-15 0 0 16,22 0 0-16,-13 1 0 0,-9-1 0 16,19-1 0-16,-19 1 0 0,21-1 0 15,-11-1 0-15,5 2 0 0,2-4 0 0,3 4 0 16,4-1 0-16,4 1 0 0,1 0 0 16,-1-2 0-16,1 2 0 0,-2 2 0 0,-4-2 0 15,-1 0 0-15,-1 0 0 0,1 1 0 16,-8-1 0-16,4 0 0 0,-1 0 0 0,-2 0 0 15,-2 0 0-15,5 0 0 0,0-1 0 16,5 1 0-16,4 0 0 0,2-2 0 16,14 2 0-16,2 0 0 0,-2-3 0 0,1 3 0 15,-9 0 0-15,2-4 0 16,-6 4 0-16,-2-2 0 0,-8 2 0 0,-1-2 0 16,1 2 0-16,-1 0 0 0,-2-1 0 15,-2 1 0-15,-3 0 0 0,-13 0 0 0,29-2 0 16,-16 1 0-16,-2 1 0 0,5-3 0 15,3 3 0-15,0-1 0 0,2 1 0 0,0-1 0 16,0 1 0-16,0 0 0 0,-2 0 0 16,0 0 0-16,2 0 0 0,-2-2 0 0,0 2 0 15,0-2 0-15,-4 2 0 0,0 0 0 16,3 0 0-16,-5-2 0 0,0 2 0 0,-13 0 0 16,25 0 0-16,-15-2 0 15,-10 2 0-15,21-1 0 0,-21 1 0 0,15-3 0 16,-15 3 0-16,14 0 0 0,-14 0 0 15,0 0 0-15,12 0 0 0,-12 0 0 0,0 0 0 16,0 0 0-16,11-4 0 0,-11 4 0 16,0 0 0-16,0 0 0 0,0 0 0 0,0 0-420 15,-25-8-360-15,25 8-129 0,-23 0 68 16,7-3-941-16,1 2-1213 0</inkml:trace>
  <inkml:trace contextRef="#ctx0" brushRef="#br0" timeOffset="44091.3">9840 11425 4531 0,'0'0'-199'15,"0"0"53"-15,-11 0 45 0,11 0 38 16,0 0 31-16,0 0 36 0,-7-3 28 0,7 3 21 15,0 0 10-15,0 0 6 16,0 0 6-16,0 0 2 0,0 0 2 0,0 0 2 0,30-4-8 16,-30 4-2-16,21 0-8 15,-9 1-4-15,2 2-7 0,2 0-4 0,4-2-5 16,4 5-3-16,1-3-5 0,1-2-5 16,3 2-3-16,1-3-4 0,-1 0 1 0,2 0-3 15,-3 3 1-15,-2-3-3 0,3 0-3 16,-3-3-1-16,-4 3-4 0,-1 0 3 0,-3 0 2 15,2 0 11-15,-1-3 9 0,-2 2 13 16,0 0 12-16,0-1 6 0,1 0 4 16,-4-2-6-16,2 3 5 0,4-2-7 0,0 3-4 15,1-3 8-15,6 6 6 0,3-3-7 16,8 4-10-16,2 2-3 0,4-2-2 0,0 3-7 16,2-2 3-16,8 8-11 0,4-2-5 15,-3 2 0-15,1-1-9 0,-5 0-2 0,0 0-1 16,-7-4-1-16,10 3-2 0,-11-1-3 15,-1-2-7-15,2-1-1 0,0 0-6 16,-4 0 2-16,2-2-4 0,0-2 5 16,-2 2 0-16,0-3 2 0,-8 0-2 0,8 0 3 15,-8-2-7-15,-5 0 1 0,0 0 3 16,-6 2-1-16,0-2 0 0,-6 0 1 0,1 0 0 16,-3 0 2-16,3 1-7 0,-7-1 6 15,-9 0-6-15,21 0 2 0,-12 0 1 0,2 3-1 16,-11-3-1-16,25-3 4 0,-3 3 9 15,4 0-4-15,3 3 2 0,14-2 4 16,4 0 3-16,-2 1-6 0,3 1 0 16,1-1-6-16,-1 2 4 0,1 0-4 0,-3-3 3 15,-3 2-2-15,-2 1-1 0,-8 0-5 16,-9-2 5-16,-3-2 1 0,-4 4-1 16,-2-3-1-16,-1 1-2 0,1-2 3 0,-5 0 6 15,-1 2 7-15,-9-2 10 0,20-2 12 16,-11 2 6-16,-9 0 17 0,28-2-3 0,-11 1-1 15,4 1-7-15,1 0-8 16,1 1-3-16,-3 1-7 0,-1-2-2 0,3 2-6 16,-2 0-4-16,-1-1-14 0,0-1-1 0,0 3-8 15,-3-2 0-15,2 0-10 0,-2 1 1 16,-1-2 2-16,1 2-2 0,0 0 0 16,5 0 5-16,3 0 0 0,2 0-3 0,12-2 4 15,0 4 8-15,0 1-5 0,3-2 1 16,-3 0-2-16,-6-2 1 0,-2 0-2 0,8 3 0 15,1-2-2-15,-7 1 5 0,-5 0-4 16,-1-3 3-16,1 3 2 0,-6-3-2 0,-2 1 3 16,0 1 0-16,-1-2-1 0,-6 2-3 15,4-2 2-15,-3 0 5 0,1 2 0 16,1-2-8-16,-1 0 9 0,-3 0 8 0,3 0 1 16,-14 0 16-16,27-2-7 0,-11 2-3 15,2 0 2-15,0-2 1 0,1 2 2 16,-6 0-6-16,3-2 1 0,-3 2-8 15,-13 0 10-15,25 0-9 0,-16-1 3 0,-9 1-8 16,21 0 4-16,-21 0 13 0,17 1 9 16,-17-1 10-16,19 0-1 0,-19 0 10 0,18 0 3 15,-18 0 9-15,18-1 4 16,-18 1 7-16,18-3 11 0,-18 3 1 0,18 0 1 0,-18 0-18 16,16 0-71-16,-16 0 0 0,11 0 0 15,-11 0 0-15,12-3 0 0,-12 3 0 16,0 0 0-16,0 0 0 0,17-1 0 15,-17 1 0-15,0 0 0 0,0 0 0 0,12-2 0 0,-12 2 0 16,0 0 0-16,0 0 0 16,0 0 0-16,11-2 0 0,-11 2 0 0,0 0 0 15,0 0 0-15,0 0 0 0,0 0 0 16,0 0 0-16,0 0 0 0,0 0 0 0,13-2 0 16,-13 2 0-16,0 0 0 0,0 0 0 15,0 0 0-15,0 0 0 0,0 0 0 0,0 0 0 16,0 0 0-16,0 0 0 0,0 0 0 15,0 0 0-15,0 0 0 0,12-3 0 16,-12 3 0-16,0 0 0 0,0 0 0 0,15 0 0 16,-15 0 0-16,14-1 0 0,-14 1 0 15,14-4 0-15,-14 4 0 0,20-2 0 16,-13 1 0-16,-7 1 0 0,20 0 0 0,-8-2 0 16,2 0 0-16,1 2 0 0,5-1 0 15,-4-2 0-15,5 3 0 0,-1 0 0 16,-2-2 0-16,5 2 0 0,2-2 0 0,-2 2 0 15,1 0 0-15,-2-2 0 0,-5 2 0 16,-2-2 0-16,3 2 0 0,-6-2 0 0,2 0 0 16,-1 2 0-16,0-1 0 0,-1 0 0 15,1 1 0-15,-1-3 0 0,1 2 0 0,-2 1 0 16,1-2 0-16,-3 0 0 0,5 0 0 16,-3 1 0-16,0-1 0 0,2 2 0 0,-13 0 0 15,14-2 0-15,-4 0 0 16,-10 2 0-16,13 0 0 0,-13 0 0 0,13-3 0 15,-13 3 0-15,12 0 0 0,-12 0 0 16,11-1 0-16,-11 1 0 0,11 0 0 0,-11 0 0 16,0 0 0-16,0 0 0 0,12-2 0 15,-12 2 0-15,0 0 0 0,0 0 0 0,0 0 0 16,0 0 0-16,12 0 0 0,-12 0 0 16,0 0 0-16,0 0 0 0,0 0 0 0,0 0 0 15,0 0 0-15,0 0 0 0,0 0 0 16,0 0 0-16,0 0-19 0,0 0-853 0,0 0-82 15,0 0 87-15,0 0-996 0,0 0-1289 16</inkml:trace>
  <inkml:trace contextRef="#ctx0" brushRef="#br0" timeOffset="48273.13">14497 11714 455 0,'0'0'219'0,"0"0"-30"0,-11-4-35 0,11 4-33 15,0 0-23-15,0 0-13 0,0 0-16 0,0 0-9 16,0 0 11-16,0 0 11 0,0 0 6 15,0 0 2-15,0 0-3 0,29 9-8 16,-15-6 0-16,-1 0-1 0,4 0 1 16,5 1-2-16,3 1-1 0,0-3-5 15,2 1-2-15,11 2 1 0,2-4 1 0,0 2 5 16,0 0 0-16,6-6 4 0,-2 3-7 16,-1-3-3-16,3-2-6 0,-2 1-4 0,-2 0-2 15,-2-3 2-15,3 1-1 0,-7 2 1 16,-8 0-2-16,-4 0 0 0,1 4 3 0,-4-5-17 15,-3 5 9-15,0-2-7 16,2 0-2-16,-5 2 1 0,0-2-3 0,6 2-8 16,-4 0-1-16,4 0-1 0,0 2-11 0,0-2 9 15,0-2-6-15,6 2-4 0,2-2-2 16,-1 1-1-16,-2-2-1 0,3 0-7 16,-1 2-2-16,-1-1 5 0,0 0-7 0,-6 0 8 15,0 0 3-15,-2 2-4 0,0 0-6 16,-4-1-6-16,1 1 8 0,-1 0-4 15,-1-1 0-15,-2 1 3 0,1 0-8 0,-1 0 4 16,3-3 3-16,-1 3-4 0,7 0 1 16,0-1 2-16,2-1-3 0,2 2 0 15,2-1 0-15,-3 1-3 0,-1-2 4 16,-2 2 0-16,-2 0-4 0,3 0-13 0,-6-2 4 0,3 2-6 16,-6-1 0-16,0 1 9 15,1 0-5-15,-1-3-4 0,-3 3 7 0,-10 0 6 16,24 0-4-16,-12-2-1 0,9 0 6 15,4 0 29-15,12-4-13 0,2 4 2 0,3-1-4 16,2 0 0-16,3 1 0 0,1 0 0 16,0 2-5-16,1 2 5 0,-2 0-15 15,2 0 14-15,-3-1-7 0,-5 4 3 0,-1-3-10 16,-9 2-12-16,-8-2 2 0,-2 0-3 16,-3 0 11-16,-2-2 0 0,1 0 1 15,-2 0-5-15,0 0 3 0,6 0 12 16,4 0 23-16,0-2-11 0,4 2 11 0,1-2-9 15,-1 2 0-15,2 0 0 0,-3 0-5 16,-2 2-2-16,3-2 1 0,-6 2-2 0,0-2-10 16,-2 3-8-16,-2-2-2 0,-4-1-4 15,-2 2 1-15,1 0 0 0,-1-1 6 0,0 1 0 16,3-1 0-16,3 2 10 0,10-2 3 16,9 2 0-16,5 1 5 0,5-1-6 0,11 3 5 15,4-1-1-15,2-1-6 0,-2 3 4 16,-2-1-5-16,-2 1 2 0,-4 0-9 15,-10 0-7-15,0-1-12 0,-6 0-22 0,-4 0-16 16,-9-2-14-16,-3 0 2 16,-6 0 9-16,1-2 11 0,-5 2 2 0,0-3 9 15,-1 1 4-15,1 0 13 0,-3-2 12 16,1 0 10-16,-11 0 12 0,19 0 4 0,-19 0 14 16,21 0-5-16,-21 0-15 0,17-2 4 15,-17 2-3-15,19 0 5 0,-6 0 11 0,7 2-2 16,5 1-4-16,1 0 1 0,14 3-1 15,4 0-5-15,0 1 1 0,11 0-7 0,5 2-6 16,-1-1 0-16,3 1-2 0,-1-1-4 16,4 3-4-16,0-3 1 0,-1-1-8 0,-3 1 3 15,0-1 2-15,-1 2 1 0,-14-5 3 16,-5 1-6-16,-1-2 0 0,-2 2-2 16,-10-3 1-16,-6-1 3 0,-3 1 1 15,-6-2 1-15,3 0 4 0,-3 0 7 16,-13 0 4-16,21-2-8 0,-21 2 11 0,18-1-9 15,-6 1 2-15,-12 0 1 0,17-4-5 16,-17 4 2-16,20-1 3 0,-11-1 0 0,-9 2-3 16,15-2-4-16,-15 2 7 0,19-1-7 15,-11 0 9-15,1-2-10 0,-9 3 3 0,25 0 10 16,0 0 5-16,2 0 8 0,18 0-2 16,5 5-3-16,15-1-7 0,2-1 1 0,-5 0-3 15,3 4 1-15,0-1 1 16,-3 0 0-16,1 0-12 0,1-1 10 0,-6 1 0 15,-8-2-8-15,-2 0-4 0,-10 0 2 16,-7-4-3-16,-8 2 1 0,-7 0 3 16,6 0-1-16,-10-2-1 0,2 2 9 0,-1-2 1 15,-13 0 2-15,25 0 7 0,-9-2 12 16,-16 2-4-16,20-2 1 0,-6-2-3 0,3 4-9 16,6 0 0-16,15-2-1 0,8 2 6 15,6 2-11-15,12 0 7 0,3 2 3 0,-4 5-5 16,-1-1 0-16,-1-2-7 15,-3 2-3-15,-13-4-5 0,-3 3 3 0,-2 0-5 16,0 2-4-16,-3-2-2 0,1 0 0 16,3-2-1-16,15 3 3 0,-1 0-2 0,4 0 5 15,2 1-2-15,4-1-1 0,-2 1 3 16,0-1 3-16,-1-1-4 0,-2 3 5 0,-3-3-7 16,-14-2 2-16,0 2-23 0,-13-2-2 15,-7-4 7-15,-2 2 1 0,-6-2 3 0,2 1 3 16,-3 0 4-16,-3-2-2 0,3 2 2 15,-5-2 2-15,-9 0 3 0,23-2 0 16,-10 2 1-16,3-2-2 0,2 0 4 0,11 2 0 16,15-1-4-16,7 2 2 0,14 3-2 15,-2-1 0-15,2 2-12 0,-2 3 5 16,-2-3-7-16,-6 1 5 0,-9-2 3 16,-2 1-1-16,-2 0 1 0,-5-1-2 0,-4-3 5 15,-8 3 2-15,-4-3 0 0,1-1 7 16,9 2 4-16,-3-2 6 0,17 2 0 0,-2-2 0 15,3 0 3-15,6 0 3 0,11 0 3 16,-2 2-6-16,3 0 3 0,-3-2 1 0,-10 2 4 16,-5 0-2-16,-4 2-5 0,-12-3-6 15,-5-1 3-15,-3 2-1 0,-8-2 0 0,2 2-2 16,-3-2 6-16,1 0-4 0,-1 0-2 16,1 2 5-16,-1-2-1 0,0 0-4 15,0 1 6-15,4-1-8 0,4 3 4 0,19-1-10 16,4 0 8-16,6 4-1 15,13-2-2-15,-2 1-3 0,-2 1-1 0,-14-2 2 16,-3-2 0-16,-9 0 1 0,-5 0 6 16,-7 0-7-16,6-2 2 0,-4 0-2 0,-3 0 1 15,0 0 11-15,-1 0 4 0,-2-2 17 16,0 0-5-16,5 0 1 0,-2 2 2 0,1-4-5 16,4 0-7-16,-2 2 0 0,-1 0-2 15,3 0 8-15,-3-1-12 0,-2 3 11 0,-2-2 10 16,-6 0 18-16,2 0 12 15,-3 0 10-15,1 2 9 0,-2-2 6 0,-1 0 2 16,-9 2 3-16,16-2 2 0,-16 2-1 16,13 0-3-16,-13 0-3 0,10-3-4 0,-10 3-7 15,0 0-3-15,13-1-5 0,-13 1 4 16,0 0-1-16,11-4-4 0,-11 4-5 0,0 0-5 16,12-4 1-16,-12 4 2 0,9-5-3 15,-9 5 1-15,5-6-7 0,1 1 1 16,-6 5-9-16,8-9-4 0,-2 4-6 0,-2-4-3 15,3 2-4-15,-1-8-1 0,2 2-4 16,-1-6-2-16,4-7-3 0,3-1 3 0,-1-2-5 16,1 1-8-16,-1-3-4 15,1 2 0-15,-3 0-6 0,-4 6 3 0,1 4-1 16,-4 4 1-16,2-2-3 0,-2 2-2 16,-3 3 3-16,-1-1-3 0,4 2 1 0,-4 1 3 15,2 1 0-15,0 0 0 0,0 2-1 16,-2 1 2-16,1 0 0 0,-1 6-3 0,0-10-4 15,0 10-3-15,4-8-5 0,-4 8-4 16,2-7-7-16,-2 7 1 0,0 0 1 0,3-6 3 16,-3 6 5-16,0 0-1 0,0 0 2 15,0 0 0-15,0 0 2 0,0 0 4 0,0 0-1 16,0 0 5-16,0 0 0 0,0 0-4 16,0 0 4-16,0 0 1 0,0 0-3 0,0 0-4 15,0 0-6-15,0 0-5 16,0 0-2-16,0 0-1 0,0 0 4 0,0 0 1 15,0 0 3-15,0 0 3 0,0 0-1 16,0 0 2-16,0 0 3 0,0 0 1 0,0 0 1 16,0 0-2-16,0 0 10 0,0 0 0 15,0 0 5-15,0 0 1 0,-3-8 10 16,3 8 5-16,0 0 2 0,0 0 2 0,0 0 3 16,0 0 0-16,0 0-4 0,0 0-1 15,0 0-2-15,0 0 2 0,0 0 10 0,0 0 4 16,0 0-2-16,0-8-2 15,0 8-1-15,0-11-7 0,0 5-4 0,0-2 3 0,3-2-5 16,-1-1-2-16,-1-3 1 16,3-1-2-16,-2 2 1 0,2-3-4 0,-2 6 0 15,-1 0-2-15,3 1 9 0,-2 1-3 16,-2 1 7-16,2 0 0 0,0 0-3 0,-2 7 1 16,1-10-3-16,-1 5-1 0,0 5 0 15,0-10 1-15,0 10-3 0,3-6 0 0,-3 6-4 16,0-7-5-16,0 7 2 0,0 0 1 15,0 0-3-15,2-10-5 0,-2 10 1 0,0 0 2 16,0 0-10-16,0 0-17 0,-2-6-38 16,2 6-42-16,0 0-59 0,0 0-79 0,0 0-100 15,0 0-99-15,-23 20-139 16,7-13-147-16,-2 1 68 0,-13 3-523 0,-4-1-644 16</inkml:trace>
  <inkml:trace contextRef="#ctx0" brushRef="#br0" timeOffset="49856.3">26233 11451 3072 0,'14'0'-102'0,"-14"0"25"15,11-4 19-15,-5 2 29 0,-6 2 21 0,12-6 26 16,-7 3 23-16,-5 3 19 0,9-6 24 16,-1 1 11-16,-8 5-4 0,6-7 4 0,-6 7-5 15,6-8-10-15,-6 8-11 0,0 0 0 16,-6-11-18-16,2 8-4 0,4 3-10 0,-17-3-2 15,8 0 1-15,-5 6 4 16,-4-3-11-16,2 4-6 0,-2 0 6 0,2 0-12 16,-4 3 3-16,5 0-4 0,1 2-2 15,3-1-2-15,2 3 16 0,3-3 9 0,4 2-1 16,2 3 8-16,3 1 0 0,6 1-5 16,2 1-4-16,6 7 4 0,4-2-6 0,0-1-6 15,-2 1-4-15,4-2 3 0,-2 1-5 16,-5-3-9-16,-5-5 6 0,-2 1-4 0,-1-1 18 15,-2-3 16-15,-4 0 31 0,-1 0 33 16,-2-2 24-16,-7 1 15 0,2 0 8 16,-4-2 1-16,-1 0 9 0,-4-1-7 15,0 0-11-15,1-2-10 0,-1-1-13 16,1 0-3-16,3 1-21 0,-3-3-7 0,14 0-11 16,-18 0-12-16,18 0-16 0,-18-3-24 15,18 3-28-15,-9-9-25 0,7 2-20 0,6 0-19 16,0-3-14-16,7 0-15 0,3-2-12 15,2-1-2-15,4 4 9 0,1-1 7 0,-1 0 11 16,0 3 6-16,-3 3 5 0,0-1 7 16,-1 2 9-16,-5-1 12 0,3 2 8 0,-3 0 13 15,-11 2 7-15,19 0 10 0,-12 0 6 16,-7 0 7-16,22 0 7 0,-13 2-3 0,0 2 1 16,-2-2 0-16,6-2-1 15,-4 4 1-15,0-2-4 0,-1 1 0 0,2-1 1 16,-1 2 0-16,1-3-2 0,-10-1-4 15,24 0 1-15,-8 0-1 0,-2-1 0 0,8-3-3 16,-5 1 2-16,5-2-2 0,0 0-1 16,-5-1-1-16,2 1 0 0,-5 4 0 0,-3-3 0 15,-2 0-7-15,-1 2 2 0,1 1-3 16,-9 1-2-16,12-2 0 0,-12 2 1 16,0 0-1-16,0 0-1 0,15 3 2 0,-15-3 3 15,8 4-4-15,-8-4 6 16,7 6-2-16,-7-6 3 0,12 4 1 0,-5-2 2 0,3 0-2 15,2-2 2-15,-12 0-3 16,28-2 0-16,-11-2 2 0,8-1-3 0,-2-2 4 16,7-4-2-16,-1-1 0 0,-2-1-2 15,-5 1 0-15,-4 2 16 0,-5 3 13 0,0 1 8 16,-3 1 4-16,-3-1-5 0,1 3-5 16,-2-1-5-16,-1 1-8 0,-5 3-3 0,0 0 3 15,0 0 0-15,0 0-1 0,15 10-8 16,-12-3 2-16,-1 1-4 0,3 3-1 0,-3 1 2 15,6 1-5-15,-1 1-4 0,3-2-12 16,-1 3-5-16,2-3-2 0,2-2 0 0,-2-2-1 16,1 2-4-16,1-3-2 15,-2-3 2-15,1 0 2 0,-1-1 5 0,0-1 0 16,-11-2 1-16,21-5 2 0,-9 5 0 16,-1-2 0-16,-2-2 1 0,-9 4-1 0,14-3-12 15,-14 3-11-15,11-3-24 0,-11 3-31 16,10 0-48-16,-10 0-66 0,0 0-74 15,12-4-74-15,-12 4-108 0,0 0-162 0,0 0-21 16,0 0 77-16,14 4-357 0,-14-4-402 16</inkml:trace>
  <inkml:trace contextRef="#ctx0" brushRef="#br0" timeOffset="50124.03">28049 11685 2522 0,'-9'-2'67'0,"9"2"19"0,0 0-2 0,0 0 3 16,0 0 15-16,0 0 24 0,0 0 11 0,0 0 13 15,0 0-12-15,0 0-16 16,0 0-9-16,20 13-13 0,-8-8-15 0,1-1-13 0,-1-1-24 15,1-1-37-15,5 4-31 16,-3-3-53-16,0 0-48 0,0 1-61 0,-1-2-73 0,-3 0-102 16,-2 0-160-16,3 0 15 15,-4-1-186-15,-8-1-183 0</inkml:trace>
  <inkml:trace contextRef="#ctx0" brushRef="#br0" timeOffset="50374.17">27434 11857 2197 0,'-27'-6'183'0,"10"5"10"16,2-3 9-16,5 4 8 0,10 0 15 15,0 0 15-15,0 0 1 0,0 0-9 0,50 7-17 16,-4-2-21-16,13 4-21 0,4 0-22 15,3-3-48-15,5 3-56 0,-5-4-73 0,0 3-104 16,-5-4-122-16,-14-2-129 0,-1-1-188 16,-6 1-22-16,-12 0 63 0,-5-2-264 15,-12-2-281-15</inkml:trace>
  <inkml:trace contextRef="#ctx0" brushRef="#br0" timeOffset="55805.43">4760 12383 764 0,'0'0'92'0,"-16"-1"2"0,16 1-9 0,-13-2 16 16,13 2-7-16,-9 0 0 0,9 0-18 15,0 0-10-15,-12-2-4 0,12 2-7 16,0 0 3-16,0 0-10 0,0 0-3 0,0 0-6 15,0 0-2-15,0 0-2 16,48 2-2-16,-29 0-5 0,0-1 1 0,6 2-5 16,0 1 0-16,-1-1 0 0,11 4-6 15,-1 0-1-15,2 2-1 0,0-1-1 0,-1 1 1 16,5-1-4-16,-2-1 1 0,5 2-2 16,2-3-3-16,9 3 4 0,-7-2-2 0,-4-1-3 15,1-4 2-15,-2 3 1 0,0-1-5 16,-2 0 1-16,-8 0 0 0,-7-3-2 15,2 0 3-15,-2 3-3 0,-5-2-1 0,0-2 0 16,1 2 2-16,-4-2-3 16,-2 0 4-16,2 0 1 0,-1 0-3 0,0 0-3 0,2 2-1 15,0-2 4-15,2 2-2 16,1-2-1-16,-1 3 0 0,3-1 1 0,2 2 0 16,0-1 0-16,0 2-4 0,-3-1 6 15,2 2-3-15,2-4-2 0,-3 2 0 16,4 1 2-16,7 1-2 0,4-2 2 0,0 2 1 15,7-2 0-15,-2 0 0 0,3 3-3 16,3-1 0-16,-1-3 2 0,11 2 2 0,-12-1-1 16,3 0 0-16,-2 2-2 0,-1-3 3 15,-2 1-2-15,-4-1-1 0,-1 0 2 0,-9-1-6 16,-6 2 2-16,-10-4 3 0,4 3 1 16,-4-1-1-16,-4-1-1 0,2-1 2 15,-4 2-3-15,2-2 2 0,-11 0 1 16,17 2-2-16,-7-2 1 0,-10 0 1 0,19 0-3 15,-10 0 0-15,-9 0 2 0,22 0-2 16,-11 0 0-16,2 0 0 0,2 0 2 16,12 0-1-16,16 0-4 0,2 2 4 0,8-1 0 15,8 1-1-15,10 2 0 0,-1-2 3 16,1 2-2-16,3 1-1 0,4 0 5 0,-2 2-7 16,5-1 2-16,-4 0 0 0,0-1-1 15,-3 2 2-15,-8-2 1 0,-5 1 2 16,-15-5-5-16,-6 3 2 0,-9-4 1 0,-8 1 0 15,-4 1 3-15,-4-2-2 16,1-2 0-16,-4 2 2 0,1-1-3 0,-4 1 2 16,-9 0-3-16,18-4 1 0,-8 3 0 15,0-1-2-15,-10 2 0 0,17-4 1 0,-8 3 1 16,2-1-4-16,3-2 2 0,9 3 1 16,3-1-3-16,17 0 1 0,2 1 2 15,7 1 0-15,11 0 3 0,1 0-3 0,7 3-4 16,3-1-3-16,2-1-16 0,4 1-7 15,-3 3-8-15,-1-1-2 0,-1-1 6 0,-7 1 1 16,-1-1 4-16,-8 0 2 0,-16-1 4 16,0 0 3-16,-13 0 1 0,-5-1 4 0,-3-1-2 15,0 0 7-15,-9 0 2 16,2 0-2-16,1-1-3 0,-1 1 2 0,-2-2 6 16,0 0-5-16,0 0 5 0,-1 1-3 15,1 1 2-15,-13 0 0 0,25-2 0 16,-14 0 3-16,5 1 0 0,2-1-4 0,7 2 4 15,2 0-1-15,18 2 2 0,-2-1 3 16,16 3-5-16,4 3 4 0,7-2-3 0,5 2-1 16,4-1 3-16,6 5-3 0,22-1 1 15,-3 2-10-15,1 0-8 0,-21-3-9 0,-4-1 7 16,4 2-2-16,0-3-7 0,-6 1-7 16,-3-2-3-16,-7-2-1 0,-7 0-13 15,-14-1 6-15,-3-3-6 0,-10 1 12 16,-7-2 0-16,-4 1 7 0,0-3 8 15,1 1 0-15,-4-2 0 0,-2 0 5 0,-2 1 15 16,5-1-10-16,0-1-3 0,4 1 4 16,0 1-1-16,0-1 14 0,1 2-7 0,10-4 0 15,-3 4 1-15,-5-1 0 0,-1 0 1 16,11 1-1-16,2-2 1 0,-8 3 6 16,7-1 2-16,-7 0-1 0,-1-2-1 0,5 0 0 15,-4 0-5-15,-5 4 6 16,0-4 3-16,-1 0-2 0,-2 2-5 0,1-1 3 15,2-1 1-15,2 1 2 0,-2 2 13 0,-1-3-9 16,3 0-7-16,0 4 5 0,10-5-12 16,-1 4 3-16,3-1 7 0,0 0-4 15,1 2 11-15,2 0-11 0,3 0-1 0,3 0 5 16,-2 2 1-16,3-2 4 0,3 2-4 16,7 1-4-16,-11 0 4 0,0-3 4 15,-1 2-5-15,-1 0 7 0,-3 0-7 0,-2 0 1 16,-2-1-2-16,-9-1 7 0,-7 0 29 15,-5 0 31-15,-4 0 5 0,1 0 6 0,-3 0 5 16,-3 0-11-16,-1 0-6 0,-10 0-3 16,18-1-7-16,-7 1-4 0,-11 0-8 15,13 0-3-15,-13 0-4 0,11 0 0 16,-11 0-6-16,0 0-4 0,15 0-2 16,-15 0-4-16,0 0-23 0,11 0-78 0,-11 0-91 15,0 0-342-15,0 0-20 0</inkml:trace>
  <inkml:trace contextRef="#ctx0" brushRef="#br0" timeOffset="57888.68">14824 12746 1298 0,'0'0'-68'0,"-10"4"23"0,10-4 17 0,0 0 15 15,0 0 21-15,0 0 9 16,0 0 1-16,0 0-2 0,0 0 3 0,0 0-5 16,0 0-5-16,0 0 3 0,27 2-9 15,-12 0 4-15,2-2-4 0,5 1 1 0,6-1-2 16,16 2 7-16,2-1-4 0,17 3 0 16,5-3 4-16,4 3-5 0,10-2 4 15,4 4-1-15,33-4-4 0,-3 2-1 16,1 4 0-16,10-3 2 0,-1 5-1 15,-1-2 2-15,-3 2-5 0,-4-3 3 0,-8 3-2 0,-3 1-1 16,-21-4 3-16,-12-2 1 16,-1-3 2-16,-10 4-3 0,-14-4 0 0,-3-2-1 0,-2 0-1 15,-12-2 1-15,-2 2 1 16,9-4 4-16,1 0 14 0,-4 0 8 0,4 1-4 16,-1-2-5-16,-2 0 1 0,-1-1-1 15,4 2-3-15,3-1 5 0,-4 2-6 16,6 1 1-16,-2 1-4 0,2 1-7 0,4 1 6 15,0 3-2-15,14 0-2 0,0-2-3 16,4 4-2-16,-5 0 0 0,7-2 2 0,-2 0 4 16,3 3-4-16,-5-3-3 0,2 0 1 15,-5-2 1-15,1 0-3 0,-13-2 4 16,-2-2-3-16,-4 0-2 0,-5-2 26 16,-6 2 23-16,-7-3 7 0,-2 4-2 0,-1-2 11 15,-7 1-4-15,4-1 0 0,-6 0 8 16,-2 1-5-16,1 0-9 0,-1 0-2 15,-2 0-6-15,-10 2-5 0,14-2-5 0,-7 0-6 16,-7 2-1-16,9-1-4 0,-9 1-2 16,0 0-1-16,0 0-2 0,9 5-26 0,-9-5-58 15,0 0-78-15,0 0-96 0,-11 14-219 16,11-14-114-16,-14 6-72 0</inkml:trace>
  <inkml:trace contextRef="#ctx0" brushRef="#br0" timeOffset="58971.18">22005 13312 1759 0,'9'-12'93'0,"-4"0"20"16,6 2 16-16,-6 0 16 0,2 0 19 16,3-2 26-16,0 0 17 0,-1 0 13 15,0-1-5-15,2 3 1 0,-2 0-6 16,-2 1-10-16,2 3-21 0,-6-2-12 0,5 6-20 0,-8 2 20 16,0 0 19-16,7 10 5 15,-5 2-10-15,-4 7 17 0,-4 18-23 0,-5 11 10 16,-3 8 3-16,2-2 4 0,-6 5-12 15,0-1-19-15,-6 0-15 0,3-2-12 0,2 0 6 16,-2-6-6-16,4-3 9 0,-2-4 7 16,6-11-13-16,1-3-13 0,2-6-12 15,3-3-10-15,1-5-12 0,1-3-7 0,-1 0-10 16,3-3-5-16,-2-1-8 0,1 0-4 16,2-3-9-16,2-5-13 0,-3 7-40 0,3-7-72 15,0 0-53-15,0 0-85 0,0 0-85 16,0 0-124-16,-13-18-112 0,13 12-110 0,-5-5-178 15,5-1 63-15,0-2 94 16,5 3-555-16,-3-7-685 0</inkml:trace>
  <inkml:trace contextRef="#ctx0" brushRef="#br0" timeOffset="59321.16">22026 13062 3461 0,'-12'-10'-85'0,"3"1"42"0,3 4 41 0,4-2 4 15,4 1 10-15,5 0 20 0,6-1 3 0,10-1-6 16,13-3-2-16,11 5 0 0,16-1-3 15,5 0 0-15,-2 2-7 0,0 1 3 0,-17 3-7 16,-1-1 2-16,-6 0 0 0,-12-1 7 16,-7 3-10-16,-2-2-1 0,-8 1 0 0,0-1 3 15,-3 0-3-15,-10 2 0 16,10-2-3-16,-10 2-3 0,0 0-3 0,0 0-25 16,0 0-40-16,0 0-41 0,0 0-48 15,-22 14-63-15,13-11-66 0,6 1-141 0,-5 3-72 16,2 0-178-16,-2 1-168 0</inkml:trace>
  <inkml:trace contextRef="#ctx0" brushRef="#br0" timeOffset="59971.25">22542 13280 2175 0,'0'-11'171'0,"0"11"-12"16,0-6-17-16,0 6-10 0,0 0 26 15,0 0 25-15,0 0-4 0,0 0 0 0,0 0-15 16,6 27-17-16,-6-13-14 0,0 3-7 16,-4 0-19-16,2 3-4 0,-4 3 9 0,0 0-4 15,1-3-11-15,-1 1 3 0,1-2-3 16,-6-3-1-16,6-2 1 0,-2 0 3 15,-1-2-7-15,5-2-1 0,-4-1 5 16,1-1 10-16,3-1 9 0,-1-3-1 0,4-4-13 16,0 0-12-16,0 0-5 0,0 0-12 15,0 0-14-15,6-26 3 0,5 9-9 16,4-9-2-16,5 3-6 0,-4 2-8 0,0 6-4 16,-5 3-1-16,-2 0-6 0,2 3 0 15,-4 1-2-15,0 2-7 0,1 2 0 0,-8 4-2 16,16-2-1-16,-16 2-3 0,19 6 2 15,-10-2-2-15,0 4 0 0,3 1-4 0,-4 1 2 16,-1 0-2-16,1-1-1 16,-5 1-2-16,4-2 2 0,-5 0 1 0,1 1-6 0,-3-1 6 15,2-2-3-15,-2 1 0 16,0-7 3-16,2 11 1 0,-2-11-7 0,0 0 5 16,0 0 0-16,0 0-3 0,0 0-2 15,29-28 2-15,-11 9 2 0,1-4-8 0,5 5 5 16,-1 1 2-16,-7 3-2 0,-2 4 3 15,-3 3-4-15,-3 1-2 0,0 3 0 16,-8 3 3-16,0 0-5 0,15 12 3 0,-12-4 0 16,-1 6-3-16,0 1 2 0,-2 5 2 15,-2-1-2-15,0 3 3 0,-1 1-3 0,1-6 2 16,-2 5 1-16,1-2-3 0,1-1 6 16,-2-3 1-16,-1-4-9 0,3-1-4 15,1 1-27-15,1-4-35 0,-2 0-30 0,2-1-40 16,0-7-64-16,0 8-96 0,0-8-87 15,0 0-101-15,0 0-161 0,0 0-32 16,21-13 67-16,-14 1-423 0,7-4-509 0</inkml:trace>
  <inkml:trace contextRef="#ctx0" brushRef="#br0" timeOffset="60256.05">23267 13164 2826 0,'11'-17'-28'0,"-4"3"36"0,-1 5 33 0,-3 1 30 15,2 0 22-15,-1 4 11 0,-4 4 0 0,3-6 49 16,-3 6 14-16,0 0 14 16,8 18 2-16,-8-4 9 0,-6 11 6 0,-1 11-8 15,-7 10-7-15,-3 2-10 0,0 3-16 16,-6 0 4-16,-1-1-18 0,1 4-12 0,-2-6-13 16,0 0-12-16,0-4-8 0,2-3-9 15,0-3-10-15,6-7-8 0,-2-3-11 16,6-3-1-16,1-6-8 0,2-3-6 0,5-5-10 15,-3-2-12-15,5 0-40 0,-1-2-48 16,4-7-69-16,-4 6-105 0,4-6-106 0,0 0-116 16,0 0-173-16,0 0-51 15,0 0 68-15,0 0-427 0,0 0-516 0</inkml:trace>
  <inkml:trace contextRef="#ctx0" brushRef="#br0" timeOffset="60637.96">23249 13743 3091 0,'-2'-15'102'0,"2"3"39"16,4 0 4-16,1 5 5 0,6-3 7 15,3 4 6-15,4 0-6 0,0 6-16 16,4 0-13-16,1 4-14 0,9 4-8 15,0 6-14-15,-5 1-2 0,-5 2-9 0,-6-3 8 16,-7 3 11-16,-3-2 23 0,-6-1 15 16,-6 1 25-16,-3 4 23 0,-8 3 17 0,-4 0 9 15,0-3 8-15,-2 0 8 0,4-5-5 16,6 0-11-16,1-5-15 0,0 3-17 0,7-6-10 16,-2 2-10-16,3-3-4 0,0 2-9 15,4-2-6-15,0-5-56 0,9 15-85 16,1-11 0-16,3 4 0 0,2-6 0 15,3 4 0-15,0-2 0 0,3-2 0 0,4 4 0 0,-3-4 0 16,-2 0-100-16,-1 0-249 16,3-1-104-16,-6-2-110 0,4-1-146 0,-7 0-138 15,1-2 76-15,-5 0-725 0,-4 0-943 16</inkml:trace>
  <inkml:trace contextRef="#ctx0" brushRef="#br0" timeOffset="61756.12">23954 13075 3642 0,'0'0'-293'0,"2"-17"35"0,-2 17 47 0,0 0 39 15,0-6 31-15,0 6 16 0,0 0 18 0,0 0 8 16,-2-9 12-16,2 9 26 0,0 0 31 16,-4-5 20-16,4 5 27 0,0 0 17 0,0 0 12 15,0 0 13-15,-7-4 9 0,7 4 9 16,0 0 7-16,0 0 5 0,-10-1 6 0,10 1 3 15,0 0-2-15,-11-2 10 0,11 2-3 16,0 0 9-16,-11-2 14 0,11 2 9 0,0 0 7 16,0 0-3-16,0 0 3 15,-13-1-3-15,13 1-5 0,0 0-12 0,0 0-14 16,0 0-10-16,0 0-11 0,31-3-7 16,-13 3-7-16,5 0-10 0,2 0-7 0,9 0-2 15,-4 0-5-15,1 0-5 0,-4-2-7 16,2 4 0-16,-4-2-7 0,-6-2-1 0,3 4-1 15,-8-2-5-15,0 0-3 0,-1 0 2 16,-13 0-4-16,22 0 1 0,-13 0 8 0,-9 0-1 16,13 0-1-16,-13 0-1 0,14-2-4 15,-14 2-4-15,0 0 1 0,12 0-4 16,-12 0 0-16,0 0-3 0,13 2 1 0,-13-2-3 16,7 3 1-16,-3 0-2 0,-3 4 8 15,3 1 17-15,0 8 3 0,-1-1 22 16,-3 9 1-16,3 4 14 0,-3 13 3 15,-3 6 3-15,2 9-2 0,-3 4-8 0,-2 0-2 16,1 2 5-16,-1 0 8 0,-2-6-4 16,2 2-4-16,-5-2 17 0,4-2-2 0,-1-2 8 15,-3-1 17-15,1-13 16 0,0-3-11 16,1-2-5-16,0 0 29 0,1-9-10 0,0-3-11 16,2-3 0-16,3-2 0 0,-3-2-9 15,4 1-7-15,1-3-10 0,-3-2-4 0,1 0-8 16,-1-1-66-16,3 0-15 15,1-3 0-15,0 1 0 0,-2 0 0 0,2-7 0 16,-2 10 0-16,2-4 0 0,0-6 0 16,-2 6 0-16,2-6 0 0,0 9 0 0,0-9 0 15,0 5 0-15,0-5 0 0,0 0 0 0,-4 7 0 16,4-7 0-16,0 0 0 0,0 8 0 16,0-8 0-16,0 0 0 0,0 9 0 15,0-9 0-15,0 8 0 0,0-8 0 0,0 0 0 16,0 6 0-16,0-6 0 0,0 0 0 15,0 8 0-15,0-8 0 0,0 0 0 0,0 0 0 16,0 0 0-16,0 0 0 0,-2 5 0 16,2-5 0-16,0 0-30 0,0 0-834 15,0 0-111-15,0 0 104 0,-28-11-983 16,17 3-1279-16</inkml:trace>
  <inkml:trace contextRef="#ctx0" brushRef="#br0" timeOffset="71435.48">19738 7432 1555 0,'0'0'274'0,"0"0"-51"0,11-4-35 0,-11 4-11 15,9-8 5-15,-4 3 14 0,1 0 2 16,-1 1-5-16,4-5 17 0,-6 2-2 16,1-2 8-16,2 2 0 0,-4-5-9 0,-1 4-9 15,1-1-8-15,-4 1-8 0,2-1-15 16,-1 1-13-16,-1 1-17 0,-6-2-14 0,-1 4-16 16,-1 2-10-16,-5 1-6 0,-4 2-9 15,-3 3-14-15,-8 8-1 0,-2 4-10 0,-3 2-6 16,3 3-2-16,-4 5-6 0,7-4-5 15,1 1-3-15,5-1 9 0,2-3-1 0,8 1 3 16,3-3 15-16,8-3 16 0,4-1 7 16,4 0 2-16,8 5 5 0,6 2-10 0,9 0-3 15,1 1-3-15,15 5-6 16,0-3-9-16,-1 0-5 0,0-2-11 0,-12-3 0 16,-3 1-4-16,-12-4 13 0,0-2 14 15,-3-1 16-15,-5 2 21 0,-6-3 18 0,-3 2 4 16,-1-1 0-16,-7 4-15 0,-6-1-3 15,-6 4-74-15,-7-3-34 0,-3 1 0 0,-4-4 0 16,-3 0 0-16,1-4 0 0,0-4 0 16,7-2 0-16,6-2 0 0,1-5 0 0,-1 0 0 15,1-1 0-15,8 0 0 0,-2-1 0 16,1 1 0-16,3-4 0 0,5 1-246 16,1 1-221-16,4 0-114 0,6-3-128 15,3-1-131-15,6 0 68 0,7 0-784 0,8-4-1000 16</inkml:trace>
  <inkml:trace contextRef="#ctx0" brushRef="#br0" timeOffset="71601.89">20097 7691 4355 0,'4'-10'80'0,"-4"10"68"16,1-10 47-16,-1 10 35 0,0-9 31 16,0 9 10-16,6-12-16 0,-1 7-25 0,-2-1-26 15,3-1-16-15,1 2-19 16,7-1-29-16,5 1-61 0,-4 0-94 0,7 0-104 0,0 1-102 15,3-1-120-15,-2 2-117 0,4-2-137 16,-2 1-129-16,0 1 53 0,0 0-574 16,-2-1-707-16</inkml:trace>
  <inkml:trace contextRef="#ctx0" brushRef="#br0" timeOffset="72069.23">20610 7444 3543 0,'-4'-12'97'0,"4"12"57"0,-7-8 38 16,2 4 34-16,5 4 21 0,0 0 13 15,-8-10-16-15,8 10-21 0,0 0 23 0,0 0 2 16,0 0-18-16,-14 16-11 0,12-6-24 16,-3 3-15-16,3 3-17 0,-1 1-17 15,3 3-12-15,-2-2-19 0,4 1-5 16,0 0-16-16,-1-2-9 0,6 0-10 0,-2-1-4 16,1-4-7-16,-1 0-6 0,3-4-2 15,0-1-6-15,0-4-2 0,-8-3-9 0,14-1-2 16,-14 1 0-16,23-17 3 0,-9 1 1 15,1-6 6-15,3-4 8 0,-4 1 1 0,-2 3 0 16,0 5-46-16,-5 3-10 0,-2 2 0 16,2 5 0-16,-3 0 0 0,-1 1 0 15,-3 6 0-15,0 0 0 0,0 0 0 0,0 0 0 16,27 20 0-16,-18-10 0 0,1 2 0 16,2 3 0-16,1 1 0 0,0-1 0 0,2-1 0 15,6 3 0-15,0-4 0 16,-4-1 0-16,-4-6 0 0,1 0 0 0,-3-2 0 15,5-2 0-15,-1-2 0 0,-1-2 0 16,0-2 0-16,4 0 0 0,-2-4 0 0,0-4 0 16,7-6 0-16,-1-4 0 0,2-1 0 15,-3-4 0-15,-3 0 0 0,5-1 0 0,-7 0 0 16,3 6 0-16,-7 6 0 0,-5 5-22 16,0 3-291-16,-1 2-85 0,-1 1-69 0,-5 5-59 15,0 0-86-15,0 0-132 0,0 0-8 16,0 0 81-16,0 0-583 0,0 0-714 0</inkml:trace>
  <inkml:trace contextRef="#ctx0" brushRef="#br0" timeOffset="72403.89">21313 7381 3226 0,'1'5'-17'0,"-1"-5"72"0,0 0 62 0,0 0 33 0,0 0 32 0,0 0 24 0,0 0 16 16,0 0 24-16,0 0 4 0,-7 17-9 16,7-17-5-16,0 9-17 0,0-1-6 15,0-8-22-15,0 16-12 0,0-7-17 0,0-1-20 16,-2 0-6-16,2 0-14 0,-2 1-5 15,1-3-12-15,-3 2-16 0,-3 0-4 0,-4 0-12 16,6-1 1-16,-4-2-13 0,-2-4-7 16,11-1-3-16,0 0-9 0,-20-10-20 0,14-1-13 15,4-5-5-15,0-3-13 16,6-4-14-16,4-7-8 0,-1 8 0 0,3 3-2 16,-3 5 2-16,1 4 1 0,3 2 1 15,0 2 6-15,1 5 2 0,-1 1 1 0,-11 0-1 16,29 7 5-16,-11-3-13 0,-4 5-16 15,6 3-22-15,5 3-30 0,-1-1-20 0,1 0-42 16,-2-1-58-16,-6-4-57 0,-4-2-53 16,3 1-37-16,-1-6-32 0,2 4-9 0,2-5 30 15,4-1 18-15,6-4-24 16,8-1-50-16,3-7-32 0,12-6-368 0,2-1-316 16</inkml:trace>
  <inkml:trace contextRef="#ctx0" brushRef="#br0" timeOffset="72735.37">22166 7175 2240 0,'18'-18'59'0,"-7"6"87"0,-6-1 90 0,2 5 47 0,-5 1 38 15,1 2 19-15,-3 5 23 16,0 0 19-16,0 0-12 0,0 0-3 0,-34 37-8 16,13-8-22-16,-8 14-26 0,1 6-30 15,-5 6-23-15,-6 13-29 0,2 4-21 0,6-13-14 16,-1 13-28-16,1-16-56 0,7-1-54 16,1-4-49-16,-2-1-69 0,8-5-41 0,-2-4-46 15,5-10-38-15,2-4-35 0,2-5-4 16,4-10-4-16,0-7-27 0,4-5-27 0,2 0-18 15,0 0-10-15,-1-21 7 16,4-4 8-16,8-14 22 0,0-19 32 0,1-8 24 16,12-23 42-16,-3 2 54 0,-5 22 68 15,0 5 72-15,-5 11 71 0,-2 12 44 0,-6 13 18 16,3 3 9-16,-2 6-1 0,-3 5 17 16,1 3 14-16,-2 3-2 0,0 4-13 0,0 0-18 15,0 0-15-15,0 0-19 0,8 28-8 16,-7-14-26-16,1 1-48 0,5 5-57 0,-4 3-65 15,-1-1-105-15,4 3-114 0,-6-2-134 16,0 3-234-16,-2 0 32 0,-4 10 71 16,3-4-383-16,-6-1-429 0</inkml:trace>
  <inkml:trace contextRef="#ctx0" brushRef="#br0" timeOffset="73069.03">22382 7635 3018 0,'0'0'228'0,"0"0"-7"0,0 0 13 0,-33 2 16 0,-3 6 3 0,-16 4-9 16,-10 5-12-16,-10-1-10 0,-25 7-21 0,-11 2-15 16,-4 2-17-16,-12 1-18 0,-9-1-13 15,-14 3-14-15,-54 9-15 0,-9-3-7 16,-10 1-6-16,3 1-12 0,-4 4-15 0,10 1-13 15,4-1-2-15,12 3-1 0,48-9-11 16,7-1-5-16,15-4 3 0,17-2-8 16,16 0-6-16,26-5 1 0,10-4-8 0,12-1-3 15,10-6-2-15,7 1 1 0,5-5-4 16,10-1-3-16,2-1-7 0,4-2-19 0,2 1-31 16,4-6-40-16,7 8-53 0,-7-8-67 15,14 3-81-15,-4-1-74 0,-10-2-99 0,25-5-158 16,-8 0-51-16,0 1 51 15,2-6-482-15,8-4-574 0</inkml:trace>
  <inkml:trace contextRef="#ctx0" brushRef="#br0" timeOffset="76501.03">20758 8793 3039 0,'0'0'7'0,"0"0"56"15,0 0 46-15,-15-6 42 0,15 6 45 16,-4-5 23-16,4 5 25 0,2-9 7 0,-2 9 6 16,5-11-8-16,4 2-10 0,2 0-11 15,3-1-6-15,4 3-11 0,3 1-25 0,2 0-11 16,-2 3-16-16,-2 3-18 0,4 0-13 15,-1 3-12-15,3 3-17 0,-3 0-9 0,-8-1-9 16,2 4 1-16,-5-2 1 0,-1 1 6 16,-2 3 2-16,-3 1 10 0,-5-2-5 15,-2 3-4-15,-3 1-5 0,-4 3-4 16,-3 1-9-16,-1-1-25 0,-1-1-1 0,-1-1-5 16,1-1-1-16,3-4-4 0,2 2 0 15,2-3 3-15,0-1-2 0,1 1-2 0,5-3 7 16,1 3-10-16,0 0-34 0,3 1 0 15,7 2 0-15,0 5 0 0,1-2 0 0,2 2 0 16,-1-3 0-16,1 3 0 0,1-3 0 16,-2 1 0-16,1 0 0 0,-4-2 0 0,-6-2 0 15,3 1 0-15,-2-1 0 0,-4-3 0 16,-4 5 0-16,-2-1 0 0,-5 0 0 16,-1 2 0-16,-1-2 0 0,-4 0 0 0,-2 0 0 15,-2-4 0-15,2 1 0 0,-2-1 0 16,-2-2 0-16,-2-2 0 0,6-2 0 15,-1-2 0-15,0-2 0 0,1 1 0 0,0-4 0 16,4 0 0-16,2-4 0 0,2 0-319 16,0-2-431-16,4-1-175 0,3-4 53 0,1 1 112 15,3-4-793-15,3-3-995 0</inkml:trace>
  <inkml:trace contextRef="#ctx0" brushRef="#br0" timeOffset="76884.53">20875 8615 4438 0,'-29'0'-61'0,"2"5"58"0,-11 7 43 0,-13 12 44 0,-5 5 39 0,-10 12 34 0,-3 6 15 16,2 8 12-16,6 7 4 16,8 0-9-16,5 5-7 0,20-11-8 0,6 5-12 15,9-1-13-15,12-2-8 0,6 3-10 16,15-3-16-16,6-3 1 0,12-5-16 0,16 5-9 15,-5-17-7-15,6-5-2 16,6-8-7-16,8-6-18 0,-2-5-6 0,1-8 3 0,3-6-4 16,-3-12 2-16,-1-11-10 15,2 0-3-15,5-16-4 0,-19 7 9 0,6-18 34 0,-17 4 13 16,0-18 2-16,-16 7-3 16,-3-4-3-16,-12-6-12 0,-7-5-5 0,-10-4-7 15,-3 1-5-15,-16-14-7 0,-8 8-9 16,-7 9-5-16,4 24-4 0,-6 7 0 0,-8 12-34 15,-7 8-27-15,-2 9-13 0,-4 8-47 16,-2 8-53-16,2 8-52 0,2 5-66 0,1 4-84 16,10 1-83-16,5 4-88 0,13-6-156 15,7 1-94-15,9-4 93 0,7-1-611 0,7-4-751 16</inkml:trace>
  <inkml:trace contextRef="#ctx0" brushRef="#br0" timeOffset="78036.11">23337 6989 3439 0,'-10'0'-68'0,"10"0"58"0,-19-2 57 0,12 0 62 0,7 2 58 16,-12-3 48-16,12 3 29 16,0 0 9-16,-13-7 6 0,13 7 1 0,-4-10-21 15,4 10-11-15,9-15-8 0,2 7-11 16,9-3-11-16,9-1-18 0,1 2-15 0,4 4-20 15,-3 1-17-15,-6 3-10 0,-4 1-10 16,-3 2-18-16,2 3-5 0,-6 0-11 0,2 5-3 16,-7 2 14-16,-3 1 12 0,-4 5 4 15,-8 1 17-15,-7 14 11 0,-4-3-5 0,-8 5-6 16,3-7-5-16,-1 2-10 0,-2-6-73 16,3 1-30-16,6-3 0 0,2 0 0 15,5-5 0-15,1-3 0 0,3 1 0 16,3-1 0-16,4-3 0 0,0 2 0 0,7 1 0 15,2-4 0-15,6 0 0 0,7-1 0 16,10 1 0-16,0-4 0 0,-4 0 0 16,-1-3 0-16,2-2 0 0,-5 0 0 0,5 0 0 15,9-2-124-15,-10-2-358 0,-1 1-73 16,-6 0-73-16,0-3-114 0,-8 0-74 0,-4 2 81 16,-5-1-663-16,-2-3-849 0</inkml:trace>
  <inkml:trace contextRef="#ctx0" brushRef="#br0" timeOffset="78418.64">23489 6841 3962 0,'-28'4'-85'0,"-10"4"56"16,-8 9 49-16,-6 3 39 0,-6 7 48 15,4 6 37-15,-15 14 31 0,2 5 14 16,6 2-3-16,4 0-10 0,17-9-5 0,4 1-7 15,9 3-4-15,10 3-3 0,6-2 3 16,11-9 2-16,5-3-9 0,15 9-8 0,7-5-11 16,9-3-13-16,7-2-12 0,9-9-9 15,3-4-2-15,4-4-11 0,6-7-12 16,1-9-3-16,7-1-12 0,1-9-6 0,-2-5-4 16,1-4-5-16,10-11-2 0,-15 1-2 15,8-13-10-15,-12-9 0 0,-5-10-5 16,-1-4-5-16,-16-5 0 0,-16 6-19 0,1-19 6 15,-13 13-2-15,-11-2-11 0,-6 1 10 16,-9 3-12-16,-10 6-2 0,-14 7 5 0,-5 7-9 16,-13 11 4-16,-23-1-27 0,6 15-30 15,-3 9-45-15,-3 7-55 0,1 6-64 0,2 4-82 16,3 8-83-16,7 5-81 0,4 1-116 16,9 6-157-16,5-1 81 0,9 2-546 0,4 5-676 15</inkml:trace>
  <inkml:trace contextRef="#ctx0" brushRef="#br0" timeOffset="79753.06">21547 9093 3519 0,'-26'1'-22'0,"2"-1"22"0,6 0 21 0,0 0 40 16,7 0 51-16,11 0 23 0,-19 0 9 0,19 0-2 16,0 0-11-16,0 0-9 15,0 0-10-15,36 5-9 0,-9-2-12 0,14 1-11 16,4-2-6-16,0 1-9 0,-3-4-5 16,2 1-1-16,-12 0-7 0,-1 0-7 0,-5 0-2 15,-2-4-5-15,-5 2-2 0,-4 0-4 16,0 2-2-16,-2 0-3 0,-2-1-2 0,-11 1-1 15,18-2-14-15,-11 2-27 0,-7 0-52 16,14 0-70-16,-14 0-101 0,11-5-101 0,-5 2-119 16,-6 3-180-16,12-9 53 0,-5 4-392 15,6-2-456-15</inkml:trace>
  <inkml:trace contextRef="#ctx0" brushRef="#br0" timeOffset="80183.84">22747 8750 2985 0,'2'-9'150'0,"7"0"14"16,-6 4-9-16,3-1-7 0,-1 0 10 0,3 1-4 0,2 2-13 16,-1-1-16-16,0 4-11 0,3-1-11 15,-12 1-13-15,19 1-5 0,-7 3-11 16,-5 1-8-16,1 2-4 0,-3 0-4 15,0 1 3-15,-5 2 6 0,-2 2 8 0,-5 2 0 16,-2 1-2-16,2 1 3 0,-3-1 3 16,2 0-3-16,1-2-3 0,1 0 2 0,1-1 13 15,0 1 5-15,3-3 11 0,2 4 11 16,2-5 0-16,3 8 3 0,0-5-17 0,5 7-3 16,-1-1-4-16,3 1 5 0,-3-2-12 15,2 2 5-15,-1-4-14 0,1 2-10 0,-5-3 11 16,0 1 9-16,-2-2 15 0,0-1 18 15,-6-2 13-15,4 2 12 0,-4-1 6 0,-2-3 3 16,0 3-6-16,-4-3-10 16,3 0-126-16,-4 0-13 0,-2-3 0 0,0 3 0 15,-2-4 0-15,-1-1 0 0,2 0 0 16,-4-3 0-16,-3-3 0 0,2 0 0 0,-1-1-134 16,3-6-244-16,0-5-106 0,5-2-94 15,1-3-98-15,4-1-141 0,3-5 59 0,2 3-727 16,2 0-932-16</inkml:trace>
  <inkml:trace contextRef="#ctx0" brushRef="#br0" timeOffset="80517.5">22808 8531 3814 0,'-13'-9'-137'0,"1"5"59"0,-12 6 61 16,-12 11 53-16,-19 14 55 0,-18 16 36 15,-5 6 41-15,0 6 28 0,0 8 19 16,3 7 14-16,5 5-5 0,7 0-4 0,13-3-11 15,14 0-1-15,21-14-13 0,9-1-8 16,16-2-2-16,14-1-10 0,15-6-9 0,22 6-28 16,11-10-4-16,9-8-13 0,0-7-12 15,-10-12-15-15,3-6-7 0,3-8-6 0,-4-5-11 16,2-6 5-16,-3-7-16 0,-1-6-10 16,9-14-3-16,-8-4-5 0,-7-5-5 0,-17 1-4 15,4-15-3-15,-16 4-7 16,-2-18 2-16,-13 10 0 0,-14 0-21 0,-3-4 4 15,-15 1-8-15,-10 3-8 0,-23-6-19 16,-11 9-19-16,-13 15-25 0,-13 13-38 0,6 15-41 16,-6 13-55-16,-30 11-80 0,-2 9-101 15,5 13-127-15,5 6-229 0,10 1-13 0,11 1 81 16,11 3-587-16,22-8-721 0</inkml:trace>
  <inkml:trace contextRef="#ctx0" brushRef="#br0" timeOffset="93598.46">4499 11735 663 0,'3'-10'160'0,"-3"10"-9"0,0 0-29 0,2-6 0 16,-2 6-6-16,0 0-5 0,5-5-1 15,-5 5 1-15,5-6 14 0,-5 6 8 16,4-7 5-16,-2 3 10 0,-2 4 2 15,5-8 11-15,-5 8 11 0,8-9 1 0,-5 4 5 16,-3 5-3-16,7-11 10 0,-1 7 5 16,-6 4 0-16,3-8 4 0,-3 8-12 15,0 0-13-15,4-6-14 0,-4 6-12 0,0 0-1 16,0 0 5-16,0 0 0 0,0 0 2 16,-17 29-8-16,7-11-8 0,-3-3-8 15,-6 9-4-15,0-1-18 0,0 2-2 16,-1-1-9-16,2-2-13 0,0 0-3 0,4-5-8 15,2-3-10-15,4 0-8 0,-3-2 4 16,3-4-13-16,4 2-7 0,-3-3-9 0,1-2-12 16,1 1-20-16,5-6-23 0,-12 6-25 15,8-3-34-15,4-3-39 0,0 0-44 0,0 0-27 16,-13-11-30-16,8 5-14 0,5-2 3 16,-3 1 15-16,3-3 22 0,0 2 20 15,-2-5 20-15,0 3 26 0,2 0 27 16,-2-2 42-16,2 1 39 0,2 1 38 15,-2-1 36-15,0 3 31 0,0 0 20 0,0-1 19 0,0 3 8 16,0-1-1-16,2 0 0 16,0 2-9-16,-2 5 4 0,14-8-6 0,-14 8-1 15,0 0-12-15,0 0-7 0,32 13-9 16,-19-3-9-16,10 7-9 0,-7-1-4 0,-2-1-4 16,-1 0-6-16,1-1-7 0,1 1-12 15,-3 1-17-15,-3-4-12 0,1 1-12 16,-4-5-8-16,1 0-7 0,-1-1-9 0,-1 0-7 15,-1-2-15-15,-4-5-15 0,9 4-14 16,-9-4-9-16,0 0-7 0,0 0 5 0,1-19-11 16,-1 5 25-16,-1-2 11 0,-3-2 14 15,1-6 19-15,-3-11 30 0,3 1 37 0,-1 7 33 16,0 5 28-16,1 5 22 16,-1 1 17-16,0 1 9 0,2 5-3 0,0-3-6 15,-2 3-15-15,4 4-17 0,0 6-13 16,-4-6-2-16,4 6-3 0,0 0-13 0,0 0-3 15,4 25-9-15,2-9-3 0,0 3-9 16,0 0 2-16,1 1-7 0,0 1-3 16,4 1-3-16,-6-1-4 0,2-2-6 0,-1-2-10 15,-1-2-3-15,-2 0-15 0,-1-2 1 16,-2-3-3-16,0 1-8 0,-2-5-1 0,-2 2-6 16,4-8-5-16,-13 4 4 0,13-4 1 15,-22-4 3-15,8-6 3 0,-2-2 8 16,-6-8 13-16,1-4 17 0,-1-1 23 0,1 4 22 15,4 5 45-15,5 3 16 0,3 4-2 16,2 2-11-16,-1-2-13 0,5 5-12 16,3 4-11-16,0 0 2 0,0 0-11 15,0 0-4-15,0 0 1 0,38 10-7 0,-15-7-1 16,4-1-5-16,14 4-6 0,2-2-7 16,2-2-3-16,-4-2-26 0,-12-4-41 0,0 2-40 15,-10-1-44-15,3 0-51 0,-2 1-47 16,-3-1-57-16,-4-1-75 0,-4 1-71 0,0-1-102 15,-9 4-117-15,0 0-116 16,0 0 77-16,0 0-565 0,0 0-702 0</inkml:trace>
  <inkml:trace contextRef="#ctx0" brushRef="#br0" timeOffset="94616.57">4382 13697 3261 0,'0'0'23'0,"-2"-8"37"16,2 8 13-16,0 0 11 0,0 0 19 0,0 0 12 15,0 0 11-15,-28 15 1 0,20-7-2 16,-3 1-3-16,1 3-8 0,-3 0-8 0,4 0-6 15,-3 2-8-15,1-5-5 0,3 2-9 16,0-2-6-16,-1-1-12 0,2 1-2 16,-3 1-11-16,2-3-8 0,2-4-15 0,1 2-17 15,5-5-13-15,-11 5-11 16,11-5-4-16,0 0 0 0,0 0-4 0,-23-11 8 16,17 4 2-16,0-7 1 0,0-1 3 15,2-1 15-15,1 1 13 0,-1 3 14 0,2 0 10 16,0 0 2-16,2 5 1 0,-1-3-6 15,1 4-2-15,-2 0-1 0,2 6 1 0,0 0 7 16,3-7 6-16,-3 7 9 0,0 0 2 16,0 0-3-16,22 13-6 0,-11-5-6 15,-2 2-4-15,5 3-4 0,1-1-3 0,-4-1-5 16,3 1 2-16,-5-2-11 16,0 0-4-16,-1-3-9 0,0-1-5 0,-3 2-4 0,1-3-3 15,0-2-1-15,-6-3-6 16,6 7-2-16,-6-7-3 0,0 0-1 0,0 0 1 15,0 0 2-15,0 0 8 0,-6-32 15 16,3 14 12-16,0 1 28 0,1-1 30 0,0 1 27 16,0 5 30-16,0 0 1 0,1 3-10 15,-3-1-8-15,2 4-13 0,2 6 0 0,0 0-20 16,0 0-5-16,0 0-10 0,6 33-13 16,-5-17-3-16,7 4-6 0,-2 1-1 15,2-1-11-15,3 6-11 0,-2-7-43 0,1-3-11 16,-3-2-11-16,1-2-20 0,0 0-17 15,-2-2-24-15,-3-6-45 0,3 3-51 16,0-2-71-16,-6-5-92 0,3 1-104 16,-3-1-133-16,0 0-137 0,0 0 68 0,0 0-517 15,-2-17-647-15</inkml:trace>
  <inkml:trace contextRef="#ctx0" brushRef="#br0" timeOffset="104996.9">3112 14539 3083 0,'-19'8'72'0,"1"-1"6"0,3-3 23 16,3 0 30-16,5-2 54 0,7-2 8 16,-8 4-10-16,8-4-23 0,0 0-16 0,0 0-9 15,47-33-7-15,9 4-9 0,28-14-8 16,13-2-10-16,12 1-13 0,7 0-9 0,-6 7-17 16,-1 2-11-16,-15 6-27 0,-26 8-11 15,-9 5-1-15,-7 2-10 0,-20 4-4 16,-9 5-5-16,-13 5-2 0,-10 0 3 15,0 0 0-15,-40 24 14 0,-14-2 11 16,-26 10 11-16,-10 2 4 0,-7 4 6 0,-7 2 0 16,-1 1 3-16,-2 2-1 0,4 0 11 15,10-2-3-15,8-4 3 0,24-12 4 0,13-1-2 16,13-11 9-16,7 1 5 0,6-3-3 16,8-3-5-16,5-3-1 0,9 1-7 0,0-6-4 15,0 0-3-15,68-11-6 0,2-8-3 16,31-14 0-16,11-2-3 0,10-6-8 15,2 1-22-15,-2 4-26 0,-9 2-17 0,-9 5-9 16,-34 7 2-16,-12 5 2 0,-18 4 3 16,-13 5-2-16,-12 2 6 0,-10 6 3 15,-5 0 11-15,0 0 14 0,-59 16 15 16,-3-2 21-16,-9 1 18 0,-26 6 25 0,4-2 24 16,-2 1 35-16,20-8 10 0,7 0 13 15,5 0 15-15,17-5 7 0,6 0-1 0,13-2-10 16,6-2-14-16,4 1-18 0,10-3-12 15,7-1-15-15,0 0-17 0,54-15-26 16,19 0-36-16,41-4-53 0,14-2-86 0,5-3-76 16,3 6-60-16,-14 1-28 0,-19 5-19 15,-31 5 10-15,-22 3 30 0,-11 4 26 0,-14 2 61 16,-15 3 66-16,-9-1 59 0,-1-4 49 16,-27 17 29-16,-14-5 19 0,-16 3 4 15,-8-1 6-15,0-2 2 0,-1-2-4 16,7-1-7-16,14-4-4 0,15-2-5 15,6-1-46-15,6 0-41 0,7-2-78 0,11 0-81 16,0 0-98-16,0 0-112 0,36-16-179 16,4 9-114-16,3 0 76 0,-2 1-475 0,13-5-573 15</inkml:trace>
  <inkml:trace contextRef="#ctx0" brushRef="#br0" timeOffset="109345.21">2951 17183 1310 0,'-9'1'222'16,"9"-1"-56"-16,-19 2-24 0,19-2 1 0,-15 2-1 15,15-2-2-15,0 0 8 16,-14 0-8-16,14 0 32 0,0 0 15 0,0 0 3 15,-6-10-12-15,10-2-14 0,6 0-12 16,9-7-14-16,15-8-6 0,10-2-16 16,1 0-29-16,9-2-4 0,-4 2-11 0,-1 9-8 15,-3 1-10-15,-14 4-7 0,-7 6-6 16,-6 2-3-16,-2 2-13 0,-6 0 2 0,0 2-3 16,-2-1-20-16,-9 4 6 0,0 0-13 15,0 0-1-15,7 10 0 0,-7-10 2 16,-21 19-3-16,-3-3 16 0,-6 4-18 15,-13 2 6-15,3-1-1 0,4-4 5 16,-8 3 19-16,10-3 23 0,-2-3 16 0,3-2 24 16,1 1 23-16,9-6 27 0,6 0 3 15,3-5 5-15,5 1-10 0,9-3-16 16,0 0-13-16,0 0-10 0,0 0-7 0,51-32-12 16,1 12-9-16,5 1-10 0,0 3-12 15,1-1-24-15,-7 0-14 0,-15 5-13 0,0 2-11 16,-12 3-16-16,-8 2-1 0,0 3-3 15,-7 2 5-15,-9 0 1 0,0 0 5 16,7 7 2-16,-7-7 5 0,-18 13 6 0,0-7 13 16,-3 3 14-16,-1-3 24 0,-3 2 15 15,2-2 17-15,0 1 12 0,6-4 8 16,3 2 5-16,1-5-8 0,4 4-8 16,9-4-3-16,-14 2-11 0,14-2-18 15,0 0-41-15,0 0-46 0,0 0-61 0,0 0-75 16,0 0-74-16,29-12-65 0,-13 12-69 15,-3 0-106-15,2 1-223 0,0 4 39 0,3-5 88 16,0 4-382-16,0-2-447 0</inkml:trace>
  <inkml:trace contextRef="#ctx0" brushRef="#br0" timeOffset="111593.8">4676 17644 2504 0,'0'0'-118'0,"0"0"21"0,0 0 21 15,0 0 15-15,0 0 17 16,0 0 9-16,0 0 15 0,0 0 0 0,0 0 10 0,50-6-2 16,-28 6-1-16,7 0 6 15,11 0-1-15,4 2 1 0,2 0-2 0,1 1-2 16,1 2 6-16,11 6-6 0,6-1 3 15,-8 0-2-15,2 3-5 0,2-3-4 16,2 0 3-16,4-4-3 0,-3 0 5 0,6-1-8 16,5-3 7-16,1-2 3 0,3 0 1 15,-4-2-3-15,0 1-6 0,-5 1-10 16,-7-2-5-16,-11 0 1 0,-6 0 9 0,-1 1 3 16,-5-2-1-16,-8 3 9 15,-1-2 7-15,8-2 1 0,2 1 10 0,-5-2-2 16,2 1 8-16,7-2 16 0,-4 1 7 15,20-3 10-15,2-2 4 0,8 2 6 16,1-1-2-16,7 1-7 0,0 2-3 0,7 0-2 16,0 3-5-16,0 1-3 0,4 1-5 15,-5 1-5-15,-5 0-5 0,0 3-2 0,-4 0-8 16,-5 1-2-16,-2-2-10 0,-5 1-2 16,-12 0-13-16,-5-3-2 0,3 0 6 15,-2 0 1-15,-3 0-2 0,3 0 7 0,-1 0 2 16,1-3 3-16,1 2 2 0,-1-1 2 15,-2 0 4-15,0 0 3 0,-5 0 2 16,0 2 1-16,3-3 0 0,-14 3 0 16,-3-2-5-16,-6 2 2 0,-2 0-1 0,-2 0-5 15,0 0 9-15,-2-1 6 0,0 0 0 16,5 1 0-16,-1-2-2 0,8-2-3 16,11 0 7-16,5 4 13 0,20-4 8 15,6 2 4-15,7 0-2 0,4 4-1 0,2 1-5 16,-2 2-2-16,0 4-2 0,0-1-4 15,-2 2-2-15,-6 0 0 0,0-1-4 16,0 1-4-16,-4 4-1 0,-2-5 0 0,2-1-5 16,-2 0 3-16,-5 0-4 15,4-2 3-15,-2 0 9 0,5-2 7 0,3-1 6 16,-2 1 6-16,3-2-1 0,6 1-2 16,-4 0-1-16,1-1-3 0,-3 3-4 0,-2-1-3 15,0-1-4-15,-7 0-3 0,-15 3 0 16,2-3-3-16,-2 0-2 0,-6-3 1 15,0 2-1-15,-9 2-1 0,-5-4-3 0,-5 1 4 16,-2-2-3-16,0 1-6 0,-1 0 4 16,7-2 0-16,11-2-6 0,6 1 3 15,-2-4-2-15,17-1 3 0,2 3-3 16,2-4-1-16,8 4 2 0,-1-1-1 0,4 2 1 16,1 2 1-16,1-2-5 0,2 3-1 15,-2-3 2-15,1 2-2 0,-5 4 5 16,-1-2-4-16,-5-2-1 0,1 1 2 0,-13 1 2 15,8 0-4-15,-15-3 4 0,7 3 0 16,0 0-1-16,-3-2 0 0,0 0-1 16,17 4-2-16,-18-2 1 0,15 0-2 0,0-2 0 15,-12 4 0-15,-5-2 0 0,3 0 5 16,-5 0-1-16,3-2-3 0,-8 0 3 16,1-1 4-16,-12-2 5 0,-1 3 4 0,-2-2-1 15,5-5 5-15,-2 5-3 0,-7-2 0 16,1 2-4-16,-1-2 4 0,1 0-1 0,1 2-1 15,1 1-8-15,1-1-2 16,0 2 3-16,2 2 2 0,-3-2 0 16,5 4-2-16,10-2-1 0,-1 0-2 0,3 2 2 15,-4 0-3-15,3-4 0 0,-8 2-2 16,5-2 7-16,-7 0-4 0,-3 0 0 0,13-1-4 16,-5 0 2-16,4 1 0 0,-1 0-1 15,0 0 0-15,0 2-1 0,-6 0-4 16,-1 0 2-16,6 0-1 0,2 0 4 0,2 4-6 15,-3-4 8-15,-6 2-5 0,-5-2 4 16,0 0 0-16,-1 0 0 0,-1-2 2 16,2 2-1-16,-1 0-6 0,1 0-1 15,0 0 2-15,-3 0 2 0,14 4 2 16,-2 0-2-16,-6-2 3 0,5 4-8 0,-4-2 3 0,5 1 4 16,-2-1-2-16,-8 1 2 15,-1-2-2-15,2-1-1 0,-4 2-1 16,0-2 5-16,0 2-7 0,2-2 1 0,12 1 2 15,-7-2 1-15,6 4-2 0,0-3 0 16,2 0-3-16,0 0 2 0,2 0 0 0,0 2 2 16,-2-4-1-16,2 4 3 0,-10-2-2 15,-1 0-1-15,-5-2 3 0,1 3-2 16,0-2-2-16,-2 1 2 0,-5 0 1 0,2 0 2 16,-5-1 0-16,2 1 2 15,-4 0 4-15,0-2 8 0,1 0 12 0,-1 0 3 16,0 0 1-16,6 0 1 0,0 0-10 15,0 1 4-15,2-1-8 0,3 1 2 16,1-1-5-16,-4 3 3 0,-2-3-3 0,2 0 4 16,-2 1 2-16,-4-1 0 0,0 2 13 15,0-2 1-15,-4 2 10 0,-13-2 9 0,23 0-2 16,-13 0 3-16,-10 0-4 0,0 0-12 16,19 0 3-16,-19 0-11 0,0 0-2 15,18 0-12-15,-18 0-32 0,0 0-42 0,9-5-60 16,-9 5-65-16,0 0-87 15,-8-16-132-15,-2 6-188 0,5-2 48 0,-6-1-132 16,-3-5-167-16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44:09.0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1099 3959 1124 0,'-13'-4'241'0,"1"2"-52"0,3-2-57 0,-1 2-21 16,10 2-12-16,-12-5-6 0,12 5-12 15,-11-4-9-15,11 4 4 0,-9-1-5 16,9 1 0-16,0 0-5 0,-8-6 6 0,8 6 7 16,0 0-2-16,0 0 0 0,0 0 0 15,0 0 3-15,46 0-5 0,-19 0-7 0,16 2-6 16,5-2 1-16,19 2-13 0,5 1-4 15,10-4-5-15,2 5-5 0,4-7-5 16,3 6 3-16,3-6-8 0,22 6-6 0,-23-6 6 16,22 3 0-16,-24 0-6 0,3 0 1 15,-1 0-3-15,-2 0-8 0,-1 3 9 16,-5-3-8-16,-3-3-4 0,-1 2 5 16,-4 2 24-16,5-1-4 0,-5 0-5 15,3-1 2-15,-2 1-6 0,-2-2-5 0,6 0 3 16,2 0-4-16,2 1 1 0,7 1 10 15,17-4-3-15,-16 3-3 0,24 0 2 0,-4-3-5 16,-1 4-2-16,-23 0-4 0,5 0 2 16,-2 0 1-16,22 4 0 0,-24-3-12 15,-1-1 5-15,-2 3-3 0,-2-1-2 16,0-1 3-16,-3-2 2 0,-8 2-13 0,6 3-1 16,-1-4 2-16,0 2 0 0,-2-2 1 15,4-2 2-15,6 0 4 0,4 2-7 16,19-3-1-16,-21-1-2 0,28 3 1 15,-1-4 2-15,-3 5 9 0,-2-2-5 0,3-2-6 16,-24 2 1-16,25 2-3 0,-24-3 3 16,1 1 3-16,0 4 2 0,-1-2-6 0,-2 0 3 15,-1-2-5-15,-1 2 13 0,0 0-6 16,-4 0 1-16,-1-1-7 0,3 1 7 16,2-2 6-16,1 0-10 0,1 0 0 0,1-1-2 15,20-1-4-15,-21 0-2 16,18-3 6-16,-19 3 1 0,-1 1-10 0,-4-2 3 0,4-2 6 15,-2 3 1-15,-3 0-3 0,1 0 1 16,-2 1-1-16,-4-2 2 0,1 3 1 16,-6 0-1-16,0-2-4 0,-1-1 4 15,2 0 1-15,-1-2-5 0,-1 2 10 16,7-6-2-16,3 3 9 0,-1-2-7 0,25-3-1 16,0-2-6-16,-1 1 8 0,-2-1-6 15,-1 1-3-15,-17 4 5 0,18-2 0 0,-22 2 5 16,25 0 1-16,-24 1-7 0,3 2 8 15,22-1-8-15,1 3 6 0,-1-2-4 16,2 2-7-16,-1-2 9 0,1 0-4 0,3 0-1 16,-1 2 3-16,5 0 5 0,5-2-2 15,2 2 1-15,1 0 2 0,2 1-5 16,-1 1-3-16,1-1 0 0,1 1 2 16,-5-1 0-16,-7 3 1 0,1 1 3 0,-1 3-6 15,-20-3 6-15,22 4-7 0,-7-3 2 16,-20 1 1-16,2 0 5 0,23 1-6 15,-25-3 4-15,3 0-7 0,23 2 3 0,-21-2-11 16,24 0 16-16,-3 2-6 0,4-4-3 16,-3 4 6-16,3-2 0 0,-2 2-2 0,-2-1 5 15,-2 2-3-15,-1 1 1 0,-2 1 2 16,-1 0 0-16,-21 0-3 0,1 1 7 16,19-1-6-16,-23 1 2 0,-1 0-4 15,24 1 3-15,-23-3-5 0,1 0 9 16,23 0-3-16,1 2-1 0,7-1 0 0,3-1-6 15,-1 4 4-15,3 0 5 0,7-1-9 16,2 1 11-16,5 2 0 0,2 1-7 0,3-2 2 16,3 4 5-16,-1-1-6 0,-4 0-2 15,0 1 1-15,-3 0 0 0,0-1-1 16,-4 0 4-16,3-2 1 0,-1 2-4 0,-1-3 3 16,-5 4 1-16,7-5-1 0,-5 3 16 15,2 1-2-15,6 0-7 0,7-2-1 0,-1 5 3 16,2 2-5-16,6-3-6 0,-1 1 9 15,3 2-6-15,-1 5-2 0,3-1 6 16,-7-1-3-16,-2 1 0 0,-3-3 3 0,-5 1 3 16,-7 2-5-16,-8-2-1 15,-6-5 3-15,-7 1-1 0,-1-1-3 0,-6-5 4 16,-5 5-5-16,-19-4 5 0,-1-1-4 16,0 1 0-16,0 0-4 0,2 0 5 0,-1-7-2 15,2 7 6-15,-1 2-12 0,-3-4 9 16,5 1-12-16,1-1 6 0,-3 4 2 0,-3-7-3 15,-2 1 2-15,-9 0-2 0,-1-3-5 16,-15-2 5-16,-4 1-4 0,-3 2 6 16,-11-2-1-16,-4-2 3 0,1 0-5 0,-2-4-2 15,-3 2 1-15,5 0-2 16,7-2-1-16,0 0 8 0,2 0-6 0,2 0 2 0,6 2-3 16,-1-1 8-16,18 1-3 15,6 0-2-15,5 0-6 0,-2-1 2 0,6 3 11 16,0-3-6-16,3 3-3 0,-4 0 4 15,1-2-9-15,6 0 11 0,-5 0 1 0,5-4-1 16,0 4 4-16,4-1-6 0,23-1 0 16,1 0-1-16,4-2 5 0,0 2-3 15,6-2-5-15,6 5 7 0,1 0-5 0,7 1 8 16,6-4-9-16,3 2 3 0,3 4 0 16,6-1 0-16,2 4 0 0,3-3-8 15,1 0 9-15,-1 4 0 0,2-4-5 16,-5 4 2-16,0 0 3 0,-6-2-2 0,1-1 1 15,-6 3-4-15,0-4-1 0,-2-2-5 16,-5 0 10-16,0 2 0 0,-4-4-4 0,2 4 5 16,-5 1 0-16,-1-2-5 0,-1 3 2 15,1-4-2-15,-2 4 4 0,-6 1-5 16,-4 3-1-16,-7 2 1 0,0-1 8 0,-9 1-7 16,-21-2 2-16,-5 3-5 0,-4 1 2 15,-6-4 2-15,-7 0 7 0,-14 0 7 0,-9 1 10 16,-8-6 11-16,-7 0 8 0,-3-1 5 15,-6 1 8-15,2-2-6 0,-5 2-3 0,0-1-9 16,-1-1-6-16,-2 1 2 16,-8-2-9-16,14 0-26 0,-14 0-43 0,0 0-64 0,13 2-62 15,-13-2-71-15,0 0-102 16,0 0-224-16,0 0 20 0,-31-12 62 0,13 8-148 16,-6-2-133-16</inkml:trace>
  <inkml:trace contextRef="#ctx0" brushRef="#br0" timeOffset="1682.7">1587 4847 1844 0,'3'-6'32'16,"2"-1"15"-16,-5 1 9 0,0 6 13 15,-3-10 15-15,-2 4 11 0,5 6 3 0,-15-6 4 16,1 5 3-16,-1-1-6 15,-8 4-2-15,-4 0-3 0,-11 9-4 0,-1 1-10 16,-13 7 1-16,6 2-18 0,-3 1 1 16,6 3 2-16,2 0-12 0,14-5-7 15,2 2-8-15,10-4 2 0,3-3-9 0,7 0-4 16,3-1 0-16,4 0 7 0,8 3 13 16,3 1-1-16,10 1-3 0,2 3-2 15,5-4-5-15,-1 3-3 0,2-2 2 0,-4-4-1 16,0 4-8-16,-2-4 1 0,-8-1-9 15,-2-2 4-15,-3-2 15 0,-4-3 33 0,-1 3 38 16,-3-1 50-16,-2 1 26 0,-6 0 11 16,-2 2-6-16,-5-1-2 0,-4 2-8 15,-5 0-11-15,-4 2-18 0,3-5-9 16,1 0-15-16,2-3-13 0,0 1-13 16,7-6-11-16,-3 0-8 0,5 0-31 0,9-2-51 15,-19 0-60-15,19 0-67 0,-15-6-95 16,13 2-99-16,0-3-104 0,6-3-122 15,3-2-174-15,7-4 60 0,7-10-444 0,5 4-575 16</inkml:trace>
  <inkml:trace contextRef="#ctx0" brushRef="#br0" timeOffset="1850.08">1707 5142 3314 0,'0'0'113'0,"7"-10"27"15,-4 4 29-15,-3 6 23 0,5-6 15 16,-5 6 2-16,4-9-20 0,-4 9-23 0,6-7-21 0,-6 7-29 15,15-9-61-15,-3 3-82 16,0-1-97-16,8-1-117 0,-3 0-130 16,11-7-190-16,-3 0-77 0,-4 4 63 0,-1 1-268 15,-2-2-328-15</inkml:trace>
  <inkml:trace contextRef="#ctx0" brushRef="#br0" timeOffset="2265.71">2063 4919 2444 0,'0'0'66'0,"0"0"22"0,0 0 13 0,0 0 27 15,0 0 36-15,0 0 35 0,0 0 2 16,0 19-4-16,0-11-5 0,0 0-14 16,0 4-12-16,0-3-18 0,2 5-14 15,2 2-13-15,-2-1-9 0,1 1-13 16,4 1-8-16,-2-2-7 0,1-1-10 0,-2-1-9 16,1-1-3-16,-1-5-2 0,2 3-9 15,-4-2 20-15,4-4 26 0,-6-4-11 0,15 2 0 16,-15-2 12-16,19-13 9 0,-8 2-3 15,3-4-1-15,1-9 16 0,2 2-8 16,-6 3 1-16,1 3 13 0,-6 5 6 0,1 2-12 16,-1 0-12-16,-1 1-14 15,-1 2-21-15,1 4-7 0,-5 2 4 0,0 0-18 16,14-4 0-16,-14 4-9 0,0 0-2 16,25 8-1-16,-14-2-7 0,3-3 3 0,-1 2-6 15,3-1 2-15,2 1-4 0,-4-3 1 16,1-1 0-16,1-1 0 0,-1 0 0 0,0-1-7 15,-2-1-2-15,1-2 0 0,-3 1 1 16,0-1 0-16,1-1 0 0,-2 0-9 16,-3 0-1-16,-1-2-43 0,0-1-44 0,-1 1-44 15,-3-3-48-15,0 5-62 0,-2-4-76 16,2 2-87-16,-2 7-87 0,0-8-105 16,0 8-154-16,0 0 24 0,0-6 60 0,0 6-439 15,7-3-564-15</inkml:trace>
  <inkml:trace contextRef="#ctx0" brushRef="#br0" timeOffset="2598.96">2639 4841 3090 0,'2'-7'83'0,"1"-1"47"0,-3 8 34 0,2-12 23 16,-2 12 16-16,4-5 5 0,-4 5-8 15,0 0-6-15,10-3-13 0,-10 3-11 16,0 0-12-16,17 8-16 0,-10-1-14 0,0 2-7 16,0-1-13-16,-3 3-12 15,1 3-7-15,-3-3-9 0,-2 3-5 0,0 0-11 16,-4 3-2-16,-1 2-6 0,-8 9-7 15,-3-3-22-15,-1-1-14 0,0-2-3 0,1-6 9 16,5-8 2-16,0-1-14 0,1-7 2 0,10 0-9 16,-13-14-4-16,11-1 0 15,0-2-3-15,6-7 3 0,3-8-1 0,7 1-1 16,-1 2 1-16,2 3 2 0,1 5 5 16,-7 7 7-16,5 3 10 0,-3 1-3 0,1 2 4 15,-1 3-1-15,0 1 0 0,3 4-4 16,-1 0-1-16,-13 0 2 0,27 9-3 15,-14-4-2-15,1 2-45 0,-2 3-63 0,2-1-90 16,-1 5-75-16,5 7-61 0,2 1-8 16,1-1-131-16,2 2-236 0,-8-5 59 0,1-5 72 15,3-1-344-15,0-5-393 16</inkml:trace>
  <inkml:trace contextRef="#ctx0" brushRef="#br0" timeOffset="2984.32">3224 4684 2700 0,'-4'-25'109'15,"0"6"39"-15,1 2 46 0,-1 3 30 16,0 4 32-16,1-1 20 0,2 3-1 0,-1 0-16 16,0 3-25-16,2 5-27 0,-4-12-22 15,4 12-22-15,0 0-16 0,0 0-14 16,0 0-9-16,0 0-15 0,0 0-6 0,4 27-11 16,0-13-12-16,-3 3-34 15,2 1-52-15,1-1-45 0,-2 1-49 0,-4 2-48 16,0-1-33-16,-6 13-35 0,2-8-18 15,1-7-7-15,1 0 13 0,2-6 22 0,-2-3 3 16,3-2 0-16,1-6 17 0,0 0 22 16,0 0 26-16,0 0 29 0,0 0 37 15,3-40 31-15,-1 21 33 0,2-3 44 0,-2 3 46 16,1 2 41-16,-3 3 36 0,2 2 9 16,0 1-10-16,-2 2-14 0,0 2-8 0,0 7 21 15,0 0 10-15,0 0-14 0,0 0-11 16,0 0-16-16,0 0-13 0,0 0-15 15,0 0-6-15,-5 29-21 0,8-20-62 0,1 1-65 16,1 0-78-16,0 0-42 16,2-1-49-16,-1 0-55 0,1-2-74 0,2-1-82 15,-4-2-197-15,1-1 54 0,-6-3-302 16,0 0-364-16</inkml:trace>
  <inkml:trace contextRef="#ctx0" brushRef="#br0" timeOffset="3331.64">3141 4565 2310 0,'0'-10'13'0,"-3"4"31"0,3 6 13 0,0-13 25 16,0 13 32-16,6-12 22 0,-2 2 16 16,3 2 10-16,-3 1 2 0,2 0 7 15,2 2 5-15,-3 0-10 0,3 0-4 16,-8 5-15-16,9-9-6 0,-9 9-8 0,7-2 6 15,-7 2 3-15,0 0 9 0,14 19 15 16,-10-5 6-16,-2 5 11 0,-2 5 29 0,-4 14 2 16,0 3 14-16,-3 13-10 0,-5 5 12 15,-3 3-20-15,-4 1-17 0,-1 1-18 0,-2 1-17 16,1-4-16-16,2-1-15 0,-2-2-11 16,0-6-11-16,2-2-14 0,2-4-9 15,1-12-17-15,5-1-27 0,-2-4-27 16,3-6-39-16,5-7-45 0,-3-1-51 15,5-5-37-15,-4-1-45 0,5-5-81 0,2-4-98 16,-5 0-101-16,5 0-102 0,0-18-129 16,2-4-23-16,1-12 74 0,6-5-503 0,0-16-635 15</inkml:trace>
  <inkml:trace contextRef="#ctx0" brushRef="#br0" timeOffset="3548.86">2938 4741 3148 0,'-10'-28'50'0,"3"6"45"16,-1 2 64-16,3 4 49 0,1 3 45 0,0 1 31 15,0 3-7-15,2 1-25 16,0 0-29-16,2 8-22 0,0 0 26 0,0 0-16 16,0 0-10-16,0 0-17 0,10 40-13 15,-1-19-23-15,4 8-14 0,1 0-17 16,1 0-10-16,3 0-23 0,-2-5-61 0,0 0-64 16,-1 1-66-16,-1-10-68 0,-3-1-60 15,-4-2-64-15,1-1-68 0,-2-1-77 0,-1-2-119 16,-3-3-134-16,0-2 54 0,-2-3-441 15,0 0-554-15</inkml:trace>
  <inkml:trace contextRef="#ctx0" brushRef="#br0" timeOffset="3800.74">3954 4796 3426 0,'0'0'221'0,"0"0"-22"0,0 0-14 16,0 0 28-16,-51 24 28 0,6-3 6 0,-32 14-1 15,-19 6 1-15,-23 2 2 0,-12 10-23 16,-52 19 0-16,-16 8-3 0,-21 5-3 16,-16 8 3-16,-27 2 6 0,-19 0 0 0,-10 3 4 15,12-1-11-15,2 0-19 0,10-2-23 16,20-11-14-16,28-6-29 0,35-17-137 15,67-19 0-15,23-10 0 0,32-12 0 0</inkml:trace>
  <inkml:trace contextRef="#ctx0" brushRef="#br0" timeOffset="3915.66">0 6304 464 0</inkml:trace>
  <inkml:trace contextRef="#ctx0" brushRef="#br0" timeOffset="6300.41">8600 2153 3910 0,'-10'-6'-208'0,"-3"2"41"0,5-1 36 16,-1 2 25-16,1 1 30 15,-2-1 25-15,10 3 22 0,-13-4 20 0,13 4 22 16,-11-3 9-16,11 3 2 0,0 0-2 15,0 0 14-15,0 0-1 0,0 0 0 16,72 1 2-16,-22-1-7 0,20-1-7 0,6-1 1 16,5-1-2-16,-3 1-5 0,-4-2 3 15,-6 2-5-15,-16-2 0 0,-9 2 2 0,-2-2 1 16,-14 2-6-16,-7 2 4 0,-2-1 4 16,-3-1 4-16,-3 1-12 0,-5-1-9 15,0-1-19-15,-7 3-33 0,9-2-38 16,-9 2-53-16,0 0-76 0,0 0-95 15,0 0-181-15,0 0-32 0,0 0-92 0,0 0-114 16</inkml:trace>
  <inkml:trace contextRef="#ctx0" brushRef="#br0" timeOffset="7234.01">11230 2489 1926 0,'-8'-5'139'16,"3"-2"23"-16,5 7 14 0,-7-11 10 0,7 2 18 16,-1 0 11-16,2-4-4 0,3 4-17 15,4-3-9-15,3 0-21 0,5 2-15 0,3-1-15 16,0 5-11-16,4 2-14 0,-1 2-12 15,5 2-9-15,0 6-7 0,5 2-11 16,-3 6-10-16,-6 3-3 0,-6 0-4 0,-7 0-3 16,-7 1 3-16,-4 5 0 15,-7 8-2-15,-6 2 8 0,-5-1 18 0,1 0 6 16,-4-3 1-16,7-2 11 0,2-8-8 16,3-5-6-16,3-1-3 0,0-2-10 15,4-1 2-15,-1-3 5 0,2-1 14 0,2-6 6 16,6 11-13-16,2-8 2 0,5 1-15 15,3-3-6-15,2-1-12 0,4 0-34 0,-1-1-49 16,1-1-57-16,5-1-68 0,-1-1-91 16,-1-1-93-16,2 1-90 0,7-2-114 15,-10 0-185-15,-8 2 67 0,0 0-412 0,-5-1-547 16</inkml:trace>
  <inkml:trace contextRef="#ctx0" brushRef="#br0" timeOffset="8316.57">12243 2520 2799 0,'0'0'-52'0,"0"0"32"16,0 0 17-16,0 0 25 0,0 0 24 0,0 0 22 15,0 0 32-15,0 0 16 0,0 0 16 16,0 0 6-16,0 0-7 0,0 0-3 0,0 0-13 16,18-5-19-16,1 2-3 15,2 1-40-15,3-2-42 0,12-1-82 0,2-1-77 16,1 2-87-16,-1-3-109 0,-2-1-161 15,0 1-51-15,-7 0 57 0,-10 4-51 16,1-4-51-16</inkml:trace>
  <inkml:trace contextRef="#ctx0" brushRef="#br0" timeOffset="8700.09">12725 2381 1494 0,'2'-6'14'0,"2"2"14"15,3-1 7-15,-7 5 17 0,9-8 23 0,-4 4 5 16,3 1 2-16,-8 3-6 15,15-5-5-15,-15 5-2 0,15 5-11 0,-5 0 2 16,1 2-6-16,-3-1 1 0,0 2-2 0,0 4 11 16,-5-2 14-16,3 1 13 0,-3 2 18 15,-3-1 4-15,0 0 6 0,0 1 19 16,-1-1-13-16,-1 2-13 0,0-2-13 16,0 0-1-16,0 2-6 0,2-2 7 0,0 1 3 15,0 1 3-15,2 3-1 0,2-1 1 16,-1 1 8-16,-1-1-8 0,4 1-3 15,-2-3-6-15,2 6-9 0,0-5-4 0,-5 2-8 16,3-3 11-16,-2 0 8 0,2 1 3 16,-3-1 20-16,-1-1 12 0,-1 0 15 15,-1-1 10-15,-2-1 4 0,0 1 5 0,-1 0 4 16,-1-3-9-16,-2-1-9 0,1 2-9 16,-3-4-14-16,-2 1-17 0,1-1-8 15,-2-4-29-15,-2 2-67 0,-4-2-82 16,-2 0-83-16,-4 0-87 0,-2-2-80 0,0 5-99 15,-5-5-116-15,3 0-217 0,1 1 38 16,-1-1 78-16,7 0-390 0,1 0-507 0</inkml:trace>
  <inkml:trace contextRef="#ctx0" brushRef="#br0" timeOffset="9349.75">11332 2983 2568 0,'-14'2'-107'0,"-4"-2"49"0,1 0 36 0,2 0 35 16,-2 0 33-16,-1 2 35 0,-3-2 34 0,3 0 20 16,-5 0 31-16,1 0 10 15,2 0-5-15,1 0 8 0,-3 1 1 0,8-1 2 16,-4 0-5-16,5 1-5 0,13-1-10 0,-21 3-6 16,21-3-12-16,-13 0-14 15,13 0-13-15,0 0-3 0,-8 3 21 0,8-3 7 16,0 0-2-16,38 6-8 0,2-5-9 15,10 1-13-15,15 0-14 0,1-1-8 0,3 1-9 16,-5 1-5-16,-10-3-11 0,-6-3-4 16,-3 3-6-16,-5 0-2 0,-7 0-4 15,-11 0 13-15,0 0 39 0,-8-2 25 0,0 2 14 16,-1-1 9-16,-13 1 8 16,21 0-1-16,-21 0-6 0,16-2-9 0,-16 2-12 0,9-2-14 15,-9 2-12-15,0 0-11 0,15-1-13 16,-15 1-7-16,0 0-18 0,0 0-44 15,16 0-35-15,-16 0-88 0,0 0-79 16,0 0-103-16,7-4-120 0,-7 4-137 16,0 0-218-16,0-8-87 0,0 8 87 0,0 0-651 15,4-8-874-15</inkml:trace>
  <inkml:trace contextRef="#ctx0" brushRef="#br0" timeOffset="9847.77">12688 3196 3582 0,'-29'0'-113'0,"4"-2"50"0,2 0 26 0,3 1 29 0,-3 1 39 16,-1-3 41-16,8 3 34 0,0-3 29 0,1 2 9 15,3-1-4-15,12 2-5 0,-13-2 2 16,13 2 6-16,0 0 5 0,0 0-5 0,0 0-9 16,83 2-13-16,-21 0-13 0,5-2-10 15,5 0-13-15,1 0-8 0,-1 0-6 16,-4-2-5-16,-5 0-4 0,-15-1-12 16,-4 3-1-16,-14-2-7 0,-3 2 1 15,-8-2 0-15,-4 2-7 0,1 0-1 0,-5-2-2 16,-11 2-6-16,17 0-5 0,-17 0-5 15,0 0-30-15,0 0-45 0,0 0-60 0,0 0-68 16,0 0-76-16,0 0-90 0,0 0-139 16,0 0-206-16,0 0 44 0,0 0 74 0,0 0-273 15,0 0-337-15</inkml:trace>
  <inkml:trace contextRef="#ctx0" brushRef="#br0" timeOffset="14497.12">17843 2602 2281 0,'0'0'-7'0,"0"0"38"16,0 0 28-16,-8-14 26 0,8 14 31 0,0 0 22 16,-3-10 36-16,3 10 17 15,0-7 14-15,0 7-3 0,0 0 1 0,3-10 3 16,-3 10 1-16,0 0-3 0,0 0-16 15,0-10-17-15,0 10-24 0,0 0-22 0,0 0-12 16,0 0 3-16,-10 25-2 0,3-3-4 16,-2 7-10-16,-2 4-5 0,2 4 8 15,4-3-5-15,-5 4-10 0,6-4-5 0,2-5-4 16,2-5 4-16,2 0 7 0,0-2-10 16,0-3-4-16,2-1 3 0,2-3 18 0,-3-1 7 15,5-1 9-15,-3-2 0 0,5-4-2 16,1 0-8-16,3-4-15 0,1-3 0 15,4-2-9-15,4-1-10 0,0-4-9 16,7-5-3-16,1-1-10 0,-1-5-4 16,-1 3 0-16,-2-1-5 0,-8 6-4 0,-4 2-11 15,-3 1-3-15,-5 1-10 0,2 2-10 16,-9 4 2-16,12-3-5 0,-12 3 3 0,0 0-1 16,10 13 9-16,-8-5-8 0,-2 0-1 15,1 5 3-15,-1 1-1 0,2 1 1 0,0 1 4 16,2 1-2-16,-2 0-2 15,-1 1 1-15,3 0 2 0,1-1-3 0,-3-2-1 16,0-1-7-16,-1-1-26 0,1-1-27 0,-2-3-52 16,2-1-46-16,-2 0-50 15,2 0-71-15,0-1-74 0,0-1-77 0,-2-6-73 16,1 8-128-16,-1-8-137 0,0 0 61 16,0 0-508-16,24-14-678 0</inkml:trace>
  <inkml:trace contextRef="#ctx0" brushRef="#br0" timeOffset="14680.07">18485 2973 3461 0,'0'0'71'0,"0"0"31"0,0 0 12 0,0 0 21 0,0 0 15 16,0 0 11-16,0 0-5 0,0 0-15 16,0 0-20-16,0 0-14 0,0 0-26 15,0 0-40-15,0 0-53 0,0 0-67 0,30 4-87 16,-3-8-89-16,2 1-100 0,9-4-150 15,-2-2-121-15,1-1 62 0,2-4-211 0,8-3-265 16</inkml:trace>
  <inkml:trace contextRef="#ctx0" brushRef="#br0" timeOffset="15013.61">19236 2685 2140 0,'4'-4'25'0,"-4"4"19"15,3-6 18-15,-3 6 14 0,0 0 17 0,0 0 20 16,0 0 12-16,0 0-1 0,-27 14 5 15,13-2 8-15,-11 3-3 0,0 4 3 0,-2-1 4 16,0 3-7-16,2 0-15 16,7-1-10-16,0-1-14 0,9-4 2 0,0 3-12 15,4-5 1-15,3 1-8 0,4 0 5 16,6 3-4-16,2-1 3 0,1-1 4 0,-1 1-7 16,-1-5-4-16,0 1 3 0,3-1-3 15,-4 1 17-15,-3-4 3 0,1 3-19 16,-1-3-4-16,0-1 0 0,-1 0-2 0,-2 1 6 15,-1-1 10-15,-1 0-7 0,0-7-5 16,-1 14-6-16,-1-8-8 0,-4 3 1 0,-2-1-12 16,-3-1-2-16,0 2-8 15,-1-4-24-15,1-2-22 0,-5 2-38 0,5-3-36 16,-3 0-58-16,14-2-89 0,-24-4-100 16,14-1-140-16,2-7-219 0,8 0 3 0,8-8 75 15,17-6-335-15,17-6-423 0</inkml:trace>
  <inkml:trace contextRef="#ctx0" brushRef="#br0" timeOffset="15263.77">20226 2380 2901 0,'-7'-16'162'0,"-1"6"7"0,3 2-4 16,-2 4-14-16,-2 6 18 0,9-2 29 0,-27 14 19 15,7 5-6-15,-3 10 0 0,4 0-5 16,-5 13-18-16,6 3-16 0,0 2-12 0,6-2-17 16,-1 4-12-16,6-11-12 0,3 1-26 15,1-2-12-15,-1 1-46 0,2 0-46 16,2-1-65-16,0-6-93 0,2 6-106 16,0-7-106-16,0-6-161 0,-2-1-165 0,2-5 63 15,-1 0-403-15,3-7-519 0</inkml:trace>
  <inkml:trace contextRef="#ctx0" brushRef="#br0" timeOffset="15430.29">20005 3016 2824 0,'-12'-9'89'15,"-1"3"66"-15,2 0 47 0,6 0 44 16,5 6 40-16,-10-6 20 0,10 6 8 16,-8-6-21-16,8 6-32 0,-5-4-25 0,5 4-37 15,0 0-80-15,0 0-83 16,16-17-84-16,6 9-105 0,14 3-137 0,6-4-186 0,2 0-244 15,13-2 52-15,-4 3 76 16,-2-6-299-16,-8 4-373 0</inkml:trace>
  <inkml:trace contextRef="#ctx0" brushRef="#br0" timeOffset="15862.25">20484 2980 2458 0,'-16'7'115'16,"3"-2"26"-16,4-2-9 0,4 1-7 15,5-4 2-15,-11 5-11 0,11-5 7 16,-7 3-12-16,7-3-9 0,0 0-14 0,0 0-3 16,0 0-7-16,0 0-6 0,0 0-2 15,0 0-15-15,0 0 15 0,38 0 27 0,-38 0 10 16,16-10 2-16,-11 2-1 16,4-1 0-16,-1-1-10 0,-3-2-12 0,4-2 1 15,-4 1-6-15,1 3 5 0,-3 0-3 16,-1 1-7-16,2 3-12 0,-2-2-9 15,-2 8-11-15,4-10-7 0,-4 10-5 0,0 0-4 16,-1-7-3-16,1 7-5 0,0 0-1 16,0 0 3-16,1-9 0 0,-1 9-2 0,0 0 4 15,10-7 18-15,-10 7 17 0,21-4 5 16,-8 2-1-16,6 0-10 0,-2 4-8 0,0 0-3 16,2 2-10-16,-2 0-14 0,1 6-1 15,0-1 1-15,4 11 0 16,-8-4-2-16,-1 1 6 0,-4 0 2 0,-6 3-1 15,3-3 4-15,-4 2-5 0,2 0 11 16,-4-2-3-16,2-2-5 0,-2-1 4 0,0-1-25 16,0 0-40-16,2-3-58 0,-4 1-78 15,4-3-101-15,-2-2-142 0,6-2-201 0,-6-4-132 16,0 0 80-16,19-2-458 0,-19 2-594 16</inkml:trace>
  <inkml:trace contextRef="#ctx0" brushRef="#br0" timeOffset="16229.93">21385 2923 3378 0,'0'0'99'0,"0"0"2"0,-26 16 0 0,26-16 14 0,0 0 11 0,0 0 15 16,0 0-4-16,-10 2-8 0,10-2-14 15,0 0-11-15,0 0-5 0,0 0-8 16,0 0-9-16,0 0-8 0,0 0-3 0,0 0-8 15,28 2 0-15,-28-2 26 0,0 0 18 16,22-6 11-16,-22 6 5 0,9-7-15 0,-6 4-7 16,-3 3-9-16,4-10-13 0,-4 10-4 15,0 0-17-15,-7-11-9 0,-4 7-1 0,-5 2-10 16,-1 2-4-16,-4 0-1 0,0 5-6 16,-1-2 1-16,-3 6 1 0,4-3-14 15,-1 5 10-15,-4 3 2 0,9-2-6 16,2 1 11-16,5-1-16 0,3 0 3 15,1 3-1-15,4-1-2 0,2 0 4 0,6 1-10 16,3 1-44-16,8 0-63 0,8 0-86 16,6-1-117-16,5-6-134 0,2 0-168 0,-8-7-160 15,1-2 81-15,7-4-493 0,-8 0-639 16</inkml:trace>
  <inkml:trace contextRef="#ctx0" brushRef="#br0" timeOffset="16597.09">21831 2885 3106 0,'0'0'32'0,"-23"-1"48"0,23 1 26 0,-13 0 20 16,13 0 16-16,0 0 11 0,0 0-11 15,-21 4-5-15,21-4-8 0,0 0-9 0,-8 6-11 16,8-6-10-16,0 0-4 16,0 0-10-16,13 14-10 0,-3-11-7 0,0-1-10 0,1 2-4 15,-11-4-2-15,15 2 3 0,-5 0-11 16,-10-2 0-16,0 0 3 0,17-4-7 15,-17 4 3-15,0 0-3 0,-2-9-5 16,2 9-6-16,-15-10-2 0,0 6-1 16,-6 4 7-16,-4 0 10 0,-2 4 5 0,-7 3 8 15,1-1 0-15,3 4 20 0,3 4 12 16,7-3 18-16,2 1 12 0,3 2 22 0,3-1 12 16,3 1 0-16,4-1-11 0,1 1-3 15,2-2-10-15,4 0-8 0,2 4-10 0,1-3-9 16,8 3-13-16,3-4-19 0,2-2-50 15,5-2-59-15,4 5-55 0,-4-4-62 16,0 0-90-16,-4 0-126 0,-3-3-124 0,-4-2-146 16,-4 0-145-16,-6 1 67 15,-2-5-578-15,0 0-757 0</inkml:trace>
  <inkml:trace contextRef="#ctx0" brushRef="#br0" timeOffset="17229.72">17774 3287 3459 0,'-8'2'-81'0,"2"3"23"0,6-5 23 16,0 0 39-16,0 0 52 0,0 0 38 16,0 0 18-16,25 7 4 0,-3-9-12 15,16-2-7-15,3 3-1 0,7-5-20 0,-3 5-6 16,0-4-4-16,-7 3-7 0,-10-1-7 15,-6 1-1-15,-6 0-7 0,-4 1-10 0,-12 1-4 16,0 0 4-16,0 0-6 0,0 0-7 16,0 0-1-16,-65 10 16 0,25-7 11 15,0 1 9-15,2 4 5 0,8-4 3 16,5-1 6-16,2 0-6 0,5 2 2 16,5-4-10-16,0 0-3 0,1 1-6 0,12-2-1 15,-16 1-6-15,16-1 0 0,-12 2-4 16,12-2-1-16,0 0-2 0,0 0-2 0,0 0-4 15,0 0-8-15,37-5-29 0,-21 3-34 16,9-3-38-16,0 0-56 0,-3 2-54 0,3-2-52 16,0 0-63-16,-2 1-87 0,-1-1-121 15,0-2-112-15,-3 2 60 0,-2-3-235 16,-2 4-288-16</inkml:trace>
  <inkml:trace contextRef="#ctx0" brushRef="#br0" timeOffset="17746.4">19824 3328 2190 0,'-25'0'71'0,"0"0"53"0,0 0 37 0,-6 2 28 0,2-2 35 0,-1 0 20 15,1 0 14-15,1-2-2 0,5 2-13 16,1 0-19-16,4 0-19 0,4 0-17 0,1 0-11 15,13 0-13-15,-17 0-13 0,17 0-13 16,0 0-8-16,0 0-6 0,0 0-5 16,0 0-15-16,0 0-10 0,51-5-8 15,-9 3-5-15,6-2-9 0,-3 1-18 16,3 1-30-16,-4-3-15 0,-12 4-19 0,-7-1-13 16,-6 2-8-16,-6-2-2 0,-4 4 4 15,-9-2 5-15,0 0 1 0,0 0 15 0,-85 8 22 16,21-6 23-16,-11 0 23 0,3 1 17 15,2-1 6-15,6 1-1 0,17-1-10 0,7-2-6 16,10 2-8-16,8 0-14 0,3-2-39 16,6 0-56-16,6 1-58 0,7-1-77 0,0 0-118 15,0 0-148-15,39 11-179 0,5-11-118 16,-2-1 79-16,2-3-476 0,2 0-613 16</inkml:trace>
  <inkml:trace contextRef="#ctx0" brushRef="#br0" timeOffset="21579.86">3529 4149 1672 0,'-13'-12'69'0,"-3"0"-27"0,-1 4-6 0,-15-6 1 16,-2-1 8-16,-5 2 13 0,-10-3 4 15,-3-1 3-15,-3 0-1 0,-2 2-5 0,-8-2-4 16,-3 4-5-16,-9-1-5 0,-1 3-3 16,-8 6-3-16,-3 4-5 0,-26 5-9 15,-5 3 1-15,-6 9-2 0,-7 8-8 0,-10 6 0 16,-4 8-2-16,-41 16-1 0,7 4 0 15,46-13 0-15,-1 4-2 0,-39 22 0 0,7 4-8 16,0 4 15-16,8 6 11 0,-3 2 10 16,14 5 13-16,10 8 5 0,15 8 6 15</inkml:trace>
  <inkml:trace contextRef="#ctx0" brushRef="#br0" timeOffset="21863.44">51 6278 3428 0,'128'56'16'16,"47"2"-8"-16,-36-25-4 0,19-15 0 0,14-5 5 15,11-15 4-15,55-12-3 0,-12-12-5 16,0-15 1-16,-7-8 22 0,-4-16-3 16,-9-9 6-16,-16-5 2 0,-7-12-1 0,-22-4 11 15,-21-7-17-15,-20-9 0 0,-43 21-1 16,-16-10 4-16,-16-1 6 0,-9-10-3 0,-20-6 2 16,-14-3 2-16,-16-3-6 15,-20 3 3-15,-17 5-12 0,-20 6-7 0,-39-10-1 16,8 42-2-16,-16 17-10 0,-11 20 0 15,-12 19-4-15,-6 17-24 0,-10 20-29 16,-53 22-34-16,7 21-28 0,11 14-32 0,17 4-32 16,19 1-40-16,47-16-42 0,17-2-76 15,18-4-145-15,26-14 6 0,14 1-81 0,9-4-62 16</inkml:trace>
  <inkml:trace contextRef="#ctx0" brushRef="#br0" timeOffset="22695.16">3595 4584 1738 0,'8'-8'225'0,"0"3"9"0,-3 1-34 16,-5 4-27-16,6-8-17 15,-6 8-21-15,0 0-11 0,0 0-11 0,0 0 13 16,0 0-15-16,0 0-6 0,-11 34-10 15,2-18-12-15,-3 3 3 0,-3 5 3 16,-5-1-12-16,-1 2-6 0,1-1-10 16,-3-2-6-16,1 0-7 0,0-3-1 0,5-3-6 15,-1-7-6-15,7 0-12 0,2-4-14 0,-1-1-26 16,10-4-24-16,-17-4-8 0,8-4 2 16,2-5 1-16,0-7 12 0,5-2 4 15,0-2 14-15,4 0 6 0,2 2 26 16,1 0 16-16,-1 5 6 0,-1 1-2 15,2 3-7-15,5 1 15 0,-3 4 16 0,5 3 5 16,1 4-1-16,3 2-6 0,4 4-5 16,10 6-6-16,3 3 0 0,-1 4-6 0,3 0-5 15,3 7 1-15,2-3-5 0,-10-3-5 16,1-2-3-16,-6 0-15 0,-6-5-8 16,-2-3-14-16,-5 0 2 0,-3-4-1 0,-2-1 3 15,-1 0 9-15,-6-4-6 0,10 3-6 16,-10-3-4-16,0 0 5 0,0 0 0 0,-6-21 2 15,-2 1 2-15,-1-9-8 0,0-7-3 16,0 1 26-16,-3-3 20 0,2 5 30 16,2 9 18-16,2 5 3 0,3 5-9 15,1 3-15-15,-2 0-10 0,2 4-7 16,2 7-4-16,0 0-2 0,0 0-1 0,0 0-7 16,0 0-2-16,11 39-1 0,-5-18 5 15,0 4-9-15,2 4 0 0,-3 3-2 0,-3-4 1 16,-2-4 0-16,-2 0-1 0,-5 10-4 15,-5-3-14-15,-3 2-8 0,-1-4 3 0,-4-8 0 16,4-3 3-16,2-4 2 0,-2-7 7 16,1-5 3-16,0-4 1 15,-7-5 5-15,-5-10 10 0,7-4 5 0,1-2 18 16,10 4 23-16,1 1 12 0,3 5-19 0,8-1-8 16,1 1-6-16,9 1-7 0,14-5-3 15,11 5-5-15,17-1-6 0,11 2-42 16,9 0-73-16,-1-5-110 0,23-4-141 0,3-1-184 15,-1-7-208-15,2 3 67 0,-8-4 69 16,-5-2-344-16,-24 5-419 0</inkml:trace>
  <inkml:trace contextRef="#ctx0" brushRef="#br0" timeOffset="26744.6">1432 6732 3065 0,'-3'-12'410'0,"1"1"-18"16,2 2-27-16,0 3-9 0,0 6-3 0,-2-12-17 15,2 12-51-15,0-7-47 16,0 7-23-16,0 0-26 0,0 0-19 0,0 0 6 0,0 0-4 16,13 21-20-16,-5-1-15 15,3 9-12-15,0 4-14 0,3 1-11 0,-1 0-10 16,-3 4-8-16,1-2-9 0,-1-2-3 15,-5 1-23-15,2-4-39 0,-4-8-44 16,-3-2-52-16,0-6-54 0,-1-1-48 0,-1-1-45 16,0-5-59-16,2-2-63 0,-5-2-56 15,5-4-55-15,0 0-54 0,0 0-102 0,-9-24-66 16,5 9 50-16,2-6-387 0,-3-5-500 16</inkml:trace>
  <inkml:trace contextRef="#ctx0" brushRef="#br0" timeOffset="27128.64">1461 6700 2802 0,'-6'-21'7'15,"3"4"51"-15,-1 1 40 0,0 2 32 0,0 2 44 16,4 1 3-16,0 1-3 0,0 1-15 16,4-1-20-16,2 2-11 0,1 1-12 15,3 3-15-15,3 4 0 0,0 0-4 0,5 2-5 16,2 7-5-16,1-1-9 0,4 8-3 16,-3 3-9-16,-4 2 8 0,-6-1 13 15,-3-1 0-15,-1 2-3 0,-5-1-6 16,1 2-3-16,-1-3 0 0,-1-2-6 15,0-3-1-15,1-2-2 0,-3 0 3 0,4-2-2 16,-2 0 0-16,0-3 0 0,1 3-1 16,1-4-5-16,2 2-9 0,2-1-2 0,-1 1-4 15,4 4-2-15,0-2 9 0,-2-1 1 16,4 7 5-16,-1-1 8 0,-1 1 7 16,-4-1 31-16,3 3 8 0,-4 1 28 0,-2-2 18 15,-2 0 22-15,-4 0 11 0,0 1 8 16,-6 0 1-16,-2 1-3 0,-6 6-15 0,-2-3-183 15,3-5 0-15,0-3 0 0,-2-2 0 16,-1-1 0-16,2-5 0 0,0 0 0 16,1-6 0-16,-4-3 0 0,-1-6 0 15,6-3 0-15,-4-13-297 0,9 6-234 16,7-1-93-16,4-2-165 0,9-7-70 0,8 5 91 16,5-2-702-16,4 4-919 0</inkml:trace>
  <inkml:trace contextRef="#ctx0" brushRef="#br0" timeOffset="27294.1">2090 6867 4355 0,'0'0'108'0,"0"0"68"0,13 1 54 16,-13-1 28-16,0 0 31 0,0 0 10 15,0 0-10-15,0 0-21 0,21-3-28 0,-15-1-23 16,8 0-24-16,-1-4-25 0,2 0-50 16,0-1-83-16,3-3-107 0,-2 2-103 15,0 0-118-15,1 0-121 0,-3 3-127 16,-2-2-222-16,1 2 8 0,-4-1 73 0,2 3-525 15,-4-2-670-15</inkml:trace>
  <inkml:trace contextRef="#ctx0" brushRef="#br0" timeOffset="27511.35">2426 6447 3520 0,'-6'-9'155'0,"4"2"64"0,2 7 46 0,-4-6 29 15,4 6-3-15,0 0 0 0,0 0-11 16,0 0 30-16,0 0 11 0,0 0-17 15,0 0-26-15,13 42-29 0,-7-11-21 0,1 0-23 16,2 1-19-16,0 2-19 16,-4 0-18-16,1-1-28 0,-2-4-56 0,-2-6-84 15,-2 1-100-15,2-5-88 0,-4 2-90 16,2-4-91-16,0 0-96 0,0-3-116 0,0-6-184 16,0-1 21-16,0-2 91 0,0-5-541 15,0 0-675-15</inkml:trace>
  <inkml:trace contextRef="#ctx0" brushRef="#br0" timeOffset="27694.89">2304 6391 3212 0,'-20'-12'129'0,"7"4"75"15,1 2 73-15,5 1 53 0,-1 1 47 16,8 4 10-16,-11-6-9 0,11 6-28 0,-8-8-37 16,8 8-31-16,2-8-30 15,-2 8-27-15,17-15-26 0,-2 3-69 0,3 2-104 16,3 3-124-16,1-3-124 0,1 5-110 15,0 2-135-15,-1 3-197 0,-4 3-114 0,3 4 81 16,-6 3-600-16,-1 5-755 0</inkml:trace>
  <inkml:trace contextRef="#ctx0" brushRef="#br0" timeOffset="28127.33">2748 6720 4000 0,'-7'8'219'15,"4"1"27"-15,1-4 46 0,2-5 7 16,-4 7 10-16,4-7-16 0,0 0-21 16,0 0-23-16,0 0-31 0,0 0-21 0,0 0-18 15,0 0-15-15,0 0-16 0,29-14-16 16,-22 7-14-16,-1-1-14 0,0-1-6 0,0-3-13 16,-1-3-11-16,-3-4-29 0,-2-2-31 15,-2-4-27-15,-1-10-26 0,-3 0-24 16,-4 3-11-16,3 0-5 0,-3 8 7 0,3 5 2 15,0 4 6-15,0 1 0 0,0 3 5 16,-1 4 3-16,0 3 5 0,2-2 5 16,-1 3 5-16,2 0-1 0,5 3 3 15,0 0 4-15,0 0 2 0,0 0 7 0,0 0 2 16,0 0 10-16,18-14 0 0,-2 10 2 16,2 1 2-16,5-1 0 0,2 0 1 0,-4 4 4 15,0-2 31-15,2 4 7 0,-2 2 14 16,4 2 17-16,-5 1 3 0,0 3 10 15,-3 2-4-15,0 1 0 0,-1 1-4 0,2 7-9 16,-4-2 1-16,-3-3-4 0,0 2-6 16,-1-1-12-16,-2 0-6 0,-1-4-29 15,-3 1-66-15,2 0-74 0,0-1-77 0,-2-3-85 16,-1-2-112-16,1-1-109 0,0-1-147 16,-1-2-95-16,-3-4 68 0,0 0-588 15,0 0-741-15</inkml:trace>
  <inkml:trace contextRef="#ctx0" brushRef="#br0" timeOffset="28510.9">3344 6220 3381 0,'0'0'14'0,"0"0"44"0,0 0 22 0,-31 11 28 0,31-11 23 0,0 0 27 0,-7 6 17 16,7-6 11-16,0 0 9 0,0 0 1 15,0 0-4-15,17 16-16 0,-9-14-20 16,-8-2-11-16,18 2-16 0,-18-2-11 15,27-6-8-15,-11 4-23 0,-1-4-5 0,0-1-11 16,-2 2-3-16,-1-4-5 0,-1 3-6 16,-5-2 6-16,-1 2 1 0,-1-1-4 15,-2-2-8-15,-2 9-7 0,-4-12-10 0,4 12-3 16,-16-2-3-16,16 2-3 0,-38 14-7 16,3 0 3-16,4 6-5 0,-5 5-4 0,9-4 1 15,3 5-6-15,1-1 1 16,6 0 1-16,2-2-3 0,7-3 5 0,2-3 0 0,2-1 9 15,4-3 11-15,2-1 12 0,2-1 15 16,1-1-3-16,7 0 3 0,-2-5-4 16,5-1-8-16,2-2 1 0,2-2-13 15,1-2-10-15,2-3-59 0,1-4-75 0,9-3-100 16,-1-2-134-16,1-4-139 0,4-8-175 16,-9 4-107-16,2-1 55 0,1-7-604 15,-3 5-769-15</inkml:trace>
  <inkml:trace contextRef="#ctx0" brushRef="#br0" timeOffset="28861.16">3695 5982 3357 0,'-16'0'-13'15,"16"0"78"-15,0 0 61 0,-15 10 50 0,14-3 36 16,-3 1 24-16,4 0 11 0,0-8 10 16,5 17 1-16,-1-7-10 0,3-2-13 15,5 3-10-15,1-5-18 0,0 0-18 16,7 0-19-16,-1-3-15 0,0-6-12 0,0 3-18 15,2-4-13-15,0-1-17 0,-2-2 0 16,-1 1 31-16,-4-1 17 0,-1-1 19 16,-3 2 8-16,-2-4 5 0,-1 3-2 0,-3-1-7 15,-2 4-18-15,-2 4-140 16,0 0-8-16,-11-10 0 0,11 10 0 0,0 0 0 16,-40 14 0-16,22-1 0 0,4-1 0 15,0 5 0-15,5 0 0 0,-1 0 0 0,6-2 0 16,0-1 0-16,4-2 0 0,4 0 0 15,2 2 0-15,2-4 0 0,1 0 0 0,3-1 0 16,1-4 0-16,0-2 0 0,2-1 0 16,0 1 0-16,1 1-326 0,0-1-154 0,-4-1-132 15,1 3-177-15,-4-1-56 0,-6 4 88 16,-3 2-733-16,-5 4-938 0</inkml:trace>
  <inkml:trace contextRef="#ctx0" brushRef="#br0" timeOffset="29178.38">1400 7744 4437 0,'-38'13'165'0,"8"-5"28"0,8 0 31 16,6-6 30-16,6 1 11 0,10-3-11 15,0 0-7-15,34-29-13 0,41-17-15 0,29-5-19 16,59-27-20-16,18-6-18 0,24-7-20 15,15-2-50-15,-3 2-48 0,11 0-31 16,-3 4-17-16,-4 8 0 0,-7 7-8 0,-19 6 0 16,-57 18 13-16,-12 6-12 15,-19 8 6-15,-41 9-1 0,-5 4 2 0,-17 3 8 16,-12 7 1-16,-9 3 3 0,-3 2-9 16,-6 0-23-16,-5 1-39 0,-4 1-62 0,-5 4-74 15,8-4-107-15,-8 4-114 0,0 0-133 16,0 0-208-16,0 0 29 0,0 0 75 0,0 0-514 15,0 0-638-15</inkml:trace>
  <inkml:trace contextRef="#ctx0" brushRef="#br0" timeOffset="35709.54">15879 4071 2965 0,'0'0'328'0,"0"0"-51"15,18-8-45-15,-18 8-4 0,0 0 9 16,7-3 14-16,-7 3-6 0,0 0 6 16,0 0 11-16,4-5-6 0,-4 5-16 0,0 0-7 15,0 0-21-15,0 0-13 0,-2-13-8 16,2 13-14-16,0 0-10 0,-2-8-10 0,2 8-18 16,-3-9-11-16,3 9-12 0,-8-8-10 15,2 1-12-15,-2 2-8 0,-1-1-9 16,-3-3-7-16,-1-1-9 0,-4 0-5 0,-9-5-7 15,-1 2-7-15,-2-1-2 0,-1-1-21 16,1 1-19-16,-5 2 0 0,2 0 0 16,1 0 0-16,-6 0 0 0,1 0 0 15,0 2 0-15,0-1 0 0,-2 1 0 0,0 2 0 16,-4-3 0-16,1 3 0 0,-4 1 0 16,2 0 0-16,-13-1 0 0,8 3 0 0,-7-3 0 15,8 4 0-15,-1 0 0 0,-1 0 0 16,1 0 0-16,1 1 0 0,-2 1 0 0,6-1 0 15,-3 3 0-15,2-1 0 0,-2 1 0 16,5 0 0-16,-4 1 0 0,4 1 0 16,-5 4 0-16,2-4 0 0,0 2 0 15,0-1 0-15,1 4 0 0,-1 1 0 16,-2-3 0-16,2 4 0 0,2-2 0 0,-2 2 0 16,3-1 0-16,-3 0 0 0,2 4 0 15,0-2 0-15,1-1 0 0,2 3 0 0,-1 1 0 16,-6 2 0-16,8-1 0 0,0-2 0 15,2 3 0-15,-1-1 0 0,1 1 0 0,-6 3 0 16,-2 3 0-16,2-2 0 0,-1 1 0 16,2 0 0-16,9-2 0 0,0 0 0 0,-1 0 0 15,5 1 0-15,-1-1 0 0,2 3 0 16,1-1 0-16,2 4 0 0,-5-3 0 16,4 4 0-16,-2-2 0 0,2-1 0 15,-2 3 0-15,-3 6 0 0,5-5 0 16,-6 6 0-16,3 0 0 0,0 2 0 0,0 0 0 0,1 1 0 15,-2 1 0-15,8-8 0 16,0 3 0-16,2-2 0 0,2 1 0 0,0 1 0 16,3 2 0-16,1-1 0 0,-1 3 0 15,5 2 0-15,-2-2 0 0,3 1 0 0,0 2 0 16,-1 1 0-16,3-2 0 0,-2 1 0 16,-1 2 0-16,3-3 0 0,-3 2 0 0,1-4 0 15,0 1 0-15,1 0 0 16,2 0 0-16,-4-1 0 0,5 0 0 0,-1-2 0 0,3-2 0 15,0 5 0-15,0 0 0 0,4-7 0 16,0 7 0-16,0 0 0 0,2 0 0 16,-1-1 0-16,1-2 0 0,3 1 0 15,-4-7 0-15,3 7 0 0,-1-3 0 0,-1 3 0 16,1 1 0-16,0-8 0 0,-1-4 0 16,1 1 0-16,-3-2 0 0,4 2 0 15,-3-4 0-15,3 3 0 0,0-3 0 0,2 2 0 16,3 4 0-16,3 0 0 0,-1-1 0 15,2 1 0-15,-2-1 0 0,5-2 0 0,0 1 0 16,-2-1 0-16,3-1 0 16,-2 2 0-16,3-2 0 0,0 0 0 0,1 2 0 0,2-1 0 15,-3 0 0-15,4 0 0 16,-1-1 0-16,2 0 0 0,1 1 0 0,-2-1 0 0,3 0 0 16,6-1 0-16,5 3 0 15,2-2 0-15,4 1 0 0,-4-5 0 0,5 1 0 16,-2 0 0-16,-7-4 0 0,0 2 0 15,2-5 0-15,1 2 0 0,-5-1 0 0,2-2 0 16,-2-1 0-16,0 0 0 0,2 2 0 16,0-3 0-16,1 0 0 0,1-2 0 0,4-1 0 15,-2-1 0-15,2-1 0 16,1 0 0-16,4-2 0 0,1 0 0 0,-3 1 0 16,3 0 0-16,1-1 0 0,-1 0 0 0,-3 0 0 15,1-1 0-15,-2-1 0 0,-2 4 0 16,-2-4 0-16,-6 1 0 0,-3-2 0 15,-5 1 0-15,5 0 0 0,9-4 0 0,2 1 0 16,3-3 0-16,9-2 0 0,3-2 0 16,2 3 0-16,2-3 0 0,0-2 0 0,0 0 0 15,2-1 0-15,-2 1 0 0,-2 3 0 16,0-3 0-16,-5 0 0 0,-14 7 0 0,-2-5 0 16,-2 2 0-16,-2-1 0 0,-2 1 0 15,-1-3 0-15,-1-1 0 0,3 0 0 16,0-3 0-16,3 0 0 0,5-6 0 0,7-1 0 15,-1-2 0-15,3 3 0 0,0-3 0 0,-3 0 0 16,0 2 0-16,-6-1 0 16,-3 1 0-16,-8 7 0 0,-1-4 0 0,-4 0 0 15,0 0 0-15,-4-3 0 0,0-2 0 16,-2-3 0-16,0-4 0 0,-2-1 0 0,4-11 0 16,2-3 0-16,1 0 0 0,-1 0 0 15,1 2 0-15,-1-2 0 0,-3 3 0 0,7-1 0 16,0 1 0-16,-2-3 0 0,-2 1 0 15,-3 1 0-15,-1-3 0 0,1 0 0 0,-4-3 0 16,-2 0 0-16,-1-4 0 0,0-4 0 16,-1-7 0-16,-3-3 0 0,1-4 0 0,-4-3 0 15,-115-834-8191 17,88 857 8191-17,6 14 0-15,-37-32 0 0,16 25 0 0,8 15 0 16,-7 0 0-16,1 1 0 0,7 7 8191 15,4 7-8191-15,5 3 0 0,0 3 0 0,1 1 0 16,0 2-630-16,0 2-742 0,-6 2 134 16,-3 4 70-16,-13 9-62 0,-6 7-392 15</inkml:trace>
  <inkml:trace contextRef="#ctx0" brushRef="#br0" timeOffset="37425.71">16000 4743 3036 0,'0'0'43'0,"0"0"37"0,0-11 19 0,0 11 24 0,0 0 27 16,0 0 21-16,0 0 12 0,-2-7-3 0,2 7-14 16,0 0 5-16,0 0 8 0,0 0 9 15,0 0 3-15,-2 26-2 0,2-26 2 16,4 15 11-16,-1-6 8 0,5 1 0 0,0 1-1 16,3-2-7-16,5-2-6 0,4 2-8 15,3-4-30-15,8-1-10 0,8-2-15 0,8-4-13 16,0-2-13-16,12-2-5 15,2-7-14-15,0 1-11 0,0-3-9 0,-4-4-6 0,0-1-6 16,-3-3-7-16,-2 0-5 16,-5-4-6-16,-5 1-3 0,-4 1-4 0,-7 7 3 15,-5-1-11-15,-5 6-4 0,-6 1-11 16,-2 4-22-16,-2-1-23 0,-6 5-65 0,2-4-64 16,-1 6-61-16,0-2-58 0,-6 4-71 15,0 0-69-15,0 0-65 0,0 0-93 16,0 0-178-16,0 0 22 0,-12 18 81 15,11-13-469-15,1-5-596 0</inkml:trace>
  <inkml:trace contextRef="#ctx0" brushRef="#br0" timeOffset="37877.01">16074 5138 3457 0,'-13'0'173'0,"3"0"6"0,10 0-2 0,-1-12 2 0,1 12 16 0,20-19 9 0,8-1 8 0,11-1-8 16,8-4-19-16,5 2-14 0,5 1-19 15,4 0-16-15,-1 7-13 0,-5-4-11 16,1 2-15-16,-4 1-11 0,-2 1-20 0,-10 3-24 15,-4 3-25-15,-6 1-25 0,-5 0-28 16,-4 2-30-16,-4 2-26 0,1 0-31 16,-9 1-43-16,3 1-47 0,-3 0-49 0,-2 0-61 15,-7 2-74-15,10-4-110 0,-10 4-146 16,0 0 55-16,0 0-328 0,0 0-407 16</inkml:trace>
  <inkml:trace contextRef="#ctx0" brushRef="#br0" timeOffset="44508.49">19177 4795 2414 0,'3'-6'32'0,"-1"0"72"0,2 0 29 0,-2 0 46 0,0 1 43 0,-1-1 38 15,-1 6 33-15,6-12 31 0,-1 5 26 0,-3 0 9 16,-2 7 2-16,7-14-7 16,-3 7-11-16,-3-1-10 0,5 1-14 0,-2 0-10 15,-1 0-17-15,0 0-14 0,-3 7-15 16,6-9-22-16,-6 9-16 0,3-8-25 0,-3 8-197 15,0 0-3-15,0-6 0 0,0 6 0 16,0 0 0-16,0 0 0 0,-1 32 0 0,-10 0 0 16,2 6 0-16,-4 12 0 0,-1 7 0 15,3 3 0-15,-3 3 0 0,1-1 0 16,2-1 0-16,-1-3 0 0,3-2 0 0,2-5 0 16,-2-10 0-16,4 0 0 0,-1-5 0 15,3-4 0-15,-1-6 0 0,0-6 0 0,2-6 0 16,1 1 0-16,-4-5 0 0,1 0 0 15,4-1 0-15,-2 0 0 0,1-3 0 0,1-6 0 16,-2 9 0-16,2-9 0 16,0 0 0-16,-8 5 0 0,8-5 0 0,0 0 0 15,0 0 0-15,0 0 0 0,0 0 0 16,-11-22 0-16,11 12-816 0,0-1-168 0,0-3 106 16,2-4-997-16,2-5-1299 0</inkml:trace>
  <inkml:trace contextRef="#ctx0" brushRef="#br0" timeOffset="44875.77">19191 4506 5075 0,'-12'-9'-47'0,"1"3"55"0,4 0 39 0,1 1 49 0,6 5 48 0,-5-5 54 0,5 5 40 15,0 0 14-15,-4-9-8 0,4 9-17 0,0 0-21 16,17-13-20-16,-1 9-19 0,4-3-15 16,5 2-16-16,11-1-14 0,6 0-12 0,2 1-12 15,-2 2-10-15,4-2-23 16,-2 3-3-16,-4-2-8 0,-8 3-6 0,-7-4-7 15,-7 5-9-15,-2-2-5 0,-1 2-7 16,1-2-5-16,-4 1-8 0,-12 1-10 16,16-2-24-16,-16 2-41 0,17-2-40 0,-17 2-61 15,12 0-58-15,-12 0-74 0,0 0-99 16,15 4-97-16,-15 1-129 0,0 1-192 0,0-6 85 16,-8 18 74-16,5-8-525 0,1-1-650 15</inkml:trace>
  <inkml:trace contextRef="#ctx0" brushRef="#br0" timeOffset="45607.91">19661 4838 3228 0,'-9'-6'137'0,"6"-1"38"16,-1 0 20-16,2 0 28 0,2 7 39 16,-3-12 35-16,3 12 43 0,0-10 20 15,0 10-1-15,-2-9-12 0,2 9-32 16,-2-7-35-16,2 7-30 0,0 0-27 0,0 0-6 16,0 0-6-16,0 0-3 0,0 0-15 15,2 30-13-15,-4-13-14 0,2 1-141 16,0 1-25-16,-4 2 0 0,4-3 0 0,-2 2 0 15,2-3 0-15,-3-2 0 0,0-3 0 16,3 1 0-16,-4-3 0 0,4-2 0 0,-2 1 0 16,0-2 0-16,2-7 0 0,0 8 0 15,0-8 0-15,0 0 0 0,0 0 0 0,0 0 0 16,0 0 0-16,14-34 0 0,-4 17 0 16,-1-2 0-16,7-5 0 0,-4 5 0 0,2 3 0 15,-3 2 0-15,-1 3 0 16,2 0 0-16,-3 2 0 0,-2 4 0 0,3 1 0 15,0 0 0-15,-1 2 0 0,-9 2 0 16,21 4 0-16,-10 2 0 0,1-1 0 0,1 3 0 16,3 0 0-16,-7 2 0 0,2-1 0 15,-1-1 0-15,-2 0 0 0,-1-1 0 0,-1 0 0 16,-3-2 0-16,4 0 0 0,-7-5 0 16,7 9 0-16,-7-9 0 0,8 5 0 0,-8-5 0 15,7 3 0-15,-7-3 0 0,14-8 0 16,-5-4 0-16,12-9 0 0,3-4 0 15,-1-1 0-15,2 1 0 0,-1 4 0 0,-1 1 0 16,-9 6 0-16,0 4 0 0,-3 1 0 16,-1 4 0-16,0 5 0 0,-10 0 0 15,16 5 0-15,-7 2 0 0,-6 7 0 0,3 1 0 16,-2 3 0-16,-3-2 0 0,1 6 0 16,0-3 0-16,-2 0 0 0,-2 5 0 0,2-4 0 15,0 1 0-15,-2-4 0 0,2 3 0 16,0-1 0-16,-1-2 0 0,1-3 0 0,0-1 0 15,0-2 0-15,-2-3 0 0,2 2 0 16,0-4 0-16,0-1 0 0,0-5 0 0,2 10 0 16,-2-10 0-16,1 8-439 0,-1-8-358 15,0 0-141-15,0 0 90 0,0 0-910 16,0 0-1189-16</inkml:trace>
  <inkml:trace contextRef="#ctx0" brushRef="#br0" timeOffset="45890.49">20507 4538 5089 0,'-3'-13'-21'16,"1"0"51"-16,1 7 35 0,1-1 40 0,0 7 30 0,0-10 15 0,0 10-7 0,0 0 39 0,0 0 43 0,0 0 24 16,-10 45-9-16,5-8-18 0,-3 5-15 15,-2 13-23-15,-3 2 5 0,-2 1-10 16,-6 6-12-16,-7 14-12 0,3-17-14 0,-2 1-12 15,4-1-103-15,-2 1-26 0,1-2 0 16,3-3 0-16,-3-4 0 0,8-5 0 0,-2-3 0 16,5-12 0-16,1-1 0 0,3-10 0 15,4-5 0-15,-1-3 0 0,1-4 0 0,4-3-140 16,1-2-271-16,0-5-118 0,0 0-118 16,0 0-183-16,0 0 25 0,21-14 84 0,-10 6-676 15,3-1-850-15</inkml:trace>
  <inkml:trace contextRef="#ctx0" brushRef="#br0" timeOffset="46241.67">20516 5271 4228 0,'-3'-9'176'0,"-1"4"40"15,4 5 66-15,-7-11 21 0,7 11 15 0,-1-6 0 16,1 6-13-16,0 0-22 0,0 0-30 15,13-5-25-15,-13 5-26 0,0 0-22 0,29 11-14 16,-20-3-17-16,2 4-5 0,-2 1-2 16,-6 3 5-16,-1 2 4 0,-4 1-151 0,1 3 0 15,-10 9 0-15,2-2 0 16,2-5 0-16,-1-3 0 0,2-1 0 0,0-3 0 16,3-2 0-16,-3-3 0 0,6-2 0 15,0 0 0-15,4 1 0 0,1-3 0 0,6-1 0 16,0 2 0-16,2-3 0 0,0-1 0 15,2-1 0-15,3-1 0 0,-2 1 0 16,-2-2 0-16,1 1 0 0,1-1 0 0,-3-1 0 16,1 1 0-16,-5 0 0 0,0-2 0 15,-9 0 0-15,18-2 0 0,-13-1-447 0,2 1-386 16,2-3-96-16,-5-2 85 0,-1 0-903 16,3-1-1180-16</inkml:trace>
  <inkml:trace contextRef="#ctx0" brushRef="#br0" timeOffset="47506.98">21047 4463 4366 0,'0'0'-194'0,"0"0"60"0,-12-3 53 0,12 3 41 0,0 0 51 0,-16-4 49 0,16 4 35 16,0 0 34-16,-11-2 13 0,11 2 0 15,0 0 1-15,-11-3-6 0,11 3-2 16,0 0 3-16,0 0-4 0,0 0-9 0,0 0-8 16,0 0-13-16,0 0-11 0,0 0-9 15,36-9-7-15,-25 8-8 0,3 1-10 0,0-2 0 16,-2 0-8-16,1 2-5 0,-13 0 3 15,25-2 6-15,-12 1 8 0,-13 1 5 0,20-2 6 16,-9 2 8-16,-11 0 0 0,17-1 1 16,-17 1-2-16,17-2-5 0,-17 2-1 0,16-2-1 15,-16 2 10-15,14-2-15 0,-14 2 1 16,12-3-4-16,-12 3-3 0,0 0 11 16,15-2-6-16,-15 2-1 0,0 0-4 15,12-3-1-15,-12 3-8 0,0 0 1 16,9-3-6-16,-9 3 0 0,0 0-6 0,0 0-2 15,0 0-4-15,0 0-8 0,13-1-2 16,-13 1-6-16,0 0-1 0,0 0-8 0,0 0 0 16,0 0 1-16,12 11 7 0,-8-4 5 15,2 1 8-15,-3 7 3 0,5 8-36 0,2 11 0 16,-3 2 0-16,1 5 0 0,2 9 0 16,-5 1 0-16,3 1 0 0,-5 3 0 0,1 2 0 15,-4 1 0-15,0 0 0 16,0-10 0-16,0 10 0 0,-4-1 0 0,-1-5 0 15,1-7 0-15,1 0 0 0,-8 6 0 16,10-10 0-16,-7 2 0 0,3-6 0 16,-3-1 0-16,2-2 0 0,-2-1 0 0,5-8 0 15,1-4 0-15,-2-4 0 0,0 3 0 16,3-3 0-16,-1 0 0 0,0-5 0 0,2-1 0 16,0 1 0-16,0-2 0 0,0-1 0 15,2-1 0-15,0 2 0 0,-1-4 0 0,-1-6 0 16,2 11 0-16,0-3 0 0,-2-8 0 15,4 8 0-15,-4-8 0 0,2 8 0 16,-2-8 0-16,1 6 0 0,-1-6 0 16,0 0 0-16,0 0 0 0,0 7 0 0,0-7 0 15,0 0 0-15,0 0 0 0,0 0 0 16,-11-21 0-16,8 9-784 0,1 1-195 0,2-5 108 16,-2-1-1019-16,6-3-1313 0</inkml:trace>
  <inkml:trace contextRef="#ctx0" brushRef="#br0" timeOffset="48240.63">22916 4919 5167 0,'0'-15'-64'0,"1"3"35"0,1 0 34 0,2 3 37 0,0 1 44 0,-1-2 31 0,2 2 22 0,-1 1 13 0,-4 7-7 15,3-10-15-15,-3 10-18 16,6-4-9-16,-6 4 16 0,0 0 21 0,11 14 8 15,-9-2-2-15,0 5-3 0,-4 6 11 16,-2 12 5-16,0-8 10 0,3-2-11 0,-7 8-6 16,6-6-9-16,-1-1-1 0,-4-6-10 15,3 4 4-15,1-7-91 0,-3 0-45 16,4-5 0-16,-1 0 0 0,1-2 0 0,-2-1 0 16,4-1 0-16,0-8 0 0,-2 8 0 15,2-8 0-15,0 0 0 0,0 0 0 0,8-29 0 16,-3 7 0-16,11-9 0 0,1-4 0 15,8-4 0-15,-1 3 0 0,-1 7 0 0,-6 4 0 16,-1 8 0-16,-3 3 0 16,-6 4 0-16,1 1 0 0,2 1 0 0,-5 6 0 15,5 0 0-15,-10 2 0 0,19 4 0 16,-12 0 0-16,5 3 0 0,-2 2 0 0,-3-2 0 16,2 3 0-16,0-1 0 0,-4-1 0 15,2 1 0-15,-3-1 0 0,2-1 0 0,0-2 0 16,-2-1 0-16,0-1 0 0,-4-3 0 15,7 5 0-15,-7-5 0 0,0 0 0 0,19-3 0 16,-8-2 0-16,9-7 0 16,8-5 0-16,3-2 0 0,1 1 0 0,2 1 0 0,-3 3 0 15,-4 0 0-15,-7 9 0 16,-2-1 0-16,-5 4 0 0,0 6 0 0,-2 3 0 0,2 1 0 16,-4 8 0-16,0 1 0 15,-4 3 0-15,4 3 0 0,-5 0 0 0,-3 3 0 16,7 5 0-16,-5-4 0 0,-1-3 0 15,0-5 0-15,0-2 0 0,1 0 0 0,-1-2 0 16,0-3 0-16,-1 0 0 0,-1-3 0 16,0 1 0-16,2-4 0 0,2 0 0 0,-4-6 0 15,0 0-381-15,0 0-446 0,0 0-115 16,0 0 95-16,4-20-919 0,-10 7-1198 0</inkml:trace>
  <inkml:trace contextRef="#ctx0" brushRef="#br0" timeOffset="48641.6">23176 4412 4800 0,'-42'5'-55'0,"-9"9"43"0,-6 6 37 0,-2 9 50 0,-10 16 45 0,1 4 48 0,-1 5 44 16,6 6 37-16,10 0 19 0,7 3-2 0,13-7-15 15,13-2-15-15,8 6-2 0,8 0-4 16,14-2-13-16,13-2-18 0,15 14-22 16,13-11-16-16,10-2-20 0,6-9-31 0,8-9-35 15,-13-14-31-15,9-3-44 0,0-7 0 16,4-9-16-16,2-2-35 0,3-5-5 16,0-6-5-16,0-6 3 0,12-7 12 0,-5-5 5 15,0-10 13-15,-12-3 7 0,-6-11 36 16,-10-11 6-16,-4-6 6 0,-6-8-5 15,-6-7-4-15,-11-10-4 0,-11-2-1 16,-13 14-4-16,-10 0-8 0,-12 6 4 0,-17-11-6 16,-10 13 0-16,-20 10-13 0,-18 15-21 0,-10 9-30 15,-16 16-47-15,-6 13-59 16,-7 13-66-16,3 5-88 0,-3 12-104 0,3 3-102 16,12 4-150-16,4 2-106 0,13 1 90 15,23-4-620-15,8 1-774 0</inkml:trace>
  <inkml:trace contextRef="#ctx0" brushRef="#br0" timeOffset="49191.12">22709 4135 3795 0,'18'-25'-24'0,"-7"4"33"0,-2 3 32 0,2-1 42 0,-4-1 34 0,-2 5 35 0,3 1 26 0,-3 3 16 16,-2 0 4-16,1 1-2 15,-2 3-22-15,0 2-20 0,-2 5-12 0,0 0 5 16,0 0 32-16,-45 51 19 0,9-1 20 16,-19 27 10-16,-8 15 28 0,-7 11 11 0,-22 36 8 15,24-30-7-15,-20 33-2 0,23-30-20 16,-17 29-12-16,21-33-234 0,6-5 0 0,4 2 0 15,5-7 0-15,2-8 0 0,6-5 0 16,3-8 0-16,10-21 0 0,2-3 0 0,-1-9 0 16,9-13 0-16,2-2 0 0,4-5 0 15,-2-9 0-15,6-1 0 0,-1-4 0 0,3 0 0 16,-1-3 0-16,-1-2 0 0,5-5 0 16,-2 4 0-16,2-4 0 0,0 0 0 15,0 0 0-15,0 0 0 0,0 0 0 16,-1-19 0-16,1 19 0 0,0-14 0 0,0 6-2 15,1-1-873-15,-1 1-93 0,0-1 101 16,-1-3-996-16,-3 2-1289 0</inkml:trace>
  <inkml:trace contextRef="#ctx0" brushRef="#br0" timeOffset="53972.04">5781 4925 1549 0,'0'-6'232'0,"0"6"-38"0,3-6-32 0,-3 6-11 0,2-11 3 0,-2 11 5 0,1-8 1 0,-1 8 8 16,2-10 9-16,-2 10 2 0,0-8-8 0,0 8-6 16,0 0-11-16,0-9-11 15,0 9-12-15,0 0-7 0,0 0-11 0,0 0-21 16,0 0-6-16,0 0 22 0,0 0 13 0,0 0 6 15,-8 40 6-15,2-5 14 16,-3 18 31-16,0 3 3 0,-5 4-11 0,1 4-6 16,-1 3-10-16,5-1-18 0,0 0-6 15,0-6-3-15,4-4-11 0,3-11-5 0,2-4-13 16,0-3-14-16,-2-7-12 0,4-6 4 16,-2-4-10-16,0-3-9 0,-2-3 0 15,2-1-7-15,0 1-9 0,-2-3 4 16,2-2-10-16,0-3-11 0,0-7-33 0,-1 10-45 15,1-10-53-15,0 0-66 0,0 0-74 0,0 0-97 16,-15-21-103-16,8 3-114 16,2-3-175-16,3-4 10 0,0-10 83 0,4 4-454 15,0-7-567-15</inkml:trace>
  <inkml:trace contextRef="#ctx0" brushRef="#br0" timeOffset="54275.75">5768 4925 3209 0,'-9'-2'19'16,"9"2"20"-16,-16-7 33 0,16 7 36 0,-9-3 38 16,9 3 22-16,0 0 13 15,-4-6-4-15,4 6-20 0,0 0-13 0,11-11-16 16,3 7-13-16,8-4-9 0,12 0-14 15,7-1-11-15,2 1-8 0,7-4-16 0,-6 6-19 16,-5-3-17-16,-3 2-13 0,-10 2-9 16,-7-1-10-16,-2 3 1 0,-5 1-17 15,-2-1-12-15,-1 2-15 0,-9 1-33 16,0 0-24-16,0 0-33 0,0 0-27 0,0 0-48 16,0 0-43-16,0 0-67 0,0 0-80 0,-23 11-177 15,15-9 54-15,1 4-198 16,-1-5-223-16</inkml:trace>
  <inkml:trace contextRef="#ctx0" brushRef="#br0" timeOffset="54954.37">6356 4983 2197 0,'0'0'103'0,"5"-6"31"16,-5 6 17-16,0 0 31 15,4-6 26-15,-4 6 11 0,0 0-16 0,0 0-12 16,-12-11-16-16,4 10-16 0,-3 1-15 16,-6-2-11-16,-3-1-5 0,-2 3-12 0,1 3-9 15,-6-1-11-15,2-1-11 0,1 1-6 16,3 0-10-16,2 1-12 0,0-1-1 0,3 0-6 15,3 0-9-15,1-2-11 0,1 1-17 16,11-1-12-16,-15 1-10 0,15-1-12 16,-11 2-9-16,11-2-6 0,-12 4-2 0,12-4 3 15,0 0 1-15,0 0-3 16,0 0 7-16,-15-4 1 0,15 4 7 0,0 0-3 16,-8-2 3-16,8 2 1 0,0 0 1 15,-5-6 2-15,5 6 3 0,0 0 1 0,-4-5 2 16,4 5-2-16,0 0 7 0,-5-5 1 15,5 5-6-15,0 0 0 0,0 0 1 0,0 0 0 16,0 0-4-16,0 0 4 0,0 0 3 16,0 0 4-16,0 24 0 0,2-14 3 15,3 0-2-15,2 2 5 0,1 0 2 16,6 3 3-16,2 6 6 0,2-4 1 16,2 2-4-16,0-4-3 0,3 3 2 0,0 0 1 15,-3-1 1-15,1-6-4 0,-6 1-4 16,3 2 3-16,-1-2 2 0,-2 1-2 0,-2 0-5 15,-1-5 2-15,-3 1-3 0,-2-2 5 16,0 1 28-16,-5-1 8 0,-2 0 9 0,0-7 10 16,-7 14 5-16,-2-8 4 0,-2 3 4 15,-5-2-2-15,-2 0 0 0,0-1-2 16,-3 0-6-16,3-3 2 0,0 2 5 0,5-2-3 16,-1-1-5-16,1 0-5 0,4 0-9 15,9-2-4-15,-16 1-5 0,16-1-15 16,-16-1-29-16,16 1-37 0,0 0-43 15,-14-2-71-15,14 2-89 0,0 0-92 0,-8 0-121 0,8 0-166 16,0 0-24-16,0 0 71 16,0 0-318-16,0 0-376 0</inkml:trace>
  <inkml:trace contextRef="#ctx0" brushRef="#br0" timeOffset="55173.58">5994 5559 2634 0,'-18'3'114'0,"2"1"31"0,5-3 30 0,2 1 31 0,9-2 40 0,-12 2 29 0,12-2 7 0,0 0-7 15,0 0-24-15,0 0-29 0,0 0-20 16,30-12-23-16,3 5-17 0,5-2-48 16,4 1-60-16,1-2-72 0,9-1-88 0,-7 3-93 15,-4-2-88-15,-1 2-90 0,-8-1-90 16,-7 1-155-16,-7 4 20 0,-9 2-370 15,-4 0-450-15</inkml:trace>
  <inkml:trace contextRef="#ctx0" brushRef="#br0" timeOffset="55507.71">6055 5639 2550 0,'-2'4'4'0,"2"-4"44"0,0 0 17 16,-3 6 22-16,3-6 23 15,0 0 15-15,0 0 15 0,17 7 0 0,-9-3-5 16,1 2 0-16,1-2-14 0,1 4-8 16,0 3 14-16,-1 1 2 0,0 0 6 0,-5 3 16 15,-3 3 7-15,-2-1 9 0,-4-1 11 16,-3 5 4-16,-2 0 10 0,-5 5 8 16,1-7 9-16,4-4-7 0,0-1 6 0,0-4 0 15,5 1 2-15,-1-3 0 0,0-1-12 16,3-1-13-16,2-6-9 0,5 12-11 15,2-10-18-15,5 0-17 0,3 0-7 16,4 1-23-16,0-3-38 0,4 0-50 0,-1 0-61 0,1 0-70 16,2-2-73-16,2 2-63 0,-4 0-71 15,-1 0-71-15,-2-1-54 0,-1-1-68 16,-2 0-110-16,-1 2-117 0,-9-2 65 16,-7 2-534-16,13-3-679 0</inkml:trace>
  <inkml:trace contextRef="#ctx0" brushRef="#br0" timeOffset="56555.61">6659 4855 3056 0,'0'0'-118'0,"-11"0"35"0,11 0 31 0,0 0 30 0,0 0 30 0,-12 2 26 0,12-2 22 0,0 0 14 0,0 0 12 15,0 0 6-15,0 0-1 0,0 0 1 16,0 0-16-16,0 0-2 0,0 0-8 0,0 0 4 15,0 0-20-15,32-8-6 16,-21 6-1-16,-11 2-3 0,19 0-6 0,-19 0-13 0,15-2 3 16,-15 2-4-16,0 0 0 0,16 0-2 15,-16 0-1-15,0 0-5 0,15 0 4 16,-15 0 7-16,0 0 6 0,0 0 5 0,13-2 11 16,-13 2 3-16,0 0 1 15,0 0 6-15,0 0-5 0,13-2-1 0,-13 2-2 16,0 0-3-16,0 0-2 0,0 0-13 15,0 0 3-15,0 0-5 0,0 0 2 0,0 0 4 16,0 0 6-16,11 0 2 0,-11 0 7 16,0 0 0-16,0 0 7 0,0 0 6 0,0 0 1 15,0 0-6-15,0 0-4 0,0 0-6 16,0 0-6-16,0 0 0 0,0 0 13 16,-1 12-1-16,1-12-1 0,-6 14-1 15,4-1 2-15,0 1 16 0,1 3 3 16,1 3 4-16,-2 6 8 0,0 10-3 0,2 3-2 15,0 3-3-15,0 0 4 0,2 3-3 16,0 3-1-16,-2 12-9 0,-2-2-2 0,0 2 0 16,2-1-13-16,-2-3-3 0,2-11-3 15,0-1-3-15,-2-1-2 0,2-2-4 0,-2-1 4 16,0-5-13-16,2-6 4 0,0-6 14 16,0 0 21-16,0-1-11 0,-4-7 6 15,4 2 9-15,-2-3-4 0,0-2-1 0,0 0 3 16,0-4 4-16,2 1-5 0,-1-2-2 15,1 1 0-15,0-8-7 0,0 12 4 0,0-12-8 16,1 11-5-16,-1-11 0 16,-1 8-9-16,1-8-8 0,-2 8 10 0,2-8-16 15,0 0-5-15,-2 9-4 0,2-9 4 16,0 0-6-16,0 10 1 0,0-10-20 0,0 0-34 16,0 0-27-16,0 8-32 0,0-8-35 15,0 0-43-15,0 0-64 0,0 0-114 0,0 0-127 16,0 0-175-16,0 0-122 0,9-29 78 15,-5 11-614-15,2-1-775 0</inkml:trace>
  <inkml:trace contextRef="#ctx0" brushRef="#br0" timeOffset="56789.87">7056 5363 3938 0,'0'0'103'0,"0"0"18"0,0 0 21 0,0 0 22 0,21-12 4 0,-7 6-6 0,4-3-19 0,2 2-13 0,3 0-14 0,-1 0-20 16,10-3-38-16,-7 3-56 0,-2 4-60 15,-5-1-93-15,0 1-104 0,-2-1-97 0,-1 3-122 16,-1-3-175-16,-3 4 46 15,-11 0-350-15,11 2-431 0</inkml:trace>
  <inkml:trace contextRef="#ctx0" brushRef="#br0" timeOffset="56988.7">7161 5455 2513 0,'-14'10'52'0,"3"-4"39"0,0 2 36 15,3-3 31-15,2-1 25 0,6-4 30 16,-9 6 16-16,9-6 1 0,-7 6-8 15,7-6 0-15,0 0-14 0,5 11-18 0,-5-11-20 16,23 5-25-16,-6-4-44 16,8 1-59-16,3-2-75 0,-1-2-105 0,15-2-117 15,-1-5-138-15,-2 1-194 0,13-9-39 16,-14 5 65-16,-4-2-291 0,0-1-335 0</inkml:trace>
  <inkml:trace contextRef="#ctx0" brushRef="#br0" timeOffset="57371.81">7668 5107 2466 0,'0'0'127'0,"-6"-10"62"16,6 10 21-16,-2-8 25 0,2 8 2 15,0 0 3-15,8-12-4 0,-2 9-7 16,5-1-18-16,3 2-22 0,4 0-15 16,2 2-20-16,1 0-15 0,3 4-13 0,1 3-11 15,5 3-17-15,-1 4-4 0,-2 3-5 16,-6 3-5-16,-6 1 14 0,-3-1 9 15,-8 3 8-15,-4-4 14 0,-6 5 15 0,-4 7-7 16,1 0-11-16,-1-2 7 0,0-7-4 16,3 0 2-16,-1-1-1 0,3-2-1 0,-2-1-7 15,6-3 3-15,-3 3-3 0,0-1 4 16,4-3 4-16,0 1 4 0,0 1-3 0,2 1-8 16,0 0-95-16,0 0-28 0,0 1 0 15,-1 0 0-15,-2 1 0 0,-5 2 0 16,4-3 0-16,-1 1 0 0,-5 1 0 15,-2-3 0-15,1-1 0 0,-2 4 0 0,-5-6 0 16,1-2 0-16,-2 1 0 0,-3-2 0 16,0-6 0-16,0 3 0 0,4-4-79 15,-4-3-377-15,3-2-121 0,0-5-157 0,2 0-148 16,0-1 81-16,3-2-785 0,1 0-1026 16</inkml:trace>
  <inkml:trace contextRef="#ctx0" brushRef="#br0" timeOffset="58404.67">7298 6195 4715 0,'-17'3'91'0,"5"-1"5"16,5 0 17-16,7-2 42 0,0 0 27 0,0 0 5 0,0 0-20 0,0 0-21 15,0 0-17-15,42-23-10 0,-7 13-17 0,1 0-10 16,0 0-11-16,1-1-23 0,2 2-36 16,-3 1-33-16,-2 5-36 0,-9-1-28 0,-1-1-8 15,-6 4-8-15,-4-1-4 0,-3 2 10 16,-11 0 8-16,0 0 11 0,5 7 10 16,-5-7 23-16,-21 10 24 0,1-4 22 15,-3 0 27-15,-10 4 30 0,9-3 28 0,2 0 22 16,8-6 14-16,2 3-2 0,0 1 14 0,7-2 10 15,5-3 23-15,-7 7 13 16,7-7-6-16,0 0-16 0,16 7-16 0,0-5-14 16,-1-2-18-16,4 0-6 0,2-2-22 15,1 2-49-15,-2-3-51 0,1 1-57 0,-1 0-64 16,-2 2-65-16,1-1-59 0,-6-1-78 16,-2 2-102-16,0-2-109 0,-11 2-142 0,12-3-109 15,-12 3 84-15,0 0-625 0,0 0-787 16</inkml:trace>
  <inkml:trace contextRef="#ctx0" brushRef="#br0" timeOffset="59904.86">6532 7957 3813 0,'-9'-5'-60'0,"1"2"20"0,-2 1 6 0,10 2 21 0,0 0 55 0,-20 10 52 0,12 1 29 16,-3 4 26-16,-1 5 13 0,2-3 11 0,3 3 6 16,1 1-2-16,4-1 6 0,-1-3 10 15,5 0 15-15,1-1 7 0,7 1 8 0,5-2 2 16,19-3-11-16,6-2-15 16,23-8-19-16,10-4-16 0,31-13-18 0,7-4-19 15,-5-7-4-15,5-3-21 0,-4-2-6 16,-6-2-13-16,-7-4-5 0,-15 3-4 0,-18 6-11 15,-11 6-4-15,-12 8-4 0,-10 0-2 16,-5 5-6-16,-8 0-5 0,-3 2 0 0,-3 2-7 16,-5 2 0-16,-4 3-6 0,0 0-4 15,0 0-4-15,0 0-4 0,0 0-7 0,0 0-7 16,0 0-46-16,0 0-55 0,0 0-59 16,0-6-75-16,0 6-99 0,0 0-129 15,0 0-183-15,0 0-214 0,6-6 84 0,-6 6 82 16,4-9-618-16,-4 9-767 0</inkml:trace>
  <inkml:trace contextRef="#ctx0" brushRef="#br0" timeOffset="61454.75">18309 7890 2058 0,'2'-9'151'0,"-2"2"-8"0,2 0-9 0,-2 7-21 0,2-9-15 0,-2 9-19 0,0 0-1 16,0 0 41-16,0 0 43 0,0 0 12 0,8 23-2 15,-8-10 1-15,2 7-7 0,0-2-3 16,0 4 8-16,-1 1 6 0,3-1-1 0,2-1 7 16,1-3 17-16,5-1 11 0,8 3 8 15,5-9-7-15,11-2-16 0,11-4-20 16,4-3-8-16,20-9-25 0,5-5-16 15,27-7-12-15,1-7-10 0,3 1-15 0,-4-5-6 16,-3 3-6-16,-7 2-14 0,-5-3-4 16,-24 10-4-16,-6 1-8 0,-9 2-2 0,-13 5-5 15,-8-1 4-15,-5 4 18 0,-10 2 12 16,1 0 16-16,-5 2-5 0,2 1-5 0,-6-1-7 16,-5 3-5-16,11-5-8 0,-11 5-9 15,8-4-7-15,-8 4-7 0,0 0-3 0,10-2-14 16,-10 2-34-16,0 0-51 0,0 0-56 15,0 0-75-15,0 0-100 0,0 0-130 0,-4 14-130 16,4-14-194-16,-14 11-58 16,5-3 99-16,-5 1-664 0,1-1-826 0</inkml:trace>
  <inkml:trace contextRef="#ctx0" brushRef="#br0" timeOffset="64756.75">813 12150 2763 0,'0'0'47'0,"0"0"-21"0,0 0-11 0,0 0 27 0,0 0 24 0,-15 15 11 15,9-4-10-15,2-3-15 0,1 2-3 16,-1 1 9-16,4-1 13 0,2 0 15 0,0 0 6 15,1 0 10-15,3-1 8 0,6 1-7 16,-1-2 6-16,4-1-16 0,8-1-7 0,13 0-11 16,5-4 0-16,4-2-11 0,3 0-3 15,15-8-7-15,0-1-14 16,-1-3-13-16,3-5-5 0,2-3 3 0,-5-6-2 16,-1 1-2-16,-3-8 29 0,-5 1 43 15,-3-1 26-15,-5 2 24 0,-7 3 26 0,-9 8 18 16,-2 1 10-16,-8 7-26 0,-4 2-14 15,-5 2-19-15,-1 1-7 0,1 1-25 16,-2 2-19-16,-3 0-7 0,-5 4-9 0,11-7-8 16,-11 7-47-16,14-1-55 0,-14 1-76 15,0 0-102-15,21 4-101 0,-13 0-140 0,-1 2-214 16,-1-6-70-16,-2 6 77 0,-4-6-476 16,7 9-607-16</inkml:trace>
  <inkml:trace contextRef="#ctx0" brushRef="#br0" timeOffset="65986.64">7703 12028 3031 0,'0'0'-70'0,"1"-10"26"0,-1 10 25 0,2-7 26 0,-2 7 25 0,4-6 22 0,-4 6 17 16,4-6 3-16,-4 6-6 0,0 0-9 15,3-3 4-15,-3 3 33 0,0 0 5 0,0 0 18 16,18 14 12-16,-11-10-9 0,2 4 5 16,2 0 3-16,-4 1 4 0,4-2 10 15,1 1 3-15,1 1 9 0,7-1 2 16,0-1-2-16,7-5-7 0,15 1-17 0,9-6-15 15,16-1-8-15,5-8-12 0,4-4-9 16,20-6-9-16,-1-3-14 0,-1-4-6 0,-3-2-4 16,2-2-9-16,-7 1 0 0,-6-1-7 15,-21 7-5-15,0 2-4 0,-7 2 1 0,-9 5-3 16,-8 3-2-16,-12 4-1 0,-6 2 0 16,-4 4-2-16,-1-2 5 0,-1 2-9 15,-2 1 1-15,0-1-3 0,-4 0-5 0,4 3-1 16,-9 1 2-16,11-6-7 0,-11 6 1 15,11-1 2-15,-11 1-4 0,9-2-19 16,-9 2-26-16,0 0-44 0,16-2-56 16,-16 2-76-16,0 0-71 0,0 0-61 0,13 4-65 15,-13-4-78-15,0 0-169 0,1 4 29 16,-1-4 67-16,0 0-324 0,0 0-369 0</inkml:trace>
  <inkml:trace contextRef="#ctx0" brushRef="#br0" timeOffset="69387.89">13315 11863 2546 0,'4'-5'34'0,"-4"5"24"0,1-8 23 0,-1 8 25 0,4-9 17 0,-2 4 18 0,2 0 21 16,-4 5 14-16,5-10 3 15,-3 6-2-15,-2 4-13 0,5-8-10 0,-5 8-14 16,3-7-25-16,-3 7-6 0,2-4-14 16,-2 4-8-16,0 0-11 0,0 0-4 0,0 0 2 15,0 0-6-15,15 16-5 0,-11-7-4 16,-1 2-6-16,2 1 0 0,2 0 0 0,-1 2 0 15,3-2 8-15,5 2 12 0,3-2 8 16,11 0-1-16,8-5-1 0,12-6-2 16,13-8-8-16,11-1-7 0,25-13-8 0,3-6-4 15,8-4-6-15,3-3-1 0,-2 0-4 16,-4-4-2-16,-10 1-8 0,-9 8 8 0,-27 5 21 16,-6 5 38-16,-17 4 33 0,-3 3-10 15,-10 4-9-15,-5 1-4 0,-2 1-5 16,-5 2-15-16,1 0-9 0,-3 1-9 15,2-1-7-15,0 1-3 0,0-1-7 0,-11 4-6 16,15-7-9-16,-4 3-4 0,-3 3-1 16,-8 1-2-16,16-4-15 0,-11 2-29 0,-5 2-38 15,9-4-36-15,-9 4-40 0,11-3-45 16,-11 3-53-16,0 0-73 0,0 0-97 0,0 0-113 16,0 0-194-16,0 0-35 0,0 0 82 15,0 0-533-15,0 0-655 0</inkml:trace>
  <inkml:trace contextRef="#ctx0" brushRef="#br0" timeOffset="71152.39">17981 11558 3157 0,'0'-8'-49'0,"0"8"18"0,-2-7 6 0,2 7 1 0,0 0 23 0,0 0 40 0,0 0 27 16,0 0 14-16,-9 17 0 0,9-17 0 15,-2 13 10-15,2-6 16 0,0-7 1 0,0 14 6 16,2-8 6-16,-2-6 1 0,4 9 2 15,0-3 5-15,-4-6-2 0,10 12-12 16,-5-6 1-16,6 0-8 0,7-1 7 0,0 2 0 16,9-4 1-16,14-1-8 15,4-4-8-15,22-6-8 0,6-5-11 0,20-14-4 16,6-6-11-16,1-2-3 0,2-5-5 16,2 1-7-16,-5-1-3 0,-7 1-5 0,-14 3 0 15,-17 9 15-15,-5-1 21 0,-7 1 46 16,-7 1 9-16,-2 1 8 0,-11 7 4 0,-4 3-2 15,-4 2-7-15,-6 3-1 16,-3 3-4-16,0 1-12 0,0-3-12 0,-2 6-7 0,-3-5-10 16,0 5-14-16,-7 3-8 15,12-7-11-15,-12 7-19 0,10-2-26 0,-10 2-55 16,7-6-39-16,-7 6-49 0,6-2-51 0,-6 2-63 16,0 0-83-16,0 0-76 0,0 0-80 15,0 0-118-15,0 0-157 0,0 0 69 16,0 0-598-16,0 0-748 0</inkml:trace>
  <inkml:trace contextRef="#ctx0" brushRef="#br0" timeOffset="72234.38">22191 11171 3440 0,'-5'5'-101'0,"-1"-1"39"0,0 4 32 0,2-2 29 0,-2 3 20 0,3-1 27 16,1 0 31-16,-2 1 30 0,4-3 28 15,0 0 23-15,4 2 22 0,3-3 12 0,9-1-2 16,9-1-9-16,17-5-11 0,18-3-16 16,9-8-14-16,8 1-13 0,20-11-14 15,1-2-11-15,6-4-8 0,-5 0-11 16,-8 0-8-16,-1-3-8 0,-26 8-7 0,-3 0-2 16,-7 4-9-16,-9 1-4 0,-11 7-3 15,-9 2-6-15,-3 2 2 0,-8 2-9 0,0 0-2 16,-3 2-3-16,-1 0 0 0,-2 2-6 15,-3-1-4-15,3-1-1 0,-8 4-5 16,12-4-3-16,-12 4-19 0,0 0-26 0,7-1-37 16,-7 1-57-16,0 0-78 0,0 0-89 15,0 0-100-15,0 0-125 0,2 12-155 0,-2-12 62 16,0 0-449-16,0 0-541 0</inkml:trace>
  <inkml:trace contextRef="#ctx0" brushRef="#br0" timeOffset="72721.89">24815 11407 3229 0,'-7'7'163'0,"3"1"13"0,2-5 5 0,2-3 24 16,0 0 30-16,18 9 18 0,0-11 18 0,18-5-4 16,18-6-11-16,7-2-27 15,12-3-18-15,16-9-26 0,6 2-18 0,1-2-17 16,-1-4-15-16,-4 5-15 0,-7-3-9 16,-4-3-10-16,-19 7-15 0,-4 1-3 0,-5 3-9 15,-11-1-5-15,-10 8-6 0,-8 5-13 16,-6-4-4-16,-6 6-4 0,2 2-7 0,-4 0-4 15,-2 0-15-15,-1 2-24 0,-6 3-29 16,3-6-50-16,-3 6-70 0,0 0-96 0,0 0-127 16,0 0-155-16,0 0-234 0,0 0 29 15,0 0 77-15,0 0-565 0,0 0-691 0</inkml:trace>
  <inkml:trace contextRef="#ctx0" brushRef="#br0" timeOffset="73436.28">28333 10932 3588 0,'-17'6'8'0,"2"-4"10"0,2 4 19 0,3-2 26 0,2-2 51 0,8-2 37 0,-9 1 32 16,9-1 16-16,0 0-6 0,0 0-13 0,0 0-15 15,54-17-17-15,-4 3-14 16,14 1-13-16,10-3-15 0,23-5-8 0,6 0-11 16,6 3-16-16,0-5-9 0,-3 2-21 15,-1-1-21-15,-6-1-16 0,-4 6-13 0,-28 3-6 16,-6 2-1-16,-23 3 0 0,-2 3-3 16,-11 1-3-16,-4 1-7 0,-7 1-2 15,-5 1-5-15,-4 2-19 0,-5 0-32 0,0 0-46 16,0 0-62-16,0 0-74 0,0 0-93 15,0 0-126-15,0 0-157 0,0 0 61 0,-13 14-362 16,13-14-424-16</inkml:trace>
  <inkml:trace contextRef="#ctx0" brushRef="#br0" timeOffset="76934.89">26471 5426 2969 0,'-1'-8'206'0,"-1"3"17"0,2 5 5 0,2-16-1 0,1 8 12 0,8-3 18 16,1 1-2-16,7 0-3 16,6-3-18-16,3 0-14 0,-3 6-24 0,0 2-21 15,4 2-19-15,-2 1-14 0,1 4-17 16,8 3-10-16,0 0-16 0,-5 4-5 0,-6 0-11 15,-9-3-7-15,-2 3-11 0,-3 1-5 16,-3 2-3-16,-5 1-5 0,-8 1-6 0,-4 5-2 16,-13 6-3-16,0 1-3 0,-3 1 2 15,-1-4-8-15,1-2 0 0,2-2-4 0,8-5-3 16,1-4 9-16,5 0 17 0,-1-3 8 16,5 0 0-16,-2 0 10 0,6-2 12 0,1 0 17 15,0-5 5-15,1 15 2 0,8-10-1 16,-2 4-9-16,2 0-9 0,3 3-8 15,5-1-40-15,-1 1-38 0,-2 2 0 16,0-1 0-16,-1 1 0 0,-4-3 0 0,2 1 0 16,-4 1 0-16,-3-1 0 0,-2 0 0 15,-4-2 0-15,-2 1 0 0,-3 2 0 16,-5-1 0-16,1-2 0 0,-7 0 0 0,1 2 0 16,-2-5 0-16,1 2 0 0,0-4 0 15,0-2 0-15,4 1 0 0,1-2 0 16,-1-4 0-16,1-2 0 0,-1-3 0 15,3-1-424-15,1-6-190 0,1-3-172 0,3-4-93 0,2-2 82 16,2-3-798-16,2-1-1037 0</inkml:trace>
  <inkml:trace contextRef="#ctx0" brushRef="#br0" timeOffset="77335.25">26774 5132 4605 0,'-34'-7'-48'0,"-4"6"38"0,-4 3 33 0,-9 10 37 0,-8 3 25 15,0 10 29-15,-16 14 9 0,7 8 1 0,3 7-6 0,6 8-4 16,5 7 5-16,9 3-3 0,8 0-17 16,19-11-10-16,5 2 3 0,15-1-13 0,10 1-7 15,12-3-5-15,23 6-6 16,6-4 15-16,17-7-5 0,13-9-9 0,4-8-4 15,9-7-22-15,1-11-10 0,-19-13-8 16,0-7-3-16,-2-5 1 0,-2-9 0 0,-3-6-1 16,11-11 4-16,-6-5 10 0,-27 0 19 15,-1-7 12-15,2-15 14 0,-16 3-5 0,-3-22-7 16,-13 10-6-16,2-23-5 16,-15 17-12-16,-7 0 1 0,-5-1-17 0,-7 3-1 15,-6 8-7-15,-9 11-11 0,-3 8-21 16,-11 12-17-16,-4 5-25 0,-8 14-33 0,3 11-51 15,-13 8-66-15,5 5-92 0,0 10-101 16,10 1-126-16,2 1-215 0,10 4 28 16,13-6 82-16,11-5-471 0,6-2-574 0</inkml:trace>
  <inkml:trace contextRef="#ctx0" brushRef="#br0" timeOffset="78233.53">28205 5707 3314 0,'-18'-6'122'0,"2"2"28"0,7-1 34 0,1 2 37 0,8 3 43 0,-10-5 6 0,10 5-4 15,0 0-22-15,16-10-22 0,5 4-22 16,17 1-19-16,8 0-23 0,20-2-32 16,9 2-20-16,4-2-27 0,29-1-49 0,-2-3-51 15,3 5-49-15,-23 0-47 0,-2 0-38 16,-7-1-36-16,-4 1-22 0,-10 1-9 0,-18 2 3 15,-2 0 7-15,-12 1 10 0,-8 0 7 16,-5 1 8-16,-5-1 12 0,-3 2 4 16,-10 0-12-16,11 0-41 0,-11 0-59 0,0 0-132 15,0 0-106-15,0 0 63 16,0 0-122-16,0 0-79 0</inkml:trace>
  <inkml:trace contextRef="#ctx0" brushRef="#br0" timeOffset="78823.53">30558 5252 1868 0,'-16'-12'128'0,"1"3"4"0,-2 1 10 0,-3 1 4 0,0 2 15 0,-7 2 17 15,0 1-8-15,-1 4-4 16,-12-1-12-16,1 3-17 0,5 2-12 0,7 3-14 16,9 1-4-16,0 0 23 0,9 2 10 15,1 4 18-15,8-3-1 0,10 8-7 16,5 10-12-16,9 3-17 0,9 4-7 0,-1-2-14 15,1-1-10-15,2-2-6 0,-3 2-9 16,-2-4-12-16,-8-6-2 0,2-1-8 0,-7-2-9 16,-6-4 0-16,-2-5-6 0,-4 1-1 15,-5-4 5-15,-5 1 6 0,-2-1 12 0,-4-2 7 16,-7 4 6-16,0-7 1 0,-3 1-10 16,-2 0-3-16,-2-3-4 0,4-3-4 15,-5 0-6-15,-1-3-8 0,2-1-21 16,0-2-28-16,-6-3-38 0,7-1-50 15,7-2-73-15,-4-7-96 0,6 3-100 0,3-1-115 16,4-3-170-16,5-2-17 0,1 0 75 16,4-4-381-16,7-8-453 0</inkml:trace>
  <inkml:trace contextRef="#ctx0" brushRef="#br0" timeOffset="79184.53">30481 4906 2849 0,'-65'7'14'16,"-9"11"43"-16,-24 15 39 0,0 11 31 15,2 8 55-15,9 4 13 0,4 6 14 0,15 3 9 16,14 4 7-16,17 4-11 0,20-10-5 16,14 0-10-16,19 0-11 0,18 9-20 15,18-1-16-15,12-6-12 0,19-9-16 0,0-5-12 16,6-11-11-16,3-9-12 0,-4-7-19 15,-13-11-3-15,-3-6-7 0,-2-4-6 0,-5-7-3 16,2-8 2-16,-8-5 3 0,-5-6 7 16,-2-6 2-16,-6-7 8 0,-6-8-14 0,-9-8-7 15,-8-10-3-15,-10-5-9 0,-10-5-11 16,-6-6-6-16,-14-19-25 0,-12 8-22 16,-11 10-19-16,-9 11-21 0,-14 14-15 15,-8 8-26-15,4 22-28 0,-8 7-39 0,-9 11-56 16,-4 9-63-16,-19 9-57 0,6 14-91 15,8 9-185-15,5 3-55 0,8 7 79 16,7 0-387-16,24-7-463 0</inkml:trace>
  <inkml:trace contextRef="#ctx0" brushRef="#br0" timeOffset="101230.66">4120 8952 3054 0,'-25'-2'12'0,"0"1"-18"0,0-1 1 0,-2 2-3 0,-3-3 4 0,-10 3 12 0,6 0 16 16,-8 0 20-16,7-2 14 0,-5 2 10 16,8-2 8-16,3 0 5 0,6 2 8 0,3 0 2 15,-1-2-8-15,1 2-10 0,6 0-11 16,-2 0-2-16,1 0-3 0,1 2-9 16,1-2-7-16,-1 2 0 0,0 0-11 0,-4 0 6 15,3 3-6-15,-4-2-7 0,2 1 1 16,-8 3 3-16,0-1-13 0,-5 1 10 0,-4 5 4 15,1-3 0-15,-3 1 1 0,0-2 1 16,-4 6 3-16,2-4 9 0,-10 7 2 0,8-5-1 16,0-3 5-16,-2 1-1 0,-7 4 3 15,6-5-7-15,4-3-4 0,-3 6 0 16,1-4-4-16,0 0-3 0,3 1-4 0,-3-2 1 16,3 2-3-16,2-2 3 0,0 3-4 15,0 0 1-15,-1 0 0 0,1-1-9 16,8 4-6-16,-6 1 3 0,1-2 4 0,3 0-4 15,-3 0-3-15,5 2-7 0,-3-2 8 16,3 1 2-16,-1-1-1 0,0 2-4 0,1-1 3 16,7-1-1-16,0-3-3 0,0 1 3 15,2 0-1-15,-7 3-2 0,-1 3-5 16,0-2 3-16,2 1-1 0,0-1 5 0,-2 3 0 16,3-2-1-16,-1 2 1 0,0-2-3 15,1 2-1-15,4-3 3 0,-4 3-7 0,8-3 4 16,-9 3 1-16,1-2-5 15,5-3 3-15,3 2-1 0,0-3 0 0,-2 1-2 16,3-1-2-16,-4 3 4 0,-6 1-2 16,8 1-1-16,-2-4 2 0,-2 9-3 0,-1-4-1 15,0 2 2-15,-1-1-3 0,3 0 4 16,1 2 1-16,-3 1-5 0,2 1 5 0,-1 0-5 16,-1 4 0-16,-1-2 5 0,3 1 2 15,-3 2-2-15,2-2 1 0,0 1 1 0,2-2 0 16,1 0-2-16,0-1 4 0,0-1 5 15,2 0 0-15,-2 2-4 0,5-5 1 16,1-1-2-16,-3 7-1 0,0 0 0 16,4-4-4-16,3 0 0 0,-4 5 3 15,3 3-1-15,2-6-1 0,3 2 0 0,-1-2-14 16,3 1-1-16,-1 1 3 0,1-1 2 16,-2-1-1-16,4 2 3 0,0-5-1 0,0 2-3 15,-2 1 5-15,2-1-2 0,2-1 4 16,0 2-1-16,-4-4 0 0,4 1 0 0,-2 3 0 15,0-1 2-15,0 0-1 0,0 4 2 16,0 1 0-16,0-2 5 0,0 0-6 16,0 3 0-16,-4 7-1 0,4-6 1 15,2-1-3-15,0-2 4 0,-2 0 0 0,2 2-2 16,0 6 3-16,1-5-4 0,1 6 6 16,3-5-6-16,-2 4 1 0,1-8 0 15,-3-2 3-15,3 7-1 0,0-3 1 0,0-4 1 16,1 8 3-16,-3-6-6 0,5 2 2 15,1 1 2-15,3 3-1 0,-1-3 4 0,3 5-4 16,3-5-1-16,-2 0 3 0,4 4-3 16,3 5-1-16,1-4 3 0,3 2-1 15,-6-7 0-15,6 8-1 0,-2-2 8 0,-3-6-7 16,1-4 1-16,2 2-2 0,-2-1 3 16,-1 0-3-16,3-4 2 0,7 9 0 0,-5-6-1 15,0-2 1-15,9 2-1 16,3 3 3-16,-1 1-2 0,1-4 2 0,4 4-4 0,-1-2 0 15,-1-2 2-15,3 0-1 16,-2 0 0-16,2-1 1 0,-2-2 2 0,-1 0-1 16,-8-6 4-16,2-1 3 0,1 0-5 15,2-1 3-15,0-2 4 0,2 1 2 0,0-3-2 16,2 2 3-16,2-3 0 0,1-3-3 16,9 5 1-16,-9-4-3 0,9 0 3 0,-10 3 1 15,13-2-2-15,-2-1 2 16,-7 0 0-16,0-4-3 0,17 1 0 0,-3-2 0 15,3-1-2-15,-13-1 1 0,2-1 1 0,9 2-3 16,-11 1 3-16,0-2-2 16,-1 2 1-16,4-2 2 0,8-2 6 0,2 0 8 0,0-1-3 15,-2-3 0-15,1 0 4 16,-1-3 8-16,2-5 1 0,-2-1-3 0,1-3 9 16,1 1-16-16,1-5 14 0,0 3-4 15,-1 0-1-15,-4-3-3 0,3 3-7 0,-3-3-1 16,0 3 0-16,0-1-3 0,-3-1-1 15,3 1-5-15,-2-2-2 0,-2 1 0 16,0-1-2-16,-1-3 0 0,-4-2-1 0,2 0 1 16,-2-2 2-16,0 0-14 15,-2-2 2-15,-2 0-4 0,3 2 5 0,-1 0 2 16,-4 0-1-16,1 3 13 0,-5-2-15 16,0 3 2-16,0-2-1 0,-1 4-2 0,-9 5 3 15,-1-4 2-15,6-5-1 0,-1 3-3 16,0-2 4-16,-5 5-9 0,5-6 6 0,-3 0 0 15,-5 2 5-15,7-4-3 0,-3 0 3 16,-8 5-5-16,1 1 0 0,4-2 3 0,-4 2 1 16,-2 0-2-16,-3 1 8 0,2-2 2 15,-3 2 0-15,-1-5 8 0,0 3 2 16,1 3 2-16,-4-4 1 0,1 1 0 16,0 2 7-16,0-2 17 0,1-1-4 15,0 2-7-15,0-1-10 0,1-1 1 0,-4-1 5 0,2 3-7 16,2-3-4-16,-4 0 2 15,6-1 0-15,-5 2-3 0,-2-1-6 0,-1-1 3 16,2-3 6-16,-2-1-8 0,-2-2 3 16,-5-4 0-16,3-1-4 0,2-1-11 0,-7-2 10 15,-3 2-1-15,0-3 1 0,0 4 2 16,-1 2 3-16,-1 0 10 0,-2 3 4 0,2 1 0 16,-2 0 15-16,-2-3 0 0,2 2 6 15,-1 2-5-15,-3-2 4 0,1-4 5 0,0 2-8 16,-2-3 0-16,-4-10-7 0,-1-1-4 15,0-1-3-15,-4-4-1 0,3-2-11 16,-4-2-28-16,-1-4 0 0,0 0 0 16,-3 0 0-16,0-1 0 0,-2 3 0 0,-1 2 0 15,-4 0 0-15,-2 6 0 0,-2-3 0 16,-4 5 0-16,-1 1 0 0,-2 1 0 0,-3 2 0 16,3 4 0-16,-3-1 0 0,-2 4 0 15,0-1 0-15,1 5 0 0,-1 0 0 16,4 2 0-16,-1 2 0 0,2 4 0 0,1 0 0 15,1 4 0-15,5 5 0 0,0 0 0 16,0 3 0-16,2 1 0 0,-4 1 0 0,1 1 0 16,1-1 0-16,-1 4 0 0,5 0 0 15,-3 0 0-15,5 3 0 0,4 1 0 16,-1-1 0-16,-2 0 0 0,2 2 0 16,0 0 0-16,0 3 0 0,-1-2 0 0,-1 3 0 15,-1 0 0-15,-5 0 0 0,-9 3 0 16,-2 6 0-16,-15 4 0 0,-2 3 0 0,-1 1 0 15,-7 8 0-15,-15 6 0 0,-4 2 0 16,2 2 0-16,0 0-48 0,2 0-179 0,9 2-58 16,17-8-84-16,5 4-112 0,4-1-113 15,-1 1-252-15,8-1 66 0,-2-1 84 16,4-5-619-16,2 2-771 0</inkml:trace>
  <inkml:trace contextRef="#ctx0" brushRef="#br0" timeOffset="104795.7">1516 14311 3788 0,'-11'19'4'0,"-4"8"1"0,0 5-11 0,-3 11 20 16,4 2 28-16,0-10 29 0,3 3 31 0,0-1-1 16,4-4-5-16,2 2-6 0,3-7-8 15,0-3-10-15,2-1-4 0,0-2-9 16,2 1-4-16,-2-5-8 0,0 2-7 0,0-3-12 15,0-2-22-15,0-1-15 0,0-3-22 16,-2-1-20-16,0-5-18 0,2-5-26 0,-6 8-10 16,6-8-12-16,0 0-7 0,-13-20 3 15,7 0 6-15,0-14 15 0,-2-4 8 16,3-16 14-16,-3-3 17 0,1-1 26 16,1 2 25-16,0 2 27 0,-2 13 35 15,5 3 24-15,-3 4 33 0,4 8 8 0,2 4 10 16,-3 7 5-16,3 3-8 0,-2 1-16 15,4 1-10-15,1 4-7 0,-3 6 18 16,13-2 1-16,-13 2-1 0,36 12-8 0,-1 2-11 16,7 3-6-16,3 4-9 0,3 0-7 15,2 3-8-15,-3 0-5 0,1-2-8 0,-4 1-22 16,-4-1-51-16,-9-5-55 0,-7 2-59 16,-1-1-47-16,-4 3-44 0,-4-1-46 15,-5-3-59-15,-8 0-81 0,-2 0-118 16,-2 0-52-16,-4-3 70 0,0 1-232 15,-3-5-239-15</inkml:trace>
  <inkml:trace contextRef="#ctx0" brushRef="#br0" timeOffset="104961.93">1663 14676 2462 0,'-14'7'213'0,"3"-1"-20"0,2 1-20 0,1-2 9 15,0-1 14-15,8-4 7 0,-9 6 1 16,9-6-17-16,0 0-20 15,-5 2-16-15,5-2-15 0,0 0-39 0,0 0-80 0,34-17-93 16,-9 0-98-16,3 0-96 16,-2-2-144-16,1-4-185 0,-4 2 37 0,-2-2-284 15,-2 1-330-15</inkml:trace>
  <inkml:trace contextRef="#ctx0" brushRef="#br0" timeOffset="105229.48">1869 13993 2739 0,'-6'-6'249'0,"0"2"-11"0,3-2-12 0,3 6-17 16,0 0-11-16,0 0 30 0,0 0 34 16,0 0 16-16,7 30-23 0,5-13-15 15,3 6-28-15,4 6-22 0,3-4-15 16,-2 1-19-16,1 1-14 0,2 1-17 0,-3-2-30 15,2-1-49-15,-3 2-44 0,1 0-53 16,-4-3-44-16,1 1-49 0,-7-6-57 0,-1-2-54 16,0-3-41-16,-5 0-50 0,3-6-59 15,-6-1-69-15,1-4-101 0,-2-3-25 16,0 0-360-16,0 0-439 0</inkml:trace>
  <inkml:trace contextRef="#ctx0" brushRef="#br0" timeOffset="105447.33">2092 13859 2710 0,'0'-19'81'0,"-4"6"36"0,1 1 18 0,1 2 24 16,-3 5 23-16,5 5 4 0,-2-7 19 16,2 7 30-16,0 0 29 0,0 0-2 15,0 0-21-15,16 27-14 0,-1-5-30 0,4 2-18 16,8 10-6-16,3 3-22 0,1-2-13 16,3 3-15-16,-2-1-14 0,3 2-12 0,-1-3-9 15,-4 0-22-15,-1-2-35 0,0 3-41 16,-10-8-51-16,2 0-53 0,-6 4-60 15,-4 0-71-15,1 0-69 0,-4 1-83 0,-5-8-147 16,3-4-156-16,-2-5 64 16,-4 0-439-16,4-7-547 0</inkml:trace>
  <inkml:trace contextRef="#ctx0" brushRef="#br0" timeOffset="106178.89">2940 13362 3409 0,'0'0'166'0,"0"0"-17"16,0 0-13-16,11 27-3 0,5 0-13 0,2 4 6 16,7 10 21-16,6 1 22 0,-1 3 2 15,4 3-14-15,-1-1-16 0,2-1-12 16,-3 3-15-16,1-3-11 0,-5-1-8 0,-4-1-12 15,-1-3-6-15,-5-7-8 0,-3-4-7 16,-3-2-7-16,-5-6-3 0,0-3-8 16,-3-2 2-16,0-3-5 0,-4-2-3 0,-2 0-5 15,-2-2-6-15,-3-2 1 0,-4 1 1 16,-3-4-25-16,-3-3-15 0,-4 0-8 0,0-4-7 16,-4-2 1-16,1-1 2 15,-1 0 15-15,4 0-10 0,-1-2 2 0,8-1-2 16,2-1-1-16,2 2 2 0,7-3 2 15,3-2 1-15,5-5 1 0,11-11-1 0,9-10-10 16,7 1-18-16,2-8-18 0,2 4-14 16,2-4-8-16,2-1 11 0,1-3 2 15,-3-1 9-15,-2-2 9 0,-8-3 15 0,3-1 14 16,-3 0 16-16,-5 1 14 0,-6-4 10 16,-1 4 20-16,-3 7 29 0,-3 14 18 0,-3 2 28 15,-1 9 18-15,-2 4 24 0,-3 5 1 16,1 3-12-16,-2 1-19 0,0 2-5 0,0 8-22 15,0 0-9-15,0 0-9 0,0 0-7 16,-27 31-7-16,15 0-4 0,-8 10-10 16,3 2-2-16,2 3-5 0,2 2-3 15,5-9-9-15,0 2-2 0,4-4 1 16,1-6-7-16,1-7 8 0,2-2-14 0,2-3 4 16,0-2 12-16,-1-1-13 0,1-5 5 15,5 0 2-15,-2-2 3 0,1-5-1 0,-6-4 6 16,19-3 14-16,-6-4-4 0,3-5-3 15,-1-1-1-15,-1-1 14 0,-2 2 12 0,0 0 4 16,-2 3-1-16,-1 2-6 0,-4 4-9 16,-5 3 5-16,16-3-38 0,-16 3-24 0,17 3 0 15,-8 2 0-15,1 2 0 16,1 0 0-16,1 2 0 0,-1-1 0 0,-1 1 0 16,0-1 0-16,-1-1 0 0,2 0-47 15,-4 1-246-15,2-3-107 0,-2 3-119 16,-1-4-147-16,-1 2-203 0,-1-5 89 0,-4-1 77 15,0 0-628-15,0 0-788 0</inkml:trace>
  <inkml:trace contextRef="#ctx0" brushRef="#br0" timeOffset="106528.35">4161 13482 4109 0,'-11'2'178'0,"11"-2"-8"0,-12 5 3 0,12-5 10 0,0 0-8 0,0 0-13 0,0 0-13 0,-5-15-21 16,5 15-13-16,9-15-16 16,-1 3-36-16,3-2-38 0,-3 3-31 0,6-3-21 15,-5 1-14-15,2-3-5 0,-5 2-16 16,0-1 6-16,-4-1 1 0,-2 3 7 16,-2 3 0-16,0-3 8 0,-3 7 8 0,-6-1 7 15,0 4 15-15,-3 4 16 0,0 4 18 16,-13 9 22-16,2 7 24 0,3-1 18 0,4 6 10 15,4 0 1-15,5-3 3 0,5 0-1 16,6-2 0-16,2 1-9 0,3-1-8 16,9 6-5-16,2-5-6 0,0 0-9 15,5-4-3-15,0-1-6 0,-1-5-26 0,-4-4-42 16,3-1-58-16,1 1-68 0,-4-6-98 16,1 0-96-16,2 0-112 0,-2-4-153 15,2-2-103-15,0-6 66 0,0 0-499 0,2-7-601 16</inkml:trace>
  <inkml:trace contextRef="#ctx0" brushRef="#br0" timeOffset="106881.03">4807 13232 3365 0,'0'0'157'16,"0"0"30"-16,0 0 21 0,0 0 16 0,0 0 20 16,0 0 14-16,0 0 17 0,0 0-8 15,7 10-14-15,-7-10-22 0,0 0-22 16,-9 12-19-16,9-12-20 0,-7 12-14 0,1-3-22 15,-3 1-35-15,-1-1-39 0,1 1-29 16,-2-3-30-16,-1-1-19 0,1 0-25 0,-1-3-14 16,12-3-19-16,-23 0-6 0,23 0-7 15,-25-10-1-15,13-1 1 0,3-2 4 16,4-1 6-16,-1-1 9 0,6-1 7 0,0 3 7 16,8-3 15-16,-1 1 19 0,10 1 25 15,-2 1 34-15,12 1 19 0,-2 1 26 16,-4 5 18-16,4-2 15 0,8-2 7 15,-1 2-12-15,-2-3 1 0,1-1-6 0,-3 5-6 16,1-7-7-16,0 2-6 0,-2-1-14 16,-2 2-4-16,-2-4-26 0,-3 0-23 0,-3 2-38 15,-4 2-35-15,-2 0-41 0,-3 3-56 16,0-2-74-16,-4 1-106 0,-2 0-128 0,-2 3-180 16,0 6-112-16,-12-6 77 0,2 6-578 15,10 0-712-15</inkml:trace>
  <inkml:trace contextRef="#ctx0" brushRef="#br0" timeOffset="107963.37">1669 15627 3293 0,'2'-8'-4'0,"-2"2"12"0,0 6-10 0,0 0-2 0,0 0 5 0,0 0 24 0,0 0 26 0,0 0 33 15,0 0 24-15,0 0 7 16,-4 29 2-16,8-17-5 0,1 0-10 0,1 2-6 16,6-1-6-16,1-2-9 0,2 1-7 15,2-3-3-15,4 0-10 0,-3-5-4 16,0-1 2-16,0 0-10 0,-3-3-2 0,0-3-3 16,2-1-4-16,-3-1-3 0,-1-3-6 15,-3-4 3-15,-3 0-3 0,-1-1-9 16,-2-3-4-16,-6-1-2 0,-4-3-5 0,1-1 2 15,-7 4-4-15,2 0 4 0,1 5-1 16,-3 0 2-16,3 4-2 0,0 1-2 0,0 3-4 16,0 1 0-16,9 3 2 15,0 0 0-15,0 0 0 0,0 0-4 0,-5 15 1 16,5-15 2-16,18 14 1 0,-2-9-1 16,1 0 1-16,0-1-3 0,2-3 2 15,0 1-1-15,2-4 0 0,0 2-1 0,-6-3 5 16,6-4-5-16,-8 1 1 0,1-3 0 15,-3-3 4-15,-1-2-2 0,-2 0 1 16,-3 1-4-16,-3-2 0 0,-2 1 2 0,0-1 2 16,0 1 6-16,-2 2 14 0,2 1 15 15,0 2-1-15,-1 0-1 0,1 9-6 16,0-11-8-16,0 11-2 0,3-6-2 16,-3 6-1-16,9-6-11 0,-9 6-5 15,24-2 4-15,-11 2 0 0,2-2 4 0,1 0-6 16,-1 0 0-16,2-4 1 0,-2 1 0 15,1 1 1-15,-2-2-3 0,0-1 5 0,-3-2 8 16,2 2 16-16,-6-1 16 0,0 3 17 16,-1-2 17-16,-1 3 6 0,-5 4-2 15,11-7-12-15,-11 7-11 0,7-8-11 0,-7 8-6 16,9-4-3-16,-9 4-6 0,16-3-1 16,-5 1 1-16,0 1-5 0,5 1-8 15,2-4-2-15,2 2-2 0,-1-1-3 0,1 1-18 16,3-1-40-16,1-2-55 15,-5 2-65-15,1-4-79 0,1 1-83 0,1-1-84 0,-6 2-123 16,2 1-193-16,-3-2 43 16,0-1 77-16,-2 2-405 0,1-1-478 0</inkml:trace>
  <inkml:trace contextRef="#ctx0" brushRef="#br0" timeOffset="108580.33">3342 14686 3153 0,'-13'0'180'0,"-5"5"-38"0,2 5-3 0,-5 8-13 0,-4 7 12 0,0 14 20 0,2 1 26 16,0 7 12-16,6 1-5 0,10-8-18 0,5 0-15 15,7-1-13-15,11 7-18 0,8-3-11 16,8-5-12-16,3-3-9 0,5-8-10 16,0-5-5-16,-4-7-13 0,3-6-13 0,0-4-14 15,-4-6-19-15,4-5-12 0,-2-2-16 16,-3-9-12-16,-1-3-5 0,-6-4-2 16,1-7 2-16,-11 2-1 0,-3-6 6 15,-9-1 0-15,1-2 6 0,-8-1-5 0,-5 0 3 16,-7-8 0-16,-5 2 3 0,-6 6 0 15,-2 4 8-15,4 10 8 0,-5 3 3 0,-3 3 6 16,3 8 2-16,1 1-1 0,3 7 0 16,4 5 6-16,-3 1 0 0,0 6-3 15,-3 4 8-15,5 6-6 0,7-2 5 0,5 2-8 16,5-4 7-16,6 5-9 0,2 0-2 16,8 9 3-16,4-6-4 0,2-3-1 0,4-8-2 15,7-2 2-15,-1-5 2 0,-3-6-2 16,13-4 3-16,-5-2-2 0,0-3 0 15,-4-6 1-15,-2-1 1 0,0-3-1 0,-4 1 2 16,-2-2 10-16,-6 3 17 0,-1 4 21 16,-1-2 19-16,-4 4 15 0,1 2-7 15,0-2-13-15,1 3-1 0,1-3-13 16,2 5 3-16,2-3-15 0,3 3-8 0,-2 0-3 16,4 2-4-16,2-2-1 0,0 2-9 15,0 0 5-15,0-2-23 0,-1 0-25 0,1 1-29 16,-2-3-43-16,8-4-45 0,2 0-58 15,-5-3-66-15,-4 1-82 0,3 0-82 16,-3 1-143-16,-5 2-158 0,0-2 65 0,0 2-540 16,-2 0-664-16</inkml:trace>
  <inkml:trace contextRef="#ctx0" brushRef="#br0" timeOffset="109295.16">5076 13625 3619 0,'-11'-25'82'0,"2"8"-11"0,2 3-8 0,2 4-9 0,1 7 17 0,4 3 38 0,0 0 42 0,0 0 18 16,-2 36 2-16,10-2-12 0,2 4-11 0,4 12-11 16,2 3-4-16,-1-2-11 0,1 2-11 15,0 1-14-15,0-4-8 0,-5 1-10 16,0-5-9-16,-1-7-5 0,-4-1-9 0,-2-2-3 16,-4-7-6-16,-2-2-14 0,-6 2-16 15,0-4-19-15,-5 0-15 0,-4 0-15 16,-7-6-5-16,-5-1-7 0,-3-4-7 15,-4-3-2-15,-3-6 6 0,-1-4 4 0,10-1 5 0,-8-5 6 16,11-2 7-16,4 0 6 0,5-1 1 16,9-1 8-16,5 1 8 0,6-4 6 15,11-5 5-15,19-14 1 0,16-2-6 16,4-4-11-16,22-12-38 0,3-2-50 0,0-4-61 16,0 1-63-16,-5-1-36 0,-4 1-19 15,-7-2-7-15,-16 9 11 0,-7 1 28 16,-6-2 52-16,-7 1 52 0,-6-1 44 0,-6-1 41 15,-9 8 42-15,-8-2 29 0,-7-6 27 16,-5 3 19-16,-4 5 7 0,-7 2 23 0,-3 6 13 16,3 11 8-16,-2 5 16 0,-3 5 3 15,3 7-7-15,3 7 0 0,-12 4-6 16,-3 8 1-16,1 8 2 0,3 6-3 16,4 4-6-16,14-1-10 0,10 6-9 0,7 4-6 15,15 8-3-15,8-1-9 0,13-5-5 16,8-3-6-16,8-5-6 0,1-6-6 15,8-6-3-15,-6-7-6 0,-1-5 1 16,-11-5-6-16,0-4-4 0,-7-3 14 0,-5 0 14 16,-4-3 21-16,-3-1 28 0,-1-1 10 0,-3-3-9 15,-3 0 6-15,-2-2-18 0,-2 1-9 16,1 2-11-16,-2-3-12 0,-1 3-26 0,-2-1-43 16,2 2-65-16,-2 0-72 15,2 2-80-15,1 2-100 0,0-1-110 0,-1 4-118 16,-9 0-189-16,16 0 45 0,-16 0 91 15,9 7-471-15,-9-7-539 0</inkml:trace>
  <inkml:trace contextRef="#ctx0" brushRef="#br0" timeOffset="110444.59">2786 16418 2945 0,'-9'18'-24'0,"4"-4"20"0,-1 1 20 0,3-3 28 0,-1-1 26 0,0-1 26 0,1-2 21 15,3-1 3-15,0-7 3 0,-4 12-3 16,1-6 6-16,3-6 4 0,0 9 10 16,0-9 12-16,0 0 8 0,-2 8 4 0,2-8 12 15,0 0 7-15,0 0-1 16,0 0-5-16,18-37-23 0,-5 5-15 0,6-16-12 15,2-5-16-15,-2-5-14 0,4-6-37 16,2-16-31-16,-4 16-17 0,-2 8-8 0,2 3-12 16,-2 4-13-16,-4 14-10 0,-2 4 2 15,-5 8-1-15,-2 5 2 0,-1 7 5 16,1-1-3-16,-4 6 4 0,-2 6 2 0,0 0 8 16,0 0 3-16,0 0 2 0,-13 29 4 15,7-10-3-15,3 5 7 0,-2-2-8 0,3 3 3 16,2-6 1-16,2 6 2 0,3-5 7 15,6 11 3-15,5-5 3 16,0-4 2-16,2 0 0 0,2-3-2 0,-1-4 1 16,1-6-2-16,-4 1-1 0,0 0-2 15,-5-2 6-15,-2-2 5 0,2 1 25 0,-2-2 19 16,-2 2 28-16,-3-1 0 0,-2-2-6 16,-2-4-5-16,-2 17-10 0,0-11 4 15,-3 3-19-15,-1-1-6 0,-1-2-3 0,-2-2-5 16,2 2-1-16,7-6-10 0,-15 5-16 15,15-5-4-15,-12 0-11 0,12 0-18 0,0 0-8 16,-11-19-4-16,11 6-5 0,0 1-6 16,7-9 2-16,4-9 2 0,3 3 3 15,-1-1 3-15,3 4 5 0,-1 1 4 16,-3 2-1-16,-1 7 4 0,-2 1 2 16,-1 1 3-16,-2 4 7 0,1-1 7 0,1 1 7 0,-4 2 2 15,2 0 2-15,-2 1 1 16,-4 5 3-16,11-10-6 0,-6 6 4 0,2 0-2 15,2-2-3-15,-2 1 0 0,5-2 3 16,-1-2 0-16,-1 1 0 0,4-6-1 16,-2-3-2-16,0 1 0 0,3-7 0 0,0-3-1 15,-3 6 1-15,-5 3-1 0,1 3 0 16,-2 3-5-16,2 3 1 0,-3-2-3 0,-1 3-3 16,1 2 6-16,1 0 0 0,-6 5-7 15,14-6 3-15,-14 6 0 0,16-2 0 16,-16 2 2-16,22 0 3 0,-10 0-3 15,3-1 0-15,-3-2-1 0,6 0 4 16,1-2-3-16,0-4 1 0,0 0 0 0,6-8-5 16,0-2-5-16,-3-2-3 0,1 0 2 15,-5 1-3-15,-3 2 1 0,-1 2 1 0,-3 2-1 16,-2 0 0-16,-1 4 0 0,0 1-8 16,-1 2-12-16,-1-1-24 0,-3 3-34 15,4 0-39-15,-7 5-42 0,9-9-39 0,-3 6-29 16,-6 3-37-16,12-7-39 15,1 3-46-15,-6 0-54 0,4 0-77 0,3-3-99 16,1 0 40-16,-2-1-254 0,0 1-292 16</inkml:trace>
  <inkml:trace contextRef="#ctx0" brushRef="#br0" timeOffset="112894.56">5175 10086 1969 0,'0'0'121'0,"0"0"-40"0,0 0-36 0,0 0-26 0,0 0-3 0,0 0-4 15,0 0-4-15,0 0 1 0,0 0-1 16,10-2-4-16,-10 2-7 0,0 0-33 16,0 0-58-16,0 0-75 0,0 0-156 0,0 0-242 15,0 0-67-15</inkml:trace>
  <inkml:trace contextRef="#ctx0" brushRef="#br0" timeOffset="113310.49">9957 9799 1722 0,'0'0'43'0,"0"0"0"0,0 0-4 0,0 0-4 0,0 0-5 0,-23-10-8 16,23 10-25-16,0 0-16 0,-6-5-30 0,6 5-41 15,0 0-32-15,0 0-61 16,0 0-317-16,0 0-4 0</inkml:trace>
  <inkml:trace contextRef="#ctx0" brushRef="#br0" timeOffset="113729.03">14542 9769 1646 0,'-15'-6'170'0,"3"0"-19"16,5 4-18-16,1-2-13 0,6 4-21 15,-8-6 4-15,8 6-12 0,-6-5-5 16,6 5-11-16,0 0-9 0,-4-4-7 0,4 4-22 16,0 0-47-16,0 0-61 0,0 0-69 15,0 0-84-15,0 0-224 0,22-2-213 16,-22 2-157-16</inkml:trace>
  <inkml:trace contextRef="#ctx0" brushRef="#br0" timeOffset="114095.75">21509 9864 1743 0,'0'0'-27'15,"0"0"5"-15,0 0 3 0,0 0-2 16,0 0 5-16,0-17-2 0,0 17 3 0,4-5-3 16,-4 5-11-16,8-3-23 0,-8 3-42 15,7-4-68-15,-7 4-263 0,12-3 64 0</inkml:trace>
  <inkml:trace contextRef="#ctx0" brushRef="#br0" timeOffset="114461.13">24791 9610 1386 0,'0'0'78'0,"0"0"-10"15,0 0-6-15,0 0-16 16,0 0-32-16,0 0-32 0,0 0-33 0,0 0-26 16,0 0-16-16,0 0-48 0,27-12-126 15,-22 9-76-15,5 0 143 0</inkml:trace>
  <inkml:trace contextRef="#ctx0" brushRef="#br0" timeOffset="114795.78">27587 9664 1010 0,'0'4'73'0,"0"-4"-2"16,0 0-9-16,0 0-11 0,0 0-22 0,0 0-19 15,0 0-18-15,0 0-19 16,0 0-25-16,12 6-35 0,-12-6-83 0,14 2-158 15,-14-2 158-15</inkml:trace>
  <inkml:trace contextRef="#ctx0" brushRef="#br0" timeOffset="115093.64">30997 9612 1244 0,'0'0'264'0,"0"0"-27"15,0 0-31-15,0 0-16 0,0 0-17 0,0 0-16 16,0 0 12-16,-21-17 11 0,21 17-7 15,0 0-9-15,0 0-21 0,0 0-16 16,0 0-56-16,0 0-78 0,0 0-68 0,0 0-88 16,0 0-121-16,0 0-248 0,0 0 36 15,0-7-164-15,0 7-157 0</inkml:trace>
  <inkml:trace contextRef="#ctx0" brushRef="#br0" timeOffset="117012.39">1217 8688 1977 0,'2'-15'90'0,"-2"3"22"0,0 5 2 0,2 0-8 0,-4 2-15 0,2 5-9 16,0 0-8-16,0 0 21 0,0 0 29 15,0 0 3-15,-11 31-3 0,4-12 12 0,-7 10 17 16,4 1-2-16,-2 4-3 0,-1-1-8 16,2 0-6-16,1-2-11 0,1 0-11 15,3-8-8-15,5-2-7 0,-1-4-5 0,2 1-6 16,2-3-7-16,1 0-4 0,3-1-3 15,3-2-3-15,3 2-8 0,5-6-1 0,0 1-10 16,6-3-2-16,1-4-7 16,3 0-3-16,2-4-10 0,11 0-30 0,-2-2-32 15,0-4-40-15,-2-3-52 0,-2 0-53 16,-9 4-58-16,-5-3-76 0,-4 2-94 16,-4-3-182-16,-2 1-13 0,-5-2 70 0,-1 0-189 15,-2 4-212-15</inkml:trace>
  <inkml:trace contextRef="#ctx0" brushRef="#br0" timeOffset="117411.31">1775 8734 2096 0,'0'4'45'15,"0"-4"-5"-15,0 0-1 0,3 8 2 16,-3-8 20-16,2 5 8 0,-2-5 16 0,0 0 21 15,0 0 26-15,0 0 25 0,0 0 7 16,13 5-13-16,-13-5-7 0,0 0-16 0,28-12-16 16,-15 7-10-16,1-2-14 0,-1-1 2 15,1-1-15-15,-3-1 1 0,3-2-14 16,-5 0 0-16,0 0-6 0,-3-1-11 0,-1 1 0 16,-4 0 1-16,-1 3-2 0,-4 1-10 15,0 0-6-15,-3 4-4 0,-3 2-2 16,10 2 2-16,-36 6 6 0,3 7 3 15,1 2 5-15,3 2-1 0,1 2 8 0,3 0-4 16,6 1 4-16,4-4-1 0,5-1-4 16,6 0-5-16,1-4 0 0,5-1-1 15,1 4 3-15,3-3-5 0,6 3-5 0,1-4-1 16,4-1 0-16,5 0-23 0,-2 0-57 16,1-5-70-16,2-1-76 0,-1-2-66 0,-2-2-90 15,1-2-107-15,-1 1-161 0,0-4 49 16,-3 0-255-16,0-6-315 0</inkml:trace>
  <inkml:trace contextRef="#ctx0" brushRef="#br0" timeOffset="117693.07">2063 8642 2224 0,'-1'-7'26'15,"1"7"39"-15,-4-10 17 0,4 10 3 16,-4-7 2-16,4 7 1 0,0 0 2 16,0 0 37-16,0 0 7 0,0 0 6 0,0 0 4 15,0 0-13-15,-4 27-14 0,6-15-7 16,4 2-7-16,-1-2-8 0,3 1-24 0,4 5 2 15,1-3-15-15,0-1 1 0,2-1-4 16,-4-6-13-16,1 3 16 0,-4-2 1 16,1-4 16-16,1 2 16 0,-1-3 4 15,-9-3 4-15,17 3-1 0,-17-3-11 16,16-8-8-16,-7 4-9 0,-1-6-7 0,-2-2-4 16,-1-3-9-16,1-6-3 0,0-3-7 15,-3-10-10-15,-1 0-22 0,3-4-30 0,-3 9-38 16,-1 1-34-16,-1 4-39 0,2 5-59 15,0 3-68-15,0 2-98 0,0 3-160 16,0 1-111-16,-1 2 63 0,-1 2-278 0,0 6-330 16</inkml:trace>
  <inkml:trace contextRef="#ctx0" brushRef="#br0" timeOffset="118276.75">2572 8535 2442 0,'0'4'51'16,"0"-4"1"-16,0 0-4 0,-3 10-9 16,3-10 6-16,0 0 9 0,0 8 25 0,0-8 22 15,0 0-2-15,7 5 7 0,-1-3-2 16,-6-2-9-16,0 0-5 0,19 0 7 16,-19 0-5-16,15-4-12 0,-15 4-1 0,12-7 2 15,-7 1-12-15,-1 2-5 16,-2-4-6-16,-2 8-4 0,0-11-12 0,0 11 1 0,-11-13-5 15,3 8-5-15,-4 5 0 0,12 0 0 16,-30 4-5-16,9 1 7 0,2 2-2 16,0 2 2-16,1 3 6 0,5 0 3 15,0 1-9-15,7 1 13 0,0-1 13 16,6-1 17-16,4 2 8 0,4 0 3 0,5 0-7 16,10 1-3-16,4-1-10 0,7-4-8 15,2-2-3-15,0-6-9 0,0 0-3 0,5-6-2 16,-1-2-4-16,-2-5-3 0,0-3-6 15,4-7-7-15,-4-5-6 0,-4-6-2 16,-3 1-4-16,-5-8-6 0,-4 0-3 0,-8-7-7 16,-3-4-7-16,-6-3-9 0,-7 7 17 15,-3-13-5-15,-5 1 0 0,-5 3-3 0,-3 6-2 16,5 14 0-16,-4 6 0 16,0 6-1-16,0 6 2 0,-3 9 4 0,5 6 11 15,-6 4 14-15,1 6 5 0,-3 9 3 16,5 4 14-16,7 8 16 0,7 4 6 0,4 5 9 15,8 3 9-15,7 9 1 0,6 1-5 16,2-2-4-16,2 0-11 0,2-1-4 16,1-6-5-16,-2-2 3 0,1-4-8 0,-6-9-7 15,-1 0 0-15,-2-6-6 16,-4-3-20-16,-3-6-47 0,0-3-48 0,1 1-62 0,-3-7-96 16,1 1-121-16,-2-4-142 15,-8 0-211-15,18-5 13 0,-11-2 89 0,-2-2-425 16,-1-7-510-16</inkml:trace>
  <inkml:trace contextRef="#ctx0" brushRef="#br0" timeOffset="118692.65">3500 8286 2748 0,'-4'-8'14'0,"2"2"42"0,2-5 23 0,0-1 9 0,6-2 18 0,4-3 23 0,1 0 12 15,0 1-8-15,9-4-10 0,-1 5-15 0,-4 6-9 16,4 0-8-16,-2 4-7 0,0 5-16 15,0 4-1-15,1 3 25 0,-3 3 17 0,-4 5 26 16,-5 4 26-16,-2-2 22 16,-8 6 18-16,-7 8 21 0,-3-2 8 0,-3 2-2 15,-2-4 0-15,4-3-10 0,3-3-5 16,5-8-22-16,1 1-13 0,4-4-8 0,2-1 3 16,6-1-13-16,7-3-13 0,10-1-16 15,7-2-10-15,12-6-15 0,2 2-38 16,3-6-70-16,5-4-95 0,2 0-96 0,-2 0-105 15,-13 0-121-15,1 5-132 0,1-1-170 16,-13 0-84-16,-6 4 79 0,-8 4-630 0,-6 3-811 16</inkml:trace>
  <inkml:trace contextRef="#ctx0" brushRef="#br0" timeOffset="119060.13">4233 8543 3565 0,'13'-8'-90'0,"-8"1"40"16,-1 5 20-16,-4 2-1 0,0 0 25 16,0 0 37-16,0 0 32 0,-76 17 30 0,9 0 10 15,-34 9 6-15,-10 3 1 0,-13 5-6 16,-9 2-8-16,-12 3 16 0,-51 16 15 15,-12 5 4-15,4 2 9 0,1 0 5 0,19-1 1 16,6-3-15-16,46-12-12 16,6-5-12-16,15-3-12 0,16-3-11 0,29-11-9 15,8 0-9-15,7-4-7 0,14-6-6 16,5-2-5-16,10-2-6 0,4-3-6 0,6-2-8 16,-1 1-21-16,6-5-26 0,2 2-36 15,-1 1-65-15,6-4-62 0,0 0-71 0,0 0-76 16,0 0-101-16,0 0-180 15,0 0-32-15,31-7 60 0,-22 2-301 0,2 1-366 0</inkml:trace>
  <inkml:trace contextRef="#ctx0" brushRef="#br0" timeOffset="119660.51">5689 7011 2549 0,'0'-7'74'0,"0"7"8"0,0-5 3 0,0 5 19 0,0 0 43 15,0 0 45-15,0 0 27 0,-20 28 18 16,13-12 11-16,-3 3 7 0,2 0 10 0,3 3-14 15,1-5-4-15,2 1 9 0,4 1-3 16,2-2-16-16,1 4-16 0,8 3-21 0,7-1-12 16,-1-2-21-16,5-1-16 0,1-1-15 15,5-3-15-15,1-1-13 0,3-3-51 0,-2-1-71 16,4-1-71-16,-6-2-67 16,-6-1-64-16,-5-2-57 0,-3-2-73 0,-5-2-95 15,0-2-142-15,-1-3-145 0,-2-2 59 16,-3-2-536-16,1-6-669 0</inkml:trace>
  <inkml:trace contextRef="#ctx0" brushRef="#br0" timeOffset="120244.42">6261 7161 3114 0,'-5'13'-23'15,"1"-6"33"-15,2 0 16 0,0-5 7 0,2-2 29 16,0 0 37-16,-1 10 34 0,1-10 29 15,0 0 10-15,0 0 2 0,0 0-11 16,23-2-16-16,-23 2-9 0,30-12-17 0,-11 1-14 16,0 3-4-16,-4-2-12 0,4-2-9 15,-4-1-8-15,-1-2-6 0,-3 4-6 0,-4 0-10 16,-2 1-3-16,-3 2-7 0,-2-1-7 16,0 9-3-16,-9-11-4 0,-2 10-3 0,11 1-3 15,-34 8 0-15,6 6-3 16,-3 1 4-16,-9 7 6 0,8-1 2 0,3 2 3 15,4 0-2-15,4-1-4 0,12-1 3 16,3-4 2-16,5-1 2 0,2 0 3 16,7-3-5-16,5 3 5 0,2-5-8 0,7-2-2 15,-2-1 0-15,7-4-5 0,-2-2-2 16,3-4 1-16,7-2-5 0,-1-6-5 0,-2 0 0 16,-1-2 2-16,-5-4-1 0,-3-2-4 15,-4 2 0-15,-2-6 3 0,1-2-5 0,-7 7 0 16,-4 2 0-16,1 3 1 0,-2 2-1 15,0 2 1-15,-4 1-6 0,1 2 4 0,-3 5 9 16,0 0 19-16,0 0 29 0,0 0 4 16,0 0-2-16,10 23 12 0,-7-14 8 15,8 4 7-15,-2 1 7 0,2-2-11 0,6 1 10 16,1-1 3-16,0-3 2 0,0-1-12 16,-1-1 3-16,-2-2 2 0,-2-1-3 15,1-2-7-15,1-2-8 0,-1-4-10 16,2 2-7-16,0-3-3 0,-3-2-9 0,3 1-12 15,-3-3-21-15,2-3-29 0,-4 1-42 16,1-3-47-16,0-3-42 0,0 1-42 0,-1-2-41 16,-2 1-43-16,-2 3-62 0,3 1-73 15,-4 1-76-15,1 3-95 0,-3 1-164 0,3 1 46 16,-3-2-571-16,3 6-726 0</inkml:trace>
  <inkml:trace contextRef="#ctx0" brushRef="#br0" timeOffset="120760.75">7127 7032 3258 0,'0'0'-88'0,"7"1"27"0,-7-1 10 0,8 5 46 0,-8-5 43 0,0 0 45 0,5 9 35 0,-5-9 22 0,7 7 13 15,-4-2 3-15,-3-5 4 0,10 9 0 16,-10-9-4-16,9 4-7 0,-1 1 1 0,-8-5-12 16,15 1-6-16,-15-1-13 0,19-1-7 15,-19 1-12-15,19-9-8 0,-5 0-8 0,-5 0-11 16,0-1-7-16,0-2-4 0,-4-2-7 15,-1 2-5-15,-1-3-4 0,-3 3-6 16,0-1-5-16,-3 0-6 0,-1 2-3 0,0 4-6 16,-6-3 0-16,-1 8-5 0,-2 0 2 15,-4 4-1-15,-5 0 7 0,0 8 1 16,-5 5 17-16,6 6 6 0,5 1-8 16,4 0 8-16,8-1 0 0,2-3-3 0,8 4 0 15,3 6-7-15,8-2-1 0,3-3-3 16,2 1-8-16,5-7 4 0,1 0-7 0,-1-5-1 15,2-6 3-15,-2-2-3 0,-1-4-4 16,10-5 2-16,0-4-10 0,0-6 15 0,3-7-5 16,-3-3-6-16,-5-6 2 15,-8 4-5-15,1-9-16 0,-5-5-3 0,-8 2 2 0,-2-2-9 16,-6-1-5-16,-4-5 3 16,-3 5 0-16,-3 2 1 0,-4 6 1 0,0 7 3 15,3 8-3-15,-3 7 5 0,2 8 3 16,-3 6 16-16,-1 4 12 0,-1 7 3 15,3 3 5-15,1 4 4 0,7 2 0 0,1 6 0 16,2 8-8-16,4-1 3 0,3 0 7 16,4 1-14-16,1-3-5 0,3-2-30 0,2-4-36 15,7-1-53-15,0-6-53 16,0-5-68-16,-2-4-68 0,-4-4-59 0,3-4-70 0,-7-5-87 16,5-1-161-16,-2-2 30 15,0-6 74-15,1 0-355 0,3-8-402 0</inkml:trace>
  <inkml:trace contextRef="#ctx0" brushRef="#br0" timeOffset="120959.11">8192 6553 2710 0,'-4'-4'92'0,"4"4"24"0,0 0 26 0,0 0 32 0,0 0 44 0,-34 17 34 0,24-5 8 0,1 6 20 16,0 1 1-16,-3 10-16 0,2 2-19 0,3 2-20 15,2-1-17-15,-2 0-20 0,5-2-30 16,4-3-12-16,0-1-23 0,3-1-68 0,-2 8-69 15,5 0-71-15,-5-8-82 0,1-4-83 16,-2-4-77-16,-2-3-79 0,0-4-102 16,-2 0-152-16,2-1 30 0,0-4-428 15,0-5-530-15</inkml:trace>
  <inkml:trace contextRef="#ctx0" brushRef="#br0" timeOffset="121611.4">10338 4878 3034 0,'0'-8'-18'0,"-3"1"13"0,2 1-2 16,1 6 32-16,0 0 67 0,0 0 53 0,-17 17 41 0,5 1 35 0,-5 9 21 15,-2 4 16-15,-3 10 11 0,2 0-20 16,5-5 9-16,4-1-1 0,0-2 0 16,2-2 4-16,7-4-7 0,4-5-17 0,5 0-10 15,2-3-14-15,6 5-16 0,4-3-18 16,6-5-20-16,4-2-10 0,1-3-18 0,1-5-27 15,-6-2-58-15,0-4-78 0,-3 0-70 16,6 0-77-16,-1 1-81 0,-6-2-91 0,2 1-95 16,-6-4-113-16,1 3-211 15,-4-2 21-15,-2-1 78 0,1-3-520 0,0 0-655 16</inkml:trace>
  <inkml:trace contextRef="#ctx0" brushRef="#br0" timeOffset="122474.45">10807 5061 3465 0,'-8'5'-13'0,"8"-5"13"0,-7 4 42 15,7-4 50-15,0 0 37 0,-3 8 18 16,3-8 11-16,0 0 6 0,12 9 8 0,-3-5-12 16,5-3-10-16,1 2-13 0,3-3-10 15,2 0-18-15,1 0-7 0,6-3-10 16,-2 2-13-16,0-1 1 0,-7-2-12 0,4 1-6 15,-6-2-6-15,-2-2-4 16,1 0-1-16,-5-2-8 0,-3-1-7 0,-5 0-4 16,-2 0-2-16,-2-1-5 0,-3 3-4 15,-4-1-5-15,-9 2-2 0,0 6 3 0,-8-1-2 16,-14 5 12-16,-3 6 7 0,-2 1 8 16,-2 6 10-16,6 4 5 0,7-1 11 0,6 1-6 15,4 1 8-15,13-1 5 0,2-3 24 16,7-3 12-16,6 2 7 0,5 1-6 0,11 3-9 15,6-3-5-15,9 0-12 16,4-5-9-16,4-4 10 0,2-1-15 0,1-5-4 16,1 0-7-16,-5-4-7 0,1-2 2 15,-7-3-7-15,-4-3-6 0,-2 0-6 16,-5-5 2-16,-5 1-5 0,-2-7-9 0,-6 2-4 16,-3 3-5-16,-3 2 2 0,-2-2 0 15,-3 3-3-15,-1 2-4 0,-1-1-5 0,-3 5-2 16,-2 2 5-16,1 0 7 0,5 5 12 15,0 0 6-15,-21 2 6 0,21-2-3 16,-11 9 1-16,4-1-4 0,5 0-34 0,2 0 0 16,0-8 0-16,9 17 0 0,-4-11 0 0,4 2 0 15,5-1 0-15,1-3 0 16,-1 0 0-16,2-4 0 0,0-3 0 0,4 0 0 16,0-6 0-16,9-3 0 0,-5-3 0 15,0-1 0-15,-6 1 0 0,0 1 0 0,-5-1 0 16,-1 1 0-16,0 2 0 0,-4 4 0 15,-1-1 0-15,2 3 0 0,-4 0 0 0,-1 1 0 16,-4 5 0-16,0 0 0 0,0 0 0 16,15 12 0-16,-9-3 0 0,0-1 0 15,1 6 0-15,4 1 0 0,3 2 0 0,4 2 0 16,2-3 0-16,-3-3 0 0,0-2 0 16,1-2 0-16,-4-1 0 0,2-5 0 0,-1 1 0 15,-1-3 0-15,-1-2 0 16,0-1 0-16,0-4 0 0,3-1 0 0,-3-6 0 15,-2 3 0-15,1 0 0 0,-1-4 0 16,-2 2 0-16,2 3 0 0,-6 1 0 0,3-1 0 16,-7 4 0-16,5 0 0 0,-1 2 0 15,-5 3 0-15,7-5 0 0,-7 5 0 0,0 0 0 16,0 0 0-16,0 0 0 0,27 10 0 16,-20-5 0-16,2 0 0 0,0 2 0 0,0-2 0 15,0 0 0-15,-1 1 0 0,-2-2 0 16,1 0 0-16,3-1 0 0,-7 1 0 0,8-1 0 15,-8 0 0-15,-3-3 0 0,11 2 0 16,-11-2 0-16,9 6 0 0,-7-2 0 0,-2-4-279 16,11 4-333-16,-11-4-168 15,0 0-129-15,3 3 80 0,-3-3-797 0,0 0-1066 16</inkml:trace>
  <inkml:trace contextRef="#ctx0" brushRef="#br0" timeOffset="122876.02">12289 4847 3983 0,'0'0'-320'0,"-1"-9"64"0,1 3 31 0,0 6 55 0,-4-8 43 15,4 8 47-15,-2-6 41 0,2 6 24 16,0 0 18-16,0 0 9 0,0 0 10 0,-2-11 36 15,2 11 45-15,0 0 45 0,0 0 17 16,0 0 14-16,-17 18 25 0,15-11 6 0,-2 2 8 16,2-1 3-16,2 2 0 0,0-2-9 15,4 5-1-15,1-1 3 0,5-2-30 16,5 1-10-16,2 1-12 0,2-6-12 0,5 1-8 16,1-3-14-16,-9-1 23 0,4-6-21 15,-4 3-3-15,4-4-5 0,-8-1-22 16,-1-3-9-16,-2 0-9 0,-4-2-10 0,-3-1-3 15,-4-1-12-15,-5-5-11 0,-2 0-9 16,-11-5-15-16,-3 3-30 0,-4 2-19 16,-3 5-36-16,-2 3-38 0,1 6-49 0,3 3-60 15,-12 5-77-15,0 5-88 0,-6 8-85 16,4 2-111-16,-4 4-171 0,6 2 60 0,-3 5-516 16,1 0-662-16</inkml:trace>
  <inkml:trace contextRef="#ctx0" brushRef="#br0" timeOffset="123109.98">10457 5929 3629 0,'-54'8'160'0,"11"-2"18"15,13 0-14-15,10-2 9 0,2-2 30 0,5 1 26 16,7-5 56-16,6 2 30 0,0 0 9 16,48-11-12-16,15-3-22 0,13 3-27 0,42-7-27 15,16-1-16-15,12 0-20 0,12 0-25 16,10-1-17-16,41-6-26 0,-42 6-31 15,-2-2-40-15,-1 1-48 0,-7 2-51 0,-12-1-46 16,-16 5-44-16,-16-1-47 0,-38 8-44 16,-10 1-51-16,-21 1-49 0,-13 2-42 0,-13 2-55 15,-6-1-79-15,-8 1-113 16,-4 2-107-16,0 0 51 0,-29-3-468 0,-13 1-601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49:03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8354 2143 1262 0,'0'0'241'0,"0"0"-21"0,-11-2-10 0,11 2-10 0,0 0-8 16,0 0-11-16,0 0-10 0,0 0-7 15,0 0-3-15,0 0 4 0,0 0 3 16,0 0 8-16,-9-3 3 0,9 3 6 15,0 0 4-15,0 0 1 0,0 0 8 16,0 0-2-16,0 0 2 0,0 0-13 0,-7-7 9 16,7 7-8-16,0 0 8 0,-7-7-12 15,7 7-1-15,-6-5-15 0,6 5-8 0,-9-9-7 16,4 5-4-16,5 4-20 0,-11-12-8 16,6 3-11-16,-1 1-6 0,2 2-5 15,-4-2-4-15,4 1-10 0,-1-1-12 0,1 2-3 16,0-2-9-16,3 1-4 0,-1-3-6 15,0 4-7-15,-1-4-1 0,3 10-5 16,5-17-4-16,-2 6-3 0,3 2-8 16,1-2-2-16,5 0-2 0,-1 1-5 0,2 2-3 15,1 1 1-15,3 0-7 0,0 2 3 16,1 1-4-16,0 2-8 0,2 1 5 16,0 2-10-16,0-1 2 0,-3 4-7 0,0-2 2 15,-1 3 5-15,-4-2 0 0,4 4 2 16,-7-1 1-16,2 0 1 0,-4 1-1 0,0 1 5 15,-1 1 2-15,-2 3 5 0,-3 0 2 16,-1 2 10-16,-3 3 1 16,-5 3 7-16,-4 12 3 0,1-1 4 0,-4 1 3 0,0 2 2 15,-5-1 2-15,0 4-4 16,4-4 0-16,2-2 0 0,0 0-9 0,4 0-25 16,-1-4-2-16,3-4 0 0,4-1 0 15,2-3 0-15,2-2 0 0,0 0 0 16,6 0 0-16,2-2 0 0,5 2 0 0,0-6 0 15,7-1 0-15,-5-2 0 0,0-4-27 16,5-2-38-16,-8 0 5 0,4-2 6 0,-16 0 12 16,24-6 23-16,-12-2 33 0,-3-3 26 15,-3-1 33-15,-2-6 20 0,-4-1-46 0,-6-5-47 16,-3-10 0-16,-9-9 0 0,-4-1 0 16,-3 5 0-16,-2 0 0 15,-3 3 0-15,-1 3 0 0,-1 4 0 0,7 7 0 16,0 2 0-16,5 0 0 0,4 7 0 15,5 1 0-15,-1 2 0 0,7 0 0 0,-3 5 0 16,3-4 0-16,-2 4 0 0,3-3 0 16,4 4 0-16,0 4 0 0,12-13 0 0,1 5 0 15,7 0-389-15,12 0-259 0,6 3-204 16,8 3-70-16,3 2 110 0,12 11-742 16,4-3-996-16</inkml:trace>
  <inkml:trace contextRef="#ctx0" brushRef="#br0" timeOffset="1601.47">10588 1802 3854 0,'0'0'-189'16,"0"0"65"-16,0 0 51 0,0 0 53 0,11-4 32 16,-11 4 39-16,0 0 27 0,0 0 14 15,0 0 26-15,0 0 14 0,9-6 14 16,-9 6-3-16,0 0 2 0,0 0-3 0,10-3-2 15,-10 3-6-15,8-4-3 16,-8 4 2-16,5-8 1 0,-5 8-2 0,6-6-4 16,-6 6 3-16,4-8-9 0,-4 8-2 0,6-9 4 15,-4 3-7-15,0-2 5 16,-2-1-7-16,0 9-9 0,1-14 3 0,-1 6 10 16,0 0-7-16,0 8-6 0,-5-13 1 15,3 5-18-15,-2 4-10 0,-2-4-9 0,-2 1-10 16,-1 4-4-16,-5 0-11 0,1 3-6 15,13 0-6-15,-34 8-2 0,13-1-5 16,-8 8-5-16,4 2-2 0,0 2-6 0,3 4-5 16,8-7 7-16,3 1-9 0,4-2 2 15,0-1-6-15,6 1 6 0,-1-3-4 0,4 0 2 16,-1 0 2-16,6-2 2 16,0 2 11-16,4-2 13 0,0-1 17 0,0-2 16 15,-2-2 2-15,1 0 21 0,1-2 5 16,-2-1 1-16,-9-2-33 0,20-2-63 15,-20 2 0-15,19-5 0 0,-10 4 0 0,-9 1 0 16,13-6 0-16,-2 5 0 0,-11 1 0 16,9-4 0-16,-9 4 0 0,0 0 0 15,0 0 0-15,0 0 0 0,15 9 0 0,-13-1 0 16,-2 4 0-16,0 2 0 16,0 5 0-16,0 2 0 0,2 2 0 0,0 1 0 15,0 14 0-15,2-9 0 0,-3 6 0 16,5-9 0-16,-2-4 0 0,-3-5 0 0,1-2 0 15,2 2 0-15,-1-6 0 0,-1-3 0 16,-4 2 0-16,4-2 0 0,-4 1 0 16,2-9 0-16,-3 12 0 0,1-6 0 0,2-6 0 15,-7 11 0-15,-1-5 0 0,-3 0 0 16,-3 2 0-16,2-2 0 0,-6-1 0 0,3 1 0 16,-1-2 0-16,2 2 0 15,-2-2 0-15,3 0 0 0,1-4 0 0,1 4 0 0,11-4 0 16,-18 4 0-16,9-1 0 0,9-3 0 15,-13 2 0-15,13-2 0 0,-12 2 0 16,12-2 0-16,-9 1 0 0,9-1 0 16,-7 1 0-16,7-1-153 0,0 0-751 15,0 0-86-15,0 0 109 0,0 0-909 0,37 4-1219 16</inkml:trace>
  <inkml:trace contextRef="#ctx0" brushRef="#br0" timeOffset="2134.13">11531 1723 4469 0,'2'-10'-185'0,"0"2"71"0,-1 2 54 0,-1 6 53 16,4-11 59-16,-4 11 42 0,2-8 29 0,-2 8 14 16,0 0 11-16,2-9 3 0,-2 9 11 15,0 0-8-15,0 0-2 0,0 0-9 16,0 0-16-16,0 0 5 0,0 0 15 0,-31 17 16 16,9 2 16-16,-3 8 5 0,-3 4-3 15,-7 6-3-15,1 2-4 0,1 4 7 16,1 3-2-16,-4 4 10 0,3 1-11 15,5-2-16-15,5-5-18 0,2-1-15 0,9-9-11 16,-1-1-91-16,4-4-27 0,7-4 0 16,-1-6 0-16,3-1 0 0,3-1 0 15,3-3 0-15,1-1 0 0,4-1 0 0,3-4 0 16,1-2 0-16,2-2 0 0,3-1 0 16,-5-3 0-16,-1-3 0 0,2-1 0 0,0-2 0 15,-3-2 0-15,0-2 0 0,-5-1 0 16,1 2 0-16,-5-2 0 0,0 0 0 15,-4 1 0-15,-2-2 0 0,-2 1 0 0,-5 0 0 16,-1 2 0-16,-1-2 0 16,-4 5 0-16,-1-4 0 0,0 7 0 0,-2-1 0 15,0 3 0-15,4 1 0 0,-8 0-171 16,6 1-395-16,-2 3-100 0,2-1-163 0,2 4-39 16,-2 2 92-16,10-3-692 0,-1 5-915 15</inkml:trace>
  <inkml:trace contextRef="#ctx0" brushRef="#br0" timeOffset="3069.27">12827 1884 3912 0,'0'-5'-55'0,"0"5"64"0,-3-10 60 0,3 10 64 16,0 0 57-16,0 0 44 0,3-9 36 15,-3 9 17-15,0 0 7 0,0 0 0 0,0 0-6 16,0 0-10-16,0 0-13 0,2-8-21 16,-2 8-27-16,0 0-23 0,0 0-25 15,0 0-20-15,0 0-1 0,0 0 8 16,0 31-10-16,0-9-17 0,-2 5-8 15,-1 12-71-15,1 3-50 0,-5 10 0 0,3-7 0 16,1 0 0-16,-3-2 0 0,4-2 0 16,-8-2 0-16,6-4 0 0,-1-8 0 0,1-7 0 15,2-3 0-15,-1 0 0 0,1-5 0 16,0 0 0-16,0-2 0 0,2-3 0 16,-3 3 0-16,3-10 0 0,-2 10 0 0,2-10 0 15,0 9 0-15,0-9 0 0,0 5 0 16,0-5 0-16,0 0 0 0,0 0 0 0,0 0 0 15,0 0 0-15,0 0-282 0,0 0-511 16,0 0-176-16,14-16 75 0,-8 11-893 16,-6 5-1215-16</inkml:trace>
  <inkml:trace contextRef="#ctx0" brushRef="#br0" timeOffset="3435.1">13152 1915 4924 0,'0'-12'32'0,"2"4"75"0,-2 1 60 15,0 7 61-15,2-12 34 0,-2 12 12 16,0-7-3-16,0 7-24 0,0 0-29 16,5-7-24-16,-5 7-15 0,0 0 5 0,0 0-13 15,7 24-13-15,-1-9-4 0,-5 4-17 16,3 3-8-16,3 12-15 0,-5 1-73 15,3 0-41-15,-3 2 0 0,0-6 0 0,-2-6 0 16,0 0 0-16,0-3 0 0,0-3 0 16,-2-2 0-16,0 0 0 0,2-3 0 0,-2-2 0 15,2-1 0-15,0-3 0 0,0 0 0 16,2 0 0-16,-2-8 0 0,0 11 0 0,0-11 0 16,0 10 0-16,0-10 0 0,0 10 0 15,0-10 0-15,-2 5 0 0,2-5 0 16,-3 8 0-16,1-4-59 0,2-4-633 15,0 8-157-15,0-8-80 0,0 8 95 16,0-8-808-16,2 9-1080 0</inkml:trace>
  <inkml:trace contextRef="#ctx0" brushRef="#br0" timeOffset="3867.23">13862 1821 4300 0,'2'-7'-112'0,"-4"-1"58"16,2 8 61-16,0-8 52 0,0 8 36 16,0 0 16-16,0 0 6 0,0 0 40 0,0 0 53 15,0 0 27-15,-27 25 8 0,9-3-4 16,-3 3 6-16,-3 11 2 0,-4 5-10 15,-3 0-8-15,2 5 1 0,-3 1-7 0,5-2-19 16,2-1-18-16,6-2-17 0,4-8-15 16,1 0-14-16,5-3-11 0,4-6-11 0,1-3-79 15,2-5-41-15,2-3 0 16,4-1 0-16,1-3 0 0,4 1 0 0,5-4 0 0,-1-4 0 16,7-1 0-16,-4-2 0 15,7-5 0-15,-1-2 0 0,-3-4 0 0,1 1 0 16,3-7 0-16,1-2 0 0,-12 4 0 15,1 0 0-15,-8 2 0 0,-1 3 0 16,-2-2 0-16,-4-1 0 0,-6 5 0 0,-2-4 0 16,-5 3 0-16,-4-1 0 0,1 3 0 15,-18-3 0-15,11 8-471 0,0 2-398 0,-6 0-92 16,4 0 102-16,-12 5-852 0,-2 6-1145 16</inkml:trace>
  <inkml:trace contextRef="#ctx0" brushRef="#br0" timeOffset="6483.74">7400 1588 4416 0,'0'0'-183'0,"0"0"35"16,-9-7 39-16,9 7 36 0,0 0 41 16,-4-7 31-16,4 7 19 0,0 0 9 0,0 0-7 15,9-16 7-15,-4 11 1 16,5 0-9-16,-1-2 6 0,5 1 8 0,5-3 5 15,1 2 9-15,15-6 7 0,3 3-3 0,0 3 1 16,11-5-12-16,5 0-3 16,-1 1 2-16,3 1-3 0,3 0-5 0,-2 0-2 15,2 3 13-15,-4-1 4 0,0 0 11 16,-7 2 11-16,8-1 4 0,-13 3 6 16,3-4 6-16,-4 5 3 0,3-4 6 0,0 4 8 15,-2-2 6-15,1 0-8 0,3-4 12 16,9 2-3-16,-1-2-5 0,-7 3-2 0,7-3-12 15,-9 4-6-15,11-4-16 0,-1 3 1 16,-11-2-8-16,1 4-5 0,13-3-9 16,-12 5-6-16,0-3-3 0,2 2-1 0,-3-1-3 15,1-4-5-15,1 4-3 16,9-3 9-16,-8 4-13 0,-1-2-1 0,11-1 0 16,2 2-6-16,-1-1 0 0,-11-1 1 15,6 0-4-15,2-2-3 0,-11 4 3 16,1-1-1-16,-2 0 0 0,0 2-2 0,-1-3-4 15,2 0 1-15,-2 1-1 0,1 0 4 16,2-1-3-16,-4 4-5 0,1-1 2 0,0-3 6 16,-3 4-8-16,5-2 1 0,-4 3 3 15,2 1-5-15,-4-1 1 0,0 1 0 16,2-3 7-16,-7 3-10 0,-5 0 3 0,13 0 0 16,2 0 4-16,-2 0 0 15,5 0 7-15,-3 0-13 0,5 0 5 0,0 0 1 16,-1 3-4-16,5-3 1 0,-1 1 4 0,-2-1-7 15,3 1 6-15,-1-1-8 16,8 4 1-16,-11 0 4 0,-1 0 1 0,3-4 0 16,0 0-1-16,0 0 4 0,13 0-6 15,1 0 6-15,-4 0-1 0,3 0-3 0,3 0 2 16,1-2-1-16,2 2-4 0,5 2 1 16,2-2 1-16,-2 0-6 0,4 3 1 15,-4-1 5-15,3 2 1 0,-5-1-2 0,-1 2-3 16,-1 1 7-16,-6 0 0 15,3 1 6-15,-4 1-12 0,2-4 2 0,-1 2 5 0,2-2 0 16,5 0-1-16,-1-2 6 16,7 0-10-16,-1 2-1 0,-4-1 5 0,-3-1-7 15,-3 1 4-15,-5-2-1 0,-17 1 8 16,-4 0-6-16,-12-2-4 0,-7 2 10 16,-2-2 2-16,-8 0 3 0,3 2 0 0,-3-2 1 15,-13 0 3-15,19 0-3 0,-19 0-1 16,17 0 4-16,-17 0 1 0,18 0-9 0,-18 0 2 15,11 0 5-15,-11 0-6 0,0 0 1 16,15 3-2-16,-15-3 2 0,0 0-8 16,11 1-7-16,-11-1 7 0,10 4-7 0,-10-4 4 15,6 9 1-15,0 1 4 16,-3 0 3-16,1 5-7 0,2 6 4 0,-1 12-1 16,0 2-4-16,-1 20 6 0,-1 3 3 15,-1 1-2-15,0 3 6 0,3 1-1 16,-5 4 2-16,4 2 13 0,-4 1-12 0,2 2 3 15,3-4 19-15,-5-2 6 0,3-4 9 16,-3-14-3-16,2-2 3 0,0-3 16 0,0-4 24 16,0-2-4-16,0-8-5 0,-2-6-11 15,1-4-7-15,-1-2-3 0,0 2-6 0,2-5-1 16,-2 0-4-16,0-3-4 0,0 3-2 16,0-2-20-16,0 0-24 0,0 0 0 15,2 1 0-15,-2-4 0 0,2 1 0 16,-2 0 0-16,2 1 0 0,0-1 0 15,-1 1 0-15,-1-2 0 0,0-2 0 0,2 1 0 16,-2-8 0-16,0 10 0 0,0-10 0 16,2 11 0-16,-2-11 0 0,0 8 0 0,0-8 0 15,3 6 0-15,-3-6 0 0,0 0 0 16,-3 12 0-16,3-12 0 0,0 0 0 16,0 5 0-16,0-5 0 0,0 0 0 0,-4 8 0 15,4-8 0-15,0 0 0 0,-3 7 0 16,3-7 0-16,-11 5 0 0,-3-1 0 0,-5-3 0 15,-4 3 0-15,-4-1 0 0,-12 2 0 16,-7-1 0-16,-12 2 0 0,0 1 0 0,-3 0 0 16,-3 0 0-16,2 0 0 15,1 0 0-15,1 0 0 0,4-1 0 0,-3 0 0 16,4 2 0-16,-3 1 0 0,-3-1 0 16,-2-1 0-16,-3 0 0 0,0 0 0 15,-6-1 0-15,-2 2 0 0,-8-4 0 0,-4 3 0 16,0 3 0-16,0-6 0 0,0 2 0 15,-4-2 0-15,4 2 0 0,-2 0 0 0,2-1 0 16,2 3 0-16,3-4 0 0,-3 2 0 16,2 1 0-16,-2-3 0 0,2 4 0 0,-4-4 0 15,2 2 0-15,4 1 0 16,1 0 0-16,-4-2 0 0,8 2 0 0,0-2 0 16,6 2 0-16,1-2 0 0,5 0 0 15,2 0 0-15,0 0 0 0,0 1 0 16,13-3 0-16,-11 4 0 0,-2 0 0 0,2-2 0 15,0 2 0-15,-2 0 0 0,4-1 0 16,-3 1 0-16,-1 1 0 0,4 0 0 0,-2-2 0 16,12 0 0-16,-1 0 0 0,5-2 0 15,-6-1 0-15,4-1 0 0,-1 1 0 0,3 2 0 16,-4 1 0-16,2-3 0 0,-1 0 0 16,-3 1 0-16,-8 1 0 0,-1 0 0 15,-3 2 0-15,13-3 0 0,-13 0 0 16,2 2 0-16,12-1 0 0,-10 1 0 15,11 0 0-15,0 0 0 0,2-6 0 0,1 5 0 16,1-4 0-16,1 3 0 0,4-1 0 16,-5-2 0-16,12 2 0 0,-11-1 0 0,3 2 0 15,6-2 0-15,-6 2 0 0,0-2 0 16,5 2 0-16,5-2 0 0,-9 2 0 0,6-1 0 16,3 1-2-16,2-2 2 0,-11 4-1 15,1-3-2-15,7 2 0 0,1-1 3 16,-1 0-1-16,2-1-3 0,-9 2 4 0,2 2-3 15,5-5 0-15,1 3 2 16,1-2 1-16,-11 2 0 0,9-1 0 0,3-1 1 16,-1 1-3-16,3-1-2 0,-1-2 4 15,6 1 1-15,-3 0 0 0,4 0 1 0,-2-1-2 16,6 1 0-16,-2 0-1 0,5-2 2 16,11 0 0-16,-20 2 0 0,20-2-1 0,-11 1 2 15,11-1-2-15,-14 2 2 0,14-2 0 16,0 0-4-16,-14 0-1 0,14 0 5 15,0 0-2-15,-14 2 4 0,14-2-4 0,0 0 1 16,0 0 3-16,-15 0-6 0,15 0 4 16,0 0 3-16,0 0-2 0,-18-4-3 0,11 1 0 15,7 3 0-15,-11-11 0 16,6 6 0-16,-4-8 0 0,5-3 0 0,-3-7 0 16,-2-12 0-16,2-6 0 0,0-19 0 15,3-9-24-15,1-9-37 0,-1-23-19 0,2-4-6 16,0-3-12-16,0 4 6 0,-4 24 10 15,6 10 12-15,-4 5 12 0,1 6 8 16,-1 16 8-16,2 4 10 0,-2 0 5 0,2 13 6 16,1 2 27-16,-3 5 3 0,4 1 10 15,-2 4 4-15,2 3-11 0,0-1 7 0,0 3-4 16,-3-1 2-16,3 2-9 16,0 0 4-16,0 0-2 0,0 8-5 0,0-12 1 15,0 12-2-15,0-9 2 0,0 9-10 16,0-8-7-16,0 8-7 0,-2-7-26 0,2 7-23 0,0-5-21 15,0 5-28-15,0 0-33 16,0 0-35-16,-1-9-35 0,1 9-44 0,0 0-37 16,0 0-22-16,0 0-25 0,0-6-37 15,0 6-69-15,0 0-109 0,0 0-125 16,-4-7 78-16,4 7-314 0,0 0-402 0</inkml:trace>
  <inkml:trace contextRef="#ctx0" brushRef="#br0" timeOffset="8849.15">7565 3384 2454 0,'5'-10'-44'0,"-5"10"32"0,5-4 29 0,-5 4 29 0,0 0 27 16,6-10 27-16,-6 10 24 16,0 0-2-16,0 0 6 0,1-7-10 0,-1 7 0 15,0 0 1-15,0 0-4 0,0 0 5 16,-42 11 2-16,11-1-7 0,-5 3 8 15,-11 1 0-15,-6 1-4 0,-5-4-12 0,1 4-9 16,-2-4-10-16,0 1-10 0,2-2-3 16,2-2-5-16,9-3-9 0,3 1-3 0,-2-2-4 15,13-2-8-15,3-2-9 0,2 0 1 16,7 2-1-16,-1-2-13 0,1 0 0 16,8 0-3-16,-4 0 3 0,16 0-5 0,-25 0 0 15,14 0-3-15,11 0-1 16,-17 0 2-16,17 0-7 0,-17 3-4 0,17-3-1 15,-16 3 1-15,8 1-1 0,-3 4 2 16,-2 3-1-16,-6 12 8 0,1 1 5 0,0 4-2 16,0 1 11-16,-1 3 8 0,2 10 10 15,0-9 0-15,4 2-4 0,1 0 4 16,1-1-8-16,-2-3 0 0,5-1-2 0,-2 4-2 16,5-11-5-16,1-3-5 0,0-5 1 15,0-1 6-15,0-2-11 0,2-1-1 16,0 1-2-16,1-1 0 0,-1-2-4 15,0 0 2-15,0-1-2 0,0 1-4 0,0 0 3 0,2 0-1 16,0-9-3-16,-1 15 3 16,1-8 1-16,1 1 5 0,-1-1 8 15,2 0 1-15,0 0 0 0,5 0 2 0,-1-2-6 16,4 0 1-16,5 0-2 0,4-1-3 16,8-1 0-16,2 0-7 0,10-1 0 0,5-2 4 15,4 3-7-15,2-3 3 0,1 0-4 16,2 0-2-16,12-1-3 0,1 1 1 0,-5-2-5 15,-2-4 0-15,-10 4-1 16,-4-4-2-16,-1 1 5 0,0 2-3 0,-4-2-1 16,5-2 3-16,2 0 2 0,7-1 18 0,5 1 1 15,2-4 2-15,3 1 3 16,-1 0-5-16,3 5-2 0,-1-4-4 0,3 4 2 0,-1 3-4 16,2-2 3-16,1 2-5 0,-7 2 0 15,2 0-1-15,-10-2 1 0,6 0-5 16,-9 2 0-16,-3 0 1 0,1-2 1 15,11-1 0-15,-11 0 0 0,-1 3-1 16,12-4-2-16,-2 0 0 0,2 1 2 0,0 0-6 16,0-2 3-16,2 1 0 0,-1-2 0 15,10 6-1-15,-8-4-2 0,6 2 4 16,1 0-3-16,-2 4 0 0,3-4 1 16,-4 0-2-16,2 0 1 0,-6 2-2 0,-10 0-1 15,-1 0 2-15,-4-2-5 0,3 2 5 16,9-3-3-16,-12-1 1 0,12-1 2 0,0-1 0 15,2-3 1-15,2 3 4 0,-2-1-7 16,4 0 6-16,-3-2-8 0,1 4 3 16,-2 0 0-16,-2 0 0 0,4 3-1 0,-14 0 3 15,-4-1-8-15,2 3-3 0,-10 0-4 16,-5 0-6-16,-5 0 2 0,0 0 5 0,-8 3 3 16,2-6-5-16,-2 6 4 0,3-6 1 15,5 2 1-15,13-5 0 0,2 1 5 0,15 2 0 16,7-2-1-16,1 0 1 0,8 1-3 15,2 1 3-15,0 3-3 0,4 0 2 16,2 2 1-16,-3 2 3 0,0-3-4 16,0 4 3-16,-2-4 3 0,-4 1-2 15,1 2 1-15,-1-4 0 0,3 0 0 0,-3-2 0 16,4-2-2-16,0-1 4 0,2 0-2 16,4-2 3-16,21-5 1 0,-19 3 1 0,-6 1-7 15,-1 1 2-15,-2 2 4 0,-1-4-2 16,-5 3-6-16,-1 1 4 0,-2 1 0 15,4 1 2-15,-6 0 4 0,1 2-4 0,-1 1 2 16,3-1-2-16,0 1 2 16,3 0-2-16,2 0 3 0,2 0-4 0,5 1 3 15,2-1-1-15,5 1-2 0,-2 2 3 16,-6-1-3-16,-6-1 1 0,-4 1 3 0,-6 0-6 0,-17-2 2 16,-3 0 4-16,-9 2-1 15,-9-1 10-15,-4-1 13 0,0 0 18 0,-5 0 8 16,-2 0-2-16,-1 0 2 0,-1 0-8 15,-13 0-6-15,19 0-4 0,-19 0-6 16,17 0-25-16,-17 0-40 0,12-1-64 0,-12 1-84 16,11 0-114-16,-11 0-144 0,0 0-181 15,9-4-145-15,-9 4 78 0,0 0-563 16,0 0-714-16</inkml:trace>
  <inkml:trace contextRef="#ctx0" brushRef="#br0" timeOffset="10334.32">14269 2735 3233 0,'0'0'-134'0,"-11"0"31"16,11 0 28-16,0 0 37 0,0 0 32 15,0 0 21-15,0 0 12 0,0 0 5 16,0 0-2-16,0 0-6 0,0 0-1 0,0 0-4 15,0 0 0-15,51-2-3 16,-21 4 1-16,13 0 3 0,4-1-4 0,5 2 2 16,12 1 0-16,3-2-2 0,0 1-1 15,0-3-6-15,-1 0 6 0,5-2 21 0,-2-1 15 16,-1-1 3-16,3 0-2 0,-5 0-4 16,-5-1 9-16,-2 0 1 0,-14 0-11 15,-6-1 17-15,-1 3 2 0,-7-2-5 0,-8 2 3 16,-2 1 6-16,-3-2-8 0,-4 3 4 15,1 1 3-15,-3-5-5 0,-1 5 1 0,-2 0-4 16,-9 0 2-16,16-2-7 0,-16 2-8 16,11 0-8-16,-11 0 7 0,12 7 13 15,-4 3 8-15,-7 0 3 0,5 7 0 16,-2 4 4-16,1 13 3 0,4 4 24 16,-2 11 14-16,0 7 1 0,5 2-3 0,-2 2-1 15,-1 0-2-15,1-2-2 0,-1-2 9 16,0 0 9-16,1-7-16 0,-4-9-3 0,0-3-9 15,-3-4 2-15,-1-6-14 0,0-6 6 16,0-5 1-16,0-2-3 0,-2-1-3 16,2 1 2-16,-2-6-5 0,0 1-1 0,1-1-2 15,-1 1-5-15,0-9-4 0,0 12-15 16,2-7-6-16,-2-5-8 0,0 10-1 0,0-10-4 16,0 12-4-16,0-12-4 15,0 10-5-15,0-10 1 0,0 11-3 0,0-11-6 0,0 8 3 16,0-8-6-16,2 9 2 15,-2-9-1-15,3 7-1 0,-3-7-3 0,0 0-3 16,2 8-2-16,-2-8 4 0,0 9 4 16,0-9-13-16,0 11 1 0,0-11 2 15,0 12-2-15,0-4-2 0,0-2 2 0,0-6 2 16,0 17 0-16,2-8 2 0,-2-2-1 16,0-7 0-16,0 13-4 0,0-9 3 0,0-4-1 15,1 11 16-15,-1-11 28 0,0 9 10 16,0-9 7-16,0 0-65 0,0 8 0 0,0-8 0 15,0 0 0-15,2 9 0 16,-2-9 0-16,0 0 0 0,0 0 0 0,0 8 0 16,0-8 0-16,0 0 0 0,0 0 0 0,0 0 0 15,0 0 0-15,0 0 0 16,-3 9 0-16,3-9 0 0,0 0 0 0,-7 5 0 16,7-5 0-16,-11 3 0 0,0 1 0 15,-1-3 0-15,-6 4 0 0,-7-1 0 0,-10 3 0 16,-9-2 0-16,-13 0 0 0,-4-1 0 15,-8 0 0-15,-1 0 0 0,4-1 0 0,-4-1 0 16,8-2 0-16,11 4 0 0,6-4 0 16,2 0 0-16,11 1 0 0,3-1 0 15,6 0 0-15,3 0 0 0,0-1 0 16,1 1 0-16,4 0 0 0,-1 0 0 16,16 0 0-16,-23 0 0 0,23 0 0 0,-18 0 0 15,18 0 0-15,-16 0 0 0,16 0 0 16,0 0 0-16,-15-2 0 0,15 2 0 0,-10-2 0 15,10 2-37-15,0 0-500 0,0 0-145 16,0 0-228-16,0 0 40 0,-2-5 100 0,2 5-721 16,0 0-939-16</inkml:trace>
  <inkml:trace contextRef="#ctx0" brushRef="#br0" timeOffset="12715.01">8126 3362 4244 0,'3'-9'-103'0,"-3"9"31"0,4-10 33 0,-4 10 43 0,0-6 38 15,0 6 32-15,2-9 28 16,-2 9 12-16,0-9 2 0,0 9-6 0,0 0-9 16,0 0-11-16,2-10-10 0,-2 10-9 15,0 0-9-15,0 0-4 0,0 0 9 16,0 0 9-16,0 0 1 0,2 32-3 0,-2-13 2 16,0 8 14-16,1 10 12 0,-1 2 13 15,2 3-6-15,-2 2 8 0,2 0 2 0,0-2-10 16,0 1-2-16,0-4 0 15,0-1 12-15,-2-9 2 0,2-3 1 0,-2-6-3 16,2-1 1-16,-2-2-4 0,0-3 2 16,0-2-2-16,0 0 4 0,0-2 0 15,0 0 0-15,2-4-2 0,-2 2-1 0,0-8-7 16,0 12-10-16,0-12-64 0,0 9-36 16,0-9 0-16,0 8 0 0,0-8 0 0,0 9 0 15,0-9 0-15,0 0 0 0,2 8 0 16,-2-8 0-16,0 0 0 0,0 0 0 0,-2 11 0 15,2-11 0-15,0 0-55 0,0 0-334 16,0 0-131-16,0 0-187 0,0 0-207 16,0 0 95-16,-2-29 80 0,2 20-638 0,0-5-830 15</inkml:trace>
  <inkml:trace contextRef="#ctx0" brushRef="#br0" timeOffset="13718.5">9341 1579 3489 0,'2'-12'-200'0,"2"1"30"0,2 2 24 0,-3 0 24 0,1-2 34 16,0 5 29-16,-2-1 35 15,-2 7 24-15,4-12 16 0,-2 6 11 16,-2 6 7-16,4-7 5 0,-4 7-7 0,0 0 0 15,1-8-12-15,-1 8-1 0,0 0 3 16,0 0 14-16,0 0 2 0,0 0 3 16,0 0 2-16,-1 28-3 0,1-14 10 0,-2 4-3 15,2 5 13-15,-2 1 5 0,2 3 4 16,0 11-4-16,2 1-7 0,0 0 11 0,-1 3 11 16,3-3 2-16,0 4-6 15,0 0-23-15,-1 8-9 0,4-8 17 16,0 9-21-16,-1-9-5 0,-3 0 2 0,5-1 2 15,0 10-2-15,-1 0-5 0,1-11 11 16,-3 2 1-16,2-1-3 0,2 9-7 0,-2-11 7 16,-3 1-8-16,5-2 2 0,-4-1 11 15,2-1 2-15,-5 0 0 0,6-3-3 16,-7-5 6-16,3 5 11 0,-2-6 1 0,3-4-1 16,-3 1-8-16,-1-2-3 0,1 0-7 15,0-5 14-15,0 2-12 0,2-3-1 0,-3 0-5 16,-1-2 1-16,2-3-1 0,-2 0 8 15,2-4 1-15,-2 3-4 0,0-3 1 16,2-1-3-16,-2 2-3 0,0-9-4 16,4 15-4-16,-4-8 0 0,0 1-3 15,0 1-1-15,0 0 1 0,1 0-10 0,-2-1 2 16,1 0-5-16,0 2 0 0,0-3 1 16,0-7-1-16,0 16-1 0,1-10-6 15,-1-6 3-15,0 11-1 0,0-11 2 0,0 9 0 16,0-9 2-16,0 0-4 0,0 9-8 15,0-9-30-15,0 0-62 0,0 0-90 0,0 0-108 16,0 0-140-16,0 0-230 0,0 0-58 16,-9-33 80-16,7 17-379 0,2 1-489 15</inkml:trace>
  <inkml:trace contextRef="#ctx0" brushRef="#br0" timeOffset="14599.4">11974 1430 2583 0,'-3'-13'-81'0,"-3"-2"27"0,4 3 24 0,0 2 33 0,1 3 23 16,-1-2 25-16,0 1 19 0,2 8 13 15,-2-14 8-15,0 9 4 0,2 5 1 16,0-12-10-16,0 12 9 0,-2-8 0 0,2 8-8 16,0-9 9-16,0 9-27 15,0 0-4-15,-1-7-5 0,1 7-12 0,0 0-10 0,0 0-3 16,0 0 15-16,0 0 5 16,0 0-2-16,0 0 1 0,-5 27-8 0,5-11 17 15,0 3 3-15,3 6 6 0,-1 11 2 16,-2 5 11-16,1 0 5 0,1 5-2 15,0-2-7-15,2 13-2 0,-1-11 1 0,3 9-2 16,-2 1-2-16,-1-2-4 0,4 0-5 16,-2 4 5-16,1-3-5 0,-2 3-7 0,-3-12-6 15,3 7-4-15,0-11-2 16,2-1-8-16,-4 2 1 0,2 1 37 0,0-1 5 16,-3-3-6-16,3-2-6 0,-2 0-1 15,0-4-10-15,-2-5 6 0,0-4 6 16,0 0-2-16,2-1 0 0,-2-1-6 0,-2 1-3 15,2-4-18-15,-2 2-9 0,0-3 0 16,2 0-3-16,0-2 4 0,0-2-6 0,0-1 6 16,0 1 17-16,0-2-5 0,2-1-2 15,-2-3-3-15,0 3-5 0,0-4 2 0,4-2 7 16,-4 2 12-16,0-8 2 0,1 13 11 16,-1-13-2-16,0 8-3 0,0-8 3 15,0 8-9-15,0-8 1 0,0 0-7 0,0 9-5 16,0-9-9-16,0 0-2 0,2 10-1 15,-2-10-18-15,0 0-20 0,0 0-36 0,3 8-44 16,-3-8-63-16,0 0-101 0,0 0-118 16,0 0-142-16,0 0-200 0,0 0-122 15,0 0 89-15,0 0-610 0,0 0-804 16</inkml:trace>
  <inkml:trace contextRef="#ctx0" brushRef="#br0" timeOffset="16964.37">10507 3110 3606 0,'10'-9'-59'0,"-10"9"31"16,2-6 25-16,-2 6 29 0,0 0 38 15,2-7 21-15,-2 7 28 0,0 0 14 16,0 0 7-16,0-9-3 0,0 9-7 0,0 0-9 16,0 0-3-16,0 0-8 0,4-5 1 15,-4 5-5-15,0 0 14 0,0 0 15 0,0 0 4 16,0 0-2-16,0 0 3 0,13 19 0 15,-10-9-16-15,1 0 3 0,3 4 3 16,-2 5 10-16,3 2 3 0,-3 0-8 0,5 12-3 16,-4 0-7-16,1 1-9 0,2 4-5 15,-3 0-8-15,1-1-1 0,-4 4-13 16,3-2-5-16,-3-2-3 0,1 1 11 0,2-5 3 16,-2 1-4-16,0-5-1 0,2-7-4 15,-5-1 8-15,1-3 5 0,2-1-2 16,-4 1-3-16,4-3-5 0,-3 3-42 0,1-5-41 15,-2 5 0-15,2-3 0 0,0 1 0 16,1-1 0-16,-3 2 0 0,2-3 0 16,-2 1 0-16,0-1 0 0,0-2 0 0,0-1 0 15,0-3 0-15,0 2 0 0,2-2 0 16,-2-1 0-16,0-7 0 0,0 10 0 16,0-10 0-16,0 11 0 0,0-11 0 15,0 0 0-15,1 6 0 0,-1-6 0 0,0 0 0 0,0 0 0 16,0 0 0-16,0 0 0 15,0 0 0-15,0 0 0 0,0 0 0 0,0 0 0 16,0 0 0-16,0 0-455 0,-21-17-581 16,17 11 109-16,-1 0 90 0,5 6-842 15,-4-13-1114-15</inkml:trace>
  <inkml:trace contextRef="#ctx0" brushRef="#br0" timeOffset="17665.91">13093 3014 4282 0,'0'0'-144'0,"0"-13"54"0,0 6 37 0,2 0 45 0,0-3 33 16,3 1 41-16,-4 0 37 0,3 0 42 15,-2 2 23-15,0-1 16 0,0 2 1 16,-2 6 2-16,1-12-8 0,-1 12-17 15,4-9-18-15,-4 9-18 0,0-8-18 0,0 8-9 16,0 0 7-16,0 0 1 0,6 27-1 16,-6-4 9-16,1 12 2 0,-4 8 21 0,1 3 4 15,4 14 2-15,0 0-2 0,-2 4-6 16,0-3-9-16,-4 4-11 0,0-4-4 0,2-6-15 16,2 3-5-16,-3-15 7 0,-1-2 11 15,0-3 0-15,4-8 3 0,-1-6-19 16,1-4-94-16,-2-3 0 0,4-3 0 0,-4 1 0 15,2-5 0-15,0-2 0 0,-3 1 0 16,1-2 0-16,2-7 0 0,0 15 0 16,0-15 0-16,0 10 0 0,0-10 0 15,0 9 0-15,0-9 0 0,-2 7 0 0,2-7 0 16,0 0 0-16,-2 9 0 0,2-9 0 16,0 0 0-16,0 0 0 0,0 0 0 0,0 0 0 15,0 0-11-15,0 0-864 0,0 0-117 16,0 0 104-16,-7-21-957 0,0 14-1271 0</inkml:trace>
  <inkml:trace contextRef="#ctx0" brushRef="#br0" timeOffset="20265.62">7364 3812 1270 0,'0'0'234'0,"0"0"-47"0,0 0-2 16,0 0 2-16,0 0 5 0,0 0-7 0,12-20 0 16,-12 20-1-16,0 0 7 0,0 0-11 15,0 0-4-15,0 0-9 0,0 0-12 16,0 0-3-16,0 0-16 0,0 0-6 0,0 0-4 15,0 0 3-15,0 0-6 0,-36 10-1 16,24-2 3-16,-2-1-1 0,-8 3-4 0,4 0-7 16,-9 4-5-16,2 1-3 0,-2 3-5 15,1-3-5-15,-1 2-8 16,-2 0-6-16,0 0-19 0,5 0-2 0,-4 3-9 16,-1-4-2-16,2 4-2 0,2-4-5 15,-1 5-7-15,-1 0-4 0,0-2-1 0,-2 3-5 16,1-3 0-16,0 0 0 0,1 1-1 15,1 0-5-15,-3 1 0 0,2 0-2 16,-2 0-1-16,3 0-4 0,-1-2-2 0,0-1 4 16,3 0 1-16,1 0-4 0,0-1-1 15,0 0 1-15,-2 0-2 0,6-1-2 0,-2-1-3 16,-2 2 5-16,1 2-1 0,-1-2-3 16,1 0 0-16,2-2-1 0,-5 3 7 15,0 1-5-15,-2 0 7 0,2-3-11 16,1 4 0-16,-2-1 2 0,-1 0 10 0,2-2-11 15,-2 3-2-15,0 2 4 0,-1-1 35 16,-1-1 2-16,0 1 5 0,-1 0 6 16,-1 1 2-16,3-2 6 0,-1 3-3 0,-7 2 0 15,0 2-2-15,9-9-6 0,-1 3-5 16,1 0-4-16,0-1 1 0,3 2-32 0,-11 5 5 16,9-3 12-16,-1-5 9 0,2 5-7 15,2-3 5-15,0-1-9 0,5 1 0 16,-4-2 0-16,-1 2 17 0,-2-1 16 0,5-1 0 15,-3 0 0-15,5-5-5 0,6-1-6 16,-1-2-2-16,-3 0-1 0,3 2-6 0,1-3 6 16,-3 2 0-16,5 1-2 15,-1-5-5-15,2 1 2 0,-2 3-7 0,0-4 2 16,4 2-1-16,0-3-5 0,-2 1 1 16,2 0 2-16,3-3 16 0,-1 0-39 0,-1-1-8 15,2 1 0-15,0 1 0 0,-2 0 0 16,6-6 0-16,-7 8 0 0,5-4 0 0,2-4 0 15,-5 5 0-15,5-5 0 0,-7 4 0 16,7-4 0-16,-4 6 0 0,4-6 0 0,0 0 0 16,0 0 0-16,-5 5 0 0,5-5 0 15,0 0 0-15,0 0 0 0,0 0 0 16,0 0 0-16,0 0-235 0,0 0-328 0,0 0-227 16,0 0-130-16,0 0 102 15,0 0-837-15,17-20-1091 0</inkml:trace>
  <inkml:trace contextRef="#ctx0" brushRef="#br0" timeOffset="21513.67">4224 5988 4193 0,'-11'0'-179'0,"11"0"57"0,0 0 51 0,-10-6 45 16,10 6 55-16,0 0 47 0,-13-7 38 16,8 4 31-16,-3-3 18 0,8 6 11 0,-12-8 13 15,7 3 3-15,-3 1 14 0,5-2 19 16,-6-3 5-16,4 2 0 0,-1 0-8 0,2-1-13 15,3 1-17-15,1 7-20 16,-4-14-17-16,2 6-12 0,2 8-23 0,6-16-10 16,-3 8-14-16,6-1-9 0,0 2-15 0,4 1-7 15,4 2 0-15,2 2-13 16,4 2-4-16,13 4-3 0,2 6-11 0,-4 5 2 16,3 3-8-16,1 4-11 0,-11 2 4 15,-4 3-5-15,-7 4-19 0,-4 4 4 0,-12 2 1 16,-6 3 0-16,-7 9 0 0,-7-4-3 15,-6-1 8-15,-5-4 9 0,1-5 10 0,6-10 20 16,2-1 10-16,-1-7 22 0,4-1 21 16,6-6 31-16,2-3-87 0,-1-4-41 0,6-1 0 15,6-2 0-15,-13 0 0 16,13 0 0-16,0 0 0 0,-17-5 0 0,17 5 0 16,0 0 0-16,-11-4 0 0,11 4 0 15,0 0 0-15,0 0 0 0,0 0 0 16,0 0 0-16,18 25 0 0,-2-12 0 0,7 6 0 15,3 0 0-15,1 1 0 0,0-3 0 16,-3 0 0-16,-2-3 0 0,-7-3 0 0,-5-3 0 16,1-1 0-16,-2-1 0 0,-2 0 0 15,0 0 0-15,-2-4 0 0,-5-2 0 0,8 6 0 16,-8-6-9-16,0 0-456 0,0 0-119 16,0 0-173-16,0 0-140 0,9-14 93 15,-6 8-786-15,-1-4-1031 0</inkml:trace>
  <inkml:trace contextRef="#ctx0" brushRef="#br0" timeOffset="22230.2">5022 5874 4101 0,'0'-8'-155'0,"0"1"68"0,0 7 57 16,3-14 49-16,-1 7 62 0,-2 7 36 15,0-13 26-15,2 4 21 0,-2 2 15 0,2 0 9 16,-2 7 12-16,0-12 10 0,0 12-6 16,2-11-14-16,-2 11-22 0,0 0-28 0,1-8-9 15,-1 8-13-15,0 0 28 16,0 0 4-16,0 38-7 0,0-12 8 0,0 15 13 0,2 7 1 15,-2 10-16-15,2 2-10 0,2 2-8 16,-2 1-10-16,1-1-10 0,-3 1-10 16,0-2-6-16,0-5 0 0,-1-9 3 15,-1-7 6-15,-2-2-57 0,2-7-47 16,0-6 0-16,0-4 0 0,-1-1 0 0,1-3 0 16,2-3 0-16,-2-3 0 0,0 1 0 15,2-3 0-15,-3-1 0 0,3-1 0 0,0-7 0 16,-1 14 0-16,1-14 0 0,-2 9 0 15,2-9 0-15,-2 8 0 0,2-8 0 0,0 0 0 16,0 7 0-16,0-7 0 0,0 0-84 16,0 0-414-16,0 0-132 0,0 0-184 15,0 0-58-15,0 0 96 0,0-27-760 16,5 16-981-16</inkml:trace>
  <inkml:trace contextRef="#ctx0" brushRef="#br0" timeOffset="22648.21">5433 6082 4482 0,'-11'-5'2'0,"0"-1"47"15,2 2 46-15,9 4 53 0,-9-4 36 16,9 4 26-16,-7-6-3 0,7 6-20 15,0 0-16-15,0 0-14 0,0 0-20 0,0 0-14 16,18-11-16-16,-5 9-7 0,4 0-13 16,-1 2-11-16,5 0-3 0,-2 2-11 0,-1 2-4 15,0 2-5-15,0 3-8 0,-6 3 14 16,-1 0 7-16,-2 7 15 0,-2 0 24 0,-3 5 20 16,1 10 2-16,-5-1-3 0,-5 2-4 15,1 5 7-15,2 1 2 0,-5 0-1 16,0-1-4-16,0-1-61 0,3 0-63 0,-3-4 0 15,3 0 0-15,-2-8 0 16,2-6 0-16,2-3 0 0,0-1 0 0,-1-3 0 16,1-2 0-16,2-3 0 0,-2 1 0 15,2-3 0-15,0-7 0 0,-2 8 0 0,2-8 0 16,0 0 0-16,0 0-211 0,0 0-234 16,13-17-123-16,-9 7-158 0,1-2-145 0,-4 3 80 15,-1-1-766-15,-1 0-1001 0</inkml:trace>
  <inkml:trace contextRef="#ctx0" brushRef="#br0" timeOffset="23796.06">3952 5755 3916 0,'0'0'-215'0,"-10"-2"32"0,10 2 23 16,0 0 28-16,-7-3 31 0,7 3 28 0,0 0 32 15,0 0 30-15,0 0 23 0,0 0 13 16,0 0 24-16,56 0 12 0,-13 0 9 0,4 0 5 15,21-4 11-15,5 0-8 0,10 0-15 16,6 2 2-16,30 0 0 0,2 2-20 16,0 2-1-16,2 0-2 0,-1-2 2 15,4 3 4-15,-4-2-4 0,-8 1-6 16,-22-2-4-16,-1-2 0 0,1 1-3 0,-4-2 0 16,-5-1-4-16,-5 0-8 0,-8-2 11 15,-3-1 2-15,-3 1 15 0,-10-1 13 0,-11 0 13 16,-7 2 14-16,-8 2 8 0,-4-1 13 15,-8 3 7-15,-2-1 1 0,-1 0-8 0,-4 0-8 16,-9 2-11-16,21 0-6 0,-21 0 0 16,18 4 2-16,-9 1 4 0,0 3 2 15,-1 4 1-15,0 2-7 0,0 7 6 16,-3 12 0-16,-1 10 22 0,-1 13-15 16,-8 9 3-16,-1 3 4 0,-5 7 13 0,-4 19 19 15,-2 0 11-15,-1 1-6 0,1-3 14 16,6-20 8-16,-2 0 7 0,1-6 5 0,3 2 6 15,-1-10-6-15,-2-2-20 0,5-15-88 16,1-4-68-16,-3-6 0 0,5-4 0 0,-2-9 0 16,2-3 0-16,2-2 0 0,-1-2 0 15,1-1 0-15,-2-3 0 0,2-2 0 0,2-5 0 16,-10 8 0-16,10-8 0 0,-13 5 0 16,4-5 0-16,9 0 0 0,-30 0 0 0,3 1 0 15,-14 0 0-15,-4 1 0 16,-7 0 0-16,-16 0 0 0,-2 3 0 0,-9-2 0 15,-3 3 0-15,2-2 0 0,-4-4 0 16,0 4 0-16,-2-1 0 0,0 1 0 0,3-3 0 16,1 4 0-16,6-3 0 0,3 4 0 15,5-2 0-15,3 2 0 0,2-1 0 16,4 4 0-16,2-2 0 0,-2-1 0 0,14 2 0 16,0-3 0-16,-1 3 0 0,4-2 0 15,-3 4 0-15,-1-5 0 0,4-1 0 0,-2 2 0 16,1-2 0-16,0 0 0 0,3 0 0 15,8-2 0-15,7-1 0 0,-2 3 0 0,7-4 0 16,-1 3 0-16,1-3 0 16,2 1 0-16,2 1 0 0,3-2 0 0,1 2 0 15,12-2 0-15,-18 0 0 0,9 0 0 16,9 0 0-16,-16-2 0 0,16 2 0 0,-11-3 0 16,4-2 0-16,2-4 0 0,1-1 0 15,2-2 0-15,2-7 0 0,2-4 0 0,2-16 0 16,3-2 0-16,5-15 0 0,5-7 0 15,4-27 0-15,6-4 0 0,3-5 0 0,-3-6 0 16,5-3 0-16,-1 2 0 0,-2 3 0 16,-3 6 0-16,-1 12 0 0,-8 23 0 0,-6 9 0 15,-1 13 0-15,-4 6 0 16,-1 8 0-16,-1 8 0 0,0 1 0 0,-3 6-20 16,-1 6-242-16,0 5-38 0,-3-3-53 15,3 3-71-15,0 0-69 0,-19 25-109 0,7-6-224 16,-4 10 77-16,0 2 76 0,-6 8-514 15,-3 4-651-15</inkml:trace>
  <inkml:trace contextRef="#ctx0" brushRef="#br0" timeOffset="25412.92">3845 7066 3103 0,'10'-2'-50'0,"-3"-1"44"0,-7 3 42 0,0 0 28 0,16-5 49 0,-16 5 30 16,0 0 17-16,5-6 1 0,-5 6-14 15,0 0-3-15,0 0-4 0,0 0 10 0,0 0 2 16,-32 29-5-16,5-13-1 16,-1 3-1-16,-7-1-1 0,-13-1-1 0,3 3-5 15,-3-1-4-15,-3-4-12 0,-2-1-8 16,-1-2-9-16,9-3-6 0,0-3 12 16,2-2-2-16,2-2-5 0,5-2-11 0,8-1-4 15,-8-2-11-15,5-3-8 0,6 2-7 16,0-3-2-16,3 2-4 0,1 0 1 0,1-1-1 15,6 3-6-15,0-3-6 0,3 4 11 16,2-2-10-16,-2 2 9 0,11 2-1 0,-13-6-5 16,13 6-9-16,-11-4-2 0,11 4-11 15,-12-4-8-15,12 4-1 0,0 0-1 0,-13 14-3 16,5 0-2-16,1 1 5 0,1 8-4 16,-5 8-2-16,1 6 4 0,-1 1-6 15,2-1 1-15,-3 12 7 0,2-8-9 16,1-3 15-16,-1-1-10 0,3 1 0 15,-3-4 12-15,3-2-2 0,-1-2 0 0,2-7 0 16,1-4-2-16,1-2-2 0,-2 1-3 16,2-1-3-16,-2-1 1 0,1 3-2 0,-3 0 0 15,3 1-1-15,-4 1-5 0,4-3 0 16,-1 1 1-16,4-3 1 0,-1-1-2 0,-1-2-3 16,2-1 2-16,0-1 2 0,2-3 5 15,0 1-3-15,0 0 6 0,4-3 1 0,-4-6 4 16,9 11 0-16,0-9 0 0,2-1-1 15,2 2-1-15,2-3 4 0,4 0-9 0,8-3-5 16,3 3 13-16,12-1-15 16,4-5 1-16,4 4-9 0,14 2-19 0,-1-2-17 15,0-1-31-15,4 1-18 0,-1 0 7 16,5 0 8-16,-1 4 6 0,4-2 6 16,5 2 9-16,3 0 15 0,1 1 9 0,5-1 2 15,0-2-11-15,5 0 19 0,-2 0 3 16,3 2 11-16,-5-2-7 0,-1 4 4 0,0-2 2 15,-2-1 0-15,-9 2 16 16,-4 0-21-16,-8 0 6 0,-13-1-3 0,-7 0-3 0,-2 1 2 16,-13-3 9-16,-6 0-6 15,-3 0 3-15,-1 0 3 0,-2-3-3 0,3 1 13 16,-5 0-12-16,1-1 3 0,0 0-3 0,-4 0 14 16,3 0-18-16,-3-1 19 0,-2 2-21 15,1 0 1-15,3-1 9 0,2 1-6 16,0-2 2-16,6 2-6 0,13-2 5 15,5-2 17-15,4 0 3 0,12 1-7 0,4 1 1 16,8-1-2-16,2 2-3 0,8 1-12 16,2-2-9-16,-1 2-12 0,-1 0-9 0,0 0-5 15,-1 0-11-15,-7-1 2 0,-3 0 6 16,-12 3 8-16,-11-5-2 0,-1 1 9 0,-6 2 3 16,-7-2 5-16,-8 0 10 0,-3 0 17 15,-1 0 9-15,-1 0 2 0,-3 0 7 16,0 1 7-16,-2-2-9 0,-2 4-3 15,1-1-3-15,-1-2-1 0,2 2-6 0,-13 2 3 16,16-5-1-16,-9 4-3 0,-7 1-2 16,16 0 7-16,-16 0-7 0,15-4-7 0,-15 4 10 15,14-2-2-15,-14 2 4 0,15 0 3 16,-15 0 1-16,15-1-3 0,-15 1 7 16,17 0-1-16,-17 0 3 0,18-2 1 0,-18 2 6 15,0 0 8-15,12 0 3 16,-12 0-1-16,0 0 2 0,0 0 5 0,18 0-1 15,-18 0 7-15,0 0 5 0,0 0 3 16,13-2 2-16,-13 2-5 0,0 0 2 0,0 0 4 16,14 0 6-16,-14 0-48 0,11-2-22 15,-11 2 0-15,14-4 0 0,-14 4 0 0,15-5 0 16,-10 3 0-16,-5 2 0 0,14-7 0 16,-14 7 0-16,9-5 0 0,-9 5 0 0,8-6 0 15,-8 6 0-15,3-4 0 16,-3 4 0-16,3-7 0 0,-3 7 0 0,0-14 0 0,-5 5 0 15,5-1 0-15,-5-5 0 0,1-1 0 16,-5-14 0-16,2-4 0 0,-5-4 0 16,-3-11 0-16,-1-2 0 0,-2-5 0 0,-4 2 0 15,-3 2 0-15,-1 1 0 0,-9 1 0 16,-1 10 0-16,-8 2 0 0,-1 9 0 0,-3 3 0 16,-1 6 0-16,-5 4 0 15,14 3 0-15,-4 7 0 0,6 0 0 0,8 3 0 16,5 1 0-16,4 1 0 0,2 1 0 15,1 0 0-15,2 1 0 0,2 4 0 0,1-3 0 16,1 2 0-16,1-2 0 0,0 2 0 16,1-2 0-16,2 2 0 0,1-1 0 0,7-3 0 15,-12 5 0-15,6-2 0 0,6-3 0 16,-7 4 0-16,7-4 0 0,-7 6 0 0,7-6 0 16,-9 2 0-16,9-2-32 15,-5 4-306-15,5-4-94 0,0 0-90 0,-6 4-111 16,6-4-213-16,0 0 56 0,0 0 101 15,0 0-641-15,0 0-785 0</inkml:trace>
  <inkml:trace contextRef="#ctx0" brushRef="#br0" timeOffset="26613.28">4068 7283 3378 0,'9'-5'-124'0,"-5"2"48"0,-4 3 53 0,12-8 57 15,-8 1 57-15,-4 7 53 16,7-11 42-16,-1 6 25 0,-6 5 18 0,6-8 16 0,-2 3 1 16,-4 5 5-16,4-7-3 15,-4 7-13-15,0 0-29 0,3-9-14 0,-3 9-14 16,4-5-12-16,-4 5-11 0,0 0-7 15,5-7-11-15,-5 7-3 0,0 0-4 16,6-5-3-16,-6 5 0 0,0 0-4 0,0 0 1 16,0 0-5-16,8-8-9 0,-8 8-11 15,0 0-8-15,0 0-9 0,0 0-6 0,0 0-8 16,0 0-6-16,0 0-6 16,0 0-6-16,0 0 3 0,0 0 7 0,0 0-17 0,2 27-43 15,-2-8 0-15,-2 5 0 16,-1 13 0-16,-2 6 0 0,-1 12 0 0,-1 3 0 15,0 2 0-15,1-1 0 0,-2-3 0 16,4 1 0-16,0-4 0 0,1-12 0 16,3 0 0-16,-4-3 0 0,4-9 0 0,-2-5 0 15,2-3 0-15,0-2 0 0,0-2 0 16,0-5 0-16,0-1 0 0,0 1 0 0,0-4 0 16,-2 1 0-16,4-1 0 0,-2-8 0 15,0 10 0-15,0-10 0 0,0 12 0 16,0-12 0-16,-2 7 0 0,2-7 0 15,0 0 0-15,0 10 0 0,0-10 0 0,0 0 0 0,0 0 0 16,0 0 0-16,0 0 0 16,0 0 0-16,0 0 0 0,0 0 0 0,0 0 0 15,0 0-832-15,0-27-156 0,2 13 110 16,4-1-990-16,1-6-1293 0</inkml:trace>
  <inkml:trace contextRef="#ctx0" brushRef="#br0" timeOffset="27314.43">5144 7108 4537 0,'5'-5'-328'0,"-5"5"66"0,4-4 59 0,-4 4 51 0,0 0 59 0,5-4 54 15,-5 4 54-15,0 0 46 0,0 0 46 16,0 0 26-16,0 0 22 0,6-9 15 0,-6 9 10 15,0 0 5-15,0 0 0 16,0 0-5-16,0 0-5 0,0 0 17 0,0 0 33 16,0 0 32-16,5 22 11 0,-3-4 7 0,0 5-3 15,0 14 2-15,1 4-3 0,-1 6-15 16,-1 11-19-16,1 1-15 0,-2-1-19 16,2 1-22-16,4-2-129 0,-5-12-52 0,1 1 0 15,2-5 0-15,0 0 0 0,-3-5 0 16,1-6 0-16,-2-5 0 0,0-6 0 0,0-2 0 15,0-1 0-15,3-5 0 0,-3 1 0 16,0-1 0-16,0-3 0 0,0 0 0 16,0-8 0-16,0 14 0 0,0-10 0 15,0-4 0-15,2 11 0 0,-2-11 0 0,-2 8 0 16,2-8 0-16,0 0 0 0,2 9 0 16,-2-9 0-16,0 0 0 0,0 0 0 15,0 9 0-15,0-9 0 0,0 0 0 0,0 0 0 16,0 0 0-16,0 0 0 0,0 0 0 15,0 0 0-15,0 0-392 0,0 0-622 0,0 0 92 16,0 0 93-16,0 0-883 0,-23-14-1146 16</inkml:trace>
  <inkml:trace contextRef="#ctx0" brushRef="#br0" timeOffset="28029.35">3584 7422 4828 0,'2'-5'-141'0,"2"0"55"16,-4 5 37-16,0 0 46 0,0 0 25 0,1-6 31 16,-1 6 34-16,0 0 30 15,0 0 15-15,-22 29 2 0,5-3 2 0,-3-1 4 16,0 4 6-16,1 2 2 0,-5 5-1 0,4-7-1 15,1-1-15-15,1-1-8 0,3-2-10 16,2-3-8-16,1-6-10 0,3 0-5 16,2-4-14-16,-2 0-4 0,2-3-3 15,3-1-12-15,-1-1-17 0,1-2-13 0,-2 1-24 16,6-6-41-16,-8 6-69 0,8-6-71 16,-11 2-84-16,11-2-92 0,0 0-81 0,-14-10-107 15,7 3-166-15,3-2 9 0,2-2 83 16,-5 0-411-16,7-1-501 0</inkml:trace>
  <inkml:trace contextRef="#ctx0" brushRef="#br0" timeOffset="28295.26">3356 7452 3119 0,'0'-10'141'0,"0"10"20"0,0 0 19 16,0-10 12-16,0 10 22 0,0 0 36 15,0 0 34-15,0 0 9 0,0 0-13 0,16 29-10 16,-6-12 6-16,7 8-15 0,6 3-20 15,-1-1-20-15,9 5-26 0,2 3-16 16,0-3-23-16,1 1-8 0,-4-3-17 0,-3-8-14 16,-3 0-10-16,1-2-25 15,-6-6-19-15,-4-2-28 0,-3-1-17 0,-1-1-21 16,1-2-33-16,-6 1-31 0,1-4-30 0,-1 0-30 16,-1 0-39-16,-5-5-38 0,11 5-73 15,-8-3-85-15,-3-2-98 0,9 4-138 16,-9-4-170-16,0 0 73 0,0 0-582 15,18-4-736-15</inkml:trace>
  <inkml:trace contextRef="#ctx0" brushRef="#br0" timeOffset="28612.54">5144 7379 3846 0,'-5'-8'114'16,"-1"3"5"-16,1 3 12 0,5 2 16 15,0 0 31-15,-29 4 29 0,10 5 23 0,-3 7-1 16,-5 6-2-16,-4 9-8 0,-1 4-13 16,1-1-5-16,1 1-14 0,0 2-11 15,-3-1-18-15,6-2-16 0,-3 0-12 0,7-5-11 16,3-4-15-16,-2-3-9 0,3 1-17 0,3-6-54 15,5-4-34-15,2-1-31 16,-1-3-36-16,0 0-36 0,5-1-45 0,1-5-59 0,4-3-75 16,0 0-73-16,0 0-53 15,0 0-53-15,-5-23-70 0,8 5-94 0,3-14-11 16,-1-4-471-16,-1-5-585 0</inkml:trace>
  <inkml:trace contextRef="#ctx0" brushRef="#br0" timeOffset="28827.56">4672 7420 2998 0,'-2'-13'-12'0,"1"5"58"0,-1-1 48 15,-2 4 45-15,4 5 41 0,-2-7 29 0,2 7 32 16,0 0 24-16,0 0 13 0,0 0 31 16,0 25 2-16,4-11-3 0,5 7-11 15,4 8-18-15,3 2-28 0,3 0-25 16,5 5-19-16,3 1-22 0,3-6-17 16,-1 2-18-16,-4-10-22 0,0-1-31 0,0-1-26 15,-3-4-30-15,-4-5-37 0,-5 1-31 16,-1-5-48-16,-5 0-46 0,2-2-54 0,1 1-57 15,-6-3-80-15,4 1-85 0,-5-2-85 16,1 2-118-16,-4-5-142 0,8 5 57 0,-8-5-547 16,6 7-694-16</inkml:trace>
  <inkml:trace contextRef="#ctx0" brushRef="#br0" timeOffset="29161.73">6010 7452 3733 0,'-2'-17'164'0,"-1"2"16"0,-3 7 19 0,1-1 28 16,2 3 29-16,-1-1 31 0,0 0-9 15,4 7-13-15,0 0-6 0,0 0-9 16,-27 10-5-16,16 7-14 0,-8 9-13 15,-6 11-7-15,3 1-21 0,-3 4-15 16,6-5-20-16,-5 4-14 0,4-2-13 0,4-9-15 0,0-1-10 16,0-3-8-16,3 0-20 15,1-5-62-15,5-6-13 0,-1-3-58 0,1-2-73 0,0-1-62 16,2-3-65-16,3 0-77 16,-2-3-92-16,4-3-89 0,0 0-94 0,0 0-139 15,-3-17 18-15,1 4 83 0,4-3-554 16,0-6-667-16</inkml:trace>
  <inkml:trace contextRef="#ctx0" brushRef="#br0" timeOffset="29361.4">5705 7474 3297 0,'0'-9'91'0,"-2"5"52"15,2 4 37-15,-2-8 20 0,2 8 41 16,0 0 88-16,0 0 20 0,0 0 36 0,15 22 5 16,-1-7-3-16,6 10-18 0,4 1-27 15,6 3-26-15,2 4-34 0,-1-3-27 0,3-1-25 16,-9-5-26-16,-2 1-21 0,2-4-165 15,-7-7-18-15,-4 1 0 0,-1-3 0 0,-3-4 0 16,2 1 0-16,-7-1 0 0,2-3 0 16,0 0 0-16,-5-1 0 0,-2-4-128 15,0 0-327-15,0 0-149 0,0 0-208 0,0 0-53 16,0 0 96-16,0 0-781 0,-29-10-994 16</inkml:trace>
  <inkml:trace contextRef="#ctx0" brushRef="#br0" timeOffset="31477.85">9473 3738 3858 0,'-6'-11'-241'0,"2"5"64"0,3-2 43 15,-3 0 48-15,-1 2 40 0,5 6 35 0,-3-12 30 16,-1 6 26-16,4 6 14 16,-8-10 10-16,8 10 2 0,-1-7 5 0,1 7 12 15,-4-5 5-15,4 5 12 0,0 0 3 16,-4-9-1-16,4 9 5 0,0 0 11 16,0 0 4-16,0 0 2 0,0 0-7 0,0 0-4 15,0 0-9-15,33 16 6 0,-26-10 5 16,2 6 0-16,1-1 9 0,1 3-7 15,0 2 6-15,5 7-5 0,-1 3 4 16,3 0-8-16,-4 5 4 0,9 8 13 16,-1 0 6-16,-1 7-5 0,5 0-12 0,-1 3-4 0,5-1-11 15,3 2 1-15,1-1 18 0,3 4-4 16,-1-2-11-16,9 12-6 0,-6-13-14 16,-1 2-6-16,-2-4-9 0,2 3-4 15,0-5 2-15,0 0 12 0,0 0-3 0,0-3-1 16,3 3 6-16,-3 0-91 0,-1-4 0 15,-2 3 0-15,1 3 0 0,-3-3 0 16,-4-3 0-16,3-1 0 0,-2-1 0 0,-4-4 0 16,3 0 0-16,-6-11 0 0,-4-1 0 15,-2-3 0-15,-1-6 0 0,-5-3 0 0,-4-2 0 16,2-3 0-16,-4 0 0 0,2 0 0 16,-3-3 0-16,-4-4 0 0,7 8 0 15,-7-8 0-15,7 5 0 0,-7-5 0 16,0 0 0-16,0 0 0 0,0 0 0 0,13 0 0 15,-13 0 0-15,0 0 0 0,0 0 0 16,5-12 0-16,-5 12 0 0,2-9 0 0,-2 9 0 16,-2-8 0-16,2 8-541 0,-9-9-481 15,0 4 108-15,-1 0-1029 0,-3 2-1364 0</inkml:trace>
  <inkml:trace contextRef="#ctx0" brushRef="#br0" timeOffset="32211.12">10283 5641 5046 0,'-10'-7'-191'0,"0"0"62"0,5 0 58 16,-1 1 61-16,1 0 56 0,5 6 51 0,-5-10 27 16,5 10 3-16,0-12-7 0,5 4-2 15,0 1 7-15,6-2 3 0,5 4-1 16,4-2-8-16,4 2-11 0,-1 2-14 0,0 1-3 16,-1 2-11-16,1 2-9 0,0 3-6 15,0 0-12-15,-4 3 2 0,-2 1-3 16,-2 3-5-16,-1 0 10 0,-5 0 5 0,-3 1 1 15,-3 1 4-15,-3 3 9 0,-3-3-8 16,-7 5-24-16,-3 6-7 0,-6 0-3 16,2-2-1-16,-2 1 5 0,3-9 24 0,3-1 13 15,1-4 6-15,5 0-2 0,0-3 2 16,1 1 8-16,1-2-2 0,0-1-1 16,3 1 1-16,2-6 6 0,2 14 10 0,3-5-4 15,6-1-5-15,2 1-90 16,0 3-4-16,4 0 0 0,8 3 0 0,-2 2 0 0,-2 2 0 15,-2-6 0-15,-5 0 0 16,-1 1 0-16,-6-3 0 0,1 1 0 0,-6 3 0 16,2-5 0-16,-6 2 0 0,0-2 0 0,-2 1 0 15,-8 1 0-15,1-2 0 0,-4 1 0 16,-4-2 0-16,-2 0 0 0,0-2 0 16,-4-2 0-16,3 2 0 0,0-4 0 0,3-3 0 15,0 2 0-15,2-1 0 0,0-2 0 16,3 1 0-16,2 0 0 0,-1-2 0 0,2 0 0 15,11 2 0-15,-14-3 0 16,7-1 0-16,7 4-242 0,0-8-556 0,7 1-158 16,7-1 81-16,3-4-934 0,13 0-1238 15</inkml:trace>
  <inkml:trace contextRef="#ctx0" brushRef="#br0" timeOffset="32594.62">10814 5695 4881 0,'-9'-17'-82'0,"0"5"58"0,-2 2 58 0,2 3 61 15,0-1 57-15,1 3 51 0,0-2 40 0,3 2 8 16,-1 1-7-16,6 4-20 0,-7-8-18 16,7 8-19-16,-7-5-17 0,7 5-15 0,0 0-13 15,0 0-3-15,0 0-15 16,0 0-7-16,39 5-16 0,-24 0-8 0,4 3-12 15,0 1-6-15,-4 2-10 0,2 0-5 16,2 11 7-16,-6-3 12 0,1 5 4 0,-8 3-57 16,-3-5-26-16,-3 2 0 15,-1 3 0-15,-3 6 0 0,-2 6 0 0,1-5 0 0,-2 2 0 16,4-2 0-16,-1-5 0 0,-2-5 0 16,3-3 0-16,-1 2 0 0,0-8 0 0,4 1 0 15,-1-4 0-15,-3 0 0 16,1-4 0-16,3 1 0 0,-2-3 0 0,2-6 0 15,-2 13 0-15,2-7 0 0,0-6 0 16,-1 5 0-16,1-5-477 0,0 0-200 16,0 0-161-16,0 0-44 0,0 0 104 0,0 0-766 15,0 0-987-15</inkml:trace>
  <inkml:trace contextRef="#ctx0" brushRef="#br0" timeOffset="32877.75">10765 5997 4561 0,'-16'2'81'0,"7"-4"49"0,9 2 58 15,-14-2 66-15,14 2 39 0,0 0 10 0,-11-4-3 16,11 4-27-16,0 0-20 16,0 0-26-16,34-5-20 0,-12 3-21 0,4 2-12 15,14-4-21-15,-2 2-16 0,-6 2-19 16,-5 2-23-16,-6-2-20 0,1 2-16 0,-8-2-11 15,4 0-6-15,-7 0-13 0,-11 0-24 16,19 0-5-16,-19 0 0 0,13 0 0 0,-13 0-19 16,0 0-51-16,0 0-44 0,11-4-56 15,-11 4-65-15,0 0-82 0,0 0-105 0,0 0-112 16,0-4-136-16,0 4-145 0,0 0 86 16,0 0-664-16,-11-14-846 0</inkml:trace>
  <inkml:trace contextRef="#ctx0" brushRef="#br0" timeOffset="34010.46">12314 5660 3701 0,'-1'-9'-97'0,"-1"1"56"0,-1-3 50 16,1 1 49-16,-2 0 54 0,4-2 39 16,-1 1 33-16,-1 3 21 0,0 0 6 0,0 1 2 15,2 7-11-15,-2-12-11 0,2 12-25 16,-2-9-15-16,2 9 15 0,0 0-13 15,-14 21 1-15,5-3-5 0,-4 14 0 0,-1 1 16 16,5 3-6-16,-2 3-12 0,6-2 1 16,-2 1-10-16,7 0-5 0,0-6-14 15,0-6-12-15,4 8-8 0,-1-8-8 16,4-6-10-16,-2 0-6 0,-1-6-5 0,4 1-4 16,-1-5-7-16,3-3-6 0,-1-2-6 15,2-1-3-15,3-6-5 0,-14 2-6 0,36-10-5 16,-7-2-1-16,1-7-9 0,-1 3-8 15,7-12-7-15,-4 1-6 0,3-1 4 0,-10 5 0 16,-2 0-3-16,-4 4 2 0,-2 5 0 16,-8 3-5-16,-1 2 0 0,0 2 3 0,-5 5-7 15,-3 2 10-15,0 0-1 0,0 0-1 16,-5 28 4-16,-1-13 1 0,-2 8 14 16,1 7 1-16,-3 3 2 0,7 1-17 15,-6 0-4-15,7-5 0 0,2-2 0 0,0-1 0 16,0-1 0-16,2-1 0 0,1-5 0 0,-1-2 0 15,-2-2 0-15,4-3 0 16,-4-1 0-16,0-1 0 0,1-2 0 0,-1 1 0 16,0-2 0-16,0-7 0 0,2 10 0 15,-2-10 0-15,0 7-73 0,0-7-139 0,4 6-74 16,-4-6-103-16,0 0-117 0,0 0-118 16,0 0-192-16,0 0 32 0,21-16 95 0,-12 9-608 15,4 0-754-15</inkml:trace>
  <inkml:trace contextRef="#ctx0" brushRef="#br0" timeOffset="34427.92">13520 5695 3884 0,'0'-15'130'0,"0"5"48"0,2 1 36 0,-4 2 39 0,2 7 20 16,-2-8-11-16,2 8 19 0,0 0 3 15,0 0 4-15,-41 20-3 0,12 1 2 0,2 1-11 16,-5 13-2-16,-2 3-13 16,1 1-13-16,1 2-41 0,1 0-20 0,3 5-68 0,5 0-119 15,3-3 0-15,11-4 0 16,0-5 0-16,5 2 0 0,4-9 0 0,2-5 0 16,4-1 0-16,1-2 0 0,5-2 0 15,1-4 0-15,3-1 0 0,-2-4 0 0,2-3 0 16,3-1 0-16,-2-4 0 0,-4 0 0 15,3 0 0-15,-1-5 0 0,-2-3 0 16,-2 1 0-16,-1-2 0 0,-2-2 0 0,-1-1 0 16,-5 1 0-16,0 1 0 0,-2 0 0 15,-4-2 0-15,1 3 0 0,-4-3 0 0,-2 4 0 16,-2-1 0-16,-3 4 0 0,1 2 0 16,-3 1 0-16,2 2 0 0,-6 2 0 0,4 0 0 15,-4-1-8-15,7 2-626 16,1-1-169-16,12-2-124 0,-13 0 101 0,13 0-872 15,0 0-1133-15</inkml:trace>
  <inkml:trace contextRef="#ctx0" brushRef="#br0" timeOffset="35560.01">14585 5639 4403 0,'0'0'-151'0,"7"-5"65"16,-7 5 53-16,5-5 45 0,-5 5 48 15,9-7 44-15,-9 7 32 0,8-5 28 16,-8 5 13-16,6-5 10 0,-6 5 13 15,0 0 0-15,0 0-16 0,4-7 11 0,-4 7-5 0,0 0-10 16,0 0-8-16,-27-3-14 0,13 3-15 16,0-2-20-16,-8 2-6 0,8 0-14 15,-8 0-10-15,5 2-6 0,0-2-11 16,1 0-7-16,2 0-12 0,-4 1 2 16,5-1-12-16,-1 2-6 0,14-2-5 0,-22 2-2 15,10-1 2-15,12-1-11 0,-17 2 2 16,17-2 6-16,-15 4-10 0,15-4-6 0,-9 2-2 15,9-2 3-15,0 0-1 0,-16 0 0 16,16 0 0-16,0 0 3 0,0 0-7 0,0 0 1 16,-17-2-7-16,17 2 2 15,0 0 2-15,-5-6-1 0,5 6-2 0,0 0-4 16,-9-6 7-16,9 6-9 0,0 0-1 16,0 0-3-16,-5-6 2 0,5 6-5 0,0 0-3 15,0 0 3-15,0 0-1 0,0 0 13 16,-21 18-12-16,15-8 2 0,0 2 4 0,1 1-1 15,-1 1-1-15,3 1 6 0,-1 4-1 16,4-1-4-16,2 1 8 0,2 2-4 16,1 1 13-16,10 7 4 0,4 2-5 0,4-6-3 15,8 8 2-15,-1-1 4 0,3-1-6 16,-1 0-2-16,0-3 5 0,1 3 0 0,-8-8-3 16,0 0-2-16,-3 3 1 15,-5-6 4-15,-1-1 6 0,-5-4 3 0,-2-1 14 16,1-2-29-16,-6-2-10 0,2 0 0 15,-3-1 0-15,-3-1 0 0,-1 1 0 0,-3 0 0 16,-4-3 0-16,-2 3 0 0,-3-1 0 16,-8-2 0-16,-2 0 0 0,1-4 0 0,-3 1 0 15,4-1 0-15,-6 0 0 0,7 0 0 16,2-2 0-16,2 2 0 0,3-2 0 0,0 0 0 16,13 0 0-16,-19 0 0 0,12 0 0 15,7 0 0-15,0 0 0 0,-20 0 0 0,20 0 0 16,-5-4 0-16,5 4-462 0,0 0-244 15,0 0-237-15,11-15 80 0,1 9 95 16,4 2-745-16,7-2-959 0</inkml:trace>
  <inkml:trace contextRef="#ctx0" brushRef="#br0" timeOffset="36261.46">15517 5692 3893 0,'11'-10'-68'0,"-6"0"54"0,1-1 57 0,-5 4 42 0,-1 2 31 16,2-5 29-16,-2 3 14 0,0 7 1 0,-9-14-10 15,-3 8-2-15,-5-1-9 0,-6 0-5 16,-7-3 1-16,-8 3-9 0,-1 0-3 0,-2 2-11 15,-3 0-1-15,3 1-10 0,2 3-5 16,6-1-7-16,7-1-8 0,4 3-9 0,0-2-4 16,7 2-12-16,0 0-2 0,1 0-6 15,14 0-7-15,-20-2 0 0,20 2-2 16,-18 0-4-16,18 0-3 0,-16 0 2 0,16 0 1 16,0 0-1-16,-14-1-8 0,14 1 7 15,0 0-1-15,-14-2 1 0,14 2 5 16,0 0 1-16,0 0-1 0,-13-2 3 15,13 2 3-15,0 0-7 0,0 0 7 0,-9-5-14 16,9 5-2-16,0 0 0 0,0 0-9 16,0 0-9-16,0 0 1 0,-20 5 4 0,15 4-3 15,-3-1-3-15,2 4 4 0,-4 5 10 16,1 2-3-16,4 0 4 0,-2 3 16 0,3 1 3 16,4-2 4-16,2 2 11 0,9 9 5 15,0-3 10-15,4 3 3 0,7-3 4 0,9 2 0 16,1 0 1-16,5-1-7 0,1-1-10 15,4 1-1-15,-2-2-14 0,-4-3-49 16,0 2 0-16,-7-6 0 0,-6 1 0 16,-1 1 0-16,-2-1 0 0,-9-3 0 15,-5-2 0-15,2-2 0 0,-8-1 0 0,-2 1 0 16,-4 1 0-16,0-3 0 0,-7 1 0 16,0-1 0-16,-5-1 0 0,-7 5 0 0,0-7 0 15,-5 0 0-15,-2-1 0 0,5-4 0 16,5 0 0-16,-1-1 0 0,3 0 0 0,5 0 0 15,0-2 0-15,4 0 0 0,0-2 0 16,-1 3 0-16,2-1 0 0,10-2 0 16,-15 0 0-16,5 1 0 0,10-1 0 15,-13 0 0-15,13 0 0 0,-12 0 0 0,12 0 0 16,-11-3 0-16,11 3-245 0,-1-5-738 16,1 5 37-16,0 0 100 0,1-11-913 0,-1 11-1189 15</inkml:trace>
  <inkml:trace contextRef="#ctx0" brushRef="#br0" timeOffset="37326.41">16200 5682 4542 0,'9'-12'-135'16,"1"3"48"-16,2 2 33 0,-1 2 25 0,2 2 34 16,0 0 31-16,4 3 23 0,1 3 16 15,-1 2 11-15,0 5 6 0,0 4 8 0,-6 2 12 16,3 11 6-16,-4 3 8 0,-7-1 7 15,-3-4-4-15,-3 11-1 0,-5 0 21 0,2 2-2 16,-5-1 7-16,0-2-6 16,-3-2-7-16,1-4-13 0,1-4-9 0,1-2-6 15,1-3-11-15,7-5-5 0,-4-1-3 16,5-1 0-16,2-3 2 0,4 0-7 16,3-1-4-16,2-3-10 0,4 1-5 0,2-3-5 15,0-3 2-15,1-1 15 0,-3 0 13 16,1-3 13-16,-1-4 4 0,-1-1 7 0,-9-1-3 15,-1-3-26-15,-5-3-90 0,-8-3 0 16,-9-9 0-16,-10-4 0 0,-6-1 0 0,-5-2 0 16,-3 5 0-16,0-3 0 15,6 3 0-15,2 1 0 0,9 8 0 0,4 0 0 16,9 2 0-16,1 3 0 0,6 3 0 16,5-2 0-16,4 3 0 0,5-1 0 0,9-2 0 15,5 3 0-15,7-3 0 0,5 4 0 16,5 3 0-16,-2-1 0 0,2 4 0 0,0 0 0 15,-5 4-170-15,-9 0-588 0,3 0-215 16,-2 0 86-16,-4 4 99 0,1 1-782 0,0-2-1011 16</inkml:trace>
  <inkml:trace contextRef="#ctx0" brushRef="#br0" timeOffset="37743.67">16914 5670 4449 0,'20'-7'-110'0,"-4"4"46"16,4 1 26-16,-5 2 44 0,-2 2 26 0,0 4 20 0,3 0 27 15,-3 4 13-15,-1 5 25 0,-5 3 10 16,1 3 10-16,-7 0 8 0,-2 4 13 0,-9 7-15 16,-1 1 3-16,-4 1-7 0,-7 7 3 15,6-10-22-15,-2-2 13 0,3 0-22 16,5-6-3-16,5-4-7 0,3-2-5 15,2-2-14-15,5 0-6 0,6-2-1 0,1-1-7 16,6-2-12-16,-3-3 6 0,-1-4 11 16,-1-3 33-16,-13 0 34 0,19-3 25 15,-12-4 14-15,-3-3-6 0,-4-4-2 0,-7-5 4 16,-15-12-6-16,-10-9-169 0,-4-3 0 16,-6 1 0-16,-2-1 0 0,3 0 0 0,0 4 0 15,7-1 0-15,1 7 0 0,10 2 0 16,7 6 0-16,4 4 0 0,6 5 0 0,6-2 0 15,6 5 0-15,4-3 0 0,5 4 0 16,6 4 0-16,11-3 0 0,2 4 0 0,1 6 0 16,-7 2 0-16,10 3-102 15,-1 5-634-15,-5-3-246 0,-7 3 81 0,-4 1 103 16,-4 2-791-16,-4 2-1030 0</inkml:trace>
  <inkml:trace contextRef="#ctx0" brushRef="#br0" timeOffset="39810.21">9998 5528 3959 0,'-18'-3'-241'0,"0"1"54"0,4-2 43 0,0 2 36 15,1 1 33-15,2 1 40 0,0-2 30 0,11 2 24 16,-16-1 9-16,7-1 6 0,9 2-1 15,0 0 1-15,-12-5 1 0,12 5 13 0,0 0 12 16,0 0 9-16,0 0-2 0,0 0 0 16,0 0-2-16,48-7-8 0,-21 4-7 15,20 3-4-15,1-2 0 0,20 0-5 16,8 0-7-16,2 2-9 0,6 0 2 16,6-2-2-16,22-2 1 0,0 2-1 0,-1-5-11 0,1-1 1 15,1 2 1-15,-2-2 0 16,-1 4-6-16,-25-1-4 0,1 2 6 0,-3 0-1 15,-4-1 1-15,1 2 1 0,-2 0-14 16,2-2 11-16,-5 2 3 0,1-1-11 0,3 0 5 16,-6-1-1-16,-1-1 22 0,3 0 2 15,-1 0 3-15,-1 1-7 0,-3 0-4 16,1 0-5-16,-7-1-1 0,-5 1 3 0,-7 1-2 16,-4 2-2-16,-3-1-4 0,2 2 5 15,-6 0-6-15,2 2 0 0,-4-1-1 0,-4-1-7 16,-7 3 10-16,12-3-8 0,-8 0 8 15,1 0-8-15,-5 0 4 0,15 2-7 0,-9-4 6 16,-4 4-5-16,12-4 4 16,2 2-4-16,-4-4-4 0,4 2 1 0,-2-2 2 15,1 2 0-15,4-1-6 0,-4-2 9 16,5 1-5-16,-1-1 4 0,1 1-8 16,1-2 0-16,10 1-2 0,0 0 6 0,2-2-4 15,0 3 4-15,2-1-4 0,1 0 4 16,1 0 1-16,-1 2-2 0,5-2 4 0,1-1-6 15,7 3 3-15,-4 0 0 0,6-1-2 16,1 3 4-16,2-4-5 0,-2 3 4 0,6-2 0 16,2 1-4-16,0-1 4 0,-4 1 0 15,1 0-4-15,1 3 0 0,-1-2 1 0,1 0 2 16,-4 0-3-16,-4 2 4 16,2 0 0-16,-4 2-7 0,1-4 5 0,1 4 3 15,-4 0-6-15,4 0 8 0,-1 3-5 16,-2-4-2-16,-3-1 2 0,2 2 5 15,-2 0-9-15,-1-2 7 0,-3-2 5 0,0 0-4 16,-7-1-2-16,-13 0-1 0,-4 1-2 16,-4-4 1-16,-10 3 4 0,-5 0-5 0,-2 0 12 15,-2-1-3-15,-2-1 0 0,-2 2-4 16,7-3 9-16,-2 3-5 0,1-2-1 16,0 0 1-16,4 1-2 0,-1-2 0 15,12 4-3-15,0-2-2 0,0 0 9 0,-3 2-9 16,-6 2 4-16,-3 0 5 0,-7 0-10 15,2-2 4-15,-8 2-5 0,5 2 1 0,-5-2-3 16,-1 4 6-16,-1 0 5 0,0 3 1 16,-1 2 2-16,-1 0-1 0,-1 3-2 15,-3 2 32-15,4 7 13 0,-2 10 11 0,-3 5 11 16,-1 3 6-16,-3 5 10 0,0 15 13 16,-3-1 4-16,-3 4 13 0,-4 1 14 0,1 5 12 15,3 4 31-15,2 3 23 0,4 0-6 16,4 0 18-16,2 3 11 0,-1-1 0 0,5 0-7 15,2-2-15-15,-1-4-9 16,2-4-4-16,0-4-12 0,-1-6-13 0,-1-7-22 16,-3-13-88-16,-3-2-52 0,2-8 0 15,-3-8 0-15,-3-2 0 0,1-3 0 0,0-2 0 16,0-4 0-16,-2 1 0 0,0-1 0 16,-4 2 0-16,2-3 0 0,-10 0 0 0,3-1 0 15,-4 1 0-15,-6-1 0 0,-2 1 0 16,-2-1 0-16,-3-2 0 0,-9 4 0 0,-3-2 0 15,0 1 0-15,-6-3 0 16,2 2 0-16,-3 0 0 0,-15 0 0 0,-2 0 0 0,-5-3 0 16,0 1 0-16,-7 2 0 15,-7-1 0-15,-5-4 0 0,-27 2 0 0,-5-2 0 16,-8 1 0-16,-10-2 0 0,-1-3 0 16,-4 3 0-16,3-3 0 0,-8 1 0 0,0-2 0 15,1 2 0-15,-2-2 0 0,-4 0 0 16,4-1 0-16,7 0 0 0,-3 0 0 15,4-5 0-15,1 4 0 0,3 1 0 0,-2 3 0 16,-5-4 0-16,6 6 0 0,-2-2 0 16,5 0 0-16,-5 2 0 0,7 0 0 0,0 0 0 15,4 0 0-15,0-2 0 0,5 0 0 16,8 0 0-16,27 0 0 0,-22-4 0 0,24-1 0 16,-1 3 0-16,0-4 0 0,-20 0 0 15,19 2 0-15,-20 1 0 0,16 0 0 0,-24-2 0 16,3 5 0-16,4-6 0 15,22 4 0-15,2 1 0 0,-1 0 0 0,6 1 0 16,1-1 0-16,5 3 0 0,5-2 0 16,2 0 0-16,14 2 0 0,0-2 0 0,2 2 0 15,3 0 0-15,-3 0 0 0,1 0 0 16,-1 2 0-16,0 2 0 0,0-1 0 0,-9 0 0 16,7 1 0-16,0-1 0 0,5 1 0 15,-1-3 0-15,6 4 0 0,-2-3 0 0,6 2 0 16,4-2 0-16,7-1 0 0,0 2 0 15,2-1 0-15,5-2 0 0,-5 3 0 0,6-1 0 16,0-2 0-16,0 2 0 16,-1 0 0-16,6-2 0 0,-2 2 0 0,-1-1 0 0,2 2 0 15,-2-3 0-15,3 0 0 16,1 3 0-16,-1-3 0 0,5 1 0 0,9-1 0 16,-21 0 0-16,13 0 0 0,8 0 0 15,-12-1 0-15,12 1 0 0,-16-7 0 0,10-1 0 16,-1-3 0-16,1-3 0 0,-2-8 0 15,3-14 0-15,1-5 0 0,0-18 0 16,6-5 0-16,2-9 0 0,7-23 0 0,4-4 0 16,9 1 0-16,-2 2 0 0,3 6-77 15,0 3 1-15,-4 25 6 0,-5 5 10 16,-2 12 6-16,-3 9 4 0,-1 8 6 16,-4 5 2-16,0 7 8 0,-3 3-7 0,1 5-12 15,-2-1-17-15,2 3-25 0,-3 4-42 16,-1 3-49-16,0 0-56 0,0 0-74 0,0 0-82 15,0 0-80-15,6 22-112 0,-6-12-172 16,3 3 80-16,-1-3-554 0,0 1-698 0</inkml:trace>
  <inkml:trace contextRef="#ctx0" brushRef="#br0" timeOffset="40477.49">11542 5636 3128 0,'6'-12'-93'15,"-2"2"53"-15,0-1 39 0,0 4 39 0,-3-3 43 0,1 3 44 0,2 1 41 16,-2-1 32-16,-2 7 20 16,4-12 8-16,-3 7-13 0,-1 5-19 0,2-9-21 15,-2 9-17-15,0 0 6 0,0 0 14 16,0 33 3-16,-3 1-8 0,-3 8 0 15,0 12 2-15,1 6 17 0,-3 6-20 0,2 8-8 16,0 1 1-16,1 0-12 0,3 1-10 16,0 0-12-16,0 1-11 0,2-3 1 0,0-3 10 15,0-5-4-15,2-6-7 0,0-15 3 16,-2-3 1-16,0-5 4 0,2-8-7 16,-2-7-5-16,0-5-54 0,4-3-60 15,-4-1 0-15,0 0 0 0,0-1 0 0,0-6 0 16,1 1 0-16,-1-7 0 0,0 10 0 15,0-10 0-15,0 0 0 0,0 0 0 0,0 0 0 16,-5 6 0-16,5-6 0 0,0 0-87 16,0 0-365-16,0 0-117 0,0 0-143 15,-16-18-169-15,16 12 90 0,4-6-807 0,2-1-1039 16</inkml:trace>
  <inkml:trace contextRef="#ctx0" brushRef="#br0" timeOffset="41076.28">13902 5560 4545 0,'-4'-20'-100'0,"0"3"52"0,0 2 45 16,3 3 49-16,-4 0 43 0,1 3 37 15,2 1 22-15,-1-2 8 0,1 3-11 0,0 1-15 16,-2 0-13-16,4 6-17 16,0 0-9-16,0 0 30 0,0 0 19 0,-9 32 16 15,4 6-19-15,-2 16 17 0,2 9 17 0,-3 7 11 16,3 5-6-16,-2 5-7 0,2 19-11 15,3-14-12-15,0-1-13 0,4 0-11 16,0 0-12-16,-4-4-4 0,4-3 2 0,-4-6 26 16,2-5 1-16,-2-8-44 0,0-12-91 15,0-9 0-15,0-8 0 0,2-7 0 0,-1-3 0 16,1-3 0-16,-2-3 0 0,2-1 0 16,0-3 0-16,0-1 0 0,0 2 0 15,0-10 0-15,-2 11 0 0,2-11 0 0,0 8 0 16,0-8 0-16,0 0 0 0,-2 6 0 15,2-6 0-15,0 0-485 0,0 0-196 0,0 0-212 16,0 0 34-16,15-25 96 16,-10 15-771-16,6-3-978 0</inkml:trace>
  <inkml:trace contextRef="#ctx0" brushRef="#br0" timeOffset="41561.25">15598 5375 4069 0,'7'-15'-115'0,"0"4"46"0,-3 3 39 0,-1 3 34 16,1-2 50-16,-1 2 26 0,-3 5 28 0,2-7 12 15,-2 7 11-15,6-4 18 0,-6 4 15 16,0 0 12-16,17 16 6 0,-6 1 12 0,0 17 26 16,3 20 15-16,-4 6 6 0,-5 8-2 15,-1 9 6-15,-6 4-9 0,-4 24-3 16,-1-1-5-16,-2-3-7 0,-3-2-14 15,1-1-8-15,-3-4 1 0,5-16 18 0,-1-6-166 16,3-4-52-16,0 0 0 0,-4-10 0 16,4-2 0-16,2-15 0 0,-2-3 0 15,1-12 0-15,5-3 0 0,-5-7 0 0,4-1 0 16,0-3 0-16,2 0 0 0,-1-1 0 16,-1-5 0-16,0 0 0 0,2-6 0 0,0 0 0 15,0 0 0-15,0 0 0 0,0 0 0 16,0 0 0-16,0 0 0 0,0 0 0 0,0 0-598 15,-5-27-237-15,-4 17-81 16,-2 4 89-16,-7-4-879 0,-5 1-1139 0</inkml:trace>
  <inkml:trace contextRef="#ctx0" brushRef="#br0" timeOffset="43893.21">9632 6878 4344 0,'11'-3'-192'0,"-11"3"54"0,13-1 47 0,-13 1 47 15,0 0 51-15,11-4 61 16,-11 4 34-16,0 0 35 0,0 0 17 0,0 0 8 16,10-3-4-16,-10 3 0 0,0 0-7 15,0 0-6-15,0 0-5 0,0 0-3 16,0 0-9-16,0 0-9 0,0 0-11 0,0 0-10 15,-50 11-8-15,14-3-9 0,-4 1-10 16,-1-1 0-16,-2 0-11 0,-3 0-11 0,1-2-8 16,-2 2 3-16,6-3-5 0,-1-3-7 15,10 0 3-15,3 0-3 0,6-2 3 0,2-2-8 16,3 2-6-16,0 0 7 0,2-2-10 16,3-2 9-16,2 4-8 0,11 0 6 15,-19-3 5-15,11 1-4 0,8 2-2 16,-12-6-7-16,12 6 5 0,-11-4 2 0,11 4-1 15,0 0-8-15,-13-4 3 0,13 4-4 16,0 0-7-16,-12 0-7 0,12 0 11 16,-5 10 1-16,1 1-1 0,-1 9-1 0,-7 9 28 15,2 5-6-15,1 4 9 0,-3 9 9 16,3-10-6-16,-2 10 4 0,2-8-9 0,0 2 9 16,0-3-12-16,1-1 6 0,0-1-5 15,5-8 6-15,-1-5 0 0,-2-6-7 0,5 1 2 16,-3-4-4-16,2-3 1 0,2 0-7 15,-5-1-4-15,3-2-1 0,2 2-3 0,0-3-4 16,0-7 4-16,-3 12-7 16,1-6 4-16,2-6-4 0,0 11-5 0,0-11 0 15,0 8 4-15,0-8-4 0,0 8 0 16,0-8 1-16,5 9 0 0,2-4-2 0,-7-5 0 16,20 6 5-16,-4-3 0 0,2-1-5 15,7 0-2-15,4-2 2 0,15 1-4 0,3-1 4 16,3 3-7-16,-1-3-2 0,3-3-1 15,2 3 2-15,-3 0 3 0,0 3-3 16,1-3 0-16,-2 2-2 0,1-2 2 16,-1 2 5-16,-3 0-7 0,4-4 2 0,1 0 1 15,0 0 5-15,13-2-4 0,1-2 4 16,4-1-3-16,7 0-1 0,2 2-2 16,4-3-2-16,-3 3 2 0,-1 0-3 0,4-1 4 15,-7 1 1-15,0-1-3 0,1 5 2 16,-1-2 4-16,-4 0-3 0,-3 1-2 0,-1-1 0 15,2 1 3-15,2-2 2 0,0-3-5 16,2 2 3-16,4 0 0 0,1-3-4 0,0 1 0 16,1 2 1-16,3 0 3 0,-6-1-1 15,4 4 0-15,-6-2-6 0,-2 4 3 0,-6 0-1 16,-2-4 0-16,-14 4-3 0,0-1 6 16,1 2-8-16,1 0 7 0,-1 2-1 0,11-3-1 15,2 3 1-15,-3-3-3 16,-8 0 0-16,14 1 0 0,1-1 5 0,1-1-3 15,3 2 2-15,3-2 2 0,-1 2-3 16,-2-1-2-16,2 6 1 0,-1-6 6 0,-2 2-8 16,1-2-7-16,-1 2-5 0,-1 2-1 15,0 2-3-15,-5-5 2 0,3-1 5 0,-2 1 2 16,1-1-6-16,4 3 6 0,1-2 0 16,1 1-2-16,0-1 12 0,-1 1-8 15,-1 0 3-15,1 0 3 0,-3 1 0 0,-3 1-5 16,-1-3 6-16,-3 1-1 0,-11 0-1 15,2 0 1-15,-7 0 1 0,4 3 1 0,-4 0-4 16,2-3 0-16,-3 1 5 16,3-2 0-16,-3 0-2 0,8 2 3 0,-4 0-1 0,9 2 0 15,-7-1 1-15,0-2 1 16,-3-1 1-16,3 3-4 0,-4-1 6 0,-3 1-9 16,3 0 2-16,-3 2-1 0,3-1 2 15,-2 0 4-15,0-1-5 0,-3-1-13 0,3 1-2 16,2 0-2-16,-4-2-3 0,3 2 6 15,3 1-5-15,0-3-4 0,11 2-5 0,-10-3-4 16,11 4 5-16,-3 1 3 0,2 0-6 16,-12-1 7-16,8 2 1 0,-10 0-1 15,-1-1 7-15,-1 0-11 0,11 4 13 16,-12-5-3-16,3 3 1 0,11-2 5 0,-1 0 0 16,0-1 3-16,4 3-4 0,4-4 0 15,-1 2-7-15,5 1-2 0,4-3-6 0,1 5-2 16,-1-2 3-16,-1-1-3 0,0 1 0 15,1 1 9-15,-5 1-2 0,2-4 3 0,-2 2 2 16,-5 0 2-16,-4-2 8 0,-12 0 3 16,-1-4 6-16,-1 3 7 0,0-2 3 15,-2-1 0-15,3 3 5 0,3-4 4 0,1 2-4 16,-1 1 2-16,3 0-1 0,-4-3 4 16,-5 2 0-16,0 0-3 0,-13 0-2 0,-4-2 5 15,-5 3 10-15,-5-3 16 16,-1 0 7-16,-1 0 21 0,-14 0-3 0,22 0 1 0,-22 0 0 15,17-3 6-15,-17 3-6 16,17 0-1-16,-17 0 0 0,18 0-14 0,-18 0-5 16,17 0-3-16,-17 0-6 0,17-2-1 15,-17 2 11-15,14 0 11 0,-14 0 12 0,9-4 7 16,-9 4-45-16,0 0-37 0,13-5 0 16,-13 5 0-16,5-10 0 0,-2 2 0 0,-1-1 0 15,-2-5 0-15,-2-3 0 0,2-9 0 16,-3-9 0-16,1-7 0 0,2-3 0 0,0-1 0 15,0-12 0-15,5-2 0 0,1-2 0 16,-3-2 0-16,5 4 0 0,-3 2 0 16,4 2 0-16,-6 2 0 0,3 11 0 15,-2 6 0-15,-3 8 0 0,-1 7 0 0,2 3 0 16,0 3 0-16,-2 3 0 0,2 1 0 16,0-1 0-16,-2 5 0 0,2 0 0 0,-2 1 0 15,0-1 0-15,0 2 0 0,0 6 0 16,1-11 0-16,-1 11 0 0,0-8 0 15,0 8 0-15,0-6 0 0,0 6 0 0,0-8 0 16,0 8 0-16,0 0 0 0,-1-7 0 16,1 7 0-16,-10-2 0 0,10 2 0 15,-14 0 0-15,14 0 0 0,-34 5 0 16,9-1 0-16,-18 1 0 0,-4-2 0 0,-18 1 0 16,-2 2 0-16,-11-4 0 0,-10-2 0 15,-24 0 0-15,-7 0 0 0,-3-4 0 0,-3-1 0 16,5-1 0-16,0 1 0 0,10 1 0 15,24 1 0-15,9 1 0 0,12 2 0 0,18-3 0 16,5 3 0-16,11 0 0 0,8 0 0 16,5 0 0-16,2 0 0 0,3 3 0 0,1-3 0 15,12 0 0-15,-18 0 0 0,10 2 0 16,-2 1 0-16,10-3 0 0,-7 4 0 0,7-4-484 16,-8 5-134-16,5-2-158 15,3-3-99-15,-11 8 98 0,2-4-808 0,-7 2-1027 16</inkml:trace>
  <inkml:trace contextRef="#ctx0" brushRef="#br0" timeOffset="44758.49">10452 6890 4022 0,'2'-6'-163'15,"1"0"42"-15,-3-4 36 0,3 5 42 16,-3 5 41-16,4-11 57 0,-2 4 28 0,0 1 26 15,-1 1 14-15,-1 5 4 0,4-10 4 16,-4 6-2-16,0 4-16 0,6-6-15 16,-6 6-1-16,0 0 27 0,0 0 6 15,3 25 4-15,-3-3-12 0,-3 13-1 0,-3 5-3 16,2 3 2-16,-3 11-3 0,-1-4 2 16,2-11-12-16,3 0-3 0,-3 0-7 0,2-3-5 15,2-9-3-15,-1-3-8 0,1-5-3 16,-1 0-15-16,1-2-1 0,0-2-10 0,2-1-3 15,-1-2-6-15,-1 0-5 0,0-1-6 16,0-2 0-16,0 2-5 0,2-2-10 16,-2 0-25-16,0-4-28 0,2 4-33 15,0-2-50-15,0 1-64 0,-1-3-93 16,1-5-94-16,0 12-119 0,0-12-186 0,1 5-27 16,-1-5 83-16,12 1-502 0,-12-1-589 15</inkml:trace>
  <inkml:trace contextRef="#ctx0" brushRef="#br0" timeOffset="45192.28">12682 6815 3362 0,'7'-7'110'0,"-7"7"26"0,6-6 28 15,-6 6 31-15,6-5 25 0,-6 5 15 0,0 0-13 16,0 0-25-16,0 0-13 15,0 0-9-15,0 0 3 0,-8 32-5 0,-1 2-11 0,0 6 8 16,-3 10 0-16,1 3-5 16,0-3-14-16,6-7-10 0,-1-3-20 0,3 2-5 0,-3-3-11 15,2-1-8-15,4-9-13 16,0-3-3-16,0-6-14 0,-3 3-1 0,0-5-13 16,6-1-5-16,-3-2-25 0,0-4-32 15,0 0-39-15,0-3-38 0,2 1-58 0,-2-2-71 16,0-7-114-16,1 3-119 0,-1-3-134 15,0 0-196-15,0 0 56 0,13-11 93 16,-5 2-521-16,2 0-617 0</inkml:trace>
  <inkml:trace contextRef="#ctx0" brushRef="#br0" timeOffset="45607.98">14576 6799 3078 0,'9'-8'20'0,"0"2"57"0,-6 2 37 16,3 1 25-16,-6 3 22 0,3-6 16 0,-3 6 8 16,0 0-4-16,6-3-10 0,-6 3 15 15,0 0 13-15,6 19 1 0,-2-4-1 16,-2 10-5-16,2 8 20 0,-4 13-7 16,2 0-19-16,-2 10-14 0,0 3-16 0,1-3-15 15,-1-7-5-15,0-5-22 0,0 1-6 16,2-4-10-16,-2-4-9 0,2 0-13 0,-2-8-6 15,2-7-5-15,0-4-19 0,0-3-34 16,-2-2-36-16,1-1-49 0,-1 0-53 0,2-3-57 16,0-5-104-16,5-2-122 15,-7-2-147-15,0 0-202 0,18-6 39 0,-6-3 81 16,-1-1-536-16,5-5-638 0</inkml:trace>
  <inkml:trace contextRef="#ctx0" brushRef="#br0" timeOffset="46092.45">16932 7062 3497 0,'-2'-6'70'0,"0"-1"29"0,2 0 43 16,0 7 35-16,-2-11 22 0,2 11 5 16,-2-8-9-16,2 8 0 0,0 0 31 0,0 0 35 15,-8 33 2-15,3-1-10 0,-3 4-11 16,3 7-3-16,-6 9-9 0,6 3-10 16,-3-1-16-16,5 1-22 0,-6-2-13 15,4-11-18-15,-1-1-14 0,3-4-11 0,-5-1-16 0,5-5-7 16,-6-5-15-16,7-5-5 0,-1-5-13 15,-3-2-27-15,4 1-48 0,1-4-62 0,-1-2-80 16,0 1-102-16,-2-3-124 16,4-2-152-16,0-5-177 0,-5 7-147 0,5-7 89 15,0 0-771-15,-7 3-975 0</inkml:trace>
  <inkml:trace contextRef="#ctx0" brushRef="#br0" timeOffset="47041.55">9842 7225 4136 0,'6'-5'-103'0,"-6"5"22"0,0 0 21 16,0 0 23-16,0 0 25 0,-21 18 28 0,9-8 20 15,1 4 16-15,-2 1 1 16,-10 5-2-16,4 4 0 0,0 0 1 0,0 1-12 16,0 0-2-16,0 0 1 0,2-1-7 15,2-7-2-15,1 0-2 0,3 0-3 0,1-5 0 16,0 0-5-16,1-2-10 0,6-3-21 16,-3 0-17-16,-1-4-57 0,7-3-69 0,-7 2-62 15,7-2-65-15,0 0-52 16,-4-17-55-16,6 5-101 0,0-5-4 0,4-4-175 15,-1 1-163-15</inkml:trace>
  <inkml:trace contextRef="#ctx0" brushRef="#br0" timeOffset="47209.36">9632 7278 1778 0,'7'-11'53'0,"-3"0"47"0,-3 4 25 15,1 0 23-15,-2 7 15 0,4-8 9 16,-4 8 9-16,2-5-1 0,-2 5 16 0,0 0-1 16,0 0-7-16,29 7-9 0,-17-1-21 15,2 2-2-15,3 5-18 0,0-1-10 0,10 4-18 16,0 1-10-16,0 2-19 0,2-3-35 15,-4 3-46-15,0-3-71 0,0-1-80 0,-5-2-80 16,-6-7-110-16,0 2-173 0,1-4-62 16,-1 0 69-16,-1-3-236 0,2-1-234 15</inkml:trace>
  <inkml:trace contextRef="#ctx0" brushRef="#br0" timeOffset="47641.5">11632 6960 2350 0,'0'-10'156'0,"0"10"-14"16,0 0-11-16,0 0 3 0,-33 8 29 15,17 2 5-15,-11 7 0 0,4 4-12 16,-4 1-11-16,0 2-13 0,-5 7-19 0,7-6-5 0,5 1-13 15,-7-1-7-15,6 2-9 16,-3-3-7-16,1-2-12 0,3 0-23 0,1-1-21 16,4-7-20-16,1-1-22 0,3-7-22 15,2 0-37-15,-1-2-37 0,-2-2-29 16,12-2-26-16,-17-9-10 0,11 0 11 0,-1-8 18 16,1-5 13-16,5-3 20 15,-6-13 24-15,7 7 25 0,2 7 40 0,1-1 41 16,-3 8 31-16,2 2 15 0,-4 1 4 15,2 2 3-15,2 4-4 0,-1 1 29 0,-1 7 27 0,10-7 12 16,-10 7 2-16,0 0-5 16,39 17-10-16,-14 0-8 0,4 2-10 0,7 8-12 15,5-1-21-15,0 2-41 0,1 0-62 16,0-3-77-16,2 2-87 0,-14-7-111 0,3-2-194 16,-7-2-27-16,1 1 61 0,-4-7-179 15,-2-3-155-15</inkml:trace>
  <inkml:trace contextRef="#ctx0" brushRef="#br0" timeOffset="47991.27">13724 7056 2011 0,'0'0'79'0,"0"0"22"0,-30 10 14 0,8-2 14 0,-2 8 15 0,-6 2 17 16,1 3 3-16,1-1-8 0,-7 9-11 0,0 0-6 15,10-4-12-15,1-3-16 16,-1 1-8-16,0-1-11 0,4-1-4 0,6-8-19 15,4-1 0-15,-2-1-9 0,3-3-6 16,3 2-24-16,-3-7-29 0,4-1-65 0,6-2-64 16,0 0-57-16,0 0-47 0,-15-9-58 15,9-1-27-15,4-3-39 0,2-2-39 16,0-3-42-16,0-5-156 0,2-1-94 0</inkml:trace>
  <inkml:trace contextRef="#ctx0" brushRef="#br0" timeOffset="48125.25">13292 7136 1619 0,'2'-14'33'0,"0"4"15"0,-1 1 4 0,1 5 10 16,-2 4 40-16,9-6 36 0,-9 6 21 15,0 0 4-15,22 4 7 0,-7 2-4 0,6 3-9 16,7 5-18-16,8 1-12 0,11 5-14 16,1 0-40-16,1-1-61 0,-1 1-67 15,-5-2-70-15,-7-3-81 0,1-1-113 16,-6-3-171-16,-7-4 34 0,-5 0-116 0,-1-2-74 16</inkml:trace>
  <inkml:trace contextRef="#ctx0" brushRef="#br0" timeOffset="48609.23">15828 7071 2017 0,'0'-9'229'16,"-4"1"-2"-16,2 4-4 0,2 4 2 0,-11-5 14 15,11 5 23-15,-21 5 9 0,2 4-7 16,-7 9-19-16,-5 2-21 0,-3 5-19 0,-1 2-22 16,6-5-19-16,-7 7-16 0,2-4-11 15,5-2-11-15,4-3-14 0,0 3-13 0,0-3-26 16,2 0-34-16,1-2-43 15,7-5-43-15,3-1-49 0,3-7-58 0,4 2-44 16,-3-3-48-16,8-4-54 0,0 0-33 16,0 0-17-16,0 0 16 0,4-26 25 0,2 11 34 15,-5-6 43-15,5-3 38 0,-1-10 36 16,2-2 59-16,-3 9 66 0,-1 6 63 16,1 2 54-16,0 4 32 0,-1-1 13 0,-1 6 12 15,-2 1-6-15,4 2 19 0,0 4 27 16,-4 3 5-16,0 0-10 0,0 0-12 0,33 15-16 15,-11 2-13-15,3 1-13 0,7 3-12 16,4 5-26-16,5 2-41 0,2-2-62 16,-3-2-73-16,5-2-86 0,-2-1-102 0,-1-3-118 15,-6-5-180-15,-1-1 43 0,-3-2-284 16,2-2-306-16</inkml:trace>
  <inkml:trace contextRef="#ctx0" brushRef="#br0" timeOffset="48941.87">17749 7306 2638 0,'2'-9'174'0,"2"3"1"0,-2 2 0 16,-2 4 2-16,2-9-4 0,-2 9 9 0,0 0 36 16,0 0 10-16,0 0-16 0,-24 21-20 15,15-9-15-15,-5 4-15 0,-4 4-10 0,-1 3-14 16,-6-2-14-16,2 2-13 0,-2-1-9 16,1-1-12-16,0 0-18 0,-1-3-40 0,3-1-42 15,1-1-56-15,3-6-83 16,6-3-97-16,-3-4-90 0,1-2-108 0,5-2-141 15,-3-2-43-15,-1-5 64 0,4-5-346 16,-2-4-392-16</inkml:trace>
  <inkml:trace contextRef="#ctx0" brushRef="#br0" timeOffset="49076.36">17398 7262 2756 0,'2'-9'136'16,"2"4"28"-16,-4 5 55 0,0 0 54 16,0 0 29-16,0 0 10 0,16 17-3 0,-11-7-30 15,6 6-26-15,10 6-20 0,1 2-26 16,5 0-38-16,5 5-53 0,2-2-73 15,2 0-95-15,-7-7-114 0,-1-2-130 16,-6-4-136-16,3 0-207 0,-5-5-20 0,-11-3 71 16,1 0-412-16,-6-4-475 0</inkml:trace>
  <inkml:trace contextRef="#ctx0" brushRef="#br0" timeOffset="51607.24">12277 3913 1115 0,'0'0'466'0,"-14"-6"-161"16,14 6-77-16,-10-1-64 0,10 1-32 0,0 0-19 16,-15-4-4-16,15 4-14 0,0 0 4 15,0 0 12-15,0 0 17 0,0 0-6 0,0 0 13 16,0 0 2-16,0 0 4 0,26 14 3 16,-4-6-8-16,12-1-8 0,7 0-15 15,13 4-4-15,5-3-19 0,4 2-7 16,4 1-7-16,-3 1-10 0,7-1-1 15,0 1-4-15,4 3-2 0,4-4-3 0,20 5 5 16,-17-4-4-16,20 4-1 0,7-3 6 16,-1-4 2-16,0 0 2 0,-6 2-3 0,5-2-1 15,1-1 12-15,0-1-5 0,1 2-3 16,-3 1-7-16,1-1-6 0,-1 1-2 16,-20-2-9-16,20-1-5 0,-21 2-1 0,-3 0-5 15,0-3-1-15,-1 1-6 0,2 3-2 16,-5 0-1-16,2-4-4 0,-4 5 0 0,4-3 0 15,2 0-6-15,2 2 3 0,18 1-1 16,-16-5-3-16,20 6 0 0,-23-3-2 0,5-1 4 16,15 4-4-16,0 1 1 15,-19-5-3-15,-3 3-1 0,1-4 0 0,1 5 4 16,-3-3-5-16,21 6 1 0,-24-3-1 16,2 0-1-16,-3 1 0 0,-2-1 1 15,2 1 2-15,1-4-2 0,-3 5-4 0,2 0 4 16,0-4 1-16,3 2-1 0,-6 1-1 15,0-4 0-15,1 3-2 0,-1 0 1 0,-2-3-3 16,-5 5 4-16,1-3 2 0,-5 1 0 16,-2 0-3-16,-1 0 1 0,-2-3 4 0,-2 4-4 15,3-5-1-15,-3 2 2 16,1 1-3-16,0-1 1 0,-1 2-2 0,3-3 2 16,-5 1 1-16,4 2-1 0,-3-2-1 15,5 2 1-15,2 1 2 0,4 0-5 16,1-3 5-16,3 5-1 0,6-1-3 0,0 0 2 15,22 1 1-15,3 3-1 0,-3-3 0 16,6 3-1-16,-5-3-3 0,8 0 2 0,0 4-1 16,-1 0-1-16,-2 0 2 0,-6-1 0 15,-20-2 2-15,-2-2-4 0,0 1-8 0,-5 1-1 16,-3-5 4-16,-6 3 0 0,-8-1 4 16,-8-5 5-16,-7 0 9 0,-2 0 23 0,-9-6 17 15,-3 2 14-15,-3 0 16 16,-4-4 8-16,3 3 8 0,-6-3 9 0,6 1-6 15,-5 2-3-15,0-1 0 0,0-2 4 16,3 2-2-16,-5 0 2 0,1 0 6 16,-14-2-5-16,18 2-2 0,-8 0 3 0,-10-2-2 15,17 2 0-15,-17-2-5 0,14 0-4 16,-14 0-8-16,0 0-51 0,14 0-33 0,-14 0 0 16,0 0 0-16,14 3 0 0,-14-3 0 15,0 0 0-15,11 3 0 0,-11-3 0 0,0 0 0 16,0 0 0-16,0 0 0 15,0 0 0-15,16-2 0 0,-16 2 0 0,0 0 0 0,0 0 0 16,0 0 0-16,7-4 0 16,-7 4 0-16,2-12-389 0,-2 5-402 0,-2-3-162 15,-5-7 100-15,-1-1-917 0,-7-7-1201 16</inkml:trace>
  <inkml:trace contextRef="#ctx0" brushRef="#br0" timeOffset="52624.42">20710 5560 4560 0,'0'-10'-91'0,"-2"0"59"0,2 1 50 15,0 1 43-15,0 1 45 0,0 7 42 0,2-14 40 16,-2 14 31-16,0-10 15 15,0 10 3-15,2-8-25 0,-2 8-17 0,0 0 19 16,0 0 17-16,0 0 7 0,8 32 4 16,-2 2-9-16,-4 5-12 0,2 6-13 0,-1 12-14 15,3 0-9-15,-3-3-15 0,6 1-170 16,-5 0 0-16,-4-12 0 0,1-3 0 0,1-3 0 16,0-8 0-16,0-6 0 0,-4-3 0 15,2-3 0-15,-2-3 0 0,2-2 0 0,0 0 0 16,-2-4 0-16,2 1 0 0,0 0 0 15,0-9 0-15,0 11 0 0,-1-5 0 16,1-6 0-16,0 8 0 0,0-8 0 0,-2 10 0 16,2-10 0-16,0 0 0 0,0 0 0 15,0 5 0-15,0-5 0 0,0 0 0 16,0 0 0-16,0 0 0 0,0 0-556 0,0 0-455 16,0 0 107-16,0 0-1041 0,-9-18-1366 15</inkml:trace>
  <inkml:trace contextRef="#ctx0" brushRef="#br0" timeOffset="53056.49">21181 5799 5598 0,'0'0'-80'0,"0"0"32"16,0 0 39-16,0 0 58 0,0 0 46 0,0 0 28 15,-30 10 19-15,20-1 19 0,1 4 5 16,-2 3-3-16,-5 9 6 0,7-1-12 0,-1-3 0 16,2 8-17-16,2-1-13 0,5-3-13 15,1-5-7-15,1-1-8 0,3 2-8 16,4-1-7-16,0 0-13 0,3-5-2 16,3-1-7-16,1 0-5 0,0-6-5 0,6-2-3 15,-2-3 2-15,2-2 9 0,0-2 15 16,2-4-35-16,-2 0-40 0,-3-6 0 0,4 2 0 15,1-9 0-15,-2-2 0 0,-4-4 0 16,-2-2 0-16,-5-4 0 0,-3-1 0 16,-3 4 0-16,-4 5 0 0,-2-2 0 0,-4 2 0 15,1-1 0-15,-4 4 0 0,-4 1 0 16,1 4 0-16,-2 2 0 0,-3-1 0 0,-1 6 0 16,4 3 0-16,-6 0 0 0,6 3 0 15,-2 1 0-15,1 0 0 0,-1-3 0 0,3 6-198 16,1-3-198-16,3 3-111 0,0-1-105 15,9-2-172-15,-12 4-37 0,8 2 94 0,4-6-683 16,0 0-862-16</inkml:trace>
  <inkml:trace contextRef="#ctx0" brushRef="#br0" timeOffset="57473.27">21572 5742 904 0,'0'0'173'0,"-6"-8"8"0,6 8 16 0,-4-10 22 0,4 10 19 0,-4-7 15 0,4 7 6 15,0-8-2-15,0 8-9 0,-3-6-10 16,3 6-17-16,0 0-8 0,-2-8-6 16,2 8-5-16,0 0-9 0,0 0-6 0,-4-8-10 15,4 8-11-15,0 0-15 16,0 0-12-16,0 0-15 0,0 0-9 0,0 0 3 15,0 0 10-15,0 0 4 0,0 0 2 16,-9 17-15-16,4-4 2 0,2 0 8 0,-1 5 3 16,-2 1 0-16,3 6-11 0,-3-1-6 15,4 0-9-15,0 2-9 0,-2-3-8 0,2 2 11 16,-2-3-10-16,4-3-4 0,0 0-14 16,-2-2-6-16,2-1-3 0,2-4-9 0,0-1-2 15,0 0-7-15,-2 1-4 0,2-2-4 16,2 2-4-16,0-3-2 0,2 1-5 0,-3-2-2 15,3 1-2-15,-1-2 0 0,4 0-2 16,-4-1 2-16,6-2 1 0,-3 1-5 16,0-2-2-16,-8-3-1 0,19-1-1 15,-19 1-4-15,23-4 1 0,-9-3-1 0,0 1 1 16,-1 1-1-16,5-6-2 0,-1-2-5 16,-2-1 4-16,6-7-4 0,-2-2 1 15,0 2-3-15,4-1 4 0,-10 2-2 0,1 3-4 16,-3 0 4-16,0 1 0 0,0 3-2 15,-2 1 4-15,-4-2-5 0,1 6 1 0,0-1 2 16,0 0-3-16,-2 3 3 0,-3-1 3 16,-1 7 0-16,8-10 0 0,-6 4-5 0,-2 6 1 15,3-8 2-15,-3 8-1 16,0 0 1-16,2-9-8 0,-2 9 4 0,0 0 3 16,0 0 14-16,0 0 12 0,0 0 9 15,-5 26 7-15,3-12-45 0,-6 10 0 0,5 10 0 16,-5 0 0-16,2 6 0 0,0-2 0 15,3 3 0-15,-3-4 0 0,2 1 0 0,-1-2 0 16,3-7 0-16,-3-5 0 0,3-4 0 16,2-1 0-16,-1-1 0 0,-1-3 0 0,2-1 0 15,-2-2 0-15,2-3 0 0,-2-1 0 16,0-2 0-16,2-6 0 0,0 15 0 0,-2-9 0 16,2 0 0-16,0-6 0 0,0 8 0 15,0-8 0-15,-1 9 0 0,1-9 0 0,0 5 0 16,0-5 0-16,0 0 0 15,-2 9 0-15,2-9 0 0,0 0 0 0,-2 6 0 16,2-6 0-16,0 0 0 0,0 0-439 16,0 0-460-16,0 0-41 0,-14 0 113 0,14 0-903 15,0 0-1162-15</inkml:trace>
  <inkml:trace contextRef="#ctx0" brushRef="#br0" timeOffset="59172.42">22919 5409 4861 0,'-3'-20'-162'0,"-1"1"71"0,0 2 69 0,0 0 53 0,0 3 55 0,0-1 41 0,0 3 31 0,3 0 22 16,-1 2 6-16,0 1-9 0,0-1-4 0,0 6-19 16,2 4-15-16,0 0 39 0,0 0 48 15,-14 29 19-15,3 9 4 0,2 15 12 0,-3 7 6 16,1 6 8-16,2 7 7 0,-5 19-71 16,3-15-211-16,-3 16 0 0,1 1 0 0,-3-2 0 15,5-18 0-15,-2-5 0 0,1 0 0 16,-1-6 0-16,-1-2 0 0,1-8 0 0,4-14 0 15,1-6 0-15,2-8 0 0,1-4 0 16,-1-6 0-16,4-1 0 0,-1-4 0 16,1 1 0-16,-3-3 0 0,3 0 0 15,2-8 0-15,0 8 0 0,0-8 0 0,0 0 0 16,0 0 0-16,0 0 0 0,0 0 0 16,0 0 0-16,0 0 0 0,22-16 0 0,-19 12 0 15,1-2 0-15,0-1 0 0,0-3-953 16,0 1-23-16,2-1 111 0,-1-2-970 0,3 2-1263 15</inkml:trace>
  <inkml:trace contextRef="#ctx0" brushRef="#br0" timeOffset="59489.74">23174 5908 5125 0,'5'-19'12'0,"-3"6"75"15,0 1 70-15,-2 2 61 0,0 3 53 0,1 0 23 16,-1 7-7-16,0-9-19 0,0 9-28 16,0 0 11-16,0 0 25 0,0 0 3 0,2 23-16 15,-4-3-100-15,1 16-163 0,-1 3 0 16,0 4 0-16,-3 1 0 0,5-1 0 0,-2 1 0 16,0-1 0-16,-1-4 0 15,-3-1 0-15,3-3 0 0,-3-10 0 0,1-4 0 16,0-3 0-16,1-2 0 0,2-4 0 15,0 0 0-15,1-3 0 0,-1 0 0 0,0-1 0 16,-2-2 0-16,4-6 0 0,2 7 0 16,-2-7 0-16,0 0 0 0,0 0 0 0,0 0-400 15,20-22-589-15,-11 10 55 0,2-2 104 16,3-1-883-16,0-1-1148 0</inkml:trace>
  <inkml:trace contextRef="#ctx0" brushRef="#br0" timeOffset="59772.53">23461 5975 4398 0,'0'-14'-46'0,"0"6"78"0,0-2 65 15,0 3 60-15,0 7 44 0,1-11 48 16,-1 11 20-16,0 0 3 0,-1-8-17 16,1 8 53-16,0 0 29 0,0 0-4 0,3 29-16 15,-1-9-14-15,-2 9-34 0,2 10-14 16,-6 0-70-16,2 2-185 0,-1-1 0 0,-1-1 0 15,0-1 0-15,-2-1 0 0,0-1 0 16,3-4 0-16,-3-5 0 0,2-6 0 0,4-6 0 16,-3-1 0-16,3-2 0 0,-5 0 0 15,3-4 0-15,2-1 0 0,-2 0 0 0,2-7 0 16,2 8 0-16,-2-8 0 0,9 4 0 16,-9-4-129-16,0 0-581 0,18-10-193 15,-6 1 6-15,-1-1 107 0,5-1-830 16,-5 1-1058-16</inkml:trace>
  <inkml:trace contextRef="#ctx0" brushRef="#br0" timeOffset="60156.24">23911 6038 4740 0,'-7'-6'25'0,"1"2"35"0,3 0 39 16,3 4 56-16,0 0 47 0,-21 6 38 16,9 2 12-16,1 8 8 0,-6 7 10 0,2 2 7 15,-1 2-5-15,5 3-4 0,1 2-9 16,5-3-11-16,3-6-20 0,2 0-11 0,0 2-98 16,3-3-119-16,6 1 0 0,-4-3 0 15,6-1 0-15,7 2 0 0,-1-4 0 16,0-7 0-16,4-2 0 0,0-1 0 15,0-5 0-15,-2 0 0 0,3-4 0 0,2-3 0 0,-5-2 0 16,-1-3 0-16,4-9 0 16,-5-3 0-16,0-5 0 0,-5-6 0 0,-7-6 0 0,-5 2 0 15,-1-1 0-15,-10 2 0 16,-3 4 0-16,-15-3 0 0,-5 5 0 0,-9 4 0 16,0 3 0-16,-7 6 0 0,-1 4-134 15,-1 2-519-15,6 6-142 0,3-2-114 0,-5 5 94 16,4 2-846-16,3-3-1099 0</inkml:trace>
  <inkml:trace contextRef="#ctx0" brushRef="#br0" timeOffset="61372.12">20066 5238 4232 0,'-19'-1'-212'0,"2"-1"46"0,5 2 46 0,1-2 40 0,11 2 37 0,-14-2 41 0,14 2 29 0,0 0 18 15,-14-2 6-15,14 2-10 0,0 0 10 0,0 0 4 16,46 6 2-16,1-1 2 0,21 0 5 15,11 2 0-15,30 1-6 0,9 3-8 16,11-3 0-16,8 2-5 0,19 3-4 16,12 0-4-16,53 3 0 0,8-1-9 0,-2-1 1 15,5 0-2-15,-49-6-4 0,44 2-9 16,-54-5-5-16,-1-1 1 0,-5-1-7 16,-8-4 3-16,-9-1-2 0,-12 0-1 0,-15-2 0 15,-12-2 5-15,-31-1-2 0,-7 3 6 16,-7-8 17-16,-5 2 19 0,-5-3 26 0,-6 1 19 15,-9-1 9-15,-3 2 5 0,2-3 2 16,-3 4 2-16,-3 0-1 0,-4 1 3 0,-5 2-5 16,-4 2-10-16,-4 1-8 15,-4 2-12-15,1 1-8 0,-14 1-10 0,24 7-1 16,-16 1 9-16,2 6-14 0,-5 5-6 16,1 15 3-16,-5 5 22 0,2 9 17 0,-6 13 7 15,2 6 6-15,-5 1 21 0,2 4 5 16,1 1 13-16,-1 5-4 0,-1-1 3 0,-2 1-8 15,1-1 8-15,5-5 2 0,-3-1-2 16,0-7-4-16,2-2-12 0,1-17-97 16,-3-4-28-16,4-11 0 0,-2-6 0 0,2-5 0 15,0-4 0-15,-2-1 0 0,4-2 0 16,-2 0 0-16,-2-3 0 0,2-1 0 0,0 1 0 16,0-9 0-16,0 14 0 15,-2-10 0-15,2-4 0 0,0 11 0 0,0-11 0 16,-8 8 0-16,2 0 0 0,-3-4 0 15,2 4 0-15,-7-3 0 0,-1 1 0 0,-4 2 0 16,-4-2 0-16,0 2 0 0,-13-3 0 16,0 1 0-16,-6 0 0 0,-4-3 0 0,-8-3 0 15,-16 2 0-15,-6-2 0 0,0-2 0 16,-7 2 0-16,-2-3 0 0,-6 3 0 0,-3 0 0 16,-24 3 0-16,-2 0 0 0,4 1 0 15,-6-1 0-15,2-1 0 0,-2-2 0 0,0 0 0 16,0 0 0-16,0-2 0 0,6 1 0 15,-3 1 0-15,1-4 0 0,0 1 0 0,-2-2 0 16,3 1 0-16,6 0 0 16,21-2 0-16,-2 6 0 0,-17-5 0 0,23 1 0 0,11 2 0 15,-2-2 0-15,9 3 0 16,3-2 0-16,15 3 0 0,7-2 0 0,0 2 0 16,14 0 0-16,2 0 0 0,6 0 0 15,-1 0 0-15,8 0 0 0,-2 0 0 0,1 2 0 16,5-2 0-16,-1 0 0 0,11 0 0 15,-20 0 0-15,20 0 0 0,-12 0 0 0,12 0 0 16,-12-2 0-16,12 2 0 0,-12-6 0 16,9 4 0-16,-1-5 0 0,0-3 0 15,3-2 0-15,1-5 0 0,0-3 0 16,3-16 0-16,6-12 0 0,7-5 0 0,3-9 0 16,9-17 0-16,5-3 0 0,4-3 0 15,2-6 0-15,3-2 0 0,2-1 0 16,-2 6 0-16,-4 9 0 0,-12 23 0 0,-4 5 0 15,-6 7 0-15,-4 15 0 0,-2 6 0 16,-7 1-63-16,1 8-61 0,-4 1-37 0,-4 5-36 16,1 1-39-16,-7 3-53 0,1 2-63 15,-1-1-74-15,10 3-101 0,-25 5-141 0,12-5-103 16,0 2 85-16,-3-2-569 0,16 0-717 16</inkml:trace>
  <inkml:trace contextRef="#ctx0" brushRef="#br0" timeOffset="63005.39">20623 6697 3568 0,'8'-3'-81'0,"-3"0"38"0,-5 3 48 0,8-6 50 0,-8 6 48 0,3-6 15 0,-3 6 0 0,0 0-2 16,0 0 1-16,0 0 3 0,-28-2 4 15,8 4 2-15,-19 3 8 0,-5 2 1 0,-11-1 0 16,-2-1-8-16,-3 2-4 0,-1 0-7 16,4-2-15-16,10 1-8 0,5-3-5 0,2-1 2 15,8-1 7-15,7-1 9 0,3 0 1 16,6-1-4-16,-2-3-8 0,3 1-10 0,1-2-5 15,2-2-7-15,2 0-10 0,0 0-3 16,5 0-7-16,-3-1-5 0,6 3-5 16,-1-3-8-16,3 8-5 0,-10-8-2 15,10 8-8-15,0 0 4 0,0 0 0 0,-12 16 7 16,9 1 4-16,-5 14 3 0,0 4 5 16,-1 5 3-16,-2 10 6 0,1 2-5 15,-2 0-13-15,1-2 9 0,5-9 6 0,-1 0-8 16,1-3-1-16,0-3-2 0,1-8-2 15,-2-4-3-15,6-2 1 0,-3-4-5 0,2-3-1 16,0-2-1-16,2 0 4 16,-2-3-10-16,2-1 6 0,-1 1 1 0,-1-2-12 0,2-7 3 15,-2 13-6-15,2-7-12 16,0-6 13-16,-2 13-9 0,2-4 10 0,2 0-2 16,0-1-7-16,0-1 1 0,1 3 2 15,5 1 0-15,4 0 0 0,1 0 0 0,4 1 0 16,12 0-2-16,1-3-2 0,8 1-2 15,4-3-10-15,13 3-9 0,8-3-15 0,0 0-11 16,0 1-9-16,-1-3-3 0,-1 4-4 16,0-1 6-16,-2 1 3 0,-1 0 5 0,1 2 5 15,-2 0 7-15,0-1 9 0,4-2-2 16,0 4 15-16,6-6 6 0,-1 2 5 0,6-4 10 16,3 1 5-16,8-3 9 0,1-2 5 15,2 0-9-15,7 0-1 0,20 0-5 16,-21-2 1-16,-1 2 4 0,-1 0-9 15,0 2 5-15,-6-2-4 0,-4 1-3 0,-1 2-3 16,-2-2 2-16,-5 2-2 0,-1-1 2 16,-4 0 4-16,-4 2-5 0,1-2-14 0,-14-2 7 15,17 2 4-15,-3-2 2 0,5-2-3 16,-3-3 1-16,7 2 4 0,-1-2-7 0,5 0 3 16,2 1 2-16,2-1-9 0</inkml:trace>
  <inkml:trace contextRef="#ctx0" brushRef="#br0" timeOffset="66575.05">23147 7699 546 0,'0'0'83'0,"0"0"24"0,0 0 14 0,-11 1 23 0,11-1 5 0,0 0 14 16,0 0 16-16,0 0 14 0,0 0 9 15,0 0 7-15,0 0 7 0,0 0-2 16,-7 3 5-16,7-3 1 0,0 0-6 0,0 0-10 15,0 0-15-15,0 0-13 0,0 0-10 16,0 0-5-16,0 0-8 0,13 12-17 0,-5-12-10 16,5 5-13-16,7-1-14 15,2 1-11-15,4 1-8 0,10 1-7 0,5 0-8 16,3-3-6-16,2 1-4 0,-1 1-8 16,1-3-3-16,-1-1-8 0,0 0 0 0,-4-2-6 15,2 2-1-15,-11-2-2 0,1 0-3 16,4-4-4-16,-4 2-2 0,-6 0 0 0,-1-2-2 15,1 7-3-15,-3-6-1 0,-3 3 1 16,3 0-3-16,-3 0-1 0,-3-3-1 0,2 6 2 16,-6-3-6-16,4 0 2 0,-5 0-1 15,1 0-2-15,-1 0 3 0,-1 0-3 0,1 0 0 16,-2 3 2-16,3 0-4 0,-1-3 0 16,0 2 2-16,0-2-2 0,1 2 2 15,1-2 0-15,1 2-3 0,-3-2 3 16,2 0-2-16,-4 0 0 0,2 1 3 0,-1 0-3 15,-1-1 1-15,-11 0 2 0,20 0 11 16,-20 0 3-16,15-1 1 0,-15 1 4 0,12 0-4 16,-12 0-2-16,9 1-1 0,-9-1-1 15,0 0-4-15,13-1 3 0,-13 1-2 16,0 0-1-16,17 0-1 0,-17 0-1 0,10 0 0 16,-10 0-3-16,0 0 0 0,15 1 1 15,-15-1-2-15,0 0 0 0,13-1-1 0,-13 1-1 16,0 0 0-16,0 0-8 15,14 0-20-15,-14 0-36 0,0 0-88 0,6-3-104 16,-6 3-128-16,1-7-156 0,-1 7-135 16,6-11 70-16,-4 7-479 0,2-5-551 0</inkml:trace>
  <inkml:trace contextRef="#ctx0" brushRef="#br0" timeOffset="67688.13">24149 6568 2787 0,'0'0'-107'0,"-8"2"27"0,8-2 37 0,0 0 37 0,-6 5 35 0,6-5 31 0,0 0 23 15,0 0 32-15,0 0 30 0,0 0 10 16,0 0 8-16,21 3-3 0,0-3 1 16,4 0-7-16,7 0-11 0,18 2-13 0,14-2-10 15,7 4-13-15,0 2-9 0,1-1-13 16,-2 1-8-16,-2 2-10 0,-8-2-4 0,-11-1-7 15,-6 2-4-15,-5-3-8 0,-10-1-5 16,-6-1-1-16,-6 0-2 0,0 0 3 0,-5 2 2 16,0-4 7-16,-1 2 7 15,-10-2 9-15,17 2 3 0,-12-2-3 0,-5 0-4 0,13 1-5 16,-13-1-5-16,9 1-12 16,-9-1-3-16,9 8 0 0,-6-3 8 0,-3 7 6 15,0 2-1-15,-3 8-2 0,-3 12 9 16,3 4 8-16,-3 5 9 0,1 11 6 0,-6 2-3 15,2 0-1-15,0 1-3 0,0 0-1 16,-1-2-1-16,-1-3 12 0,-1 0 13 0,2-13-3 16,5 0 13-16,-4-1 2 0,0-5 3 15,4-7 5-15,-1-5-6 0,2-4-3 16,3-5 1-16,-1 0-2 0,0-3-9 0,-2 1-5 16,1-2-5-16,3 1-8 0,0-9-4 15,-1 11-10-15,-1-4-7 0,2-7-3 16,0 11-7-16,0-11-10 0,0 12-36 0,0-12 0 15,0 10 0-15,0-10 0 0,2 10 0 16,-1-5 0-16,-1-5 0 0,5 10 0 16,-5-10 0-16,4 9 0 0,-1-4 0 0,-3-5 0 15,6 9 0-15,-6-9 0 0,5 8 0 16,-5-8 0-16,2 5 0 0,-2-5 0 0,7 11 0 16,-7-6 0-16,0-5 0 0,2 15 0 15,-7-6 0-15,3 0 0 0,-2 1 0 0,1 1 0 16,-1 1 0-16,0-2 0 0,1-3 0 15,-3 5 0-15,2-4 0 0,-2 1 0 16,2-3 0-16,-1 0 0 0,-3-1 0 16,-5-2 0-16,-6-3 0 0,-10-3 0 0,-15-4 0 15,-15-3 0-15,-4-7 0 0,-3 1 0 16,-1 0 0-16,2 2 0 0,4-1 0 0,4 5 0 16,15 0 0-16,4 4 0 0,9 0 0 15,9 2 0-15,0 1 0 0,9 2 0 0,-3-2-217 16,11 2-440-16,3 1-235 0,-2-7 10 15,2 7 109-15,0 0-849 0,0 0-1062 0</inkml:trace>
  <inkml:trace contextRef="#ctx0" brushRef="#br0" timeOffset="68241.2">21574 6673 4420 0,'4'-8'-47'0,"-1"1"58"0,-3 7 44 0,4-12 46 0,0 6 42 15,-4 6 23-15,4-8 2 0,-4 8-11 0,0 0-15 16,0 0 39-16,0 0 30 0,1 43 8 16,-4-7-14-16,-3 9 6 0,2 13-15 0,4 3-8 15,-1 8-10-15,1 1-18 0,1 1-14 16,3-3-14-16,4 0-13 0,2-4-11 0,-3-2-10 15,2-6-14-15,-3-15-24 16,0-3-28-16,2-3-34 0,-5-11-37 0,-1-4-54 0,2-4-45 16,0-3-47-16,-1 0-48 0,-3-2-68 15,7-5-104-15,-5-1-125 0,3-3-162 0,4-1-71 16,-9-1 89-16,25 0-615 0,-12-1-747 16</inkml:trace>
  <inkml:trace contextRef="#ctx0" brushRef="#br0" timeOffset="68505.36">23400 6902 3975 0,'-2'-18'209'0,"0"4"2"0,0 5-2 15,0 3-7-15,2 6 39 0,-10 2 31 16,10-2 6-16,-20 23-15 0,2 10-25 15,-1 14-20-15,0 6-37 0,4 4-16 0,0 2-15 16,3 2-17-16,-1 3-32 0,0-2-47 16,-3-1-60-16,0-3-57 0,-4-3-59 15,-1 0-57-15,-8-8-59 0,-3 0-66 0,-4-5-53 16,-6-3-63-16,2-7-81 0,-6-5-155 16,-2-6-3-16,-3-7 72 0,-4-7-436 15,7-4-498-15</inkml:trace>
  <inkml:trace contextRef="#ctx0" brushRef="#br0" timeOffset="69005.42">20733 6949 3097 0,'-11'9'122'0,"-6"3"27"16,-10 7 6-16,-4 1 15 0,3 2 17 0,-8 3 15 15,5-4 1-15,5-1-15 16,-1-2-18-16,0 1-15 0,1-1-17 0,9-5-15 0,4-3-11 16,-1 1-18-16,3-2-25 15,0-4-21-15,4-1-24 0,2-1-23 0,5-3-45 0,0 0-50 16,0 0-63-16,-13-12-26 0,13-1-24 16,3-4 5-16,1-7 17 0,3-7 23 0,3-1 21 15,0 3 20-15,-5 7 31 16,3 3 49-16,-3 5 31 0,1-1 17 0,-3 7 16 15,-2 2 10-15,3 3 34 0,-4 3 23 16,0 0 12-16,0 0 0 0,22 11-1 0,-12 1-2 16,5 11-2-16,8 2-8 0,2 8-9 15,9 0-8-15,4-3-28 0,9 4-51 0,1-5-100 16,4-1-120-16,4-4-169 0,-3-1-216 16,8-11 28-16,-2 3 81 0,2-3-293 15,2-5-284-15</inkml:trace>
  <inkml:trace contextRef="#ctx0" brushRef="#br0" timeOffset="69421.25">22664 7070 2650 0,'-4'-8'315'0,"-2"2"-3"15,1 0-3-15,-5 3 5 0,3 1 3 0,7 2-2 16,-23 0-25-16,3 4-13 0,2 3-37 16,-11 5-22-16,1 3-24 0,-3-1-20 0,4-1-15 15,-1 1-16-15,-3 3-16 16,3 3-37-16,-5-3-30 0,3 0-38 0,-4 1-45 0,-9 3-50 16,9-5-43-16,-2-1-51 15,-2-2-49-15,4-4-21 0,5-4 14 0,10-5 18 16,8-3 23-16,1-4 16 0,6-3 20 15,6-6 28-15,8-13 38 0,6-2 50 0,4 0 40 16,0 7 25-16,5 3 15 0,-2 4 14 16,-1 2 10-16,-4 10 8 0,0 3 10 0,1 4 4 15,1 6 2-15,11 9-3 0,-3 4-11 16,7 9-4-16,-3 1-9 0,0 6-8 0,3-1-19 16,-4 0-47-16,-1 0-62 0,-8-9-81 15,3 10-98-15,-1-12-92 0,-3 0-121 0,-1-3-180 16,1-5 26-16,1-7 80 15,-6-1-337-15,4-5-352 0</inkml:trace>
  <inkml:trace contextRef="#ctx0" brushRef="#br0" timeOffset="69986.77">24105 6960 2735 0,'3'-7'210'0,"-3"3"11"0,0 4 25 0,0 0 31 0,-27 11 22 0,1 4 14 0,-7 6 17 0,-8 6-8 0,1 4-27 16,-1 3-9-16,3-2-31 15,2 1-34-15,2 0-15 0,4-2-19 0,-3-2-19 16,8-5-24-16,4-2-36 0,1-1-43 15,2-6-45-15,4-3-44 0,3-2-29 0,2 0-19 16,-1-6-29-16,4-2-41 0,-3-2-32 16,9 0-30-16,-13-14-22 0,7 1 10 0,4-10 24 15,2-2 25-15,4-16 39 0,6-7 33 16,3-1 22-16,1 6 38 0,-1 10 44 0,-2 5 47 16,-1 7 26-16,-5 6 18 0,1 4 36 15,1 5 41-15,2 2 29 0,-9 4 13 0,16 7 1 16,-4 3-10-16,1 6-16 15,7 11-17-15,-4 0-18 0,7 11-13 0,-1-6-15 16,4 5-34-16,0-2-65 0,-1 2-89 16,-2-10-96-16,-1-1-89 0,-4-4-110 0,-2-5-100 15,-5-3-109-15,3-4-204 0,-3-3 55 16,-4-2 89-16,0-1-550 0,-7-4-638 0</inkml:trace>
  <inkml:trace contextRef="#ctx0" brushRef="#br0" timeOffset="72153.28">15555 3448 3091 0,'0'0'-128'0,"0"0"10"0,0-6 15 0,0 6 11 0,0 0 7 0,0 0 7 0,0 0 9 16,0 0 9-16,0 0 11 0,18-10 10 0,-18 10 12 15,19 4 9-15,0-2 7 16,4 2 14-16,13 0 11 0,8 3 9 0,13-1 7 15,4 2 2-15,10 0 4 0,2-2 6 16,15 1 3-16,31-1 2 0,6 2-3 16,13 0-3-16,11-1-4 0,1 3-1 0,6-2-4 15,4 3-2-15,2 2-1 0,2 3 0 16,0-2-3-16,-4 3-4 0,-3-2 1 0,-10 1 0 16,-3-1 1-16,-9-1 11 0,-2-2 1 15,-7-3 8-15,3-1 10 0,-4-3 5 0,-3 0 11 16,0-1-4-16,2-3 2 15,-6 2-1-15,-1-3 0 0,5 3-7 0,-2-2 0 16,1 6-4-16,2-1-11 0,-1 0-16 16,-2 4 13-16,-7 0-15 0,4 2 2 15,-7 3 3-15,-2-4 1 0,-6 1 3 0,-21-1-6 16,2-1-7-16,-1-2-2 0,22 6 5 16,-1-3-16-16,0 4 7 0,-2-3-3 0,-19-2-6 15,23 2 5-15,2 4 17 0,-1-3-4 16,-1 2-2-16,2 2 0 0,2 1-2 15,-1 1-3-15,1-1-9 0,-2 2-8 0,-6 2 4 16,-1 0-8-16,-5-1-10 0,-20-6 17 16,1 2-5-16,-5-1-1 0,-1 1 1 0,2-3-4 15,0 1 4-15,-4 1 3 16,6-5-9-16,1 3 5 0,2 0 1 0,19 5 3 0,-16-4-2 16,19 3-1-16,0 1 2 15,-3 1 1-15,-3 1 0 0,-17-4-3 0,-3 1 5 16,-1 1-6-16,-4-1-3 0,1 2 10 15,-2-1-6-15,-1-1 1 0,1 3-2 16,0 0 4-16,-2 0 0 0,3-2-1 0,1-1-5 16,1 3 9-16,20 4-6 0,1 0-3 15,0 0 12-15,1-3-21 0,-1 3-4 0,5 0-11 16,0-2-13-16,-1-3-10 16,-4 1 3-16,-17-4-4 0,5-1-2 0,16 3 8 0,0 1 6 15,-4 1 4-15,-16-6 5 16,1-1 3-16,3 3 0 0,16 5 4 0,-18-7 3 15,19 4 5-15,-4 3-2 0,-20-5 6 16,-6-5-6-16,3 5 5 0,-5-5 4 16,-5 1-1-16,-3 1 11 0,-4-3 4 0,-13-1 19 15,-2 0 8-15,-4-2 17 0,-9-2 9 16,-1-1 9-16,-6-1 20 0,-2 2 16 0,3-4 12 16,-5 2 12-16,2 0 7 0,-4 0 7 15,3-1 1-15,-3-1-4 0,2-2-4 0,-1 4 0 16,-1-2 3-16,2 0-7 0,-13-2-1 15,16 4-1-15,-9-4-1 0,-7 0 2 16,14 3-12-16,-14-3-3 0,11 1 0 16,-11-1 5-16,0 0-9 0,0 0 8 15,16 2-8-15,-16-2-9 0,0 0-11 0,0 0-8 16,0 0-13-16,0 0-40 0,0 0-73 16,9-8-73-16,-9 8-91 0,-1-12-125 0,-5 5-144 15,-4-5-229-15,-5-2-66 0,-10-5 92 16,-2 3-599-16,-3-3-738 0</inkml:trace>
  <inkml:trace contextRef="#ctx0" brushRef="#br0" timeOffset="73269.35">27174 5473 3741 0,'6'-6'26'0,"-6"6"22"0,7-6 15 0,-7 6 17 0,1-8 12 0,-1 8 5 0,0 0 32 0,0 0 27 16,0 0 12-16,8 31-2 0,-10-13 0 0,4 9 1 15,-4 11-7-15,0 0-11 0,-2 3-8 16,4-2-13-16,-3 0-10 0,0 2-26 15,1-6-2-15,-2 2-13 0,2-8-1 0,1-7-14 16,-1 0-2-16,0-3-9 0,0-2 0 16,0-2-6-16,0-2-4 0,2-1-6 0,0-3-6 15,-1-1-25-15,1-8-30 16,-2 12-32-16,2-6-47 0,0-6-83 0,0 0-117 0,0 0-131 16,0 0-172-16,0 0-117 15,0 0 80-15,0 0-516 0,9-18-626 0</inkml:trace>
  <inkml:trace contextRef="#ctx0" brushRef="#br0" timeOffset="73753.09">27583 5697 3182 0,'-9'-12'122'0,"4"5"31"0,1-5 28 15,2 4 25-15,1 1 23 0,1 7 2 16,0-12-10-16,3 5-17 0,3 2-20 0,4 0-22 16,1 1-15-16,4 2-13 0,1 2-17 15,-4 0-8-15,10 1-14 0,-3 0-12 0,0 5-7 16,-4-1-14-16,0 0 0 0,1 0-8 16,-5 2-7-16,-4 0 0 0,2 1-7 0,-6 1 0 15,1-1-9-15,-4 1 3 0,-2-1-9 16,0 4 1-16,0-2 0 0,-1-1-6 0,1 3-1 15,-5-4-3-15,6-1 2 0,-1 1 1 16,0 1 3-16,0-2 6 0,2-7 4 16,-4 15 5-16,6-8 15 0,-2 2 14 15,2-1-12-15,0 1 6 0,0 3 1 16,0 0 11-16,-1 3 1 0,6 2-7 0,-2 4-3 16,-1-1-10-16,2 1 10 0,-5-4-12 15,1 1-9-15,2-1 7 0,-4 1 17 0,-4-1 14 16,2-1 14-16,-1-3 7 15,-3 1-1-15,-1-2-1 0,-3-1-6 0,0-1-11 0,-1-2-7 16,-1-2-40-16,-1-1-35 0,1-2 0 16,3 0 0-16,9-3 0 0,-21-3 0 0,12-2-100 15,1-2-152-15,3-3-95 16,-2-2-111-16,5 0-108 0,2-3-121 0,2 1-128 0,5-1 72 16,-2 1-693-16,6-1-887 15</inkml:trace>
  <inkml:trace contextRef="#ctx0" brushRef="#br0" timeOffset="74104">28035 5666 4184 0,'-7'-13'13'0,"2"3"50"0,1 3 41 0,-2 0 34 0,6 7 19 0,-3-9 4 0,3 9-10 15,-4-6-9-15,4 6-11 0,0 0-11 16,0-9-9-16,0 9-6 0,0 0-6 15,13-3-4-15,-13 3-6 0,27 1-9 16,-8 1-5-16,0 0-9 0,-2 1-6 16,2 3-2-16,-4 0 3 0,0 1 14 0,-1 7 27 15,-5 1 26-15,-1 2 20 0,-7 3 8 16,1 2 6-16,-4 2-15 0,-1 10-8 0,-5 2-6 16,1-2-14-16,1 0-10 0,-2 4-10 15,2-4-9-15,3 3-11 0,-3-4-6 0,3-4-6 16,-1-4-17-16,2-4-31 0,-3 3-39 15,2-7-56-15,-1-2-49 0,0 0-65 0,2-1-52 16,1-4-54-16,-3 2-82 16,-2-3-94-16,5-4-112 0,-4-2-191 0,5-3 31 15,0 0 79-15,0 0-556 0,0 0-685 16</inkml:trace>
  <inkml:trace contextRef="#ctx0" brushRef="#br0" timeOffset="74854.47">29231 5748 3276 0,'-2'-14'-32'0,"2"1"57"0,0 1 53 0,0 2 62 0,-2 0 41 0,2 1 42 0,0 1 36 15,0 8 28-15,0-14 19 0,2 7-2 0,-2 7-16 16,-2-8-34-16,2 8-27 0,0 0-23 16,0 0 25-16,0 0-6 0,0 0-18 0,-5 37-11 15,-4-6-2-15,6 6-11 0,-3-1-18 16,1 3-25-16,-3 0-13 0,5-1-12 0,-2 1-10 16,-1 0-3-16,3-8-16 15,1-4-8-15,-2-4-31 0,0-5-45 0,3-3 0 16,-1-1 0-16,0-2 0 0,-3-2 0 15,3 0 0-15,2-3 0 0,-1 2 0 16,1-9-36-16,-2 8-202 0,2-8-90 0,0 0-99 16,0 0-92-16,0 0-115 0,0 0-208 15,0 0 70-15,17-22 96 0,-11 13-589 16,-1 1-725-16</inkml:trace>
  <inkml:trace contextRef="#ctx0" brushRef="#br0" timeOffset="75269.28">29525 5703 3624 0,'0'-11'82'0,"0"3"32"16,-2 2 27-16,2 6 19 0,0-10 5 0,0 10 12 16,0 0 14-16,0 0 3 0,0 0-5 15,-20 23-16-15,15-11-8 0,-1 3-10 0,0 5-12 16,0-3-12-16,3 5-10 0,1-3-13 15,0 1-5-15,2-1-9 0,2-2 13 16,2 2-48-16,-3-4-2 0,3-1 8 16,0-2 13-16,0-2 5 0,4-3 1 0,1 0-10 15,0-4-6-15,3-3-10 0,-12 0-4 16,31-5 10-16,-11-2-20 0,-1 0-7 16,10-8 11-16,0 1-18 0,-8 4-2 0,-4 3-3 15,-3 0-10-15,-3 2-1 0,-2 2-9 16,-3-2-3-16,-6 5 0 0,0 0 18 0,17 8 6 15,-15 1 3-15,0 3-3 16,-2 0-6-16,-2 7 6 0,0-2-1 0,0 7-5 0,-2-1 0 16,3 2-6-16,-1-4 4 0,0 3-19 15,0-5-32-15,2-7-52 0,0 3-63 16,0-1-59-16,0-2-59 0,2-4-70 16,2 1-91-16,1-6-81 0,2 0-111 0,5-1-111 15,1-2 54-15,7-5-528 0,10-7-667 16</inkml:trace>
  <inkml:trace contextRef="#ctx0" brushRef="#br0" timeOffset="75586.12">30399 5718 3152 0,'4'-14'-36'0,"-2"2"55"15,-4 2 34-15,-1 3 31 0,0 0 28 16,-5 0 16-16,1 2 11 0,-5 2 1 16,-1-1-4-16,-4 4-2 0,-2 2-3 15,-6 1-4-15,-5 9 2 0,-1 0 0 0,3 2-8 16,1 5-3-16,5 2 17 0,11-3 1 15,8 3 2-15,1-2 6 0,7 14 3 16,9-2 6-16,7 8 1 0,4 2-3 0,-1-1 0 16,1-3-2-16,-8-7 12 0,-1-1 8 15,-3-3 17-15,-3-1 11 0,-5-6 4 0,-1-2 6 16,-4-3 2-16,-4 1-5 0,-1-1 1 16,-5 0-27-16,-3-3-178 0,-7 1 0 0,2 0 0 15,-3-6 0-15,-2 0 0 0,-2-1 0 16,0-1 0-16,-3-2 0 0,1-2 0 0,-14-4 0 15,7-1 0-15,-4-3-480 16,2-6-138-16,2-3-193 0,-8-5-72 0,8 6 97 16,-2 1-783-16,-11-2-1011 0</inkml:trace>
  <inkml:trace contextRef="#ctx0" brushRef="#br0" timeOffset="76719.42">26692 5444 3991 0,'-15'-8'-237'0,"0"-2"43"0,4 5 39 0,1-2 49 0,4 2 49 15,-1 3 29-15,7 2 15 16,-12-8 4-16,12 8 3 0,-1-4 12 0,1 4 7 15,0 0 13-15,28-10 15 0,12 5 1 16,12 3 5-16,22 2-2 0,12 0-14 0,32 0 0 16,13 0 0-16,16 4 1 0,15 1-5 15,8 3-5-15,12-6-10 0,66-2 0 0,0 4-14 16,4 2-11-16,-8-4-4 0,-7 2-10 16,-58-1 1-16,-7 1 5 0,-10-3 0 15,-15 2 4-15,-11-3-3 0,-14 0 15 0,-31 0 15 16,-5-4 12-16,-7 0 14 0,0-1 16 15,-9 3 20-15,-2-3 1 0,-3 0 17 0,-4-2 11 16,-4 2 1-16,-9 0 4 16,-2-2 3-16,2 2-6 0,-3 1-4 0,-1-1-9 15,0-2-4-15,-4 1-2 0,-9 3 1 16,-4-1-5-16,-7 2-7 0,-2 0-9 0,-4 2-6 16,2-1-7-16,-5-1-6 0,1 2 3 15,-12 0-11-15,20 0-3 0,-9 2 1 0,0-2-2 16,-2 5 1-16,1 0 7 0,-1 5 17 15,-1 9 12-15,-5 3 8 0,-3 19 13 0,-3 13 26 16,-6 6 7-16,-5 5 10 0,-5 22 11 16,2 3 4-16,-2 5-7 0,3 5-15 15,4-4-8-15,-2 0-13 0,4-18-10 16,-2-3-10-16,3-1-7 0,2-6-10 0,-2-5 3 16,-3-6-14-16,2-7 0 0,1-14-9 15,-1-4 17-15,4-8 13 0,1-5 4 16,1-5 12-16,0-2 13 0,1-2 10 0,-2-1-1 15,1-3-7-15,-1 0-110 0,5-6 0 16,-17 3 0-16,3-5 0 0,-11 1 0 0,-1-3 0 16,-18-3 0-16,-15-1 0 0,-9-2 0 15,-9-3 0-15,-31 0 0 0,-7-3 0 16,1 1 0-16,-14 0 0 0,1-2 0 0,-7 0 0 16,-1 0 0-16,-4 1 0 0,-2 1 0 0,0-1 0 15,-1 0 0-15,0 5 0 16,1-5 0-16,-4 5 0 0,0-1 0 0,-3 4 0 15,1 1 0-15,4 1-33 0,-8 2-10 16,8 0 7-16,-1-1 0 0,4 2 6 0,3-2 4 16,6 1 4-16,10 1 2 0,32 1 2 15,6 0-1-15,10 1 5 0,8 1 1 16,15 1 1-16,7-1 5 0,3 2-1 0,10-2-4 16,5 2 4-16,3 0-1 0,6-1 2 15,-4 1-1-15,3 1 4 0,4-1-1 0,-1-2 1 16,1 2 3-16,0 0 8 15,13-2 7-15,-21 0 19 0,21 0 5 0,-18-2 3 0,18 2-5 16,-11-7-2-16,8-2-4 16,-1-1-4-16,4-4 2 0,0-6-8 0,2-3-6 15,5-14 2-15,0-14-6 0,7-4 11 16,1-2-4-16,3-3-7 0,-2-1-10 0,13-23 0 16,1 1-8-16,3-4-31 0,1 4-33 15,1 7-22-15,-13 18-6 0,-1 9 1 0,-3 6-8 16,-5 12-14-16,-6 7-37 0,2 9-46 15,-4 3-72-15,-3 2-73 0,-2 6-51 0,0 4-58 16,0 0-110-16,0 0-191 16,0 0 69-16,0 0 81 0,13 18-439 0,1-10-520 15</inkml:trace>
  <inkml:trace contextRef="#ctx0" brushRef="#br0" timeOffset="77238.47">28600 5581 2990 0,'0'-14'-57'0,"-2"1"35"0,2 1 36 0,0-1 44 0,0 3 39 0,2 2 45 0,-2-3 21 0,0 5 15 0,2-4 1 0,-2 10-11 15,0-11-21-15,0 11-16 16,0 0-18-16,0 0 17 0,0 0 31 0,-15 23 1 16,5 10-5-16,-5 16-5 0,-4 4-2 15,0 5-9-15,2 3-4 0,0 5-27 0,-1 3-5 16,6-1-4-16,0 3-14 0,0-4-11 15,7-1-9-15,-3-3-2 0,0-5-11 0,3-2-15 16,3-13-21-16,0-4-27 0,0-1-44 16,2-9-61-16,-2-7-76 0,4-1-102 0,0-4-93 15,0 1-127-15,1-5-176 0,3-3 46 16,0-2 81-16,0-1-380 0,0-2-421 16</inkml:trace>
  <inkml:trace contextRef="#ctx0" brushRef="#br0" timeOffset="79001.92">26572 6536 2680 0,'8'0'65'0,"-8"0"24"0,0 0 34 0,0 0 31 0,12-5 25 15,-12 5 14-15,0 0-1 0,0 0-3 16,0 0-7-16,0 0-8 0,-60 0-12 0,34 1 0 16,-5 1-7-16,-10 0-9 0,-6-1-7 15,2 1-13-15,-1 0-14 0,2-4-7 0,0 2-12 16,4-3-11-16,10 1-6 0,1-1-6 16,6 0-9-16,7-1-2 0,-2 0-7 0,1 1-8 15,2-2 1-15,4 0-8 16,0 1-1-16,0-1-4 0,4 2-3 0,7 3-3 0,-14-5-3 15,14 5-7-15,-9-5-1 0,9 5-9 16,0 0 1-16,0 0-1 0,-20 10 1 16,17 2 0-16,-1 3 4 0,-2 8-2 15,-3 10-2-15,4 2-3 0,-5 1 4 16,-2 2-5-16,-1 8 2 0,3-7 3 0,-6 6-1 16,2-9 2-16,-7 7-4 0,6-10 2 15,1-8 5-15,3-2 7 0,4-6 4 0,-1-5-2 16,2 0 2-16,-2-2-1 0,5-1 4 15,1-3 12-15,-2 0-4 0,0 2-3 0,3-1-7 16,1-7 0-16,-2 10-1 16,2-10-1-16,0 11-2 0,0-11 0 0,3 12-2 0,3-6-3 15,3 1-6-15,5 0 0 16,1 0-15-16,6 1-7 0,11-1-16 0,4-1-12 16,9 1-18-16,2-2-6 0,1 1-2 15,15 2 5-15,3-1 4 0,4 3 7 0,3 0 4 16,1-1 4-16,7 1 4 0,-4 2 8 15,6-1-1-15,-1-1 4 0,-1 3 3 0,-1-2 2 16,4 0 1-16,17 1-3 0,0 2-15 16,-17-5-17-16,0-1-4 0,0 1-2 15,-1-1-3-15,1-1-3 0,0 1 2 0,0-2 0 16,-4 2 8-16,0-4-1 16,-3-1 8-16,-3 2 9 0,0-1-12 0,-3-1-1 0,1-1 4 15,1 0 5-15,-5-2 2 16,1-2 2-16,-5 2 2 0,5-4 5 0,-2 3 3 15,2-4 4-15,1 3-2 0,1-2 0 16,1 2-5-16,-2-1 4 0,3 0 8 0,1 3-4 16,3 3 6-16,2-3-3 0,2 4 6 15,1 1 3-15,3 1 2 0,-1 2-2 0,23 2-2 16,-4 3 5-16,-21-4-14 0,2 2-9 16,-3-2-10-16,1 0-16 0,2 2 4 0,-4-2-8 15,0-3 8-15,-1 0 7 0,-7 0 5 16,-4-2 6-16,-3-4-4 0,-12 2 9 0,12-2 12 15,-11-2 13-15,-3 2 12 16,2-2-1-16,1 2 2 0,-3-3 12 0,-4-2-4 16,2 5 1-16,-6-2 1 0,-2 0 0 15,-9-2 6-15,-3 3-1 0,-4-2-1 0,0 0-5 16,-3 3 1-16,4-2 3 0,-1 2-3 16,4-2-3-16,-2 0 2 0,0 0-1 15,-2 0-9-15,4 2 2 0,0 0 5 0,-1 0-7 16,3-1 5-16,-2 2-7 0,-3-1 4 15,-3 0 11-15,-3-1 4 0,-5 1 8 0,-1 0 9 16,-2 0 2-16,-1 0 12 0,-11 0 7 16,18-3-2-16,-18 3 1 0,13 0 6 0,-13 0 1 15,8-3 5-15,-8 3 3 16,8-5 8-16,-8 5 9 0,0 0 7 0,3-8 4 0,-3 8 0 16,0-9-3-16,0 2-10 15,0-2-2-15,0-4-1 0,0-1-5 0,0-5-6 16,0-3-9-16,0-5 3 0,0-13-12 15,4-1-5-15,0 0-8 0,3-1-4 0,1-9-2 16,5 3-3-16,-3 11-5 0,-2 4-4 16,-4 8-2-16,-1 4-2 0,-3 4-3 0,0 3-5 15,-1 2-3-15,-1-1 1 0,-2 5-5 16,-3 0-1-16,2 1 1 0,-1 1 0 0,-5 2 0 16,1 0 0-16,-1 0 0 15,-2 1 1-15,-4 2 2 0,-8-3-3 0,-2 2 3 16,-13-1 6-16,-1 1 7 0,-9-3 4 15,-11 2-2-15,-2-3 0 0,-5 1-3 0,-6-2-2 16,-1-1 2-16,2-1 8 0,3 1-15 0,7 3-3 16,13-1 0-16,1 3-20 0,17 1-47 15,3 2-52-15,2 0-62 0,-2 2-83 16,5 1-91-16,-1 3-98 0,4-5-178 0,2 3-68 16,-1-1 75-16,0-1-441 0,3 0-528 15</inkml:trace>
  <inkml:trace contextRef="#ctx0" brushRef="#br0" timeOffset="79567.59">27637 6572 2781 0,'-2'-13'6'0,"2"3"52"0,-1-2 41 0,-1 6 49 0,2 6 29 0,-2-11 14 0,2 11 3 0,-2-6-20 0,2 6-4 0,0 0 32 0,0 0 19 0,-15 27-7 16,9-5 1-16,-3 14-10 0,-1 1 3 15,-4 12-20-15,9-6 12 0,-1 10-26 16,3-10-18-16,-1 1-11 0,-2 15-8 0,2-2-15 16,0-13-18-16,2-1-30 0,0-2-33 15,1-4-34-15,-1 0-42 0,0-8-49 0,2-5-51 16,-2-5-56-16,2-3-65 0,-2-1-63 15,4-5-56-15,0-1-82 0,3-3-138 0,7-2-54 16,1-2 73-16,9-2-424 16,14-7-475-16</inkml:trace>
  <inkml:trace contextRef="#ctx0" brushRef="#br0" timeOffset="79835.61">29563 6740 2788 0,'9'-17'216'0,"-5"5"22"0,-4 0-20 0,0 4-24 15,0 2-20-15,0 6-16 0,0 0-6 16,0 0 1-16,-19 23-14 0,7 4-7 16,-1 5-12-16,-4 13-11 0,0 4-10 15,1 1-10-15,1 6-5 0,2-2-12 0,-2-1-6 16,3 2-23-16,-1-2-40 0,2-3-50 15,-1-3-51-15,3-6-45 0,-3-5-50 0,-1-3-36 16,-4-5-40-16,-2-5-58 0,-3-5-86 16,2-5-138-16,-3-6 15 0,-4-4-294 15,-5-3-317-15</inkml:trace>
  <inkml:trace contextRef="#ctx0" brushRef="#br0" timeOffset="80334.81">26712 6774 2571 0,'0'0'156'0,"3"-3"19"15,-3 3 2-15,0 0 11 0,0 0 13 16,0 0 4-16,-34 15-6 0,18-8-13 16,-2 2-17-16,-9 4-14 0,8 0-17 0,0-5-15 15,-8 5-12-15,8 1-11 0,2-3-16 16,2 1-26-16,-2 0-31 0,1-1-39 0,2 1-37 15,-2 0-36-15,1-5-39 0,1-1-17 16,5-3-20-16,-1-2-9 0,10-1-7 0,-11-6 8 16,9-2 20-16,4-3 20 0,1-5 22 15,8-3 27-15,3-6 31 0,6 1 29 16,-2 3 29-16,-2 8 23 0,-5 3 9 0,3 1 17 16,-3 6 11-16,-2 1 22 0,3 5 10 15,5 4 4-15,0 2-6 0,10 6-5 16,2 5-13-16,7 10-7 0,6 1-16 15,2 4 1-15,-1-1-46 0,5 2-69 0,-1 3-85 16,7-4-87-16,-6-6-118 0,5-1-170 16,4-7-22-16,-3-7 58 0,-11-5-228 0,5-5-200 15</inkml:trace>
  <inkml:trace contextRef="#ctx0" brushRef="#br0" timeOffset="80734.37">28896 6779 2441 0,'0'0'209'16,"-33"12"-17"-16,18-8-14 0,-4 1-4 0,-2 2 0 16,0 1 5-16,-8 5-11 0,2 0-17 15,1 3-14-15,1-1-12 0,6 1-21 0,2-6-6 16,2 3-18-16,0 1-22 15,-5-3-32-15,-5 6-37 0,-3-2-49 0,-3-4-56 16,6-3-35-16,1-4-34 0,5-4-25 16,-2-4-13-16,0-4-3 0,2-1 5 0,-2-8 28 15,10-2 37-15,7-2 41 0,4 0 44 16,6-12 42-16,3 0 43 0,5 6 41 16,-3 5 33-16,0 7 34 0,3 2 20 0,-3 4 13 15,1 7 20-15,-3 1 18 0,-9 1 3 16,32 13-4-16,-9 4-9 0,4 4-14 0,2 1-18 15,3 11-15-15,2 2-10 0,2 4-16 16,0-2-16-16,0 1-48 0,5 1-55 0,-3-4-78 16,0-1-102-16,0-2-108 15,-1-5-136-15,-5-8-180 0,2-5 56 0,0-3-358 16,-1-4-395-16</inkml:trace>
  <inkml:trace contextRef="#ctx0" brushRef="#br0" timeOffset="81185.23">30753 6948 2860 0,'0'-8'196'0,"0"8"3"0,-16-4 13 0,16 4 18 0,-31 4 14 0,1 9 10 0,-7 2-1 0,-7 6-14 0,0 3-19 0,3 5-17 16,-3-3-20-16,2 3-16 0,-2 0-16 16,0-2-21-16,2-2-8 0,3 1-20 0,-4-1-41 15,3-5-39-15,-1 3-49 0,7-8-38 16,7 0-33-16,2-9-28 0,4-1-21 15,3-4-19-15,3-4-16 0,2-4 1 0,3-3 13 16,6-6 17-16,4-2 28 16,13-15 42-16,7-12 37 0,8 1 24 0,12 3 39 15,3 5 34-15,-2 7 34 0,-7 11 31 16,-1 6 13-16,-6 4 7 0,-6 6 7 0,-2 4 7 16,0 6 4-16,0 1-16 0,2 13-13 15,1 4-13-15,2 10-21 0,1 1-61 0,0 2-87 16,-3 1-115-16,1 5-154 0,2-2-207 15,0 0-203-15,-2 0 81 0,-3-4 62 16,-2-8-401-16,-7-2-468 0</inkml:trace>
  <inkml:trace contextRef="#ctx0" brushRef="#br0" timeOffset="85418.19">11950 3614 1278 0,'-12'-2'113'0,"3"-3"-26"0,4 4-2 0,5 1-17 0,-12-5 2 0,12 5 1 0,-10-2 2 16,10 2-5-16,0 0 6 0,-7-4 0 15,7 4-9-15,0 0-2 0,0 0-3 0,0 0 11 16,0 0 6-16,0 0-2 0,7 21 0 16,4-7 2-16,13 6-8 0,2 2 0 15,16 9-11-15,4 0-3 0,8 2 4 0,18 6-10 16,-2 1-8-16,7-2-2 0,-16-9-15 16,0-4-23-16,-6-3-17 0,0-1-17 0,-7-6-16 15,-12-2-12-15,-6 1-23 16,-7-7-49-16,-5-3-65 0,-7 4-76 0,-4-4-122 15,2 0-231-15,-8 3-126 0</inkml:trace>
  <inkml:trace contextRef="#ctx0" brushRef="#br0" timeOffset="92519.18">1829 1407 1934 0,'0'0'92'0,"-10"-10"5"0,10 10 8 0,-19 4 11 0,19-4 13 0,-40 8 14 16,10 2 16-16,-4 2 1 0,1 5 2 0,-1-1-10 15,4 0-21-15,-1 2-4 0,4 3-16 16,4-2-10-16,2-1-14 0,6 0-9 0,6-3-8 16,4 1-5-16,5-3-8 0,2 1-2 15,8 0-10-15,3 1-1 16,10 4-10-16,1 0 3 0,2 1 1 0,0-5-13 16,-1 3 3-16,2-1 3 0,-2 1-9 15,-8-5 0-15,-4-1-5 0,0 2 2 0,-3-5 3 16,-4 4 33-16,1-4 35 0,-5 1 30 15,-2 0 19-15,0-10 17 0,-3 19 2 16,-3-9-1-16,0-1-4 0,-2 2-10 0,1-5-16 16,-1 1-9-16,1 0-21 0,-1 0-2 15,8-7-20-15,-11 6-46 0,5-4-65 16,6-2-75-16,0 0-96 0,-18-12-74 0,15 5-80 16,3-3-96-16,2-2-137 0,1-2-116 15,4 1 82-15,2-3-339 0,2 1-444 16</inkml:trace>
  <inkml:trace contextRef="#ctx0" brushRef="#br0" timeOffset="92699.16">1936 1775 2572 0,'5'5'64'0,"-5"-5"39"0,0 0 4 0,0 0 1 16,0 0 18-16,24-15 0 0,-13 10-12 15,3-4-6-15,2-4-17 0,5 3-27 16,-4 1-36-16,8-5-57 0,-2 4-74 0,-4 3-76 15,-4 1-102-15,1 0-166 0,-3 3-93 16,-2 1 52-16,1 1-37 0,-12 1-30 16</inkml:trace>
  <inkml:trace contextRef="#ctx0" brushRef="#br0" timeOffset="93182.7">2359 1487 1832 0,'0'0'334'0,"0"-10"17"15,0 10 6-15,0 0-6 0,-2-12-13 16,2 12-34-16,0 0-28 0,0 0-39 16,0 0-17-16,0 0-16 0,0 0-16 0,0 0-19 15,9 41-14-15,-7-24-12 0,2 5-20 16,1-3-7-16,-1 3-27 0,3-2-34 16,-2 1-44-16,1-1-37 0,1-3-32 0,-3-3-15 15,2 0-16-15,-2-4-5 16,3-1 10-16,-1-1 3 0,3-8 5 0,-9 0 13 15,21-2 1-15,-7-8 20 0,3-4 13 16,4-3 35-16,-4-6 25 0,2 2 35 16,-3 4 23-16,-5 3 22 0,-4 4 12 0,1 2 4 15,0-1-17-15,-2 4-11 0,-3 0-16 16,-3 5-11-16,11-4-10 0,-11 4-1 0,0 0-7 16,18 7 0-16,-11-2-9 0,4 2-1 15,-2 2-3-15,4-3-9 16,-1 1-2-16,1 2-4 0,-2-4 0 0,-1-2-6 0,1 3 0 15,3-5 8-15,-3-1-5 0,2 2-3 16,-13-2-3-16,28-7-1 0,-16 4 3 16,1-2-4-16,1-4 0 0,-1-3-5 15,-2 2-3-15,3-4 1 0,-3-1-1 16,-1-4-5-16,3-8 0 0,2 2-16 0,-5 7-14 16,-1 1-30-16,-3 2-35 0,2 3-50 15,-4 2-70-15,-2 0-76 0,3 3-83 16,-5 3-83-16,0 4-128 0,2-8-141 0,-2 8 67 15,0 0-387-15,0 0-516 0</inkml:trace>
  <inkml:trace contextRef="#ctx0" brushRef="#br0" timeOffset="93518.29">3057 1317 2778 0,'11'-2'-63'0,"-11"2"28"0,0 0 41 0,0 0 36 0,0 0 23 0,0 0 16 0,21 5 6 0,-21-5-12 15,11 7 0-15,-4-2-9 0,0-2-11 16,-3 4-4-16,-4-7 6 0,5 11-7 16,-3-6 11-16,-2-5-8 0,-2 13 3 0,-2-6 3 15,-3 0-13-15,-1 0 3 16,-2-2-10-16,1-3 0 0,9-2 6 0,-19-2-7 16,19 2-11-16,-20-17-2 0,15 3 3 0,-1-1-10 15,4-4 15-15,2 4 15 16,-3 3 6-16,3 0-6 0,0 4-8 0,0 8 0 15,3-8-1-15,-3 8-8 0,0 0 0 16,0 0-1-16,27 19-4 0,-18-7-3 16,2 3-17-16,3 3-51 0,1 4-41 0,1-5-33 15,3 4-22-15,-4-5-20 0,-1-3-16 16,-1-3-17-16,0-2-30 0,2-5-26 0,-2-2-44 16,1-2-41-16,3-4-50 0,0-5-51 15,8-7-100-15,0-1-39 16</inkml:trace>
  <inkml:trace contextRef="#ctx0" brushRef="#br0" timeOffset="93718.64">3620 903 1405 0,'12'-23'40'0,"-5"6"44"0,-1 2 26 0,-2 7 15 0,-1-1 13 15,1 2 8-15,-4 7 3 16,5-3 57-16,-5 3 65 0,0 0 0 16,2 23-2-16,-4-7 14 0,-3 6 9 0,1 15-12 15,-3 0-26-15,-2 15-14 0,0-1-25 16,-2 3-25-16,2 0-17 0,-5-3-17 0,3 3-57 15,-6-4-70-15,-4 1-84 0,-4 0-92 16,0 2-81-16,-3-4-76 0,-3-5-76 16,-1-2-107-16,9-17-87 0,1-4-12 0,4-8-320 15,7-6-388-15</inkml:trace>
  <inkml:trace contextRef="#ctx0" brushRef="#br0" timeOffset="93883.84">3342 1388 2403 0,'19'-65'-21'15,"-6"16"53"-15,3 1 41 0,-3 16 65 16,-6 1 49-16,2 10 23 0,-6 5 5 0,3 5-3 15,-2 5 7-15,-1 2 49 0,-3 4-9 16,0 0-28-16,0 0-22 0,0 0-19 16,22 19-18-16,-19-8-17 0,1 5-34 0,1-3-80 15,-1 3-99-15,1-2-113 16,0 1-117-16,-3 2-142 0,-2-4-258 0,-2 0 49 0,1 4 77 16,-3-1-281-16,-3 0-328 0</inkml:trace>
  <inkml:trace contextRef="#ctx0" brushRef="#br0" timeOffset="94132.06">4120 1289 2517 0,'-31'10'78'0,"-6"1"12"0,-17 9 26 15,-7 6 18-15,-31 8 17 0,-11 6 21 16,-7 5 2-16,-10 3-10 0,-4 6-14 0,-44 15-14 15,-2-1-12-15,1 1-9 0,1-4-15 16,38-14-10-16,-37 20-3 0,3-5-16 16,42-7-4-16,-2-4-23 0,11-6-41 0,9-1-51 15,14-3-49-15,12-6-52 16,27-7-49-16,3-3-47 0,6-5-63 0,10-9-75 16,2-1-126-16,10-4-16 0,7-5-197 15,3 1-213-15</inkml:trace>
  <inkml:trace contextRef="#ctx0" brushRef="#br0" timeOffset="96950.03">1755 2973 2201 0,'2'-10'107'0,"0"1"22"0,-1 1 42 0,-1 8 39 0,0-11 17 0,0 11-15 0,0 0-15 0,0-8-24 0,0 8-21 15,0 0 19-15,0 0 23 0,-7 53 0 16,1-12-5-16,-2 14-1 0,-1 5-15 0,3 0-18 16,1 2-9-16,0-1-21 0,5 1-9 15,0-4-12-15,3-1-10 0,1-12-9 0,-3-4-7 16,3-2-10-16,-2-10-9 16,0-3-20-16,-2-6-15 0,2-3-22 15,-2 0-21-15,0-2-22 0,0-4-19 0,0 0-23 16,-2-4-72-16,2-7-63 0,-6 5-49 15,6-5-50-15,0 0-63 0,0 0-93 0,-19-29-180 16,13 9 56-16,3-3-328 0,-1-12-406 16</inkml:trace>
  <inkml:trace contextRef="#ctx0" brushRef="#br0" timeOffset="97231.58">1680 2966 2753 0,'-13'-6'61'0,"2"2"23"16,1-2 50-16,2 2 4 0,8 4 17 0,-9-5-3 15,9 5-3-15,-2-10-13 0,2 10-19 16,15-14-5-16,12 2-18 0,9-3-10 16,14-4-4-16,3 1-33 0,7-1-52 0,-2 0-27 15,-1 2-24-15,-5 1-8 0,-13 5 4 16,-2 2 7-16,-13 0-4 0,-10 6 3 15,1-2 9-15,-7 1 11 0,-8 4-5 0,10-1-19 16,-10 1-30-16,0 0-48 0,0 0-55 16,0 0-79-16,0 0-115 0,0 0-143 15,-25 10 45-15,25-10-81 0,-10 9-66 16</inkml:trace>
  <inkml:trace contextRef="#ctx0" brushRef="#br0" timeOffset="98451.18">2330 2946 1611 0,'4'-2'55'0,"-4"2"38"0,0 0 24 0,0 0 33 0,7-9 12 0,-7 9 15 15,0 0 18-15,0 0 9 0,0 0 11 16,0 0 4-16,0 0-23 0,0 0-16 15,-18-5-16-15,18 5-15 0,-23 1-14 0,23-1-20 16,-31 4-12-16,12 0-8 0,2 1-10 16,-2-3-13-16,0 6-7 0,0 1-9 15,3 1-4-15,-2 0-6 0,2 1-4 0,1 1-4 16,3-2-9-16,3 0-2 16,2 1-3-16,-2 0-4 0,6-2-3 0,-1 3 1 15,4 0-4-15,2 0 4 0,3 0-5 16,4 0-1-16,2 1-2 0,6 3 17 0,-4-3-10 15,10 7 6-15,-6-5-7 0,-1-1-1 16,-1-3-2-16,-2 4 1 0,-2-1-2 16,-1-2 4-16,0 1 9 0,-3-3 22 0,-3 2 25 15,0 0 18-15,-2-2 16 0,-2 1 8 16,-2 2 5-16,-2-4 13 0,2 0-9 16,-2-1 0-16,1-1-10 0,-1-1-7 0,4-6-12 15,-8 9-5-15,8-9-16 16,-11 0-36-16,11 0-43 0,-18-5-49 0,11 1-65 15,-3-2-77-15,5 2-76 0,-1 0-96 16,0-2-110-16,6 6-166 0,-9-5-69 0,9 5 64 16,-8-2-405-16,8 2-527 0</inkml:trace>
  <inkml:trace contextRef="#ctx0" brushRef="#br0" timeOffset="98649.24">2078 3589 3297 0,'-13'6'224'0,"4"0"22"0,1-5 12 0,8-1 2 0,-10 4-5 0,10-4-22 0,0 0-22 15,0 0-27-15,0 0-14 0,0 0-25 0,0 0-78 16,36-11-77-16,-14 5-97 0,1 2-107 16,13-3-117-16,-4-3-140 0,-5 2-219 15,-6 4 38-15,0 1 75 0,-2-1-273 0,-6 3-334 16</inkml:trace>
  <inkml:trace contextRef="#ctx0" brushRef="#br0" timeOffset="98950.13">2178 3659 2287 0,'-18'7'96'15,"5"-2"54"-15,3-2 48 0,1-1 35 0,9-2 37 16,-11 5 18-16,11-5 9 0,0 0-7 0,-12 3-14 16,12-3-22-16,0 0-12 0,0 0-20 15,0 0-7-15,0 0-31 0,0 0-13 16,39 0-26-16,-26 3-13 0,1-1-14 15,-2 5-19-15,1 0-11 0,-1 3-17 0,-4 4 0 16,-5 1-8-16,-1 2-5 0,-4 1-5 16,-3 3 9-16,-4-2-1 0,0 1 3 0,-2-1 22 15,4-4 15-15,1-1 4 0,0-4-2 16,2 1 0-16,2-4 4 0,2 0-4 16,0-7-3-16,0 0-6 0,12 6-15 15,-12-6-4-15,28-6-12 0,-7-1-32 16,-1 0-60-16,0-2-80 0,1 1-91 0,8-6-115 15,-2-1-109-15,-4 4-146 0,-5 1-198 16,2 0-52-16,-3 1 83 0,-4 1-602 0,0-2-794 16</inkml:trace>
  <inkml:trace contextRef="#ctx0" brushRef="#br0" timeOffset="99747.71">2467 2553 3525 0,'-7'3'-81'0,"7"-3"34"0,0 0 30 0,-13 3 28 0,13-3 33 15,0 0 21-15,0 0 7 0,0 0-13 16,0 0-7-16,0 0-7 0,0 0 7 16,0 0-8-16,0 0-3 0,0 0-8 0,0 0 2 15,32 2-3-15,-32-2-4 0,20 2 1 16,-8-2-9-16,-12 0 5 0,21 2 0 0,-11-2 0 16,-10 0-7-16,15 0 3 0,-15 0-1 15,0 0 4-15,19 2 8 16,-19-2 4-16,0 0-9 0,15 0 7 0,-15 0-2 15,0 0 1-15,10 2 5 0,-10-2-1 16,0 0 0-16,0 0-3 0,0 0 1 0,15 0-2 16,-15 0-4-16,0 0-2 0,0 0 0 15,0 0 0-15,0 0-3 0,0 0 10 16,0 0 4-16,0 0 5 0,0 0 3 0,14 0 3 16,-14 0 3-16,0 0 2 0,0 0-4 15,0 0-9-15,0 0-2 0,5 9-3 0,-1 1 18 16,3 4 25-16,4 14 8 0,0 6 3 15,1 12 9-15,4 6 0 16,-1 6 3-16,-1 6-3 0,-1 4-4 0,-3 1-7 0,-3 3-10 16,-1 0-12-16,-4 0 0 0,0-2 2 15,-4-1-8-15,0-3-13 0,0-2 4 16,2-2 23-16,-2-16 1 0,0-3 6 16,2-5-4-16,0-8 11 0,-3-5 7 15,3-4-4-15,0-8 7 0,0 3 11 0,0-4 7 16,-2-4 5-16,4 2-3 0,-2-1-10 15,0-2-13-15,0 2-12 0,0-9-8 0,0 9-9 16,0-9-25-16,0 11-43 0,0-11-67 16,-2 9-84-16,2-9-86 0,0 7-99 15,0-7-106-15,-2 6-149 0,2-6-255 0,0 0 33 16,0 0 92-16,0 0-617 16,15-17-795-16</inkml:trace>
  <inkml:trace contextRef="#ctx0" brushRef="#br0" timeOffset="99964.78">3412 3096 4198 0,'-11'-7'315'0,"0"0"5"0,1 3 17 0,2-2 19 0,1 1 23 0,0 0-3 0,7 5-22 15,-9-7-32-15,9 7-37 0,-5-7-40 16,5 7-28-16,0 0-50 0,3-10-60 15,8 9-66-15,2-5-91 0,2 1-104 16,7 0-101-16,3 0-109 0,0 1-125 0,0-1-122 16,-3 4-208-16,-4 2 15 0,1 1 90 15,-6 1-565-15,-5 4-737 0</inkml:trace>
  <inkml:trace contextRef="#ctx0" brushRef="#br0" timeOffset="100132.09">3444 3259 3708 0,'-11'5'110'0,"4"1"37"0,0-1 28 0,7-5 27 0,-9 7 16 16,9-7-5-16,-3 3-25 16,3-3-23-16,0 0-12 0,0 0-33 0,0 0-66 15,0 0-82-15,42-8-102 0,-9-3-110 16,8-7-107-16,2-1-128 0,7-10-175 16,-5 2 16-16,0-7-369 0,3 2-479 0</inkml:trace>
  <inkml:trace contextRef="#ctx0" brushRef="#br0" timeOffset="100447.47">4110 2764 2760 0,'2'-7'85'0,"0"-3"56"0,-2 10 36 16,0-7 24-16,0 7 22 0,0 0 14 0,0 0-2 15,0-9-13-15,0 9-19 16,0 0-21-16,0 0-23 0,0 0-14 0,0 0 6 0,0 0 16 16,0 0 7-16,21 16 6 15,-14-8 19-15,1 4 5 0,3 3 12 0,0 1 19 16,0 1 10-16,5 10 0 0,-2 0-3 15,1 2-6-15,-3 0-6 0,-1 4-14 16,-2 1-7-16,0-2-137 0,-4 2-72 0,-3-6 0 16,0 0 0-16,-2-2 0 0,0-3 0 15,-2 0 0-15,0 1 0 0,-2-7 0 0,3 0 0 16,-4-3 0-16,1 3 0 16,1-7 0-16,-3 2 0 0,1-2 0 0,-5-2 0 0,0-1 0 15,-1 0 0-15,-3-3 0 16,1-2 0-16,-4-1 0 0,-2 3 0 0,0-3 0 15,-6 6-128-15,-9 3-925 0,-1 2 93 16,3 5-1097-16,5 1-1472 0</inkml:trace>
  <inkml:trace contextRef="#ctx0" brushRef="#br0" timeOffset="101549.43">3835 8356 5877 0,'2'5'-144'0,"0"-1"28"0,-2-4 40 16,6 11 49-16,0-8 45 0,1 4 28 0,1-3 12 0,4 1 7 0,-1-2 5 0,3-1-1 0,2-2-4 15,4-2-4-15,5-3-4 0,9-5-6 16,4-4-8-16,7-5-2 0,5-7-5 16,2-1-6-16,1-4-15 0,0-2-2 0,0-4 0 15,-1-1 0-15,-1 7-4 0,-3 0 0 16,-5 6-2-16,-14 6-12 0,-2 3-13 16,-8 4-7-16,-8 6-22 0,-2-1-32 0,-6 3-47 15,-3 4-59-15,0 0-86 16,0 0-77-16,0 0-97 0,0 0-135 0,-17-4-69 0,17 4 57 15,0 0-406-15,-6-13-473 16</inkml:trace>
  <inkml:trace contextRef="#ctx0" brushRef="#br0" timeOffset="102430.07">10043 8165 3108 0,'-8'10'199'0,"4"-4"-9"0,0-1 2 15,4-5 7-15,-2 4 8 0,2-4 7 0,0 0-4 0,0 0-11 0,44-17-21 0,-13 5-16 16,12-8-16-16,5 0-16 0,-2 2-5 16,-4 0-16-16,-8 2-4 0,1 2-10 0,-7 1-2 15,-5 3-4-15,-6 2-10 16,0 4-5-16,-5-3-8 0,-1 3-8 0,-1-2-11 0,-3 3-6 16,1 0-13-16,-3-1-26 0,3 2-34 15,-8 2-54-15,11-5-77 0,-9 1-99 0,-2 4-121 16,10-8-147-16,-4 2-181 15,-2-1 64-15,-1 2 78 0,3-4-439 0,1-3-482 16</inkml:trace>
  <inkml:trace contextRef="#ctx0" brushRef="#br0" timeOffset="103315.52">20352 8266 6295 0,'0'0'256'0,"0"0"-151"0,0 0-51 0,0 0-26 0,0 0-1 0,0 0-13 0,17-19-3 0,-1 9-3 16,8-7 3-16,7 1-9 0,-1 4 2 15,2-1-3-15,4 1 0 0,-11 5-5 16,0 1 4-16,0 2 1 0,-2-2-3 0,-4 3-6 16,-2 1-11-16,-6-1-15 0,3 0-13 15,-4 3-19-15,-1-1-17 0,-9 1-27 16,17-1-51-16,-17 1-78 0,10 0-88 0,-10 0-104 15,8-4-154-15,-8 4-100 0,6-10 59 16,-5 5-527-16,-1 5-621 0</inkml:trace>
  <inkml:trace contextRef="#ctx0" brushRef="#br0" timeOffset="104746.9">26543 7838 3662 0,'-16'-6'287'0,"8"5"2"0,8 1-8 0,-1-10-5 0,1 10-5 0,0 0-17 0,13-13-17 16,-4 8-27-16,5 0-18 0,0-3-24 15,6 6-21-15,-2-2-16 0,4 1-44 0,-1 1-35 16,-3 1-55-16,2-2-53 0,1 3-53 16,-6-1-64-16,0 1-79 0,-2 0-80 0,3-1-82 15,-16 1-90-15,18 0-162 16,-9 0 36-16,-9 0 60 0,0 0-394 0,0 0-443 16</inkml:trace>
  <inkml:trace contextRef="#ctx0" brushRef="#br0" timeOffset="120529.08">1050 5883 1741 0,'0'0'302'0,"-2"-11"-44"0,2 11-52 0,-5-12-27 0,5 6 10 0,0 6 37 16,0-14 8-16,2 7-15 0,1-1 14 0,-3 8 9 15,4-11-9-15,-4 11-10 0,2-8-17 16,-2 8-25-16,3-7-18 0,-3 7 29 16,0 0 20-16,0 0-8 0,4 30-11 0,-8-5 4 15,-3 10-6-15,-3 13-17 0,-3 3-12 16,1-3-12-16,4-9-16 0,1-1-15 0,3-6-11 16,3-5-6-16,-1-3-5 0,4-4-13 15,-1-4 2-15,3 1 10 0,2 0 16 16,-1-5 16-16,3 0 14 0,4-5 2 15,0-1-15-15,0-5-129 0,5 2 0 16,2-6 0-16,6-2 0 0,-1-2 0 0,6-3 0 16,-8 3 0-16,-1-2 0 0,-8 4 0 15,3 1 0-15,-5 0 0 0,-1 0 0 0,-2 1 0 16,-3 2 0-16,-5 1 0 0,0 0-256 16,11-6-180-16,-11 6-97 0,0 0-108 15,0 0-142-15,0 0-47 0,0 0 82 0,0 0-600 16,0 0-804-16</inkml:trace>
  <inkml:trace contextRef="#ctx0" brushRef="#br0" timeOffset="120927.42">1516 5932 3535 0,'0'-7'-12'0,"0"7"44"15,0 0 32-15,0-8 25 0,0 8 22 16,0 0 24-16,0 0 12 0,-3-7 1 15,3 7-6-15,0 0-4 0,0 0-8 0,0 0-7 16,0 0 1-16,0 0 1 0,7-8-2 16,-7 8 0-16,8-4-4 0,-8 4-9 15,12-5-3-15,-12 5 0 0,11-7-1 16,-6 4-4-16,1-2-5 0,-6 5-1 0,10-11 3 16,-8 4-13-16,1 1-11 0,-3 6-5 15,2-11-8-15,-2 11-8 0,0-8-6 16,0 8-14-16,0 0-9 0,-17-2-1 0,17 2 0 15,-26 9-8-15,8 1-4 0,5-2-2 16,1 1-6-16,3 1-3 0,0 0 2 0,2 1-1 16,4-1-3-16,-1 0 6 0,2-3-3 15,4 2 2-15,2 0 3 16,1-1 12-16,5-3-12 0,3 3 5 0,3-6-3 0,1 2-13 16,2-1-45-16,2 0-62 0,-2-3-77 15,6-3-98-15,0 0-108 0,-4-1-126 0,1-1-165 16,-2 0-54-16,-6 0 79 0,2-2-428 15,-3 0-558-15</inkml:trace>
  <inkml:trace contextRef="#ctx0" brushRef="#br0" timeOffset="121295.47">1880 5720 3119 0,'0'-7'96'0,"0"1"64"16,0 6 32-16,2-10 25 0,-2 10 8 15,0 0-7-15,0 0-10 0,6-6 1 0,-6 6 8 16,0 0-9-16,0 0-12 15,30 16-24-15,-18-6-13 0,-1-1-12 0,-1 3-3 16,0 0-8-16,-3 1-32 0,1 3 0 16,-5-3-5-16,1 3-8 0,-2 1-10 15,-4 1-2-15,-4 3-3 0,1 0-13 0,-2-3-6 16,-2-1 2-16,2-6-9 0,-4-1 3 16,3-2-11-16,-4-6 2 0,12-2-7 0,0 0-8 15,-30-17-11-15,22-1-5 0,-3-12 0 16,7 4-3-16,2 3 0 0,4 2-3 0,-2 1-4 15,4 3-4-15,0 1 4 0,0 3-5 16,1 1-1-16,1 2-1 0,4 2 11 16,-1 3-14-16,0 1 8 0,1 2-5 15,-10 2 2-15,23 4 6 0,-11 0-5 16,1 0-12-16,3 1-41 0,-4 3-50 0,1 0-60 16,1 0-70-16,-3 3-85 0,1 1-86 15,-4 0-119-15,-1 2-228 0,-3 0 27 0,1-4 85 16,2-2-456-16,-4-1-566 0</inkml:trace>
  <inkml:trace contextRef="#ctx0" brushRef="#br0" timeOffset="121626.75">2290 5430 3285 0,'-4'-16'186'0,"2"9"32"0,0-1 14 0,0 1 7 16,2 7 15-16,0 0-1 15,0-9-31-15,0 9-28 0,0 0-17 0,0 0 20 0,0 0 12 16,0 0-16-16,0 0-15 15,0 0-16-15,2 35-15 0,-2-23-14 0,4-1-16 16,-4 1-10-16,2 0-6 0,0 2-13 16,2-5-9-16,-4 2-4 0,0-1-10 15,2-3-1-15,-2 2-2 0,0-9 12 0,2 10 27 16,-2-10 31-16,2 8 35 0,-2-8 14 16,0 0-10-16,0 0-43 0,0 0-128 0,-16-27 0 15,5-5 0-15,2-4 0 0,-3-17 0 16,4-8 0-16,3-7 0 0,1-2 0 0,2 10 0 15,-4-1 0-15,4 17 0 0,0 4 0 16,4 13 0-16,-4 5 0 0,2 5 0 16,0 3 0-16,0 3 0 0,0 7-32 15,0 4-327-15,9-2-76 0,-9 2-89 16,12 10-86-16,1 5-201 0,9 8-3 0,3 14 95 16,-6-4-603-16,1 4-779 0</inkml:trace>
  <inkml:trace contextRef="#ctx0" brushRef="#br0" timeOffset="121794.12">2246 5547 3892 0,'-13'5'58'16,"5"0"30"-16,2-3 21 0,6-2 24 15,0 0 8-15,0 0-8 0,0 0-12 16,0 0-19-16,0 0-30 0,0 0-50 16,22-19-69-16,-4 8-86 0,11-1-103 15,3-1-134-15,5-5-196 0,8-1-59 0,-7 5 62 16,1 2-230-16,6-5-281 0</inkml:trace>
  <inkml:trace contextRef="#ctx0" brushRef="#br0" timeOffset="122126.31">2923 5252 2403 0,'-17'0'126'0,"3"2"3"16,3-2 15-16,2 5 13 0,9-5 14 15,-18 7 7-15,13 0 5 0,-1 1 9 16,2 2 9-16,0 1-12 0,2 0-2 16,4 3 0-16,0 0-10 0,4 1-15 0,3 1-12 15,2 1-14-15,11 3-12 0,1-5-12 16,5-1-8-16,-3-8-11 0,-1 0-9 0,-1-3-7 16,1-1-5-16,-6-2-3 0,1-2-4 15,-1 2 0-15,-3-5 19 0,-3-1 16 16,-3 0 15-16,-2-6 6 0,-1 1-12 15,-6-5-13-15,-2-3-14 0,-3-5-9 0,-5-6-15 16,-4-1-17-16,0 4-14 0,-2 1-20 16,3 7-29-16,-1 6-30 0,1 4-39 15,0 2-50-15,-1 1-57 0,0 4-78 0,0 6-78 16,1 0-90-16,1 0-123 0,4 0-160 16,8-4 63-16,0 0-463 0,0 6-596 15</inkml:trace>
  <inkml:trace contextRef="#ctx0" brushRef="#br0" timeOffset="122828.4">3224 5317 3194 0,'0'0'103'0,"-4"8"45"0,4-8 29 15,-4 6 37-15,4-6 22 0,0 0 4 16,0 0-16-16,-3 5-22 0,3-5-23 0,0 0-21 16,0 0-20-16,0 0-17 0,0 0-13 15,0 0-12-15,0 0-9 0,3 12-4 16,-3-12-8-16,0 0-5 0,11 5-4 0,-11-5-7 15,0 0 2-15,16-2-8 0,-16 2-5 16,15-8 10-16,-9-1-12 0,0-1-4 16,-1-6-4-16,1-6 3 0,-6-2 10 0,-2-3-5 15,0-8 0-15,0 6 15 0,-3 7 9 16,-1 1 5-16,0 2-2 0,2 5-15 0,-1-1-3 16,1 7-16-16,-2-1-2 15,3 4-6-15,-4 0-7 0,7 5-3 0,-7-7-7 0,7 7-5 16,-6-5-3-16,6 5-4 15,0 0 0-15,0 0 6 0,0 0 8 0,11-12 10 16,7 8 16-16,1-1 6 0,0 0 15 16,0-2 5-16,-2 2 13 0,0 2-1 15,-6-1-10-15,0 1-1 0,0 1-11 0,-11 2-5 16,15-3-10-16,-15 3-3 0,0 0-1 16,15 7 23-16,-7 0 5 0,-3 1-2 0,2 6-2 15,-4 1-18-15,1 2-45 16,2 4 0-16,-3-1 0 0,3 1 0 0,-3-1 0 15,4-1 0-15,-3 1 0 0,3-1 0 0,-1-4 0 16,-1-1 0-16,5-1 0 0,-4-3 0 16,3 1 0-16,5-4 0 0,-3-4 0 15,5-3 0-15,0-2 0 0,2-3 0 16,2-3 0-16,2-3 0 0,2-11 0 0,1-3 0 16,-4-4 0-16,-2 0 0 0,-3 3 0 15,-3 1 0-15,-2 6 0 0,-3 4 0 0,-2 3 0 16,-3 2 0-16,-1-1 0 0,2 3 0 15,-2 1 0-15,1 0 0 0,-3 7 0 0,2-9 0 16,-2 9 0-16,0 0 0 0,0 0 0 16,0 0 0-16,0 0 0 0,0 0 0 15,0 0 0-15,0 0 0 0,29 16 0 0,-17-11 0 16,1-2 0-16,6 2 0 16,0-1 0-16,4-1 0 0,-2-3 0 0,-1 0 0 15,5-1 0-15,-1-1 0 0,-3 2 0 16,-3-2 0-16,-4 0 0 0,-3 2 0 0,-11 0-19 15,18 6-471-15,-15 2-102 0,-8 6-165 16,-11 14-129-16,-12 10 85 0,-14 7-779 0,-15 14-1022 16</inkml:trace>
  <inkml:trace contextRef="#ctx0" brushRef="#br0" timeOffset="123629.27">903 7043 4098 0,'0'0'-24'0,"-10"-5"29"0,10 5 1 0,0 0 26 0,-34 19 32 0,13 1 29 0,-2 2 19 0,4 3 7 16,0 4-12-16,0 4-8 0,6-2-9 16,1 1-11-16,5 1-7 0,5-7-4 0,2-2-2 15,3-2-6-15,3 1-4 0,3-5-5 16,3-1 0-16,5-3-7 0,0-4 0 0,7-4-1 15,-4-4-5-15,5-4-3 0,14-8-2 16,-3-2 0-16,-4-2 5 0,0-7 2 16,1-7 0-16,-5-4 16 0,-6 4 1 0,-8-2 9 15,-3-3 1-15,-2-1 9 0,-6 7-3 16,-6 0 10-16,1 3 8 0,-8-3-10 16,-1 4-7-16,0 8-14 0,-5 0-7 15,-2 5-6-15,0 1-3 0,-5 4-3 0,1 5-12 16,-2 3 2-16,-9 7-8 0,1-1-10 15,1 8 1-15,3 5 8 0,4 5-10 16,-3 5 0-16,6-1-5 0,8-2-5 0,1 2-5 16,6-7-6-16,6-3 4 0,4-4-10 15,3 0 10-15,7-5 5 0,6-1-4 16,2-9 2-16,1 0 2 0,15-5 1 16,2-6 16-16,-2-3 29 0,-2-2 22 0,0-4 24 15,-7-1 24-15,0-5 12 0,-5-1 9 16,-2-2 1-16,-2 0 0 0,-4-1 3 15,-5 7 4-15,-1 6-1 0,-3 1-47 0,-3 5-97 16,2 0 0-16,-3 0 0 0,1 2 0 16,0 2 0-16,-4 5 0 0,10-8 0 15,-10 8 0-15,11-1 0 0,-11 1 0 0,19 6 0 16,-6-3 0-16,5 0 0 0,-2 3 0 16,2-5 0-16,3-1 0 0,1-1 0 0,-2-1 0 15,1 0 0-15,3-3 0 0,1 0 0 16,-2 1 0-16,0-2 0 0,-1-1 0 15,-8 2 0-15,2 0 0 0,-3 1 0 0,-2 2 0 16,-1-3 0-16,-1 4 0 16,-1-3 0-16,-8 4 0 0,14-5 0 0,-14 5 0 15,14-5 0-15,-8 2 0 0,2 1-7 16,-8 2-478-16,11-4-101 0,-11 4-130 0,10-3-181 16,-10 3 76-16,8-3-770 0,-8 3-1033 15</inkml:trace>
  <inkml:trace contextRef="#ctx0" brushRef="#br0" timeOffset="124227.27">2126 6859 4089 0,'0'0'-117'0,"0"0"27"0,0 0 17 0,0 0 36 0,0 0 26 0,0 0 38 0,0 0 25 16,9-22 10-16,-5 13 26 0,4-4-3 0,0-3 23 15,1-4 8-15,5-9-1 16,1 0 6-16,0-3 3 0,-2-3-6 0,7-6-6 15,-4 0-4-15,4-3-10 0,-1 1-5 16,0 0 9-16,-4 7-5 0,-4 0-1 0,0 2-1 16,0 5 4-16,-6 6 7 0,-1 5 14 15,1 1-10-15,-3 2-6 0,0 5-11 16,-2 2-17-16,0-1-1 0,0 9-16 0,-9-4-9 16,9 4-8-16,-20 9-10 0,9-1-11 15,2-3-4-15,2 2-7 0,-2-2-3 0,4 3 1 16,1-4 0-16,2 4-6 0,2-8 1 15,2 11 6-15,4-1 4 0,4-2 8 16,1 1 18-16,7 3 9 0,2-2 19 0,9 3-11 16,-1 3-7-16,1-1-4 0,-2-1 3 15,-1 2 13-15,-1-1-5 0,-8-1 17 16,-3-3 11-16,-3 0 16 0,-2-1 9 16,0 4 12-16,-6-2 4 0,-1 1-2 0,-2-1-1 15,-4 5-12-15,-4-3-18 0,-1 3-92 16,0-3 0-16,-5-1 0 0,4-1 0 0,-1-4 0 15,-1-3 0-15,-1-1 0 0,1-4 0 16,0 0-229-16,-4-8-109 0,3-1-81 16,2 3-92-16,-1-4-100 0,4-1-214 0,-1-1 43 15,5 2 76-15,0 1-576 16,2-1-742-16</inkml:trace>
  <inkml:trace contextRef="#ctx0" brushRef="#br0" timeOffset="124993.2">2694 6324 3620 0,'0'0'59'0,"0"0"37"0,4-7 24 0,-4 7 28 0,0 0 19 0,0 0 1 0,0 0-10 0,4-10-18 16,-4 10-14-16,0 0-15 0,0 0-13 15,0 0-8-15,3-4-9 0,-3 4-10 16,0 0-8-16,0 0-7 0,0 0-9 15,0 0 0-15,0 0-4 0,0 0-6 0,0 0-1 16,0 0-4-16,0 0-1 0,0 0 7 16,0 0 3-16,0 0 11 0,0 0 2 15,0 0-1-15,0 0-6 0,0 0-8 0,0 0-4 16,0 0-6-16,0 0 34 0,0 0-2 16,0 0-1-16,18 14-7 0,-14-10-1 0,-4-4 4 15,7 9 7-15,-3-5 4 0,-4-4-24 16,3 8-7-16,-3-8-1 0,7 6 1 15,-7-6 5-15,0 0 23 0,7 5 13 16,-7-5 7-16,0 0 7 0,0 0 5 16,0 0 7-16,0 0-11 0,21-15-6 0,-13 4-14 15,1-1-1-15,0-4-8 0,0 5-6 16,-2 1-4-16,-1 4-1 0,-3 0-7 0,3-1-4 16,-6 7-9-16,8-10-9 0,-4 7-2 15,-4 3 1-15,9-3-5 0,-9 3 3 16,0 0-4-16,0 0-1 0,25 6-3 0,-25-6 8 15,15 2-8-15,-15-2 2 0,14 4-4 16,-9 0-1-16,-5-4 2 0,11 1-1 0,-11-1 3 16,12 1 11-16,-12-1 9 0,0 0-22 15,25-12-11-15,-12 0 0 0,2-3 0 16,6-7 0-16,-3-2 0 0,0 2 0 16,0-1 0-16,-5 5 0 0,-3 5 0 0,-3 4 0 15,1 0 0-15,-5 2 0 0,4 2 0 16,-3-2 0-16,-4 7 0 0,7-9 0 15,-3 5 0-15,-4 4 0 0,7-4 0 0,-7 4 0 16,0 0 0-16,0 0 0 0,16 0 0 16,-16 0 0-16,0 0 0 0,18 4 0 0,-18-4 0 15,16 3 0-15,-16-3 0 0,15 0 0 16,-15 0 0-16,19-3 0 0,-6-1 0 0,1-4 0 16,-1 2 0-16,1 0 0 15,-3-1 0-15,1-1 0 0,-3 4 0 0,0-2 0 16,-3 2 0-16,2-1 0 0,-8 5 0 0,9-4 0 15,-9 4 0-15,11-6 0 16,-11 6 0-16,6-4 0 0,-6 4 0 0,10-4-111 16,-10 4-203-16,8-2-77 0,-8 2-99 15,0 0-113-15,13 0-161 0,-13 0-48 0,0 0 86 16,-2 14-628-16,2-14-808 0</inkml:trace>
  <inkml:trace contextRef="#ctx0" brushRef="#br0" timeOffset="125425.9">1101 7490 3894 0,'2'-6'95'0,"-1"0"20"0,-1 6 5 0,2-7 14 0,-2 7 13 0,0 0 0 0,0 0 36 0,0 0 9 16,14 19-11-16,-10-6-14 0,1 3-21 0,1 4-11 15,0 2-9-15,0 2-18 0,1-1-8 16,-1 0-7-16,1-2-38 0,0 1-37 0,-2-1-49 16,1-1-53-16,-1 1-64 0,-1-5-68 15,3 1-81-15,-4-2-78 0,-1-1-99 16,-2-2-154-16,2-1-33 0,0-1 75 15,1-8-318-15,-3-2-384 0</inkml:trace>
  <inkml:trace contextRef="#ctx0" brushRef="#br0" timeOffset="125860.46">1509 7461 2474 0,'6'-6'89'0,"-5"3"38"0,-1 3 24 16,0 0 26-16,0 0 28 0,0 0 20 15,0 0-7-15,0 0-8 0,0 0-16 0,0 0-14 16,0 0-16-16,0 0-13 0,0 0-17 15,6 17-10-15,-6-17-12 0,7 5-11 16,-7-5-8-16,0 0-5 0,16 1-9 16,-16-1-7-16,0 0-5 0,27-6-4 15,-20-2-4-15,2 2-5 0,0-3-7 0,-4 1-3 16,-1 2 3-16,0 0 4 0,-4 6 1 16,7-11-1-16,-7 11-3 0,2-5-4 0,-2 5-1 15,0 0-2-15,0 0 3 0,-17 18 3 16,7-10-1-16,3 2-3 0,1 1-4 15,3-1-7-15,-1 1-4 0,2-3-1 0,2 2-3 16,2-2 4-16,2-1-2 0,1 1 14 16,4-3 2-16,3-2 16 0,1-3-9 15,7-2-3-15,1-4 3 0,9-5-5 16,-2-2-1-16,-3-1 15 0,-4 2 13 16,-3 4 5-16,-5 0 3 0,-2 1-1 0,-1 3 9 15,-1 0 6-15,-1 1-2 0,-8 3-17 16,14-7-7-16,-14 7-11 0,9-4-7 0,-9 4-2 15,0 0-8-15,17 0-39 0,-17 0-52 16,0 0-67-16,13 5-65 0,-13-5-79 16,16 6-99-16,-9-5-111 0,1 1-149 0,1 0-197 15,-9-2 61-15,19 2 88 16,-19-2-513-16,20 3-647 0</inkml:trace>
  <inkml:trace contextRef="#ctx0" brushRef="#br0" timeOffset="131558.34">2090 9394 1390 0,'0'-9'494'0,"0"-4"-147"0,0 3-76 0,2 1-32 0,-4 0-11 0,2 4 32 0,0 5 9 16,0-13-8-16,0 13 9 0,0-9-3 0,0 9-21 15,0 0-14-15,0 0-30 16,0 0 33-16,0 0 25 0,0 0-9 0,-12 36-15 15,8 0-7-15,-3 6-7 0,-2 9-8 16,1 0-24-16,2-9-10 0,2 0-17 16,2-1-9-16,-1-2-16 0,3-2-13 0,-2-6-12 15,2-7-12-15,0-3-10 0,0-4-8 16,0-2-8-16,0-1-5 0,-2-2-5 0,2-4-45 16,2 2-20-16,-2-1 0 0,0-9 0 15,0 7 0-15,0-7-88 0,0 0-165 0,0 0-83 16,0 0-72-16,0 0-87 15,-16-21-95-15,14 8-148 0,0-1-37 0,-1 0 77 16,1-1-598-16,0-2-754 0</inkml:trace>
  <inkml:trace contextRef="#ctx0" brushRef="#br0" timeOffset="131808.03">1949 9353 3799 0,'-15'-7'42'0,"-1"2"35"16,3 3 45-16,1 2 55 0,1-3 55 15,11 3 50-15,-17-1 18 0,17 1-12 0,-11-2-21 16,11 2-31-16,0 0-25 0,-10-4-19 16,10 4-16-16,0 0-12 0,0 0-14 15,0 0-14-15,44-2-12 0,-17 1-13 16,-1-3-13-16,14-1-6 0,1 0-21 16,-3-2-40-16,-10 0-59 0,-3 4-48 0,-6 1-48 15,-2-1-51-15,-2 3-59 0,-1-2-79 16,-5 2-94-16,-9 0-78 0,18 4-112 0,-13-1-134 15,1 4 49-15,-4 1-517 0,-4 4-664 16</inkml:trace>
  <inkml:trace contextRef="#ctx0" brushRef="#br0" timeOffset="132041.47">1869 9935 3476 0,'-15'13'110'0,"5"-3"36"0,0 0 33 0,5-4 47 16,1 1 25-16,0-3 24 15,4-4 7-15,-7 6-11 0,7-6-16 0,0 8 41 16,0-8-13-16,11 12-22 0,-2-8-22 16,7 1-26-16,3-1-21 0,2-4-21 15,5-2-14-15,3 2-17 0,0-4-22 0,7 0-35 16,-8 1-35-16,-3-1-51 0,-7 2-62 16,-5 0-59-16,-2 0-64 0,1 2-54 0,-12 0-83 15,15 0-121-15,-15 0-145 0,0 0-186 16,2 8 18-16,-2-8 95 0,-4 9-522 15,4-9-652-15</inkml:trace>
  <inkml:trace contextRef="#ctx0" brushRef="#br0" timeOffset="132509.15">2384 9697 3681 0,'-3'-10'261'0,"3"4"41"16,0 6 36-16,-4-13 18 0,4 13-5 0,-3-4-22 15,3 4-33-15,0 0-36 0,0 0-27 16,0 0-17-16,0 0 6 0,0 0-17 0,7 30-19 16,-4-13-17-16,1 0-18 0,-1 2-19 15,1 6-10-15,-2-1-11 0,0-1-12 16,1 2-9-16,-3-3-10 0,2-3-79 16,-2-6-1-16,0-1 0 0,2 0 0 0,-2-3 0 15,0-1 0-15,0 1 0 0,0-9 0 16,0 0 0-16,0 0 0 0,0 0 0 15,0 0 0-15,-4-33 0 0,4 10 0 0,0-5 0 16,2-8 0-16,2 2 0 0,2 7 0 16,-2 5 0-16,-2 5 0 0,2 0 0 0,-1 5 0 15,3 4 0-15,-1 2 0 16,6 0 0-16,-2 6 0 0,-9 0 0 0,29 8 0 16,-13 2 0-16,4 4 0 0,1 3 0 15,2 4 0-15,-7-3 0 0,6 1 0 16,-6-2 0-16,-4-2 0 0,1-1 0 0,-1 1 0 0,-4-5 0 15,-1 2 0-15,0-3 0 16,0-2 0-16,-1-2 0 0,-3 0 0 0,3 0 0 16,-6-5 0-16,7 10 0 0,-7-10 0 15,6 4 0-15,-6-4 0 0,4 5 0 0,-4-5-180 16,6 3-316-16,-6-3-115 0,4 4-157 16,-4-4-86-16,0 0 62 0,0 0-735 15,12 0-972-15</inkml:trace>
  <inkml:trace contextRef="#ctx0" brushRef="#br0" timeOffset="133058.04">3214 9581 3852 0,'6'-6'-111'0,"0"-1"68"0,-5 1 48 0,-1 6 52 0,7-8 46 0,-7 8 43 0,5-10 35 0,-5 10 18 0,4-4 13 15,-4 4-4-15,0 0 10 0,0 0-5 16,2-7-2-16,-2 7-1 0,0 0-20 16,0 0-1-16,0 0-4 0,0-10-30 0,0 10-12 15,0 0-5-15,-4-14-22 16,2 8-12-16,-3-1-8 0,-2-3-10 0,-4 0-11 0,0 1-13 16,-1-1-9-16,-3 0-2 15,-4 3-10-15,1 1-4 0,0 3-4 0,-3 3 0 16,-2 1-3-16,-1 7-10 0,-9 1-4 15,5 3-1-15,1 3-7 0,4 1 6 0,5 1 0 16,7-1-2-16,2 3-4 0,5-2-7 16,2-2-6-16,6 2 21 0,3 2-12 0,6-4 2 15,12 4 5-15,2-1-5 0,4-5 3 16,1 1-4-16,-2-4 2 0,3 0 12 0,-3-1 13 16,-7-1 13-16,-3 2 13 0,-4-1 9 15,4 1 17-15,-9-2 10 0,3 1 15 16,-7 1-71-16,-1 0-38 0,-3 0 0 15,-3 1 0-15,-3 6 0 0,-3-3 0 16,-6 2 0-16,-5 7 0 0,0-1 0 0,-5-2 0 16,-1 0 0-16,3-9 0 0,2-1 0 15,0 0 0-15,2-3 0 0,2-3 0 0,1-2 0 16,-1-2 0-16,-1-4 0 0,1-1 0 16,1-1 0-16,1-2 0 0,-1 0 0 0,4-2 0 15,1-1 0-15,2 5 0 16,3-5-58-16,1 1-565 0,2-2-162 0,3 0-122 15,1 2 76-15,4-4-865 0,0 0-1131 16</inkml:trace>
  <inkml:trace contextRef="#ctx0" brushRef="#br0" timeOffset="133759.01">3518 9606 5043 0,'0'0'102'0,"0"0"31"0,0 0 46 0,0 0 49 0,0 0 37 0,0 0 12 0,0 0 0 16,0 0-4-16,0 0-16 0,0 0-15 0,14-8-20 15,-4 7-16-15,3-3-16 0,5-1-18 16,0-2-47-16,4 1-125 0,-1-1 0 16,-3-2 0-16,0 0 0 0,-3 3 0 15,-1-3 0-15,-5 4 0 0,0-2 0 0,-1-1 0 16,-2 2 0-16,-2 1 0 0,-4 5 0 15,-2-12 0-15,2 12 0 0,-11-10 0 16,0 8 0-16,11 2 0 0,-32 4 0 0,12 4 0 16,-9 8 0-16,-8 9 0 0,10-2 0 15,-7 6 0-15,12 0 0 0,1 0 0 0,5 0 0 16,7 0 0-16,5-2 0 0,6-4 0 16,2 0 0-16,8 4 0 0,4-1 0 15,9-6 0-15,0 1 0 0,4-6 0 0,1-5 0 16,-1-3 0-16,-5-5 0 0,-1-2 0 15,4-4 0-15,-2 1 0 0,0-4 0 16,-3 2 0-16,-3-2 0 0,-1-1 0 0,-3-1 0 16,0-3 0-16,-5 2 0 0,-1-2 0 15,-1-3 0-15,-6-1 0 0,0-3 0 16,-4-3 0-16,0-3 0 0,-4 2 0 0,-2 3 0 16,3 0 0-16,-1 5 0 0,-2 1 0 15,1 5 0-15,-1 4 0 0,1 2 0 16,-2 1 0-16,9 2 0 0,-12-2 0 15,12 2 0-15,-10-1 0 0,10 1 0 0,0 0 0 0,0 0 0 16,19-16 0-16,8 1 0 16,1 0 0-16,5 1 0 0,-3 4 0 0,-5 1 0 15,-4 4 0-15,-6 2 0 0,1 1 0 16,-1 4 0-16,-2 4 0 0,0 1 0 0,-2 5 0 16,1 5 0-16,-4 0 0 0,-3 7 0 15,2-3 0-15,-5 4 0 0,1 0 0 0,-3 3 0 16,0-3 0-16,0 1 0 0,2-6 0 15,-2 1 0-15,0-3 0 0,0 2 0 16,2-7 0-16,0-1 0 0,-2 0 0 16,2-2 0-16,0-1 0 0,-1-2 0 0,3-3 0 15,-4-4 0-15,0 0 0 0,14 1 0 16,-14-1 0-16,15-9 0 0,-6 1 0 16,1-4-784-16,-1 0-180 0,1-4 79 0,0-1-1005 15,-1-1-1314-15</inkml:trace>
  <inkml:trace contextRef="#ctx0" brushRef="#br0" timeOffset="134041.25">4197 9026 5372 0,'0'-24'-102'15,"-1"5"55"-15,-1 3 38 0,2 6 43 0,0 3 42 0,0 7 67 0,0 0 86 0,0 0 37 0,0 0 25 16,15 38 17-16,-9 1-4 0,1 15-6 15,-3 2-26-15,2 6-27 0,2 0-24 16,-1 1-16-16,-3-2-120 0,7-3-85 16,-3-3 0-16,0-6 0 0,-1-10 0 0,-1-3 0 15,0-2 0-15,0-8 0 0,-3-5 0 16,1-2 0-16,-2-3 0 0,0-1 0 0,0-3-311 16,0-2-150-16,-2-3-114 0,1 0-151 15,-1-7-111-15,0 9 69 0,0-9-767 16,0 0-979-16</inkml:trace>
  <inkml:trace contextRef="#ctx0" brushRef="#br0" timeOffset="134207.62">4272 9575 4609 0,'-5'-11'185'15,"2"4"95"-15,-1 2 51 0,4 5 53 0,-2-8 29 16,2 8 17-16,0 0-4 0,0-9-9 16,0 9-22-16,14-7-74 0,-3 0-321 0,11-1 0 15,1-1 0-15,7-1 0 0,1-2 0 16,-1 2 0-16,-8 1 0 0,1 3 0 0,-7 0 0 15,1 2 0-15,-5 2 0 0,-1 4-303 16,-11-2-335-16,11 8-165 0,-7 0-78 16,-4 3 85-16,-6 4-826 0,-7 11-1062 15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52:14.0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5217 9295 1954 0,'0'0'367'0,"0"0"-19"0,0 0-13 16,0 0-21-16,0-10-10 0,0 10-24 15,0 0-27-15,0 0-17 0,0 0 7 0,0 0 2 16,0 0 6-16,-5-7-2 0,5 7-6 15,0 0-17-15,0 0-18 0,0 0-16 16,-4-7-9-16,4 7-12 0,0 0-14 16,0 0-7-16,0 0-17 0,0 0-4 0,0 0-7 15,-3-8-8-15,3 8-11 0,0 0-6 16,0 0-6-16,0 0-5 0,0 0-8 16,0 0-5-16,0 0-7 0,0 0-7 0,0 0-5 15,0 0-8-15,0 0-15 0,0 0-31 16,0 0 0-16,0 0 0 0,0 0 0 0,-11 27 0 15,9-13 0-15,-1 4 0 0,-3 3 0 16,3 11 0-16,-2-2 0 0,-1 5 0 0,6-6 0 16,-2 0 0-16,6 5 0 15,-2-5 0-15,3-5 0 0,-2-2 0 0,1-2 0 16,0-1 0-16,1-1 0 0,1-5 0 0,-1 1 0 16,2-4 0-16,-2 0 0 0,5-5 0 15,0 1 0-15,1-2 0 0,0-4 0 16,-11 0 0-16,32-4 0 0,-10-2 0 15,-1 1 0-15,7-9 0 0,-5 2 0 0,-4 1 0 16,0 1 0-16,4-10 0 0,-8 5 0 16,-2 0 0-16,-1-2 0 0,-3-1 0 0,-1 0 0 15,-3-1 0-15,0-4 0 16,-1 2 0-16,-1-3 0 0,-1 7 0 0,0-2 0 0,0 1 0 16,0-1 0-16,1 3 0 15,-3 4 0-15,0 3 0 0,0-4 0 0,0 5 0 16,0 0 0-16,2 0 0 0,-2 8 0 15,0 0 0-15,0 0 0 0,0 0 0 0,0 0 0 16,0 0 0-16,-2 41 0 0,2-16 0 16,0 13 0-16,2 5 0 0,2-2 0 0,1 3 0 15,-2 1 0-15,1-3 0 0,2-3 0 16,-3 0 0-16,1-2 0 0,3-4 0 16,0-2 0-16,-2-7 0 0,-1-5 0 0,0-4 0 15,-1-3 0-15,1-1 0 0,0-3 0 16,-1 0 0-16,0-3 0 0,-3 3 0 0,0-8 0 15,4 10 0-15,-4-10 0 16,2 8 0-16,-2-8 0 0,2 9 0 0,-2-9 0 16,3 6 0-16,-3-6 0 0,0 0 0 15,0 8 0-15,0-8 0 0,0 0 0 0,0 0 0 16,0 0 0-16,0 0 0 0,0 0 0 16,0 0-460-16,0 0-407 0,-23-16-73 0,18 12 105 15,1-4-896-15,0 3-1163 0</inkml:trace>
  <inkml:trace contextRef="#ctx0" brushRef="#br0" timeOffset="1899.7">2469 10522 4823 0,'-17'-3'-216'16,"3"2"28"-16,0 1 27 0,4-2 32 0,10 2 35 15,-21-4 35-15,21 4 30 0,-16-2 25 16,7 2 26-16,9 0 13 0,-9-6 2 15,9 6-9-15,0 0 5 0,-12-6-15 0,12 6 1 16,0 0-2-16,0 0-2 0,0 0 2 16,25-5-6-16,0 2 5 0,18 2 3 0,25 1-9 15,9-4 7-15,15 0-5 0,33-1 0 16,17 0-11-16,10-4-28 0,16 1-18 16,9 0-9-16,52-5 8 0,-54 0 4 0,46-4 21 15,-51 3 1-15,-3 2 4 16,-9 2-2-16,-7-2-3 0,-15 3 5 0,-9-1 16 15,-10 0 13-15,-29 4 22 0,-13 1 8 16,-8 1 12-16,-21 2 4 0,-4-2 13 0,-14 2 25 16,-7 2 23-16,-4-2 28 0,-3 0 18 15,-1 0 6-15,-13 2-8 0,17-3-15 0,-17 3-17 16,11-5-11-16,-11 5-13 0,8-7-22 16,-3 5-42-16,-5 2-80 0,3-10-99 15,-3 10-134-15,2-12-166 0,-4 7-261 0,2 5 27 16,-2-12 74-16,2 12-393 0,-6-8-465 15</inkml:trace>
  <inkml:trace contextRef="#ctx0" brushRef="#br0" timeOffset="4067.9">7416 1583 988 0,'0'0'131'0,"2"-9"-1"0,0 2 3 15,-2 7-9-15,4-12-3 0,-2 5 1 0,-2-2 5 16,0 9-1-16,4-13 9 0,-4 8 6 15,0 5-5-15,2-9-4 0,-2 9-10 16,0-8-12-16,0 8-3 0,0 0-17 16,4-10-17-16,-4 10-12 0,0 0 4 15,0 0-9-15,0 0 7 0,0 0-3 0,5 27 4 16,-3-10-6-16,2 7 1 0,-3 3 1 16,1 9-4-16,-2 2-18 0,3-2 7 15,-1-7 3-15,4 6-15 0,-5-9 5 0,-1-3-7 16,6-2-23-16,-2 1 10 0,-3-5-14 15,1-1 0-15,0-3-24 0,2-1-27 0,0 1-35 16,-2-4-45-16,0 3-52 0,0-3-74 16,0-1-122-16,0 1-186 15,0 2 45-15,-1-3-82 0,-1 2-97 0</inkml:trace>
  <inkml:trace contextRef="#ctx0" brushRef="#br0" timeOffset="14167">3906 1787 1717 0,'-17'2'76'0,"6"-4"8"0,11 2 3 16,0 0-2-16,-20 0-1 0,20 0 7 16,0 0 8-16,-9-6-2 0,9 6-8 15,0 0-8-15,0 0-6 0,29-18-6 16,-4 3-12-16,5 1-2 0,3-1-9 16,-1 1-1-16,0-3-14 0,-3 5-12 0,-9 2-12 15,-4 3-6-15,-3 4-10 0,-5 0-1 16,-8 3-1-16,0 0 0 0,0 0 5 15,-19 18 0-15,-10-1 2 0,-11 8-1 0,-6-2 3 16,1 1-3-16,2-1 1 16,13-6 1-16,3-3-3 0,9-4 2 0,2-3 0 0,7-3 5 15,1 0 5-15,8-4 19 16,0 0 12-16,0 0 1 0,0 0-10 16,36-10 3-16,-9-5-8 0,9-1 2 0,6-7-5 15,4 0 0-15,-3 1-26 0,-10 3-19 16,-5 5-16-16,-5 2-26 0,-7 5-32 0,-7 2-31 15,-1 2-42-15,-5 3-47 0,-3 0-60 16,0 0-136-16,0 0-166 0,-32 22-80 16</inkml:trace>
  <inkml:trace contextRef="#ctx0" brushRef="#br0" timeOffset="21646.87">11217 10317 2527 0,'-7'-8'312'0,"6"4"-28"0,1 4-20 0,-2-8-16 16,2 8-12-16,0-15 9 0,0 9-6 15,2-2-11-15,-1-4 9 0,3 3-6 0,4-5-5 16,-2 0-5-16,3-3-12 15,5 0-23-15,4-4-13 0,2 3-16 0,3-1-15 16,1 3-13-16,3 3-16 0,-4 1-10 16,-6 5-10-16,0 0-13 0,-3 2-5 0,-1-2-12 15,-2 2-10-15,-1-1-3 0,-10 6-2 16,13-3-15-16,-13 3-2 0,0 0 5 0,14 7-2 16,-14 3-2-16,-2 2 12 0,-4 7 1 15,-9 8 8-15,-5 3 11 0,-2 9 8 0,-3 2 12 16,0 0-1-16,0 1-2 0,6-3-6 15,6-6-9-15,0-2 1 0,7-1-3 16,2-2-9-16,4-5-55 0,6-2 0 16,7 7 0-16,2-7 0 0,10-1 0 0,6-3 0 15,5-5 0-15,2-5 0 0,4-3 0 16,1-4 0-16,-2-4 0 0,-5-1 0 16,-2-4 0-16,-5-4 0 0,-8 2 0 0,-8-5 0 15,-4-1 0-15,-6-1 0 0,-8-5 0 16,-9-11 0-16,-19-7 0 0,-6 2 0 0,-13 1 0 15,-16-8 0-15,-4 2 0 0,13 13 0 16,0 2 0-16,7-3 0 0,0 5 0 0,7-1 0 16,8 3 0-16,8 8 0 15,4-4 0-15,8 5 0 0,6 0 0 0,5 3 0 16,4 1 0-16,7-2 0 0,9-1 0 16,9-3 0-16,12 1 0 0,10-3 0 0,10 8 0 15,8 2 0-15,4 5 0 0,2 1 0 16,5 8-164-16,-2 1-724 0,5 4-79 0,-7 4 115 15,-1 3-957-15,-2 2-1238 0</inkml:trace>
  <inkml:trace contextRef="#ctx0" brushRef="#br0" timeOffset="22878.87">13871 9883 4733 0,'0'0'-168'0,"0"0"65"0,4 9 65 15,-4-9 66-15,0 0 53 0,0 0 41 0,5 8 21 16,-5-8 9-16,0 0 15 0,0 0 7 15,10 4 4-15,-10-4 1 0,0 0-17 0,0 0 1 16,0 0-20-16,19-2-4 16,-19 2-9-16,0 0-8 0,18-10 0 0,-13 3-9 15,1-2-16-15,-3 1-4 0,-1-4-6 16,0-2-12-16,0-1-10 0,-4-2 4 0,-2-3-13 16,1-1-11-16,-7 3 4 0,1 1-12 15,-5 1-4-15,-9-3-6 0,3 9-2 0,-1 6-6 16,-4 0 4-16,2 4-7 0,-1 4 6 15,-12 8 0-15,2 0-4 0,6 5 2 16,1 2 2-16,6 5-3 0,2-1 4 0,8 4-4 16,5 4 0-16,6-3 2 0,6-4-1 0,3 9-3 15,9-4-3-15,0 0 9 16,5-6-9-16,0 1 4 0,1-4 0 0,-8-8 5 16,4-2 24-16,-8-6 11 0,4 2 14 15,-3-4 13-15,1 0-66 0,-1-2-19 0,-13 0 0 16,25-4 0-16,-16 1 0 0,3-2 0 15,-4 3 0-15,-8 2 0 0,14-5 0 0,-14 5 0 16,12-3 0-16,-12 3 0 0,0 0 0 16,13 7 0-16,-7 2 0 0,-1 5 0 15,0 1 0-15,1 3 0 0,-5 4 0 0,3 0 0 16,0 3 0-16,-2-4 0 0,-2 3 0 16,-2-7 0-16,0 4 0 0,0-3 0 0,-2-1 0 15,3-1 0-15,-5-1 0 0,-1-1 0 16,0 1 0-16,-2-3 0 0,0 0 0 15,-3-2 0-15,-1-1 0 0,-5 1 0 16,3-3 0-16,-6 0 0 0,5-4 0 0,-2 0 0 16,-2-1 0-16,2 0 0 0,2-2 0 15,2-2 0-15,-2 0 0 0,3 1 0 0,-1-3 0 16,3 1 0-16,1 0 0 16,1-3 0-16,1 1-139 0,4 0-441 0,1-2-120 0,3 7-207 15,5-15 76-15,6 5 97 0,5-2-728 16,11-5-912-16</inkml:trace>
  <inkml:trace contextRef="#ctx0" brushRef="#br0" timeOffset="23295.71">14820 9714 3869 0,'2'-17'46'0,"1"5"61"0,-3 1 37 0,2 2 19 0,-2 2 24 16,0 7 16-16,0 0 33 0,0 0 30 0,0 0 2 16,-34 18 5-16,14 5 6 0,-11 14 1 15,3 6-10-15,-3 6-9 0,1 6-27 16,-9 13-24-16,13-12-15 0,1 0-21 16,6 0-17-16,2-4-17 0,5-2-11 0,5-9-29 15,5-6-100-15,-2-4 0 0,4-4 0 16,4-3 0-16,-1-4 0 0,3-1 0 0,1-5 0 15,5-2 0-15,-1-4 0 0,3-3 0 16,-1-1 0-16,3-4 0 0,1-4 0 16,0-1 0-16,-2-1 0 0,3-7 0 0,-4 0 0 15,6-9 0-15,-9 3 0 0,-3 1 0 16,-2 3 0-16,-5 1 0 0,-2 1 0 0,-5-1 0 16,-2 0 0-16,-9 4 0 0,-2-1 0 15,-4 6 0-15,-1 2 0 0,-5 3 0 16,2 0 0-16,0 2 0 0,4 2 0 15,0 0 0-15,7 0-515 0,-4 1-222 0,5 0-180 16,7-2 77-16,3 2 81 0,3-2-745 16,2-3-951-16</inkml:trace>
  <inkml:trace contextRef="#ctx0" brushRef="#br0" timeOffset="24080.77">16066 9731 4213 0,'6'-15'29'0,"-4"4"60"0,-2-1 57 15,0 1 52-15,2 3 43 0,-2 8 35 16,-2-12 3-16,2 12-18 0,0-9-31 15,0 9-23-15,0 0 31 0,0 0 14 16,-13 36-2-16,3-1 1 0,7 6 1 0,-6 15-25 16,7 4-10-16,1 2-22 0,1-2-55 15,0-2-140-15,1-2 0 0,1-12 0 16,3-3 0-16,-1-2 0 0,-1-4 0 0,1-10 0 16,-2-2 0-16,0-7 0 0,0-3 0 15,-2 1 0-15,1-2 0 0,-1-4 0 0,2 1 0 16,-2-1 0-16,0-8 0 0,0 11 0 15,0-11 0-15,2 6 0 0,-2-6 0 0,0 0 0 16,2 6 0-16,-2-6 0 0,0 0 0 16,0 0 0-16,0 0-301 0,0 0-378 0,0 0-187 15,4-19-13-15,-2 14 99 16,4-2-814-16,1 0-1034 0</inkml:trace>
  <inkml:trace contextRef="#ctx0" brushRef="#br0" timeOffset="24429.41">16451 9828 4508 0,'4'-24'52'0,"-4"6"59"0,0 1 56 16,0 5 53-16,0 0 62 0,-2 3 19 0,2-1 5 16,0 4-24-16,0 6-35 15,0-9-30-15,0 9 9 0,0 0 27 0,0 0-9 16,6 42-14-16,-4-6-19 0,1 7-5 15,4 13-78-15,-2 3-128 0,1 1 0 0,-1-2 0 16,-1-4 0-16,0 3 0 0,-2-14 0 16,0 0 0-16,-2-4 0 0,0-8 0 0,0-6 0 15,-2 0 0-15,4-8 0 0,-2-1 0 16,0-3 0-16,0-1 0 0,0 0 0 0,0-5 0 16,0-2 0-16,0-5 0 15,4 5 0-15,-4-5 0 0,0 0 0 0,0 0 0 16,0 0 0-16,11-17 0 0,-5 12 0 15,-4-2 0-15,1-1-416 0,-1 1-328 0,5 0-187 16,-6 2 80-16,3-2 99 0,0 2-777 0,-4 5-975 16</inkml:trace>
  <inkml:trace contextRef="#ctx0" brushRef="#br0" timeOffset="24828.71">17321 9825 4528 0,'3'-14'81'0,"-1"4"34"0,2 3 25 0,-2-1 33 16,-2 8 23-16,0-7 6 0,0 7 2 16,0 0 40-16,0 0 22 0,-20 15-5 0,-2 9-6 15,-6 8 3-15,-5 8-12 0,-4 3-26 16,-1 5-18-16,2-3-18 0,4 6-17 0,2-3-16 15,5 0-53-15,3-2-98 0,8 0 0 16,2-12 0-16,4 1 0 0,6-6 0 0,4-5 0 16,0 0 0-16,6-3 0 0,2-2 0 15,3-3 0-15,4-3 0 0,2-4 0 0,-2-5 0 16,3 0 0-16,-4-3 0 0,5-2 0 16,-4-3 0-16,4-2 0 0,-1-3 0 0,-6-2 0 15,2-4 0-15,-3 0 0 16,-1-1 0-16,-3-1 0 0,-5 2 0 0,0 0 0 15,-4 2 0-15,-4 0 0 0,-2 1 0 16,-3 0 0-16,-5 2 0 0,-9 1 0 0,5 3 0 16,-9 1 0-16,2 2-360 0,-2-1-425 15,0 4-157-15,3 4 91 0,-2 2-936 0,3-2-1215 16</inkml:trace>
  <inkml:trace contextRef="#ctx0" brushRef="#br0" timeOffset="26694.76">10288 11579 4517 0,'0'0'-236'0,"0"0"46"0,2-7 25 15,-2 7 28-15,0 0 27 0,0 0 32 16,-16-3 28-16,16 3 26 0,-22 3 21 16,8 0 20-16,-2 4 12 0,-5 0 8 0,-12 5 15 15,3 0 14-15,-3 5 4 0,-8 4-3 16,8-4 3-16,-9 5-3 0,2 0-5 0,-2 3 2 15,2 2-9-15,-1-1-7 0,-4 5-1 16,0-2-8-16,-7 3 1 0,0 2-3 16,-2 2-8-16,-15 8 1 0,0-1-5 0,-1-2-4 15,17-6 3-15,-5-2 5 0,-10 10 14 16,12-11 11-16,3 3 10 0,-1-2 1 16,3-2-5-16,0 2-3 0,3-2 7 0,1 2 15 15,-5-1-1-15,5-2-7 0,4 3-9 16,-2-4 12-16,-1-2-2 0,4-1-6 15,2-2-11-15,7-5 1 0,6-1-4 0,2-2-10 16,0-1-1-16,5-3-1 0,5-3-2 16,2-1-6-16,1-3-1 0,3 2-4 0,1-2 2 15,1 1 11-15,1-3 1 0,0 0 10 16,-1 1 5-16,7-4-5 0,-10 5 0 16,10-5-4-16,-8 5-6 0,8-5-4 15,-9 3-3-15,9-3 0 0,-10 6-6 0,1-3-4 16,9-3-23-16,-11 3-32 0,2 1-39 15,9-4-51-15,-9 5-72 0,4 0-90 0,5-5-92 16,-8 5-113-16,8-5-204 0,-2 6 19 16,2-6 79-16,0 0-398 0,0 0-469 15</inkml:trace>
  <inkml:trace contextRef="#ctx0" brushRef="#br0" timeOffset="27981.21">6502 13650 2616 0,'-10'-4'14'16,"5"-2"40"-16,5 6 32 0,-7-11 23 0,5 5 9 15,2 6 13-15,5-18 11 0,1 9 2 16,5 0-9-16,4 2-4 0,2-2-13 16,6 6-10-16,0 3-5 0,13 3-15 0,2 8-5 15,0 3-7-15,6 4-6 0,-11-1-14 16,-5 4-2-16,-3 2-4 0,-8 3-4 0,-10-3-4 16,-2-1 4-16,-10 3 4 15,-8 7 13-15,-10 7 8 0,-4 1 9 0,-7-5 12 16,0 0 1-16,-6-4 3 0,4 0 12 15,2-3 5-15,7-6 1 0,1-4 2 0,6-2-9 16,5-5-7-16,3 0-10 0,3-1 4 16,4-1 32-16,-1-1 46 0,6-1 15 0,0-7-2 15,20 12-29-15,3-5-13 0,10-2-13 16,8-1-14-16,6-3-12 0,2-1-9 16,0 0-7-16,5 0-9 0,-2 0-7 0,-5-1-11 15,-5-1-3-15,-7 2-7 16,-10-2-4-16,-7 2-2 0,0-1-7 0,-6 2-3 15,-12-1-6-15,24-1-4 0,-24 1-3 0,14 1-4 16,-14-1-4-16,11 2 4 0,-11-2-6 0,0 0-28 16,0 0-49-16,1 7-63 15,-1-7-69-15,0 0-76 0,0 0-88 0,-7 10-107 16,7-10-140-16,-7 5-255 0,7-5 76 16,0 0 84-16,-3 6-543 0,3-6-708 15</inkml:trace>
  <inkml:trace contextRef="#ctx0" brushRef="#br0" timeOffset="29294.91">7721 13701 3222 0,'7'-6'-111'0,"-6"0"59"0,3 1 51 0,2 0 54 16,-6 5 53-16,5-9 26 0,-3 1 32 15,-2 8 19-15,5-8 11 0,-5 8 8 0,2-8-2 16,-2 8-11-16,5-6-12 16,-5 6-21-16,0 0-19 0,0 0 22 0,0 0 14 15,0 0-7-15,-7 26 1 0,4-8-13 16,-3 4-10-16,3 2 0 0,-5 10 11 0,5-2-10 16,0-5-11-16,1-3-8 0,2 2-4 15,5-2-7-15,-2-2-11 0,1 0 2 16,1-5 7-16,3 0 9 0,2-3-2 0,-1-3-5 15,4-4-6-15,1-2-10 0,3-1-12 16,-2-4-8-16,2-6-4 0,4 0-11 0,8-7-7 16,-2-1-4-16,-1-3-20 15,-1-2-33-15,-2-3 0 0,-2 3 0 0,-2-3 0 16,-4 5 0-16,-3 5 0 0,-3 3 0 0,-1 1 0 16,-3 1 0-16,-1 4 0 0,-4 3 0 15,0 0 0-15,0 0 0 0,0 20 0 16,-2-4 0-16,-2 4 0 0,1 14 0 0,-3 2 0 15,4 3 0-15,0 0 0 0,2 0 0 16,0-1 0-16,2 0 0 0,2-2 0 16,1-4 0-16,-3-6 0 0,0-3 0 0,0-6 0 15,0-5 0-15,0 2 0 0,1-2 0 16,-3-3 0-16,0-1 0 0,1 0 0 0,-1-1 0 16,0-2 0-16,0-5 0 15,2 9 0-15,-2-9 0 0,0 0 0 0,-2 8 0 0,2-8 0 16,0 0 0-16,0 0-234 15,0 0-202-15,0 0-114 0,0 0-143 0,0 0-189 16,0 0 78-16,0 0 94 0,-14-20-610 16,14 20-778-16</inkml:trace>
  <inkml:trace contextRef="#ctx0" brushRef="#br0" timeOffset="29943.86">8762 13650 3608 0,'-12'-4'-40'0,"12"4"34"0,-13-5 28 0,13 5 36 15,-7-5 47-15,7 5 19 0,0 0 11 16,-7-3-3-16,7 3-7 0,0 0-1 0,0 0-7 16,27-8-10-16,-11 6-10 0,2-2-5 15,7 1-5-15,-3 1-3 0,-3 0-7 16,1 2-11-16,-2 0-4 0,-2 2-9 15,2 1 7-15,-5 6 13 0,-3 3 14 16,1 2 19-16,-3 5 21 0,-7 3 17 0,1 1-8 16,-4 14 10-16,-1 3-3 0,-3 1 6 15,1 1-3-15,-1 1-14 0,0 0-6 0,-2-1 4 16,5-1-9-16,-3-4-11 0,2-1-11 16,2-7-8-16,-1-5-8 0,1-1-9 0,-1-5-4 15,1-1-10-15,2-5-3 16,0-1-11-16,-2 1-2 0,2-4-18 0,0-1-50 0,0-7-49 15,0 10-93-15,0-10-88 0,4 4-109 16,-4-4-111-16,0 0-140 0,0 0-226 16,0 0 73-16,0 0 79 0,0 0-520 15,20-15-672-15</inkml:trace>
  <inkml:trace contextRef="#ctx0" brushRef="#br0" timeOffset="30178.86">8775 14156 3511 0,'-15'-2'124'0,"1"0"49"16,14 2 40-16,-12-1 44 0,12 1 36 15,0 0-23-15,-9-4-6 0,9 4-21 16,25-8-25-16,-4 3-19 0,17-2-22 16,3 0-15-16,2 0-27 0,-1 1-52 0,0-1-48 15,-4 0-50-15,-2 3-48 0,-7 1-37 16,-4-1-38-16,-6 2-47 0,-6 2-62 0,-2 0-42 15,0-1-59-15,-11 1-92 0,0 0-155 16,11 1-69-16,-11-1 73 0,0 0-321 0,0 0-394 16</inkml:trace>
  <inkml:trace contextRef="#ctx0" brushRef="#br0" timeOffset="32077.52">10694 11788 2364 0,'-6'-5'-41'0,"1"0"37"0,-1 0 32 0,3 0 24 0,-4 0 23 0,3-1 21 0,1 0 30 16,-3 2 24-16,4-3 12 0,2 7 4 0,-7-8-3 15,3 2-8-15,4 6-14 0,0-7-14 16,0 7-15-16,6-5-7 0,-6 5-6 0,16-4-2 16,-16 4-1-16,31 6 0 0,-8 0-3 15,11 7-6-15,4 3-9 0,12 9 0 0,5 3-8 16,-1 2-9-16,16 13-3 0,0 5-5 16,7-1-4-16,1 3-4 0,4-1-4 0,2 1-8 15,4 4-1-15,1 0-4 0,1 0-3 16,5 5-2-16,4 1 1 0,0 0 18 15,3-1 29-15,0 0 12 0,2 0-4 0,-2-6 8 16,-1 1-2-16,-4 0 15 16,-6-3 1-16,1 3 6 0,-5-5 19 0,3-3-2 15,-10 0 1-15,0-5-2 0,-23-10-4 16,0-6-5-16,-10-2-7 0,-13-5-12 0,-4-5-7 16,-7-2 7-16,-8-2 17 0,-1-3 7 15,-3 0 9-15,0-1-4 0,-1-2-11 0,-4 0-6 16,1 1-11-16,-1-2-7 0,-6-2-12 15,12 1-20-15,-12-1-34 0,0 0-43 0,0 0-79 16,15-5-85-16,-15 5-86 0,5-5-113 16,-5 5-142-16,4-5-161 0,-4 5-170 15,0 0 86-15,0 0-715 0,0 0-932 0</inkml:trace>
  <inkml:trace contextRef="#ctx0" brushRef="#br0" timeOffset="32676.78">12602 13539 4361 0,'-6'-5'35'15,"2"0"34"-15,1-1 34 0,3 6 28 0,-4-6 5 16,4 6 1-16,7-8-2 0,1 4-12 16,3 0-13-16,6 1-8 0,3-1-13 0,7 3-5 15,-7 1-11-15,9 0-6 16,-3 1-6-16,-1 3-6 0,0-1-12 0,-3 1-4 15,-6 2-4-15,5 1-2 0,-8 0-2 0,-5 0 8 16,-3 1 6-16,-2 3 10 0,-8 1 14 16,0 0 1-16,-14 10 0 0,-2-2 0 15,-2 1 18-15,0-1 0 0,5-6 4 16,4-2-13-16,3-3 1 0,1 2-10 0,2-3 8 16,2-2 26-16,5 6 21 0,1-6 13 15,1 4-9-15,5-1 2 0,4 3-16 0,3 0-4 16,1 0-11-16,1 2-12 0,2-2-13 15,-4 3-45-15,3-1-30 0,-3 1 0 0,-2-1 0 16,-1-2 0-16,-1 1 0 0,-3-1 0 16,-1 2 0-16,-3-3 0 0,1-2 0 15,-8 3 0-15,4-2 0 0,-5-1 0 16,-1 1 0-16,-3 0 0 0,-2-3 0 0,1-4 0 0,2 2 0 16,-3-1 0-16,12-4 0 15,-16 0 0-15,3-2 0 0,4-2 0 0,2-1 0 16,0-1 0-16,5-2-21 0,1 1-530 15,1-2-143-15,3 0-214 0,6-3 42 16,2-1 102-16,3 1-728 0,6-6-939 0</inkml:trace>
  <inkml:trace contextRef="#ctx0" brushRef="#br0" timeOffset="32976.96">13247 13590 4366 0,'-3'-12'39'0,"-5"2"58"0,5 3 61 0,-1 0 59 0,4 7 34 15,-6-10 39-15,6 10 14 0,-1-7-9 16,1 7-22-16,0 0-27 0,3-8-24 16,-3 8-24-16,19-4-14 0,-4 6-22 0,2 1-19 15,4 4-18-15,6 7-12 0,-2 1-4 16,-3 4-18-16,-1 3-6 0,-7 2-5 0,-1 5 4 16,-5 0-25-16,-5-2-59 0,0 0 0 15,-3-1 0-15,0-1 0 0,-3 3 0 16,2 6 0-16,-3-5 0 0,0-5 0 15,2-2 0-15,0-5 0 0,2 1 0 0,-1-5 0 0,1-1 0 16,-2 1 0-16,2-5 0 16,2 1 0-16,-4-2 0 0,0 1 0 0,6 1-172 15,-3-1-276-15,1 1-75 0,2 1-125 16,3-3-238-16,-2 0 74 0,1-2 96 0,-3 0-640 16,-3-5-810-16</inkml:trace>
  <inkml:trace contextRef="#ctx0" brushRef="#br0" timeOffset="33909.97">14170 13587 3590 0,'4'-16'-8'0,"2"6"74"0,-5 0 58 16,1 3 38-16,2 0 41 0,-4 7 20 0,5-8 8 16,-5 8-25-16,2-7-25 15,-2 7-16-15,0 0 48 0,0 0 7 0,0 0-4 16,9 29-18-16,-6-12-13 0,-1 0-10 15,4 5-15-15,-1 0-12 0,4 1-20 0,-6 0-9 16,5-1-7-16,-1-3-11 0,1 1-7 16,-2-3-17-16,1-5-1 0,-3 2-6 0,2-4-3 15,0-1-4-15,-4-2 10 0,5-3-4 16,1 0-6-16,-8-4-5 0,19 0-8 16,-19 0-4-16,25-12-1 0,-10 2-10 0,2-5-3 15,-2 4 0-15,-1-1-4 0,-3 4-3 16,0-1-9-16,-2 3-6 0,-2 0-10 0,-7 6 0 15,9 0 4-15,-9 0 1 16,0 0 1-16,9 21-1 0,-9-7 1 0,0 3 2 16,0 8-2-16,0 1-2 0,-1 1-4 15,2 9 0-15,-1-5 0 0,0-4 0 0,2 0 0 16,1-3 0-16,1-2 0 0,-1-5 0 16,-3 0 0-16,2-3 0 0,0-3 0 0,0 0 0 15,0-2-78-15,1-4-102 0,3-1-83 16,-6-4-103-16,16 0-132 0,-16 0-148 15,16-8-210-15,-4-2 64 0,3-2 86 0,8-8-589 16,4-1-752-16</inkml:trace>
  <inkml:trace contextRef="#ctx0" brushRef="#br0" timeOffset="34309.61">15270 13501 3911 0,'0'-15'158'0,"0"3"55"0,-4 2 49 0,4 5 15 0,0 5 16 16,-2-12-21-16,2 12-22 0,0 0 32 16,0 0 14-16,-16 19-5 0,-2 8-13 0,0 5-3 15,-5 9-13-15,-1 5-21 0,-2 4-16 16,1 2-26-16,0 1-17 0,2 0-158 16,4-2-24-16,3-1 0 0,5-3 0 15,1-10 0-15,6-4 0 0,1-6 0 16,3-4 0-16,0-4 0 0,2-3 0 0,-1-2 0 15,6-4 0-15,2 1 0 0,0-8 0 16,3 1 0-16,1-3 0 0,-13-1 0 0,29-8 0 16,-11-1 0-16,-4-3 0 0,-1 0 0 15,1-2 0-15,-1-1 0 0,-1-1 0 0,-5 3 0 16,-3-3 0-16,-2 5 0 0,-2-1 0 16,-4 0 0-16,1 3 0 0,-7 1 0 0,-2-2 0 15,-1 5 0-15,0 2 0 16,-4-1 0-16,-1 4 0 0,4 0 0 0,-2 0 0 15,-3 2-289-15,2 0-403 0,1 0-234 16,5 2 34-16,0-2 104 0,5 2-778 0,6-4-1008 16</inkml:trace>
  <inkml:trace contextRef="#ctx0" brushRef="#br0" timeOffset="34977.15">16512 13542 4286 0,'2'-17'-62'0,"-4"3"34"0,2 4 37 0,-1 0 33 0,-3 1 26 0,-2 1 8 0,0 0 8 16,-5 1-3-16,0 5-2 0,-5 0 1 15,-4 6-3-15,-3 1 4 0,-12 3 6 16,2 6-1-16,5 1-4 0,0 1-5 0,3 4-10 15,3-1 1-15,10 0 7 0,1-2 2 16,4-2 16-16,5 4 4 0,4-2 12 16,5 4-20-16,5 6-3 0,5 0-7 0,2 0-8 15,3-3-13-15,-8 0-3 0,2-8 3 16,-5 0 13-16,2-1-4 0,-3-1-1 0,-4 0 22 16,-1-2-11-16,3 0 12 0,-5 0 17 15,-3-2 6-15,0-1 7 0,0 1-3 0,-3 0-7 16,-3 1-8-16,-1-1-5 15,-2 1-13-15,-7 1-9 0,3-4-7 0,-3 1-4 16,3-3-8-16,-2 0-10 0,0-1-27 16,-3 0-42-16,4-1-47 0,0-1-63 0,1-2-73 15,3 1-95-15,0-2-132 0,10 0-132 16,-11-6-160-16,13-3-81 0,6-4 89 0,9-8-615 16,12-2-790-16</inkml:trace>
  <inkml:trace contextRef="#ctx0" brushRef="#br0" timeOffset="35326.01">17099 13439 3918 0,'-4'-11'47'0,"1"1"33"15,-5 0 18-15,3 6 19 0,-6 0 8 16,0 3 4-16,11 1 2 0,-32 2-2 0,2 11-6 16,-3 3 2-16,3 1 1 0,-6 8-6 15,2 4-8-15,0 0-13 0,10-5-7 16,3 2-8-16,5-1-2 0,11-4 7 15,1-1 5-15,6-4 8 0,5 1 3 0,9 5-4 16,7-1-2-16,1 2-14 0,5-6 15 16,-2 0-5-16,-2 0-1 0,-4-4-6 0,-5 0 0 15,-2-1 7-15,-1 1 3 0,-1 3 13 16,-4-4 11-16,-5 1 0 0,1-1 3 0,-6 2 5 16,0 1 2-16,-3-3 1 0,-3 5-2 15,-6-3-16-15,3 1-115 0,-4-1 0 0,-4-1 0 16,-4 3 0-16,0-4 0 15,4-3 0-15,0-1 0 0,0-2 0 0,0 0 0 16,4-3 0-16,0-1 0 0,-1-2 0 16,3 0-200-16,1-2-277 0,12 2-149 15,-15-9-247-15,12 3 7 0,3 0 104 0,0-1-730 16,0 7-939-16</inkml:trace>
  <inkml:trace contextRef="#ctx0" brushRef="#br0" timeOffset="35794.81">18149 13675 4346 0,'4'-9'0'0,"2"3"10"16,-5 1-3-16,-1 5 3 0,0 0 75 0,0 0 53 15,0 0 20-15,-18 22 6 16,0 0 5-16,-7 3-6 0,-1 8-7 0,-5 1 0 0,4 2-26 16,3-2-9-16,9-1 1 0,2-2-14 15,3 2-5-15,4-8-10 0,6-3 0 16,4-5-10-16,-1 4 3 0,9-5-8 16,3-1-10-16,8 0-8 0,8-3-6 15,-4-4-3-15,-2-2 3 0,-4-3-3 0,-5-3 36 16,6-1 26-16,-8-3 21 0,2-2 6 15,-3-7 6-15,-1-1 9 0,-6-1-4 0,-4-5-8 16,-8-3-2-16,-8-12-77 0,-9-4-64 16,-6 2 0-16,0-1 0 0,-3 2 0 0,0 2 0 15,8 10 0-15,5 2 0 0,1 4 0 16,5 7 0-16,4-1 0 0,1 4 0 0,2 1 0 16,1-1 0-16,3 2 0 0,0 2 0 15,2 4 0-15,13-11 0 0,1 10 0 0,11-2 0 16,0 1-290-16,20 6-386 15,3-4-233-15,3 1 15 0,11 3 100 0,3 5-780 16,1 2-1016-16</inkml:trace>
  <inkml:trace contextRef="#ctx0" brushRef="#br0" timeOffset="36144.67">18852 13708 4585 0,'0'0'24'0,"0"-7"49"0,0 7 31 0,0-8 35 16,0 8 14-16,0 0-6 0,0 0-19 15,0 0-10-15,0 0 6 0,0 0 7 16,0 0-4-16,-11 29-17 0,5-10-5 0,-2 2-12 0,-3 8-9 16,2 2-1-16,1-1-12 0,2-2-8 15,4-4-5-15,2-3-8 0,0-3 1 16,2 1 4-16,2-2-13 0,3-1 1 16,2-4-5-16,-2-1 4 0,2-1-2 15,3-5 41-15,-6-2 41 0,-6-3 29 0,13 2 10 16,-13-2 7-16,0 0 6 0,3-17 8 15,-10 3 10-15,-4 0-113 0,-12-9-79 0,-4-4 0 16,-7-4 0-16,-4 1 0 0,0-1 0 16,1 3 0-16,9 6 0 0,4 0 0 15,2 2 0-15,8 6 0 0,3-1 0 16,10 1 0-16,2 2 0 0,7-3 0 0,15-3 0 16,6 1 0-16,3 1 0 0,4 7 0 15,3-1 0-15,2 3 0 0,3 7 0 0,0 2 0 16,1 0-515-16,3 3-506 0,-2 0 113 15,-2 4-1046-15,-4 2-1375 0</inkml:trace>
  <inkml:trace contextRef="#ctx0" brushRef="#br0" timeOffset="37059.55">15521 10681 4933 0,'4'-7'-277'0,"0"0"40"16,-2 1 33-16,0 2 17 0,4-1 21 15,-6 5 18-15,14-6 28 0,-2 6 35 0,5 4 32 16,15 1 29-16,13 5 16 0,12 7 10 16,10 2 4-16,18 10 1 0,5 2-1 0,9 1 4 15,7 6 3-15,11 5 2 16,6 5 5-16,51 19 0 0,2 0-3 0,-3 2-3 15,12 0-5-15,2 5 7 0,8-2-4 16,11 0 1-16,1-1 3 0,0-4-6 0,-3-8 6 16,-2-1 9-16,2-6 1 0,-3-6 3 15,-2-1-2-15,-9 0-6 0,-41-11 15 0,4-1-12 16,43 9 0-16,-43-9-2 0,-3 0 6 16,3-2-9-16,-1 1 8 0,-1-2 2 0,-1 4 2 15,5 0 5-15,-3-2-7 0,-1 1 12 16,-1 2-8-16,-2-4 2 0,1 2 7 15,-4 2 3-15,0-1-4 0,-2 0 9 16,-4-1 1-16,-10-3 8 0,-9 0 2 0,-7-2 8 16,-10-2 12-16,-7-5 14 0,-32-5 11 15,-5-1 4-15,-15-4 11 0,-6-3 7 0,-5-1 12 16,-9 0 15-16,-7-4 10 0,0 1 8 16,-3-1-1-16,-5-1-5 0,1 0-22 15,1-1-15-15,-11-1-14 0,13 2-7 0,-4 0-27 16,-9-2-58-16,9 2-77 0,-9-2-93 15,9 3-131-15,-9-3-141 0,6 5-117 0,-6-5-250 16,0 0 63-16,0 0 87 0,-26 9-472 16,8-8-576-16</inkml:trace>
  <inkml:trace contextRef="#ctx0" brushRef="#br0" timeOffset="37675.83">21789 13803 3471 0,'-1'-19'247'0,"1"4"34"0,0 1 31 0,0 4 28 0,0 1-3 16,0 3-15-16,0 0-35 0,0 6-29 16,0 0-10-16,0 0 19 0,0 0-15 0,12 23-28 15,0 6-18-15,-2 4-21 16,1 5-14-16,3 9-14 0,-5-10-17 0,2 2-12 16,1-4-12-16,-5 2-15 0,1-3-9 15,-3-3-43-15,4-8-49 0,-8-4 0 0,3-2 0 16,-6-3-12-16,4-2-135 0,0 0-73 15,0-4-77-15,-4 1-149 0,0-4-161 16,2-5-196-16,0 0-23 0,0 0 88 0,4 5-655 16,-4-5-845-16</inkml:trace>
  <inkml:trace contextRef="#ctx0" brushRef="#br0" timeOffset="38142.49">22505 13834 3784 0,'-5'-7'115'0,"-4"0"26"16,-1 2 19-16,2-1 20 0,8 6 3 0,-11-8-11 16,11 8 3-16,0 0 33 0,0 0 20 15,-25 16-4-15,18-4-22 0,-3 5-13 16,4 3-20-16,-5 14-13 0,3-5-13 0,3 4-13 16,0-6-10-16,3-2-11 0,2-1-9 15,0 0-7-15,2 0-12 0,-2-5-10 0,3-1-6 16,1 0-7-16,-2-1-2 0,-1-2-8 15,3 0-2-15,0-3-4 0,-1 0 0 0,3-1-6 16,1-1-1-16,-2-2-3 16,1 1-1-16,1-1 5 0,0-2 0 0,5 0 3 15,-2-4 1-15,1 1-4 0,1 0-1 16,1-3-3-16,-13 0 3 0,26-3-6 0,-10-2 4 16,1 1 4-16,0-4-5 0,2-2 4 15,-2 1 3-15,1-5 3 0,-3 1-12 0,0-2-30 16,-4 0 0-16,1-1 0 0,-2-1 0 15,-3 0 0-15,-1-4 0 0,-5 4 0 16,-1 2 0-16,-1-2 0 0,-9-2 0 0,-2 4 0 16,-8-5 0-16,-7 3 0 15,-1 3 0-15,-7 3 0 0,1 3 0 0,-1 0 0 16,9 4 0-16,1-1 0 0,8 5 0 16,0 0-10-16,1-2-183 0,5 2-50 0,-1 2-48 15,3-2-69-15,9 0-91 0,-13 7-104 16,11-1-170-16,2-6-70 0,0 8 91 0,0-8-610 15,15 10-772-15</inkml:trace>
  <inkml:trace contextRef="#ctx0" brushRef="#br0" timeOffset="38676.58">22902 13820 3638 0,'-4'-15'0'0,"0"3"72"0,2 3 46 0,2 1 40 16,-1 3 24-16,1 5 12 0,-2-9-7 15,2 9-18-15,0 0 7 0,0 0 52 0,0 0 15 16,0 0 4-16,3 26-7 0,-1-9 5 15,2 7-14-15,0 10-15 0,2 0-17 16,2 2-16-16,1-1-14 0,1-2-16 16,1-1-16-16,2-6-2 0,6 3-20 0,-4-8-4 0,1-3-5 15,-1-4 1-15,0-4 6 16,3-3 0-16,-3-4-107 0,2-1-6 0,4-4 0 16,-2-1 0-16,11-8 0 0,-1-4 0 15,2-2 0-15,3-12 0 0,-2-2 0 0,-7 6 0 16,-2 0 0-16,-3 4 0 0,-2 7 0 15,-9 2 0-15,1 0 0 0,-2 5 0 0,-3-1 0 16,1 6 0-16,-6 2 0 0,0 0 0 16,4 19 0-16,-4 1 0 0,0 5 0 15,0 0 0-15,0 14 0 0,0-2 0 16,0 1 0-16,1 0 0 0,6 0 0 0,-2-3 0 16,-1-2 0-16,0-8 0 0,-1-4 0 15,1-3 0-15,-2-5 0 0,-2-1 0 0,2 0 0 16,0-1 0-16,2-1 0 0,-2-1-407 15,2-4-328-15,-4-5-214 0,5 5 81 16,-5-5 97-16,0 0-746 0,0 0-963 0</inkml:trace>
  <inkml:trace contextRef="#ctx0" brushRef="#br0" timeOffset="39043.75">24373 13789 4479 0,'-1'-25'100'0,"-3"4"37"0,2 6 45 0,2 3 55 0,-2 0 51 15,2 3 25-15,-2 1-8 0,2 0-24 16,0 8-36-16,0 0-27 0,0 0 18 15,0 0 17-15,0 0-2 0,8 37 15 16,-6-2-11-16,-1 8-110 0,1 3-145 0,2 11 0 0,-2 1 0 16,1-3 0-16,-1 0 0 15,0-11 0-15,3-2 0 0,-5-5 0 0,2 1 0 16,-1-9 0-16,-1-3 0 0,0-7 0 16,0-1 0-16,0-2 0 0,0-3 0 0,0-1 0 15,0-2 0-15,0-2 0 0,0 1 0 16,0-2 0-16,0-7 0 0,2 7 0 0,-2-7-666 15,0 0-332-15,0 0 81 0,0 0 105 16,21-26-820-16,-8 11-1070 0</inkml:trace>
  <inkml:trace contextRef="#ctx0" brushRef="#br0" timeOffset="39292.91">24845 13865 4889 0,'5'-14'170'0,"-3"0"84"0,-2 7 33 15,0 0 40-15,2 2-3 0,-2 5-27 0,0 0-29 16,0 0 30-16,0 0 22 0,0 0-2 16,11 29-26-16,-7-5-145 0,-1 14-147 0,6 3 0 15,-6 0 0-15,1 2 0 0,0-3 0 16,-3 1 0-16,3-2 0 0,-2-1 0 0,-2-7 0 16,2-8 0-16,-2-1 0 15,0-3 0-15,0-2 0 0,0-5 0 0,0 2 0 0,2-2 0 16,-2-3 0-16,0-1 0 0,3-2-476 15,-3-6-354-15,9 4-116 0,-9-4 96 16,0 0-881-16,23-5-1163 0</inkml:trace>
  <inkml:trace contextRef="#ctx0" brushRef="#br0" timeOffset="39491.78">25526 13925 5090 0,'-7'-11'44'0,"0"4"32"0,4 0 25 15,1 4 18-15,2 3 2 0,0 0 32 16,0 0 57-16,0 0 21 0,-29 15-4 16,22 4 12-16,-2 0 1 0,-2 12 3 0,4-5-4 15,3-3-1-15</inkml:trace>
  <inkml:trace contextRef="#ctx0" brushRef="#br0" timeOffset="43457.73">17857 10392 1146 0,'-7'-6'33'0,"5"1"12"0,0-1 21 0,-3 0 10 0,1 0 27 0,2-2 18 16,-1 5-2-16,0-5 8 15,1 2 14-15,0 0-2 0,2 6-2 0,-4-12-10 16,4 12-11-16,-1-6-12 0,1 6-9 15,0 0-7-15,1-7-1 0,-1 7 11 0,0 0-1 16,18 0 1-16,-18 0 4 0,18 3 1 16,-4 1 1-16,5-1 10 0,8 0-2 0,9 3 2 15,4-2 0-15,7 4-7 16,12-2-3-16,2 3-11 0,0-2-5 0,2 2-6 0,7 4-5 16,-6-3-11-16,5 1-5 15,-3 1-6-15,2 0-5 0,2-2-5 0,-4 2-6 0,1-2-1 16,-3-1-3-16,6-1-3 0,-6-1-4 15,1-1-1-15,2-2-3 0,-1 1-5 16,1 1 1-16,4 0-5 0,-1 0 0 16,4 0-5-16,-1 3 3 0,3-1 1 0,-2 4-3 15,6 1-5-15,18 3 4 0,3 3-2 16,-1 3-4-16,2-3 4 0,-3 4 0 16,1-2-3-16,2 1-1 0,-1-1 3 0,-1 3-2 15,-1-2-1-15,5 1 0 0,-2-3 1 16,6 0-4-16,-4 1 4 0,1-2-1 0,0-1 0 15,0 2-3-15,-1-6 2 16,1 6 1-16,-4-3-3 0,-2 5 5 0,-2-3-3 16,3 4-3-16,-7-1 1 0,-1 0 0 15,-20 1 3-15,-4-5-2 0,1 3-2 0,-2-1 1 16,-4 1 0-16,1 0 1 0,1 1 0 16,3-2 4-16,2 1-3 0,2 0-2 0,17 4 0 15,3-1 0-15,1 2-2 0,6-1 2 16,3 4-2-16,-3 3 0 0,3-2 1 0,3 2-2 15,-4 0 3-15,0-1 2 0,-3 3-3 16,-3 0 3-16,-2-5-3 0,1 0-3 0,-7 0 3 16,1-6 3-16,-18 0 0 0,0-3-2 15,5-1 3-15,15 5-6 0,-2 2 1 0,-14-7 3 16,13 5-3-16,3 1 4 16,-20-4-4-16,20 5 5 0,-6 3-6 0,-18-8 4 0,-5 1-4 15,-2-3 0-15,-5-2 2 16,-7 0-2-16,-15-5-2 0,-5-4 2 0,-5 1 3 15,-5-4-3-15,0 2-1 0,0 1 17 16,4-3 25-16,0 2 9 0,2 0-4 0,7 3-3 16,5-3-5-16,-1 3-4 0,2 2 3 15,14 2 2-15,-3 3-1 0,3-5 0 16,-11 3-6-16,-2-4-3 0,-2-1-2 16,-10-2-2-16,-7-2 16 0,0-2 18 0,-7 0 5 15,1-1 4-15,-3 0 4 0,0 1 6 16,0-2-4-16,2-1-9 0,0-1-7 15,1 2-5-15,-1 0 0 0,0-2-5 0,3 0-4 16,-3 3-2-16,3-3-5 0,-1 1-6 16,-1-1 0-16,0 2 4 0,0-2 0 0,-12 0-3 15,21 0 4-15,-10 0-1 0,-11 0 5 16,17 2-3-16,-9-2-1 0,-8 0 0 0,19 0-3 16,-10 0 0-16,-9 0-10 0,22 0-5 15,-11 0 7-15,-2 0-9 0,-9 0 4 16,19 2-4-16,-9-4-2 0,-10 2-2 15,15 2-3-15,-15-2 2 0,13 0-9 0,-13 0-13 0,11-2-29 16,-11 2-38-16,0 0-56 16,0 0-74-16,7-5-90 0,-7 5-98 0,-18-8-119 0,5 2-210 15,-6-2-10-15,-11-4 92 16,-1-3-485-16,1-1-597 0</inkml:trace>
  <inkml:trace contextRef="#ctx0" brushRef="#br0" timeOffset="44058.56">26367 12833 3318 0,'9'-8'137'0,"-1"4"30"0,-3 1-6 0,2-1-8 0,-7 4-8 0,0 0 38 16,0 0 27-16,0 0 14 0,13 13 1 15,-12-3 6-15,-1 4-9 0,2 5-9 16,-2 2-15-16,0 5-9 0,0-3-17 16,-2 5-20-16,4-1-12 0,-2-1-13 0,0-1-13 15,0 4-15-15,0-6-10 0,0 0-10 16,-2-1-54-16,2-3-65 0,0-1-73 0,-1-1-80 15,1-3-104-15,0 0-107 0,-2-2-109 16,4-3-148-16,-1-1-72 0,9-1 76 0,0-2-487 16,3-3-610-16</inkml:trace>
  <inkml:trace contextRef="#ctx0" brushRef="#br0" timeOffset="44457.78">26944 12922 3274 0,'4'-17'51'0,"0"3"47"15,0 2 26-15,1 1 13 0,2 0 19 16,4-1 14-16,0 1-3 0,1 2-14 16,2 0-18-16,4 3-12 0,2 0-16 0,0 3-10 15,1 3-9-15,-3 3-9 0,6 1-9 16,-12 2-10-16,6 2-4 0,-5 4-7 0,-5 1-4 16,-2 4-6-16,-8-5-7 0,-2 9 2 15,-4-1-4-15,-9 7 0 0,2-2-5 16,-4-1-1-16,5-3-6 0,7-6 4 15,0-1 0-15,1-2 7 0,0 0 13 0,4 2 19 16,4-4 14-16,4 3 6 0,0 1 4 16,3-3 0-16,0 1-9 0,3 4 7 0,-3-3 11 15,0 3-10-15,5 1 7 0,-6 0-6 16,-3-3-4-16,4 5-5 0,-7-4 23 16,-1-1 5-16,-1 1 3 0,-3 2-6 0,-4-2-4 15,3 2-8-15,-5-1-9 0,2-3-6 16,-3 3-6-16,-1-3-9 0,0 1-3 0,-2-2-10 15,2-3 0-15,-2-1-27 16,-2 0-35-16,-1-4-50 0,3 1-56 0,-3-5-70 0,3 1-85 16,-1-4-116-16,-2 0-142 15,3-5-231-15,3 0-26 0,4-2 81 0,3 3-588 16,3-1-756-16</inkml:trace>
  <inkml:trace contextRef="#ctx0" brushRef="#br0" timeOffset="45260.02">27660 12870 3313 0,'-16'-6'-131'0,"0"0"44"0,-1 1 42 0,5-1 38 0,0 6 39 15,-6-4 38-15,7 0 23 0,-1 0 37 0,1 3 21 16,11 1 15-16,-15-5 10 0,15 5 4 15,-10-4-17-15,10 4-11 0,0 0-14 16,0 0-16-16,32-15-9 0,-9 11-12 0,6 2-8 16,0 2-12-16,1 0-6 0,1 0-11 15,5 2-5-15,-4 2-9 0,-9 4-5 16,0-4-4-16,-4 3-7 0,-2 3-2 0,-4 4 3 16,-1 1 1-16,-6 5 17 0,-5 3 8 15,-1 3 3-15,-3 12 7 0,-3-2-3 16,3 3 0-16,-6 0 6 0,2 1-12 0,-1-3-4 15,1 2-4-15,2-2-10 0,2-3-3 16,-1-5-2-16,0-3-7 0,2-3-2 0,1-5-3 16,1 1-1-16,-2-4-4 0,2 0 1 15,0-3-11-15,0-2 8 0,2 0-4 16,-2-4-23-16,0 3-33 0,0-1-30 0,1-4-74 16,-1-4-85-16,10 2-105 0,-10-2-107 15,0 0-209-15,25-10-63 0,-13 0 81 16,2-2-450-16,-1-3-552 0</inkml:trace>
  <inkml:trace contextRef="#ctx0" brushRef="#br0" timeOffset="45674.8">28756 12913 2815 0,'-4'-12'-31'0,"4"0"49"0,-1 5 50 0,1 1 34 0,0 6 22 0,-2-10 3 0,2 10-5 0,0 0-5 16,0 0 26-16,0 0 47 0,0 0 14 15,0 0 13-15,3 27-8 0,1-5 11 16,3 10-24-16,0 6-11 0,-2 3-11 0,3 0-16 16,-3 0-13-16,2 2-15 0,-2-1-12 15,1-1-12-15,-2-4-14 0,-2 1-7 16,-1-9-4-16,-1-5-9 0,0-3-10 16,0-4-3-16,2 1-5 0,0-6 0 0,-2 1-10 15,2-1-4-15,-2-3-22 0,2-1-38 16,1 0-40-16,-2 0-41 0,3-3-63 0,-4-5-118 15,7 3-108-15,-7-3-134 0,0 0-215 16,29-16 49-16,-12 4 84 0,4-9-395 0,4 2-476 16</inkml:trace>
  <inkml:trace contextRef="#ctx0" brushRef="#br0" timeOffset="46074.28">29265 13091 2799 0,'4'-12'42'16,"-2"4"62"-16,-2 2 33 15,0 6 4-15,1-7 9 0,-1 7 5 0,0 0 38 16,0 0 30-16,0 0 6 0,0 0-10 16,-14 23-17-16,8-10-21 0,-2 7-14 15,0-1-17-15,5 1-17 0,-1 1-10 0,2-1-14 16,4-1-8-16,-2 2-10 0,4 1-8 16,1-2-7-16,3 0-9 0,-2-5-10 0,3-1-8 15,1-5-8-15,2 3-6 0,1-8-4 16,1 1-3-16,-3-2-4 0,-11-3-3 0,26-4 0 15,-9-2-4-15,1 4 3 0,-6-6-2 16,4 1-5-16,-3 1 1 0,1-2 4 16,-5 2 9-16,0 2 1 0,2-1-5 15,-4 1-1-15,-7 4-7 0,11-4-3 0,-11 4-1 16,0 0-6-16,18 0 3 0,-18 0 2 16,13 8-3-16,-8-1-1 0,3 0 6 15,0 2-4-15,-3 0 3 0,3 0-4 0,-2 3-2 16,2 0 0-16,-3 0 1 0,-3-2-8 15,2 1-41-15,-1-1-44 0,-3 1-49 0,4-2-52 16,-1 0-59-16,1-1-59 0,-3-2-35 16,1 0-21-16,-2-6-14 0,11 7-69 0,1-7-58 15,7-2-66-15,9-11-419 0,5-5-465 16</inkml:trace>
  <inkml:trace contextRef="#ctx0" brushRef="#br0" timeOffset="46373.9">30013 13263 2437 0,'43'-33'-137'0,"-7"2"51"0,3-4 43 15,-5-3 49-15,0 1 37 16,-3 6 41-16,-8 6 38 0,-5 3 35 0,-4 6 37 15,-7 4 2-15,1 2-14 0,-4 3-11 16,-3 0-9-16,-1 7 8 0,0 0 1 0,-20-5-2 16,20 5-4-16,-39 10-9 0,9 2-5 15,-3 5-5-15,5 2-4 0,2 3-7 0,1 2-6 16,6 2-1-16,-1 2-1 0,7 1-1 16,4 0 4-16,4-3 2 0,2-2 0 15,3 0 6-15,3 0 11 0,-2-2 7 0,7 9-3 16,-1-6-9-16,-1-4-7 15,2-1-9-15,-4-3 4 0,-2 1 1 0,-1 1-3 0,-2-1 11 16,-3-1-2-16,-5 1-5 16,-5 6-12-16,-6-2-8 0,-1-1-13 0,-7-4-10 15,2 2-8-15,-9-2-14 0,0 0-69 16,-12 2-27-16,-5-1-151 0,1 1-118 0,-6-5-146 16,-5 3-193-16,-6 6-257 0,2-5 55 15,-1-3 93-15,-1-1-664 0,0-6-860 16</inkml:trace>
  <inkml:trace contextRef="#ctx0" brushRef="#br0" timeOffset="47058.94">25585 13849 3597 0,'0'-5'-102'0,"0"5"42"0,-5-10 36 0,-2 5 18 0,7 5 29 0,-13-6 25 0,13 6 31 16,-23 6 14-16,7 1 3 0,-9 6 12 16,-2 4 5-16,-2 5 1 0,3 2-7 15,-1 10-8-15,7-5-2 0,2 3-2 0,3-1-6 16,7-2-3-16,2-2 4 0,10-4 3 15,2-1 3-15,7 4-4 0,7-1-3 0,6-3-7 16,0-5-7-16,9-5-4 16,3-5 4-16,0-1-3 0,-4-6-1 0,4-6-6 15,-2-1 1-15,0-5 7 0,-6-8-2 16,-4-2 0-16,-5-7-5 0,-1-4-10 0,-11-4-2 16,-6-5-5-16,-3 0-10 0,-5-8-4 15,-15 3 3-15,2 6-13 0,-9 5-4 0,0 11-17 16,-3 8-18-16,-4 3-29 0,-2 7-34 15,-7 4-56-15,4 4-52 0,-1 8-88 0,-3 1-87 16,-2 6-131-16,9-1-215 0,6 2 48 16,3-2 73-16,5-1-356 0,10-4-420 15</inkml:trace>
  <inkml:trace contextRef="#ctx0" brushRef="#br0" timeOffset="48690.49">7386 13459 653 0,'1'-14'162'0,"-1"-1"-7"0,2 3 7 0,0 4-51 0,1-1-16 0,-1 5-13 15,-2 4-21-15,0-10-12 0,0 10 27 0,0 0 12 16,0 0 8-16,5 31 5 0,-3-4 8 16,0 14-7-16,0 5-5 0,3 16 1 15,-5 2-7-15,4 8-5 0,-2 3-3 0,-2 0-14 16,2 3-6-16,1-3-5 0,-2 1-3 16,-1 0-9-16,-1-6-4 0,-2-1-1 15,1-7-10-15,0-7-1 0,-3-14-6 16,-1-4 5-16,1-4-10 0,-1-5 3 0,-1-9-2 15,2-2-7-15,-1-4 1 0,3-2-1 16,-3-1-28-16,3-5-50 0,-4-1-65 0,1-1-111 16,6-3-178-16,0 0-93 0,0 0-88 15,-9-14-100-15</inkml:trace>
  <inkml:trace contextRef="#ctx0" brushRef="#br0" timeOffset="49123.62">8666 13447 1644 0,'0'0'-40'0,"-11"-4"16"0,11 4 39 0,0 0 26 0,-18 16 30 0,7 1 20 0,2 12 33 0,-3 8 11 16,1 13 3-16,2 4 6 0,1 8 1 0,-2 2-10 15,1 0-18-15,0 0-8 16,-1 4-7-16,-1-2-10 0,1 0-14 0,0-1-3 16,1-1-5-16,-2-4-9 0,1-2-5 0,0-7-12 15,1-10 4-15,1-5-18 0,0-3 2 16,-1-8-26-16,6-6-38 0,-1-3-48 16,-1-2-63-16,1-7-123 0,1 1-215 15,-1-5-53-15,4-3 68 0,0 0-57 0,0 0-27 16</inkml:trace>
  <inkml:trace contextRef="#ctx0" brushRef="#br0" timeOffset="50173.93">12062 13334 1377 0,'-15'-5'-41'0,"1"1"18"0,5 0 4 0,2 2-3 0,7 2 5 0,-7-3 3 16,7 3 39-16,0 0 23 0,0 0 0 0,0 0-5 15,39 9-3-15,1-5-5 0,21 3-7 16,12 3 7-16,10-2-9 0,26 2-2 15,0-2-4-15,1 3-4 0,-3-1 1 16,-19-4-4-16,-3-1 1 0,1-3-7 16,0 2 3-16,0-2-2 0,-2 0-1 0,-1-2-1 15,-3 2 1-15,-1-2-1 0,-5 0 0 16,-6-2-2-16,1 0 0 0,-6 0 0 0,4 0-2 16,-4 2 1-16,-10-2 1 0,-2 2-2 15,1 0 0-15,-4 2 0 0,-5 0 0 0,0 2 1 16,-14-2 3-16,10 3-3 0,-8-2 2 15,6 3-2-15,3-1-1 0,16 5 0 16,3 2-1-16,5-3-4 0,9 1 4 16,1 3 2-16,7-2-3 0,-2-2-1 0,3 2 2 15,4-4-1-15,20 0 3 0,-22 1 0 16,4-3 1-16,21 0-1 0,-17 1-2 16,-3-3 1-16,-2-1-2 0,3 0 4 0,-4 1-4 15,-2-2-2-15,-6 1 1 0,0 0 5 16,-1 1-1-16,-5-1-2 0,-4 2 1 0,-3-4-1 15,-14 1 2-15,3-2-3 0,0 2 1 16,-4-1 0-16,2 0-1 0,-4 0-3 0,-1-1 2 16,-2 1-1-16,-11-2 3 0,-6 0 0 15,-1 0 2-15,2 2-2 0,1 0-2 0,14 2 2 16,4 2-4-16,10 2 3 0,11 6 0 16,2-3-2-16,2 1 3 0,4 6-1 15,20-1 2-15,0 3-5 0,5-3-1 16,-2 1 0-16,1-1 3 0,1-3-5 15,-23-2 7-15,3-1-6 0,-3-3-18 0,-1-2 2 16,-5-2-3-16</inkml:trace>
  <inkml:trace contextRef="#ctx0" brushRef="#br0" timeOffset="54173.46">17542 13208 1005 0,'-10'-3'-30'0,"10"3"5"0,-10-4 28 0,10 4 33 0,0 0 28 0,-5-5 2 15,5 5 2-15,0 0-1 0,0 0 5 0,32-5 0 16,-9 5-8-16,19 2-4 0,6 1-5 15,18 2-9-15,13 2-3 0,2 0-2 16,24 3-4-16,0-1-4 0,-19 1-4 0,16-1-3 16,-18-3 0-16,0-1-4 0,0 0-2 15,-4 1 2-15,-2-3-2 0,0 1-4 0,-1-1-2 16,-7-1-3-16,-4-2-2 16,-12 1 2-16,-6-1-4 0,-5 0 14 0,0 0 11 15,-9 0 11-15,-5-1-4 0,-1 1-4 16,-1-2-2-16,2 0 1 0,-5 1-1 0,3-1-6 15,-2 0-7-15,-1 0 3 0,-2 1 1 16,-4-1 12-16,2 0 2 0,-6 2 0 0,-2 0-7 16,1-2 1-16,-2 2-8 0,-11 0-4 15,14 2-1-15,-6 3-1 0,-5 4 8 0,-1 3-3 16,-2 2 5-16,-2 9 16 0,-1 12-1 16,-5 4-3-16,5 6 23 0,-1 7-5 15,0 8-9-15,1 0 0 0,3 2-10 16,-1 1-1-16,1 4-1 0,0-2-5 0,0-4-1 15,0 0-3-15,0-14-1 0,-4-2 5 16,-2-2 12-16,3-4-3 0,-5-5-5 16,5-5 11-16,-2-10 7 0,5-1 10 0,-4-5 16 15,2 1 19-15,2-3 16 0,-1-3 7 16,1 1 3-16,-2-2-1 0,0 0-7 0,2-7-10 16,-2 12-8-16,2-7-9 0,0-5-5 15,-2 7-14-15,2-7-3 0,-4 6-13 0,4-6-2 16,0 7-7-16,0-7-9 15,-3 7 0-15,3-7-6 0,-6 7-4 0,2-4-2 0,4-3-4 16,-13 7 3-16,3-2-6 0,2-1 0 16,-7 1-3-16,0 0-1 0,-9 0-1 15,-12 2-5-15,-1 0-1 0,-5-1-1 16,-2 1 2-16,-14 0-3 0,0-2-2 0,-7 4-3 16,2-4 2-16,-7 0-1 0,-2 0 0 15,-5-3-1-15,-4 1 0 0,2-3 0 0,-5 0-2 16,-2 0 2-16,2-5 1 0,1 4-4 15,-1-1-1-15,0 0 2 0,-6 0-4 16,2 1 2-16,-23-1-1 0,17 2 1 0,-2-2-1 16,-21 2 2-16,0 0-3 15,-1 0 0-15,4-1 5 0,22 2-3 0,-1-1 2 16,-24 0-1-16,1 0 2 0,0 0 1 16,-2-1 0-16,4-1-3 0,-1 1 0 0,24-1 0 15,-1 0 3-15,4 0-3 0,4 0-1 16,-1 1 1-16,1-1-1 0,-2 2 4 0,2 0 0 15,2 2 1-15,1 1-2 0,-1 1 0 16,-1 1 0-16,0 0-1 0,5 2 2 0,-1-1-1 16,7 2 0-16,0 1 0 0,6 0 0 15,-2 2 2-15,14-3-3 0,7-1 1 0,4-1-1 16,2 2-1-16,3-2-2 0,-1 2 8 16,0-1-2-16,5-1 0 0,0 0 0 15,7-1-1-15,2-2-18 0,3 3 1 0,-3-3 0 16,-13 1-13-16,-1 4 2 15,-1-2 2-15,-1 0 3 0,-4 1 4 0,-4-3 1 16,-10 4-6-16,-4 2-1 0,1-3 6 16,-8 0 1-16,6 1 4 0,-5-1-1 0,5 2 0 15,-1-3 6-15,-1 1-3 0,2-2 1 16,-1-1 1-16,13-3 2 0,3 1 1 0,-2 0 0 16,4-2 5-16,-2 0-5 0,6 0-1 15,1 0 5-15,6 2-9 0,-6-1 11 0,-1 1-3 16,4 1 0-16,1-1 1 0,7 0-1 15,5 0 5-15,-3 1-6 0,4-2 1 0,0 1 5 16,7 2 1-16,-6-3-2 16,5-1-3-16,1 2 3 0,-2 0 0 0,1 0 1 15,4-2-3-15,-3 0 0 0,4 0-2 16,-4 0 4-16,5 0 3 0,-3 1-1 16,4-1 0-16,-1 0-4 0,13 0 7 0,-22-1-4 15,10 1 1-15,1-2 3 0,2 0 4 16,9 2-9-16,-14-7 4 0,9 1 2 0,-1-3-5 15,4-3 8-15,0-4-3 0,2-6 1 16,4-12 0-16,0-5-6 0,7-11 2 0,3-4 1 16,0-4-2-16,0-3 0 0,1-8 1 15,-1-3-1-15,-3-2-2 0,2-16-4 16,-5 14-17-16,0 1-4 0,-5-3-17 16,-3 3-10-16,0 1 9 0,-3 7 5 0,-3 7 0 15,3 16 1-15,-4 5-25 0,3 5-19 16,1 9-50-16,-3 8-45 0,2 7-34 15,-3 4-44-15,0 4-61 0,7 2-137 0,0 0-115 16,-12 24 59-16,8-4-124 0,4 4-130 16</inkml:trace>
  <inkml:trace contextRef="#ctx0" brushRef="#br0" timeOffset="54689.2">14194 13268 1694 0,'-5'-22'-36'0,"1"3"28"0,0 3 20 0,1 2 35 0,-1 3 16 0,2-1 19 0,0 2 2 0,1 3-8 0,-1 0-11 16,2 7-9-16,-7-3 10 0,7 3 26 15,-2 15 19-15,1 5 19 0,-1 21 15 16,0 19 18-16,0 12-5 0,2 3 1 0,2 10-9 16,-4 25-12-16,6 2-13 0,-4-3-11 15,2-5-15-15,-1 3-4 0,-1-6-12 0,2-22-12 16,1-5-5-16,-3-8-9 16,0-4-6-16,0-16-6 0,-3-5 1 0,3-9-3 15,0-8-7-15,-2-5-3 0,4-2 1 16,-2-1 2-16,0-3-4 0,0-5-6 0,0-4-30 15,0-4-61-15,0 0-93 0,0 0-108 16,0 0-149-16,0 0-210 0,5-35 57 0,-1 11-261 16,5-12-316-16</inkml:trace>
  <inkml:trace contextRef="#ctx0" brushRef="#br0" timeOffset="55055.75">15704 13379 2390 0,'6'-17'-4'0,"-2"1"22"15,0 6 6-15,0 3-1 0,-3 1-5 16,-1 6 22-16,8 0 19 0,-8 0 16 16,7 23 12-16,-2 2 9 0,-3 16 19 0,-2 15 4 15,-2 8 10-15,-3 4-1 0,3 3-13 16,-1 5-2-16,-3 0-16 0,2 1-6 0,1-5-12 16,-3 2-4-16,6-7-8 0,-4 0-11 15,2-6-4-15,0-15-8 0,0-3-1 0,-2-2-4 16,2-5-2-16,1-9-8 0,-1-7-26 15,0-3-53-15,2-3-68 0,0 1-72 0,-2-7-131 16,2-4-240-16,0-4-7 0,0 0 62 16,4 4-155-16,-4-4-157 0</inkml:trace>
  <inkml:trace contextRef="#ctx0" brushRef="#br0" timeOffset="55472.91">17699 13406 2017 0,'6'-13'95'0,"-2"3"-3"0,-2 2-9 0,-1 4-7 0,-1 4 23 0,0 0 59 0,0 0 26 0,-5 39 26 0,-3 1 6 0,-1 13 2 15,-1 5-12-15,1 6-17 0,0 2-16 16,-2 2-13-16,8 3-10 0,-3-4-20 0,4 2-10 15,-1-7-10-15,-3-4-11 0,2-2-11 16,1-11-8-16,-2-3-9 0,0-3-10 16,-3-2-12-16,1-2-42 0,-2-3-54 15,-2-4-79-15,2-8-105 0,2-3-143 0,-2-3-263 16,4-6 1-16,-1-1 72 0,3-3-295 16,3-4-344-16</inkml:trace>
  <inkml:trace contextRef="#ctx0" brushRef="#br0" timeOffset="56207.67">21425 13389 2352 0,'2'-14'44'0,"2"4"13"0,-2 3-12 0,0 7-3 0,-2 0 3 15,3 21 31-15,-1 1 22 0,-4 22 37 16,2 2 7-16,-3 15 9 0,-3 6 1 0,-1 7-10 16,-4 2 0-16,-1 16-16 15,2-18-13-15,-2-4-11 0,5-1-5 0,-2-6-13 16,0-3-6-16,2-7-10 0,1-10-5 15,3-6-7-15,-5-3-7 0,4-7-3 16,0-6-13-16,2-4-15 0,-2-4-27 0,1-1-29 16,-1-3-94-16,0-2-119 0,4-7-153 15,-10 0-211-15,10 0 41 0,-11-16 67 0,7-1-182 16,1-5-184-16</inkml:trace>
  <inkml:trace contextRef="#ctx0" brushRef="#br0" timeOffset="57091">21410 13170 2063 0,'-10'-6'46'16,"7"-1"1"-16,1 1-2 0,2 6-4 0,11-4-3 15,5 2-4-15,10 0-4 16,20-2-3-16,20 0 0 0,15 4-6 0,8-2-1 15,30 2-23-15,1 0-21 0,3 0-3 0,10 2-1 16,11 0 7-16,6 4 2 0,12-2 5 16,2 2 0-16,11 0 2 0,2-1-9 15,3-1-1-15,-7-2-2 0,3-2 3 16,-9 0-3-16,-4-4 4 0,-2 2 0 0,-8 0 2 16,-13-1 1-16,-8-1 5 0,-6-1-4 15,-12 0 4-15,-6-1 5 0,2-3 6 0,-25 3 9 16,20-2-5-16,-3-4 5 0,4 1 5 15,-26-1-7-15,-1 0 5 0,0-2 3 0,-9-1 6 16,-3 1 8-16,-8 0 13 0,-6 2 15 16,-11 4 13-16,-10 1 11 0,-7 2 1 0,-2 0-13 15,-10 1-4-15,-1 2-11 16,-1 4-4-16,-3 2-5 0,-2 1-5 0,2 5-2 16,-5 5-3-16,3 6 7 0,-2 13 12 15,-1 4-3-15,-3 5 5 0,3 4 5 0,-6 12 4 16,1 5-8-16,-1-3 10 0,-3 2 8 15,-1 3 21-15,-2-4 9 0,-3 0 15 16,-1 0-5-16,1-3 17 0,-1 3-18 0,-3-4 17 16,3-3-14-16,2-1-9 0,-1-3 12 15,1-1-9-15,4 3-10 0,2-9-8 0,5 4-9 16,3 9-1-16,4-1-9 0,2 1-2 16,5-2-8-16,5-4-7 0,-2-1-5 0,2-4-3 15,0-5-10-15,-4-4-3 16,-3-8-2-16,-3-6-7 0,-2-4 0 0,0-4-5 0,-1-2-4 15,-5-3 3-15,7 0-3 16,-6 0 4-16,-2-6 3 0,1 1-5 0,-1-5 0 16,0 0-3-16,-7 6-3 0,7-6-1 15,0 0 0-15,-36-9-2 0,13 3-2 0,-15 1-3 16,-19-3 3-16,-4 0-1 0,-6-1-3 16,-9 2-1-16,-9-2 1 0,-24 1-6 15,-6-1 5-15,-7-1 0 0,-13 0-2 0,-10 1-2 16,-7-1 2-16,-3-1-5 0,-9 1 3 15,-3-2 5-15,-59-2-3 0,54 6-2 0,-8-2-4 16,-45-5 3-16,52 8 6 16,0-3-5-16,-9 6 2 0,0-2-4 0,6 2-1 15,-1 4 2-15,9 0 4 0,6 0-2 16,16 0 3-16,4 4-6 0,13-4 2 0,38 4-4 16,7-4 6-16,12 4 1 0,18-4-6 15,10 0 3-15,9 1 2 0,10-1-1 0,3 1 3 16,7-1-1-16,2 0-4 0,1 0 1 15,1 3-2-15,11-3 0 0,-20 0-3 0,20 0-13 16,-11-4-21-16,11 4-16 16,-9-3-31-16,9 3-51 0,-7-8-65 0,7 8-61 15,-1-7-78-15,2-3-109 0,4 4-216 16,2-5 52-16,3 1 69 0,11-9-247 0,6-5-281 16</inkml:trace>
  <inkml:trace contextRef="#ctx0" brushRef="#br0" timeOffset="57472.49">23203 13194 2271 0,'10'-14'38'0,"-3"4"11"0,-3 4-8 0,2 1-4 0,-6 5 15 0,0 0 28 0,12 17 23 0,-7 6 30 16,3 18 21-16,-1 17 11 0,3 8 10 16,-1 5 10-16,1 3-4 0,2 21-5 0,1 0-3 15,-2-1-14-15,1-21-13 0,-1 2-17 16,3-6-11-16,-5 0-10 0,-2-4-12 0,3-3-11 15,-2-4-7-15,-6-11-6 0,-1-7-9 16,3-2-5-16,-2-9-13 0,2-5-23 16,-4-5-38-16,0-1-56 0,-2-5-81 15,2 1-95-15,-4-4-128 0,0-3-268 0,3-1 24 16,1-6 65-16,0 0-298 0,0 0-338 16</inkml:trace>
  <inkml:trace contextRef="#ctx0" brushRef="#br0" timeOffset="58320.9">26421 12431 2502 0,'0'-15'35'0,"-3"3"1"0,1 3 3 0,0 0-4 0,-2 6-5 0,4 3 44 0,0 0 33 15,-26 34 27-15,9-1 9 0,-2 15 0 0,-1 7-4 16,5 5 3-16,0 5-4 0,4 7-5 16,1 5 3-16,2 21 25 0,4-16 15 0,6 21 2 15,5-5-1-15,-4-19-10 16,5-4-8-16,-3-4-11 0,3-8-12 0,-5-7-14 16,-3-8-11-16,3-10-11 0,-6-6-10 0,3-9-8 15,0-4-5-15,0-3-6 0,0-3-8 16,0-1-4-16,0-3-6 0,-1-4-17 0,1-5-35 15,0 0-54-15,0 0-69 16,0 0-102-16,-8-30-116 0,4 7-145 0,4-16-244 16,-1-5 58-16,1-2 79 0,0-10-400 15,1 7-469-15</inkml:trace>
  <inkml:trace contextRef="#ctx0" brushRef="#br0" timeOffset="59156.71">26746 12147 2647 0,'-23'-7'-101'0,"4"0"13"0,5 3 12 0,3-2 8 15,4 4 34-15,0 0 30 0,7 2 24 16,0 0 18-16,0 0 2 0,0 0-2 0,50 3-4 15,2 1-6-15,18 4-4 0,14-1-2 16,29 2-17-16,9-2-28 0,-2-1-33 0,9 2-10 16,8-4 0-16,12 2 7 0,3-5 3 15,9 4 6-15,4-1 7 0,5-3 1 16,-1 1 20-16,0 0-1 0,-8-2 5 16,-3-2 3-16,-7 2 3 0,-6 0 9 15,-10-2 0-15,-9 1 6 0,-8-4 6 0,-6 0 1 16,-26 3 4-16,-2-2 1 0,-8-4 2 15,1 1 3-15,-5 2-1 0,1-4 12 0,-1-1 4 16,2 2-1-16,1 1-4 0,-7 0-4 16,-3 4-1-16,-15 1-1 0,-7-2-2 0,-13 6 2 15,-5 0 1-15,-5 1 17 0,-7 6 32 16,-6 3 18-16,-2 3 15 0,-5 2 6 0,-9 16 2 16,-5 10 6-16,-4 5 11 15,-2 9 12-15,-3-3 4 0,-2 4-4 0,-2 5 22 16,8 5 14-16,-12 16 4 0,1 1 2 15,7 0-12-15,10-13-13 0,-2 1 18 0,6-1-4 16,2 1-6-16,2-3-21 0,1-4-10 16,0-2-18-16,2-8-9 0,0-12-10 15,1-3-9-15,-1-6-13 0,2-7-8 0,-2-6-4 16,2-5-11-16,0-1 1 0,0-3-10 16,-3 1-3-16,3-2-6 0,0 0-2 0,3-3 1 15,-3-1-7-15,0 2-1 16,0-3-5-16,-3 0-5 0,3 2-4 0,-4-1-4 0,4-1-2 15,-1 1-2-15,-5 0 4 16,1 1-6-16,-8-1 1 0,2 2 3 0,-3 1-4 16,-11 3-5-16,-4-1 5 0,-3 1 2 15,-11-4-3-15,-9 2 0 0,-8-5-1 0,-6-2 1 16,-13-2-2-16,-7-3 1 0,-26-3 1 16,-18-2 0-16,-15 2-2 0,-13-4 5 0,-15-2-6 15,-57-1-1-15,2-4 8 0,-2 1-6 16,57 4 1-16,6 1 2 0,6 2 4 15,14 4-4-15,17 2 0 0,39-1-2 0,13 1-4 16,11 3 1-16,18-1 5 0,5 2-9 16,11-4 2-16,7 3 3 0,5-1 7 0,7-2-10 15,0 1 0-15,0 1-8 0,14-2-13 16,-21 2-13-16,9-2-9 0,12 0-17 16,-13 2-12-16,13-2-17 0,0 0-27 15,-15-2-44-15,15 2-58 0,0 0-84 0,-15-2-78 16,15 2-112-16,-10-5-214 0,8 2 55 15,-2-3 82-15,4 6-354 0,4-14-405 0</inkml:trace>
  <inkml:trace contextRef="#ctx0" brushRef="#br0" timeOffset="59538.05">28250 12446 2801 0,'5'-13'89'0,"1"2"28"0,-2 5 21 0,-3-1 18 0,3 2 25 0,-4 5 6 0,4-11-14 0,-4 11-17 15,3-3-17-15,-3 3 4 0,0 21 26 16,0 4 13-16,-3 20 8 0,-1 15-4 0,0 7 4 15,3 7-7-15,-1 6-9 16,0 5-1-16,4 19 0 0,-2-22-6 0,0 20-12 0,3-22-16 16,5-1-13-16,-4-6-5 15,-2-5-14-15,2-3-9 0,-4-9-15 0,2-12-7 16,0-6-10-16,-2-8-4 0,-2-7 6 16,0-2-27-16,-2-3-14 0,2-5-31 0,-2 3-39 15,0-6-46-15,-1 0-79 0,-3-5-110 16,1-1-153-16,-3-4-181 0,10 0-195 15,-27-6 73-15,8-2 92 0,-7-7-524 0,-1-3-632 16</inkml:trace>
  <inkml:trace contextRef="#ctx0" brushRef="#br0" timeOffset="61354.39">6502 13393 269 0,'-33'-6'65'0,"6"0"-79"0,2 4 22 0,3 0-9 0,1 2 2 0,0 0-4 0,2 0 2 0,5 0 1 15,2 2 22-15,1 0 15 0,11-2 7 16,0 0-3-16,0 0 1 0,20 8-7 16,10-4 1-16,31-2-5 0,11 0-5 15,16 1 3-15,32 1-12 0,10-4 2 0,3 4-4 16,7 0 0-16,2 0-4 0,12-2 3 15,4-2 0-15,1 0 1 0,-2 0-1 0,-11 0-5 16,-9 0 0-16,-13 0-2 0,-8-2 1 16,-32 2-4-16,-12-4 9 0,-9 2-4 15,-18 0 2-15,-13 2 18 0,-7-2-1 16,-7 0 3-16,2-1 11 0,-4 2 7 16,-4 0-2-16,1-1-6 0,-1 0 1 0,-1 0 7 15,-1 0-7-15,2-2 3 0,-1 4-12 16,3-4-1-16,0-2-6 0,0 4 0 0,3-2-5 15,0-2-7-15,0 3 4 0,1-1-2 16,-4 0-4-16,0 0-3 0,-3 2 2 0,1 0-6 16,-2-1 4-16,-3 1-6 0,-7 2-2 15,14-1 4-15,-14 1-3 0,0 0 6 16,16 1 0-16,-16-1 2 0,10 5-6 0,-4-3 12 16,3 0 4-16,1 3 5 0,2-2-1 15,1 3 0-15,2-1 0 0,2 1-6 0,-1-4 3 16,-2 4 0-16,0 0-2 15,-1 4-1-15,-2 5 22 0,1 1 5 0,-2 13 21 16,-5 6-5-16,-5 3 11 0,0 3 6 16,-4 3 1-16,3 11-7 0,-3-6 5 0,2 6 11 15,2-6-7-15,4 6-7 0,-1-10-5 16,3 0-7-16,0-3-3 0,-2 1 7 16,4-5 4-16,-7-1-4 0,3-2-12 0,-2-6-1 15,-2-6-5-15,2 3 5 16,-2 1 0-16,-2-2 18 0,0 0-8 0,-2 2-5 15,3 5 6-15,-3-3 34 0,4-5-8 16,-2 1-11-16,4 0-4 0,0-1 14 0,1-1-8 16,-1 3-8-16,2-1-5 0,1-4-9 15,-1 2-8-15,1-5-1 0,-2-5-8 0,-1 3-2 16,2-5-3-16,-2 0-3 0,2-3-1 16,-4-1 3-16,1 0 4 0,-1 0 1 15,0-7 0-15,-5 7-4 0,5-7-4 0,-9 3-7 16,-5-1-7-16,-1 0 5 0,-8-1-7 15,-15 1-2-15,-12 1 0 0,-13 3-5 0,-7-2 3 16,-7 3-4-16,-9 2 0 0,-27 0-1 16,-5 1-2-16,-6-2 1 0,-3-1-3 0,3 0 0 15,2-1 1-15,-3-1-6 16,1-2 3-16,0-1-7 0,4-1 2 0,0 2 5 16,5 1-6-16,-3 4 2 0,6-2 4 15,3 1 0-15,3 3-7 0,24-4 6 16,3 2 1-16,7-2-7 0,6 1 6 0,9-1-3 15,10-3 3-15,10 1-4 0,6-1 5 16,10-1 0-16,2-2-1 0,5 2-4 0,3-1 11 16,0-1 2-16,1 1 1 0,10-1 1 15,-15 3 9-15,15-3 5 0,-14 0 7 0,14 0 15 16,0 0 4-16,-11-3-6 16,11 3-1-16,-5-8-6 0,7-2-2 0,1-2-5 15,1-9-2-15,3-9-5 0,6-5-1 0,-1-11-6 16,2-9-1-16,5-5-2 15,0-6-5-15,8-22-11 0,-2-3-22 0,-1-9-13 16,6 1-21-16,-7-2-15 0,1 1-21 16,-10-1-19-16,0 9-23 0,-5 24-7 0,-9 9 9 15,0 17-10-15,-5 10-40 0,-1 11-42 16,-6 11-45-16,1 9-83 0,-2 4-208 0,-1 5-10 16,0 6 66-16,-8 8-144 0,8 6-146 15</inkml:trace>
  <inkml:trace contextRef="#ctx0" brushRef="#br0" timeOffset="62170.93">10517 9467 1368 0,'0'-10'58'0,"0"2"22"0,-2 2-19 0,0 1 7 0,2 5-23 0,-4-10-12 0,4 10-5 16,0 0 48-16,-15 19 20 0,0 8 23 15,-7 14 21-15,0 12 19 0,-3 6 4 16,-3 23 4-16,-3 10-1 0,1 2-6 0,-1 4-11 16,4 1-11-16,2 4-12 0,1-4-6 15,1-3-18-15,2-3-1 0,8-25-17 16,-1-2-1-16,3-6-12 0,4-5-7 16,0-12-8-16,2-4-1 0,-1-4-6 0,3-4-7 15,-3-6-10-15,4-8 4 0,0-1-5 16,0-6-9-16,-2 0-3 0,0-3-76 0,2-5-81 15,2-2-84-15,0 0-106 0,0 0-179 16,-26-19-59-16,18 3 63 0,4-5-193 0,3-2-190 16</inkml:trace>
  <inkml:trace contextRef="#ctx0" brushRef="#br0" timeOffset="63487.87">10464 9508 1778 0,'5'-12'-96'15,"-1"2"21"-15,-2 0 16 0,2 3 22 16,-1 3 4-16,1-1 4 0,4 2 7 0,3-1 12 16,5 0 11-16,8 0 2 0,15 2 7 15,8-1-1-15,18 3-4 0,10 0 6 0,11 0 1 16,29 0-4-16,17 0-4 0,7 0 0 15,6 0-4-15,7 3-11 0,6 1-16 16,3 2-10-16,4 1-22 0,2 2-15 0,-4 0-3 16,-1 3-2-16,-3 1 12 15,-5-1-9-15,-2 1 7 0,-8-2 7 0,2-1 3 16,-11-5 28-16,-3 0 16 0,-7-5 19 16,-1 0 22-16,-6-3 15 0,-1-4 14 0,-5-2 4 15,0 2 15-15,-3-3 10 0,-1 0 0 16,-22 3 2-16,0-1-6 0,-4-1-5 0,-2 0-2 15,-5 3-8-15,-2 1-7 0,1 1-1 16,-4 0-2-16,-4 3-9 0,1 1 1 16,0 1 1-16,-2 1-3 0,1 4-6 0,-1-1-6 15,5-1-2-15,3 4-1 16,5-2-4-16,0 5-2 0,25 1 2 0,2 3-6 16,8-1-3-16,2-1 1 0,4 3-4 15,4-1-2-15,3 3-3 0,3-2 1 0,-8 1 1 16,-7-5-2-16,-7 2-3 0,-24-3 0 15,-6-2 3-15,-6-3 15 0,-10-3 10 0,-17 0 16 16,-10-1 18-16,-7-4-3 0,-8 2-6 16,-1 0-2-16,0-4-7 0,-3-2 1 0,-3 4-6 15,-3-6-1-15,0 3-4 0,1 1-3 16,0-2-3-16,-5 0 5 0,4 1-1 16,0-2-6-16,-4 2-2 0,5-1 1 15,-5 0-5-15,5-2-1 0,-2 1-6 16,-1 1 2-16,0-2-2 0,2 3 10 0,-4-2 5 0,3 2-5 15,-3 0 5-15,-5 5-2 16,12-8-5-16,-6 4-2 0,-6 4 1 0,7-7-5 16,-7 7 1-16,18-5-3 0,-11 3 0 15,2 2-1-15,5-1-5 0,-3-1-3 0,1 2-3 16,-12 0 2-16,19 3-7 0,-10 1 1 16,-1 3 1-16,2 5 8 0,-7 1 7 0,3 5 8 15,-4 0-5-15,-2 8-3 0,-2 11 1 16,-2 4 5-16,-1 15-4 0,-5 1-3 15,-2 1-3-15,1 1 1 0,-2 0 10 16,-2 3-5-16,-3-4-3 0,0 2 12 16,-6-4 7-16,5 3 0 0,-1-4-1 0,-5-3 1 15,0-5-1-15,2-1-3 0,1-7 5 16,2-8 5-16,4-1-8 0,4-4 0 0,1-5 0 16,0-6-10-16,6-1 3 0,-3-1-5 15,1-1-1-15,3-1-3 0,-2-1 0 0,0-2 1 16,1 3-6-16,-1-2 2 0,1-1-9 15,-2-1 9-15,2 1-2 0,-5-1-5 0,1 0-5 16,-1-2 5-16,-3 0 1 16,-3 0-10-16,0 1 8 0,-6-2-2 0,-2-2-7 0,-16 0 7 15,-6 1-7-15,-3-1 7 16,-16 0-6-16,-4 0-1 0,-5-1 7 0,-8 2 0 16,-12 0-9-16,-26 2 12 0,-4-1 0 15,-9 0-3-15,-6 3-2 0,-2-1 1 16,0 4-3-16,-4-2-1 0,-4 0 2 0,2 1 0 15,-7-1 2-15,2 0 3 0,-1-1-4 16,6 3-2-16,1-3-1 0,1 0 1 0,0 0 1 16,0-2 1-16,-2 0-4 0,1-3 2 15,5 4-5-15,5-2 0 0,5-1 5 0,4 2 2 16,5 1-3-16,3-2 1 0,7 2 0 16,-2-3-2-16,24 1 1 0,-20 3 1 0,24-2-4 15,2 0 2-15,2 0-1 16,0 0-6-16,3 5 6 0,-2-1 2 0,-1-1 3 15,0-1-3-15,2-2 4 0,0 0-3 16,1 1-5-16,-4 0 4 0,3-2 1 0,-2-1-5 16,2 1 6-16,2-1-2 0,-5 0-3 15,4-3-1-15,-3 0-1 0,-2 2 6 0,-1 2 0 16,1-1-4-16,-4 3 3 0,0-1-4 16,0 0 3-16,2-1-3 0,0 0 3 15,5 1 1-15,6 0-5 0,3-1 6 0,10-2 0 16,12 0 4-16,8 1 3 0,12-3 6 15,6 1 4-15,3-1 0 0,6 3 5 0,4-3-1 16,11 0-1-16,-25 0 4 16,15 0-8-16,10 0-11 0,-15 0-35 0,15 0-57 15,-11 0-75-15,11 0-67 0,0 0-65 16,0 0-101-16,0 0-219 0,0 0 59 0,0 0 61 16,23-9-185-16,-4 1-173 0</inkml:trace>
  <inkml:trace contextRef="#ctx0" brushRef="#br0" timeOffset="63920.75">12367 9799 1971 0,'12'-13'36'0,"-3"4"8"0,-1-1 18 0,0 0 13 0,-1 2 18 0,1-1 17 0,-3 1 24 0,4 0 18 16,-6 2-3-16,1-1-9 0,2 5-17 0,-6 2-18 15,0 0 33-15,5 11 1 0,-1 9 4 16,-2 5-5-16,1 28 7 0,4 10 3 16,-2 6-4-16,-1 5-9 0,3 3-10 0,5 20-14 15,-2 2-7-15,-3-22-10 0,7 16-10 16,-5-21-8-16,0-4-6 0,3-3-4 0,-2-2-10 16,-5-5-3-16,1-4-7 0,-3-11-6 15,-1-5-7-15,-2-8-14 0,0-6-25 16,0-3-31-16,0-2-49 0,0-4-60 0,0-1-62 15,-2-4-113-15,2-4-190 0,-1-4-132 16,1-2 55-16,0 0-349 0,0 0-417 16</inkml:trace>
  <inkml:trace contextRef="#ctx0" brushRef="#br0" timeOffset="64387.2">15673 9895 2591 0,'-5'-14'-29'0,"-1"4"36"0,5 0 25 0,-1 3 16 0,-2 2 14 0,4 5-1 0,-4-5 25 0,4 5 72 0,-14 15 40 15,0 11 15-15,-6 16 6 0,1 11-2 16,0 5-9-16,0 8-16 0,6 5-18 16,-1 1-17-16,9 1-14 0,-1 1-13 0,2-4-13 15,6-1-11-15,-2-5-12 0,2-1-8 16,0-6-17-16,-2-12-49 0,0 0-60 0,-4-3-90 16,-1-3-113-16,-5-3-119 0,-2-5-205 15,1-9-84-15,1-3 79 0,-1-4-378 0,-1 1-430 16</inkml:trace>
  <inkml:trace contextRef="#ctx0" brushRef="#br0" timeOffset="68536.77">2121 11838 2472 0,'5'-9'175'0,"1"-1"-55"0,-1 3 14 0,4-1 30 0,-6 1 38 0,3 2 10 15,-6 5 5-15,7-9-22 0,-7 9-34 16,6-7-19-16,-6 7-15 0,0 0 18 0,0 0 13 15,0 0-11-15,15 18 18 0,-11-2-4 16,0 5-6-16,1 1-8 0,-3 12 17 16,0 2 1-16,3 1 1 0,-5-8-17 15,3-4-20-15,-3 0-11 0,2-5-5 0,-2 1-15 16,0-3-10-16,0-1-8 0,-2 1-7 16,2-4-10-16,-1-3-13 0,-1 2-21 15,0-3-37-15,2-2-48 0,-3-1-56 0,1-2-81 16,2-5-125-16,-3 5-134 0,3-5-151 15,0 0-169-15,0 0 67 0,-13-25-542 0,11 9-707 16</inkml:trace>
  <inkml:trace contextRef="#ctx0" brushRef="#br0" timeOffset="68736.81">2044 11703 3392 0,'-15'-6'-56'0,"1"2"36"16,3 1 33-16,2 2 57 0,9 1 54 0,-14-6 35 15,14 6 14-15,-7-3 0 0,7 3-13 16,0 0-13-16,0 0-16 0,27-13-11 16,-4 8-11-16,13-5-7 0,5 4-29 0,5-1-58 15,0 1-80-15,2 0-80 0,-3 4-85 16,-1 2-79-16,-6 2-94 0,-9 1-175 0,-10 4-13 16,-8 3 61-16,-5 5-162 15,-8 2-186-15</inkml:trace>
  <inkml:trace contextRef="#ctx0" brushRef="#br0" timeOffset="68936.7">1898 12337 1940 0,'-18'14'39'0,"3"-2"35"0,4-6 36 15,1 3 39-15,2-4 70 0,4 0 48 16,-3 0 44-16,7-5 28 0,-7 4 17 0,7-4-2 16,0 0-26-16,0 0-20 0,0 0-27 15,0 0-31-15,37-7-24 0,-13 2-21 16,1-2-43-16,7-2-72 0,2 1-76 15,0-2-86-15,0 3-87 0,1 0-99 0,-7 2-113 16,-5-2-141-16,-1 2-204 0,-6 0 56 0,0 1 77 16,-5-2-332-16,-2 4-397 15</inkml:trace>
  <inkml:trace contextRef="#ctx0" brushRef="#br0" timeOffset="69319.64">2280 12109 2448 0,'0'0'67'0,"0"0"25"0,2-9 7 15,-2 9 6-15,0 0 22 0,0 0 44 0,0 0 33 16,0 0 14-16,22 12-5 0,-13-2 1 16,1 1-11-16,3 4-6 0,-2 0-21 15,1 1-8-15,-3-1-6 0,0 3-5 0,2-3-9 16,-6 1-1-16,1-3-7 0,-3-1-1 16,-1-1-2-16,0-1-14 0,2-2-4 15,-2 0 3-15,0-2 27 0,-2-6 21 16,6 9 16-16,-6-9-14 0,0 0-9 0,0 0-24 15,15-17-18-15,-3-1-9 0,6-9-28 16,2-2-14-16,6-8-14 0,-1 10 2 16,-1 2-16-16,-2 4-8 0,-3 9-6 0,-4 2-4 15,-1 5 4-15,-1 5-17 0,-2 0 3 16,-11 0-3-16,26 12 9 0,-12-4-8 0,-3 2-3 16,3 4 0-16,-1 0-2 0,0 1-2 15,1 1 3-15,-3-3 1 0,1 3-2 0,-3-4-11 16,2 1-40-16,-2-3-39 15,-4-3-46-15,3 3-48 0,-3-4-55 0,1 2-52 16,0-4-62-16,0-1-97 0,-6-3-126 16,13 0-222-16,-13 0 53 0,19-4 81 15,-8-3-485-15,5-3-609 0</inkml:trace>
  <inkml:trace contextRef="#ctx0" brushRef="#br0" timeOffset="69687.42">3146 11910 3087 0,'-6'-9'-41'0,"0"4"27"0,2-2 24 0,-5 4 28 0,9 3 30 0,-16-4 36 0,16 4 16 15,-18 4 17-15,18-4-8 0,-25 7 19 16,11 0 1-16,-1 1-5 0,0 2-6 16,0 7-12-16,1-2-12 0,1-1-9 0,4 3-12 15,3-1-4-15,2-1-6 0,8 1 2 16,-4 2 6-16,8 0-11 0,-1-2-2 0,11 6-6 15,-4-3-8-15,6 0-4 0,-4-2-8 16,-2-5-3-16,-3 1-5 0,3-1-2 0,-4 0-2 16,-3-2 4-16,-2 1 7 0,2-1 7 15,-3 0 14-15,-1-3 13 16,-1 3 12-16,0-4 13 0,-2 0 14 0,0-6 7 16,-4 15-12-16,1-10 1 0,-6 0-16 15,9-5-7-15,-13 4-6 0,2-4-12 0,11 0-12 16,-23 0-13-16,7-4-31 0,0-1-51 15,0-2-61-15,1 1-79 0,-2-4-107 0,4 3-123 16,-1-1-151-16,5-3-268 0,1-1 78 16,5 2 84-16,1 0-499 0,4-1-620 15</inkml:trace>
  <inkml:trace contextRef="#ctx0" brushRef="#br0" timeOffset="70353.61">3266 12133 3444 0,'0'5'91'0,"0"-5"33"0,0 0 41 16,0 0 43-16,0 0 24 0,0 0 12 0,0 0-22 15,0 0-23-15,0 0-20 0,34-9-13 16,-23 6-21-16,7-2-14 0,-3-2-14 0,1 2-8 16,-4-2-7-16,4-1-14 0,-3 0-5 15,-2 2-8-15,1-1-6 0,-3 0 2 0,-1 0-6 16,0-1-2-16,-4 4 3 0,0-4 1 15,-1 3-11-15,-3 5-5 0,0-12-3 16,0 12-2-16,0 0-10 0,-13-8-3 16,13 8-1-16,-21 5-7 0,5 2 13 0,0 6 8 15,-7 2 3-15,1 6-2 0,4-2 5 16,4 2 1-16,5-2-7 0,3 0-4 16,3-1-7-16,3 0 2 0,0 1-3 0,3 2-4 15,5 0 7-15,7 2-3 0,2 1-4 16,2-8-3-16,-4-3 1 0,3-4-7 0,-2 0 2 15,0-5 3-15,2 2-5 0,-4-6 1 16,1 0-3-16,3-3 0 0,-4-1-2 16,0-3-2-16,-1 1-3 0,1-6-2 0,-3 0 0 15,-2-5 4-15,0 3-9 16,-4-7-4-16,-3-2 4 0,0-4 0 0,0 3-2 0,-4 0 1 16,0 4-6-16,0 2-1 15,0 5 2-15,-1-2 0 0,1 6-3 0,0-1 1 16,0 1 1-16,-1 2-1 0,3 7 0 15,-3-12 6-15,3 12 3 0,2-10 3 0,-2 10 21 16,12-11 12-16,2 4-2 0,6-1-5 16,14 0-4-16,-7 1-1 0,0 4-7 0,-1 1-4 15,-1 4-1-15,-3 1-1 0,2 4-4 16,4 6 1-16,-3 3 4 0,-5 3 2 16,-2 3 3-16,0 2-4 0,-9-4 1 0,0-1-6 15,-5 0-14-15,2 2 0 16,-2-3 0-16,-2 2 0 0,1-4 0 0,-1 4 0 0,2-6 0 15,-2 2 0-15,0-3 0 16,0-1 0-16,-1-2 0 0,1-3 0 0,0 1-10 16,3-3-138-16,-2-1-87 0,-3-4-87 15,8 3-128-15,-8-3-144 0,13-8-201 0,-5 0-34 16,-1-3 93-16,1-1-649 0,1-8-838 16</inkml:trace>
  <inkml:trace contextRef="#ctx0" brushRef="#br0" timeOffset="70602.5">4310 11390 4021 0,'-2'-11'8'0,"0"1"20"0,-1 5 16 0,3 5 59 0,0 0 65 0,0 0 40 16,-9 32 16-16,9-6 11 0,0 0 9 0,0 16-1 15,3 3 0-15,1 7-31 0,1 3 9 16,3-1-19-16,-1-2-19 0,3 2-16 0,0-6-18 15,-3-7-11-15,7 7-12 0,-7-11-13 16,1-2-11-16,-3 0-14 0,-3-8-24 0,3-3-69 16,-2-2-85-16,-1 0-81 0,-2-1-82 15,2-4-93-15,-2-2-106 0,-2-3-127 16,2 0-206-16,-2-3 47 0,2-3 74 16,0-6-510-16,-1 6-639 0</inkml:trace>
  <inkml:trace contextRef="#ctx0" brushRef="#br0" timeOffset="70819.58">4233 12044 3506 0,'-14'-5'117'0,"-2"1"42"16,7 1 59-16,9 3 69 0,-15-4 82 0,15 4 17 15,-10-6 18-15,10 6-2 0,-6-3-9 16,6 3-14-16,0 0-30 0,0 0-38 0,33-8-32 16,-10 5-26-16,16-4-24 0,0-1-79 15,1 2-150-15,-2-1 0 0,0 3 0 16,-10 0 0-16,-3-2 0 0,-7 4-69 15,-2 0-175-15,-2 0-53 0,-3 2-62 16,-11 0-66-16,11 2-69 0,-11-2-98 0,0 0-187 16,-5 10 33-16,5-10 79 0,-15 8-530 15,3-5-661-15</inkml:trace>
  <inkml:trace contextRef="#ctx0" brushRef="#br0" timeOffset="71219.75">4832 11964 3574 0,'-9'2'94'0,"9"-2"18"0,0 0 23 16,0 0 34-16,0 0 36 0,0 0 18 0,41-15-4 16,-10 5-10-16,3 2-17 15,5-2-16-15,-1 2-19 0,-2 1-9 0,2-1-8 16,-6 1-20-16,-1 1-7 0,-12 3-16 15,0-1-7-15,-2 1-15 0,-3 2-4 0,-3 0-5 16,0-3-6-16,-11 4-9 0,16-2-14 16,-16 2-17-16,11 0-34 0,-11 0-60 0,0 0-77 15,8 3-114-15,-8-3-140 0,0 0-188 16,0 0-163-16,0 0 71 0,-16 17-543 16,9-12-690-16</inkml:trace>
  <inkml:trace contextRef="#ctx0" brushRef="#br0" timeOffset="72402.59">6071 11815 3354 0,'7'-15'-45'0,"-3"1"36"0,-2 3 28 0,1 0 29 0,-3 1 32 0,-5-1 29 0,1 3 12 16,-3-1 11-16,-2 1 1 0,-7 0-6 15,-1 3-2-15,-4 5-2 0,0 0-7 16,-17 7 7-16,2 3-8 0,-2 0-11 0,-1 1-2 16,5 3-1-16,0 2-8 0,5-1-9 15,3 2-9-15,4-5 1 0,9 2 0 16,2-2 8-16,3-2 6 0,4 2 5 16,4-2-14-16,4 1 11 0,4 3-6 0,5 1-2 15,7 5-10-15,0 1-8 0,3-1-4 16,0-3-10-16,-2 2-7 0,-4-3 0 0,-5-4-8 0,-1-1 13 15,-2 2 2-15,0-1 19 16,-6-2 20-16,-3-2 10 0,0 3 21 0,-1-2 9 16,-6 0-2-16,-2 1-3 0,1 0-3 15,-4-3-16-15,-1 0-11 0,-4-2-6 16,2 0-14-16,-4-3-8 0,-2 0-13 0,0-2-56 16,-6-2-73-16,-3 0-78 0,1 0-89 15,-9-1-100-15,4 1-112 0,-5 0-116 0,-2 4-192 16,1 1-25-16,-1-1 82 15,2 4-582-15,-3 0-745 0</inkml:trace>
  <inkml:trace contextRef="#ctx0" brushRef="#br0" timeOffset="72718.78">3347 12626 3635 0,'-70'2'-100'0,"-6"2"40"0,-6-2 14 16,-2 1 26-16,2 0 39 0,3 1 31 0,0-2 42 15,13-1 27-15,17 1 29 0,8-2 29 16,12 2 1-16,10-2-1 0,10 0-18 16,9 0-17-16,0 0-9 0,98-19-13 0,15 5-11 15,30-3-7-15,26-2-11 16,72-3-8-16,3-3-7 0,3 4-9 0,5 1 13 16,1 2-8-16,-10 0-8 0,-14 3-6 15,-64 3-3-15,-13 3-4 0,-14-1-8 0,-21 2-3 16,-38 2-3-16,-14 3-4 0,-21 0-6 15,-10-1-3-15,-12 2-7 0,-6 2-7 0,-7 0-20 16,-9 0-32-16,0 0-34 0,0 0-50 16,0 0-76-16,0 0-86 0,0 0-102 15,-50 4-151-15,26-6-156 0,-1 2 71 0,-3 0-416 16,7 2-516-16</inkml:trace>
  <inkml:trace contextRef="#ctx0" brushRef="#br0" timeOffset="84833.82">8467 13737 2771 0,'0'0'-56'0,"0"0"13"0,0 0 11 0,0 0 16 0,0 0 20 0,0 0 19 0,1-7 14 15,-1 7 4-15,0 0 1 0,0 0 2 0,0 0 6 16,0 0 5-16,0 0 10 0,0 0 9 15,0 0 9-15,0 0 15 0,0 0-7 0,0 0-4 16,0 0-2-16,0 0 4 0,0 0-12 16,0 0 3-16,0 0-6 0,0 0-1 0,0 0-15 15,0 0 3-15,0 0-5 0,0 0-7 16,0 0 4-16,0 0 9 0,0 0 2 16,0 0 1-16,0 0 5 0,0 0 5 15,0 0-7-15,0 0-4 0,0 0-5 16,-23 0 2-16,23 0-5 0,-20 3 0 0,6 0-8 15,3 0-6-15,-1 1-3 0,12-4-2 16,-22 3-5-16,14-2-2 0,8-1-1 0,-19 4-5 16,19-4-1-16,-12 2 2 0,12-2-4 15,0 0-2-15,-15 4 5 0,15-4-6 0,0 0 8 16,-12 2 5-16,12-2 0 0,0 0-4 16,-9 0 2-16,9 0-4 0,0 0 3 15,0 0-3-15,0 0-2 0,0 0 2 16,-13 3-2-16,13-3-3 0,0 0 1 15,0 0-2-15,0 0-1 0,0 0-3 0,0 0 0 16,0 0-4-16,0 0 1 0,0 0 1 16,0 0-2-16,-14 2 3 0,14-2-4 0,0 0 1 15,0 0-1-15,0 0-1 0,0 0 0 16,0 0 0-16,0 0-2 0,0 0 0 0,0 0 0 16,0 0 4-16,0 0 2 0,0 0-3 15,0 0 3-15,0 0 1 0,0 0 3 0,0 0-2 16,0 0 1-16,0 0-3 0,0 0-2 15,0 0-3-15,0 0 0 0,0 0-7 16,0 0-1-16,0 0 4 0,-5 8-1 0,5-8 4 16,3 16-3-16,1-4 0 0,0 3 1 15,0-1-2-15,2-1 3 0,-1 1 0 16,-1 1-1-16,0-4 0 0,1-1-1 16,0 0 6-16,1 0-5 0,-5-3 2 0,3 0-2 15,-2 0 4-15,0-1-1 0,-2-6 1 16,5 11 7-16,-5-11 8 0,4 8 0 0,-4-8 2 15,4 6 3-15,-4-6-4 0,0 0-2 16,4 7 1-16,-4-7-2 0,0 0-5 16,6 4 1-16,-6-4-1 0,0 0-4 0,9 4 0 15,-9-4-3-15,0 0-1 16,11 2 3-16,-11-2-4 0,0 0-3 0,14 2 9 0,-14-2-6 16,9 4-2-16,-9-4 0 15,12 2-2-15,-12-2-2 0,13 4-2 0,-7 2 1 16,1-1-1-16,2-1 0 0,-6 4-1 15,3-3-1-15,-1 2 1 0,-1 1 1 0,3-1 3 16,-6 1-2-16,3 0 5 0,2 0 0 16,-6 1 4-16,1-1 9 0,-1 1 5 15,0-9 3-15,-1 15 0 0,-3-5 5 0,0-1 19 16,1-2 11-16,-4 1-16 16,1-1 0-16,1-2 11 0,1 0-3 0,4-5 2 0,-9 7 2 15,9-7-8-15,-7 5-5 16,7-5-6-16,-9 4-4 0,9-4 3 0,0 0-6 15,0 0-12-15,-13 2-8 0,13-2-19 16,0 0-24-16,0 0-35 0,0 0-36 0,-21-2-53 16,21 2-61-16,0 0-78 0,-14-2-102 15,14 2-94-15,-9-2-137 0,9 2-119 16,-13-3 60-16,13 3-503 0,-14-3-654 0</inkml:trace>
  <inkml:trace contextRef="#ctx0" brushRef="#br0" timeOffset="86285.33">8213 13534 3007 0,'0'0'-164'0,"0"-5"40"0,0 5 38 0,0-9 33 0,0 9 32 0,0-7 24 0,0 7 28 16,0-8 13-16,0 8 9 0,0 0 5 15,0-7 9-15,0 7 16 0,0 0 17 16,0 0 8-16,0 0 16 0,-1-9 2 15,1 9 0-15,0 0-6 0,0 0 1 0,0 0-5 16,0 0 1-16,-5-9-6 0,5 9-10 16,0 0-6-16,0 0-1 0,0 0-3 0,0 0-10 15,-4-6-3-15,4 6-6 0,0 0-5 16,0 0-8-16,0 0 0 0,0 0-4 0,0 0 4 16,0 0-2-16,0 0-9 0,0 0-3 15,0 0-7-15,0 0 11 0,0 0 5 16,0 0-2-16,-23 14-2 0,19-8-1 0,3 3 5 15,-5 1 1-15,4 0-2 0,-1 4 3 16,-1-2 3-16,0 4-2 0,2-1-3 16,0 2-2-16,0 2-2 0,-2-2 14 15,4 4 1-15,-2-3-10 0,2 3-1 0,0 0-7 16,-2-1-2-16,2-1-2 0,0 2-5 16,0-2-1-16,0-1 4 0,0 0 5 0,2-1-6 15,-2-2 0-15,2-1-2 0,-2 1-2 16,2 1-8-16,0-3 7 0,0-1-8 15,0 0-4-15,0 0-2 0,0-1 6 0,-2-2-13 16,2 3 1-16,2-4 8 0,-3-2-10 16,-1 3 2-16,2-3-3 0,0 4 5 0,-2-10 14 15,2 14 4-15,2-8 5 16,-4 1-4-16,0-7-1 0,1 12-8 0,1-5-1 0,-2-7-3 16,5 12 3-16,-5-7 0 15,0-5-11-15,4 12 0 0,-3-6-1 0,-1-6 0 16,2 10-5-16,-2-10 2 0,2 10 0 15,0-3-6-15,-2-7 7 0,2 10-2 16,-2-10 0-16,2 10-5 0,-2-10 1 0,2 9 1 16,-2-9 1-16,1 10-3 0,-1-5 2 15,0-5 6-15,2 10-4 0,-2-10-3 0,0 12 1 16,0-12-5-16,2 9 3 16,-2-9 4-16,0 10-4 0,0-3-5 0,0-7-4 0,2 11 9 15,-2-11-1-15,0 9-3 16,0-9-2-16,0 12 5 0,0-12-4 0,0 10 0 15,0-10 0-15,5 8 4 0,-5-8-1 16,0 8-2-16,0-8-5 0,1 11 7 0,-1-11 3 16,0 9-4-16,0-9-6 0,0 9 1 15,0-9 7-15,0 9-3 0,0-9 6 16,0 11-8-16,0-11 0 0,0 10-2 0,0-10 2 16,0 10-3-16,0-10 14 0,2 11-8 15,-2-4 2-15,0-7-5 0,0 11-3 16,0-4 2-16,0-7 2 0,0 12 0 0,0-12 3 15,-2 14 6-15,2-7-5 0,0 0 3 16,0-7-7-16,-1 13-1 0,1-7 5 16,0-6-4-16,-5 10 4 0,5-10 1 0,0 12 0 15,0-12 3-15,-2 10-1 0,0-5-4 16,2-5-2-16,0 12 1 0,-2-5 3 16,2-7-8-16,0 15 3 0,-1-9 7 0,1-6-9 15,-2 14-1-15,0-6 9 0,0-1-6 16,0 0 1-16,2 2-1 0,0-9 0 0,-2 14 4 15,0-7-1-15,2 2-2 0,-1 0-1 16,-3-2 9-16,4 3-10 0,-3-2 9 0,1 1 3 16,0 1 11-16,1-1 7 0,-3 1-4 15,2 1-2-15,2-3-2 0,-4 1 2 16,4 2-1-16,-1-3-4 0,1 2-5 16,-4 0 1-16,2 1 2 0,0-3-5 15,0 0 1-15,0 3 0 0,2-2 5 0,-2-1-6 16,0 0 4-16,2-8 18 0,-2 14 3 15,0-9 1-15,2-5 0 0,0 11-1 0,0-11-4 16,-2 9 1-16,2-9 12 0,0 8 2 16,0-8-25-16,0 0-22 0,-2 9 0 0,2-9 0 15,0 0 0-15,0 0 0 16,0 0 0-16,2 8 0 0,-2-8 0 0,0 0 0 0,0 0 0 16,0 0 0-16,0 0 0 0,0 0 0 15,0 0 0-15,0 0 0 0,0 0 0 16,0 0-229-16,0 0-347 0,0 0-293 0,0 0-45 15,-18-4 96-15,18 4-809 16,-21 4-1067-16</inkml:trace>
  <inkml:trace contextRef="#ctx0" brushRef="#br0" timeOffset="106880.78">1602 14043 1668 0,'-3'-10'231'0,"-1"-2"-3"0,1 3-4 0,1 2-13 0,0 1 13 0,2 6 23 0,0-15-3 0,0 15-2 15,-1-9 8-15,1 9 14 0,0-11 7 16,0 11 0-16,0-10 0 16,0 10-12-16,0-8-18 0,0 8-23 0,0 0-29 15,0 0-23-15,0 0 14 0,0 0-1 16,-4 33-11-16,-2 0-16 0,3 5-12 0,-1 3-5 0,0 4 5 15,0-3-15-15,0 3-6 16,2 0-16-16,-2-4-9 0,3-3-12 16,-1-3 1-16,0-5-12 0,0-8-6 0,0 2-5 15,0-7-5-15,2-4-4 0,-1 1-11 16,-1-2-26-16,2-3-48 0,-2 0-62 0,0-4-124 16,2-5-133-16,0 0-138 0,0 0-154 15,0 0-191-15,-18-16 25 0,15 1 86 16,-1-8-555-16,0-1-740 0</inkml:trace>
  <inkml:trace contextRef="#ctx0" brushRef="#br0" timeOffset="107095.13">1274 13948 3852 0,'-21'-2'110'16,"10"-1"26"-16,2 1 42 0,9 2 64 15,-12-2 50-15,12 2 16 0,0 0-14 0,0 0-21 16,-9-4-24-16,9 4-16 0,0 0-25 15,23-12-12-15,-1 5-25 0,15-5-15 16,14-2-16-16,4-1-49 0,0 1-68 0,3 0-112 16,-1 1-116-16,-6 2-128 0,-5 5-131 15,-3-2-143-15,-12 4-190 0,-6 4 51 16,-6 4-584-16,-6 4-787 0</inkml:trace>
  <inkml:trace contextRef="#ctx0" brushRef="#br0" timeOffset="107296.25">1421 14485 3888 0,'-23'17'43'0,"8"0"62"0,3-3 59 15,3-4 50-15,0-1 57 0,-1 0 42 0,4-2 3 16,3-3-9-16,3-4-22 16,-8 8-28-16,8-8-23 0,0 7-20 0,0-7-22 15,0 0-20-15,24 0-30 0,-6-3-71 16,1 1-118-16,15-8-175 0,0 2-186 0,1-7-231 15,-1 5-222-15,-2 0 88 0,2-3 79 16,-7 6-511-16,-4 0-670 0</inkml:trace>
  <inkml:trace contextRef="#ctx0" brushRef="#br0" timeOffset="107678.82">1859 14300 3628 0,'0'0'196'0,"-5"-3"12"0,5 3 4 0,0 0 6 15,-6-6 6-15,6 6-11 0,0 0-21 0,0 0 1 16,0 0 8-16,0 0-19 16,0 0-12-16,13 31-24 0,-9-20-3 0,2 3-21 15,2-2-7-15,-5 3-10 0,3-1-4 16,-1-2-2-16,0 0-6 0,-1 1-5 16,-2-2-4-16,-1-1-2 0,-1-2-11 0,2-1-4 15,-2 0-1-15,0-7-3 0,2 9 11 16,-2-9-8-16,0 0-7 0,0 0-16 0,7-26-6 15,-1 7-9-15,6-8-12 0,-1-1-12 16,0 6-8-16,-1 3 0 0,1 3-5 16,2 1-17-16,-4 7 1 0,4-2 4 0,-3 6-5 15,3 0 2-15,-2 3 7 16,-11 1-6-16,25 3 3 0,-10 0 3 0,-2 4 10 0,1 2-5 16,3 2 2-16,-3 0-3 15,-1 1 4-15,-2-1-4 0,-1 1 6 0,-1 0 6 16,-1-2-20-16,-3 0-46 0,2 1-71 15,-6-4-95-15,3 1-101 0,0-1-118 16,-1 0-135-16,1-4-224 0,-4-3 70 0,0 0 83 16,0 0-457-16,29-15-585 0</inkml:trace>
  <inkml:trace contextRef="#ctx0" brushRef="#br0" timeOffset="108060.99">2511 13981 2971 0,'-8'-10'33'0,"1"5"35"16,1-1 26-16,-1 4 12 0,7 2 19 16,-20 0 21-16,20 0 29 0,-23 12 14 15,9-3 3-15,-10 11-1 0,1 2-17 0,3 2-17 16,-1 2-12-16,6-3-18 0,-3 0-11 16,7-4-13-16,5-3-10 0,2-3-5 0,2-1-5 15,4-1-8-15,2 1-7 0,6 0-6 16,-1-5-8-16,0 5-5 0,5 0-9 15,-1-1-2-15,-1 1-4 0,1 1-5 16,0-1-3-16,-1 4-3 0,-3-5 4 16,-1 4 6-16,0-3 13 0,-2 2 24 0,1-1 24 0,-3-1 26 15,-1-2 30-15,1 1 12 16,-1-1 11-16,-3-2 2 0,0 1-9 0,-3 0-8 16,-1-1-12-16,-1 0-13 0,-1-4-12 15,-5 3-14-15,1-4-9 0,-1 1-17 16,11-4-34-16,-23 0-52 0,8-4-80 0,-2-4-108 15,-3-3-108-15,5 1-125 0,4 2-156 16,-3-6-212-16,5 6-44 0,4-1 95 0,-2 2-622 16,5 2-820-16</inkml:trace>
  <inkml:trace contextRef="#ctx0" brushRef="#br0" timeOffset="108694.83">2544 14161 3608 0,'0'0'-71'0,"0"0"16"0,3-7 11 0,-3 7 26 16,0 0 49-16,0 0 23 0,0 0 11 15,0 0-2-15,0 0-6 0,24 4 2 0,-24-4-6 16,11 3-7-16,-11-3 3 0,17 2-3 16,-17-2 0-16,19 2-3 0,-9-2-4 15,-10 0 6-15,0 0 19 0,20 1 24 16,-20-1 22-16,12 0 13 0,-12 0 20 15,0 0 17-15,0 0 24 0,17-1 19 0,-17 1-4 16,0 0-1-16,0 0-26 0,0 0-31 16,0 0-10-16,0 0-23 0,0 0-10 0,0 0-15 15,0 0-7-15,-25 18-12 0,14-4-1 16,0 1-12-16,2 2 0 0,-2-1-5 16,4 1 11-16,1 2-11 0,2-3 2 0,2 1 1 15,2-3 2-15,2 1 8 0,4 1 3 16,5 1 24-16,2-4 3 0,3-1-10 15,3-3-6-15,-2-6-6 0,2-1-4 16,0-2-6-16,0-2-3 0,1-1-10 0,-4 0 0 16,0-3-1-16,-1-1 7 0,0 1-6 15,-5-3 14-15,-1-3 6 0,-1-2 1 16,-2-1-9-16,-1-7-5 0,1 1-4 0,-4-2-34 16,1 1-13-16,1 1 0 0,-1 1 0 15,-1 5 0-15,0 3 0 0,-1-2 0 0,-1 5 0 16,0-1 0-16,2 3 0 0,0-3 0 15,0 3 0-15,-2 7 0 0,4-12 0 16,1 4 0-16,5 1 0 0,0 3 0 0,-1 1 0 16,-9 3 0-16,21-2 0 0,-21 2 0 15,25 5 0-15,-10 1 0 0,-1 1 0 16,0 1 0-16,-1 2 0 0,-2 1 0 16,1 0 0-16,-3 1 0 0,2 4 0 0,-4-1 0 15,5 1 0-15,-1-3 0 0,-3-1 0 16,-3 0 0-16,4-1 0 0,-4-3 0 0,1 0-72 15,-1 0-168-15,-1-2-85 0,1-1-94 16,-2 1-104-16,1-1-76 0,-4-5-206 16,7 7 24-16,-7-7 91 0,0 0-581 0,0 0-731 15</inkml:trace>
  <inkml:trace contextRef="#ctx0" brushRef="#br0" timeOffset="108945.69">3399 13529 3725 0,'-7'-16'146'0,"1"6"36"0,2 1 31 0,4 4 25 0,0 5 24 0,-4-9 6 0,4 9-15 0,0 0-14 0,0 0 49 0,0 0-12 0,2 35-17 0,6-1-29 16,-2 4-20-16,3 13-20 0,-4 0-20 16,4 6-15-16,-2 2-13 0,2 1-15 15,-5 0-12-15,0-6-22 0,-1 3-32 16,0-11-33-16,-1-1-27 0,0-2-68 0,-2-4-64 15,0-2-64-15,0-5-75 0,0-6-90 0,0-8-99 16,-2 0-107-16,2-5-155 16,2-2-50-16,-2-4 71 0,0-4-535 0,0-3-697 15</inkml:trace>
  <inkml:trace contextRef="#ctx0" brushRef="#br0" timeOffset="109112.67">3331 14187 3760 0,'-10'-7'170'16,"0"4"45"-16,10 3 55 0,-11-6 79 0,11 6 41 15,-8-1 6-15,8 1-16 0,0 0-32 16,0 0-33-16,-7-5-32 0,7 5-30 0,0 0-25 16,0 0-30-16,0 0-59 0,23-14-81 15,-12 10-126-15,6-1-142 0,-2 0-181 16,3-2-235-16,5 2-264 0,-3-2 74 16,3 2 89-16,-1 3-642 0,-4-1-822 15</inkml:trace>
  <inkml:trace contextRef="#ctx0" brushRef="#br0" timeOffset="109294.97">3731 14156 4234 0,'-9'0'283'0,"9"0"56"0,0 0 38 0,-18 0 24 16,18 0 7-16,0 0-22 0,0 0-43 0,0 0-36 15,0 0-40-15,-2-9-75 0,2 9-86 16,20-17-149-16,-2 10-178 0,3 1-208 15,10-6-255-15,-4 5-198 0,-2 0 89 16,-3 2 83-16,1-1-610 0,4 5-777 16</inkml:trace>
  <inkml:trace contextRef="#ctx0" brushRef="#br0" timeOffset="109678.83">4427 13714 3859 0,'-12'-13'105'0,"2"5"38"0,3-1 33 16,1 4 29-16,1 1 24 0,0-1 10 0,5 5-9 16,-11-8-24-16,11 8-9 15,-16 2-24-15,16-2-7 0,-24 11 7 0,9 1 1 0,0 2-9 16,-4 7-15-16,-1 2-13 16,5 3-18-16,4-8-10 0,3 1-10 0,4-2-4 15,2 4-6-15,2-4-5 0,2 2-5 16,7-1-11-16,0 3-4 0,0-3-4 0,7 5-11 15,0-1 3-15,-2-2-13 16,5 2 0-16,-4-1-5 0,0-1-2 0,-3-3-6 16,-1-1 0-16,0 1 2 0,-2 0 31 0,-4 1 34 15,1-2 14-15,-3-2-93 16,-1-1-14-16,0 0 0 0,-2-2 0 0,0-1 0 16,-4 2 0-16,-1-5 0 0,-1 3 0 15,-4 0 0-15,-3-3 0 0,-1-1 0 0,-2 0 0 16,-4-4 0-16,2 0 0 0,-1 0 0 15,-6 0 0-15,4 0 0 0,2-2-278 0,-2 3-450 16,0-3-234-16,4 4 89 0,1-3 95 16,5 1-777-16,11-2-998 0</inkml:trace>
  <inkml:trace contextRef="#ctx0" brushRef="#br0" timeOffset="110128.26">4622 13765 4627 0,'-3'-14'64'0,"-1"2"-2"0,4 3 0 0,2 0 1 0,0 2 2 0,3-3-1 0,2 7-8 0,2-1-6 16,0 2-5-16,-9 2-10 0,25 9 3 15,-10 3-4-15,-3 5-1 0,-1 12 2 0,-4 7 18 16,-2 3 14-16,-5 4 7 15,-5 2 20-15,-2 7 13 0,3-8 4 0,-3-6-6 0,3 3-12 16,4-12-4-16,0-6-10 16,0-4-5-16,2 0 5 0,0-5 13 0,3-2 0 0,1-3-11 15,1-5-6-15,5-2-12 16,-12-2 1-16,0 0-2 0,29-10-16 0,-18 1 5 16,-3-1-11-16,-4-4 2 0,-2-3 14 15,-4 0 14-15,-6-14 26 0,-5-1 15 16,-3 0 13-16,-11-1 3 0,-3 0 10 0,6 10 9 15,-3-1 11-15,0 1-56 0,2 2-101 16,2 1 0-16,9 3 0 0,-2 3 0 0,8 0 0 16,-1-3 0-16,6 2 0 0,3 1 0 15,1-3 0-15,10-2 0 0,7-3 0 16,2 3 0-16,5 4 0 0,2-1 0 16,5 8 0-16,-1 4 0 0,-1 5-363 0,12 2-548 15,0 6-42-15,-4 6 104 0,5 2-891 16,-13 6-1171-16</inkml:trace>
  <inkml:trace contextRef="#ctx0" brushRef="#br0" timeOffset="110546.76">2196 15065 4457 0,'-61'6'-173'0,"-5"2"15"0,-6 2 18 0,-3 1 26 0,-1 1 61 0,5-2 62 15,6 1 54-15,8-3 16 0,17 2 0 0,4-3 1 16,10-4-14-16,4 2-9 0,9-1-3 16,-2-2-7-16,7 2-5 0,1 0 8 15,7-4 5-15,0 0 7 0,23 10 6 0,20-12-1 16,32-6-9-16,41-14-1 15,25-3-3-15,63-14-23 0,13-11-47 0,14 7-24 0,7 7-5 16,9-7 2-16,2 3-11 0,-9 3 22 16,-14 4 4-16,-20 4 14 0,-59 3 32 15,-17 3 22-15,-18 4 28 0,-34 5 26 16,-15 4 44-16,-8 1 61 0,-19 1 62 16,-9 3 33-16,-7 1 7 0,-8 3-20 0,-3-1-23 15,-9 2-28-15,0 0-24 0,0 0-23 16,0 0-33-16,0 0-66 0,0 0-109 0,0 0-150 15,0 0-153-15,0 0-181 0,-27 17-263 16,19-10-48-16,0 1 100 0,1-1-668 16,-4 3-841-16</inkml:trace>
  <inkml:trace contextRef="#ctx0" brushRef="#br0" timeOffset="123209.42">15020 12332 1484 0,'4'-10'98'0,"-4"10"-30"0,6-4-12 0,-6 4 9 0,0 0 8 0,1-8 3 0,-1 8-5 15,0 0-3-15,-7-9 2 0,7 9 3 0,-14-5-4 16,7 2 5-16,-4 3 7 0,-3 0 1 16,-1 0 5-16,1 0 0 0,-2 4-1 15,-4 0 6-15,2 0-1 0,-4 6-9 16,1-3-1-16,3 5 0 0,-2-2-7 0,3 1 1 16,0 2-3-16,1-1 2 0,7 0-5 15,0 0 6-15,3 0-4 0,5 1-2 0,1 1 1 16,3 0-4-16,6 5-10 0,6 5-3 15,8-1-7-15,0 1 2 0,4-1-13 16,2-2 1-16,0 1 0 0,-3-1-10 0,0-4 1 16,-3 1-4-16,-7-4-6 15,-1-4-3-15,-5-1 1 0,-3-2 13 0,-3 0 20 16,0-1 21-16,-2 1 23 0,-2 2 7 0,-6-1 1 16,-1-2-4-16,-5 2-10 0,-1-1-9 15,-7 1-5-15,-3-2-10 0,1 0-6 16,-1-1-6-16,2-1-6 0,0 1-3 0,4-2-22 15,2-3-22-15,1 2-35 0,14-2-45 16,-23 0-61-16,16-2-74 0,7 2-79 0,-11-8-112 16,12 1-162-16,-1 7-51 0,13-17 67 15,-1 3-275-15,12-1-317 0</inkml:trace>
  <inkml:trace contextRef="#ctx0" brushRef="#br0" timeOffset="123575.63">15479 12422 2355 0,'12'-6'59'0,"-7"1"7"0,2 1-5 0,-7 4-5 0,7-3-5 0,-7 3 17 0,0 0 45 0,0 0 23 0,0 0 18 0,-2 22-4 16,-2-10-9-16,1 3 0 0,-6 4-6 16,2 1-12-16,0 0-11 0,1 1-14 0,1-3-7 15,2-1-12-15,1 1 1 0,4-3-13 16,1 1 3-16,-2-1-12 0,1-3-6 15,4-1-4-15,-4 0-8 0,1-1-1 0,-1-3-2 16,2 0 2-16,-4-7 9 0,0 10 14 0,0-10 2 16,0 0 7-16,-15 2 18 15,15-2 21-15,-25-14 3 0,0-1 3 0,4-4-4 16,-6-1 8-16,11-5-7 0,-4 2 3 16,5 1 0-16,5-1-12 0,3 3-5 0,1 0-7 15,4 2-13-15,2-2-9 0,8 0-14 16,-3-1 14-16,11-3-14 0,3 4-20 0,-4 5-33 15,5 3-39-15,-2 1-53 0,3 5-70 16,2 0-104-16,-2 6-103 0,0-2-123 16,8 4-181-16,7 5-37 0,-4 2 82 0,-3 4-474 15,-6 5-568-15</inkml:trace>
  <inkml:trace contextRef="#ctx0" brushRef="#br0" timeOffset="123993.65">14908 11972 3091 0,'-60'-8'-1'0,"-2"8"19"0,-9 12 31 0,0 5 44 0,-14 15 48 15,3 9 34-15,12 8 26 0,2 11 21 0,14 6 13 0,10 10 2 16,9 4 3-16,21-14-5 0,5 6-1 0,21 1-22 16,19 14 8-16,21-10-7 0,20-8-19 15,25-7-18-15,19-11-17 0,15-15-20 0,12-9-59 16,2-13-48-16,-6-11-49 0,-5-9-29 16,-8-13 2-16,-13-5-1 0,-6-8 5 0,-10-6-1 15,-7-9 6-15,-11-3 1 0,-13-11-2 16,-10-9 6-16,-15-2 3 0,-9-6 3 0,-10-11 4 15,-17 14 1-15,-10-5 3 0,-18-17-3 16,-21 1 3-16,-15 4 2 0,-18 7-2 16,-12 12 0-16,-14 11-1 0,-13 17 4 15,-8 20-3-15,-2 17-2 0,-3 16-56 0,2 13-99 16,12 16-125-16,8 15-145 0,6 9-232 16,13 6 1-16,12-4 74 0,13-4-434 0,21-18-507 15</inkml:trace>
  <inkml:trace contextRef="#ctx0" brushRef="#br0" timeOffset="136489.57">17954 15512 1100 0,'-5'-8'343'0,"5"8"-78"0,-9-7-39 0,1 4-32 0,8 3-1 15,-21-4-16-15,21 4-2 0,-25 2-14 0,12 1-3 16,-3 1 6-16,2 2-3 15,-2 0-10-15,3 1-15 0,-1 1 9 0,3-1-21 16,2 3-8-16,3-1-11 0,-2 1-7 16,2 0-11-16,5 2-11 0,-3-1-4 0,2 1-6 15,0 0-10-15,2 0-5 0,0-1-5 16,2 3-12-16,-2-1-15 0,4-2-5 16,-2 2-15-16,-1-2 3 0,1 1-10 0,-2-1 5 15,2-1-5-15,2-2 4 0,-4 1-10 16,2 0 8-16,-2-9 10 0,0 12 4 0,0-12 9 15,-2 9 6-15,2-9 2 0,-9 10-3 16,3-7 0-16,1 1-7 0,5-4 5 0,-22 4-5 16,11 0-9-16,-3-1-25 15,1-2-26-15,0 2-44 0,-2-1-39 0,3-1-55 16,-1 3-60-16,13-4-88 0,-20 0-127 16,20 0-135-16,0 0 55 0,-9-5-218 15,9 5-245-15</inkml:trace>
  <inkml:trace contextRef="#ctx0" brushRef="#br0" timeOffset="136839.69">18099 15584 2098 0,'0'0'-14'16,"11"-2"17"-16,-11 2 23 0,0 0 20 0,0 0 9 16,0 0 15-16,3 14 3 0,-3-14-5 15,-8 12-5-15,2-3-10 0,3 1-5 16,-3-1-1-16,3 1-6 0,-1-2-4 0,0 1-3 15,1-2-12-15,2 0-5 0,1-7-6 16,-2 10-4-16,2-10 1 0,-2 8-2 16,2-8 7-16,-4 7 18 0,4-7 25 0,0 0 10 15,-11 7 30-15,11-7 21 16,-17-1 43-16,17 1 14 0,-29-6 12 0,12 4 7 0,3-5 1 16,0 0 1-16,0-2-11 0,1 1-11 15,2-1-4-15,2 1-4 0,0-2-13 16,6 2-1-16,-3-1-11 0,2-1-16 0,4 2-9 15,0-3-19-15,2 1-8 16,4 0-20-16,-1-4-39 0,4 4-54 0,0-1-61 16,-2 3-86-16,2-1-100 0,5 3-104 15,-3 1-159-15,0 3-172 0,3 2 69 0,-14 0-431 16,31 2-541-16</inkml:trace>
  <inkml:trace contextRef="#ctx0" brushRef="#br0" timeOffset="137239.53">17757 15252 2921 0,'-40'3'-33'0,"-2"5"27"0,-14 11 34 0,3 6 36 0,0 5 35 0,1 8 40 0,5 5 25 0,4 5 34 15,7 4 8-15,12 2-4 0,5 1-8 16,11 4-15-16,11-4-3 0,9-4-26 16,10 0-15-16,6-8-15 0,10-4-43 15,7-6-43-15,9-5-48 0,3-10-45 16,2-6-73-16,2-4-66 0,-12-12-28 0,15-4-16 0,-3-4-6 16,-2-7-4-16,-2-4 0 15,-4-1 7-15,-1-4 23 0,-7-1 38 0,-4-3 27 16,-7-2 46-16,-2-4 51 0,-7-3 45 15,-4-4 37-15,-7-5 27 0,-7-1 17 0,-7 5 18 16,-6-10-5-16,-8 1-2 0,-8-4-7 16,-8 2-13-16,-11 9 0 0,-6 11-8 15,-7 6-6-15,-10 12 0 0,-8 9-31 16,-7 8-35-16,-1 8-63 0,-21 14-89 0,8 6-177 16,3 1-153-16,10 5-174 0,17-6-175 0</inkml:trace>
  <inkml:trace contextRef="#ctx0" brushRef="#br0" timeOffset="152353.84">12530 12909 1563 0,'0'0'259'0,"0"0"-74"0,0 0-23 0,0 0-10 0,13-12-1 0,-13 12-5 16,0 0-3-16,0 0 6 0,0 0-3 16,0 0 1-16,0 0-11 0,0-8-7 0,0 8-12 15,0 0-5-15,0 0-12 0,0 0-10 16,0 0-10-16,0 0-10 0,1-5-5 15,-1 5-10-15,0 0-5 0,0 0-6 0,0 0-4 16,0 0-11-16,0 0 3 0,0 0-3 16,0 0-6-16,-23-4-4 0,23 4-1 0,-24-1-3 15,10 1 2-15,2 0 3 0,-6 0-5 16,3 0-7-16,-1 0 2 0,-4 1-3 0,1 1 4 16,-1 2-3-16,-2-1-7 15,-1 1 10-15,0 2-6 0,-8 4 2 0,5-2 1 16,4 0 1-16,-8 4 2 0,-1 0 6 15,-1 3 3-15,3 1 4 0,-3 1 0 0,2 2 7 16,-10 6-4-16,2-1 0 0,-3 2 8 16,5 1-2-16,0 2 0 0,0 0 1 15,11-4 4-15,0-1-4 0,5 2 0 0,3-2 11 16,4 1-2-16,2-2 10 0,10-3 7 16,1-1 1-16,5 3-8 0,7 10-1 15,3-5-6-15,4 0-3 0,4-3-8 16,1 2-2-16,3-4-4 0,2 1-1 0,1-5-6 15,-5 1-2-15,2-2-6 0,-6-5-5 16,-6 0-9-16,-1-5-8 0,-1 1-8 0,-4-2-15 16,1 0-21-16,-4-4-22 0,-1 3-36 15,3-3-63-15,-8-2-62 0,3 8-61 0,-3-8-95 16,0 0-143-16,0 0-78 0,0 0 62 16,-12 6-327-16,12-6-361 0</inkml:trace>
  <inkml:trace contextRef="#ctx0" brushRef="#br0" timeOffset="152636.57">12060 13547 2668 0,'-2'-8'105'0,"2"8"-18"0,0 0-1 0,0 0-5 0,0 0 12 0,0 0 14 0,0 0 15 16,0 0 4-16,0 0 9 0,25 22 2 15,-21-12-8-15,2 4-11 0,-3 1-11 16,0 1-12-16,1 1-11 0,-2 0-8 0,-4 1-5 16,0 1-6-16,-5 0-2 0,0 3-5 15,-6 5-1-15,-4-6-7 0,-5 3-2 16,2-2-6-16,-5-2-5 0,2-3-7 0,5-3-32 16,-4-4-39-16,3-1-64 0,0-1-89 15,4-4-112-15,-2 1-159 0,5-3-151 16,3 1 54-16,1-3-318 0,8 0-362 0</inkml:trace>
  <inkml:trace contextRef="#ctx0" brushRef="#br0" timeOffset="-209887.55">23716 2196 3099 0,'0'-12'246'0,"1"2"-31"0,1 0 10 0,3 3 21 0,-3 0 10 0,1-4 1 0,1 3-2 0,0 1-10 16,0-3-16-16,-3 2 16 0,3 2 7 16,0 0-10-16,-4 6 1 0,4-13-12 0,-4 13-7 15,2-8-18-15,-2 8-17 0,4-10-25 16,-4 10-9-16,2-5-15 0,-2 5-14 0,0 0-1 15,0 0 20-15,0 0-11 0,-14 52-37 16,7-15-97-16,-5 11 0 0,-3 8 0 16,0 7 0-16,-3 8 0 0,-3 14 0 15,1 1 0-15,2-17 0 0,2 0 0 0,0-4 0 16,1-2 0-16,1 0 0 0,1-4 0 16,1-4 0-16,1-7 0 0,4-13 0 15,-1-4 0-15,0-5 0 0,3-6 0 0,1-6 0 16,-3 1 0-16,5-3 0 0,-5-2 0 15,5-1 0-15,2-1 0 0,-3-1 0 0,1 0 0 16,2-7 0-16,-2 9 0 16,2-9 0-16,-4 8 0 0,4-8 0 0,0 0 0 15,0 0 0-15,-7 0 0 0,7 0 0 16,0 0 0-16,-12-12 0 0,6 1-904 0,1-5-90 16,-1-3 102-16,4-4-945 0,-1-1-1263 15</inkml:trace>
  <inkml:trace contextRef="#ctx0" brushRef="#br0" timeOffset="-209485.66">23836 2017 4936 0,'-11'-6'-107'0,"-1"2"46"0,4 2 54 0,8 2 45 0,-13-6 53 0,13 6 35 0,0 0 18 15,-5-5 10-15,5 5 2 0,0 0-13 16,0 0-12-16,16-9-14 0,6 8-13 0,4-3-1 16,18 2-12-16,8 0-2 0,3 2-8 15,8 0-14-15,-12 4-7 0,-3-4-7 0,-9 2 5 16,-4 0-11-16,-11-2-7 15,-4 0 6-15,-5 0 20 0,0 0 17 0,-4 0 12 16,-11 0 12-16,20 0-9 0,-20 0-9 16,15-2-11-16,-15 2-7 0,10-4-7 15,-10 4-13-15,0 0-11 0,7-2-40 0,-7 2-64 16,0 0-71-16,0 0-73 0,0 0-89 16,0 0-95-16,0 0-110 0,0 0-163 0,-19 14-147 15,11-5 83-15,-1-1-542 0,2 2-732 16</inkml:trace>
  <inkml:trace contextRef="#ctx0" brushRef="#br0" timeOffset="-208654.97">24116 2369 3469 0,'0'0'-4'0,"1"-9"54"0,-1 9 50 16,3-8 53-16,-3 8 39 0,6-6 43 0,-6 6 35 15,3-10 31-15,-3 10 8 16,0 0-2-16,4-7-8 0,-4 7-14 0,0 0-19 15,0 0-19-15,0 0 4 0,0 0 8 16,0 0 6-16,6 19-12 0,-8-1-9 0,-6 3-10 16,-1 10-28-16,1 3-206 0,-3 0 0 15,0 2 0-15,-3-2 0 0,3 0 0 0,-3-1 0 16,1-2 0-16,1-2 0 0,1-8 0 16,4-2 0-16,-6-4 0 0,8-1 0 0,-1-2 0 15,3-2 0-15,-3-3 0 0,3 0 0 16,3-7 0-16,-7 5 0 0,7-5 0 0,0 0 0 15,0 0 0-15,10-34 0 0,-1 3 0 16,11-12 0-16,-2 0 0 0,7 2 0 16,-4 3 0-16,-1 7 0 0,-3 4 0 15,-5 1 0-15,0 7 0 0,-2 4 0 0,-5 3 0 16,5 3 0-16,-2 1 0 0,-5 2 0 16,7 2 0-16,-10 4 0 0,15 0 0 0,-15 0 0 15,22 8 0-15,-11 1 0 0,0 1 0 16,3 5 0-16,-3-1 0 0,1 3 0 15,-3-1 0-15,-3-1 0 0,-1-1 0 0,-1 1 0 16,-1-5 0-16,-3 0 0 0,5 2 0 16,-3-3 0-16,-2-1 0 0,2-2 0 0,-2-6 0 15,4 8 0-15,-4-8 0 16,0 0 0-16,0 0 0 0,18-18 0 0,-4 3 0 0,5-13 0 16,3-1 0-16,5-6 0 15,-2 8 0-15,0 0 0 0,-5 5 0 0,4-2 0 16,-5 10 0-16,-6 2 0 0,-1 5 0 15,-3-1 0-15,0 6 0 0,0 4 0 0,-9-2 0 16,14 15 0-16,-8 0 0 0,-4 2 0 16,0 9 0-16,-4 0 0 0,-2 13 0 0,0 2 0 15,-5-1 0-15,2 1 0 0,-3-2 0 16,0-1 0-16,1-5 0 0,1-1 0 0,0-6 0 16,5-8 0-16,-3 0 0 15,4-3 0-15,-1-3 0 0,-4-1 0 0,7-3 0 16,-2 1 0-16,2-9 0 0,-1 8 0 15,1-8 0-15,0 0 0 0,0 0 0 0,3 4 0 16,-3-4 0-16,0 0 0 0,0 0 0 16,0 0 0-16,0 0 0 0,0 0 0 0,0 0-781 15,0 0-211-15,0 0 89 0,0 0-973 16,0 0-1299-16</inkml:trace>
  <inkml:trace contextRef="#ctx0" brushRef="#br0" timeOffset="-208322.31">23973 3001 5236 0,'-23'-2'25'0,"4"2"42"0,4-2 63 0,3 0 80 0,12 2 65 0,-18-1 30 16,18 1 7-16,-12-2-9 0,12 2-18 15,0 0-1-15,0 0-5 0,0 0-8 0,0 0-62 16,51 3-209-16,-4-3 0 0,3 0 0 16,13-1 0-16,3 1 0 0,-14-2 0 0,9-2 0 15,-13 4 0-15,-2-1 0 0,-6-3 0 16,-7 2 0-16,-7 1 0 0,-7-2 0 16,-3 3 0-16,-3 0 0 0,0-2 0 15,-3 2 0-15,-10 0 0 0,13-2 0 0,-13 2 0 16,0 0 0-16,0 0 0 0,1 7 0 15,-1-7 0-15,-18 9-694 0,0 4-291 0,2-3 70 16,-17 6 99-16,1 3-810 0,-7 5-1065 16</inkml:trace>
  <inkml:trace contextRef="#ctx0" brushRef="#br0" timeOffset="-207935.75">23851 3319 4930 0,'-1'-7'201'15,"1"-3"64"-15,1 0 46 0,9 1 32 16,1 3 16-16,3-3-7 0,4 1-17 0,3 4-32 16,2 0-29-16,4 2-23 0,-4 2-25 15,-1 2-185-15,3 4-41 0,-3 0 0 0,-8 5 0 16,-2 2 0-16,-2 0 0 0,-7 3 0 16,-6 2 0-16,-5 0 0 0,-9 13 0 15,-5-5 0-15,0 0 0 0,-1 0 0 0,2-3 0 16,3-2 0-16,4-6 0 0,4-2 0 15,3-4 0-15,3 2 0 0,4-5 0 0,0-6 0 16,11 11 0-16,2-7 0 16,7-1 0-16,7-1 0 0,-3 0 0 0,3-2 0 15,4 2 0-15,-4-2 0 0,2 0 0 16,-2 0 0-16,-4-2 0 0,0 2 0 0,-2 0 0 16,-2 0 0-16,-3 0 0 0,-4 0 0 15,-1 0 0-15,-11 0 0 0,16 0 0 0,-16 0 0 16,13 0 0-16,-13 0 0 0,0 0 0 15,10 0 0-15,-10 0 0 0,0 0 0 0,0 0 0 16,0 0-729-16,0 0-273 0,0 0 100 16,-15-18-988-16,15 18-1314 0</inkml:trace>
  <inkml:trace contextRef="#ctx0" brushRef="#br0" timeOffset="-206771.04">24958 2023 4737 0,'-7'-2'-257'0,"7"2"71"0,-20-4 58 0,20 4 59 0,-14-3 60 0,14 3 58 0,-18-1 41 0,18 1 32 0,-11-2 19 0,11 2 19 15,0 0 16-15,0 0 16 0,-16 0 7 16,16 0 15-16,0 0 10 0,0 0-2 15,0 0-8-15,0 0-22 0,0 0-19 0,41-4-17 16,-25 2-11-16,6 2-14 0,-6 0-7 16,4-4-16-16,-3 2-14 0,-4 2 0 15,5-2-8-15,-5-1 10 0,1 1 0 0,-1 2-6 16,-13 0-5-16,17-4 5 0,-17 4-6 16,13 0-4-16,-13 0-9 0,11-3-7 0,-11 3-23 15,0 0-41-15,14 0 0 16,-14 0 0-16,0 0 0 0,0 0 0 0,11 5 0 0,-11-5 0 15,4 7 0-15,-4-7 0 16,0 10 0-16,0-3 0 0,0-7 0 0,0 17 0 16,0-8 0-16,-2 3 0 0,2-1 0 15,-4 7 0-15,4 3 0 0,0 0 0 16,0 4 0-16,-2 3 0 0,2 11 0 0,4 1 0 16,0-1 0-16,-2 1 0 0,-1 3 0 15,-1 1 0-15,0-1 0 0,3-1 0 0,-6 1 0 16,3-4 0-16,0 2 0 15,-1-4 0-15,-1 1 0 0,-4-2 0 0,3 0 0 16,-3-2 0-16,0 2 0 0,-2-2 0 16,4-6 0-16,1-2 0 0,-1-2 0 0,0-1 0 15,-1 10 0-15,-1-7 0 0,3-4 0 16,0 0 0-16,-3 3 0 0,4-4 0 0,-1-2 0 16,-1 1 0-16,0-1 0 0,2 1 0 15,-1-3 0-15,-4 6 0 0,5-7 0 0,-1 5 0 16,-3-2 0-16,4-2 0 0,-1 0 0 15,-1 0 0-15,-3 0 0 0,6 0 0 16,-3 1 0-16,-2-1 0 0,5 1 0 0,-3-4 0 16,0 1 0-16,2 2 0 0,-1-3 0 15,-2-2 0-15,1 1 0 0,2-3 0 16,1-1 0-16,-1-1 0 0,0-2 0 16,2-6 0-16,-2 13 0 0,2-13 0 0,-2 11 0 15,2-11 0-15,0 9 0 0,0-9 0 16,0 0 0-16,-2 9 0 0,2-9 0 0,0 0 0 15,0 7 0-15,0-7 0 0,0 0 0 16,0 0 0-16,0 0 0 0,-1 9 0 0,1-9 0 16,0 0 0-16,0 0 0 0,0 0 0 15,0 0 0-15,0 0 0 0,0 0 0 0,0 0 0 16,0 0-927-16,-18-16-50 0,12 13-1161 16,6 3-1547-16</inkml:trace>
  <inkml:trace contextRef="#ctx0" brushRef="#br0" timeOffset="-203205.61">21067 2588 6032 0,'2'-10'-198'0,"0"3"26"0,-2 7 23 0,1-10 5 15,-1 10 32-15,0 0 53 0,0 0 44 0,0 0 27 16,20 21 9-16,-15-5-4 0,3 3 2 0,-5 3 1 15,1 3 22-15,-1 0 27 16,-6 0 23-16,-2 9 13 0,-5-3 11 0,-3-2-22 0,-4-1-9 16,-3-5-5-16,0 2-5 15,-1-4-8-15,2-9-7 0,-2 0-2 0,4-4-7 16,0-2-3-16,-1-5-6 0,6-1-9 16,-4-5-12-16,-4-7-12 0,4-13-7 15,0-6 0-15,1-18-4 0,10 8-2 0,-2 1 0 16,5 1 0-16,2 7 0 0,5-1 1 15,1 7 3-15,-5 3-3 0,11 6 1 0,1 2 1 16,2 3 6-16,5 6 7 0,5 2 8 16,0 4 11-16,16 5 15 0,1 5-4 0,9 6-5 15,0 3-1-15,-3 2-4 0,-2 1 5 16,-6-1-1-16,-8-3-13 0,-5 1-1 16,-4 0-2-16,-4-5 0 0,-5-2-11 0,-5-2-23 15,0 0-45-15,0 0-56 16,-6-1-60-16,1 1-75 0,0-3-91 0,-4 0-93 15,0-7-118-15,0 0-188 0,0 0 53 16,0 0-489-16,-11-36-641 0</inkml:trace>
  <inkml:trace contextRef="#ctx0" brushRef="#br0" timeOffset="-203005.73">21581 2098 3142 0,'4'-11'26'16,"-2"1"47"-16,0 2 23 0,-2 2 19 15,0 6 43-15,0 0 68 0,0 0 49 0,0 0 25 16,0 26 8-16,2-6-19 15,0 16-24-15,-1 3-21 0,1 7-20 0,7 6-21 16,-2 0-14-16,-1 3-24 0,1-6-14 16,-1-6-41-16,0-6-59 0,-2 0-67 15,-1-4-62-15,-1-4-61 0,0-6-68 0,-2-3-54 16,0-5-63-16,-2-3-62 0,-2-4-91 16,3-2-124-16,1-6-75 0,0 0 56 0,0 0-341 15,-16-29-439-15</inkml:trace>
  <inkml:trace contextRef="#ctx0" brushRef="#br0" timeOffset="-202839.58">21532 2491 2471 0,'0'0'2'0,"-11"5"43"16,11-5 35-16,-12 5 29 0,12-5 26 0,0 0 28 15,-8 2 15-15,8-2 4 16,0 0-5-16,0 0-21 0,0 0-12 0,57-12-16 16,-22 3-25-16,3-1-65 0,0 2-99 15,4-3-114-15,8-3-155 0,-3 1-223 16,1-3-20-16,-12 3 58 0,0 1-133 0,-6-4-144 15</inkml:trace>
  <inkml:trace contextRef="#ctx0" brushRef="#br0" timeOffset="-202622.97">22254 1956 1946 0,'-2'-12'213'16,"2"12"62"-16,-3-9 14 0,3 9 4 15,0 0-8-15,0 0 47 0,0 0 66 16,0 0 5-16,0 28-23 0,3-3-25 15,3 16-22-15,-3 11-24 0,4 5-28 16,-5 0-27-16,1 1-29 0,-1-2-21 0,-4-7-32 16,2-3-49-16,-1 0-61 0,-3-3-69 15,-3-4-63-15,2 0-57 0,-2-5-62 0,-3-4-75 16,4-5-91-16,0-5-84 0,3-8-136 16,-1-3-190-16,4-6 62 0,0-3-534 0,0 0-700 15</inkml:trace>
  <inkml:trace contextRef="#ctx0" brushRef="#br0" timeOffset="-201806.99">22462 2453 3491 0,'0'0'50'0,"-6"11"39"0,6-11 24 16,0 0 37-16,-1 13 32 0,1-13 22 16,1 11 3-16,3-4-6 0,2-1-19 0,1 1-16 15,1 0-20-15,3 0-16 0,-1-3-14 16,2 0-5-16,1-2-16 0,0 0-8 0,-13-2-4 15,26-4-12-15,-10 1-3 0,-1-6-9 16,-1-3-1-16,0-1-3 0,-2-3 17 16,-2 1 20-16,-3 1 19 0,-1 1-16 0,-4 2-4 15,-2 5-14-15,0 6 2 16,-10-12-19-16,3 12 4 0,7 0 8 0,-31 8-3 16,14 2-2-16,-7 5-11 0,1 5-2 15,1 0-10-15,4 6-1 0,0-1-6 0,7 0-1 16,-1-4-4-16,7 1-4 0,-1-6 1 15,4 0-7-15,1 0 0 0,-3-2 0 0,4-2-4 16,0-3 5-16,-2-1-4 0,2 0 5 16,0-8 3-16,7 9-5 0,-7-9-1 15,21-4 3-15,-6-6-2 0,12-7-2 0,2 0 23 16,-2-4 1-16,-3 3-1 0,-5 6 12 16,-3 3 9-16,-5 1 11 0,-4 2 3 15,3 2-5-15,-2 2-65 0,-8 2-8 16,0 0 0-16,0 0 0 0,16 10 0 0,-9 0 0 15,-3-1 0-15,-3 1 0 0,5 2 0 16,-2-1 0-16,-3 0 0 0,3-2 0 16,2-1 0-16,-2-1 0 0,2 1 0 0,-1-4 0 15,-5-4 0-15,13 2 0 0,-13-2 0 16,20-2 0-16,-7-5 0 0,-3-1 0 0,5-8 0 16,0-5 0-16,6-5 0 0,-4-5 0 15,5-11 0-15,0-3 0 0,-3 2 0 0,-1-1 0 16,-4 0 0-16,-2 9 0 0,0 2 0 15,-3 4 0-15,-4 7 0 0,0 5 0 16,0 3 0-16,-5 3 0 0,2 1 0 0,-2 2 0 16,0 1 0-16,0 7 0 15,0 0 0-15,0 0 0 0,0 0 0 0,0 0 0 16,-7 38 0-16,-1-8 0 0,2 10 0 16,-1-1 0-16,-1 4 0 0,2 9 0 0,-2-9 0 15,3-1 0-15,1-2 0 0,2-5 0 16,2-4 0-16,0-4 0 0,2-7 0 0,4-2 0 15,-3-3 0-15,3-3 0 0,0-5 0 16,2-3 0-16,-3-2-123 0,-5-2-115 16,20-10 5-16,-11-3 21 0,-2-1 21 0,-1-5 19 15,-2-3 14-15,-2-3 17 0,0 4 23 16,-2 2 28-16,0 6 23 0,-2-1 17 0,-2 6 19 16,-2 4 20-16,1 1 22 15,5 3 12-15,0 0 3 0,-20 3 6 0,20-3 0 16,-9 8-2-16,5-4-2 0,4-4-5 15,-1 11-18-15,1-11-40 0,1 6-72 0,-1-6-100 16,18 4-147-16,-7-4-178 0,-11 0-223 16,32-4 27-16,-9 0 86 0,4 2-449 15,11-2-560-15</inkml:trace>
  <inkml:trace contextRef="#ctx0" brushRef="#br0" timeOffset="-200906.46">27832 2288 3466 0,'2'-8'294'0,"-2"1"-12"0,0 7-19 0,0-8-23 0,0 8-20 0,0 0-8 0,0 0 64 0,0 0 29 0,0 0 4 0,-14 19-11 15,9-5-6-15,-5 5 7 0,-2 10-14 16,-1 0-19-16,1 2-20 0,0-2-8 0,-1 2-17 16,2-4-42-16,-3 2-179 0,3-4 0 15,0-3 0-15,0-6 0 0,6-1 0 0,-1-6 0 16,3-1 0-16,0 2 0 0,3-10 0 15,0 0 0-15,0 0 0 0,0 0 0 16,19-45 0-16,4 5 0 0,6-1 0 16,3-1 0-16,2 1 0 0,1 3 0 15,-5 2 0-15,-7 11 0 0,-2 6 0 0,-4 3 0 16,-8 3 0-16,2 3 0 0,-4 5 0 16,-2 2 0-16,-5 3 0 0,0 0 0 0,0 0 0 15,24 15 0-15,-19-5 0 0,1 4 0 16,-5-4 0-16,6 5 0 0,-3-1 0 0,-3-1 0 15,1-1 0-15,2 0 0 0,-2-3 0 16,0 1 0-16,0-3 0 0,-1 0 0 16,3-2 0-16,-4-5 0 0,8 6 0 15,-8-6 0-15,24-10 0 0,1-3 0 16,6-1 0-16,-1-1 0 0,1 1 0 0,-6 6 0 16,-6 1 0-16,-2 3 0 0,-5 0 0 15,1 2 0-15,1 4 0 0,-3 2 0 0,2 3 0 16,-3 3 0-16,1 6 0 0,-2 1 0 15,-1 5 0-15,0 0 0 0,1 7 0 0,-3-2 0 16,-5-3 0-16,6-1 0 0,-5-3 0 16,0 3 0-16,-1-5 0 0,-1-1 0 0,0-2-444 15,0-5-383-15,-3-3-135 16,-4-1 95-16,2-4-864 0,5-2-1165 16</inkml:trace>
  <inkml:trace contextRef="#ctx0" brushRef="#br0" timeOffset="-200538.58">28001 1953 4452 0,'-49'3'-119'0,"-13"12"49"0,-24 15 52 0,-10 11 75 0,-1 11 86 0,-1 7 51 0,9 8 48 16,9 3 27-16,16 6 14 0,12 3-4 0,18 2-11 15,22-19 10-15,15 6-11 16,11-5-18-16,28 14-18 0,21-2-27 0,17-11-18 16,12-4-17-16,8-10-30 0,4-11-43 15,-4-10-41-15,-3-17-23 0,-12-5-9 0,-5-12 4 16,-1-6-5-16,19-14 2 0,-4-9-4 16,-8-9 3-16,-11-5 18 0,-3-13 21 0,-11-10 1 15,-7-10-63-15,-10-9 0 0,-11-8 0 16,-15-5 0-16,-11 4 0 0,-16 21 0 0,-14-9 0 15,-15 10 0-15,-19 12 0 16,-15 14 0-16,-18 12-111 0,-10 15-133 0,-13 10-75 16,-4 13-80-16,1 8-112 0,1 12-160 0,-4 4-205 15,10 3 89-15,14 3-666 16,6 0-903-16</inkml:trace>
  <inkml:trace contextRef="#ctx0" brushRef="#br0" timeOffset="-197938.57">27371 3254 4254 0,'-25'-6'24'0,"6"0"10"0,4 1 22 0,5 2 12 15,1-1 26-15,9 4 19 0,0 0 14 0,0 0 1 16,25-11-11-16,16 5-10 0,26-1-12 0,9 1-15 15,10 0-43-15,22-4-47 0,-24 3-45 16,-5-1-28-16,-7 2-3 0,-11 2 8 16,-17 0 12-16,-11 0 21 0,-11 4 0 15,-6 0 26-15,-9 2 37 0,-7-2 43 0,0 0 28 16,0 0 21-16,-54 12 17 0,13-10 23 16,-4 0 26-16,2-4 29 0,3 0 20 0,12 2-4 15,6-2-17-15,8 2-19 0,2 0-25 16,12 0-20-16,0 0-49 0,0 0-66 15,0 0-92-15,40-10-90 0,-2 6-123 0,7-1-160 16,0 0-179-16,-4 2-184 16,0-1 74-16,-10 2-611 0,-7 2-795 0</inkml:trace>
  <inkml:trace contextRef="#ctx0" brushRef="#br0" timeOffset="-196057.75">25343 3768 3808 0,'0'0'102'0,"0"0"35"0,0 0 24 0,0 0 34 0,0 0 41 0,0 0 33 0,10-23 22 15,-3 16 1-15,1-1-16 0,3 2-20 16,2-2-20-16,1 2-24 0,1-1-15 16,3 0-24-16,-3 2-16 0,2 3-19 15,-1 0-13-15,-2 2-13 0,-14 0-8 0,25 2-15 16,-14 2-7-16,0-1-8 0,-4 4-5 15,-2 0-9-15,-3 0-4 0,-2 1-2 0,-2 5-5 16,-1-3 2-16,-5 4-3 0,0-2 1 16,1 2-16-16,-3-2-33 0,3 0 0 0,2-4 0 15,0 2 0-15,1-1 0 0,2-2 0 16,1 2 0-16,1-1 0 0,1 0 0 0,3 1 0 16,2 2 0-16,-2-2 0 0,5 3 0 15,-1-3 0-15,-1 3 0 0,3 2 0 16,-2-2 0-16,-1 0 0 0,1 1 0 0,-4 2 0 15,2-1 0-15,-3-4 0 16,-3-1 0-16,2 1 0 0,-4 0 0 0,2 0 0 16,-3 2 0-16,-3-3 0 0,-2 2 0 15,-3 0 0-15,2-3 0 0,-5 1 0 0,1-4 0 16,-3 0 0-16,-1 0 0 0,4-3 0 16,-2-2 0-16,1 0 0 0,-3-2 0 0,17 2 0 15,-26-3 0-15,10-2 0 16,1 0 0-16,-3-1 0 0,6 1 0 0,0 2 0 0,0-2 0 15,1 0 0-15,3-2 0 0,2 3 0 16,6 4-792-16,-1-10-207 0,1 10 109 16,5-8-984-16,5 2-1298 0</inkml:trace>
  <inkml:trace contextRef="#ctx0" brushRef="#br0" timeOffset="-194440.75">26599 3666 4971 0,'4'-11'-113'0,"-3"3"50"0,-1 2 47 0,2-2 52 0,-2 8 51 0,7-10 49 0,-7 10 28 15,2-9 12-15,-2 9-16 0,0 0-23 16,0 0-9-16,0 0-18 0,0 0 10 16,-2 41 5-16,-5-1 17 0,-2 15 5 0,2 5 1 15,-3 1-1-15,2 3-24 0,3-3 5 16,-1-3-3-16,0-6-10 0,3-9-5 0,1-5 0 15,-3-4-1-15,3-6 0 16,1-10-6-16,-1-1-7 0,2-5-7 0,-2 1 4 16,2-3 1-16,0-1-49 0,-2-3-45 0,2-6 0 15,0 8 0-15,0-8 0 0,0 0 0 16,0 0 0-16,0 0 0 0,0 0 0 0,0 0 0 16,0 0 0-16,-9-25 0 15,7 15 0-15,-2-1 0 0,1-1 0 0,-6-2 0 16,2-3 0-16,-2-3-9 0,-9-4-74 15,0 0 16-15,-4 2-1 0,-1 1 29 0,4 3 0 16,-1 0-17-16,2 5 10 0,1 3 2 16,5 1 17-16,-1 3 10 0,1 1 25 0,3 1 10 15,0 0 7-15,9 4-1 0,-14-7 3 16,10 4 8-16,4 3 16 0,0 0 27 16,0 0 16-16,0 0 8 0,23-11-69 0,2 7-33 15,2-1 0-15,13 3 0 0,1-2 0 16,4 2 0-16,-4 1 0 0,0 4 0 0,-9-3 0 15,-6 4 0-15,-1-2 0 16,-2 5 0-16,0 0 0 0,-6 6 0 0,2 6 0 16,-7 1 0-16,-4-1 0 0,-4 1 0 15,-3-1 0-15,1 0 0 0,-4 0 0 0,2 0 0 16,0 0 0-16,2-1 0 0,0 2 0 16,4-1 0-16,1-1 0 0,3-1 0 0,3-2 0 15,12 3 0-15,2-4 0 16,3-3 0-16,-1-5 0 0,-2-4 0 0,1-2 0 0,-2-2 0 15,11-5 0-15,-1-3 0 0,-3-2 0 16,-5-6 0-16,-1 0 0 0,-7-10 0 16,2-1 0-16,-8-2 0 0,-5 7 0 15,-6 2 0-15,-3 3 0 0,-3-2 0 0,-5 3 0 16,-2-1 0-16,-6-5 0 0,-8 5 0 16,-1 2 0-16,-3 2 0 0,-3 6 0 0,6 1 0 15,3 4 0-15,3 2 0 0,-1-2 0 16,6 4 0-16,-2 0 0 0,5 0 0 0,2 2-520 15,9-2-205-15,-11 4-216 16,11-4 78-16,0 0 95 0,0 0-720 0,39 7-934 16</inkml:trace>
  <inkml:trace contextRef="#ctx0" brushRef="#br0" timeOffset="-193940.35">28524 3884 4002 0,'4'-7'-55'0,"-4"7"43"0,0-11 39 0,0 11 36 0,-10-10 43 0,0 5 34 0,1 0 19 16,-5 1 14-16,-4 3 3 0,-3-1 5 16,-6 2 1-16,-11 3 4 0,-2 1 3 0,0 3 5 15,0 3-7-15,2 0-1 0,4 2-3 16,3 2-10-16,3 0-9 0,3 3-2 0,9-4 4 16,7 1 3-16,3 0 4 0,6-1 2 15,6 4-2-15,10 10-6 0,6-1-13 16,4-3-17-16,9 6-26 0,4-1-111 0,-9-8 0 15,-1 3 0-15,-5-5 0 0,-1 1 0 16,-8-5 0-16,-3-1 0 0,-5-4 0 16,-3 2 0-16,-6-1 0 0,-2 1 0 0,-5-3 0 15,-9 2 0-15,0 1 0 0,-15 1 0 16,-2-5 0-16,-3 1 0 0,-1-4 0 16,-1 0 0-16,3-4 0 0,-5 2 0 0,12-2 0 15,1-2 0-15,8 1 0 0,1-2 0 16,0 0 0-16,7 2 0 0,0-1 0 0,0 0 0 15,2 0 0-15,4 0-369 0,7 2-672 16,0 0 114-16,0 0-1064 0,0 0-1408 0</inkml:trace>
  <inkml:trace contextRef="#ctx0" brushRef="#br0" timeOffset="-192523.64">28774 4695 5305 0,'0'0'-113'0,"3"-11"20"0,-3 11 16 0,0 0 23 0,0-7 21 0,0 7 30 16,0 0 22-16,0 0 16 0,0 0 8 16,0 0 11-16,-43 6 5 0,18-1 11 0,-11 2 10 15,-3 1 4-15,-1-3 7 0,-6 2 4 16,1-2-1-16,-5-1 0 0,-9 1 3 0,-6 0 8 16,1-5 7-16,-5 0 10 0,1-2-2 15,-1 1-7-15,0-1-4 0,3-2-21 0,-1 1-2 16,0-2-13-16,2 0-28 0,4 1-4 15,2 1-6-15,-2 0-7 0,12 1 0 16,-10-3-5-16,-2 1-2 0,-2 2-1 0,-2-1-7 16,-2 1 4-16,0 1-6 0,-5-1 1 15,1-2 1-15,-3-2-1 0,2 2-7 16,-3-1 1-16,0 0-2 0,2 0 13 16,-3-2-10-16,-1 2-3 0,2-2-4 0,-2 4-4 15,3-4 12-15,-1 3-4 0,1-2-1 16,6 4-2-16,-1-2-1 0,4 2 0 0,4-2-2 15,10 3 0-15,1-3 6 0,4 1-6 16,1 2 0-16,3-3 6 0,2 2-3 0,-2 0-5 16,8 2 1-16,5 0-2 0,1 0 1 15,-3 0 3-15,2 0 8 0,-1 0-10 0,1 0 2 16,-9 4 1-16,6-2-3 0,7 0 1 16,2 2 4-16,2-4-3 0,0 3 0 15,4-2 0-15,0 0 0 0,3 1 2 0,1 0 2 16,1 0 2-16,12-2 3 15,-18 0 1-15,18 0-6 0,-16-2 1 0,16 2-2 16,-11-5 0-16,11 5-2 0,-10-10-15 16,4 4-3-16,1-6-10 0,-1-1-16 0,5-3-4 15,-3-6-21-15,4-2-12 0,0-5-12 16,0-14-15-16,5-11-11 0,5-4-10 0,4-5-7 16,4-4-7-16,5-18-22 0,4-8-13 15,3 1-10-15,5 1 12 0,1 3 24 0,-2 3 10 16,-2 9 13-16,-7 20 18 0,-6 4 15 15,3 4 10-15,-8 5 21 0,-1 7 10 16,-1 10 26-16,-1-3 10 0,-2 6 11 16,-4 9 1-16,-1-1 0 0,2 1 7 0,-5 5 1 15,1-1 7-15,4 0-1 0,-4 4-6 16,-1-1-1-16,-1 7-5 0,2-10 7 0,1 4-1 16,-3 6-2-16,6-6-1 0,-6 6 0 15,0 0 10-15,16 2 3 0,-4 2 3 16,9 4-1-16,11 2 6 0,5 1 2 0,16 3-8 15,8-2 3-15,4 3-4 0,7-5 2 16,7-1-16-16,21 6 11 0,-17-6 7 0,3-3-9 16,0-1 1-16,-2 1 4 15,4 2-3-15,2-3-4 0,-1-1 1 0,1-1-2 0,0 1 0 16,-1-1-2-16,21 2 1 16,-18-3 3-16,-3-2-2 0,26 3-4 0,-24-5 4 0,1 2-2 15,22-3-2-15,-20 3-3 16,18-2 2-16,-16 0-1 0,-5 2-1 0,2 0 2 15,24 2 3-15,-28 0-4 0,-4 0 4 16,-1 3-5-16,-5 0 4 0,-5 0-2 0,-8-1-3 16,-3 1 3-16,-13-3-6 0,-7-1 12 15,-7-1-3-15,-10 2 17 0,-5-4 15 16,-2 2 22-16,-4 0 10 0,-1 0 8 0,-1 0 4 16,-3 0 1-16,-10 0-6 0,16 0-8 15,-16 0-6-15,16 2-6 0,-16-2-8 0,13 0-8 16,-13 0-1-16,9 0-5 15,-9 0-3-15,12 0-2 0,-12 0-5 0,0 0-1 16,11 1-6-16,-11-1 1 0,0 0-3 16,12 2-9-16,-12-2 7 0,0 0-4 0,8 5 1 15,-6 2-6-15,0 7 7 0,-6 8 6 16,-4 17 6-16,-11 13 7 0,-6 8 10 0,-11 23 14 16,-4-1-2-16,0 1 6 0,0 2 13 15,2-5 7-15,1-1 8 0,3-7 24 16,7-15 1-16,5-7 5 0,1-3-1 0,-1-6-9 15,8-9-13-15,2-6-3 0,2-6-11 16,3-5-7-16,3-3-35 0,-1-1-42 16,3-5-56-16,-5 0-69 0,7-6-94 15,-3 2-121-15,3-2-143 0,0 0-202 0,0 0-69 16,-4-18 68-16,2 7-561 0,2 3-716 16</inkml:trace>
  <inkml:trace contextRef="#ctx0" brushRef="#br0" timeOffset="-184574.63">25159 8439 2082 0,'-4'-10'386'0,"0"-2"-93"0,1 2-17 0,3-1 0 0,0 1-15 0,0 2-7 0,0-3 15 0,0 2 3 0,0 9 27 15,3-14 5-15,-6 8 6 0,3 0-3 16,0 6-18-16,0 0-7 0,0 0 41 0,0 0 23 15,0 0-6-15,-5 46-10 0,-2-9-23 16,1 6-16-16,2 13-197 0,1-2-94 0,1-7 0 16,2-1 0-16,2-2 0 0,-1 1 0 15,-1-1 0-15,4-5 0 0,-2 2 0 0,-2-12 0 16,0-4 0-16,-2-4 0 0,0-3 0 16,2-4 0-16,-2 0 0 0,1-4 0 0,-6 0 0 15,3-4 0-15,1-5 0 0,3-1 0 16,0 0-96-16,-9-14-568 0,7 4-92 0,4-3-134 15,-1-9 71-15,9-9-870 0,0 2-1124 16</inkml:trace>
  <inkml:trace contextRef="#ctx0" brushRef="#br0" timeOffset="-184392.7">25160 8762 4744 0,'0'0'57'0,"-9"-6"55"0,9 6 54 16,0 0 50-16,0 0 46 0,-3-13 24 0,10 6 16 15,0-5-1-15,4-2-8 0,13-4-17 16,0-5-27-16,11-6-23 0,1 2-26 15,0 0-20-15,-8 7-18 0,1-1-23 16,0 2-119-16,-6 4-20 0,-9 1 0 0,0 4-94 16,-3 5-132-16,-5 0-75 0,-3 3-76 0,-3 2-55 15,0 0-49-15,-34 19-69 0,9 2-129 16,-16 4-60-16,-2 5 77 0,0-5-579 16,3-2-704-16</inkml:trace>
  <inkml:trace contextRef="#ctx0" brushRef="#br0" timeOffset="-184209.88">25155 8717 3570 0,'-4'7'125'16,"4"-2"47"-16,8 2 53 0,-1 1 73 15,2 4 68-15,5 0 32 0,9 7 30 0,3 4 12 16,9 4 14-16,1 1-6 0,6 1-20 16,-1 0-31-16,4 0-39 0,-4 2-274 0,4-2-84 15,-6-2 0-15,-3-1 0 0,-7-6 0 16,-8-3 0-16,-1-3 0 0,-7-4 0 16,-4 0 0-16,1-6 0 0,-3 5 0 0,1-3 0 15,-5-1 0-15,-1-2 0 0,-2-3 0 16,0 0-657-16,-2 9-194 0,2-9-50 15,-11 2 98-15,-1 4-890 0,-1 0-1129 0</inkml:trace>
  <inkml:trace contextRef="#ctx0" brushRef="#br0" timeOffset="-181858.73">24882 9852 4308 0,'-3'-5'-97'0,"-4"0"80"0,7 5 56 0,-3-9 44 0,1 6 55 0,2 3 51 16,0 0 37-16,-8-11 33 0,8 11 8 0,-2-6-5 15,2 6-7-15,0 0-14 0,0 0 16 16,0 0 13-16,0 0 1 0,0 0-17 0,6 36-42 16,-4-19-20-16,-2 3-18 15,0 1-16-15,0 5-15 0,-2-1-36 0,-2 2-107 16,1-3 0-16,-1-1 0 0,-3 0 0 15,4-4 0-15,-3-3 0 0,3-2 0 0,-1-1 0 16,0-5 0-16,0 0 0 0,3-1 0 16,1-7 0-16,0 0 0 0,0 0 0 0,0 0 0 15,7-27 0-15,4-2 0 0,10-9 0 16,2-1 0-16,4 2 0 0,-1 2 0 0,-7 10 0 16,-3 7 0-16,-5 2 0 0,-2 4 0 15,4 4 0-15,-6 2 0 0,0 5 0 0,-7 1 0 16,18 5 0-16,-11 2 0 15,2 3 0-15,0 4 0 0,-2 1 0 0,1 4 0 0,-3 1 0 16,-1-3 0-16,-1 3 0 16,-3-3 0-16,0-1 0 0,0-1 0 0,0-3 0 15,-1 0 0-15,1-4 0 0,-2 1 0 16,2 0 0-16,0-9 0 0,2 5 0 0,-2-5 0 16,0 0 0-16,26-26 0 0,-2 4 0 15,6-10 0-15,2 1 0 0,3 4 0 0,-9 7 0 16,-1 3 0-16,-3 5 0 15,-8 5 0-15,2 3 0 0,-3 4 0 0,-2 0 0 0,1 4 0 16,-1 4 0-16,3 6 0 0,-5 1 0 16,0-1 0-16,0 3 0 0,0 2 0 0,-3 2 0 15,-3-5 0-15,3-3 0 16,-3 3 0-16,4-3 0 0,-3-3 0 0,-1 1 0 0,-1-2 0 16,2-4 0-16,-4-5 0 15,4 3-371-15,-4-3-406 0,0 0-138 0,7-20 70 16,-4 4 94-16,0-6-790 0,5-16-986 15</inkml:trace>
  <inkml:trace contextRef="#ctx0" brushRef="#br0" timeOffset="-181604.72">26312 8424 4696 0,'-12'-2'181'15,"12"2"12"-15,0 0 29 0,-15 0 32 0,15 0 29 0,0 0 16 0,0 0-4 0,0 0-16 0,0 0-45 0,0 0-22 16,45 2-25-16,-18-2-21 0,1 1-43 16,21-1-84-16,-2 0-105 0,3 2-140 0,-5 0-162 15,1 1-195-15,-8 1-248 0,-9 3 11 16,-10 1 94-16,-12 2-703 0,-5 4-861 15</inkml:trace>
  <inkml:trace contextRef="#ctx0" brushRef="#br0" timeOffset="-181441.79">26332 8793 4325 0,'0'0'276'0,"-15"1"32"16,15-1 20-16,-9 0 27 0,9 0 11 0,0 0-5 15,0 0-29-15,0 0-28 0,0 0-30 16,18-9-24-16,2 5-37 0,5 0-61 15,14-1-109-15,5 0-142 0,6 0-183 0,9 1-211 16,-9-1-265-16,1 3-96 0,-5 1 96 16,-3 2-821-16,-2 4-1021 0</inkml:trace>
  <inkml:trace contextRef="#ctx0" brushRef="#br0" timeOffset="-180909.9">27219 8765 4570 0,'-7'-9'319'0,"7"9"4"0,-3-3 13 16,3 3 32-16,0 0 22 0,-10 20-8 0,9-8-37 15,-1 5-30-15,0 3-33 0,0 2-14 16,2 3-36-16,-2 2-171 0,0-4-61 16,1 2 0-16,-4 0 0 0,1-1 0 0,-1-2 0 15,1-1 0-15,-2-6 0 0,1 2 0 16,-2-4 0-16,5-1 0 0,-3-4 0 0,1-1 0 15,2-4 0-15,2-3 0 0,0 0 0 16,0 0 0-16,6-26 0 0,6-1 0 16,12-12 0-16,1-4 0 0,4-1 0 0,1 8 0 15,1 1 0-15,-6 11 0 0,-4 3 0 16,-5 7 0-16,0 9 0 0,-7 2 0 0,2 3 0 16,1 5 0-16,-1 4 0 0,-3 1 0 15,2 3 0-15,-3 3 0 0,-1 5 0 0,-2-3 0 16,-1 3 0-16,-1-3 0 0,3-1 0 15,-3 0 0-15,0-2 0 0,-2-1 0 0,0 0 0 16,1-4 0-16,3-1 0 0,0-3 0 16,-1-2 0-16,10-4 0 0,3-7 0 15,15-5 0-15,1-7 0 0,12-5 0 0,2-1 0 16,-4 2 0-16,-10 5 0 0,-3 4 0 16,-11 3 0-16,2 2 0 0,-7 5 0 0,-1 0 0 15,-3 4 0-15,-9 0 0 0,20 4 0 16,-13 3 0-16,2-1 0 0,-3 2 0 0,-3 4 0 15,6-3 0-15,-6 3 0 0,1-1 0 16,2 1 0-16,-3-2 0 0,1 2 0 0,-2 0 0 16,2-2 0-16,0 1-487 0,0-1-514 15,1-2 105-15,3-1-1079 0,4-2-1393 16</inkml:trace>
  <inkml:trace contextRef="#ctx0" brushRef="#br0" timeOffset="-180744.03">28408 8839 5540 0,'-8'-6'342'0,"2"4"20"0,6 2 16 0,-7-5-5 0,7 5-18 0,-4-6-33 0,4 6-43 0,0 0-39 15,0 0-240-15,21-4 0 0,-8 3 0 16,6 0 0-16,2-2-60 0,4-2-344 0,11-2-132 16,1-3-118-16,1 2-151 0,-1-5 13 15,-1-2 72-15,13-6-715 0,-8 1-886 16</inkml:trace>
  <inkml:trace contextRef="#ctx0" brushRef="#br0" timeOffset="-180574.92">28871 8647 3693 0,'19'-15'15'0,"-6"3"125"0,-4 3 72 0,1 1 55 0,-4 2 58 16,-2 1 56-16,-4 5 41 16,7-3 38-16,-7 3 44 0,0 0 9 0,2 20-14 15,-6-4-30-15,-5 15-178 0,-2 3-291 16,-7 10 0-16,-1 3 0 0,0-2 0 0,-2 1 0 16,2 0 0-16,-2 0 0 0,2 0 0 15,2-5 0-15,-2-1 0 0,3-7 0 0,3-6 0 16,8-4 0-16,-3-5 0 0,4-4-84 15,0-5-584-15,0-1-105 0,1-1-106 0,-3-4 64 16,1 1-876-16,5-4-1126 16</inkml:trace>
  <inkml:trace contextRef="#ctx0" brushRef="#br0" timeOffset="-180327.03">27065 9445 5119 0,'-37'0'185'0,"8"0"21"0,7 2 42 16,2 0 27-16,7-2 22 0,7 2 23 15,6-2 1-15,0 0-20 0,41 6-32 16,23 0-23-16,24-2-46 0,40-2-14 0,15-2-168 16,5-2-18-16,3-4-40 0,-14 0-176 15,-12-6-88-15,-12 5-71 0,-7-1-37 0,-25 0-21 16,-9 2-36-16,-8-2-46 0,-12 1-32 15,-16 1-22-15,-9 4 14 0,-8-2-723 16,-9 2-736-16</inkml:trace>
  <inkml:trace contextRef="#ctx0" brushRef="#br0" timeOffset="-179277.48">23708 8731 3478 0,'9'-10'101'0,"-2"3"28"16,-7 3-20-16,0 4-9 0,0 0 26 0,-33 40 46 0,-2 1 27 0,-2 8 17 0,-17 20 6 0,1 3 1 0,3 0 2 0,2-1-3 15,14-17-5-15,7 1 6 16,9-2-7-16,0 0-13 0,13-13-17 0,3-1-14 15,6-2-19-15,7-6-15 0,5 1-19 16,3-6-15-16,5-4-49 0,5-5-70 0,5-8-89 16,5-6-98-16,-2-8-127 0,5-6-135 15,8-11-150-15,0-5-160 0,-3-5 56 0,-5-1 95 16,0 0-556-16,-8 0-643 16</inkml:trace>
  <inkml:trace contextRef="#ctx0" brushRef="#br0" timeOffset="-179043.81">23972 9219 3820 0,'-27'13'356'16,"27"-13"-25"-16,-12 1 13 0,4 3 18 0,3 1 16 16,-1 2 2-16,4 1-13 0,4 6-15 15,7 3-16-15,7 9-26 0,17 10-30 0,4 1-36 16,10 4-5-16,2-2-147 0,-1-3-92 16,-3 0 0-16,-9-6 0 0,-4-2 0 0,-11-3 0 15,-10-4 0-15,-8-4 0 0,-7 0 0 16,-15 5 0-16,-17 5 0 0,-8-6 0 0,-12-3 0 15,-5-1 0-15,-11-5 0 0,-3-2 0 16,0-3-282-16,1-3-130 0,5 2-78 16,9-2-70-16,17-2-165 0,11 1-81 15,7-3 86-15,5 2-707 0,9-2-878 0</inkml:trace>
  <inkml:trace contextRef="#ctx0" brushRef="#br0" timeOffset="-177558.87">28375 10185 4144 0,'0'0'123'0,"0"-9"14"0,0 9-9 0,0 0 2 0,0 0 14 0,0 0 52 16,0 0 43-16,0 0 16 0,-19 26 4 16,14-12-7-16,-5 6-21 0,0 9-24 0,1 0-16 15,2-3-22-15,1-3-12 0,1-3-17 16,3-1-11-16,2 0-13 0,0-5-9 0,2-1-13 16,5 1-10-16,-2-2-5 0,3-4-11 15,-1-2-1-15,5-5-10 0,1 1-4 16,5-6-8-16,2-4 1 0,10-7-7 0,-1-2-5 15,2-4-2-15,-3 1-3 0,-1 3-19 16,-2 1-10-16,-7 3 0 0,-6 1 0 16,-1 6 0-16,-2 3 0 0,-4 3 0 0,-5 0 0 15,6 11 0-15,-6 2 0 0,0-1 0 16,-2 7 0-16,-2 3 0 0,3 0 0 0,-1 2 0 16,0 1 0-16,2-2 0 0,2-3 0 15,-2-1 0-15,0-3 0 0,0-3-12 0,0 1-167 16,0-1-42-16,0-1-54 0,-2-6-76 15,0 2-98-15,-1-4-106 0,3-4-123 0,-7 4-101 16,7-4 81-16,0 0-660 16,0 0-814-16</inkml:trace>
  <inkml:trace contextRef="#ctx0" brushRef="#br0" timeOffset="-177259.1">28560 9939 4110 0,'-32'-12'141'16,"-9"9"20"-16,-15 10 43 0,-12 13 64 15,-23 18 55-15,-4 17 25 0,2 7 8 16,1 13 0-16,10 4-6 0,13 9-24 0,12-1-21 16,17 0-21-16,14-2-50 0,16-17-22 15,18-1-19-15,11-5-173 0,23 6-20 0,11-10 0 16,16-13 0-16,-6-19 0 0,5-9 0 16,10-12-44-16,3-7-107 0,18-16 1 15,-6-8 14-15,-3-8 18 0,-10-6 11 16,-6-8 13-16,-8-10 23 0,-5-11 17 0,-11-7 14 15,-10-8 30-15,-17-4 2 0,-16 11 5 16,-12 0-9-16,-18-10 20 0,-17 10 3 0,-13 18-6 16,-18 13 0-16,5 23-4 0,-16 11 8 15,-12 12-19-15,-29 14-48 0,-3 19-54 0,2 6-89 16,4 9-143-16,5 8-189 0,14 6-283 16,6 2 68-16,15-1 87 0,11-2-614 0,14 3-735 15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55:08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12943 2042 1570 0,'0'0'425'16,"0"0"-48"-16,-19 0-46 0,19 0 9 0,0 0-17 0,0 0-6 0,-16-6-10 0,16 6-5 16,0 0 10-16,-7-9-3 15,5 3-3-15,2 6-15 0,-2-16-18 0,4 8-18 16,0-4-23-16,5-2-22 0,-1 2-19 16,6-6-22-16,6-5-19 0,4 4-17 0,-1 1-15 15,6-1-14-15,0 4-10 0,-2 1-10 16,-2 5-10-16,-1 4-12 0,-8 4-9 15,4 2-8-15,0 6-2 0,-7 5-5 0,-2 7-3 16,-4 3-3-16,-3 16-2 0,-9 15-2 16,-10 4 3-16,-4 5-1 0,-8 13-2 0,3-12 7 15,-1-5 3-15,2 3 4 16,5-8-18-16,0-4-24 0,9-11 0 0,6-2 0 16,3-7 0-16,-1-4 0 0,8-3 0 15,-2-3 0-15,16 3 0 0,-4-9 0 16,4-5 0-16,8-5 0 0,-1-6 0 0,15-5 0 15,-3-5 0-15,-2-1 0 0,-4-4 0 16,-5-1 0-16,-4-6 0 0,-4 0 0 0,-9 2 0 16,-5 1 0-16,-8-5 0 0,-7-13 0 15,-19-5 0-15,-3 0 0 0,-8 3 0 0,-5 3 0 16,-3 1 0-16,-4 7 0 0,3 0 0 16,3 4 0-16,2 3 0 0,16 7 0 15,-1-1 0-15,8 1 0 0,4 1 0 16,5 1 0-16,8-1 0 0,3-1 0 15,2-1 0-15,9-3 0 0,7-4 0 0,8-3 0 16,7 8 0-16,10-3 0 0,8 8 0 16,7 4 0-16,-8 8 0 0,14 8-40 0,4 1-985 15,-4 7 32-15,-4 3 117 0,-10 6-912 16,-10 4-1217-16</inkml:trace>
  <inkml:trace contextRef="#ctx0" brushRef="#br0" timeOffset="967.39">15135 1843 4578 0,'0'0'-179'0,"0"0"81"0,0 0 72 0,0 0 78 0,22 7 54 0,-22-7 49 0,0 0 35 0,14 5 28 0,-14-5 17 16,9 2 6-16,-9-2-2 0,11 2-4 16,-11-2-10-16,0 0-4 0,18 1-8 15,-18-1-5-15,0 0-6 0,11 2-8 0,-11-2 0 16,0 0-2-16,0 0 5 0,12-5 8 16,-12 5-23-16,5-12-170 0,-5 2-12 0,0 2 0 15,0-5 0-15,0-5 0 0,-3-1 0 16,-3 0 0-16,0-1 0 0,-2 1 0 15,3 5 0-15,-3-1 0 0,-2 3 0 16,5 4 0-16,-6 1 0 0,1 2 0 16,-2 5 0-16,12 0 0 0,-28 8 0 0,11 2 0 15,1 6 0-15,5 1 0 0,-6 10 0 16,2 0 0-16,9-1 0 0,0-3 0 0,4 0 0 16,2-5 0-16,4 1 0 0,0 2 0 15,4-4 0-15,1 0 0 0,0-2 0 16,1-2 0-16,0-4 0 0,-1 0 0 0,1-4 0 15,-3 1 0-15,5-2 0 0,-12-4 0 16,17 0 0-16,-17 0 0 0,20 0 0 0,-20 0 0 16,14-4 0-16,-14 4 0 0,13-2 0 15,-13 2 0-15,0 0 0 0,14 3 0 16,-14-3 0-16,9 7 0 0,-3 2 0 0,-1 1 0 16,-2 6 0-16,5 3 0 0,-3 12 0 15,2 1 0-15,0 0 0 0,-3-6 0 16,1 5 0-16,-1-7 0 0,0-5 0 0,-4-1 0 15,0-6 0-15,0 1 0 0,0-1 0 16,0-3 0-16,-6 3 0 0,2 0 0 16,-6-3 0-16,1 1 0 0,-2 2 0 0,-3-6 0 15,-1 3 0-15,1-3 0 0,-2 2 0 16,-4-3 0-16,7-2 0 0,-4 1 0 0,0-1 0 16,3-1 0-16,1-2 0 0,1 3 0 15,3-3 0-15,-2 1 0 0,11-1 0 16,-16 2 0-16,16-2 0 0,-12 0 0 15,12 0 0-15,-13 0 0 0,13 0-862 0,0 0-135 16,7-11 100-16,2 4-951 0,6 0-1275 16</inkml:trace>
  <inkml:trace contextRef="#ctx0" brushRef="#br0" timeOffset="1417.56">16476 1543 4797 0,'-3'-14'-62'0,"-4"3"85"0,5 2 49 0,0 4 45 0,2 5 37 0,-1-10 24 0,1 10 10 0,0 0-10 0,-2-7-17 0,2 7-12 15,0 0 13-15,0 0 30 0,-33 32 18 0,10-3 11 16,-5 12 6-16,-7 5-1 0,-1 7-5 15,2-3-12-15,0 1-9 0,2 1 8 0,1-2-48 16,10 0-160-16,0-3 0 16,4-4 0-16,5-5 0 0,7-5 0 0,1-5 0 15,2-6 0-15,6-4 0 0,3 3 0 16,1-7 0-16,4-2 0 0,3-2 0 0,4-5 0 16,2-3 0-16,0-2 0 0,5-4 0 15,7-6 0-15,-10 0 0 0,1-4 0 16,-2 0 0-16,-9 2 0 0,-6-1 0 0,3 1 0 15,-8 0 0-15,2 0 0 0,-8-3 0 16,0 3 0-16,-4-2 0 0,-1-1 0 0,-8 2 0 16,1 3 0-16,2 2 0 0,-4 5 0 15,3-1 0-15,-2 4 0 0,-3 0 0 0,2 2 0 16,-5 0 0-16,2 5 0 16,2 1-584-16,3-2-322 0,3 2-45 15,1-3 106-15,7 3-823 0,-1 0-1105 0</inkml:trace>
  <inkml:trace contextRef="#ctx0" brushRef="#br0" timeOffset="2617.06">18051 1956 4788 0,'-2'-17'-30'0,"2"2"61"0,2 3 55 0,-2 1 55 0,1 3 68 0,-1 1 49 0,0 7 30 0,0-10 7 15,0 10-3-15,0-12-12 16,0 12-19-16,0-7-20 0,0 7-33 0,0 0-23 15,0 0-24-15,0 0-17 0,0 0 43 16,0 0-21-16,2 36-166 0,0 1 0 16,0 6 0-16,0 3 0 0,0 16 0 0,-2-4 0 15,0-9 0-15,1-5 0 0,-1 0 0 16,0-3 0-16,0-2 0 0,2-10 0 0,0-8 0 16,-2-1 0-16,0-3 0 0,2-3 0 15,-2-2 0-15,2-2 0 0,-2-1 0 0,0-2 0 16,0-1 0-16,0-6 0 15,2 11 0-15,-2-11 0 0,0 0 0 0,0 0 0 0,0 0 0 16,0 0 0-16,0 0 0 16,6-26 0-16,-6 14-838 0,4 0-179 0,0-3 116 15,-1-2-947-15,6-4-1275 0</inkml:trace>
  <inkml:trace contextRef="#ctx0" brushRef="#br0" timeOffset="2917.38">18462 1939 5158 0,'5'-11'77'0,"2"3"74"16,-5 1 60-16,-1 2 57 0,-1 5 31 16,4-9 29-16,-4 9 10 0,4-6 7 15,-4 6-15-15,0 0-23 0,0 0-29 16,0 0-177-16,0 0-101 0,11 22 0 0,-7 0 0 16,2 12 0-16,-2 0 0 0,1 7 0 15,-1 0 0-15,0 0 0 0,-1 0 0 16,4 2 0-16,-3-6 0 0,-1-1 0 0,1-2 0 15,-2-7 0-15,0-4 0 0,-2-5 0 16,1-3 0-16,-1 1 0 0,0-6 0 0,2 0 0 16,-2 0 0-16,0-3 0 0,-2 2 0 15,2-3 0-15,2 1 0 0,-2-7 0 0,-2 7 0 16,2-7 0-16,0 0 0 0,0 0-313 16,0 0-732-16,-11-20 92 0,11 9-1047 0,2-4-1416 15</inkml:trace>
  <inkml:trace contextRef="#ctx0" brushRef="#br0" timeOffset="3300.25">19238 1829 5126 0,'5'-11'-25'0,"3"-1"107"0,-5 6 63 0,3 2 53 15,-6 4 44-15,3-7 16 16,-3 7 12-16,0 0 2 0,0 0 16 0,0 0 1 0,-16 25 0 15,-4 6 15-15,-10 12-10 0,0 4-135 16,-12 20-159-16,2 4 0 0,12-14 0 16,-3 1 0-16,6-2 0 0,6-2 0 15,2-4 0-15,5 1 0 0,7-12 0 0,3-1 0 16,0-9 0-16,4-4 0 0,1-2 0 16,3-3 0-16,4-3 0 0,1-2 0 15,7-3 0-15,0-4 0 0,4-4 0 0,-3-3 0 16,1-4 0-16,1-1 0 0,3-5 0 15,-6 0 0-15,1-4 0 0,-6 1 0 0,1 1 0 16,-5-2 0-16,-7 1 0 0,0 0 0 16,-4-3 0-16,-5 3 0 0,-4 2 0 15,-7-3 0-15,-1 3 0 0,-1 2 0 0,-13-3 0 16,8 5 0-16,0 4 0 0,0 0 0 16,-3 4 0-16,1 1 0 0,-11 6 0 15,4 1-1041-15,2 2 53 0,-1 4 123 16,3 2-936-16,-3 3-1231 0</inkml:trace>
  <inkml:trace contextRef="#ctx0" brushRef="#br0" timeOffset="5416.7">6320 5278 5031 0,'-18'-4'-201'0,"11"1"51"0,7 3 51 0,-16-11 61 0,9 8 42 0,-2-4 40 0,2 0 24 0,1 1 25 15,4-3-1-15,-1 0 12 16,3-2-9-16,2 2-7 0,-1-2-12 0,7 1-7 16,3-1-7-16,3 3-4 0,2-1-7 15,4 2-7-15,-1 5-4 0,6-1-3 0,1 6-8 16,9 3-1-16,-1 6-4 0,0 7-2 16,-5-1-1-16,-4 5 2 0,-7 4-2 0,-5 5 3 15,-12 2-3-15,-7 7 3 0,-9 9 10 16,-8 0 20-16,-7 1 30 0,-5-1 31 15,-3-6 43-15,2-1 10 0,-4-6 24 16,7-2 13-16,8-10 7 0,5-6 4 0,6-3-3 16,5-4 10-16,4-5 7 0,-1 1 7 0,6 0-192 15,0-8-45-15,7 10 0 16,4-7 0-16,11-1 0 0,5 0 0 0,14-2 0 16,7 3 0-16,-1-6 0 0,7 3 0 15,-1 0 0-15,-4-2 0 0,-1 0 0 0,-4 2 0 16,-11-1 0-16,-7 1 0 0,-5 0 0 15,-5 0 0-15,-1 0 0 0,-1 0 0 0,-3-2 0 16,-11 2 0-16,16 0 0 0,-16 0 0 16,14 2 0-16,-14-2 0 0,9 0 0 0,-9 0 0 15,0 0 0-15,11 1 0 16,-11-1 0-16,0 0 0 0,0 0 0 0,0 0-456 0,0 0-560 16,0 0 84-16,0 0 97 0,0 0-849 15,0 0-1120-15</inkml:trace>
  <inkml:trace contextRef="#ctx0" brushRef="#br0" timeOffset="6033.53">7715 5274 4410 0,'0'0'-105'0,"-7"-12"75"0,5 7 63 0,2 5 38 0,-3-7 41 0,3 7 23 0,0 0 5 16,0 0 19-16,0 0 58 0,0 0 34 15,0 0 0-15,-16 28-8 0,10-8 8 0,4 2-16 16,-3 3-7-16,1 8-20 0,4-2-16 16,2-6-11-16,4 8-7 0,1 0-17 15,2-4-12-15,3-4-8 0,-1-3-13 16,1-7-11-16,1-3-6 0,-2-1-55 0,3-7-52 16,-1 0 0-16,3-4 0 0,0-4 0 15,2 0 0-15,1-7 0 0,7-6 0 0,-1-2 0 16,0-5 0-16,0-2 0 0,-2-1 0 15,-2-2 0-15,-2 4 0 0,-4 5 0 0,-3 7 0 16,-3 2 0-16,-2 1 0 0,0 3 0 16,-2 4 0-16,-5 3 0 0,0 0 0 15,0 0 0-15,4 27 0 0,-4-10 0 0,0 9 0 16,0 11 0-16,2 1 0 0,3 2 0 16,1 1 0-16,2-2 0 0,2-1 0 0,-1 0 0 15,-2-3 0-15,3-4 0 16,-4-6 0-16,-1-6 0 0,-1-4 0 0,0 1 0 15,0-4 0-15,-4-2 0 0,4 0 0 16,-4-1 0-16,2-2 0 0,-2-7 0 0,0 12 0 16,0-6 0-16,0-6 0 0,0 0 0 15,-4 7 0-15,4-7 0 0,-4 5 0 0,4-5-238 16,0 0-345-16,0 0-182 0,0 0-140 16,0 0 82-16,-8-16-836 0,8 16-1095 15</inkml:trace>
  <inkml:trace contextRef="#ctx0" brushRef="#br0" timeOffset="6932.31">9390 5192 4291 0,'4'-6'-121'0,"-4"6"60"0,10-8 58 0,-6 5 50 0,-4 3 40 0,7-10 39 16,-1 6 40-16,-6 4 26 0,8-11 16 0,-6 8 8 16,-2 3 1-16,2-9-35 0,-2 9-3 15,-10-13-2-15,-3 6-7 0,-10 0-11 0,-11 0-19 16,-8 2-7-16,-2 1-13 16,-2 6-6-16,-2 0-20 0,1 2 0 0,1 0-18 15,8 0-9-15,2-1-9 0,7 1-7 0,8-2-7 16,6 2-7-16,-2-3-1 0,6 0-8 15,11-1-2-15,-18 2 5 0,18-2 3 16,-15 0-5-16,15 0-2 0,0 0-1 0,-13 0-2 16,13 0 2-16,0 0-3 0,0 0 2 15,0 0 0-15,0 0 0 0,0 0 1 16,0 0-5-16,0 0 1 0,0 0 3 0,0 0-1 16,0 0-3-16,0 0-2 0,0 0 4 15,-4-10-11-15,4 10 3 0,0 0-1 0,0 0-4 16,0 0 0-16,0 0 10 15,0 0-13-15,0 0 4 0,5-11-4 0,-5 11 0 0,0 0 5 16,0 0-1-16,0 0 0 16,0 0 2-16,0 0-1 0,0 0-4 0,0 0-4 15,0 0-2-15,0 0 3 0,0 0-5 16,0 0 6-16,-5 25 2 0,1-12-2 0,2 7-1 16,-3 1 2-16,-2 12-1 0,2-2 0 15,3-3 3-15,0-4 2 0,2 1 2 16,2-3-4-16,2 1 11 0,1-3 12 0,4-1 4 15,-2-2-36-15,4-3 0 0,5-3 0 16,0 1 0-16,6-6 0 0,-1 2 0 0,2-3 0 16,11 3 0-16,-2-1 0 15,3 2 0-15,-5 0 0 0,2 3 0 0,-3 2 0 16,2 0 0-16,-5 2 0 0,-3 0 0 16,-2 5 0-16,-6-6 0 0,-3 1 0 0,-5 1 0 15,-1-1 0-15,-4-3 0 0,-4 3 0 16,-4 2 0-16,-5 2 0 0,-5 4 0 0,-4-4 0 15,-5 3 0-15,0-6 0 0,-2 1 0 16,0-1 0-16,7-5 0 0,2-3 0 16,6-1 0-16,0-4 0 0,0 1 0 0,3-3 0 15,-1 0 0-15,10-2 0 0,0 0 0 16,-18-2 0-16,7 0 0 0,11 2 0 0,-9-7 0 16,5 4 0-16,4 3 0 15,-7-9 0-15,7 9-520 0,6-12-501 0,-1 5 118 0,6-1-1051 16,7-4-1375-16</inkml:trace>
  <inkml:trace contextRef="#ctx0" brushRef="#br0" timeOffset="7282.32">9776 5310 5645 0,'-6'-8'-30'0,"1"1"69"0,3 1 59 0,2 6 53 0,-2-13 21 0,2 13 20 0,5-12-5 0,-1 5-14 0,3-2-9 0,3 4-22 0,5 0-10 16,-2-2-13-16,3 4-13 15,-3 3-13-15,-13 0-7 0,30 7-2 0,-10 1 5 16,-4 3 10-16,4 11 12 0,-2 2 11 16,-6 5 20-16,-2 2-67 0,-2 4-75 0,-2 6 0 15,-6 0 0-15,-4 1 0 0,0 3 0 16,-2 8 0-16,-4-2 0 0,3-8 0 0,2-1 0 15,-6-3 0-15,2-3 0 0,4 0 0 16,-3-11 0-16,3-2 0 0,4-6 0 0,-3 0 0 16,2-5 0-16,2-2 0 0,-2 0 0 15,2-4 0-15,0-6 0 0,0 0 0 16,0 0-264-16,0 0-549 0,0 0-131 16,18-18 74-16,-9 1-932 0,4 0-1232 0</inkml:trace>
  <inkml:trace contextRef="#ctx0" brushRef="#br0" timeOffset="7549.69">9863 5717 5309 0,'-21'-8'75'0,"6"6"66"0,-2-2 107 15,8 2 93-15,-1-2 68 0,10 4 39 16,-14-2 6-16,14 2-5 0,0 0-132 0,0 0-317 16,0 0 0-16,0 0 0 0,0 0 0 15,50-4 0-15,-21 2 0 0,14 0 0 16,6-1 0-16,-2-3 0 0,-1 3 0 15,-5 2 0-15,-1-3 0 0,-7 2 0 0,-7 0 0 16,-5 2 0-16,-1 0 0 0,-5 0 0 16,0-3 0-16,-5 3 0 0,-10 0 0 0,19-2 0 15,-19 2 0-15,9-1 0 0,-9 1 0 16,0 0 0-16,0 0 0 0,0 0 0 0,0 0 0 16,0 0-737-16,-27-6-262 0,27 6 118 15,0 0-1015-15,-28 4-1318 0</inkml:trace>
  <inkml:trace contextRef="#ctx0" brushRef="#br0" timeOffset="9250.44">13858 5159 4730 0,'-6'6'-233'0,"6"-6"77"0,0 0 62 0,-10 6 62 0,10-6 58 15,0 0 56-15,0 0 51 0,0 0 29 0,-12-14 28 16,12 14 9-16,-2-12 12 0,2 5 14 16,0 7 12-16,3-22 2 0,-1 13-5 15,0-3-9-15,4 2-15 0,-1 2-19 0,2-3-19 16,0 5-16-16,2-1-15 0,0 2-17 16,3 1-14-16,1 1-11 0,0 3-8 0,3 0-12 15,3 3-7-15,2 4-5 16,-4 3-8-16,2 3 0 0,-4-2-13 0,-2 3-1 0,1-1-5 15,-3 5 4-15,-3-1-36 16,-4 1-8-16,-2-4 0 0,0 3 0 0,-2 0 0 16,-4-2 0-16,3 0 0 0,-2-4 0 15,-1 2 0-15,0-1 0 0,3-2 0 0,1-1 0 16,-2 0 0-16,0-3 0 0,2-6 0 16,-4 12 0-16,4-5 0 0,0-7 0 0,0 11 0 15,0-11 0-15,4 13 0 0,0-6 0 16,-1 4 0-16,6 0 0 0,-4 1 0 15,4 2 0-15,1 1 0 0,0 3 0 0,-5-5 0 16,3 3 0-16,-1 1 0 0,0 1 0 16,-6-3 0-16,-1 4 0 0,0-2 0 15,-8 2 0-15,1 1 0 0,-8 2 0 16,-5 1 0-16,1 0 0 0,-3-5 0 0,-3-3 0 16,6-3 0-16,0-3 0 0,3-3 0 15,2 0 0-15,2-2 0 0,-1-2 0 0,13-2 0 16,-23-4 0-16,10 0 0 0,2-2 0 15,0 2 0-15,2-3 0 0,-1 1 0 0,1 2 0 16,1-2 0-16,2 1 0 16,0 0 0-16,3 2 0 0,3 3-135 0,-2-10-859 15,2 10 35-15,9-13 103 0,3 6-928 16,1 2-1215-16</inkml:trace>
  <inkml:trace contextRef="#ctx0" brushRef="#br0" timeOffset="9682.19">14655 5068 5125 0,'-14'-10'-58'0,"-1"0"36"0,-1 3 38 0,5 2 58 0,0 0 48 0,1-1 29 0,1 3 26 15,1-1-18-15,8 4 12 0,-14-6-25 16,14 6 4-16,-9-5-1 0,9 5 0 15,0 0 17-15,0 0-2 0,0 0-9 16,31 0-12-16,-6 0-13 0,3 0-13 16,3 3-11-16,7 0-12 0,-10 2-8 0,4 2-8 15,-7 2 0-15,-4 1 5 0,-6 2 12 16,3 12 8-16,-9-1-19 0,-1-1-84 0,-7 3 0 16,-1 11 0-16,-1 3 0 0,-9 2 0 15,-2 8 0-15,1-1 0 0,0 2 0 0,-1-2 0 16,5-7 0-16,-1-3 0 15,3 0 0-15,-2-2 0 0,4-1 0 0,-3-10 0 0,6-4 0 16,0-3 0-16,-2-3 0 0,2-1 0 16,0-3 0-16,0 1 0 0,0-4 0 15,0 1 0-15,0-9 0 0,0 14 0 16,0-10 0-16,0-4 0 0,2 8 0 0,-2-8 0 16,0 0 0-16,8 1 0 0,-8-1 0 15,0 0 0-15,0 0-946 0,19-13-31 0,-12 7 108 16,1 0-967-16,0-3-1263 0</inkml:trace>
  <inkml:trace contextRef="#ctx0" brushRef="#br0" timeOffset="10565.55">16116 5228 4715 0,'0'-7'-194'0,"-2"-1"61"0,0-1 61 0,2-1 63 0,-2 0 53 0,1-1 41 0,-1 1 39 0,2 0 28 16,0 0 24-16,0 3 10 0,0-3 28 15,0 10 18-15,0-17 20 0,0 11 6 0,0-2-14 16,0 8-14-16,0-10-23 0,0 10-22 16,0 0 7-16,0 0 8 0,0 0-8 0,-9 27-16 15,8-9-21-15,-1 6-12 16,-2 1-11-16,0 12-27 0,4-7-105 0,2-3 0 16,0 8 0-16,5-2 0 0,-3-8 0 15,4-4 0-15,-2-4 0 0,1-1 0 0,-1-2 0 16,2-4 0-16,0-4 0 0,-1-1 0 15,2-1 0-15,1-2 0 0,-10-2 0 16,29-8 0-16,-10-1 0 0,-4-1 0 0,0-4 0 16,6-7 0-16,1 0 0 15,-6-3 0-15,0 7 0 0,-5 2 0 0,-4 3 0 0,4 4 0 16,-6 1 0-16,1 3 0 0,-6 4 0 16,0 0 0-16,0 0 0 0,5 17 0 0,-9 0 0 15,4 3 0-15,0 5 0 16,-1 12 0-16,2 0 0 0,-1 3 0 0,6-5 0 0,-1 3 0 15,2-4 0-15,0-1 0 16,1-8 0-16,-3-6 0 0,0-3 0 0,1-3 0 16,-1 1 0-16,1-5 0 0,-5-1 0 15,-1 0 0-15,2-3 0 0,-2-5 0 0,8 7 0 16,-8-7 0-16,4 2 0 0,-4-2 0 16,0 0 0-16,0 0 0 0,0 0 0 0,0 0 0 15,0 0-71-15,8-14-805 16,-8 14-91-16,0 0 93 0,-12-10-964 0,12 10-1263 15</inkml:trace>
  <inkml:trace contextRef="#ctx0" brushRef="#br0" timeOffset="11032.01">16874 5171 4423 0,'0'0'-389'0,"15"-6"54"0,-15 6 36 0,0 0 33 0,10-2 19 0,-10 2 28 0,0 0 15 16,0 0 24-16,12-2 13 0,-12 2-6 16,0 0-11-16,0 0-30 0,9-4-312 15,-9 4-30-15</inkml:trace>
  <inkml:trace contextRef="#ctx0" brushRef="#br0" timeOffset="11448.8">17020 5087 1484 0,'7'-5'69'0,"-2"0"37"0,-1 2 32 15,-4 3 28-15,8-6 31 0,-8 6 26 16,4-7 18-16,-4 7 13 0,4-5-7 0,-4 5-13 15,0 0-9-15,0 0-16 0,0 0 14 16,0 0 15-16,-16 21 19 0,0 5-6 0,-11 9-4 16,-6 5 8-16,-3 3 7 15,-1 7-10-15,3-1-1 0,0 5-13 0,2-2-17 16,3-1-19-16,8-3-3 0,2 0-6 16,9-11-10-16,3-2 5 0,3-6-5 0,4-8-5 15,2-1 0-15,3-1-7 0,4-3-143 16,0-3-28-16,4-3 0 0,6-4 0 0,1-1 0 15,-2-4 0-15,5-1 0 0,0-6 0 16,1 2 0-16,0-4 0 0,2-6 0 16,-3-3 0-16,-1-4 0 0,-8-3 0 0,0 3 0 15,-8 4 0-15,-1 1 0 0,-5 3 0 16,-1-1 0-16,-7 2 0 0,-2 2 0 16,-3 1 0-16,-4 3 0 0,-2 2 0 15,0 1 0-15,-4 3 0 0,2 1 0 0,0 1 0 0,2 0-80 16,-2 0-605-16,4 1-125 15,-3 0-98-15,7-3 91 0,2 0-846 0,1 2-1101 16</inkml:trace>
  <inkml:trace contextRef="#ctx0" brushRef="#br0" timeOffset="12281.52">18271 5155 4228 0,'15'-10'-135'0,"-3"3"57"0,1-3 46 0,-3 2 59 0,-1-3 40 0,3 3 43 16,-7-1 33-16,2-1 18 0,-2 3 3 16,-1-2-5-16,-4 1-4 0,0 8-12 0,0-12-11 15,-6 5-11-15,-4 2-10 0,-3 3-14 16,-4 4-3-16,-21 5 3 0,-4 5-8 0,-10 7-6 16,3 4-11-16,0 2-6 0,2 2-8 15,8 3 13-15,3-1 13 0,13-6 15 16,8 2 13-16,6-5 16 0,9 1 12 15,9-3 2-15,7 8-11 0,19 3-10 16,5-2-9-16,5-2-12 0,5 1-9 0,-3-2-6 16,2-2-15-16,-10 0-3 0,-6-3 9 15,-5-3 11-15,-5-1 12 0,-3 0 11 0,-9-1 24 16,-6-2-134-16,-3 0 0 0,-4 2 0 16,-3 0 0-16,-11 1 0 0,-4 3 0 0,-9 3 0 15,-1-3 0-15,-5-3 0 0,1 1 0 16,-1-5 0-16,3 1 0 0,-2-1 0 0,7-5 0 15,7 0 0-15,2-4 0 16,5 2 0-16,-1-2 0 0,7 0 0 0,7-2 0 0,0 0 0 16,-23-4 0-16,15 0 0 0,8 4 0 15,-5-8 0-15,5 4 0 0,0 4 0 0,5-17 0 16,5 7-286-16,0-1-505 16,3-1-155-16,6-7 86 0,5 1-945 0,3 3-1234 15</inkml:trace>
  <inkml:trace contextRef="#ctx0" brushRef="#br0" timeOffset="12731.5">18854 5228 4615 0,'11'-11'-156'0,"1"3"67"0,-6 3 42 0,-1 1 39 0,-1 0 31 0,-4 4 25 0,0 0 39 0,0 0 33 15,0 0 25-15,9 13 19 0,-18 1 5 0,2 6 15 16,-10 10 13-16,-10 5 4 0,1 2 13 16,-5-4 2-16,12-2 11 0,2-2-8 15,1 0-11-15,3 0-6 0,5-6-6 0,8-2-8 16,0-4-4-16,8-1-4 0,0-1-11 16,5 0-9-16,2-4-16 0,7-3-113 0,0-1-31 15,3-4 0-15,-4-1 0 0,-1 0 0 16,2-2 0-16,-5-2 0 0,0 0 0 0,-3-1 0 15,-5-4 0-15,-2 1 0 0,-5-3 0 16,-2-2 0-16,-5-1 0 0,-8-1 0 16,-10-8 0-16,-6 2 0 0,-9-6 0 15,-3 1 0-15,4-1 0 0,-1 2 0 0,9 3 0 16,2 1 0-16,9 2 0 0,0-3 0 16,7 3 0-16,3-2 0 0,2 2 0 0,4 0 0 15,2 0 0-15,4 0 0 0,3-2 0 16,6 0 0-16,-4 7 0 0,3-4 0 0,-3 7 0 15,-2 3 0-15,3 0 0 0,-2 4 0 16,-8 2 0-16,0 0-204 0,0 0-461 0,0 0-201 16,0 0-34-16,11 12 104 0,-11-12-823 15,-4 7-1058-15</inkml:trace>
  <inkml:trace contextRef="#ctx0" brushRef="#br0" timeOffset="14047.98">18946 5132 4168 0,'0'0'-181'0,"3"-7"61"0,-3 7 65 0,9-7 63 0,-2 1 63 16,2 3 52-16,2-2 35 0,2 4 28 15,-4-3 25-15,5 2 25 0,-3 0 19 0,0-1 31 16,-11 3 11-16,15-3 10 0,-15 3 10 16,13-2 6-16,-13 2 1 0,12-4-1 0,-12 4-1 15,0 0-12-15,0 0-11 0,0 0-276 16,0 0-23-16,0 0 0 0,0 0 0 15,-51 4 0-15,29-2 0 0,-1 0 0 16,-1 2 0-16,1-4 0 0,-2 2 0 0,6 0 0 16,-1-2 0-16,0 2 0 0,5-2 0 0,1 0 0 15,14 0 0-15,-24 0 0 0,12 0 0 16,12 0 0-16,-14-2 0 0,14 2 0 16,-18-4 0-16,18 4 0 0,0 0 0 0,-17 0 0 15,17 0 0-15,0 0 0 0,-15 0 0 16,15 0 0-16,0 0 0 0,0 0 0 0,-20 6 0 15,15 2 0-15,-4 1 0 0,-3 5 0 16,1 1 0-16,-1 5 0 0,-1 7 0 0,0-2 0 16,2-1 0-16,8-3 0 0,-1-2 0 15,2-2 0-15,2 1 0 0,2 0 0 16,4-1 0-16,0-2 0 0,3-1 0 16,4-1 0-16,3-1 0 0,1-5 0 0,4 0 0 15,-4-2 0-15,4 1 0 0,-2 0 0 16,2-2 0-16,0 2 0 0,-2-1 0 0,2 3 0 15,-2 1 0-15,8 5 0 0,-8 1 0 16,4 3 0-16,-3 5 0 0,2-3 0 16,-6 3 0-16,2 1 0 0,-4-6 0 0,-7 0 0 15,2-1 0-15,-3-3 0 0,-4-3 0 16,-4 3 0-16,-4 0 0 0,-3-1 0 0,-5 2 0 16,-11 3 0-16,-1-2 0 0,-9-1 0 15,-3-3 0-15,-3 0 0 0,-3-5 0 16,0 0 0-16,1-2 0 0,2-1 0 15,11-3 0-15,5 1 0 0,2-2 0 0,10 2 0 16,-2-1 0-16,1-1 0 0,3 0 0 16,11 0 0-16,-20 2 0 0,11-2 0 0,9 0 0 15,-14 0 0-15,14 0 0 0,-11 0 0 16,11 0 0-16,0 0 0 0,-13 0 0 0,13 0 0 16,0 0 0-16,0 0 0 0,0 0 0 15,0 0-810-15,0 0-168 0,0 0-1200 0,38 5-1583 16</inkml:trace>
  <inkml:trace contextRef="#ctx0" brushRef="#br0" timeOffset="14864.78">20049 5070 5415 0,'8'-7'-245'0,"1"-2"86"0,-1 3 68 0,-5 0 58 0,6 1 50 0,-6 0 55 0,-3 5 56 0,10-8 40 16,-7 2 27-16,-3 6 28 0,4-6 11 0,-4 6 5 16,0 0-13-16,0-9-21 0,0 9-9 15,-17-7-18-15,2 6-13 0,-6-3-14 16,-3 1-16-16,-14-1-10 0,4 3-13 0,7-1-13 15,-2-2-9-15,2 2-6 0,2 1-14 16,8 0-6-16,0-1-5 0,1 2-4 16,3-2-41-16,13 2-14 0,-19-2 0 0,19 2 0 15,-17-1 0-15,17 1 0 0,-12-2 0 16,12 2 0-16,0 0 0 0,-18-2 0 16,18 2 0-16,0 0 0 0,-12 0 0 0,12 0 0 15,0 0 0-15,0 0 0 0,-15-2 0 16,15 2 0-16,0 0 0 0,-12 6 0 15,12-6 0-15,-11 8 0 0,6 1 0 16,-6 3 0-16,6 1 0 0,-4 6 0 0,-1 2 0 0,2-1 0 16,-1 11 0-16,3-6 0 15,4-2 0-15,2 1 0 0,2 1 0 0,4 0 0 16,1 4 0-16,7-1 0 0,1-3 0 16,2-1 0-16,6-3 0 0,0-1 0 0,3-1 0 15,5-2 0-15,-2 3 0 0,-3-3 0 16,3 1 0-16,-2 0 0 0,-2 1 0 0,-3-1 0 15,-3 3 0-15,-5-4 0 0,-3-2 0 16,-2 2 0-16,-5-3 0 0,-2-2 0 0,-4 2 0 16,-2 1 0-16,-3-1 0 15,-2 1 0-15,-7-1 0 0,1-1 0 0,-10 3 0 16,-3-3 0-16,-3 1 0 0,6-4 0 0,6-5 0 16,0 3 0-16,2-4 0 0,0 1 0 15,5-2 0-15,5-1 0 0,-2 0 0 16,-2 0 0-16,11-2 0 0,-12 0 0 0,12 0 0 15,-13-2 0-15,13 2 0 0,-12-4 0 16,12 4 0-16,-8-6 0 0,5 2 0 0,3 4 0 16,3-10-623-16,5 5-378 0,4-5 108 15,1 2-1037-15,6-1-1350 0</inkml:trace>
  <inkml:trace contextRef="#ctx0" brushRef="#br0" timeOffset="15365.17">20644 5223 4833 0,'5'-12'-142'0,"1"3"95"0,-1 1 72 0,-4 2 49 0,-1 6 39 0,6-10 31 15,-6 10 10-15,5-7-4 0,-5 7-15 16,2-6-14-16,-2 6-15 0,0 0-4 0,0 0 5 15,0 0 11-15,0 0 14 0,0 0 12 16,-16 39 11-16,-6-12 24 0,-6 4 22 16,-6 5 4-16,-2 0 8 0,0 0 3 0,0 3-6 15,8-6-8-15,-1 4-20 0,14-8-23 16,0 1-159-16,5-2 0 0,7-5 0 16,1-4 0-16,6-2 0 0,3 1 0 0,3-3 0 15,7-1 0-15,0-4 0 0,5-3 0 16,3-1 0-16,0-6 0 0,-2 0 0 0,2 0 0 15,-2-6 0-15,0-1 0 0,-6-1 0 16,0-5 0-16,-7-2 0 0,-3-4 0 0,-7 0 0 16,-1-5 0-16,-10-6 0 0,-11-10 0 15,-6 1 0-15,-7 2 0 0,-3 0 0 0,-2 2 0 16,0 1 0-16,6 7 0 0,7 5 0 16,4 1 0-16,2 1 0 0,4-3 0 15,5 4 0-15,7 3 0 0,1 2 0 16,2 1 0-16,6 3 0 0,1 1 0 0,6-3 0 15,-2 4 0-15,2 1 0 0,3 0 0 16,0 4 0-16,0 3 0 0,1-2 0 0,6 4-187 16,1 4-853-16,0-1 99 0,1 3 100 15,7 4-921-15,6-1-1194 0</inkml:trace>
  <inkml:trace contextRef="#ctx0" brushRef="#br0" timeOffset="18630.08">21557 5343 4733 0,'0'0'-41'0,"0"0"52"0,0 0 41 0,0 0 49 0,-15-9 49 0,15 9 33 15,2-10 30-15,-2 10 18 0,1-14-6 16,1 7-10-16,4-1-22 0,1-3-16 16,3 1-20-16,1 3-15 0,4-3-13 15,5-1-15-15,3 5-13 0,-7 1-10 0,4 1 0 16,-3 2-4-16,4 1-18 0,-6 4-8 15,4 3-6-15,-5 0-9 0,0 5 3 0,-5 6-1 16,-5 0 4-16,-8 8 2 0,-6 13 6 16,-9 8 15-16,-8 3 9 0,1-3 11 0,-7 0-7 15,5-3-88-15,1-2 0 0,2-2 0 16,10-8 0-16,1-3 0 0,7-4 0 0,1-5 0 16,4-3 0-16,4-1 0 0,4-1 0 15,1-1 0-15,7-3 0 0,5-1 0 16,2-2 0-16,2-2 0 0,-3-5 0 0,3 2 0 15,2-6 0-15,-2-1 0 0,1-2 0 16,-8-3 0-16,4-2 0 0,-9-2 0 16,-4-3 0-16,-3-1 0 0,-6-7 0 0,-9-6 0 15,-4-2 0-15,-12-2 0 0,0-1 0 16,-3 2 0-16,-2 3 0 0,-1 3 0 0,6 4 0 16,2 1 0-16,4 4 0 0,6 1 0 15,3 2 0-15,1 1 0 0,6 1 0 0,1-1 0 16,4 1 0-16,0 3 0 0,8-3 0 15,1-2 0-15,5 3 0 0,0-1 0 0,6 2 0 16,8 0 0-16,3 2 0 16,5 2 0-16,-6 5 0 0,1 3 0 0,10 3-388 15,2 5-471-15,0 0-84 0,2-1 104 16,-4 3-917-16,-3 0-1186 0</inkml:trace>
  <inkml:trace contextRef="#ctx0" brushRef="#br0" timeOffset="19018.32">22636 5142 4782 0,'3'-8'-58'0,"1"2"33"0,-4 6 20 0,4-4 16 0,-4 4 49 16,0 0 52-16,0 0 45 0,-22 29 45 0,0-5 37 15,-13 12 17-15,-5 8 14 0,-1 1 8 16,-15 13 3-16,5-2-6 0,7-7-16 0,6-3-20 15,3-3-19-15,7 1-7 0,5-1-17 16,8-10-15-16,4-3-133 0,7-4-48 0,2-6 0 16,6 0 0-16,1-2 0 0,5 0 0 15,3-4 0-15,2-3 0 0,5-4 0 16,3 0 0-16,1-2 0 0,-3-5 0 0,0 2 0 16,1-5 0-16,-2-3 0 0,-3 0 0 15,2-6 0-15,-5 1 0 0,-3-7 0 0,-6 1 0 16,2-5 0-16,-5 1 0 15,-2 0 0-15,-7-2 0 0,0 5 0 0,-6-10 0 16,-1 11 0-16,-1 2 0 0,1 3 0 16,-4 1 0-16,0 4 0 0,2 4 0 0,-4 1 0 15,6 2 0-15,-6 0 0 0,3 4-588 16,-2 1-315-16,3 0-11 0,2 0 97 0,0 2-873 16,3-2-1125-16</inkml:trace>
  <inkml:trace contextRef="#ctx0" brushRef="#br0" timeOffset="20063.47">25069 5188 4634 0,'4'-15'-43'0,"-1"3"54"0,-1-2 42 0,2 5 57 0,-2 1 49 0,0-1 40 0,2-1 38 15,-2 3 24-15,2 0 10 16,-4 7-8-16,4-12-23 0,-4 12-20 0,1-5-9 0,-1 5 24 16,0 0 20-16,13 38-9 0,-6-6-14 15,-2 8-22-15,1 5-23 0,-1 9-187 0,5 3 0 16,-4-2 0-16,0-3 0 15,1-1 0-15,0-12 0 0,-3-3 0 0,3-1 0 16,-6-10 0-16,3-6 0 0,0-2 0 16,-2-5 0-16,0 0 0 0,-2-2 0 0,0-1 0 15,1-3 0-15,-1-6 0 0,0 14 0 16,4-10 0-16,-4-4 0 0,-2 8 0 0,2-8 0 16,0 0 0-16,0 0 0 0,0 0 0 15,0 0 0-15,0 0-27 0,-15-20-772 0,14 14-161 16,-1-3 70-16,2-2 105 0,2-1-824 15,1-5-1048-15</inkml:trace>
  <inkml:trace contextRef="#ctx0" brushRef="#br0" timeOffset="20413.84">25646 5291 4750 0,'-3'-7'55'15,"3"7"22"-15,-16-8 42 0,9 6 62 16,7 2 64-16,-23 4 32 0,10 1 18 0,-5 5-3 15,3 4-10-15,-4 8-12 0,2 3-25 16,5 3-18-16,5 3-11 0,3-2-12 0,4-4-16 16,6 8-17-16,5-2-74 0,4 0-97 15,4-5 0-15,4-4 0 0,6-3 0 16,-3-3 0-16,9-7 0 0,-7-3 0 16,-3-5 0-16,2-1 0 0,0-1 0 0,-5-3 0 15,-1-3 0-15,6-8 0 0,-6-2 0 16,0-4 0-16,-9 3 0 0,1-11 0 0,-3-3 0 15,-7-1 0-15,-1 4 0 0,-2 2 0 16,-3-6 0-16,-6 8 0 0,4 6 0 16,-5-1 0-16,-3 4 0 0,-2 4 0 0,-5 4 0 15,2 1 0-15,-3 5 0 0,-1 0 0 16,-3 6 0-16,3-1 0 0,-3 1 0 0,2 1-684 16,7-3-200-16,0 1-28 0,3-1 98 15,5 1-851-15,-2-1-1103 0</inkml:trace>
  <inkml:trace contextRef="#ctx0" brushRef="#br0" timeOffset="20863.98">26021 5173 4952 0,'2'-3'83'0,"0"-4"24"0,-2 7 27 16,0 0 39-16,0 0 57 0,0 0 42 0,0 0 4 15,-4 25-3-15,1-7-14 0,1-1-23 16,-2 2-19-16,4 5-16 0,0-1-17 15,4 3-19-15,0-2-17 0,-1 0-11 16,6-2-13-16,-4-3-104 0,4 1-20 0,1-3 0 16,0-5 0-16,-1-2 0 0,2-2 0 0,1-2 0 15,-1-4 0-15,5 1 0 0,-3-6 0 16,4 3 0-16,-4-8 0 0,7 0 0 16,-4-5 0-16,8-5 0 0,-1-3 0 0,0-3 0 15,-5 3 0-15,-2 4 0 0,-5 4 0 16,-4 2 0-16,4 4 0 0,-6-1 0 0,1 3 0 15,-6 5 0-15,5-5 0 16,-5 5 0-16,0 0 0 0,0 0 0 0,4 29 0 0,-6-12 0 16,-2 5 0-16,2 5 0 0,1 6 0 15,-3 4 0-15,-2-3 0 0,6-5 0 16,2-5 0-16,-2 2 0 0,2-2 0 16,0-6 0-16,-2 1 0 0,2-2 0 0,-2-5 0 15,2 2 0-15,-2-4 0 0,1 1 0 16,-1-3 0-16,0-8 0 0,0 10 0 0,0-10 0 15,2 7 0-15,-2-7 0 0,4 6 0 16,-4-6 0-16,0 0 0 0,0 0-630 16,0 0-263-16,0 0-19 0,0 0 111 0,-7 4-884 15,7-4-1121-15</inkml:trace>
  <inkml:trace contextRef="#ctx0" brushRef="#br0" timeOffset="21363.34">27296 5200 4430 0,'2'-16'-80'0,"0"-1"73"0,0 4 59 0,0 2 60 0,1 2 51 0,-2 0 51 16,-1 2 59-16,0 7 27 0,2-14 17 15,0 7 0-15,-2 7-3 0,2-8-14 0,-2 8-14 16,0 0-15-16,0 0 18 0,0 0 29 15,0 0-11-15,13 29-292 0,-11-4-15 0,-2 14 0 16,-2 4 0-16,-2 3 0 0,1 10 0 16,-1 2 0-16,-2-1 0 0,3-5 0 0,0-8 0 15,1-6 0-15,0-2 0 16,-3-2 0-16,3-8 0 0,0-6 0 0,2-5 0 16,-2-1 0-16,0-1 0 0,0-3 0 15,2-1 0-15,0-3 0 0,0-6 0 0,-2 14 0 16,2-14 0-16,2 6 0 0,-2-6 0 15,0 0 0-15,4 3 0 0,-4-3 0 0,0 0 0 16,0 0 0-16,0 0 0 0,0 0-875 16,13-12-103-16,-13 12 114 0,6-9-998 15,-6 9-1286-15</inkml:trace>
  <inkml:trace contextRef="#ctx0" brushRef="#br0" timeOffset="21680.2">27674 5243 5314 0,'-2'-18'70'0,"2"2"41"0,0 6 64 15,-1-1 71-15,1 5 44 0,0 6 26 0,-3-11 5 16,3 11-22-16,0-6-24 0,0 6-5 16,0 0 25-16,0 0-86 0,0 0-209 0,6 39 0 15,-2-15 0-15,-2 2 0 16,-2 15 0-16,0-2 0 0,0 5 0 0,-4-2 0 15,0-1 0-15,3 0 0 0,-2-3 0 16,-1-2 0-16,0-7 0 0,4-7 0 0,-1 2 0 16,-1-7 0-16,2-1 0 0,-2-3 0 15,2-1 0-15,0 0 0 0,0-3 0 0,0-1 0 16,0 0 0-16,0-1 0 0,2-1 0 16,0 0 0-16,-2-6 0 0,5 5 0 15,-5-5 0-15,10 3-875 0,-10-3-97 0,0 0 103 16,21-6-993-16,-11 2-1287 0</inkml:trace>
  <inkml:trace contextRef="#ctx0" brushRef="#br0" timeOffset="22062.73">28121 5370 5155 0,'0'0'-16'0,"-5"-4"24"15,5 4 63-15,0 0 65 0,0 0 77 0,-25 19 22 16,14-5 29-16,0 5 4 0,-5 9-5 16,1 1-6-16,1 0-7 0,1 0-11 15,3 2-1-15,3-7-10 0,5-2-13 0,0-3-48 16,2 1-167-16,4-3 0 16,1-1 0-16,4 1 0 0,4-3 0 0,2-3 0 15,2-1 0-15,6-3 0 0,0-2 0 16,4-3 0-16,-7-2 0 0,7-4 0 0,7-4 0 15,-1-4 0-15,-3-5 0 0,-1-5 0 16,1-9 0-16,-1-3 0 0,-8-3 0 0,-1-4 0 16,-9 8 0-16,-8-1 0 0,-3 5 0 15,-3 4 0-15,-8-1 0 0,-7 1 0 0,-3 8 0 16,-1 5 0-16,-3 7 0 0,0 1 0 16,-8 4 0-16,-7 2 0 0,-4 5 0 0,3 0 0 15,-4-1-466-15,6 1-525 0,-1-2 68 16,3 3 105-16,6-4-880 0,7 3-1133 0</inkml:trace>
  <inkml:trace contextRef="#ctx0" brushRef="#br0" timeOffset="22879.69">29955 5029 4745 0,'4'-16'34'0,"-2"3"34"0,0 4 40 0,-1 2 51 0,-1 7 41 0,4-11 36 15,-4 11 2-15,2-7-19 0,-2 7-13 16,0 0 20-16,0 0 18 0,8 23-1 0,-4 0-18 16,0 13-26-16,-1 3-17 15,3 4-19-15,-1 0-10 0,6 9-21 0,-2-1-5 16,-2 0-43-16,1-12-84 0,2-1 0 16,-6-4 0-16,-1-5 0 0,-1-8 0 0,2-3 0 15,-4-5 0-15,2 1 0 0,-2-2 0 16,0-3 0-16,0 1 0 0,1-1 0 0,-1-3 0 15,0-6 0-15,2 9 0 0,-2-9 0 16,5 7 0-16,-5-7 0 0,0 0 0 0,0 0 0 16,0 0-250-16,0 0-328 0,0 0-130 15,13-14-191-15,-8 9 70 0,-1 0 100 16,-4 5-699-16,14-12-878 0</inkml:trace>
  <inkml:trace contextRef="#ctx0" brushRef="#br0" timeOffset="23363.14">30475 5051 3866 0,'-7'-15'98'16,"-1"3"36"-16,0 3 31 0,3 1 50 16,1 1 73-16,0 2 60 0,4 5 12 0,-8-11-7 15,6 6-23-15,2 5-29 0,0 0-27 16,5-12-25-16,-5 12-25 0,18-3-25 0,-2 3-21 15,2 2-16-15,7 3-16 16,10 1-16-16,-5 5-15 0,1-1-59 0,-7 2-56 0,-2-2 0 16,-7 4 0-16,-3 0 0 15,-5 4 0-15,-3-4 0 0,-4 1 0 0,-8 4 0 16,-6 9 0-16,-4-3 0 0,-5 2 0 16,-8 4 0-16,6-4 0 0,0-3 0 15,5-2 0-15,3-5 0 0,5-1 0 0,4-2 0 16,3-1 0-16,1-1 0 0,4 0 0 15,0 1 0-15,4-1 0 0,1 1 0 0,2 3 0 16,-2-3 0-16,1 3 0 0,1-2 0 16,-1 3 0-16,0 0 0 0,0-2 0 0,-3 0 0 15,-1-4 0-15,0 4 0 16,-2-3 0-16,-2 2 0 0,0-2 0 0,-1-2 0 16,-3 0 0-16,0 0 0 0,0-1 0 15,1-1 0-15,-3-1 0 0,3-2 0 0,-6-1 0 16,6 0 0-16,5-4 0 0,-20 1 0 15,11-1 0-15,9 0 0 0,-27-9 0 0,13 6 0 16,-2-4 0-16,3 0 0 0,-1 1-814 16,3-3-169-16,4 2 101 0,3 0-993 15,2 1-1298-15</inkml:trace>
  <inkml:trace contextRef="#ctx0" brushRef="#br0" timeOffset="23679.65">31007 5083 5338 0,'-8'-17'57'0,"3"2"29"0,1 1 58 0,-2 2 78 0,3 4 52 0,1 1 14 0,-3 0-16 0,3 0-23 0,2 7-26 16,-1-8-23-16,1 8-16 0,0 0-18 15,0 0-17-15,0 0-15 0,42 19-12 16,-25-8-39-16,4 10-83 0,2 3 0 15,-5 4 0-15,-4 1 0 0,-3 1 0 0,-5 2 0 0,-4-3 0 16,-2-2 0-16,-6 9 0 16,-1 2 0-16,-2-2 0 0,-3-2 0 0,2-2 0 0,-1 2 0 15,1-3 0-15,3-2 0 16,-1-6 0-16,3-2 0 0,0-6 0 0,2 1 0 16,-1-4 0-16,4 0 0 0,-2-5 0 15,2 1-494-15,-2-1-236 0,6-2-182 16,1-2 61-16,-5-3 93 0,16 4-754 0,-16-4-958 15</inkml:trace>
  <inkml:trace contextRef="#ctx0" brushRef="#br0" timeOffset="23879.44">31049 5500 4505 0,'-21'-8'107'0,"1"2"56"0,4 2 83 16,0-1 91-16,7 1 29 15,0 1-2-15,-2 0-25 0,11 3-28 0,-11-4-26 16,11 4-21-16,0 0-25 0,0 0-24 15,0 0-22-15,0 0-32 0,56 2-65 0,-28-2-96 16,3-2-14-16,9 0-147 0,2 0-95 16,-8 0-94-16,-5 2-131 0,-2-2-166 0,7-4-215 15,-10 5 76-15,-5 1 92 0,-3 0-646 16,-5 1-796-16</inkml:trace>
  <inkml:trace contextRef="#ctx0" brushRef="#br0" timeOffset="24262.35">31890 5116 4086 0,'2'-19'184'0,"-1"5"49"0,-1 1 86 15,4 3 55-15,-4 3 30 0,2 0 9 16,-2 7-20-16,0-12-30 0,0 12-42 16,4-5-10-16,-4 5-1 0,0 0-15 15,13 20-110-15,-7 3-185 0,2 14 0 0,-3 1 0 16,1 17 0-16,-5-9 0 0,3 8 0 16,-4 4 0-16,-2-11 0 0,0-5 0 15,-1 1 0-15,1-4 0 0,-2-4 0 0,1-8 0 16,-1-4 0-16,2-5 0 0,0-1 0 15,0-2 0-15,-1-3 0 0,3-3 0 0,0-1 0 16,-1 1 0-16,1-2 0 0,0-7 0 16,1 6 0-16,-1-6 0 0,0 0 0 0,0 0-177 15,0 0-565-15,0 0-180 16,31-13 36-16,-25 6 91 0,2 1-793 0,-1-3-1029 16</inkml:trace>
  <inkml:trace contextRef="#ctx0" brushRef="#br0" timeOffset="24712.37">32229 5264 4734 0,'-2'-18'113'15,"2"7"52"-15,-2 1 69 0,-1 2 38 0,3 8 17 16,-2-9-7-16,2 9-9 0,0 0 22 16,0 0 9-16,0 0-5 0,-12 21-15 15,4-2-22-15,-4 7-24 0,3 5-91 16,0 0-147-16,-1 1 0 0,6-5 0 15,-2-2 0-15,4-1 0 0,1-3 0 0,-1-2 0 16,2-3 0-16,2 0 0 0,-2-4 0 16,1 2 0-16,7-6 0 0,-3-1 0 0,6 0 0 15,-2-4 0-15,3-1 0 0,-12-2 0 16,27-5 0-16,-5-5 0 0,6-2 0 0,-1-5 0 16,2 0 0-16,-2-3 0 0,-2 3 0 15,-7 3 0-15,-2 5 0 0,-5-1 0 16,-2 4 0-16,-1 0 0 0,0 1 0 15,-8 5 0-15,9-1 0 0,-9 1 0 16,0 0 0-16,-2 18 0 0,-2-8 0 0,1 5 0 0,-5 6 0 16,2 1 0-16,0 0 0 0,3 0 0 15,-3 2 0-15,2-2 0 0,3-2 0 16,1-4 0-16,-2 1 0 0,4-5 0 16,-2 2 0-16,1-2 0 0,-1-2 0 15,4 0 0-15,-2-2 0 0,2-2 0 0,-1-1 0 16,3-1 0-16,-6-4 0 0,8 2-223 15,-8-2-594-15,0 0-151 0,19-8 93 0,-19 8-930 16,15-6-1234-16</inkml:trace>
  <inkml:trace contextRef="#ctx0" brushRef="#br0" timeOffset="25062.43">32930 5286 4869 0,'6'-13'-71'0,"-5"2"67"0,3 3 51 0,-2 0 29 0,-2 8 21 0,0 0 27 0,0 0 27 0,0 0 23 16,-17-1 4-16,17 1 15 0,-25 9 2 0,8 4-5 15,-5 4 4-15,0 2-12 0,1 0-7 16,6 5-11-16,5-4-13 0,1 1-10 0,3 1-13 16,5-1-12-16,-1 2-13 0,0 1-8 15,4-1-8-15,1 2-8 0,-3-3 11 16,4 2 10-16,-4-4 17 0,0-1-67 15,0 0-50-15,0-2 0 0,-4 3 0 16,1-6 0-16,-1 1 0 0,-4-1 0 0,0 1 0 16,-3-3 0-16,-1-2 0 0,-3 1 0 15,-2-1 0-15,-3-2 0 0,-3 1 0 0,-10-3 0 16,-1 0 0-16,4-2 0 0,1-2 0 16,-2 0 0-16,5-2 0 0,-1 0 0 0,-2 0 0 15,4-2 0-15,-2 2-1054 0,5 0 84 16,3-2-1127-16,3 2-1509 0</inkml:trace>
  <inkml:trace contextRef="#ctx0" brushRef="#br0" timeOffset="27031.21">5499 4695 2074 0,'-23'-4'64'0,"6"1"-20"0,0 1 26 0,6 0 21 0,2 1 6 0,-2-1 16 15,11 2-14-15,-11-4-19 0,11 4-9 0,-5-3-4 16,5 3-13-16,0 0-4 0,36-12 0 15,5 5-10-15,24-3 2 0,19 3-9 16,36-3-4-16,18-1-1 0,12 5-8 0,21-5 5 16,68-1-3-16,3 4-4 0,9 0-1 15,5-1 4-15,4-1-3 0,2-1-7 0,-11-1 4 16,-5-2-5-16,-11-2-2 16,-60 5 1-16,-3 0-2 0,-12 1 1 0,-18 2 2 15,-17 1-7-15,-36 2 3 0,-15 0-1 16,-11 3 1-16,-17 0 0 0,-13 0-6 0,-8 2 3 15,-3-2 1-15,-5 1 8 0,-2 1 5 16,1 0 7-16,-3 0 28 0,-13 0-5 16,28 0 3-16,-14 1-2 0,5 3-18 0,-4 0 2 15,8 2 4-15,3 8-5 16,-1 0-6-16,0 5 2 0,-3-3 5 0,-4 6-19 0,1-1 2 16,-6-4 3-16,5 4-6 0,1 2 3 15,2-3 2-15,4 1 1 0,1-1 9 16,3-1 20-16,13 2 5 0,2-2 7 15,-4-6 8-15,11 1 3 0,-2 0 7 16,-10-6-4-16,-3 2-6 0,-9-4-9 0,-9-2-4 16,-4 0-3-16,-1 1 2 0,-4 1 7 15,-2 0-1-15,-2 4-7 0,-3-1-3 0,0 5-4 16,-4-1-5-16,0 5-3 0,1 5-7 16,-3-1 18-16,0 2 0 0,4 1-3 15,-3 15 11-15,8-1 25 0,-3 5 0 16,5 10 13-16,3-2-7 0,-5 6 2 0,3 2 17 15,-2 0-10-15,0 2 10 0,-5-2 7 16,1 3-10-16,-2-2 15 0,0-1-42 16,0-2-6-16,-2-2-2 0,-1-13-16 0,-3 5 1 15,2-5-2-15,-1-4 7 0,-2-2-11 16,2-5-4-16,-3-6 5 0,5-6-5 0,-6-1-1 16,4-4 1-16,-1-1 4 0,-7 1-2 15,1-5-4-15,-2 3-7 0,-8-5 3 0,-12 1-11 16,-4-1 0-16,-10-4 15 0,-15 2-6 15,-7-1-5-15,-12 1-6 0,-33 0-2 16,-12 3-2-16,-8 0-6 0,-6-1-2 0,-8 3-2 16,-3-5 8-16,-3 4-8 0,-4-3 6 15,-8 3-8-15,2 0-7 0,-7-2 4 16,0-3 7-16,-1 1-9 0,-2 2 0 16,-6-2-2-16,3 0-4 0,-1 3-1 0,2-3 4 15,4 2 0-15,5 2 0 0,4-3 8 16,10 3-5-16,7 2-9 0,16-3 2 0,13-3 3 15,30-2 5-15,9-3-3 0,11 1-6 16,16 0 12-16,7-1-9 0,4-1 9 0,14-1-8 16,2-1 1-16,5 0 0 0,1 1 0 15,4-5 4-15,-1 0-4 0,5-3 1 0,-1-5-10 16,1-3-3-16,6-3 7 0,1-4-5 16,4-16 3-16,0-1-2 0,4-17 2 15,1-2 3-15,-1-5-13 0,4-5 7 0,0-6-3 16,-1-20-4-16,5-3-5 0,-3-5-18 0,-1 7-5 15,-3 17 1-15,-1 8 2 16,3 7 9-16,-7 7-9 0,1 15-7 0,-1 4-11 16,-1 14-35-16,1 6-30 0,-5 6-18 15,1 10-27-15,0 3-46 0,4 0-71 16,-9 18-75-16,7-1-90 0,2 1-114 0,0 7-160 16,2 10 63-16,7 3-480 0,11 5-609 15</inkml:trace>
  <inkml:trace contextRef="#ctx0" brushRef="#br0" timeOffset="27428.79">7169 4841 3032 0,'-6'-20'-49'0,"0"2"18"0,-1 0 15 0,1 4 29 0,0 3 38 0,2-3 23 16,1 0 23-16,-1 4 29 0,2-2 9 15,0 4 10-15,2-3-1 0,-2 4-13 16,2 7-18-16,0 0-17 0,0 0-6 16,0 0-6-16,15 43 1 0,-4 15 2 15,-1 16-7-15,-2 26 1 0,-1 15-3 0,-5 10-9 16,-2 1-9-16,0-1-2 0,2 1-8 15,4-7 15-15,-4-3-3 0,7-10-3 0,-5-6-7 16,4-25-3-16,-2-7-5 0,0-3-4 16,-3-8-5-16,3-12-7 0,-4-7 2 0,0-11-4 15,-1-5-7-15,1-5-1 16,0-3-2-16,-2-3-27 0,0-5-50 0,0-6-67 16,-2 5-94-16,2-5-114 0,0 0-162 15,0 0-155-15,-2-34 46 0,2 19-383 16,2-4-466-16</inkml:trace>
  <inkml:trace contextRef="#ctx0" brushRef="#br0" timeOffset="27812">8139 4783 2863 0,'-10'-22'12'0,"3"3"12"0,0 4 34 0,4 3 40 15,-1 3 33-15,2 1 16 16,0 1 4-16,1 0-5 0,1 7-13 0,0 0-8 16,0 0-2-16,0 0-1 0,21 24-2 15,-1 17 0-15,0 11-3 0,-4 14 3 0,5 26 4 16,-3 3-10-16,0 8-12 0,-2 9-7 15,4-1-9-15,-8 5-3 0,1-4-12 0,-1 4-4 16,-2-3-3-16,-3-7-6 0,1-5-5 16,-4-25-2-16,-2-5-9 0,0-5-4 15,-4-6-4-15,2-16-4 0,-2-6-1 16,0-8-9-16,0-7 0 0,2-6-16 16,-1-1-42-16,1-6-54 0,-5-5-106 0,5-5-127 15,0 0-145-15,0 0-215 0,0 0 39 16,2-33 72-16,2 8-367 0,2-15-421 0</inkml:trace>
  <inkml:trace contextRef="#ctx0" brushRef="#br0" timeOffset="28145.21">9487 4516 2830 0,'0'-16'72'0,"0"5"-9"0,0 0 0 15,0 4-8-15,0 7 6 0,0 0 74 16,0 0 35-16,1 33 38 0,-1 10 4 0,0 19 18 16,2 12-6-16,2 4-8 0,1 31 2 15,6-2-21-15,-2 7-13 0,0-6-20 0,-2 3-13 16,1-5-10-16,-2-1-15 15,-2-23-12-15,-2 0-23 0,-2 0-13 0,0-6 0 16,-2-2-9-16,0-7-5 0,-3-5-13 16,-2-6-10-16,0-4-11 0,-1-15-36 0,-2-3-51 15,5-8-53-15,-3-5-83 0,5-7-112 16,-3-3-139-16,1-4-210 0,-4-4-39 16,9-3 68-16,0 0-480 0,0 0-575 0</inkml:trace>
  <inkml:trace contextRef="#ctx0" brushRef="#br0" timeOffset="28795.64">13430 4729 2570 0,'16'-33'198'0,"-5"11"3"0,-1 5-49 0,-2 2-59 0,-6 11-31 15,-1 6-10-15,-1-2 44 0,-11 43 11 0,-4 8 8 16,-8 11 5-16,-3 26-7 0,-8 11 19 15,10-2-1-15,1 5-10 0,6-3-8 0,-2-2-5 16,7-4-14-16,5-21-6 0,1-3-11 16,4-6-2-16,-1-6-18 0,1-12-6 15,0-6-9-15,-1-1-3 0,1-9-8 16,2-9-18-16,-1-1-41 0,1-4-48 16,0-3-76-16,0-3-101 0,-2-6-126 0,2-3-209 15,0 0-18-15,0 0 67 0,0 0-288 16,10-36-312-16</inkml:trace>
  <inkml:trace contextRef="#ctx0" brushRef="#br0" timeOffset="29361.78">13806 4549 2407 0,'0'0'30'0,"-5"-8"-6"0,5 8-3 15,0 0-5-15,0 0 3 0,0 0-2 16,0 0 12-16,0 0 9 0,27-5 6 16,-3 7-6-16,20 1 1 0,15-1-4 0,11 0-2 15,14 0-6-15,8 0-4 0,37-2-1 16,14 0-1-16,8 0-3 0,9 1-5 16,10 4 5-16,4-5-7 0,7 4 1 0,1 4-6 15,-5 1 2-15,0 1-3 16,-8 0 2-16,-6-1-3 0,-7-1 2 0,0 2-1 0,-9-2-1 15,-7 1 1-15,-7-4-2 16,-6-2 4-16,2-5-1 0,-4 1 0 0,3-2-2 16,-4-4 0-16,1 2 1 0,1-2-1 15,-4 0-1-15,-6-4-3 0,-5 5 2 16,-23 3-2-16,-3-1 5 0,-5 2-3 0,1 0 1 16,-4 2-1-16,-4 2 2 0,-1 4 1 15,7-6 4-15,-4 7 1 0,10 1 5 0,-1-2-5 16,-1 2-1-16,24 0-1 0,-19-3 1 15,-1-1-1-15,-2 0 2 0,7 0-2 16,-6 0-3-16,-2-3 0 0,-6 3-1 0,-2-4-1 16,1 0 2-16,-3 0-1 0,-2-2 1 15,-3-1 0-15,1-1-4 0,-1-1 1 16,4 0-3-16,2 0 2 0,6-5 3 16,-4 6-7-16,4-4 2 0,-3 2-3 0,4 0 4 15,-4 1-3-15,-2 5 1 0,-5-3-2 16,-8 3 3-16,-11 3 0 0,-11-3 0 15,-1 4 1-15,-12-3-2 0,-3 1 17 0,-3 0 15 16,-4 0 17-16,5-2 3 0,4 2 1 16,0-2-2-16,0 2-1 0,3-2-4 15,10-2-8-15</inkml:trace>
  <inkml:trace contextRef="#ctx0" brushRef="#br0" timeOffset="32361.05">21413 4642 847 0,'-7'0'89'0,"-4"-4"0"0,1 1-5 0,-1 1 8 0,11 2 12 0,-15-3 24 0,8-2 27 0,7 5 2 16,-9-2 1-16,9 2 1 0,0 0-19 16,0 0-13-16,21-7-14 0,-2 4-10 15,8 3-12-15,1 0-12 0,17-2-1 16,2 2-7-16,1-2-10 0,4 2-5 0,-2 0-8 15,19 2-2-15,-2-4-9 0,3 4-1 16,2 0-7-16,3 1 0 0,3-3-1 0,0 1 0 16,1 1-12-16,-5-2 4 0,-4 2 2 15,-2 0-4-15,-8 0-6 0,-11-2 7 0,-2 3-3 16,-6-1 9-16,1-1-3 0,-7-1 2 16,5 2-1-16,-6-2-5 0,-6 0 3 15,5 0-4-15,-5-2 4 0,1 1 1 16,-2-1 0-16,-2-1 7 0,-1 1-2 15,-5-2 3-15,2 1 5 0,-6 0-15 0,3 1 7 16,-2-2 5-16,-4-2 1 0,-1 5-11 16,-3-3-1-16,-8 4 3 0,17-4-3 0,-11 2 1 15,-6 2-12-15,0 0-5 0,18-2 8 16,-18 2-3-16,0 0 3 0,11 11-4 16,-10-1 3-16,-1 4-9 0,-1 5 6 0,-5 5-2 15,-1 12 8-15,-5 13 20 0,-1 5 18 16,-1 2 37-16,-3 2-12 0,2 4 3 15,0 1-11-15,1 0-2 0,-1 1-4 0,1 2 7 16,1-3 23-16,4-2 11 0,1 2-3 0,0-8-10 16,5-3-5-16,-1-10-8 15,0-3-12-15,2-5 3 0,1-6 2 0,-1-7-5 16,0-5-5-16,-3 1-3 0,3-3 1 16,2-3-3-16,0 3-3 0,-3-4-5 0,1-1-2 15,-2 1-13-15,2-2 4 0,1 1-2 16,-3-2-5-16,2 1-2 0,-2-3 1 15,4-5-4-15,-8 12 0 0,2-5-3 0,6-7-5 16,-7 10-1-16,1-5-3 0,3 0 1 16,3-5-3-16,-14 9 4 0,8-5-6 0,1 0 0 15,-7 2 0-15,1-3-4 16,-9 1 1-16,-4-1 1 0,-2 0-2 0,-23-1-1 16,-12 2-2-16,-5-2 1 0,-2-2-3 15,-5-2-1-15,-7 4-1 0,-2-2-1 0,-9 0 5 0,-3 0-2 16,-30-2-7-16,1 2 4 15,-6 0 7-15,-2 2-11 0,4-2-2 0,-1 1-1 16,-2 2 0-16,-1-3 4 0,1 0-3 16,-6 4 2-16,0-3-1 0,-6-1 1 15,7 2 1-15,3-4-1 0,1 2 2 0,2 0 0 16,1 0 1-16,5-1-1 0,-2 1 1 16,3-4-3-16,3 0 2 0,0 0-5 0,5-1-3 15,-1 0-1-15,4-2 2 16,25 1 3-16,-25 0-3 0,4-1-2 0,-3 0 2 15,1 0-3-15,2-1 3 0,18 4 3 16,-24-1-3-16,6-2 1 0,-3 0 1 0,22 1-1 16,-23 1-6-16,24-1-6 0,-21 0 2 15,-2-3 3-15,25 0-3 0,0 3-1 0,-3 1-1 16,4-3-1-16,2 4-4 0,-2-2 7 16,0 2 1-16,2 2 4 0,2 2 2 0,-2-2-1 15,0 2 4-15,2 0 0 0,-1 0 0 16,-7 0 3-16,6 2-1 0,-4-4 3 15,6 2-4-15,2-3 5 0,4 3 0 0,1-2-2 16,4 0 0-16,-1 0 1 16,18 0 2-16,-10 1 0 0,8-2-1 0,2 3 1 15,1 0-9-15,-4 3 6 0,-10-2-2 16,4 3-1-16,-3-2 0 0,-4 3 3 0,2-3 1 16,-3 4-1-16,1 0 0 0,-5 2-1 15,1-1 1-15,-3-1 4 0,3 2-1 0,-4 0 0 16,5-3-1-16,7 2 1 0,-3 0 5 15,10-2-4-15,-1 2 1 0,10-2 1 0,-1 0-4 16,1 0 5-16,1-1 0 0,-8 4 0 16,11-1 0-16,-4 0-3 0,5 0 4 15,-7 5 2-15,9-4-4 0,2 1-4 16,1-1 5-16,0 1-1 0,11-4 3 16,6-2 1-16,6 1-5 0,-1 0 0 0,5-3 1 15,2 2-2-15,-5-1-2 0,14-2 4 16,-14 2 0-16,14-2-4 0,-13 3-23 0,13-3-28 15,0 0-45-15,-12 0-78 0,12 0-78 16,0 0-82-16,-14-1-102 0,14 1-196 0,0 0 32 16,-17-2 70-16,17 2-288 0,0 0-309 15</inkml:trace>
  <inkml:trace contextRef="#ctx0" brushRef="#br0" timeOffset="32861.18">15634 4805 2220 0,'2'-27'-25'0,"-1"2"24"0,3 3 14 0,2-1 24 0,-2 3 29 0,0-1 30 0,0 6 29 0,-2 1 1 15,-1 1-11-15,1 7-13 0,-2 6 17 16,0 0 56-16,0 0 18 0,6 49-11 16,-8-4-8-16,0 15-15 0,-2 10-7 0,1 6 12 15,-1 3-10-15,0 3-10 16,3 1-14-16,-8 16-14 0,7-22-11 0,0 0-8 16,2-7-10-16,0-2-7 0,-1-6-3 15,2-6-13-15,-1-13-6 0,-1-3-5 0,-1-5-19 16,0-5-2-16,0-10-12 0,0-1-36 15,2-6-40-15,-2 0-60 0,2-2-65 0,-1-4-121 16,-1-2-164-16,2-5-195 0,0 0 51 16,0 0 74-16,0 0-314 0,16-29-335 15</inkml:trace>
  <inkml:trace contextRef="#ctx0" brushRef="#br0" timeOffset="33227.49">17868 4696 2531 0,'5'-25'42'16,"-1"2"11"-16,0 6 14 0,-1 3 27 15,-1 2 23-15,0 3 10 0,0-1-1 0,0 4-17 16,-2 0-6-16,0 6 4 16,0 0 51-16,0 22 6 0,-4 5 13 0,0 12-15 15,-3 19-4-15,-1 7 14 0,0 5-11 16,3 3-10-16,-3 4-14 0,5-2-12 0,1 2-9 16,-2 1-12-16,0 0-8 0,4-4-8 15,-3-4-9-15,3-4-10 0,-1-6-4 0,-3-2-7 16,0-14-13-16,2-5-51 0,-1-4-46 15,-3-8-50-15,4-5-80 0,1-5-88 0,-3-4-93 16,1-1-170-16,1-5-130 0,2-7 63 16,0 0-417-16,0 0-492 0</inkml:trace>
  <inkml:trace contextRef="#ctx0" brushRef="#br0" timeOffset="33627.55">19324 4811 2980 0,'1'-15'4'0,"-1"2"24"0,2 1 24 16,0 4 23-16,2 3 12 0,-4 0-4 0,0 5-6 16,0 0 36-16,0 0 32 0,0 0 25 15,2 46 19-15,-8-2-1 0,2 20-12 0,-6 10 0 16,1 19 11-16,0 4-11 0,-1 3-6 16,2-1-15-16,5-19-6 0,-5 19-15 15,5-21-31-15,-8 19-10 0,8-19-15 16,-3-1 5-16,-1-3-13 0,-4-6-8 0,0-4-7 15,0-4-1-15,-1-7-31 0,1-5-40 0,0-14-48 16,1-1-58-16,3-10-75 16,1-6-97-16,1-4-105 0,3-6-156 0,-1-5-129 15,3-2 69-15,0 0-466 0,0 0-552 16</inkml:trace>
  <inkml:trace contextRef="#ctx0" brushRef="#br0" timeOffset="33963.01">21155 4938 3190 0,'-4'-13'60'15,"2"1"-1"-15,0 3-7 0,0 4-1 0,2 5 6 16,0 0 49-16,0 0 58 0,0 0 39 16,-8 43 14-16,3-1 10 0,-3 18-13 0,3 8-11 15,-6 10-14-15,2 20-15 0,6-1-15 16,-3-15-5-16,2-2-22 0,1-2-17 0,-4-4-6 16,3 6 6-16,-1-5-12 15,-4-2-4-15,-2-5-19 0,2-4-5 0,-2-5-43 16,-5-8-42-16,9-12-53 0,0-4-65 15,-5-4-106-15,4-10-122 0,1-5-126 0,1-3-214 16,0-7 18-16,2-2 80 0,4-4-454 16,0 0-526-16</inkml:trace>
  <inkml:trace contextRef="#ctx0" brushRef="#br0" timeOffset="34728.5">25293 4830 2538 0,'-3'-38'149'0,"-3"2"-57"15,3 2-19-15,-1 8-6 0,-3 7-15 0,6 6-15 0,-7 6 3 16,3 10 61-16,-11 11 38 16,-15 25 22-16,4 14-1 0,-12 28-5 0,3 7 10 15,2 8-9-15,7 5-13 0,7 5-17 16,2-3-11-16,0-2-8 0,7-5-11 0,6-22-8 16,-3-2-11-16,2-6-5 0,-1-5-9 15,-1-6-8-15,3-13-5 0,-4-5-5 0,4-4-11 16,-3-8-14-16,3-7-34 0,-2-3-18 15,4-5-47-15,-1-6-68 0,0-1-96 16,4-3-98-16,0 0-124 0,0 0-145 0,4-29 48 16,3 8-351-16,5-14-393 15</inkml:trace>
  <inkml:trace contextRef="#ctx0" brushRef="#br0" timeOffset="35494.15">25282 4780 2707 0,'-21'-10'22'0,"0"0"-2"15,4 3 0-15,6 2 8 0,3 0 19 0,1 3 18 16,1-2 26-16,6 4-4 0,0 0-10 16,0 0-7-16,25-12-9 0,5 11-7 15,17-1-10-15,30 2-3 0,15 3-2 16,28-3-13-16,5 2-21 0,8-2-26 15,1-2-18-15,-1-3-11 0,2-2-1 0,7-3 1 16,3 0 7-16,-2 3 5 0,6 0 6 16,-5 2 0-16,-3 2 8 0,-6-1 3 0,-8 4 1 15,-5 0 3-15,-7 0 7 0,-24 1 4 16,1 2 3-16,-4-3 4 0,-2 0 4 0,-1 0-1 16,1 3 3-16,0-3 2 0,-6-3-1 15,-4 0 18-15,-3-1 8 0,-11-3 17 0,-4 0 12 16,-19-1 35-16,-4 2 15 0,-11 1 5 15,-2 2 9-15,-5 0-6 0,-4 1 5 16,0 0-10-16,-3 0-11 0,0-1-8 16,-10 3-15-16,17 0-10 0,-17 0-7 15,9 14-8-15,-5 1-1 0,-4 8-4 0,-6 19-4 16,-3 16-5-16,-10 12 0 0,-12 23-4 16,-6 5 60-16,0 1 6 0,0 2 6 0,0 1-2 15,1-5 1-15,0-4-10 0,1-7-2 16,7-4-5-16,-1-4-10 0,10-17-5 0,1 0 33 15,3-1 16-15,6-8 3 0,4-9-23 16,-2-8-15-16,3-6 10 0,1-9-22 0,1-3-13 16,0-3-4-16,0-2-10 0,0 0-2 15,-1-2-9-15,1 0-1 0,-3 1-1 16,1 0 2-16,-3 1 0 0,-2 0-3 0,1 0 1 16,-5 2-10-16,-2 1-3 0,-3-4 3 15,1 1 0-15,-2 0-2 0,-8-1-3 16,-3 3 5-16,-2-3-11 0,-6-5 9 15,-5 0-12-15,-4-2 2 0,-16-8-6 0,-12 1 5 16,-7-7-11-16,-30-4 19 0,-15-5-2 16,-14 1-2-16,-14-1-5 0,-6-5-2 0,-68-5-17 15,-4-1-7-15,-9-3-4 0,1 2 7 16,2-1-5-16,14 0 5 0,17 3-5 0,55 5 4 16,15 5-4-16,9 0 9 0,21 3 0 15,32 5-3-15,11 1 1 0,22 4 3 16,7-2-3-16,9 3-6 0,7 0 1 0,6 2-12 15,3 1-31-15,4 0-33 0,7 2-35 16,0 0-51-16,-4-4-74 0,4 4-83 16,0 0-86-16,0 0-81 0,25-6-102 0,-12 4-121 15,7-1 64-15,3 0-522 0,11-6-643 16</inkml:trace>
  <inkml:trace contextRef="#ctx0" brushRef="#br0" timeOffset="35811.05">26735 4959 3454 0,'-14'-21'-1'0,"5"2"12"0,-1 6 39 0,2 1 40 0,3 2 15 0,1 2-2 0,-2 2-12 0,3 3-12 0,3 3 47 0,-16 15 17 15,-1 12-6-15,2 18-13 0,-10 14 5 16,10 10 4-16,-6 20-10 0,4 9-11 0,-1 3-9 16,4 2-10-16,0-2-9 0,5-1-9 15,-5 1-14-15,3-7-4 0,1-18-9 16,4-2-4-16,-2-8-7 0,3-2-3 16,-4-8-7-16,-2-15-7 0,8-3-45 0,-3-11-60 15,4-6-90-15,1-5-114 0,1-6-142 16,0-5-238-16,0-5 29 0,0 0 78 0,0 0-396 15,26-27-436-15</inkml:trace>
  <inkml:trace contextRef="#ctx0" brushRef="#br0" timeOffset="36444.4">29978 4787 2614 0,'6'-16'59'0,"-4"6"25"0,-2 2-3 0,-2 1-8 16,2 7 0-16,0 0 22 0,0 0 48 0,-39 27 38 0,9 11 32 15,-5 6-2-15,5 14-12 16,-2 15 7-16,7-11-19 0,1 20-14 0,6-12 3 16,9 3-19-16,0-1-10 0,4-1-12 15,5-3-14-15,2 0-9 0,0-8-12 0,-1-4-11 16,2-11-13-16,-3-5-9 16,-3-1-12-16,0-6-39 0,-5-1-33 0,3-8-50 15,-2-7-63-15,-2-3-89 0,4-6-108 16,-3-1-128-16,5-5-164 0,3-2-27 15,0 0 65-15,-8-15-365 0,10-1-426 0</inkml:trace>
  <inkml:trace contextRef="#ctx0" brushRef="#br0" timeOffset="37143.37">30233 4535 2755 0,'-17'-14'24'0,"2"2"-6"16,4 3 3-16,4 4 3 0,2-1 22 0,3-1 6 16,2 7 0-16,16-9-4 15,6 4-7-15,22 0-7 0,21 2-3 0,12 1-2 16,18 2-6-16,30 0-5 0,16 3-7 16,9 2-21-16,7-1-30 0,7-3-6 15,3 3 4-15,9-2 0 0,3 1 3 0,2 2 4 16,-4 1 5-16,-8 2-1 0,-11-3 9 15,-14-3-1-15,-12 1 3 0,-16-3 0 0,-35 0 21 16,4-2 12-16,-12-3 12 0,0 0 10 16,-1 0 5-16,-5 0-9 0,-1 0 10 15,-8-2-2-15,-10 2 0 0,-5 1 3 16,0-1-3-16,-11 4 0 0,-5-1-5 16,-2 0 2-16,-9 2-4 0,4 2-5 0,-5 6-3 15,0 3 5-15,-4 8-2 0,-7 13 1 16,-8 7 21-16,-7 17 4 0,-10 2 5 0,-11 21 42 15,-4 10 54-15,0 4 26 0,2 6 6 16,3 2-6-16,4 0 9 0,8 2-8 0,-1-5-11 16,2-5-19-16,4-23-14 0,1-3-12 15,-3-3-11-15,2-8-15 0,-2-5 2 16,1-5-2-16,-1-12 9 0,4-1 1 0,-4-7 3 16,5-6 6-16,2-3 7 0,-4-6-18 15,6-1-4-15,-8 2-8 0,-2 1-11 16,-8-1-3-16,-7 3-9 0,-16 2-9 15,-5 0-6-15,-8 2-11 0,-6 0 3 0,-8 0-11 16,-22 3-1-16,-1-2 1 0,-10-1-2 16,2-5-4-16,1-2-5 0,-1-4 1 15,18-4-5-15,-4 0 3 0,-20-8 4 0,-3 2-7 16,-3-5 1-16,-4-2-7 0,5-2 3 16,0-1 1-16,3-4 0 0,1 5-9 0,5-2-18 15,24 5-6-15,2 1 7 0,8 4 3 16,9-1 2-16,11 2-3 0,6 1-4 15,14 1-2-15,6 0 6 0,7 0-11 16,2 0-3-16,6 1-13 0,-1-2-32 0,5 1-22 0,9 0-29 16,-16-4-45-16,12 1-55 15,4 3-49-15,-1-12-64 0,2 5-69 0,3-2-82 16,3-3-139-16,0 1-96 0,0-7 55 16,4 1-490-16,9-7-615 0</inkml:trace>
  <inkml:trace contextRef="#ctx0" brushRef="#br0" timeOffset="37411.89">31714 4734 3392 0,'2'-14'31'16,"-2"2"-3"-16,-2 7 4 0,2 5 29 0,0 0 69 0,-28 22 40 0,-3 11 23 0,-3 10 12 0,-3 9 2 15,-6 20-10-15,5 8-22 0,5 6-13 16,5-2-13-16,6 1-14 0,11-11-16 0,-1-1-7 16,5-3-13-16,3-2-11 0,2-3-18 15,2-7-42-15,0-9-59 0,0-7-88 0,0-5-111 16,0-5-135-16,-1-8-197 16,-5-4-127-16,1-6 69 0,-4-4-457 0,2-3-549 0</inkml:trace>
  <inkml:trace contextRef="#ctx0" brushRef="#br0" timeOffset="39343.64">12619 955 1190 0,'-39'-3'58'0,"7"1"-21"0,3 0-25 0,5 1 17 0,-2-1 13 0,4 0 11 0,8 2 15 16,-2-2 9-16,3 2 7 0,13 0 2 15,-18-1-8-15,18 1-8 0,0 0-4 16,0 0-8-16,0 0-4 0,47 12-6 0,0-8-3 15,23 7-6-15,14-2-1 0,34 0-4 16,15 4-1-16,21-5-5 0,17-1-2 16,10 0-4-16,63 1-4 0,-1 1 1 0,1 0-2 15,-3-6-3-15,-57 0-1 16,57 4-5-16,-60-3 2 0,0-1-1 0,-6 1 0 16,-4-3 2-16,-8 4-6 0,-11-5 4 15,-9 6-5-15,-11-5 6 0,-12 3-5 16,-6-1-2-16,-20-1 3 0,15-1-2 0,-13 1 1 15,18 0 1-15,-21-2-5 0,28 4 2 16,-5 0 0-16,0 0-1 0,-3 4 1 0,-21-4-2 16,16 3 1-16,-7 5-1 0,-18-4 2 15,-4 3 0-15,-2-5-1 0,2 6-1 16,-2-3-1-16,-5-1 0 0,0-2 2 0,-1 0 1 16,-1-3 0-16,2-2 1 0,7 5 0 15,-3-4-1-15,6-1 1 0,2-2 0 16,5-1-1-16,26 2-2 0,-1-6-1 15,-4 2 0-15,-18 2 1 0,-4-6-6 16,-6 6 4-16,-8-3 3 0,-9 2-2 0,-19 0 3 16,-7 0 17-16,-10 0 16 0,-8 3 15 15,-2 0 11-15,-3-2 19 0,-4 2 12 16,-12 0 8-16,22 2 2 0,-22-2 0 0,16-2 7 16,-16 2-2-16,12 0-4 15,-12 0-7-15,0 0-14 0,13-2-14 0,-13 2 0 0,0 0-13 16,0 0-8-16,16 4-9 15,-14 3-4-15,-2 7-4 0,-2 11 0 16,-2 14 3-16,-2 14 0 0,-3 8 0 0,-4 5-7 16,-5 4 4-16,-3 16-3 0,8-18 4 15,-2 2-5-15,3 0-2 0,3 3 23 0,0-6 21 16,-3 0-1-16,1 0-10 0,-2-6 40 16,2-1-4-16,2-2-9 0,-3-8-8 15,5-11-6-15,-2 0-5 0,-2-3-6 0,4-4-3 16,0-1-10-16,-1-9-3 0,5-3-4 15,-4-4-4-15,3 2-2 0,1-3-4 0,-3-2-4 16,2 1-2-16,1-2-4 0,-1-1 0 16,-2 5 2-16,2-3-9 0,-4 2 4 15,3-1-1-15,-2 3-5 0,0-3 1 0,0 1-3 16,-1 0-1-16,3-3-1 0,-4 1 0 16,4 1-6-16,-2-2 2 0,-1 0 0 15,3 1-3-15,-6 0 4 0,2 0-3 16,-2-2 1-16,-5 2-2 0,0 1 5 0,-13 3-5 15,-4-1 1-15,-11 8-1 0,-4-6 0 16,-6 1 2-16,-9-3 0 0,-12-5-14 16,-9-3 2-16,-28 0 2 0,-2-6-1 0,-12-1 2 15,1-5 0-15,-8-1 0 0,0 1-3 16,-4-4 0-16,-6-2 7 0,-2 3-2 0,-11-1-1 16,-2 3 0-16,-6 0 2 15,-10 0-9-15,-2 6 7 0,-10 0 5 0,-51 0-4 16,54 4 0-16,-5 0 0 0,-47 1 0 0,55-1 5 15,-3-3-3-15,1 5 0 16,0-1-2-16,9-1 2 0,3 0 5 0,6 1-4 16,4-1 2-16,8 3 2 0,3-2-2 15,10 0 2-15,6 2-2 0,3 0-3 0,7 0 2 16,-6-1 1-16,11 1 1 0,2 2 0 16,0-6 2-16,3 4-1 0,2 0-1 15,25-2 1-15,-2-2-1 0,6 2 3 0,1-3-2 16,11 2-1-16,7-3 0 15,11 1-2-15,5 2 1 0,-1-3 1 0,3 1 0 0,-1 0 0 16,2-1 1-16,-4 1-2 0,3 0 4 16,1 1 7-16,-1 0-6 0,-4 3-1 15,-8 1 0-15,12-2 3 0,-1 2-4 16,2-1 4-16,5-2 2 0,7-1-3 16,10 1 5-16,3-3 12 0,6 1 8 0,-3-2 16 15,16 0 15-15,-18 3 32 0,18-3 22 16,-14-5-17-16,6-2-8 0,5-1-16 0,-2-6-6 15,8-6-6-15,0-18-8 0,8-17-6 16,2-11-4-16,10-27-13 0,1-10-9 16,2-13-4-16,3-5-7 0,3-3-7 0,6-6-1 15,2-2-8-15,1-2 0 16,-2 8-4-16,1 9-2 0,-1 14 2 0,-7 11 0 16,1 17-6-16,-15 26 0 0,1 6-16 15,-8 12-16-15,0 9-30 0,-6 5-42 0,-1 4-42 16,1 6 0-16,-3 2-24 0,-2 5-33 15,0 0-51-15,0 0-66 0,16 21-90 0,-9-8-170 16,-1 6-102-16,-1 3 82 0,8 9-303 16,-2 4-397-16</inkml:trace>
  <inkml:trace contextRef="#ctx0" brushRef="#br0" timeOffset="39727.18">14048 1477 2654 0,'-3'-33'-38'0,"-1"3"4"0,-1-4 5 0,5 7 25 0,-1 4 36 0,-3 5 19 0,2 0 20 0,0 8-3 15,0-2-1-15,0 4-4 0,1 0-23 16,-1 4 2-16,2 4 2 0,-8 18-3 16,-4 17-4-16,3 19 22 0,-2 13-9 15,1 9 9-15,1 21-6 0,-1 5-1 0,6 3-5 16,0-1-9-16,4-18 9 0,7 15-4 16,0-2-3-16,0-22-17 0,3 1 14 0,-4-6-1 15,3-7-3-15,1-7 15 0,-7-14-9 16,3-4-7-16,-2-6-31 0,-2-9-43 15,0-5-58-15,2-5-77 0,-6-4-108 0,4-5-193 16,0-2-82-16,-2-4 64 0,0 0-84 16,0 0-80-16</inkml:trace>
  <inkml:trace contextRef="#ctx0" brushRef="#br0" timeOffset="40078.3">16873 1364 1863 0,'1'-29'140'15,"-1"7"-10"-15,2 5 1 16,-2 5-1-16,2 2 1 0,-2 0-4 0,0 10-7 15,0-9-18-15,0 9 1 0,0 0 95 16,0 30 11-16,-4 13 7 0,1 26-6 16,-3 7-20-16,3 4-17 0,2 4-15 0,1 21-27 15,-2 0-9-15,-2-3-8 0,-1 1-11 16,-3-2-8-16,4-20-7 0,-8 14-8 16,3-20-9-16,0-3-4 0,-7-6-5 0,2-3-24 15,-6-8-36-15,-1-3-48 16,1-7-78-16,-4-6-92 0,9-11-102 0,-4-5-139 0,0-3-210 15,0-7 44-15,5-5 67 0,2-4-225 16,0-2-271-16</inkml:trace>
  <inkml:trace contextRef="#ctx0" brushRef="#br0" timeOffset="40644.31">11628 3185 2195 0,'19'-8'78'0,"-8"0"31"0,-5 2-5 0,-4 2-4 0,-2 4-11 0,0 0 7 0,-61 41 10 16,-8 5 17-16,-22 12 13 0,-22 9 2 15,-43 30 6-15,-9 6 3 0,-13 4-19 0,-3 3-5 16,4 1 12-16,-8-1-10 0,6-5 1 15,3-3-6-15,13-13 12 0,47-26-2 0,6-4-7 16,17-8-14-16,17-5-12 16,25-20-16-16,9-2-16 0,14-6-36 0,8-9-50 15,9 1-68-15,7-5-82 0,4-5-91 16,0 0-131-16,47-20-260 0,3-4 49 16,9-3 65-16,22-11-263 0,10-3-288 0</inkml:trace>
  <inkml:trace contextRef="#ctx0" brushRef="#br0" timeOffset="40994.44">13794 3055 2482 0,'11'-25'141'0,"-6"7"7"15,2 3 0-15,-1 5-19 0,2 4 2 0,3 8 8 16,11 7 20-16,16 23 11 0,1 16-9 16,17 22-12-16,3 13-13 0,4 13-8 0,21 42 8 15,5 7 33-15,6-3-5 16,2 7-15-16,7 1-7 0,-1 0-20 0,-3-3-8 15,0 0-10-15,-11-8-4 0,-22-31-44 16,-8-1-81-16,0-5-90 0,-12-6-112 16,0-12-121-16,-9-13-168 0,-12-19-144 0,-5-12 61 15,-6-18-417-15,-4-8-491 0</inkml:trace>
  <inkml:trace contextRef="#ctx0" brushRef="#br0" timeOffset="41775.75">18953 2968 1614 0,'0'0'67'0,"0"0"-29"0,21 9-31 0,-10 3 0 0,11 13 1 0,14 14 2 16,21 21 4-16,16 0-8 0,14 9 2 0,22 5 5 16,54 26 5-16,30 1 4 15,25 5-1-15,18 7 0 0,25 6 1 0,15 6 2 16,5 5-6-16,0 3-4 0,7-5-3 16,-4-2 0-16,-17-6-1 0,-12-12-2 15,-14-12-6-15,-23-4 4 0,-12-10 10 0,-24-14 17 16,-53-22 19-16,-9-2 11 0,-9-9 7 15,-12-4-4-15,-29-10-7 0,-3-1-4 0,-6-2-3 16,-10-3-8-16,-13-5-5 0,-11-1-2 16,-8-4-1-16,-4-2-3 0,-3 1-4 0,-5-3-7 15,-7-1-18-15,0 0-38 16,0 0-57-16,0 0-98 0,0 0-133 0,0 0-129 16,-34-25-101-16,17 14-55 0</inkml:trace>
  <inkml:trace contextRef="#ctx0" brushRef="#br0" timeOffset="42676.1">20538 2810 1607 0,'-22'-24'82'0,"3"-2"3"0,0-1-11 0,6 0-4 0,0 10-9 0,2 0-7 0,4 5 0 0,2-2 5 16,3 3 10-16,0 3-7 0,4-5-7 15,3 4-6-15,13 0-1 0,10-2-2 16,14 4 0-16,24 5-4 0,17 8-1 16,39 12-1-16,21 9-4 0,67 21-5 15,21 7-7-15,27 6 6 0,28 10-6 0,20 8-6 16,17 11 4-16,18 6-14 0,10 2-19 16,6-4-22-16,5 7-25 0,-7-7-6 0,-4-4 12 15,-12-7 2-15,-19-5 9 0,-23-9 6 16,-20-8 6-16,-26-3 7 0,-20-11 9 15,-29-5 10-15,-58-10 6 0,-10-8 6 0,-12-4 7 16,-7-4 1-16,-14-4-1 16,-29-4 0-16,-10-4 4 0,-14 0 6 0,-10-2 6 0,-5-2-4 15,-7 0 0-15,-4-1 3 0,-6-2-7 16,0-1 6-16,-3 2-1 0,-1-1 4 16,-3-2 0-16,0 1-3 0,2 1-6 15,-11 3 2-15,14-5-1 0,-6 3 0 16,-8 2-3-16,16-5-1 0,-7 5 2 0,-9 0-8 15,25 2 0-15,-8-2-1 0,2 3-1 16,-2 0-2-16,2 1-3 0,-2-1 3 0,3-2-2 16,-7 4-5-16,1-4 6 0,-5 1-2 15,-9-2-2-15,16 3 5 0,-16-3 4 16,12 2 14-16,-12-2 7 0,11 2 16 0,-11-2 0 16,0 0 9-16,16 2-7 0,-16-2-1 15,0 0 1-15,20-2-17 0,-20 2-2 0,20-2-4 16,-7 0-3-16,-13 2-4 15,25 0 1-15,-11 0-7 0,0 2 3 0,0 0-7 16,5 2 0-16,4 0-3 0,0 1 4 16,2-1-2-16,1 1-4 0,9 2-7 15,-1 1 4-15,2-6 0 0,-5 3 6 0,6 0-3 16,-2 2-2-16,2 0-1 0,0-2-3 16,-1 2 4-16,1 1 1 0,-1-2-4 0,-4 2-2 15,7 3-6-15,-5-1 4 16,4 2 3-16,1 1 2 0,11 3-18 0,-2 1 8 0,0-1 9 15,-2 1-6-15,163 45-937 32,-188-59 912-32,-6-1 66 0,-3-2-65 15,0 1 45-15,-3-1 8 0,-9 0-69 16,16 2 27-16,-7 0 26 0,-9-2-36 16,15 0 67-16,-15 0-49 0,13-2 1 0,-13 2-83 15,15-3-156-15,-15 3-115 0,9-3-22 16,-4-3-475-16</inkml:trace>
  <inkml:trace contextRef="#ctx0" brushRef="#br0" timeOffset="44942.56">16326 2931 937 0,'-4'-4'115'0,"4"4"-69"15,0 0-15-15,0 0-10 0,0 0-7 0,0 0 3 0,0 0 29 0,0 0 10 0,0 0 22 16,0 0 2-16,40 14 2 0,-26-11-2 15,11 3-1-15,8 4 5 16,4 3 2-16,8 2-4 0,7 4 0 0,3 5-8 16,6-2-3-16,6 4-8 0,15 8-4 15,1-1-6-15,1 1 13 0,8-2-1 0,3-2-1 16,0 0-4-16,5-5-6 0,-1 2 1 16,1-2-5-16,6-3-6 0,3-2-1 0,-1 2 10 15,0-3-2-15,-5-1-2 0,-4 0-6 16,-2-1-2-16,-20-2-2 15,-3 3-5-15,-6-2 0 0,-1 1-3 0,0 0-6 0,-4-1-1 16,-6-1-3-16,0-1 1 0,-4 1-11 16,-1-1 7-16,-2-1-5 0,-12-1 2 15,1 2-4-15,2-2 1 0,4 5-4 16,-5-3 3-16,6 4-4 0,2-1-4 16,-3 1 3-16,7-1-1 0,2 2 5 0,0 2-4 15,3-2 2-15,4 5-3 0,0-4-3 16,2 1 1-16,5 2 0 0,-2-2-1 0,1 4 1 15,-1 1 0-15,1-1-1 0,11 8-4 16,-17-8 3-16,-2-1-2 0,-3-1 3 0,-4 0 2 16,-2 0-1-16,-2-5-6 0,-2 3 6 15,-12-6 0-15,2 1-3 0,8 3 3 16,3-1-4-16,1-3 2 0,-10-1 5 16,8 3-5-16,-6-4-1 0,0 0 3 15,-1 0-2-15,-3 2 2 0,0-1-3 0,-2 0 2 16,0 1-3-16,0 0 1 0,1 1 2 15,11 5-2-15,4-3 3 0,0 3 1 0,8 2-1 16,-3-2 1-16,2 4-5 0,4-3 3 16,-2-1 2-16,1 1-5 0,1-2 1 15,-8-2 3-15,-6-3-1 0,-9-5 5 0,-5 0-1 16,-7-4-2-16,-6 2 2 0,-5-5-2 16,-2 3 3-16,-3-3-9 0,0 0-16 0,-10-3-44 15,0 0-83-15,0 0-137 16,0 0-256-16,0 0 34 0,0 0 74 0,-23-27-107 15,12 19-39-15</inkml:trace>
  <inkml:trace contextRef="#ctx0" brushRef="#br0" timeOffset="46176.5">20570 4352 1534 0,'-10'0'16'0,"2"2"4"0,8-2 5 0,0 0 22 0,0 0 13 0,0 0 3 0,0 0 7 0,0 0 9 16,0 0 1-16,0 0-3 0,50 5-7 16,-12-2-5-16,10 2-9 0,10 3-2 15,3 3-7-15,0-2-2 0,5-1-7 0,-1 2-2 16,3 1-5-16,4-1 9 0,6 2 4 16,23 3-6-16,3 2 0 0,-2 1-4 0,4 0-6 15,-2-2 3-15,0 3-4 16,-4-1-1-16,-22-3-3 0,-2-1-1 0,-4-1 0 15,-3-1 12-15,-8-2 6 0,-6 1 10 16,-9-3 4-16,-4 1 1 0,-6-4 8 0,-7-1-3 16,-6 2 5-16,-2-3 4 0,4-1 11 15,-1 3 8-15,1-1 1 0,15 3-9 16,6 0-6-16,13 3-11 0,7 0-6 0,9 2-1 16,3 2-9-16,19 6 0 0,3-1-8 15,-1 1-8-15,-6-1 1 0,-21-4-8 0,3 1-3 16,-9-1 3-16,-1-3-4 15,-10 3-1-15,1-7-3 0,-17-2 4 0,-2 2-8 16,-7-4 4-16,-9-1 6 0,1-1 11 16,-8-1-1-16,4 3 1 0,-3-4 1 0,-1 2-6 15,-14-2-8-15,20 0-4 0,-20 0-9 16,17 0-29-16,-17 0-47 0,0 0-76 16,17-2-87-16,-17 2-123 0,5-4-163 0,-5 4-63 15,0 0 61-15,-12-14-199 0,-1 8-212 16</inkml:trace>
  <inkml:trace contextRef="#ctx0" brushRef="#br0" timeOffset="46524.71">21618 4410 2165 0,'-37'-10'49'0,"11"5"-7"0,4-2-2 0,8 3-2 0,3-1 4 0,0 0 27 0,8-1 23 0,-3 3 16 16,4-3 7-16,2 6-9 0,11-11-12 16,7 8-7-16,22 0-12 0,24 6-10 0,24 6-1 15,34 4-1-15,18 9-10 0,14 6-8 16,52 13-1-16,1 1-9 0,3 3 1 16,-1 3-4-16,-3 1-5 0,-7-5-4 0,-51-10-2 15,0-3-4-15,-10 0 6 0,-9-6-6 16,-10 0-2-16,-12-8-3 0,-30-7 4 15,-6 1-1-15,-9-5-1 0,-13-2 1 16,-12-2-5-16,-6-2-2 0,-8 0-8 0,-5-2 3 16,-7-2-9-16,-6 0-28 0,-3 2-29 15,-2 2-39-15,-17-15-46 0,-11 1-66 0,-18-2-62 16,-10-2-92-16,-3 0-138 0,-8 0 33 16,-5 3-73-16,-23-7-49 0</inkml:trace>
  <inkml:trace contextRef="#ctx0" brushRef="#br0" timeOffset="46959.41">21108 4229 1768 0,'-45'-15'145'0,"13"5"-13"0,5 3-16 0,6 1-10 16,2 0-9-16,5-1-7 0,2 0-11 15,0 2-4-15,0 1 29 0,5-2 10 16,7 6 14-16,-5-7-1 0,5 7-26 0,0 0 1 15,32-6-14-15,9 11-4 0,28 5-10 16,34 5-7-16,16 4-9 0,14 7-4 0,15 1-2 16,58 16-2-16,6 1-7 0,1 5-4 15,3 4-1-15,-5 0-7 0,-10-2-2 0,-2-1-9 16,-7-5 4-16,-47-10-6 16,-1-3 1-16,-8-3-3 0,-4-4 2 0,-8-4-1 15,-12-4-5-15,-9-3 5 0,-25-6-1 16,-3-2 12-16,-9-1 9 0,1-2 24 0,-6-1 4 15,-11 0 6-15,-7-2 6 0,0 2-5 16,-9-2-3-16,-5 0 0 0,-3 0-9 16,-4 2-5-16,2-2 2 0,-5 0-5 0,-4 2-6 15,0-2-6-15,-2 0-1 0,-2 0-6 16,3 3 0-16,-1-3-2 0,1 2-4 0,-1 2-3 16,1-1-1-16,1 2-3 0,-3-3-4 15,-1 2-1-15,0 0-6 0,1-2-35 16,-12-2-41-16,13 4-46 0,-8-3-66 15,-5-1-82-15,0 0-103 0,0 0-136 0,0 0-129 16,0 0 48-16,0 0-296 0,-30-5-359 16</inkml:trace>
  <inkml:trace contextRef="#ctx0" brushRef="#br0" timeOffset="53106.57">2713 3223 3668 0,'2'-6'288'0,"-2"6"-87"0,1-9-73 0,-1 9-54 0,0 0-27 0,0 0-17 16,0 0 42-16,0 0 9 0,0 0-3 15,7 23 15-15,-5-4 2 0,0 4-3 16,-2 3-8-16,0-2 1 0,-2 3 1 0,2-1-6 15,-2-1-8-15,0-1-4 0,2-1-6 16,-2-3-4-16,-1-3 5 0,2-2 8 0,-1-1 15 16,2-1 19-16,-2-5 35 15,2 0 39-15,0-8 12 0,-2 10 15 16,2-10-22-16,0 0-17 0,0 0-17 0,-7-24-14 0,5 5-18 16,4-7-11-16,1-16-14 15,3-11-11-15,6 1-7 0,-1 2-5 0,-2 11-9 16,2 3-6-16,-2 1-5 0,-4 11-4 15,4 7-8-15,-4 1-12 0,-1 6-11 16,1 1-2-16,-1 4-4 0,3 4-1 0,-7 1-2 16,0 0-3-16,35 14 2 0,-22-1-2 15,0 3 5-15,3 5-7 0,-3 0-1 0,-5-3 0 16,0 1 3-16,-1-5-3 0,-1 3 1 16,-1-6 1-16,0 2 3 0,0-5 2 0,-3-1 2 15,2 0 6-15,-4-7 5 16,7 5-3-16,-7-5-17 0,0 0 0 15,16-24 0-15,-7 8 0 0,1-4 0 0,0 0 0 16,-1 1 0-16,0 3 0 0,1-1 0 16,-2 5 0-16,-1 1 0 0,-3 1 0 0,1 6 0 15,2-1 0-15,-7 5 0 0,0 0 0 16,24 19 0-16,-10-1 0 0,-1-3 0 0,4 8 0 16,-4 2 0-16,5 0 0 0,-7-3 0 15,-1-6 0-15,-1 2 0 0,0-5 0 16,2-1-36-16,-4 0-87 0,-2-5-54 0,1 2-57 15,-2-4-52-15,-1 1-47 16,1-4-58-16,-4-2-89 0,0 0-116 0,16-12-180 16,-11-3 35-16,1 0 79 0,6-18-480 15,-3 2-608-15</inkml:trace>
  <inkml:trace contextRef="#ctx0" brushRef="#br0" timeOffset="53257.25">3347 3093 3021 0,'0'0'21'0,"0"0"44"0,0 0 20 0,0 0 20 0,0 0 5 0,0 0 13 0,0 0 16 0,9 0 12 0,0-5-16 0,6-1-14 16,6-2-13-16,11-4-15 0,6-2-59 16,10-4-82-16,2-3-100 0,-1-1-101 15,1-2-123-15,-1-2-192 0,-3-1-7 0,-8-3 62 16,-6-3-120-16,-3-1-128 16</inkml:trace>
  <inkml:trace contextRef="#ctx0" brushRef="#br0" timeOffset="53458.53">3919 2605 1730 0,'-7'-7'99'0,"1"-1"31"0,0 3 13 15,6 5 7-15,-9-5-8 0,9 5-2 16,0 0 32-16,0 0 37 0,-9 18 20 16,9 1 8-16,0 6 3 0,1 14-18 0,1 4-22 15,4 9-17-15,3 2-18 0,3-2-11 16,-1 1-16-16,3-5-13 0,-5-8-34 0,0-4-38 16,0-4-35-16,0-3-29 15,-2-7-44-15,-1-5-28 0,-4-1-40 0,1-6-56 16,-3-1-88-16,0-3-180 0,0-6-196 15,0 0 51-15,0 0-282 0,0 0-358 16</inkml:trace>
  <inkml:trace contextRef="#ctx0" brushRef="#br0" timeOffset="54040.03">2881 1531 2273 0,'11'-15'-7'0,"-1"-1"44"0,-4 1 34 0,-3 1 25 0,-1 3 13 0,-4-1 7 0,-1 2 3 0,-1 0-9 15,-4 1 2-15,-5 3-18 0,-3-2 6 16,-1 5-13-16,-6 3-5 0,-2 3-7 15,-11 5 0-15,4 0-9 0,2 5-8 0,1 1-2 16,4 1-8-16,8-3-2 0,5 2 6 16,3-3 4-16,5-1 8 0,3 3 23 0,2-1-10 15,5 3-8-15,8-1 12 0,8 8-8 16,7-3 1-16,3 0 0 0,2-2-4 16,1 1-8-16,7 3-5 0,-8-4-1 0,-2 0-4 15,-3-1-5-15,-10-2 7 16,-4-2-4-16,-3-3 15 0,-3 1 15 0,-1 0 19 15,-4-1 10-15,-3 1 3 0,-2-2-1 16,-3 1-4-16,-2-1-16 0,-1-2-2 16,1 4-6-16,-4-3-12 0,1-2-3 0,0 0-1 15,0 0-20-15,9-5-1 0,-16 2-22 16,16-2-52-16,0 0-82 0,-20-14-128 0,20 2-111 16,4-5-101-16,10-15-133 0,8-6-155 15,7 3 67-15,6 2-377 0,3 0-520 16</inkml:trace>
  <inkml:trace contextRef="#ctx0" brushRef="#br0" timeOffset="54207.47">3315 1553 2787 0,'0'0'80'0,"0"0"77"0,6 7 41 15,-6-7 35-15,0 0 29 0,0 0 19 16,0 0 4-16,0 0-1 0,0 0-31 0,0 0-31 16,0 0-16-16,26-7-34 0,-10 2-50 15,3-4-63-15,9-3-77 0,6 3-82 0,5-7-82 16,8 3-84-16,5-5-84 0,2-1-123 15,-5 1-224-15,-5-2 53 0,-10 3-333 16,0 0-453-16</inkml:trace>
  <inkml:trace contextRef="#ctx0" brushRef="#br0" timeOffset="54623.53">2827 1013 2786 0,'-82'29'-61'15,"-3"16"39"-15,-4 12 30 0,-1 13 36 16,0 9 7-16,4 10 17 0,6 2 11 0,8-2 8 16,11-2-4-16,13-2 2 15,12-5 2-15,21-15 19 0,12-3 5 0,10-4-8 16,13-3-1-16,21-5-24 0,27 1-1 15,18-10-6-15,25-7-4 0,13-13-8 0,9-11-7 16,12-4-4-16,5-14 1 0,1-14-4 16,5-2-4-16,36-19-3 0,-52 4-5 15,-7-9-2-15,-11-4-3 0,-15-9-3 0,-10-8 33 16,-18-6 27-16,-17-5 8 0,-16-10-2 16,-20-4-11-16,-15 1-7 0,-16 14-7 0,-24-17-11 15,-18 4-9-15,-24 7-11 0,-19 9-6 16,-12 12 0-16,-20 20-9 0,-6 17-6 15,-2 19-2-15,-5 16-11 0,-6 19-26 16,2 12-39-16,7 11-53 0,8 8-61 16,18 8-58-16,15 0-80 0,14-2-104 0,20-3-248 15,24-13 49-15,13 1 70 0,12-12-150 16,12-2-192-16</inkml:trace>
  <inkml:trace contextRef="#ctx0" brushRef="#br0" timeOffset="56539.82">3346 1509 2169 0,'-4'-5'139'0,"4"5"6"0,-6-10-3 0,6 10 0 0,0 0 11 0,0 0 18 16,0 0 48-16,0 0 17 0,0 0 5 0,-11 24-20 15,7-13-16-15,4 5-3 16,4-1-9-16,-2 2 4 0,6 4-2 0,3-4-11 0,1 0-8 15,10 2-16-15,3 0-13 16,2-1-7-16,1-7-9 0,3-3-10 16,-3-2-1-16,-3-5-14 0,2-2-7 0,9-5-10 15,2-4-2-15,-4-2 2 0,-2-3 1 16,-1-4 3-16,-4-2 6 0,-4-3 8 0,-4 1-6 16,-4-4-2-16,-4 0-2 0,-3 7-3 15,-2 0 4-15,-2 8-6 0,-1 0-9 0,-1 2-10 16,0 3-7-16,0-1-10 0,0 2-13 15,-2 6-9-15,0 0-1 0,0 0-2 16,12-3-2-16,-12 3-2 0,0 0 1 16,20 13-6-16,-8-9-3 0,-1-4-1 15,3 4 1-15,-1-2-3 0,1-1-11 0,3-2-5 16,-2-2 0-16,0 0 0 0,1-3 0 16,-2-2 0-16,-2-2 0 0,1-1 0 15,-3-1 0-15,0-1 0 0,-3 1 0 0,-1-1 0 16,-1-3 0-16,-1-1 0 0,2 2 0 15,-4-2 0-15,2 2-111 0,-2 2-36 0,0 3-28 16,1 0-22-16,-1 1-15 0,0-1-4 16,2 2 5-16,-1 1 28 0,1 0 19 15,6-2 10-15,-4 1 16 0,5-3 16 16,-1 3 15-16,1-1 6 0,-3 4 10 0,2-3 5 16,-1 8 11-16,4-3 15 0,-13 3 20 0,30 5 15 15,-12 6 9-15,-1 2 13 16,6 4-1-16,-4 1 5 0,-2-3 4 0,-2 3 10 15,-7-3 5-15,1 2 3 0,-1-3 1 16,-4 0 2-16,0-2-3 0,-1-2 9 16,1-2 10-16,-2 3 11 0,2-4 21 0,-2-2 17 15,-2-5 1-15,0 0-15 0,0 0-2 16,0 0-7-16,0 0-5 0,-13-24-11 0,7 8-6 16,2-8-2-16,1 2-8 15,-2 0-5-15,3 5-2 0,0 2-9 0,1 1-6 16,-1 4-11-16,0-1-1 0,2 11-1 0,5-6 1 15,-5 6 2-15,0 0 0 16,23 4-2-16,-7 4 7 0,4 3-3 0,9 1-9 16,5 2-27-16,3-5-28 0,1-1-34 15,4-3-39-15,4-1-48 0,-1-8-60 0,1-1-51 16,1-3-38-16,7-4-27 0,0 1-30 16,-5-5-21-16,-3 1-85 0,-3-6-155 15,-14 9 51-15,-6 0-233 0,-7 2-314 0</inkml:trace>
  <inkml:trace contextRef="#ctx0" brushRef="#br0" timeOffset="65739.6">18937 4713 1422 0,'0'0'588'0,"0"0"-169"0,14-1-74 0,-14 1-65 0,0 0-25 0,0 0-10 16,14-4-10-16,-14 4-13 0,0 0 3 0,0 0-5 15,0 0-7-15,0 0-11 0,0 0-14 16,0 0-7-16,0 0-5 0,0 0 4 16,0 0-9-16,0 0-7 0,0 0-11 15,0 0 7-15,0 0-11 0,0 0-9 16,0 0-14-16,0 0-16 0,0 0-11 0,0 0-10 16,-25-17-7-16,16 14-14 0,-1-1-5 15,-1 1-4-15,-3-1-7 0,-3-2-6 0,1 3-6 16,-2 1-24-16,0-4 4 0,0 3-12 15,-1 1 3-15,-1-1 1 0,0-1-5 0,-1 2 6 16,-1 1-4-16,0 1-2 0,-1 0 4 16,0-3-3-16,-2 6-6 0,5-3 5 0,-3 0-9 15,0 0 4-15,-1 1-1 0,1-1 2 16,1 0-3-16,3 2 2 0,-2-2-1 16,0 2-2-16,4-2 4 0,0 4 0 0,-1-4 0 15,-1 1-2-15,2 1 2 16,4 0-3-16,0-1-2 0,-3 1 3 0,3 0-2 15,0 0 8-15,-1-1-4 0,14-1-2 16,-25 4-6-16,14-1 7 0,-2 0-2 0,-1 1 7 16,3-1-4-16,-1 1-3 0,1-1 0 15,-3 4-6-15,1-2 10 0,2 0-7 0,1 2 15 16,-1 0-15-16,0 0 5 0,3 0-1 16,-3-1 2-16,1 1 1 0,0 0 2 0,1 0-2 15,2 0 5-15,-4 0 8 0,4-1 3 16,-2 3 1-16,1 0-1 0,-2 1 5 15,3-1-6-15,-1-3 1 0,-1 6-5 0,1-5 3 16,1 3 0-16,-1-2-5 16,3-1 0-16,-4 1 0 0,6-2 3 0,-5 2-5 15,5-1 2-15,-1-2-2 0,4-5 4 16,-9 12 1-16,6-7 4 0,-3 2-3 0,3-2 27 16,-3 2 2-16,2-1-1 0,1 2-1 15,-4-2-3-15,5 1-3 0,-1 1-22 0,-5 0-16 16,6-2 0-16,-1 1 0 0,-3 0 0 15,1 0 0-15,4 0 0 0,1-7 0 0,-8 14 0 16,5-6 0-16,1 1 0 0,-2-1 0 16,0 2 0-16,1-1 0 0,-4-1 0 0,3 4 0 15,3-4 0-15,-3 1 0 16,0 0 0-16,2 2 0 0,-1-1 0 0,-1 1 0 16,0-1 0-16,2 0 0 0,-2-1 0 15,0 1 0-15,2-2 0 0,-1 3 0 16,1-1 0-16,-2-2 0 0,0 3 0 0,4-1 0 15,-1 0 0-15,-1 1 0 0,-3-1 0 16,3 0 0-16,0 1 0 0,0 0 0 0,2 0 0 16,0 1 0-16,-1 0 0 0,1-2 0 15,0 4 0-15,-2-3 0 0,2 1 0 0,0 2 0 16,0-3 0-16,0-1 0 16,0 2 0-16,0-1 0 0,-2 1 0 0,4-4 0 0,0 3 0 15,-2 1 0-15,1 0 0 16,1-3 0-16,0 2 0 0,0-1 0 0,3 2 0 15,-3-2 0-15,-1 1 0 0,1-1 0 16,4 0 0-16,-3 2 0 0,-1-1 0 0,4 0 0 16,0 0 0-16,-2 2 0 0,3-2 0 15,-3 1 0-15,3 0 0 0,-3-1 0 0,5-2 0 16,-6 2 0-16,5-2 0 0,-5 1 0 16,5-2 0-16,-2 0 0 0,0 1 0 15,-1-1 0-15,3 2 0 0,-3-3 0 0,2 1 0 16,-2-1 0-16,4 0 0 0,-5 1 0 15,3 1 0-15,2-3 0 0,-4 2 0 0,3-2 0 16,-3 3 0-16,4-2 0 16,-4 0 0-16,4-1 0 0,-1 1 0 0,-2 0 0 15,3 0 0-15,-1 0 0 0,-1 0 0 16,3-2 0-16,0 3 0 0,-3-4 0 0,3 1 0 16,-1 0 0-16,1 0 0 0,-3 1 0 15,3-2 0-15,-1 2 0 0,3-1 0 0,-2-2 0 16,-3 2 0-16,4 1 0 0,-1-2 0 15,1 2 0-15,1-2 0 0,1-1 0 0,-2 1 0 16,5 0 0-16,-1 0 0 0,1 0 0 16,-3-4 0-16,0 4 0 0,0-4 0 15,1 2 0-15,-1 0 0 0,0 0 0 16,1 2 0-16,-3-4 0 0,-11 0 0 0,21 0 0 0,-10 3 0 16,-11-3 0-16,23 0 0 15,-11 0 0-15,-12 0 0 0,26 0 0 0,-14 0 0 16,1-3 0-16,3 3 0 0,-1 0 0 15,-1-4 0-15,-1 4 0 0,1-2 0 0,0 0 0 16,-1 0 0-16,1 2 0 0,-3-2 0 16,1 2 0-16,1-2 0 0,-2 2 0 0,3 0 0 15,-3-3 0-15,1 0 0 0,1 1 0 16,-2 0 0-16,5 0 0 0,-5 2 0 0,3-6 0 16,-1 5 0-16,1-3 0 15,-3 0 0-15,0 2 0 0,1-1 0 0,-3 2 0 16,0-3 0-16,1 2 0 0,0-3 0 15,-1 2 0-15,1 1 0 0,-3-1 0 0,4-1 0 16,0 2 0-16,-4-4 0 0,2 0 0 16,2 1 0-16,1-2 0 0,1 2 0 0,-1-3 0 15,1 1 0-15,-2-2 0 0,3 1 0 16,-3-1 0-16,3 1 0 0,-3-1 0 0,-2 1 0 16,2 3 0-16,-2-2 0 0,-2 2 0 15,2-3 0-15,-2 2 0 0,0 1 0 0,1 0 0 16,-2 0 0-16,3-1 0 0,-5 0 0 15,4 2 0-15,-3-2 0 0,3-1 0 0,0 3 0 16,-3-4 0-16,3 0 0 16,0 2 0-16,-1-1 0 0,-1-1 0 0,1 0 0 15,2-1 0-15,-6 3 0 0,5-2 0 16,-3-4 0-16,3 4 0 0,-5-1 0 0,6-3 0 16,-6 0 0-16,5 1 0 0,-5 0 0 15,5-1 0-15,-2 0 0 0,0 0 0 0,-1 0 0 16,3 1 0-16,-3-2 0 0,4 0 0 15,-6 3 0-15,3-4 0 0,-1 4 0 0,-3-3 0 16,4-1 0-16,-1 3 0 0,-4 1 0 16,3-5 0-16,0 1 0 0,-2-2 0 0,-1 3 0 15,-1-5 0-15,0 3 0 0,0-3 0 16,0 1 0-16,2 2 0 0,-4 1 0 16,2-1 0-16,2 3 0 0,-4-2 0 15,2 2 0-15,0 0 0 0,0-2 0 0,0 2 0 16,0 1 0-16,-1-1 0 0,1-2 0 15,-2 2 0-15,0-3 0 0,-2 2 0 0,2 1 0 16,-4-2 0-16,0-1 0 0,3 1 0 16,-3 1 0-16,1-1 0 0,-3 2 0 0,2-2 0 15,-2 2 0-15,3 2 0 0,-3 0 0 16,5-1 0-16,-6 3 0 0,6-2 0 0,-5 1 0 16,3-1 0-16,-4 1 0 0,2 1 0 15,0-4 0-15,-3 3 0 0,4-1 0 16,-3 0 0-16,1 0 0 0,1 0 0 15,-1 1 0-15,0 1 0 0,3 2 0 0,-3-4 0 16,3 3 0-16,-4-1 0 0,4 0 0 16,-3 0 0-16,5 3 0 0,-6-1 0 0,6 0 0 15,-5 0 0-15,5 0 0 0,-5 1 0 16,5 0 0-16,-6 0 0 0,4 3 0 0,-3-4 0 16,3 0 0-16,-5 1 0 0,0-1 0 15,1 2 0-15,-3-1 0 0,1-2 0 16,-2 2 0-16,-1-2 0 0,1 2 0 0,-2 0 0 15,-2 0 0-15,-1 0 0 0,1 1 0 16,-2 2 0-16,-2 1 0 0,-2-3 0 16,3 3 0-16,-2-3 0 0,3 4 0 0,-1-2 0 15,0 2 0-15,-1 0 0 0,6 0 0 16,-2 0 0-16,2 0 0 0,-1 0 0 0,3 0 0 16,-1 2 0-16,5-2 0 0,9 0 0 15,-18 2 0-15,9-2 0 0,9 0 0 0,-12 2 0 16,12-2 0-16,-12 0 0 0,12 0 0 15,0 0 0-15,-15 1 0 0,15-1 0 0,-9 4 0 16,0-1 0-16,5 1 0 0,-5 1 0 16,0 0 0-16,1 2-653 0,-2-2-369 0,-2 2 115 15,0 1-1001-15,0 1-1329 16</inkml:trace>
  <inkml:trace contextRef="#ctx0" brushRef="#br0" timeOffset="67454.67">18996 5107 4841 0,'0'0'-240'0,"3"-6"63"0,-3 6 54 0,0 0 41 0,0 0 43 0,6-6 31 0,-6 6 29 0,0 0 14 16,0 0 11-16,0 0 13 0,5-6 7 16,-5 6 6-16,0 0 9 0,0 0-2 15,0 0 15-15,0 0 0 0,0 0 3 16,0 0-5-16,0 0 6 0,0 0-3 0,0 0 1 15,0 0 2-15,0 0-8 0,0 0-2 16,0 0-10-16,-28-2-4 0,28 2-2 16,-24 2-3-16,8 0-10 0,3-1-5 0,-3 2-3 15,4-3-5-15,-4 2-8 0,-4 2-5 16,7-4-3-16,-4 3 0 0,2 0-2 16,2-3-5-16,-1 2 9 0,14-2-16 15,-23 2-1-15,16-2 9 0,7 0-17 0,-20 1 6 0,20-1-5 16,-13 2 0-16,13-2 0 15,-11 2-2-15,11-2 1 0,0 0 0 0,-17 0 0 16,17 0 3-16,-9 4-1 0,9-4-5 16,0 0 0-16,0 0-1 0,-22 0 0 0,22 0 5 15,0 0-5-15,-13-4-1 0,13 4 0 16,0 0 2-16,0 0 0 0,-15-2-3 0,15 2 1 16,0 0 8-16,-9-2 3 0,9 2-2 15,0 0 6-15,0 0 3 0,-10-3 23 16,10 3-17-16,0 0-2 0,0 0 2 0,-6-6-6 15,6 6-4-15,0 0 1 0,0 0 1 16,0 0 1-16,0 0-9 0,0 0-1 16,0 0-2-16,0 0-3 0,0 0 1 15,0 0-1-15,-9-6 0 0,9 6 2 0,0 0 2 16,0 0 5-16,0 0-4 0,0 0-4 16,0 0 11-16,0 0-6 0,0 0 8 0,0 0 19 15,0 0 9-15,0 0 2 0,0 0 2 16,0 0 12-16,0 0-3 0,0 0 6 0,0 0 1 15,0 0 2-15,0 0-2 0,1-10-4 16,-1 10-2-16,0 0-10 0,0 0-3 0,0 0-3 16,0 0-3-16,0 0-2 15,0 0-10-15,0 0-2 0,0 0-5 0,0 0-1 16,0 0 1-16,0 0 4 0,8 24-1 0,-8-11-1 16,-2 4-3-16,0-1-3 0,4 4-1 15,-4-1 2-15,4-2 0 0,-4-1-3 16,4 1-2-16,0-1 1 0,-2-4-2 15,0 2 1-15,3-2-1 0,-4-4-2 0,2 1 1 16,2-1-12-16,-3 1 0 0,0-9 0 16,2 11 0-16,-2-11 0 0,4 6 0 0,-4-6 0 15,5 3 0-15,-5-3 0 0,0 0 0 16,0 0 0-16,11 6 0 0,-11-6 0 0,0 0 0 16,0 0 0-16,0 0 0 0,0 0 0 15,4 6 0-15,-4-6 0 0,0 0-54 16,0 0-228-16,0 0-127 0,7 2-150 15,-7-2-176-15,0 0-123 0,0 0 84 0,0 0-763 16,0 0-982-16</inkml:trace>
  <inkml:trace contextRef="#ctx0" brushRef="#br0" timeOffset="77220.25">9930 10128 1528 0,'0'0'212'0,"-15"-3"-1"0,15 3 10 0,-6-7 3 0,6 7 7 0,-8-8 10 16,5 1-18-16,-1 0-11 0,0-3 1 15,4 1 8-15,-2-1 1 0,2-1-3 0,2-1-11 16,0-1-18-16,4-2-17 0,1-2-17 16,3 3-17-16,3-3-13 0,8-6-11 0,0 2-10 15,2 4-12-15,4 0-14 0,-3 5-5 16,3 3-9-16,-4 4-7 0,1 3-8 0,-1 4-5 16,1 3-6-16,2 9-3 15,-5 0-3-15,-4 8-2 0,-6 10 1 0,-7-3-3 16,-6 6 3-16,-7 5 1 0,-8 4 0 15,-8 8 7-15,-5-3 5 0,1 2 13 0,-3-1 7 16,1-3 7-16,-1-1 1 0,7-3 9 16,2-5 4-16,8-8-3 0,5 4 6 15,6-11 2-15,3-3-2 0,2-1-11 0,5 3-3 16,4-6-4-16,9 6-6 0,2-4 0 16,6-5-11-16,5-2-9 0,4-6 0 0,-4-3-1 15,8-6-9-15,-1-3 1 0,-3-5-4 16,-4-3 6-16,-5-5 4 0,-6-6 21 0,-8-1 7 15,-11 0 4-15,-7-9 1 0,-19-8-4 16,-8 1-5-16,-9 2-44 0,-8 2-22 16,-19-8 0-16,15 14 0 0,-7 0 0 15,5 3 0-15,4-1 0 0,3 4 0 0,7-2 0 16,0 3 0-16,10 5 0 0,7 1 0 16,3-3 0-16,7 5 0 0,9 1 0 0,3-3 0 15,6 0 0-15,9-7 0 0,4 2 0 16,10 3 0-16,15-2 0 0,4 5 0 0,7 6 0 15,6 2-55-15,2 8-434 16,4 6-158-16,1 3-246 0,-5 4 37 0,-1 5 101 0,-9 2-774 16,-9 2-974-16</inkml:trace>
  <inkml:trace contextRef="#ctx0" brushRef="#br0" timeOffset="79285.48">12155 9871 4017 0,'11'-3'-120'0,"-6"-3"44"0,-5 6 43 0,11-5 46 0,-2 2 57 0,-9 3 37 0,11-5 22 15,-8 2 19-15,-3 3 4 16,11-4 10-16,-11 4 7 0,11-5 2 0,-11 5 2 0,3-4-4 15,-3 4 6-15,0 0 7 16,0 0 4-16,0 0-7 0,0 0-16 0,0 0-14 16,-17-10-12-16,2 8-15 0,-3-1-12 15,-2 0-7-15,1 3-16 0,-4 3-11 0,-6-3-6 16,2 0-7-16,-2 0-8 0,4 0-5 16,-4 1-5-16,4 3-4 0,4-2-9 0,1 1-3 15,2-1-1-15,2 0 1 16,3-1-12-16,2 3 2 0,1-2-10 0,-1-1 3 15,11-1-1-15,-16 4-3 0,16-4 3 0,-11 0-9 16,11 0 4-16,-11 3-7 0,11-3 2 16,-8 2 6-16,8-2-2 0,0 0-1 15,-9 1 2-15,9-1 1 0,0 0-7 16,0 0 4-16,-12 0-1 0,12 0-4 0,0 0 1 16,0 0 6-16,0 0-1 0,0 0-4 15,0 0 3-15,0 0-9 0,0 0 9 0,0 0-10 16,-13 0 7-16,13 0 8 0,0 0-11 15,0 0 2-15,0 0 1 0,0 0 11 0,0 0-5 16,0 0-2-16,0 0 3 16,0 0-4-16,0 0 8 0,0 0-7 0,0 0-3 0,0 0 6 15,0 0-7-15,0 0-3 16,0 0 3-16,0 0 3 0,0 0-3 0,0 0-1 16,0 0 7-16,0 0-6 0,0 0-2 15,0 0 7-15,0 0-1 0,0 0 0 0,0 0 3 16,0 0 7-16,0 0 2 0,0 0 0 15,0 0 1-15,0 0 2 0,0 0-2 0,1-10-1 16,-1 10-1-16,0 0-4 0,0 0-5 16,0 0 3-16,0 0-3 0,0 0 0 0,0 0 1 15,0 0 3-15,0 0-2 0,0 0-11 16,0 0 4-16,0 0-3 0,0 0 2 0,0 0-6 16,0 0 5-16,0 0 6 0,0 0 0 15,9 22-2-15,-7-9 7 0,-1 2 11 16,1 2-3-16,0 0 4 0,2 6-2 15,-2 0 2-15,0-2-7 0,-2-1 1 0,1 1 1 16,1-2-6-16,0-1-1 0,-2-3-1 16,2 0-2-16,0-3 6 0,0-2-1 0,-2-1 4 15,1-2-1-15,-1 0 18 0,3 1 11 16,-1-1-33-16,-2-7-12 0,2 9 0 16,-2-9 0-16,6 5 0 0,-6-5 0 0,7 3 0 15,-7-3 0-15,0 0 0 0,21 0 0 16,-21 0 0-16,15 2 0 0,-1 1 0 0,2 1 0 15,0 1 0-15,4 3 0 0,4 1 0 16,4 6 0-16,3 2 0 0,-3 0 0 16,1 3 0-16,-2-2 0 0,0 2 0 15,-4-2 0-15,-9 0 0 0,-3-3 0 0,2-3 0 16,-8 1 0-16,-1 0 0 0,-2 1 0 16,-2-3 0-16,-8 3 0 0,3 1 0 0,-7-1 0 15,-9 7 0-15,6-6 0 0,-10 0 0 16,3-2 0-16,0-5 0 0,1 0 0 0,1-1 0 15,-2 0 0-15,-1-2 0 0,4-1 0 16,2-2 0-16,0 0 0 0,0-2 0 0,1 0 0 16,3 0 0-16,1 0 0 15,12 0 0-15,-18-2 0 0,18 2 0 0,-12-4 0 16,8 0 0-16,4 4-447 0,2-10-390 16,6 3-92-16,4-2 94 0,0 2-914 0,24-4-1181 15</inkml:trace>
  <inkml:trace contextRef="#ctx0" brushRef="#br0" timeOffset="79968.92">13012 9819 4958 0,'9'-8'-124'0,"-3"3"66"0,-5 2 48 0,-1 3 45 0,6-5 25 0,-6 5 18 0,5-6 0 15,-5 6 12-15,0 0 12 0,0 0 13 16,0 0 5-16,-31 2-2 0,14 2 12 0,-10-3-1 16,-11 4-5-16,-3-1-7 0,3-1-13 15,1-1-5-15,-3 0-6 0,9 1-18 16,3-2 1-16,1 1-10 0,6-2-11 15,-2 0-4-15,2-2-9 0,4 2 0 0,2-1-10 0,-1-2-2 16,3 1-1-16,1 0-9 16,3-1 1-16,2 1-2 0,7 2 5 0,-18-5-6 15,13 3-2-15,5 2-4 0,-12-1-8 16,12 1-3-16,-10-2 3 0,10 2-5 16,0 0 0-16,-13-2-1 0,13 2-1 0,0 0 2 15,0 0-4-15,-12 4 6 0,12-4 1 16,-3 8-1-16,1-1-2 0,0 1 0 0,0 3 0 15,0 3-3-15,2 1 13 0,0 2-9 16,0 2 3-16,4 5 4 0,1-2 2 0,8 9 3 16,-1-2 0-16,6 0-6 0,2-4 2 15,3 0 4-15,4-4 6 0,2 1-4 16,-1-5-6-16,3 2 1 0,-1-5 3 16,1 1 0-16,-2 1-1 0,-3-1-7 0,1 3 6 15,-2-1-6-15,-5-3 0 0,-6 1-3 16,-1-3 6-16,1 6 14 0,-5-5 13 0,1 2 20 15,-7-3 31-15,1 2 20 0,-4 1 23 16,0-3 21-16,-4 2 21 0,-1-1 12 0,-5-1-90 16,-2 2-92-16,-2-1 0 0,-4 0 0 15,2-3 0-15,-6 0 0 0,3 0 0 0,0-3 0 16,-2 3 0-16,6-6 0 0,1 1 0 16,5 0 0-16,0-2 0 0,1 0 0 15,8-3 0-15,-11 5 0 0,11-5 0 16,-11 4 0-16,4-4 0 0,7 0 0 0,-7 4 0 15,7-4 0-15,-8 3 0 0,8-3-655 16,0 0-254-16,-7 6-2 0,7-6 104 16,0 0-863-16,0 8-1105 0</inkml:trace>
  <inkml:trace contextRef="#ctx0" brushRef="#br0" timeOffset="81103.64">14681 9900 4472 0,'10'2'-75'0,"-5"-2"61"0,-5 0 45 0,0 0 32 0,19-2 34 0,-19 2 26 0,0 0 21 0,0 0 15 16,15 0 6-16,-15 0-16 0,0 0-12 16,12-3-15-16,-12 3-11 0,9-4-8 15,-9 4-13-15,12-8-10 0,-6 4-6 16,1 1-9-16,-1-4-1 0,3 0-13 0,0-5-2 16,-2 0-7-16,-2-1 0 0,3-8-9 15,-3-3 0-15,-3-1-4 0,1 2-5 0,-3 0 2 16,-5-3 0-16,2 3 3 0,-8-4-4 15,-7 2 3-15,-2 5-11 0,-5 1 0 0,-2 7 9 16,0 3 3-16,0 6 5 0,1 5-4 16,-12 5 13-16,2 3 5 0,0 5-9 0,3 4 1 15,7 3 7-15,1 4 5 16,5 2 1-16,7 3-9 0,8 2 5 0,5-4 1 16,3 5-8-16,7 0 2 0,5-3-3 15,2-2 1-15,12 5 0 0,-6-9-3 0,4-5-1 16,-1-7 8-16,0 1 7 0,-1-3 11 15,-4-9 10-15,1 0 6 0,-4-2 11 0,2-3 6 16,-1-1 1-16,-1-2-13 0,-2-2-85 16,-1 4 0-16,-1-2 0 0,-5 1 0 0,0 4 0 15,0-2 0-15,-9 3 0 0,9 0 0 16,-9 0 0-16,3 13 0 0,-1-1 0 0,-4 7 0 16,2 3 0-16,0 3 0 0,0 2 0 15,0 2 0-15,-1-2 0 0,1 2 0 16,-2-4 0-16,-2 0 0 0,2-3 0 15,0-3 0-15,2-4 0 0,-4 1 0 0,2-2 0 16,-4-3 0-16,5-1 0 0,-9 0 0 16,-2-3 0-16,-1 3 0 0,0-6 0 0,-8 4 0 15,-2-3 0-15,-2-1 0 0,0-1 0 16,-1 0 0-16,1-1 0 0,4 2 0 0,2-3 0 16,4-1 0-16,2 2 0 0,13-2 0 15,-25 2 0-15,17-2 0 0,8 0 0 16,-13 1 0-16,13-1 0 0,-9 0 0 15,9 0 0-15,0 0-160 0,0 0-609 0,0 0-190 16,0 0 93-16,34-3 92 0,-16 1-812 16,11 1-1027-16</inkml:trace>
  <inkml:trace contextRef="#ctx0" brushRef="#br0" timeOffset="81535.2">15937 9593 4160 0,'5'-12'-40'0,"3"2"45"0,-5 3 9 0,-3 0 11 0,0 7 35 0,0 0 54 0,0 0 49 0,-36 12 29 0,8 7 20 15,-12 14 19-15,-2 2 16 0,-2 6 15 16,-11 17 13-16,0-2-20 0,18-6-7 0,-10 10-13 15,15-11-12-15,3 1-15 0,0-1-15 16,14-5-16-16,6-5-10 0,3-3-13 0,4-6-14 16,4-5-16-16,5 0-8 0,5 1-85 15,1-3-31-15,7-2 0 0,-2-6 0 0,2-5 0 16,1-4 0-16,-1 0 0 16,1-4 0-16,1-2 0 0,-4 0 0 0,2-3 0 0,-6-2 0 15,2-1 0-15,-5-2 0 16,-1-1 0-16,-4 1 0 0,-2-4 0 0,-4 1 0 15,-6-1 0-15,-2-2 0 0,-5 1 0 16,-5 1 0-16,-6-1 0 0,-3-2 0 0,2 6 0 16,2 3 0-16,5 3 0 0,-2-1 0 15,8 0 0-15,-2 4 0 0,4-3 0 0,10 3-371 16,-19 3-283-16,12-1-164 0,1 2-59 16,2 1 93-16,0 1-810 0,2 0-1035 0</inkml:trace>
  <inkml:trace contextRef="#ctx0" brushRef="#br0" timeOffset="82567.89">17070 9738 4204 0,'0'-14'-131'0,"4"1"50"0,1-1 54 0,-2 2 40 0,-1 3 43 15,4-2 51-15,-1-1 33 0,4 0 27 0,-4 2 17 16,1 0 9-16,-3 3-9 0,1 0-17 16,0 2-17-16,-4 5-17 0,0 0 10 0,0 0 46 15,0 0 11-15,12 29 25 0,-8-4 14 16,-4 18 9-16,1 2 0 0,-2 14-7 16,1 2-14-16,-4 2-10 0,-1 3-8 15,1-3-10-15,1 0-52 0,-3-1-147 0,1-4 0 16,-1-4 0-16,1-11 0 0,2-5 0 15,-3-2 0-15,4-9 0 0,-1-7 0 0,-1-2 0 16,2-4 0-16,2-1 0 0,-2-1 0 16,2-4 0-16,-1 1 0 0,1-1 0 0,0-8 0 15,0 10 0-15,0-10 0 0,0 0 0 16,1 6 0-16,-1-6 0 0,0 0 0 0,0 0 0 16,0 0 0-16,0 0 0 0,0 0 0 15,0 0 0-15,21-12-210 0,-21 12-688 0,8-8-57 16,-4 4 107-16,-4 4-948 0,13-7-1224 15</inkml:trace>
  <inkml:trace contextRef="#ctx0" brushRef="#br0" timeOffset="82934.3">17599 9765 5031 0,'2'-21'4'0,"1"5"55"16,1 2 48-16,0 3 53 0,-2 2 36 0,-1 0 38 16,-1 3 15-16,2-1-4 0,0 3-10 15,-2 4-24-15,0 0-18 0,0 0 41 0,0 0 5 16,12 17 2-16,-6 7-5 0,-1 10-5 16,1 7-145-16,-3 0-86 0,-3 9 0 15,3 6 0-15,-3 2 0 0,0 1 0 16,-3-13 0-16,2-1 0 0,-1-1 0 0,-4-3 0 15,4-1 0-15,-1-7 0 0,-3 2 0 16,4-10 0-16,0-3 0 0,1-7 0 0,1-1 0 16,1-2 0-16,-1-2 0 0,-1-1 0 15,1-1 0-15,0-1 0 0,-2-2 0 0,2-5 0 16,2 8 0-16,-2-8 0 0,0 0 0 16,0 0 0-16,0 0 0 0,0 0 0 15,0 0-181-15,22-13-683 0,-20 5-88 0,2 2 102 16,4-2-967-16,-5-3-1246 0</inkml:trace>
  <inkml:trace contextRef="#ctx0" brushRef="#br0" timeOffset="83334.62">18646 9629 5059 0,'9'-14'-8'15,"-6"3"37"-15,-1 2 5 0,0 4 6 16,-2 0 18-16,0 5 55 0,0 0 65 16,0 0 50-16,-44 29 19 0,11 0 14 15,-3 7 7-15,0 3 3 0,0 4 9 0,2 6 1 16,-3 0-3-16,9 4 5 0,2 3-17 16,3-4-241-16,3 0-25 0,7-5 0 0,1 3 0 15,7-12 0-15,1 0 0 0,8-2 0 16,-2-7 0-16,-1-5 0 0,3-3 0 0,4-2 0 15,2-3 0-15,1-3 0 16,4-3 0-16,-2-3 0 0,5-4 0 0,-3-3 0 0,0-3 0 16,2-2 0-16,2-6 0 0,-6-1 0 15,1-1 0-15,-3-6 0 0,-2-1 0 0,-6 0 0 16,-3 3 0-16,0 0 0 0,-6-4 0 16,-3 7 0-16,-13-8 0 0,-3 3 0 15,-6 7 0-15,4 4 0 0,2 6 0 16,-1 2 0-16,1 2 0 0,1 1 0 0,2 2-391 15,5 3-627-15,4 0 111 0,-3 0-1091 16,9 1-1415-16</inkml:trace>
  <inkml:trace contextRef="#ctx0" brushRef="#br0" timeOffset="85051.34">9732 10943 4957 0,'0'0'-266'0,"0"0"42"0,8-5 35 0,-8 5 34 0,0 0 30 0,0 0 25 16,0 0 26-16,0 0 26 0,0 0 21 0,0 0 9 15,0 0 9-15,0 0 8 16,0 0 22-16,0 0 17 0,-36-2 13 0,14 9 27 16,-1 0-8-16,-13 6 4 0,-12 3-1 15,-3 6 7-15,-6 0 5 0,-4 5-9 0,-21 6-2 16,0 3-7-16,-5 4-2 0,-3 1 18 15,-1-1 8-15,-1 2 8 0,-1-1 5 0,-1 0-2 16,-1 5 0-16,-1-2 1 0,-1-1-7 16,4-1-5-16,4 5-9 0,-1-4-7 0,6 1-5 15,-4 1-7-15,3 1-5 0,1 2-4 16,2 2 28-16,0-2 1 0,-2 4-9 0,6-6-2 16,1-3 8-16,7 0 13 0,13-9-12 15,1-2-1-15,0 2-5 0,2-5 25 0,4 0-1 16,5-2-4-16,6-5 6 15,7-6-3-15,5-3-3 0,5-1-14 0,6-3-6 16,3-3-4-16,1 1-7 0,1-2-4 16,2 1-6-16,-1-1-5 0,4-2-7 0,1 0-12 15,-1 1 6-15,6-4-9 0,-7 3-10 16,7-3-17-16,0 0-35 0,-7 5-49 16,7-5-55-16,-3 6-71 0,3-6-89 0,0 0-120 15,2 8-149-15,-2-8-205 0,6 7-4 16,-2-4 88-16,-4-3-592 0,0 0-741 0</inkml:trace>
  <inkml:trace contextRef="#ctx0" brushRef="#br0" timeOffset="85949.72">4407 13234 3495 0,'-11'-7'-33'0,"4"-2"41"0,0 0 42 0,4 5 52 0,-1-4 52 0,4 8 39 0,-2-15 15 0,2 9 11 0,4-6-8 15,3 1-11-15,5-1-22 0,8-5-13 0,5-1-11 16,4 5-21-16,1 3-14 0,6 2-10 16,-5 8-15-16,-2 0-10 0,6 8-9 0,-3 3-8 15,-1 9-3-15,-6 1-9 0,-7 8-7 16,-9 1 5-16,-5 6-5 0,-10 0 3 15,-7 9 0-15,-6 2 12 0,-6-5 23 0,-4 1 17 16,-3-2 27-16,3-3 24 0,2-2 25 16,-7-6 9-16,11-6 12 0,1-1 2 15,5-8 9-15,4-3 5 0,4-3-112 16,0-3-104-16,5 1 0 0,1-2 0 0,3-5 0 0,-4 10 0 16,4-10 0-16,0 0 0 15,21 5 0-15,-6-5 0 0,8 0 0 0,6 0 0 16,14-3 0-16,5-1 0 0,-1 0 0 15,3 0 0-15,-2 2 0 0,-1-1 0 0,-9 2 0 16,-2-1 0-16,-13 0 0 0,-3 2 0 16,-3 0 0-16,-2-2 0 0,-3 2 0 0,-12 0 0 15,19 0 0-15,-19 0 0 0,17 0 0 16,-17 0 0-16,13 0 0 0,-13 0 0 16,0 0 0-16,18-2 0 0,-18 2 0 0,0 0 0 15,9 0 0-15,-9 0 0 16,7-4 0-16,-7 4 0 0,2-5-659 0,-2 5-344 0,0-8 87 15,0 8 100-15,0-10-815 16,0 10-1071-16</inkml:trace>
  <inkml:trace contextRef="#ctx0" brushRef="#br0" timeOffset="86752.3">5545 13199 4267 0,'2'-5'-111'0,"-2"5"60"0,0-10 59 0,2 2 43 0,-2 8 44 15,0-17 42-15,2 9 29 0,0 2 18 16,-2-4 21-16,0 10 9 0,2-11 1 0,-2 11-2 16,-4-12-12-16,4 12-23 0,0-8-10 15,0 8-15-15,0 0 42 0,0 0 16 0,0 0-9 16,-4 33-7-16,2-11-4 16,1 5-3-16,-4 10-15 0,3-1-3 0,4 2-1 0,1-2-9 15,0 0-116-15,5-1-44 16,-1-6 0-16,2-3 0 0,2-9 0 0,-2 1 0 0,7-4 0 15,-4-2 0-15,4-3 0 16,1-4 0-16,2-5 0 0,1 0 0 0,7-5 0 16,7-4 0-16,0-6 0 0,0 1 0 15,-4-5 0-15,1-2 0 0,-1-2 0 0,1-6 0 16,-1-6 0-16,-9 7 0 0,-2 1 0 16,0 0 0-16,-6 3 0 0,-2 5 0 15,0 5 0-15,-6 2 0 0,-1 4 0 0,1 2 0 16,-5 6 0-16,2-5 0 15,-2 5 0-15,0 0 0 0,0 0 0 0,-9 35 0 0,5-18 0 16,1 6 0-16,-3 13 0 16,1 2 0-16,2 3 0 0,3-1 0 0,-2 1 0 15,2-1 0-15,4-1 0 0,-1-1 0 16,2-4 0-16,-1-7 0 0,-3-4 0 0,1-5 0 16,0-3 0-16,-2-2 0 0,2-1 0 15,0-2 0-15,-2-1 0 0,2-2 0 0,0 0 0 16,-2-7 0-16,1 8 0 0,-1-8 0 15,0 0 0-15,0 0 0 0,11 4 0 0,-11-4 0 16,0 0 0-16,0 0 0 0,0 0 0 16,0 0 0-16,0 0 0 0,0 0-221 0,0 0-798 15,0 0 62-15,0 0 108 16,5-18-901-16,-5 18-1181 0</inkml:trace>
  <inkml:trace contextRef="#ctx0" brushRef="#br0" timeOffset="87368.28">7039 13019 5011 0,'4'-7'-73'0,"-4"7"38"0,4-7 47 0,-4 7 38 0,0 0 26 0,0 0 18 0,-4-12 13 16,4 12-4-16,-7-8-10 0,-4 5-12 0,-2 1-7 16,-8-2 8-16,-4 3 8 0,-1 1 2 15,-4 1-7-15,-14-1-9 0,4 4-8 16,0-2-4-16,7 1-4 0,7-1-8 15,-1-1-6-15,6 3-4 0,1-3-1 0,4 1-14 0,0 0 2 16,5-1-5-16,0 1-1 16,-1 2 10-16,3 1-12 0,1 2-6 0,-2 5 4 15,5 0-3-15,-1 2 0 0,2 3-2 16,1 1 2-16,1 5 14 0,4 2-14 0,1 12-4 16,5-3 7-16,3 2 3 0,6-2 1 15,7 5 3-15,2-1-4 0,1-6-1 16,4-1 4-16,-6-6-7 0,2-3 6 0,0-3-9 15,0-2-4-15,-4 0 3 0,-5-3-4 16,-2-2 5-16,-1 0 9 0,-3 0 10 0,-3 2 20 16,-3-2 15-16,-3 3 18 15,-3 1 15-15,-3 0 16 0,-5 3 15 0,-5 10 6 16,-4-2 11-16,-3-4 3 0,2 0 3 16,-5-5-151-16,2 2-5 0,-2-3 0 0,4-4 0 15,1-4 0-15,6-1 0 0,-4-3 0 16,3-1 0-16,0-2 0 0,1-2 0 0,12 0 0 15,-18-2 0-15,7 0 0 0,4-1 0 16,7 3 0-16,-13-9 0 0,11 4 0 0,-1 0-243 16,3 5-417-16,7-14-214 0,0 5-24 15,6 1 98-15,3-2-804 0,13-5-1044 16</inkml:trace>
  <inkml:trace contextRef="#ctx0" brushRef="#br0" timeOffset="87700.14">7418 13215 4743 0,'-4'-14'75'0,"2"4"51"0,1 3 33 0,-1-1 31 0,2 8 15 0,0-12 14 0,0 12-9 15,2-11-18-15,1 5-19 0,3 0-20 16,4 2-15-16,1 0-15 0,-11 4-12 0,25 4-12 15,-7 4-3-15,-4 6 2 16,6 6 3-16,-4 6-1 0,0 1-3 0,-1 5-5 16,-3 2-8-16,-1 1-12 0,0 3-5 0,-3-3-7 15,0 2-4-15,-3-4-3 0,1 0-11 16,-1-8-5-16,-3-1-5 0,3-4-8 16,-5-1-34-16,0-2-49 0,0-2-64 0,2-4-70 15,-2 1-83-15,2-4-111 0,-2 2-135 16,0-5-155-16,0-5-147 0,0 0 76 0,0 0-683 15,0 0-882-15</inkml:trace>
  <inkml:trace contextRef="#ctx0" brushRef="#br0" timeOffset="87866.74">7443 13549 3887 0,'-17'0'4'0,"5"0"61"0,3 0 32 0,9 0 46 16,0 0 42-16,-16-2 31 15,16 2 26-15,0 0-13 0,0 0-20 0,0 0-24 16,35-13-23-16,-12 8-48 0,7-6-57 15,7 1-67-15,-1 0-87 0,-4 1-122 0,1-1-120 16,-10 3-146-16,-5 0-204 0,-2 4 41 16,-7 0 76-16,0 1-359 0,-9 2-410 0</inkml:trace>
  <inkml:trace contextRef="#ctx0" brushRef="#br0" timeOffset="88967.3">4525 12997 2510 0,'-12'0'18'0,"-4"0"27"16,5 0 23-16,11 0 27 0,-14-2 31 0,14 2 32 16,-8-3 29-16,8 3-10 0,0 0-22 15,6-10-16-15,10 1-13 0,12-3-9 0,12 0-11 16,25-5-8-16,30-2-12 0,12 3-11 15,15 1-9-15,15 3-9 0,15 0-2 0,18 1-32 16,4 1-85-16,54-2-78 0,-49 5-38 16,61-3-27-16,-5 3-32 0,-50 2-26 15,0 0-20-15,-4 3 2 0,-4 0 8 0,-10-2 48 16,-11 2 74-16,-20-2 48 16,-17-2 51-16,-40 4 40 0,-12-2 40 0,-19 2 35 15,-9 2 21-15,-10-1 12 0,-6 1 15 16,-5-2 14-16,-6 2 13 0,-2-2 8 0,0 2-7 15,-10 0-10-15,16 0-13 0,-16 0-13 16,16 2-10-16,-8 0 1 0,-8-2-9 0,11 5-6 16,-3 3-6-16,-2 1-12 0,-1 3-8 15,1 6 3-15,-3 3 1 0,-1 14-6 16,3 3-4-16,-5 5-3 0,3 1-4 0,-3 2 4 16,0 2 6-16,0-2 10 0,0 12 9 15,0-12 3-15,-1 0 2 0,-1-2-3 16,-3-4 3-16,3-5 5 0,-1-6 1 15,1-5 1-15,-2-5 0 0,2-2-2 0,0-2-9 16,1-3-8-16,-3 0-6 0,2 0-7 16,-2-2-3-16,2 2-5 0,-2 0-5 0,2-2-1 15,-2 2-3-15,2 0-4 0,1 1-1 16,-5-2-3-16,4 3-4 0,-1 2-2 0,-3-3-4 16,-1 1 1-16,2-1 0 0,-2 2 0 15,-3-2-1-15,-4 3 1 0,2-1 0 16,-12 4 4-16,-1 2 8 0,-5-4 0 0,1 1 0 15,-12 7-2-15,-2-5 4 16,4 2-3-16,4-3-4 0,-4 1 2 0,6 0-3 0,3-3-3 16,-1 0 0-16,1-1-1 15,-2-2-1-15,-4 2 0 0,2-3 2 0,-4-1-1 16,-1-3 2-16,-15 0-1 0,-9 0-1 16,-7-4-1-16,-9 0-5 0,-5-2-2 0,-34 4 0 15,-9 0 2-15,-12 2-2 0,-11 4-2 16,-19 1-1-16,-1 2 24 0,-49 2 7 0,56-4-2 15,-2 0 0-15,0 2-5 0,2-3-1 16,5 1-8-16,11-1 18 0,5-3 14 16,17 0 0-16,3-2 3 0,9-1-17 0,31-1-1 15,2 0-1-15,7-2-6 16,9 4-3-16,6-1-11 0,1 1 8 0,16-2-8 16,1 4-3-16,1 0-1 0,5 0 1 15,3 1 0-15,6-1-4 0,9-3-5 0,-2-2 1 16,5 2 0-16,2-4 1 0,-1 2 29 15,1-1 44-15,1-3 28 0,4 1 25 0,6-2 1 16,0 0-12-16,-20-8-11 0,14-3-15 16,0-4-9-16,2-6-9 0,4-3-7 0,-3-12-8 15,3-6-6-15,0-6-6 0,3-14-19 16,1-4-32-16,3-3 0 0,-2-3 0 16,1-4 0-16,-1-3-103 0,-3 5-36 0,0 8-29 15,2 2-25-15,-3 18-26 16,-2 6-25-16,2 11-42 0,-4 9-62 0,3 3-51 0,0 8-57 15,-2 4-87-15,0 1-170 16,2 4 9-16,0 0 90 0,0 0-428 0,0 0-514 16</inkml:trace>
  <inkml:trace contextRef="#ctx0" brushRef="#br0" timeOffset="89367.19">5305 12976 2830 0,'15'-29'38'0,"-1"2"63"0,-3 6 42 0,-4 6-2 0,0 3-14 0,-4 4-8 16,1 3 2-16,-4 5 35 0,0 0 17 16,2 32 15-16,-2 9 11 0,-2 14 7 0,2 10 18 15,0 7 6-15,2 5 15 16,7 19 7-16,-3-16-2 0,4 17-12 0,3-6-17 16,-2-18-21-16,1 1-19 0,-3-4-18 15,0 0-12-15,0-5-20 0,-4-1-10 0,-1-2-14 16,0-5-9-16,-6-13-20 0,0-3-10 15,-2-3-12-15,2-9-41 0,-3-6-56 16,1-7-55-16,1 2-65 0,2-9-87 0,-3 1-111 16,2-9-130-16,2-1-169 0,0 0-150 15,0 0 77-15,-2-34-623 0,10-3-808 0</inkml:trace>
  <inkml:trace contextRef="#ctx0" brushRef="#br0" timeOffset="89684.95">6328 12995 3827 0,'-4'-24'36'0,"2"4"38"0,0 6 26 0,1 2 24 16,-1 2 19-16,0 3 16 0,2-2 2 15,0 3-3-15,0 6 12 0,0 0 13 0,0 0-9 16,0 0 1-16,32 33-18 15,-16 0-4-15,6 13-7 0,-1 7-11 0,-1 7-12 16,-4 2-12-16,2 7-11 0,-9 1 10 16,0 4-13-16,-2-3-31 0,-5-1-3 0,0 1-9 15,-1-1-1-15,-2 2-2 0,-1-2-11 16,0-4-13-16,0-6-15 0,-3-3-50 16,4-12-53-16,-1-4-72 0,-2-5-95 0,2-7-109 15,0-7-117-15,2-8-171 0,0-1-93 16,2-5 79-16,0-4-525 0,-2-4-657 0</inkml:trace>
  <inkml:trace contextRef="#ctx0" brushRef="#br0" timeOffset="90000.33">7258 12876 3653 0,'-2'-12'171'0,"0"3"-1"16,2 1-1-16,-1 4 3 0,1 4 27 0,0 0 29 15,0 0 39-15,13 31-7 0,-5 6 5 16,1 13 0-16,2 10-6 0,-1 3-8 0,1 6-14 16,-1 3-18-16,-2-1-18 15,-1 0-22-15,-3-1-18 0,0-2-17 0,-2-2-13 16,-4-6-17-16,2 0-11 0,-2-4-16 15,-2-10-12-15,1-7-54 0,-1 0-51 0,-3-4-92 16,2-2-79-16,-1-10-96 0,1-2-113 16,-3-7-140-16,4-4-185 0,-4-3-85 0,3-3 82 15,-3-1-656-15,8-3-846 0</inkml:trace>
  <inkml:trace contextRef="#ctx0" brushRef="#br0" timeOffset="93850.04">11319 10778 3639 0,'0'0'-128'0,"4"-5"42"0,-4 5 30 0,0 0 44 0,6-4 42 0,-6 4 51 0,0 0 39 15,0 0 25-15,3-5 10 16,-3 5 13-16,0 0 4 0,0 0 4 0,4-4 3 16,-4 4 0-16,0 0-6 0,0 0-2 15,0 0-6-15,8-8-5 0,-8 8 3 0,0 0-2 16,0 0-6-16,0 0 15 0,0 0-9 15,0 0-12-15,4-5-15 0,-4 5-10 0,0 0-6 16,0 0 17-16,0 0 6 0,0 0-10 16,0 0-2-16,-4 24-9 0,1-14-10 0,-4 5-3 15,3-1 1-15,-1 2-7 0,1 0-8 16,-1 4-12-16,-4 0-1 0,0 9-11 16,2 0-49-16,-1 0-20 0,-2-4 0 15,5-2 0-15,-5 7 0 0,-2-1 0 0,3 0 0 0,4-4 0 16,-5-4 0-16,2 0 0 15,3 0 0-15,-3 1 0 0,3 1 0 0,-6 4 0 16,4-3 0-16,2-2 0 0,-1 2 0 16,0-3 0-16,-4 8 0 0,3-4 0 15,3-1 0-15,-1-3 0 0,-6 10 0 0,6-7 0 16,-1-1 0-16,-1-1 0 0,1-2 0 16,0 1 0-16,0 0 0 0,-3-1 0 0,4 1 0 15,-3-4 0-15,2 1 0 0,0-3 0 16,3 2 0-16,-3 1 0 0,0 3 0 15,-2-2 0-15,4 0 0 0,-1 1 0 0,-1 1 0 16,-1-1 0-16,0 4 0 0,-2 5 0 16,4-2 0-16,-3-6 0 0,5 4 0 15,-8 4 0-15,4-5 0 0,3-2 0 0,1 0 0 16,-5 1 0-16,4-1 0 0,-2 0 0 16,2 1 0-16,-3-1 0 0,2 9 0 0,-4-6 0 15,5-3 0-15,-1-1 0 0,1 4 0 16,1-3 0-16,-5-2 0 0,5-1 0 0,-2 0 0 15,1-4 0-15,0 1 0 0,3-3 0 16,-3-2 0-16,4-3 0 0,-2 2 0 0,0-4 0 16,0 0 0-16,2 1 0 15,0-7 0-15,-1 11 0 0,1-6 0 0,0-5 0 16,-2 8 0-16,2-8 0 0,-2 7 0 16,2-7 0-16,-3 5 0 0,3-5 0 0,0 0 0 15,-2 9 0-15,2-9 0 0,0 0 0 16,-2 6 0-16,2-6 0 0,0 0 0 0,0 0 0 15,0 0 0-15,0 0 0 0,0 0 0 16,0 0 0-16,0 0 0 0,0 0 0 0,-14-20-962 16,10 9-1-16,-3-2-1168 0,2-1-1540 15</inkml:trace>
  <inkml:trace contextRef="#ctx0" brushRef="#br0" timeOffset="95498.69">10502 12714 5271 0,'-21'-3'-289'0,"-3"1"52"0,6 0 49 0,0 0 55 0,-4-1 60 0,3-1 66 0,-4 1 48 15,1 0 26-15,4 1 11 0,0-1 14 0,7 1-2 16,0 0-4-16,1 1-4 0,10 1-4 15,-15-4 3-15,15 4 2 0,-10-3-6 16,10 3-5-16,0 0-3 0,0 0-9 0,48 3 3 16,2-1-14-16,22-2-2 0,12 2-5 15,35-2-10-15,4-2-17 0,8 0-26 0,5 0-36 16,5 2-26-16,-5-1-40 16,-7 1-29-16,-5 1-6 0,-1 5 18 0,-4-3 16 0,-30 0 12 15,-5-1 9-15,-8 1 18 16,-9-3 31-16,-19 0 30 0,-7 0 38 0,-8-1 24 15,-8 1 22-15,-6 0 13 0,-2-2 7 16,-4 0 3-16,0 2-6 0,1-3 2 0,-3 1 10 16,-1 2 3-16,0-1 6 0,-10 1-8 15,14-4-6-15,-14 4-10 0,16-2-14 16,-16 2 0-16,11-1-17 0,-11 1 3 0,11 7-16 16,-2 1-1-16,-6 6 0 0,1 8-7 15,-4 2-4-15,2 17 2 0,-2 2-1 0,0 14 5 16,-2 3 7-16,4-2 11 0,0 0 3 15,0-1-3-15,-2-9-1 0,0-3 8 0,0-3-9 16,-4-3 34-16,4-8-20 16,-2-6 3-16,0-4-7 0,0-3 4 0,1-1-2 15,1-5 6-15,0 1-8 0,-2-1-5 16,-2-2 0-16,2-1-3 0,-3 1 3 0,4 2-10 16,-5-2-4-16,2 0-5 0,-1 0-8 15,-1 1 1-15,-4-1-6 0,5 2 0 16,-5 0-2-16,3-4-3 0,1 3-1 0,-2-3-2 15,3 2 0-15,-5-5 0 0,2 2 0 16,1 0 1-16,-4 0 0 0,0 0 1 0,2-2-3 16,0 3 5-16,-3-6-5 0,5 4-3 15,-5-2 6-15,3 0-7 0,-1 2 2 16,1-3 4-16,-2 1 2 0,1-2 8 16,0 2 4-16,10-4 3 0,-15 6-1 0,15-6-3 15,-11 2 1-15,11-2 11 0,-10 4 14 16,10-4-1-16,-10 2-53 0,10-2-1 0,0 0 0 15,0 0 0-15,-9 4 0 0,9-4 0 16,0 0 0-16,0 0 0 0,-9 5 0 0,9-5 0 16,0 0 0-16,0 0 0 0,0 0 0 15,-14 0 0-15,14 0 0 0,0 0 0 16,-17 4 0-16,17-4 0 0,-17 2 0 0,4 0 0 16,-3 0 0-16,-2-2 0 0,-6 0 0 15,-2 2 0-15,-16-2 0 0,-6 0 0 16,-6 0 0-16,-16 0 0 0,-5 0 0 15,0 0 0-15,-9 0 0 0,-1 0 0 0,-1 0 0 16,-4 0 0-16,4 0 0 0,0 0 0 16,4 0 0-16,3 0 0 0,0 0 0 0,5-2 0 15,1 0 0-15,8 0 0 0,14 0 0 16,4 2 0-16,0-4 0 0,6 4 0 0,-1 0 0 16,9 0 0-16,5 0 0 0,3 2 0 15,-5 0 0-15,3 2 0 0,-9 0 0 0,-1 4 0 16,-1 1 0-16,4-3 0 0,2 2 0 15,5 0 0-15,6-4 0 0,-2 4 0 16,2-1 0-16,0-2 0 0,4 2 0 16,3-4 0-16,2 2 0 0,-2-1 0 0,3-1 0 15,1-1 0-15,-2 0 0 0,12-2 0 16,-14 6 0-16,14-6 0 0,-11 4 0 16,11-4 0-16,-13 3 0 0,13-3 0 0,0 0 0 15,-11 4 0-15,11-4 0 0,-12 1 0 16,12-1 0-16,0 0 0 0,0 0 0 0,-13 2 0 15,13-2 0-15,0 0 0 0,0 0 0 16,0 0 0-16,-11-7 0 0,11 7 0 0,-2-13 0 16,2 2 0-16,0-4 0 0,2-7 0 15,4-14 0-15,1-6 0 0,4-12 0 16,1-6 0-16,-1-4 0 0,3-7 0 16,-1-21 0-16,9 3 0 0,-10 19 0 0,2 5 0 15,-1 3 0-15,-2 7 0 0,0 16 0 16,-4 3 0-16,-2 10 0 0,-1 6 0 0,0 3 0 15,-1 3 0-15,-3 2 0 0,3 1-5 16,-3 1-18-16,2 2 1 0,-2 2 0 0,2-1 7 16,-2 7 1-16,0-10 4 0,2 4-3 15,-2 6-2-15,2-10 3 0,-2 10 4 16,2-8-2-16,-2 8 1 0,1-5 2 0,-1 5 0 16,0 0-1-16,0-6 2 0,0 6 0 15,0 0 4-15,0 0-2 0,0 0-1 0,-1-10-2 16,1 10 1-16,0 0 6 15,0 0-6-15,0 0 2 0,0 0-9 0,-4-7-58 16,4 7-62-16,0 0-96 0,0 0-145 16,0 0-170-16,-14 17-212 0,7-11-78 0,-3 0 93 15,0 1-704-15,-3 0-896 0</inkml:trace>
  <inkml:trace contextRef="#ctx0" brushRef="#br0" timeOffset="99448.63">10237 13170 1533 0,'0'0'232'0,"-8"-4"-45"0,8 4-19 0,0 0-2 0,-5-7 25 16,5 7-12-16,-2-12-11 0,2 12-5 15,2-14 5-15,1 9-13 0,-1-5 0 0,4 0-2 16,-1 2-12-16,6-1-18 16,0 2-11-16,1 0-11 0,2 2-11 0,6 2-4 15,-2 1-12-15,4 2-7 0,-1 4-6 16,1 0-9-16,-1 2-8 0,0 2 0 0,-4 1-6 16,2 1-4-16,-7 0-5 0,0 0-3 15,-3 1-3-15,-2 1 0 0,-3 1 1 0,-4-3 2 16,0 2 7-16,-4-1 2 0,0 3 1 15,-3-2 8-15,-2-1 5 0,-3 4 2 16,1-3 0-16,-1-4 0 0,1 3 4 0,1-4 2 16,2 0 1-16,4-3 4 0,-3 2 7 15,3-1-2-15,4-5 6 0,-3 7-5 16,3-7 0-16,-6 7-7 0,6-7-3 16,2 10-3-16,3-5-7 0,-1 3 5 0,4 1-11 15,0 3-10-15,-1-2 8 0,3 4-17 16,-3-1-1-16,1 1 0 0,0 1-4 0,-3 2 0 15,1-3 1-15,-4-2 5 0,-2 3 5 16,1-1 8-16,-4-1 14 0,-7 1 11 0,3 0 19 16,-7-2 10-16,-1-1 7 0,-2 0-4 15,-3-1-4-15,2-3-8 0,-1 0-6 16,2-4-15-16,-1 1-2 0,-1-3-10 0,4-1-3 16,15 0-9-16,-25-5-14 15,12 2-20-15,1-1-50 0,5-2-62 0,1 0-94 16,1 0-133-16,3-1-153 0,2 7-205 15,6-14-119-15,-5 7 88 0,5 2-619 0,1-2-799 16</inkml:trace>
  <inkml:trace contextRef="#ctx0" brushRef="#br0" timeOffset="99864.53">10698 13176 3681 0,'-11'-6'-82'0,"1"0"29"0,-2 4 39 0,3-1 56 15,9 3 58-15,-15-6 32 0,11 3 14 0,4 3-9 16,-10-3-9-16,10 3-8 0,0 0 8 16,-5-8-7-16,5 8-15 0,0 0-11 0,16-10-7 15,-3 7-8-15,1-1-8 0,0 0-8 16,-1 4-7-16,-13 0-6 0,27 4-4 15,-10 2-8-15,-4 1-2 0,-2 5-3 0,1 3 7 16,-4 2-4-16,1 3 7 0,-2 3 10 16,-2 8 3-16,3 1 1 0,-5 2-5 0,-1-7 7 15,2 2-5-15,-2-4 0 16,-1 10-4-16,2-5-3 0,1-6-4 0,-4-4-6 16,4 3 0-16,-3-6-7 0,1-1 0 15,0-1-4-15,0-1-6 0,0-4-1 0,0 2 1 16,-2-5 2-16,2 1-12 0,-1-1-3 15,-1-2-1-15,0-5-27 0,0 9-48 0,0-9-70 16,0 0-88-16,0 0-112 0,0 0-127 16,0 0-211-16,0 0-24 0,0 0 83 15,0 0-417-15,0 0-509 0</inkml:trace>
  <inkml:trace contextRef="#ctx0" brushRef="#br0" timeOffset="100799.43">11291 13220 2714 0,'2'-15'-68'0,"-2"11"41"0,1-3 39 0,-1 1 26 0,0-3 30 0,0 9 28 0,4-15 37 16,-2 4 24-16,2 3 11 0,-2-4 7 15,-1 5 13-15,-1-1 13 0,3 0 5 16,-1-1-8-16,-2 9-18 0,2-10-15 15,-2 10-19-15,2-4-17 0,-2 4-10 0,0 0 6 16,0 0-7-16,0 0-6 0,3 27 10 16,-3-13-13-16,0 5-5 0,0 8 4 0,2-2 1 15,-2 10-17-15,4 2-5 0,0-1-4 16,-3-3-10-16,1-6-6 0,2-5-6 0,1-3 4 16,-3-1 4-16,1-1 6 0,1-3 5 15,0-3 12-15,-3-3 3 0,5 2 4 0,-1-3-7 16,6-4-13-16,-2 1-9 0,-9-4-6 15,23-6-4-15,-6 0-11 0,2-6-7 16,4-5-5-16,2-3-2 0,-1-1-6 16,-3-4-3-16,2-3 1 0,-4 3-3 0,-2-3-4 15,-1 4-4-15,-5 7-1 0,-2 2 1 16,-3 3 13-16,1 2-22 0,-4 3-1 16,1 0-3-16,-4 7-1 0,5-7 5 0,-5 7 3 15,0 0 4-15,0 0-9 0,0 24 8 16,0-10-4-16,-1 4-3 0,-3 5 1 0,2 2 0 15,0 1-1-15,0 0 4 0,2 2-7 16,0-3 1-16,0 0-1 0,-1 0 1 0,1-6-1 16,0-1 1-16,0-2-1 0,-2-2-9 15,2-2-2-15,0-2-9 0,0-2-64 16,0-1-55-16,0 0-77 0,0-7-101 16,2 7-131-16,-2-7-146 0,0 0-205 0,0 0 9 15,0 0 89-15,12-17-566 0,-6 5-725 16</inkml:trace>
  <inkml:trace contextRef="#ctx0" brushRef="#br0" timeOffset="101148.31">11967 13108 3644 0,'0'0'-42'0,"6"-4"41"0,-6 4 73 16,0 0 51-16,0 0 38 0,0 0 17 0,-8 29 17 0,3-12 11 0,-3 1 3 0,-2 11 12 15,1 3-13-15,0-2-5 16,-2 3-16-16,2 0-13 0,5 0-24 0,-3-8-10 16,3-4 3-16,3 1-28 0,-1-3-11 15,-1-5 12-15,9 1-2 0,-6-3-3 0,4 0-7 16,2-5-9-16,-1 1-6 0,7-4-12 16,-4-1-12-16,-8-3-1 0,16 0-6 0,-16 0 4 15,20-5-13-15,-11-2-5 0,-4-1 2 16,4-3-5-16,-6 1-5 0,1-3-3 15,2 0-2-15,-5 3-4 0,-1 0-7 0,-1 3-1 16,-7-1-6-16,1 4-6 0,-3-2 1 16,-1 4-8-16,-5 0-50 0,1 4-74 15,-2 2-102-15,-6 2-154 0,4 2-192 16,-44 15-328-16,46-17 96 0,4 0 86 16,5 0-624-16,6-5-797 0</inkml:trace>
  <inkml:trace contextRef="#ctx0" brushRef="#br0" timeOffset="102096.84">13227 10644 3672 0,'0'0'-55'0,"2"-6"51"0,-2 6 41 0,4-6 40 0,-4 6 33 0,0 0 20 15,2-6 20-15,-2 6 2 0,0 0 6 16,0 0-1-16,0 0 0 0,1-11-1 0,-1 11 1 16,0 0 5-16,0 0 16 15,0 0 29-15,0 0 16 0,0 0-4 0,22 13-2 0,-11-3-17 16,3 4-10-16,0-3 8 16,8 10-14-16,1-1-11 0,-3 6 5 0,10 4-5 15,3 3-10-15,1 5 4 0,5 3-9 16,1 2-11-16,11 11-147 0,4 4 0 0,-2-2 0 15,-1 3 0-15,0-3 0 0,-12-11 0 16,-3-1 0-16,1 4 0 0,-1-3 0 16,-3 1 0-16,-1-1 0 0,-6-2 0 0,-1 1 0 15,-2-1 0-15,-1 2 0 0,1 2 0 16,-5 2 0-16,3 2 0 0,3 4 0 0,-2 2 0 16,6 0 0-16,0-1 0 15,1 1 0-15,12 9 0 0,2 1 0 0,-8-13 0 0,11 6 0 16,-1 3 0-16,-6-17 0 15,-2-1 0-15,1-3 0 0,-3-4 0 0,-10-5 0 16,-1-7 0-16,-4-4 0 0,-7-5 0 16,-3-5 0-16,-2-2 0 0,-1-1 0 0,0-1 0 15,-3-1 0-15,1 0 0 0,-3 0 0 16,2-2 0-16,1-2 0 0,-6-3 0 0,3 7 0 16,-3-7 0-16,6 5 0 0,-6-5 0 15,3 6 0-15,-3-6 0 0,0 0 0 0,0 0 0 16,0 0 0-16,0 0 0 15,0 0 0-15,0 0 0 0,-36-11-630 0,25 8-372 0,-2 1 104 16,0 2-1027-16,-5-2-1347 16</inkml:trace>
  <inkml:trace contextRef="#ctx0" brushRef="#br0" timeOffset="102515.1">14084 12915 4984 0,'2'-12'-10'0,"0"2"60"0,2 1 55 0,-2 1 45 0,-2 8 49 0,2-10 31 0,-2 10 8 0,1-7-17 16,-1 7-22-16,0 0-19 0,0 0 5 0,0 0 8 15,0 0-6-15,20 34-6 0,-13-4-7 16,2 6-4-16,-2 3-3 0,-2 4-17 0,5 10-11 16,-5 0-40-16,4 1-99 15,-6-9 0-15,1 7 0 0,0-10 0 0,-3-3 0 16,-1-2 0-16,2-10 0 0,-2-4 0 0,0-3 0 15,2-5 0-15,-2-1 0 0,0-2 0 16,0-2 0-16,0-1 0 0,0-1 0 16,0-8 0-16,0 9 0 0,0-9 0 15,0 0 0-15,0 0-167 0,0 0-461 0,-11-26-181 16,7 12-98-16,1-1 94 0,-4 0-842 16,2-2-1093-16</inkml:trace>
  <inkml:trace contextRef="#ctx0" brushRef="#br0" timeOffset="103565.61">14151 12700 4461 0,'-13'-5'-120'0,"1"0"28"15,5 0 37-15,-1 2 58 0,5-1 53 16,3 4 45-16,-11-5 22 0,11 5 13 15,0 0 1-15,0 0-10 0,0 0-7 0,18-12-12 16,5 8-11-16,15 0-5 0,10 0-10 16,13-1-8-16,9-2-9 0,8 0-14 0,2-1-7 15,6 1-23-15,18-3-30 16,-18 4-20-16,0 0 0 0,2 0 3 0,2 3 0 0,-3 1-2 16,-1-1 0-16,-3 3-1 15,0 0 9-15,-3 0-2 0,-6-3 5 0,5 3-11 16,-7-2 12-16,0 0-7 0,-3-2 15 15,-4 2 7-15,-3 2-7 0,-12-2 14 0,-3 2 14 16,0-4 10-16,-2 6 6 0,-1-2 2 16,-8 0 5-16,-7 2 4 0,-2-2 8 15,-7 0 11-15,-1 2 1 0,-4-2-4 0,-1 4-3 16,-1-2-4-16,-1 2-5 0,-1 2-3 16,0 3 5-16,-1 1-11 0,-2 4-4 15,-1 5-3-15,0 1-4 0,0 14 12 16,0 6 44-16,4 13 38 0,1 3 6 0,-4 6 4 15,7 7 47-15,0-3 14 0,5 1-12 16,-4 2-3-16,0-5-6 0,4-1-7 0,-6-8 5 16,-1-7-16-16,-3-15-72 0,-2-7-85 15,-3-5 0-15,1-5 0 0,-2-3 0 0,-3 0 0 16,3-5 0-16,-4 1 0 0,5-2 0 16,-5-7 0-16,2 10 0 0,-2-10 0 0,0 0 0 15,-11 10 0-15,4-7 0 16,-4 1 0-16,-5-1 0 0,0 3 0 0,-19 2 0 0,0 2 0 15,-4 1 0-15,-3-1 0 16,-12 7 0-16,-5-1 0 0,-4 0 0 0,1 1 0 16,-7 0 0-16,-4-3 0 0,-1 1 0 15,1-2 0-15,-1 0 0 0,0-1 0 0,-4-4 0 16,1-1 0-16,3 1 0 0,2 1 0 16,3-3 0-16,1 0 0 0,-1 2 0 0,-4-1 0 15,5 0 0-15,0 0 0 0,-1 0 0 16,2 0 0-16,0-2 0 0,3-2 0 0,1-1 0 15,11 1 0-15,1-3 0 0,-2 0 0 16,3 2 0-16,3-2 0 0,2-2 0 16,6 2 0-16,6-3 0 0,10 3 0 0,2 0 0 15,6-2 0-15,1 2 0 0,1-1 0 16,13 1 0-16,-19 0 0 0,19 0 0 16,-15 0 0-16,15 0 0 0,0 0 0 0,-19 0 0 15,19 0 0-15,-11-2 0 0,11 2 0 16,-18 2 0-16,18-2 0 0,-13-2 0 15,13 2 0-15,-14 0 0 0,14 0 0 0,-13 0 0 16,13 0 0-16,0 0 0 0,-12 0 0 16,12 0 0-16,0 0 0 0,0 0 0 0,-16 0 0 15,16 0 0-15,0 0 0 0,0 0 0 16,-11 2 0-16,11-2 0 0,0 0 0 0,-12 0 0 16,12 0 0-16,0 0 0 15,0 0 0-15,-15 0 0 0,15 0 0 0,0 0 0 16,0 0 0-16,0 0 0 0,-14 0 0 15,14 0 0-15,0 0 0 0,0 0 0 0,0 0 0 16,0 0 0-16,0 0 0 0,0 0 0 16,0 0 0-16,0 0 0 0,0 0 0 0,0 0 0 15,0 0 0-15,0 0 0 0,0 0 0 16,0 0 0-16,-11 1 0 0,11-1 0 0,0 0 0 16,0 0 0-16,0 0 0 15,0 0 0-15,6 9 0 0,-6-9-460 0,0 0-548 0,0 0 76 16,0 0 113-16,0 0-872 0,0 0-1126 15</inkml:trace>
  <inkml:trace contextRef="#ctx0" brushRef="#br0" timeOffset="104564.67">14786 12959 4320 0,'7'0'-163'0,"1"-1"69"0,-8 1 70 0,0 0 65 0,17-4 55 0,-17 4 45 0,7-3 36 15,-7 3 30-15,0 0 10 0,12-4 14 0,-12 4-20 16,0 0-13-16,0 0 0 0,0 0-15 15,0 0-21-15,0 0-10 0,0 0-19 0,-37-3-11 16,17 5-12-16,1-1-13 0,-3 3 9 16,-2 1-9-16,1 0-14 0,2 2-8 0,-1-2-10 15,6 0-5-15,1 0-7 16,3-1-3-16,1-3-2 0,1 3-6 0,1-1-6 0,9-3-7 16,-15 5 3-16,9-1-9 15,6-4 0-15,-10 8-4 0,3-3 1 0,3 3-3 16,1 1-5-16,-6 3 3 0,8 0-4 15,-5 5 0-15,6-3 1 0,0 1 5 0,4 3 3 16,-1 3 4-16,11 6 23 0,1-1 5 16,4 0 9-16,5-4 5 0,0-2 1 15,7 3-4-15,-1-5-4 0,-1 2-3 0,-1-4-51 16,-1 1-5-16,-4 0 0 0,-6-5 0 16,-2-2 0-16,-3-1 0 0,-3 1 0 15,0-4 0-15,-3 2 0 0,1-1 0 0,-6 3 0 16,-1-2 0-16,0 1 0 0,-4-1 0 15,-2 2 0-15,1-1 0 0,-5 1 0 16,-2-2 0-16,-1 0 0 0,2-2 0 0,-2 1 0 16,-2-3 0-16,-3 1 0 0,5-4 0 15,-1 1 0-15,1-2 0 0,-2 0 0 0,4 0 0 16,-3-2 0-16,14 2 0 0,-20 0 0 16,9-1 0-16,11 1 0 0,-13 0 0 15,13 0-264-15,-13-2-292 0,13 2-120 16,-1-5-141-16,1 5-25 0,0 0 81 0,16-15-693 0,-3 7-903 15</inkml:trace>
  <inkml:trace contextRef="#ctx0" brushRef="#br0" timeOffset="105013.97">15313 13063 3680 0,'12'-5'-182'0,"-3"2"51"0,1 0 40 0,-10 3 42 0,14-2 36 0,-14 2 29 0,0 0 35 0,12 8 30 0,-12-8 39 0,2 14 25 0,-4-2 12 16,-5 4 6-16,0 2 12 16,-7 11 4-16,-3 0-3 0,1-2 0 0,2 0-9 15,-2 1-6-15,1-3-25 0,6-4-10 0,2-4-8 16,6-2-8-16,1-1-8 0,1-2-9 15,8 1-8-15,0-1-26 0,8-2-34 16,-2-3-33-16,7-3-22 0,-4-2-14 0,0 0-1 16,-4-2 5-16,-14 0 12 0,25-6 12 15,-15 1 18-15,-6-1 21 0,-4-2 17 16,-6-7 12-16,-5 1 20 0,-14-11 14 16,-11-6 13-16,-4-2 7 0,-4 1 14 15,-3 0 29-15,0 3 11 0,0 4 9 0,5 4 3 0,11 5-3 16,4 0-3-16,9 5-4 15,2 1-2-15,7 4-1 0,4-2-16 0,3 3-18 16,5-5-23-16,8 0-48 0,7 0-65 16,14-1-89-16,3 3-92 0,2-1-90 0,8 4-110 15,4 0-108-15,-1 3-127 0,1 2-201 16,-1 5 59-16,5 4 87 0,-13 1-587 0,0 3-729 16</inkml:trace>
  <inkml:trace contextRef="#ctx0" brushRef="#br0" timeOffset="105846.82">16015 12993 3749 0,'0'0'33'0,"0"-8"5"0,0 8-7 0,4-9 27 0,3 4 27 0,-3 2 6 0,2-1-2 0,-6 4-9 16,15-1-2-16,-15 1 0 0,11 6 1 15,-3 0 13-15,-2 6 15 0,-2 3 11 0,0 2 9 16,-6 2 10-16,-2 3 21 16,-6 9 13-16,-1 0 29 0,-2-3 8 0,-3-2 6 15,7-3-7-15,1-5-6 0,-2-5-18 16,3 1-13-16,3-5 1 0,1 1-2 0,1-2-5 16,0-3-8-16,6 2-13 0,-4-7-11 15,14 5-11-15,0-5-21 0,-14 0-14 16,33-6-17-16,-17-3-11 0,4 0-18 0,-6-1-40 15,-2 0 0-15,0-4 0 0,-7 2 0 16,-1-3 0-16,-6 1 0 0,-4-5 0 0,-8-4 0 16,-6-2 0-16,-3 4 0 0,-2 3 0 15,-1 0 0-15,0 3 0 0,2 5 0 16,5 1 0-16,2-1 0 0,4 5 0 0,3 0 0 16,1-1 0-16,4 3 0 0,-4-2 0 15,9 5 0-15,-2-9 0 0,2 9 0 16,16-8 0-16,1 3 0 0,0-1 0 0,8 3-526 15,-1 0-198-15,5 1-208 0,10-1 77 16,-7 3 103-16,-2 0-745 0,8 1-944 0</inkml:trace>
  <inkml:trace contextRef="#ctx0" brushRef="#br0" timeOffset="106163.27">16487 12944 4109 0,'2'-7'-17'15,"-2"7"31"-15,0 0 52 0,0 0 55 0,0 0 51 16,-27 26 27-16,7-6 24 0,-3 4 9 16,-2 2 9-16,-2 8-4 0,0 3-3 0,4-2-12 15,1-6-12-15,5 0-15 0,2 1-14 16,7-4-19-16,0-8-14 0,4 1-11 0,3-2-13 16,1-3-11-16,0-1-14 0,3 3-11 15,5-4-24-15,-2-3-31 0,2-1-17 16,-1-3-11-16,0 0-2 0,2-1 2 0,-4-4 3 15,-5 0 0-15,0 0-6 0,0 0 6 16,0 0 4-16,9-14 4 0,-12 6 5 16,-5-3-3-16,-2-3 3 0,-1 1-8 0,0-1-8 15,-5 0 0-15,3 3-18 0,-6 0-81 16,2 3-130-16,-4 1-167 0,-2 2-216 0,4 1-271 16,-2 4 66-16,0 0 105 0,2 0-669 15,-2 4-831-15</inkml:trace>
  <inkml:trace contextRef="#ctx0" brushRef="#br0" timeOffset="107263.68">16535 10636 3594 0,'-10'-21'-83'0,"3"3"21"0,1 1 24 0,-1 2 17 0,1 1 43 0,-2-4 39 0,3 3 29 15,-1 1 28-15,2-1 29 0,2 4 10 0,-1 2-9 16,-2 1-14-16,3 1-8 0,2 2-8 16,0 5-5-16,7-5-1 0,-7 5 1 0,16 0-7 15,-16 0-6-15,33 10-9 0,-10-2-8 16,7 6 0-16,4 2-3 0,8 2-3 0,4 1-8 15,2 3-7-15,5-1-8 16,2-2-5-16,1 5-3 0,-1-1-4 0,6 0-4 16,4 5-6-16,19 4-3 0,4 1-3 15,3-2 1-15,1-2-4 0,-3 4-3 0,-2 5-2 16,6-8-2-16,0 1 0 0,-6 2-2 16,-1-4-1-16,-20-7-2 0,2-1-1 15,-6-1 3-15,-1-2-4 0,-2 0 25 16,-1-3 13-16,-6-1 8 0,-2 1-2 0,6-2-2 15,-1-1-6-15,1 0-6 0,8 0-6 16,6 2-4-16,6 0 2 0,31 2-6 0,1 4-2 16,5 2-3-16,4 2-4 0,3 3 2 15,-4 0-5-15,2 2-1 0,-6 0 1 16,-1 0-7-16,-7-2-1 0,-8-3 3 0,-22-9 3 16,-9 4-2-16,-8-7-3 0,-12 0 4 15,-6-3-2-15,-4-1 47 0,-9-3 21 0,-4-1 17 16,-6-1 11-16,2 1 13 0,-7-3 15 15,0 1-16-15,-1 0-10 0,-1 0-11 0,-1-1-10 16,-8-1-11-16,14 3-13 0,-14-3-13 16,9 1-58-16,-9-1-77 0,0 0-109 0,7 3-122 15,-7-3-156-15,0 0-195 16,0 0-181-16,0 0 79 0,0 0 83 0,0 0-613 0,-20 10-759 16</inkml:trace>
  <inkml:trace contextRef="#ctx0" brushRef="#br0" timeOffset="108148.46">20065 12369 3616 0,'0'-12'9'0,"0"2"58"0,1 0 42 0,-1-1 47 0,0 2 36 0,2-3 37 0,2 3 32 16,-2-2 49-16,0 2 23 0,-1 3-13 15,-1 6-20-15,2-14-30 0,1 9-26 16,-3 5-27-16,0 0-6 0,0 0 35 16,0 0 2-16,17 29-10 0,-10 6-13 0,9 13 2 15,-7 1-64-15,3 2-163 0,-1 4 0 16,0-3 0-16,1 0 0 0,1-5 0 0,1 1 0 16,-5-10 0-16,0-2 0 0,2-2 0 15,-6-2 0-15,3-7 0 0,-5-4 0 16,1-6 0-16,0 1 0 0,-2-6 0 15,-1 0 0-15,4-1 0 0,-1-3 0 0,-2 1 0 0,-2-7 0 16,1 7 0-16,-1-7 0 16,0 0 0-16,0 0 0 0,0 0 0 0,10-19 0 15,-9 13 0-15,-1-3 0 0,-1 0-282 16,1-3-546-16,-2 2-122 0,-2 0 92 0,2-2-935 16,0 0-1223-16</inkml:trace>
  <inkml:trace contextRef="#ctx0" brushRef="#br0" timeOffset="108451.21">20647 12428 5186 0,'2'-14'-18'0,"0"4"55"0,2 3 41 0,-4 7 27 15,3-11 14-15,-3 11 14 16,2-6-4-16,-2 6-7 0,0 0 67 0,0 0 16 15,0 0-8-15,11 34-6 0,-10-14-17 16,3 4-5-16,5 10-16 0,2 3-15 0,-4-4-15 16,-2 1-11-16,1-2-9 0,-1-6-12 15,-2-4-11-15,-1-3-8 0,2 0-7 0,0-4 2 16,-3 2-8-16,-1-5-3 0,2 1-6 16,-2-3-44-16,4-2-6 0,-4-1 0 15,2 1-28-15,-2-2-115 0,2 0-89 16,-2-6-114-16,1 5-146 0,-1-5-146 0,0 0-192 15,0 0 34-15,0 0 88 0,0 0-645 16,0 0-808-16</inkml:trace>
  <inkml:trace contextRef="#ctx0" brushRef="#br0" timeOffset="109029.1">20762 12429 3531 0,'-4'-7'-79'0,"3"1"55"0,-3 2 48 0,4 4 48 0,-9-8 52 15,9 8 24-15,-3-7 18 0,3 7 9 0,-6-5 6 16,6 5 21-16,0 0 15 16,-21 13 1-16,10 1-4 0,-7 13 2 0,5-1 9 15,-1 6-6-15,2 1-3 0,2 2-7 16,7 2-3-16,1 0-13 0,2 0-9 0,5-4-12 15,3 1-14-15,3-1-14 0,5-2-11 16,-2-4-16-16,6-4-9 0,-1 1-6 0,-2-9-9 16,0-5-8-16,5-1-6 0,-6-6-6 15,5-2-6-15,0-4-44 0,4-2-23 0,3-5 0 16,-1-5 0-16,-2-2 0 0,-2-2 0 16,-2-8 0-16,-8-2 0 0,0-7 0 0,-1-15 0 15,-2-2 0-15,-7-3 0 0,-5 9 0 16,-1 3 0-16,-5 5 0 0,-6 0 0 15,0 7 0-15,-6 4 0 0,-5 3 0 16,0 8 0-16,-5 5 0 0,1 7 0 0,7 3 0 16,-1 2 0-16,0 5 0 0,0 1 0 15,3 2 0-15,-2 4-146 0,7-1-215 0,3 3-103 16,3 0-114-16,6-1-148 0,3 0-108 16,1-2 77-16,7 3-714 0,3 3-919 15</inkml:trace>
  <inkml:trace contextRef="#ctx0" brushRef="#br0" timeOffset="109479.45">21092 12434 4353 0,'2'-8'76'0,"0"3"34"0,-2 5 40 0,1-9 30 0,-1 9 10 15,0 0 4-15,0 0 52 0,0 0 11 0,0 0-18 16,11 21-13-16,-7-8-20 0,3 1-14 15,-4 3-18-15,1 0-16 0,2 3-12 16,-3-4-18-16,7 4-15 0,-2-4-9 0,-3 0-9 16,3-5-7-16,-3 1-3 15,4-4-7-15,-4 1-5 0,4-5-5 0,2 2-10 16,-2-4-4-16,-9-2-3 0,25-2-9 16,-10-4-2-16,2-3-23 0,5-9-17 0,1-2 0 15,-1-3 0-15,-1 2 0 0,-5 0 0 16,-2 7 0-16,-4 1 0 0,-3 5 0 0,-2 1 0 15,-1 4 0-15,-4 3 0 0,0 0 0 16,0 0 0-16,12 25 0 0,-12-7 0 0,4 5 0 16,-4 4 0-16,0 0 0 0,0 10 0 15,0 1 0-15,2 2 0 0,1-1 0 0,1-3 0 16,4-1 0-16,0-4 0 0,-3-6 0 16,1-2 0-16,-2-8 0 0,-3 0 0 15,3-4 0-15,1 1 0 0,-3-5 0 16,1-2 0-16,-3-5 0 0,6 5 0 0,-6-5-4 15,0 0-337-15,0 0-114 0,0 0-133 16,17-12-154-16,-15 8-106 0,-2 4 85 16,0-8-750-16,0 8-960 0</inkml:trace>
  <inkml:trace contextRef="#ctx0" brushRef="#br0" timeOffset="109846.84">21983 12451 4557 0,'-1'-13'162'0,"-1"3"52"0,2 1 50 0,-2 2 37 0,2 7 36 0,0-10 12 0,0 10-9 0,0 0-24 16,2-10-34-16,-2 10-13 0,0 0 11 15,0 0-10-15,15 27-20 0,-11-6-250 0,5 14 0 16,-1 2 0-16,0 2 0 0,-1 11 0 16,-1-7 0-16,-1 0 0 0,-3-1 0 0,-2 0 0 15,0 1 0-15,0-4 0 16,-2-1 0-16,2-9 0 0,0-7 0 0,0-1 0 16,0-2 0-16,0-6 0 0,0-1 0 15,0-2 0-15,0-1 0 0,0-1 0 0,2 1 0 16,-2-2 0-16,2-2 0 0,-2-5 0 15,6 3 0-15,-6-3 0 0,0 0-141 0,15-12-830 16,-11 2 12-16,2 0 112 0,-1-4-946 16,4 0-1223-16</inkml:trace>
  <inkml:trace contextRef="#ctx0" brushRef="#br0" timeOffset="110131.27">22340 12530 4696 0,'0'-14'66'0,"2"3"81"0,-2 0 76 0,0 3 56 16,0 8 41-16,2-10 24 0,-2 10 6 16,2-9-23-16,-2 9-1 0,0 0 24 0,0 0 1 15,13 22-24-15,-5-5-242 0,3 12-85 16,-1 6 0-16,-3 0 0 0,3 4 0 0,-7 0 0 16,5 0 0-16,-5 2 0 0,-2 0 0 15,1 2 0-15,-2-4 0 0,0-2 0 16,0-7 0-16,0-5 0 0,2-5 0 15,-2-1 0-15,2-2 0 0,-2-5 0 0,2 0 0 16,-2-1 0-16,2-3 0 0,-1-2 0 16,7-2 0-16,-8-4-309 0,0 0-705 0,27-12 84 15,-13 2 104-15,0-3-913 0,9-8-1170 16</inkml:trace>
  <inkml:trace contextRef="#ctx0" brushRef="#br0" timeOffset="110479.68">22845 12634 4546 0,'-6'-8'37'0,"0"4"52"15,6 4 23-15,0 0 51 0,0 0 42 0,-18 12 40 16,9-4 14-16,-2 7 7 0,0 1-10 16,1 3-10-16,3 1-18 0,-2 9-21 0,0-3-19 15,7-4-15-15,1 1-18 0,2-1-15 16,1 1-11-16,7 0-14 0,-2-4-16 0,11 5-21 15,-6-8-32-15,3-4-28 0,3-2-22 16,5-3-14-16,-5-4-3 0,5-3-6 0,1 0 9 16,0-3-1-16,-3-4 12 0,6-5 7 15,-2-5 18-15,-4-6 10 0,-5-2 9 16,2-9 7-16,-3-12 2 0,-5-3-2 0,-5-2-4 16,-5 8-5-16,-1 2-22 0,-9 0-13 15,-4 7 0-15,-10-5 0 0,-1 16 0 16,-8 5 0-16,-1 6 0 0,-4 7 0 0,-5 7-105 15,-11 8-126-15,1 7-103 0,-3 7-137 16,1 5-151-16,6 1-203 0,4-1 24 16,8 0 84-16,4 2-672 0,14-9-843 0</inkml:trace>
  <inkml:trace contextRef="#ctx0" brushRef="#br0" timeOffset="111630.11">19602 12364 3951 0,'-23'-7'-109'0,"-1"1"28"0,10 2 33 0,-2 1 42 0,5-1 57 0,4 1 31 0,-4 0 13 0,11 3-4 0,-1-8-5 15,1 8-9-15,30-11-12 0,25-3-7 16,17 0-4-16,41-5 0 0,23 2-12 16,15-4-7-16,12 1-40 0,63-4-17 0,13 0-17 15,7 2-22-15,-3 8-18 0,1 3-21 16,-2 1-10-16,-9 3-10 0,-54 3-3 16,-5 3 10-16,-5 0 13 0,-3-3 17 0,-13-1 27 15,-15 2 27-15,-7-6 27 0,-18 2 34 16,-29 0 41-16,-12-2 32 0,-10 3 30 15,-16-1 23-15,-8 0 16 0,-4 1 1 16,-7 2-11-16,-8 0-13 0,-2 1-13 0,-4 2-15 16,-2-1-18-16,3 4-11 0,-14-2-10 15,33 6-6-15,-17 0-11 0,6 6-2 0,1 5-11 16,-2-4-6-16,-3 8-4 0,4-1-6 16,-6 3-4-16,2 2-7 0,-7 3 3 0,-5-3-6 15,-4-1-3-15,-2 12-4 0,-4 3 5 16,-4 3-3-16,-3 8 0 0,-1 1-1 0,3-1 7 15,0 2 7-15,5-9-1 0,-3 1 5 16,4-1-3-16,1 1-2 0,2-1 5 16,0-2 23-16,2 6 8 0,0-6-9 0,-1-3-7 15,6 3-1-15,-5-12-4 0,0-5-3 16,-1 0-13-16,-1-7-4 0,0 1 1 0,-1-1-2 16,-1-3 2-16,0 5 1 15,-5-5-9-15,0-1 12 0,-6 5 2 0,-6 1 14 16,-4 0-22-16,-8 0 5 0,-9 1-1 15,-7 1-2-15,-8-3-11 0,-8 0 9 0,-10-5-1 16,-28 6 17-16,-8-3 6 0,-4-3-13 16,-16 3 4-16,-7 3 11 0,-11 2-9 0,-17-4-3 15,-46 9-1-15,-5 1 6 0,49-7 5 16,1-1 4-16,-4 0 0 0,15-2-6 0,11 1-8 16,4-3-1-16,16-1-10 0,2-1 0 15,12-1 0-15,25 0-8 0,10-3-1 0,2 3-3 16,1 0 2-16,7-3-4 15,-3 5 2-15,2-2-6 0,4 3 3 0,-3-5-3 0,3-1-5 16,2-2 8-16,12-2-5 16,4-1 1-16,2 0 0 0,14-2 1 0,4-2 16 15,1 0 2-15,5-4-2 0,0 1 6 16,1-4 1-16,5-1-2 0,-2-6 1 0,1 0-5 16,1-4-4-16,2-1 5 0,3-1-10 15,-4-9 1-15,3 4-2 0,2 2-1 0,0 1-3 16,1-2-4-16,2 2-4 0,-1-1-2 15,1 1-14-15,-2-1-35 0,0 4-36 16,3 0-31-16,-3-5-52 0,-3 3-56 16,5-2-63-16,1 4-100 0,1-1-96 0,0-4-107 15,1-2-205-15,8-6 55 0,2-2 79 16,7 1-527-16,10-6-653 0</inkml:trace>
  <inkml:trace contextRef="#ctx0" brushRef="#br0" timeOffset="111963.7">21524 12230 3560 0,'0'-20'95'0,"4"2"22"0,0 7 30 0,-3-1 22 0,6 3 12 0,-3 2-1 0,-1 4-4 0,-3 3 7 16,0 0 15-16,25 13 9 0,-16 5 10 0,4 13-2 16,3 15-1-16,1 9-4 0,-5 3-7 15,1 2-16-15,-3 0-11 0,3 0-14 0,-4-3-15 16,1-2-10-16,-1-4-13 0,2-2-13 16,-4-8-11-16,0-4-10 0,-1-2-10 15,-2-6-7-15,-3-6-12 0,1 0-24 0,0-5-57 16,-2-4-61-16,0 1-82 0,2-1-86 0,-2-3-132 15,-2 0-150-15,-2-2-199 16,3-2-74-16,-5 1 86 0,2-6-670 0,4-2-840 16</inkml:trace>
  <inkml:trace contextRef="#ctx0" brushRef="#br0" timeOffset="112828.68">19478 10410 3947 0,'-20'-11'-100'0,"3"2"25"0,4 1 26 0,4 1 44 0,-1 1 34 0,0 0 40 0,3 0 18 0,1 4 18 16,3-3-4-16,3 5-10 0,2-12-9 16,7 4-5-16,7 0-7 0,18 0-3 0,7 1-11 15,20 5-4-15,9 2-3 0,13 6-2 16,28 9-7-16,12 2-4 0,10 5-4 0,16 2-4 16,55 10-1-16,13 0-10 0,18 2-8 15,4 0-6-15,15-1-5 0,7-5 2 0,8 2-1 16,0-5 1-16,-4-1 1 0,0-4 0 15,-3-1-3-15,-8 1 3 0,-14-2-3 0,-8-6 2 16,-9 1-10-16,-51-3-15 0,2-1-16 16,-4 0-21-16,6 1-16 0,0 0-5 15,-5 5 2-15,0-3 3 0,43 11 3 16,-60-4 7-16,-2 3 1 0,-5 5-1 0,2 0 8 16,-6 5 4-16,-3-2 5 0,-2 2 1 15,0 1 7-15,-5 0 4 0,-6-4 10 16,-8 1 17-16,-7-6 21 0,-9 1 20 0,-12-6 21 15,-24-6 16-15,-6 0 13 0,-6-2 23 16,-12-5 17-16,-7-1 16 0,-7-2 15 0,-4-2 15 16,-7 1 21-16,1-1 11 15,-2 0 12-15,1 0-1 0,-6-2-4 0,2 3-9 16,-3-2-10-16,3-2-19 0,-4 1-19 16,-1 0-13-16,-9-1-16 0,15 2-24 0,-15-2-34 15,10 0-54-15,-10 0-50 0,9 3-68 16,-9-3-81-16,5 4-122 0,-5-4-150 0,0 0-213 15,0 0-65-15,-22 8 77 0,22-8-562 16,-19 4-689-16</inkml:trace>
  <inkml:trace contextRef="#ctx0" brushRef="#br0" timeOffset="113428.57">27005 11976 3775 0,'2'-10'212'0,"2"4"-2"0,-2 2-7 0,-2 4-15 0,0 0-14 0,0 0 38 15,0 0 27-15,-2 31 17 0,-4 4-1 16,-2 7-21-16,-3 16-17 0,0 2-19 15,-1 8-15-15,1-1-20 0,-1-1-14 0,1 1-6 16,1-1-13-16,0-6-7 0,3-2-14 16,0-4-8-16,-3-13-11 0,4-1-12 0,-2-5-4 15,1-5-10-15,2-7-14 16,-1-6-21-16,-1-3-18 0,6-3-38 0,-1-5-58 0,0 2-89 16,2-8-95-16,0 0-115 15,0 0-110-15,0 0-138 0,2-29-168 0,10-2 57 16,1-4 91-16,4-16-576 0,7-7-690 15</inkml:trace>
  <inkml:trace contextRef="#ctx0" brushRef="#br0" timeOffset="113996.54">27343 11763 3639 0,'-27'-6'66'0,"6"0"17"16,6 2 10-16,1-1 25 15,5 3 16-15,3-1-10 0,6 3-15 0,0 0-8 16,29-15-12-16,30 3-8 0,17 1-13 0,36-3-48 16,18 1-54-16,3-7-91 0,4 3-55 15,3-1 10-15,4-1 22 0,1 0 26 16,0 4 16-16,-4-1 16 0,-4 4 18 16,-13 5 22-16,-13 0 32 0,-30 6 24 0,-10-3 36 15,-22 1 25-15,-4-1 26 0,-13 4 17 16,-5 1 20-16,-2 5 26 0,-5 3 12 0,3 9 4 15,-4 5-6-15,-4 4-5 0,-3 6 2 16,-2 4-3-16,-5 4-4 0,-3 17-12 0,-2 1 5 16,0 5 24-16,0 0 18 0,2 0-22 15,-2 0-9-15,3-4-18 0,1-4-3 16,-4-13-5-16,-2-1-14 0,0-4-21 16,-1-4-9-16,-3-7-7 0,3-7-7 0,-1 1-10 15,-6-2-6-15,0-2 1 0,-8 4-15 16,-7-1 2-16,-5 2-7 0,-13-1-3 0,-10 4-4 15,-8-5-3-15,-12 1-4 0,-27 6 0 16,-9-2-4-16,-13 0 9 0,-13-2 4 16,-12 0-1-16,-9-5 14 0,-12-1 5 0,-1 1 0 15,-1-5 27-15,8-1 13 0,11 0-69 16,22-3-25-16,18-1 0 0,34 0 0 0,16-4 0 16,16 0 0-16,7 2 0 15,12-5 0-15,4-1 0 0,8 1 0 0,2 4 0 16,4-5 0-16,8 0 0 0,-5 6 0 15,5-6 0-15,0 0 0 0,0 0 0 0,0 0 0 16,18 6-68-16,-18-6-237 0,18 0-83 16,-18 0-103-16,16-6-107 0,-6 0-181 0,1 4-21 15,0-3 84-15,-2-1-660 0,-2 0-830 16</inkml:trace>
  <inkml:trace contextRef="#ctx0" brushRef="#br0" timeOffset="114328.58">27278 12204 4138 0,'-5'-17'129'0,"3"6"30"0,1 2 17 0,1 2 11 0,0 2-3 0,0 5-13 0,-2-7-19 0,2 7 11 15,0 0 39-15,0 0 16 0,8 23-7 16,-6-7-7-16,2 11-14 0,-3 6 1 0,1 3-12 16,2 3-16-16,-6-2-17 0,2 1-13 15,-2-2-11-15,0-6-11 0,2-6-12 16,-1 1-11-16,-1-7-9 0,2 2-17 0,-2-6-42 16,2 1-56-16,-2-3-57 0,-1 0-66 15,3-4-73-15,0-1-100 0,0-3-134 16,0-4-146-16,0 0-207 0,0 0 67 0,16-14 88 15,-9-1-599-15,11-14-722 0</inkml:trace>
  <inkml:trace contextRef="#ctx0" brushRef="#br0" timeOffset="114745.13">27587 12187 3365 0,'-6'-3'94'0,"6"3"33"15,-14-7 47-15,9 2 44 0,5 5 36 16,-12-7 23-16,12 7 24 0,-6-8-28 15,6 8-20-15,0-7-27 0,0 7-21 16,16-7-26-16,-3 5-17 0,2 1-20 0,4 1-15 16,0 0-16-16,2 1-7 0,-2 1-14 15,0 2-7-15,-3-1-7 0,-3 2-14 16,-2 0-5-16,-3 2-2 0,-2 1 10 0,-4 1 5 16,-4 3 19-16,-4 2 18 0,-6 3 10 15,-2 6 18-15,-6 0 13 0,1 0 11 0,4-6-1 16,-1-4-30-16,9 1-128 15,-2-3 0-15,1 2 0 0,2 1 0 0,0 0 0 16,4-2 0-16,2 1 0 0,0 3 0 16,4-1 0-16,3 2 0 0,-4 3 0 0,5-5 0 15,-3 3 0-15,1-1 0 0,-3-1 0 16,4-1 0-16,-3-1 0 0,-3-1 0 0,1-1 0 16,0 0 0-16,-2-1 0 0,-2 0 0 15,0-1 0-15,-1-2 0 0,-4 3 0 0,2-3 0 16,-3-1 0-16,-1 0 0 0,-3-2 0 15,-3 0 0-15,1-3 0 0,-2 0 0 0,-4-4 0 16,-5-2 0-16,5-2 0 0,-1-4 0 16,0-6 0-16,2-4-722 0,9-4-251 0,10 5 82 15,2-4 101-15,12-7-848 16,4-2-1075-16</inkml:trace>
  <inkml:trace contextRef="#ctx0" brushRef="#br0" timeOffset="115028.49">27877 12104 4624 0,'-3'-7'51'0,"3"7"34"0,-9-7 50 0,9 7 53 0,-6-5 35 0,6 5 47 0,-5-5 4 15,5 5-20-15,0 0-24 0,0 0-5 0,0 0-9 16,0 0-16-16,0 0-16 16,0 0-16-16,37 10 4 0,-22 4 1 0,6 3-4 0,-1 3-2 15,-4 4 1-15,2 2-153 16,-3 4-15-16,-3 1 0 0,-3 2 0 0,-2 4 0 15,-1-2 0-15,0 3 0 0,-6-2 0 16,2-2 0-16,-2-5 0 0,2-2 0 0,-2-7 0 16,0 1 0-16,2-3 0 0,-4-2 0 15,4 1 0-15,0-4 0 0,-2 0-436 0,2-3-126 16,-1-5-83-16,-1-2-150 0,0-3-18 16,0 0 76-16,0 0-693 0,0 0-879 15</inkml:trace>
  <inkml:trace contextRef="#ctx0" brushRef="#br0" timeOffset="115213.53">27859 12486 4235 0,'-21'-3'84'0,"6"-1"56"0,-1 4 45 0,7-3 53 15,9 3 10-15,-18-1 22 0,18 1 1 16,-11-4-12-16,11 4-15 0,0 0-26 0,0 0-24 16,24-11-24-16,0 6-23 0,14-2-86 15,6-1-97-15,-5 2-88 0,10 0-93 0,-6-1-115 16,-2-2-123-16,-4 2-167 0,-2-1-133 15,-10 1 72-15,-9 2-589 0,0 2-732 16</inkml:trace>
  <inkml:trace contextRef="#ctx0" brushRef="#br0" timeOffset="115561.24">28388 11672 3967 0,'-5'-10'257'0,"-1"2"16"15,4 0 16-15,-1 2-14 0,3 6-11 0,-5-5-19 16,5 5-26-16,0 0 49 0,0 0 8 16,7 29-11-16,-2-8-17 0,6 16 1 0,3 10-11 15,1 10-14-15,-1 1-6 0,-1 5-17 16,-4 1-10-16,1 0-167 0,-1 1-24 0,1 0 0 15,-4 0 0-15,-4-5 0 16,0-2 0-16,-4-12 0 0,0-4 0 0,-4-2 0 16,2-6 0-16,2-8 0 0,-2-3 0 15,2-5 0-15,2-5 0 0,-1-1 0 0,1-1 0 16,0-1 0-16,-2-4 0 0,2 0 0 16,0-6 0-16,0 0-63 0,0 0-444 0,0 0-112 15,0 0-144-15,13-29-93 0,-5 9 77 16,-2-1-787-16,1 3-1008 0</inkml:trace>
  <inkml:trace contextRef="#ctx0" brushRef="#br0" timeOffset="115828.26">28668 12069 4716 0,'-2'-6'173'15,"1"-2"19"-15,1 1-8 0,0 7-14 0,0 0-23 16,0 0-5-16,0 0 36 0,0 0 5 16,0 0-4-16,5 28-18 0,0-11-16 0,-1 7-18 15,-3-1-10-15,1 2-9 16,0-1-10-16,0 2-11 0,0 0-9 0,-2-3-7 0,2 2-42 16,-4-4-52-16,2-1-56 15,0-2-66-15,0 0-72 0,0-2-98 0,0-3-99 16,0-3-117-16,0-1-158 0,2-4-35 15,-1 0 63-15,-1-5-525 0,8 4-651 0</inkml:trace>
  <inkml:trace contextRef="#ctx0" brushRef="#br0" timeOffset="116213.34">28824 12187 3532 0,'0'0'84'0,"0"0"33"0,-11-3 37 0,11 3 44 16,0 0 36-16,0 0 11 0,0 0-10 15,-13 8-11-15,13-8-20 0,-1 12-21 16,1-12-14-16,1 12-15 0,-1-5-18 0,4 0-12 16,0 0-5-16,0 1-15 0,1-2-7 15,-1-1-10-15,-4-5-6 0,12 8-7 0,-9-4-3 16,-3-4-14-16,13 4-3 0,-13-4-5 16,0 0 10-16,29-8-20 0,-17 0-9 0,1-1 19 15,1-3-20-15,-1-2 5 0,0-1 10 16,-3 5 31-16,-5 1 20 0,5 3 12 0,-5 0 0 15,2 0-10-15,-7 6-12 16,0 0-1-16,0 0 21 0,0 0-5 0,3 18-8 16,-3-5-9-16,-3 3-6 0,-1 5-63 15,-3 2-14-15,6 0 0 0,-3-1 0 16,0 1 0-16,2 0 0 0,1-3 0 0,-1-3 0 16,-2-1 0-16,4-3 0 0,0-2-163 15,0-1-107-15,2-2-45 0,0-1-73 0,3-2-59 16,3-3-63-16,-8-2-69 0,21-2-85 15,-8-3-61-15,4-2 59 0,10-10-512 0,2-3-644 16</inkml:trace>
  <inkml:trace contextRef="#ctx0" brushRef="#br0" timeOffset="116496.04">29269 12194 3082 0,'12'-22'-18'0,"-7"5"65"0,3 3 64 0,-5 2 42 16,-1 2 39-16,0 2 26 0,0 1 19 16,0 1 3-16,-2 6 0 0,0 0-18 15,-2-12 5-15,2 12 5 0,0 0 13 16,0 0 8-16,-20 4 3 0,20-4-2 0,-16 10-1 15,10-3-19-15,1 3-9 0,-1-1-10 16,5 3-9-16,-2 0-9 0,3 1-11 0,3 5-9 16,-2-3-15-16,3 3-17 0,0 3-145 15,-1 0 0-15,1 2 0 0,0 1 0 0,-1-1 0 16,-4 2 0-16,-1 2 0 0,-6 7 0 16,1-3 0-16,-7-2 0 0,-1-1 0 15,0-1 0-15,-6-4 0 0,4-3 0 0,-3-4 0 16,6-5 0-16,-6 0 0 0,4-4 0 0,-6 0 0 15,5-4 0-15,-3-2 0 16,0-1 0-16,-1-1 0 0,-1-2 0 0,-1-1 0 16,-1-1 0-16,-8-5-658 0,3 3-338 15,5 2 111-15,1 1-1037 0,-5 4-1344 0</inkml:trace>
  <inkml:trace contextRef="#ctx0" brushRef="#br0" timeOffset="131008.28">9410 9743 1543 0,'-21'2'649'0,"2"0"-246"0,3-2-120 0,2 0-50 0,2 0-20 0,-3-2 1 0,15 2-7 0,-20 0-9 15,11-1 2-15,9 1-9 0,-14-1-13 0,14 1-5 16,-11-3-16-16</inkml:trace>
  <inkml:trace contextRef="#ctx0" brushRef="#br0" timeOffset="135175.04">9736 9568 1384 0,'-23'-2'25'0,"3"-2"12"0,4 3 7 0,-2-1 21 0,3-1 25 0,3-1 19 0,0 2 21 0,-1 1 8 15,2-4 1-15,4 5-13 0,7 0-12 0,-11-4-6 16,11 4-9-16,0 0-11 0,0 0-6 16,18-8-9-16,6 6 1 0,13 0-11 15,13 2-3-15,17 0-6 0,5 0-1 0,10 0-10 16,6-1-3-16,26 1-4 16,-2-2-2-16,-19 0-3 0,2 2-6 0,18-2-2 15,0 2 1-15,-20-3-7 0,-3 0 1 16,1 1-5-16,-1 0 2 0,3 0-1 0,-3-1-4 0,0 1 0 15,-6-1-3-15,-3 1 0 16,1-3 0-16,-3 1 1 0,-4 0 2 0,2-2-6 16,-5 0 6-16,-2-1-4 0,3 0-3 15,-4 2 2-15,-1-3-6 0,1 1 2 0,2 3 2 16,-5-1-7-16,2 0 6 0,-2 1-2 16,-3-2 3-16,-10 4-1 0,-4-1-2 15,1 2-3-15,-3-1 1 0,0 2 0 0,-6-2 5 16,4 2-6-16,-6 0 0 0,5 0 2 15,-2-1 1-15,3 1 0 0,2-2 4 0,0-2-7 16,12-1 2-16,4 4 3 16,0-5-4-16,1 4 0 0,4-4 0 0,4 0-1 15,-4 1 5-15,1 2-5 0,2 0 3 16,-5-3-6-16,-1 3 1 0,1 0 6 0,0-1-2 16,0 1-2-16,3 1 4 0,-3 0-3 15,1 2-7-15,0-4-3 0,2 0 2 0,1 4-3 16,3-2-4-16,3-1 1 0,-2-1-4 15,2 1 2-15,1-1 0 0,0 1-2 0,2-1-2 16,0 1 6-16,0 3-1 0,0-3 2 16,-6 1 2-16,6 2-1 0,-1 0 2 15,2 0 2-15,4-2 2 0,-1 2 3 0,1 0 0 16,6-1 4-16,-1-1-5 16,3 0-2-16,24-3 10 0,1 2-7 0,-6-3 2 15,10 1-2-15,-7 2 1 0,4-4 4 16,-5 0-5-16,-3-3-5 0,-3-2-6 0,-1 2 0 15,0 0-4-15,-6-2-2 0,-15 1 3 16,13-3 7-16,1-4-3 0,5 3 0 0,-5 1 2 16,-1-3 0-16,-17 4 0 0,-4-1 7 15,4 2-5-15,-3 2 2 0,-4 1 1 0,-1-3 2 16,-3 1 1-16,-7 2 0 0,0-1 0 16,-4 3 3-16,-2-5 1 0,1 5-2 0,-13-2 2 15,10-1 1-15,-10 4 0 16,-2-3 4-16,-1-1 9 0,-2 1 16 0,-4 1 9 15,-3 0 13-15,-5 2 13 0,-4 0 0 16,-2 2 4-16,-1-1-6 0,-3-1-3 16,-2 3-2-16,4-2-8 0,-4 1-5 0,2 2-2 15,1 0-6-15,0 4-6 0,-4 4-2 16,6 6-5-16,0 7 12 0,-4 10 5 0,-4 10 11 16,-5 12-3-16,-5 6 3 0,-8 5 5 15,-4 6 11-15,-11 23 0 0,-5 0-2 0,-1 2 37 16,0 3 18-16,1-3-2 0,2 2 16 15,-1-7 9-15,10-17 3 0,0-1 12 0,3-5-1 16,2-4-13-16,-2-1-13 16,8-4-12-16,-3-13 8 0,4-3-12 0,2 0-9 15,0-13-6-15,2-3-2 0,-2-5-7 16,2-2 2-16,0-5 12 0,-2 0 6 0,2 0 4 16,-1-4 4-16,-1 1 3 0,0-1-11 15,0-4-7-15,0-4-9 0,-1 13-9 0,1-10-3 16,0-3-13-16,-2 9-8 0,2-9-7 15,-2 7-9-15,2-7-6 0,-4 6-1 16,4-6-7-16,0 4-7 0,0-4-8 0,0 0-3 16,-3 10-6-16,3-10 5 0,-11 4 1 15,11-4-9-15,-24 4-2 0,5-2-3 0,-4-2-7 16,-8 0-3-16,-14-2-1 16,-3 1 0-16,-15-4-8 0,-3 5 2 0,-4-2-3 15,-7 0 6-15,-3 4 3 0,-4 0-3 16,-2 0 2-16,1 6 0 0,-1-1 7 0,-19 6-4 15,23-4 3-15,-21 0-4 0,-2 6-1 16,3-5 5-16,-6 2-1 0,0 0 2 0,-4-2 1 16,-7 2-4-16,-3 0 6 0,4 0-2 15,-2 4-6-15,3-3 6 0,-1-1 1 0,5 0 4 16,4-1-3-16,4-1-5 16,3 3 3-16,18-5 6 0,-4-2-8 0,2 1 3 0,4 4-3 15,-1-8 7-15,0 3-6 16,-1-6 5-16,0 6-6 0,-1-4-3 0,-2 1 6 15,-3-1 2-15,0 2 4 0,-21-1 3 16,22 0-5-16,-3 1 1 0,6-2-3 0,3 0-1 16,1 2 1-16,5-2-3 0,0 2 8 15,2-2-3-15,3-2 0 0,4 3-2 0,-2-3-1 16,4 0 6-16,-1 2-12 0,1-2 8 16,-3 4-2-16,-4-2-3 0,1 2 5 0,-1-2-1 15,1 2 2-15,-2 2-4 0,1-3 2 16,0 3 1-16,-1-2-4 0,2 1-7 15,4 0-2-15,-3 1 5 0,4-4-4 0,1 3 8 16,1-2-5-16,2 0 2 0,-3-1 5 16,0 1-5-16,2 3 1 0,-1-1 13 15,0-2-16-15,2 2 8 0,4 1-2 0,-5-2-3 16,-1 3 5-16,2 0-6 0,0 3 4 16,-1-4-4-16,-2 0 5 0,0 1 3 15,1 0 5-15,0-2-1 0,1 3-2 0,-1-4-9 16,-3 1 0-16,2-1 3 0,-1-2 3 15,1 1-4-15,-1-3 4 0,3 2 1 0,-2-1-1 16,1 3-5-16,-1-2 8 0,1 0-22 16,2 2 21-16,1 3-4 0,-3-2-2 15,2 2 7-15,2 3-8 0,-3-4 1 0,2 2 6 16,1 1 5-16,0-3-4 0,2 4-4 16,0-3 1-16,2-1-5 0,9 0 9 15,3-1 0-15,-1 0-6 0,0-1-2 0,0-1-6 16,5-2 18-16,-4 2-4 0,5-1-4 15,-1 0-2-15,2 0 8 0,7 0-6 0,-10 3 1 16,4-2-6-16,-1 2 1 0,0 1 11 16,-1-1-6-16,1 0 2 0,1 0-2 0,-1-2-5 15,3 1 1-15,3-1 4 0,-4 2-1 16,10-1 1-16,7-2-3 0,4-1-3 0,4 1 4 16,-4-1 3-16,7 0 6 15,-2-1-9-15,0 3 1 0,11-3 0 0,-18 0-3 16,18 0 6-16,-14 1-3 0,14-1 7 15,-11 2-2-15,11-2-7 0,-16 0 0 0,16 0 2 16,-13 0-2-16,13 0 0 0,-13-6 10 16,3 4-5-16,3-5-4 0,-1-5 3 0,0-5 8 15,3-4-13-15,-3-15 6 0,5-3-2 16,-1-20-3-16,8-6 4 0,-4-10-6 0,1-8-1 16,-1-24-32-16,2-5-5 0,-4 0 4 15,-3-2 6-15,-1 3 1 0,-4 9 7 0,-1 6 1 16,2 23 6-16,-3 3-6 0,-1 6 7 15,1 4-2-15,-1 5 0 0,2 4 6 0,-5 4 3 16,7 11-5-16,0 3 4 0,4 1 3 16,-1 6-1-16,6 4 6 0,-1 5-6 15,-3 0-2-15,2 3 9 0,2 1-9 16,-4 1 0-16,4 4-47 0,0-1-47 0,0 9-45 16,-1-4-46-16,1 4-70 0,0 0-94 15,0 0-99-15,-6 21-134 0,6-6-141 0,-3 3 68 16,1 7-522-16,0-1-653 0</inkml:trace>
  <inkml:trace contextRef="#ctx0" brushRef="#br0" timeOffset="136508.26">2042 12729 1838 0,'8'-31'76'0,"-2"6"-10"0,0 3-6 0,-5 5-6 16,1 3-7-16,0 2-7 0,-2 3-12 0,-4 7-4 16,4 2 29-16,-32 21 40 0,-4 12 22 15,-18 20 29-15,-12 15 15 0,-7 15 20 0,-1 6 16 16,-3 1-4-16,11 4 4 0,5-4 20 16,10-8-20-16,10-5-5 15,18-19 0-15,10-2-1 0,10-13 17 0,10-1-8 16,12 5-12-16,12-2-4 0,12-9-23 0,11 1-13 15,20 1-13-15,-7-14-11 0,2-4-17 16,6-6-36-16,2-4-24 0,-1-3-51 16,2-5-74-16,-6 0-81 0,-2-6-83 0,-6-1-81 15,-10-4-87-15,-16-1-132 0,-8-2-148 16,-15-1 53-16,-7 2-376 0,-6-3-490 16</inkml:trace>
  <inkml:trace contextRef="#ctx0" brushRef="#br0" timeOffset="136757.47">2280 13418 2961 0,'0'0'-16'0,"0"0"15"0,0 0 34 16,22 12 37-16,-9-3 17 0,8 9 17 16,2 4 13-16,2 2 15 0,-3 2 3 0,9 6-14 15,-5 3-16-15,-2-6-3 0,0 6-10 16,-9-4-8-16,1 0-9 0,-7 0 1 0,-3 2-11 15,-3-6-1-15,-6-1-8 0,-3 6-12 16,-7-1-8-16,-1 2-39 0,-7-4-43 16,-5 6-73-16,3-8-91 0,0-3-110 15,-2-5-169-15,-2-2-120 0,13-7 54 16,-2-5-190-16,3-3-237 0</inkml:trace>
  <inkml:trace contextRef="#ctx0" brushRef="#br0" timeOffset="137939.62">2440 9912 2244 0,'0'-5'82'0,"0"5"2"0,-2-9-7 0,2 9 0 0,0 0-1 0,0 0 68 15,0 0 21-15,0 0-4 0,-7 23 20 16,3-5-10-16,1 3-4 0,-1 4-5 0,-2 6 11 16,0 4-4-16,0-4-12 0,1-7-12 15,-1-2-11-15,3-1-12 0,-1-4-11 0,-1-2-9 16,2 1-11-16,1-6-8 0,0 1-10 15,0-3-3-15,2-1 2 0,0-1 19 16,0-6 8-16,0 0-3 0,0 0-13 16,0 0-9-16,0 0-7 0,9-33-9 15,2 0-9-15,-2-5-1 0,8-5-11 0,2 2-3 16,-4 6-2-16,2 4-5 0,-1 2 0 16,0 8-12-16,0 5 1 0,-1 4-2 0,-1 5-1 15,2 4-5-15,0 3 1 0,4 1-3 16,0 7 0-16,-1 0-4 0,0 4 3 0,2 5-5 15,-2-2 2-15,-8 1 1 0,0 1-2 16,0 1 0-16,-2-1 1 0,-2-5 0 16,2-1 1-16,-4-3 4 0,1 2-1 0,-1-5 3 15,-5-5-1-15,0 0-1 16,20-12-2-16,-9-5 8 0,6-12-10 0,6-13 0 16,1-3 11-16,1-1-14 0,2 4-4 15,-2 4 0-15,-4 11 2 0,-4 2 0 0,-1 8-2 16,-3 9-3-16,-2 4 2 0,-1 8 2 15,1 3 1-15,-2 7 2 0,3 15 1 16,-3 3 2-16,-1 4-3 0,0 3 16 0,-4 6 0 16,1 7-2-16,-3-8 2 0,0-3 3 15,2-1-3-15,-1-4-4 0,1 0-2 0,1-9-2 16,0-5-7-16,-1-3-35 0,0-2-53 16,1-3-67-16,-1-3-77 0,1-3-94 15,2-4-107-15,-1-4-145 0,-6 0-136 0,14-10 63 16,-7 3-436-16,0-8-558 0</inkml:trace>
  <inkml:trace contextRef="#ctx0" brushRef="#br0" timeOffset="138191.84">3483 9578 3175 0,'6'-17'32'0,"-4"5"41"0,0 0-4 0,-1 7 0 0,-1 5 13 0,0 0 44 0,0 0 32 0,-5 32 8 0,-1 6 2 0,-4 13 6 0,-5 7-19 16,4 8-13-16,-6 25-8 15,1-1-13-15,-1 1-11 0,6-15-9 0,3-1-6 16,-1 1-14-16,3-4-11 0,4-3-6 16,2-8-25-16,4-3-38 0,0-14-43 15,1-3-52-15,1-9-68 0,0-4-78 0,-2-10-64 16,0-4-63-16,1-5-74 0,-1-6-100 15,1-1-37-15,-5-2-319 0,11-12-378 0</inkml:trace>
  <inkml:trace contextRef="#ctx0" brushRef="#br0" timeOffset="138441.93">3620 10270 2549 0,'12'-19'47'16,"-3"4"33"-16,-1 3 20 16,-3 4 20-16,2 2 14 0,-4 0 17 0,-3 6 13 0,11 0 27 15,-11 0 26-15,12 12 20 16,-6 1 10-16,1 9 8 0,-5-1 13 0,-2 4 15 15,0 4 9-15,-5 6-9 0,-3 2-2 16,-2-3-3-16,1-4-11 0,3-5-15 0,3-7-12 16,1-4-7-16,4 0-3 0,3-2-7 15,12-4-19-15,8-3-23 0,17-5-20 16,5-3-138-16,11-9-23 0,3-4 0 16,2-6 0-16,-6-3 0 0,-2 1-135 0,-1 0-186 15,-9 2-82-15,-2 2-77 0,-12 7-72 16,-2 1-117-16,-14 4-143 0,-7 6 74 0,-8 2-650 15,0 0-841-15</inkml:trace>
  <inkml:trace contextRef="#ctx0" brushRef="#br0" timeOffset="138908.54">1861 9900 3647 0,'4'-31'-61'0,"0"8"61"0,-4 4 39 0,0 2 24 0,-1 5 3 0,1 0 0 0,-3 3-11 16,3 9 52-16,0 0 37 0,-13 24 39 0,2 25 1 0,2 16 10 16,-4 29-16-16,4 12-12 15,3 3-21-15,10 3-13 0,2-6-7 0,3-3-12 16,4-5 6-16,6-6-17 0,1-5-8 15,-7-21-9-15,1-4-6 0,-1-4-12 16,-2-6-4-16,-1-12-15 0,-5-4-9 0,1-8-30 16,-4-6-37-16,1-7-30 0,1 1-38 15,-1-7-75-15,-3-2-103 0,0-7-100 0,0 0-106 16,0 0-152-16,-10-26-46 0,4 4 61 16,-1-15-350-16,-3-14-445 15</inkml:trace>
  <inkml:trace contextRef="#ctx0" brushRef="#br0" timeOffset="139123.51">1886 9921 2709 0,'-11'-21'-6'0,"-1"6"32"0,1 1 14 15,2 2 29-15,-2 2 38 0,4 1 27 16,1 1 25-16,3-1 9 0,-1 1-7 15,2 1-16-15,2 7-22 0,11-18-8 16,9 8-20-16,8-5-61 0,10-1-59 16,14-1-75-16,6 1-83 0,1 1-113 0,2-1-180 15,0 1-94-15,-3 3 61 0,-3-2-144 16,-3 5-150-16</inkml:trace>
  <inkml:trace contextRef="#ctx0" brushRef="#br0" timeOffset="139656.57">3807 8903 2036 0,'-21'0'89'15,"2"0"-5"-15,6-2-9 0,1 0-4 16,12 2 0-16,-13-1 18 0,13 1 24 0,0 0 6 15,0 0-8-15,32-12-13 0,6 0-6 16,18-5-9-16,8 0-10 0,3-3-6 16,21-7-7-16,-1-1 4 0,-20 7-16 0,-1-1 0 15,-6 2-4-15,-9 1-1 0,-13 7 19 16,-5 2 3-16,-10 3-14 0,-6 3 10 16,-6 6 12-16,1 3 17 0,-2 3-2 15,-3 3 7-15,0 3 1 0,2 3 13 0,0 12 18 16,2 3 0-16,7 14 11 0,-2 5 5 15,4 9 11-15,-3 3 2 0,7 24-11 16,-1 7 13-16,-3 8 7 0,-2 2 72 0,1 5-10 16,1-3-9-16,-2 1-22 0,2-3 2 15,-1-8 2-15,3-6 8 0,1-3 15 0,-5-22-21 16,0-4-13-16,2-5 13 0,-1-3-15 16,-2-7-164-16,-1-11-23 0,-2-4 0 0,-3-5 0 15,1-5 0-15,-6-6 0 0,1-1 0 16,-3-4 0-16,1-1 0 0,0-1 0 0,-3-1 0 15,2 1 0-15,-2-4 0 0,-2-4 0 16,3 10 0-16,-3-10 0 0,2 9 0 16,-2-9 0-16,2 6 0 0,-2-6 0 0,0 0 0 15,0 8 0-15,0-8 0 16,0 0-99-16,-15 4-666 0,1-4-211 0,-6 2 82 16,-1 1 104-16,-8 0-797 0,-12-1-1029 15</inkml:trace>
  <inkml:trace contextRef="#ctx0" brushRef="#br0" timeOffset="157703.62">7493 13302 280 0,'0'0'93'0,"0"0"-7"0,-2-8 5 0,2 8 5 0,0 0-11 0,-2-7-9 16,2 7-1-16,0 0 5 0,-2-5 0 0,2 5 2 15,0 0 2-15,0 0 2 0,0 0 5 16,0 0-4-16,0 0-1 0,-2-7-4 0,2 7 1 15,0 0 3-15,0 0 5 0,0 0 4 16,0 0 4-16,0 0 0 0,0 0-4 0,0 0-8 16,0 0-6-16,0 0 11 0,0 0 0 15,0 0-9-15,0 0-2 0,0 0 8 16,0 0 6-16,0 0-2 0,0 0 7 0,0 0 1 16,0 0 19-16,0 0 6 15,0 0-2-15,0 0-13 0,0 0-13 0,0 0-11 0,0 0-5 16,40 7-11-16,-27-9-1 15,1 0-7-15,-1 0-8 0,3 1-6 0,-3-1-2 16,-13 2-8-16,19-2 0 0,-12 0-9 16,-7 2 2-16,16-1-10 0,-16 1 1 0,0 0-5 15,18 1 2-15,-18-1-2 0,13 4 6 16,-13-4 1-16,12 9 2 0,-4-3 0 0,-3 3 11 16,4 3 1-16,-2 8 3 0,-1-1 15 15,-1 14 4-15,4 2-3 0,-6 0 3 16,1 2 7-16,-4 0 0 0,2 3-6 0,-6-5 3 15,4-4 1-15,0-4-6 16,0 2-4-16,0-6-5 0,2 3-4 0,0-7-2 16,0 0-3-16,-2-4-3 0,0-1-6 15,0-2 2-15,0-4 1 0,0 1 10 0,0-1 2 16,0-1 1-16,1 2-1 0,-1-9-8 16,0 9-3-16,0-9-7 0,0 0-8 0,0 0-3 15,0 0-39-15,0 0-53 0,0 0-62 16,0 0-95-16,0 0-112 0,0 0-130 15,0 0-185-15,0 0-42 0,-5-23 80 0,1 20-384 16,4 3-480-16</inkml:trace>
  <inkml:trace contextRef="#ctx0" brushRef="#br0" timeOffset="158019.94">7613 13650 2771 0,'-10'-7'-1'0,"1"0"32"0,1 0 34 0,4 4 42 0,-3-4 52 0,7 7 32 0,-8-7 9 15,8 7 2-15,-8-3-4 0,8 3 0 0,0 0 2 16,-2-9 0-16,2 9-19 0,8-13-15 16,6 6-18-16,13-8-11 0,3-1-14 0,4 1-15 15,13-2-10-15,3 0-11 16,-1 1-10-16,-1 2-7 0,-6 3-7 0,-7 2-5 15,-6 2-5-15,-9 1-10 0,-3 2-14 16,-4 1-7-16,-1 1-16 0,-4 0-20 16,-8 2-13-16,0 0-28 0,0 0-44 0,0 0-63 15,3 7-70-15,-3-7-78 0,0 0-99 16,-19 12-148-16,10-10-123 0,0 4 72 0,-3-4-357 16,-1 2-443-16</inkml:trace>
  <inkml:trace contextRef="#ctx0" brushRef="#br0" timeOffset="158436.51">7525 13319 2585 0,'-16'-5'11'16,"0"0"6"-16,2 0 17 0,3-1 5 15,2 2 55-15,-2-3 45 0,2 2 33 16,2-2 17-16,3 1-3 0,2 0-18 0,2 6-14 16,6-17-18-16,1 5-11 0,7 0-14 0,10-5-7 15,3 5-12-15,2-1-20 0,-5 5-7 16,1 2-10-16,-1 2-8 0,-10 1 2 16,4 3-5-16,-2 5-17 0,-2 1 7 15,-3 4-5-15,0 7-2 0,-4 3 1 0,-1 3-4 16,-5 13-3-16,-1 4 1 0,0 2 1 15,0 0 8-15,-5-1-3 0,3 0 1 0,2-3-5 16,2 1-5-16,3-2 1 0,-5-7 1 16,4 6-5-16,0-11-9 0,-1-4 9 15,3-3-4-15,1-1 2 0,-6-3 1 0,1-2-9 16,2-2-6-16,0 0-14 0,-3-1-27 16,1-4-54-16,2-3-103 0,-4-2-100 0,0 0-133 15,0 0-218-15,0 0 41 16,0 0 65-16,-2-25-241 0,0 9-272 0</inkml:trace>
  <inkml:trace contextRef="#ctx0" brushRef="#br0" timeOffset="158621.31">7545 13646 2431 0,'-7'4'159'0,"7"-4"59"0,0 0 60 16,0 0 32-16,0 0-5 0,0 0 8 15,19-17 1-15,8 1-43 0,7 3-21 0,2-1-30 16,13-5-22-16,-2 2-14 0,3 2-30 15,-13 3-54-15,4 2-77 0,-5 1-107 0,-11 2-136 16,-5 4-137-16,-4 1-161 16,-7 2-195-16,-9 0 57 0,6 7-426 0,-6-7-552 15</inkml:trace>
  <inkml:trace contextRef="#ctx0" brushRef="#br0" timeOffset="161469.72">2863 15881 3647 0,'0'-7'143'0,"0"7"37"0,0 0-9 0,0 0 18 0,0 0-27 0,0 0-31 15,0 0-10-15,0 0 47 0,0 0 12 0,0 0-2 16,-5 41 21-16,3-2 14 0,4 2-17 16,0 1-19-16,1 13-18 0,4 0-8 0,-2 2-7 15,1-3-16-15,1 0-5 0,1-5-13 16,-2-8-12-16,-4-3-8 16,2-4-10-16,-4-4-6 0,2-7-7 0,-4-4-7 0,0 1-8 15,0-3-9-15,-2-1-23 16,0-2-57-16,-2 0-92 0,1-5-122 0,-3-4-161 15,-2-3-206-15,10-2-252 0,-17-13 67 16,10-1 91-16,-1-7-520 0,0-12-694 16</inkml:trace>
  <inkml:trace contextRef="#ctx0" brushRef="#br0" timeOffset="161669.54">2618 16015 3661 0,'-19'-5'50'0,"2"1"51"0,2 2 49 15,3 1 52-15,12 1 35 0,-15-2 27 16,15 2 10-16,-12-6 0 0,12 6-14 16,-4-4-25-16,4 4-30 0,0 0-9 15,40-14-15-15,1 3-26 0,14-1-17 16,4-2-54-16,4-1-73 0,0 3-110 0,7-1-111 16,-9 3-123-16,-2 1-126 0,-14 5-147 15,-13 4-177-15,-8 4 71 0,-10 3-470 0,-7 3-648 16</inkml:trace>
  <inkml:trace contextRef="#ctx0" brushRef="#br0" timeOffset="161887.68">2583 16811 3172 0,'-16'14'51'16,"2"-2"37"-16,7-4 45 0,-1-1 47 15,2-5 44-15,6-2 41 0,-4 8 36 0,4-8 29 16,0 0 9-16,0 0-5 0,0 0-23 15,0 0-31-15,0 0-27 0,50-13-26 0,-18-1-30 16,6-1-44-16,3 3-80 0,2-6-140 16,2 1-159-16,-8 1-144 0,-1 3-141 15,-5-3-194-15,-1 3-77 0,-8 2 80 0,-6 2-505 16,-4 2-670-16</inkml:trace>
  <inkml:trace contextRef="#ctx0" brushRef="#br0" timeOffset="162237.23">3148 16390 3452 0,'2'-12'65'0,"-4"4"72"16,4 1 52-16,-2 7 49 0,2-9 35 16,-2 9 18-16,0 0 4 0,0-9-18 0,0 9 10 15,0 0-15-15,0 0-23 0,0 0-20 16,41 16-27-16,-27-7-19 0,3 1-13 0,-2 2-18 16,-3 0-9-16,-1 3-8 0,-3-1-10 15,-1 0-7-15,-1 0-9 0,-1-2-7 16,-5-1-10-16,2 0-9 0,0 0-2 0,1-6-10 15,-1 3-3-15,-2-8-4 0,5 5-25 16,-5-5-39-16,0 0 0 0,8-29 0 16,1-4 0-16,5-1 0 0,0 1 0 15,2 3 0-15,-1 1 0 0,3 3 0 0,-6 9 0 16,-1 3 0-16,0 4 0 0,2 1 0 16,2 3 0-16,-2 4 0 0,3 4 0 15,1 0 0-15,0 4 0 0,4 2 0 0,-2 3 0 16,4 6 0-16,0 1 0 0,-3 0 0 15,-2-1-6-15,-7-3-233 0,3-1-75 16,-3 3-86-16,-1-4-85 0,-1-2-101 0,-1-5-138 16,1 0-85-16,-1-3 66 0,-8-2-578 15,21-4-779-15</inkml:trace>
  <inkml:trace contextRef="#ctx0" brushRef="#br0" timeOffset="162585.31">4005 15948 3443 0,'-9'-8'-82'0,"-1"2"34"0,-1 3 36 16,0 3 36-16,11 0 52 0,-29 3 53 16,10 4 28-16,-1 4 25 0,-7 3 6 0,3 3 1 15,1 3-20-15,4 1-17 16,4 2-16-16,3-4-6 0,8-2-10 0,3-3-4 16,2 0-3-16,5-2-10 0,8 1-6 0,2 1-12 15,9 3-4-15,0-2-10 16,2 1-9-16,0 1-6 0,-2-1-6 0,-3 3-3 15,-1 0 5-15,1 1 0 0,-8-2 19 16,-3 0 22-16,-4 1 24 0,-2 2 34 0,-3-4 20 16,-2 2 11-16,-2-2 10 0,-1 1-1 15,-3-2-7-15,3-1-13 0,-6-1-24 0,-2 0-8 16,2-1-12-16,-3-6-13 0,-1 2-16 16,-1-4-15-16,1-3-61 0,0 0-22 15,13-2-30-15,-33-13-163 0,16 1-129 0,-2-14-139 16,0-1-160-16,7-4-231 0,5 8 0 15,3 2 99-15,4 2-644 0,4 2-849 0</inkml:trace>
  <inkml:trace contextRef="#ctx0" brushRef="#br0" timeOffset="163219.87">4319 16106 3843 0,'0'0'-35'16,"0"0"35"-16,0 0 60 0,0 0 78 15,0 0 41-15,0 0 30 0,0 0 9 16,0 0-6-16,0 0-17 0,0 0-14 0,0 0-21 16,6-7-12-16,-6 7-31 0,19-7-14 0,-11 3-10 15,0 1-4-15,-8 3-13 0,11-5-1 16,-11 5 0-16,9-4-3 0,-9 4-12 0,7-6-6 16,-7 6-2-16,2-7-2 15,-2 7-6-15,0 0-4 0,-9-9-1 0,9 9-7 16,-16 0-4-16,16 0-4 0,-25 9 3 15,5 1-6-15,-2 9 27 0,-3 1 4 16,4 6 3-16,3 3 19 0,4 2-2 0,4 2 6 16,4 2 1-16,4-8-1 0,4 0 8 15,4 4 0-15,2 0 2 0,7-4 0 0,0-3 4 16,8-5-4-16,4-2-2 0,4-7-5 16,-4-3-7-16,0-5-6 0,2-2-9 15,8-7-1-15,-3-3-36 0,-2 0-22 16,-1-6 0-16,-4-1 0 0,-5 0 0 0,-6 0 0 15,-2-4 0-15,-2-1 0 0,-1-5 0 16,-7 3 0-16,0-4 0 0,-6-7 0 16,0-6 0-16,-3 4 0 0,-1 4 0 0,-3 1 0 15,0 8 0-15,0 8 0 0,2 3 0 16,-5 6 0-16,3 5 0 0,-4 4 0 0,13-2 0 16,-27 10 0-16,13-1 0 0,5-1 0 15,1-3 0-15,3 2 0 0,5-7 0 0,0 0 0 16,0 0 0-16,20 5 0 0,1-8 0 15,2 0 0-15,1-1 0 0,1 2 0 16,0-1 0-16,4 1 0 0,-4 6 0 16,2-3 0-16,-2 5 0 0,-3 0 0 0,-1 3 0 15,6 5 0-15,-9-2 0 0,0 1 0 16,-4 2 0-16,-3 1 0 0,0 3 0 16,-1 0 0-16,1 9 0 0,0 1 0 0,-2-6 0 15,-4-3 0-15,-1 0 0 0,1-1 0 16,-3-4 0-16,0-1 0 0,0-2 0 0,-2-4 0 15,0 1 0-15,0 0-200 16,2-4-417-16,-2-5-199 0,0 0-111 0,0 0 89 0,14-29-792 16,-3-3-1069-16</inkml:trace>
  <inkml:trace contextRef="#ctx0" brushRef="#br0" timeOffset="163451.94">4998 15634 4704 0,'-15'-9'-19'0,"0"-3"58"0,5 6 66 0,4 0 46 0,-1 3 27 0,7 3 6 0,0 0 67 16,0 0 35-16,-8 14-3 0,10 1-20 0,2 10-23 16,5 12-23-16,5 15-25 0,-1 2-14 15,0 4-20-15,6 1-15 0,-5 2-16 0,3 2-16 16,2 2-12-16,2-1-12 0,-2-9-69 16,-3-1-52-16,-2-6-37 0,-6-11-16 15,0-4-66-15,-2-9-67 0,-3-4-61 16,-1-8-67-16,-2-1-77 0,0-5-83 0,0-6-105 15,0 0-160-15,0 0 40 0,0 0-542 16,-17-29-735-16</inkml:trace>
  <inkml:trace contextRef="#ctx0" brushRef="#br0" timeOffset="163618.34">4943 16223 3344 0,'-25'-4'-25'16,"2"2"58"-16,6 2 74 0,0 0 78 0,4 2 66 16,13-2 54-16,-20 1 43 0,20-1 6 15,-12 0-5-15,12 0-9 0,0 0-17 16,0 0-32-16,0 0-27 0,0 0-27 0,0 0-45 15,59-12-79-15,-27 2-130 0,6-2-167 16,0-1-182-16,4-7-223 0,2 0-257 0,-1 0 65 16,1 11 84-16,10-3-504 0,-11 5-665 15</inkml:trace>
  <inkml:trace contextRef="#ctx0" brushRef="#br0" timeOffset="163801.97">5556 16054 3635 0,'-17'-3'168'0,"2"3"67"0,6-2 67 16,9 2 59-16,-16-5 23 0,16 5-18 0,-4-8-40 15,4 8-27-15,20-16-32 16,-2 6-35-16,13-5-74 0,5 3-132 0,1-1-156 16,3 1-181-16,-3-2-227 0,13-1-306 15,0 1 77-15,-10 5 87 0,0-2-507 16,-4 0-651-16</inkml:trace>
  <inkml:trace contextRef="#ctx0" brushRef="#br0" timeOffset="164169.12">6564 15453 3487 0,'-2'-9'157'0,"1"2"39"0,1 7 15 15,-4-8 23-15,4 8 22 0,-6-4 5 16,6 4 16-16,0 0 47 0,0 0 26 15,-25 30-12-15,4-1-28 0,-6 11-14 16,-5 3-2-16,0 5-22 0,-1 0-13 0,-4 1-18 16,1 2-25-16,1-1-11 0,7 3-198 15,3-4-7-15,5-2 0 0,7-11 0 0,6 0 0 16,2-7 0-16,5-7 0 0,0-1 0 16,5-4 0-16,2-2 0 0,3-3 0 0,4-3 0 15,0-3 0-15,2-4 0 0,1-2 0 16,2-1 0-16,-1-3 0 0,-2-3 0 0,-1 0 0 15,-1-1 0-15,-3-4 0 0,-1 2 0 16,-2-2 0-16,-7 1 0 0,1-1 0 16,-2 4 0-16,-2-1 0 0,-3-1 0 0,-4 1 0 15,-2 0 0-15,0 5 0 0,-6 0 0 16,0 1 0-16,-8 5 0 0,-11 6 0 16,-12 9-540-16,-2 4-480 0,1 5 83 15,-2 4 104-15,-1 1-820 0,7 2-1091 0</inkml:trace>
  <inkml:trace contextRef="#ctx0" brushRef="#br0" timeOffset="164519.31">2791 17447 4800 0,'-66'2'-12'0,"14"1"11"16,12 0 13-16,10-3 50 0,7 0 65 0,5-1 69 15,7-4 67-15,4-1-18 0,9-4-19 16,24-12-28-16,45-24-21 0,31 0-2 16,72-20-20-16,30-3-12 0,34-7-25 0,21 1-22 15,29-2-14-15,17 2-9 0,9 5-31 16,0 3-26-16,1 6-19 0,-19 2-15 16,-22 7 3-16,-26 4-5 0,-33 3-7 15,-70 13 6-15,-23 6 29 0,-25 6 44 0,-32 6 47 16,-11 2 52-16,-22 3 20 0,-7 4-3 15,-7 0-13-15,-6 0-20 0,-2 1-13 0,-10 4-81 16,1-4-41-16,-1 4 0 0,0 0 0 16,0 0 0-16,0 0 0 0,0 0-51 15,-32-2-361-15,32 2-173 0,-23 4-270 0,6 2-41 16,0-1 89-16,-5 0-752 0,2 2-1003 16</inkml:trace>
  <inkml:trace contextRef="#ctx0" brushRef="#br0" timeOffset="174767.04">9341 14887 2662 0,'8'-12'113'0,"-3"3"-71"0,-1 1-17 0,-2 4-15 0,-2 4 28 0,0 0 63 0,0 0 31 0,0 0 19 15,-31 41 4-15,7-7 17 0,-9 2-1 16,-1 11 19-16,2-1 2 0,-3 4 2 0,3 0 6 15,3-1 0-15,-1-1-17 16,5-2-15-16,3-3-6 0,8-10-14 0,3-4 2 16,5-3-1-16,6-5 1 0,0-4 10 15,6-3-2-15,5 4-6 0,16-1-5 0,9-2-23 16,19 1-9-16,6-5-13 0,9-3-10 16,2-5-9-16,1 2-8 0,4-3-9 0,-3-2-7 15,-2-2-7-15,-8 1-3 0,-17-1-10 16,-5-2-2-16,-12 3-4 0,-5-1 0 15,-6 0-5-15,-2 2-4 0,-3 0-1 0,-3 0 7 16,-11 0-16-16,19-3-14 0,-19 3-26 16,13-1-53-16,-13 1-41 0,0 0-55 0,0 0-90 15,9 4-118-15,-9-4-127 16,0 0-157-16,0 0-138 0,-23 11 93 0,23-11-584 16,0 0-755-16</inkml:trace>
  <inkml:trace contextRef="#ctx0" brushRef="#br0" timeOffset="175050.66">9905 15350 3823 0,'-2'-6'18'16,"2"6"-1"-16,-4-7 16 0,4 7 23 0,0 0 58 16,0 0 24-16,0 0 1 0,18 32-5 15,-3-8-7-15,1 1-17 0,-2 4-9 0,2 0-12 16,-3 2-7-16,1-2 16 15,-7 2 13-15,-1-3-8 0,-4-4 18 0,-2-3 5 16,-4 2 16-16,-4 9 3 0,-5-3-6 16,-2-2-2-16,-3-2-12 0,-3 0-6 0,-3-3-16 15,-3 0-12-15,2-2-7 0,-3-1-16 16,1-3-20-16,0-1-44 0,9-5-49 16,2-1-71-16,5-2-110 0,1-2-156 0,0-1-196 15,-1 0-220-15,4-4 65 16,7 0 92-16,-12 4-456 0,12-4-568 0</inkml:trace>
  <inkml:trace contextRef="#ctx0" brushRef="#br0" timeOffset="178932.15">15746 14659 2918 0,'-3'-2'-36'0,"3"2"20"0,-9-9 20 0,8 6 19 0,1 3 24 15,0-12 19-15,1 5 19 0,6-1 18 0,0 1 9 16,6-3-7-16,7 2-9 0,-2-1-9 16,3 1-5-16,2 2-12 0,2-2-4 15,0 4-9-15,-4 4-3 0,0 0-10 16,-2 3 3-16,0 6 6 0,-5 1 5 0,-5 3 14 16,-4 5 9-16,-6 0 14 0,-9 15 24 15,-5 1 13-15,-12 6 20 0,-5 4 8 0,-5-1 5 16,1 0-1-16,0 0 0 0,4-5-8 15,5-3-16-15,8-6 4 0,6-4-8 0,7-4 3 16,4-3-1-16,4-2-9 0,8-5-13 16,6 2-5-16,11-2-15 0,7-2-3 15,-3-3-16-15,-3-6-12 0,1-3 3 16,7-3-11-16,-1-2-6 0,-2-4-5 16,-8 0 2-16,-9 1-9 0,-2-5 17 0,-5-3 3 15,-7 5 6-15,-6-9 12 0,-15-6-4 16,-13-4-5-16,-10 2 26 0,-6 4-11 0,-2 0-7 15,-1 2-6-15,1 5-6 0,3 1 1 16,12 5-2-16,8 2-63 0,3 3 0 0,9 3 0 16,2-1 0-16,5 0 0 0,2 0 0 15,8-1 0-15,4-5 0 0,7 1 0 0,14-6 0 16,3 2 0-16,8 3 0 16,10-1 0-16,-8 4 0 0,4 0 0 0,-2 4-430 15,1 4-191-15,0 0-239 0,-2 2-37 16,-8 2 105-16,3 2-769 0,-9 0-1005 15</inkml:trace>
  <inkml:trace contextRef="#ctx0" brushRef="#br0" timeOffset="180315.36">17572 14523 3887 0,'0'0'-208'0,"9"-2"67"0,-9 2 54 0,0 0 44 0,9-4 45 0,-9 4 40 0,0 0 41 16,0 0 21-16,0 0 17 0,9-5 11 15,-9 5 17-15,0 0 11 0,0 0 5 16,0 0-3-16,0 0-13 0,0 0-12 15,0 0-17-15,-23-10-11 0,10 10-9 0,-3-2-10 16,-2 2-8-16,2 0-8 0,-4 0-7 16,0 2-3-16,-5 0-6 0,0 0-13 0,0 1-3 15,4 0-1-15,3-3-4 16,-4 2-4-16,9 0-6 0,0-2-1 0,0 1-4 16,2 1-2-16,11-2 1 0,-18 0-3 0,18 0 0 15,-14 2-1-15,14-2-2 0,-11 0-4 16,11 0-1-16,0 0 3 0,-15 0-1 0,15 0-1 15,0 0 0-15,-14 2-4 16,14-2-2-16,0 0 0 0,-11 0-1 0,11 0-1 16,0 0 0-16,0 0 4 0,-14-2-4 15,14 2 0-15,0 0 0 0,0 0-2 0,0 0 0 16,0 0 2-16,-14 2-5 0,14-2 0 16,-8 3 1-16,4 3-4 0,-2 1 6 0,2 1-4 15,1 3 3-15,-1 1 0 0,2 0 1 16,0-1-1-16,2 3 4 0,0-1 2 15,4 3 0-15,0-1 1 0,-1 1 1 16,7-1 4-16,0-3 5 0,3 5-2 0,2-5 2 16,9 4-2-16,3-3 4 0,0 3-5 15,2-1-2-15,-3 2 0 0,3-1 0 16,0 0-5-16,-2-1-2 0,-4 2 1 0,-9-1 1 16,0-3 1-16,-3-1 9 0,-3-1 22 15,-5 2 0-15,-1-1 21 0,0 1 35 0,-4-2 33 16,-1 0 18-16,-7 1 15 0,3-2 15 15,-5 0-13-15,-3-1-11 0,-1 3-9 0,-4-5-14 16,1-1-16-16,-3 0-13 0,0 0-11 16,5-3-6-16,-1-2-9 0,5 2-64 15,-1-1-10-15,5-2 0 0,9 0 0 16,-18 0 0-16,18 0 0 0,-16 0 0 0,16 0 0 16,-15 0 0-16,15 0-227 0,0 0-121 15,-15-2-148-15,15 2-203 0,-8-3-200 16,8 3 80-16,0 0 96 0,0 0-631 0,0 0-808 15</inkml:trace>
  <inkml:trace contextRef="#ctx0" brushRef="#br0" timeOffset="180849.23">18232 14672 3573 0,'5'-7'-77'0,"3"1"40"0,-3 2 46 0,2 0 50 0,-7 4 39 0,5-6 33 0,-5 6 10 0,6-9 0 16,-6 9-10-16,-6-10-11 0,0 6-11 15,-4-2-3-15,-4 1 2 0,-8-1-7 0,-3 5-4 16,-3-2-6-16,-5 3-6 0,-6 0-12 15,-2 3-4-15,3 2-9 0,4 0-5 0,0 1-5 16,7 0-6-16,6-2-2 0,4 2-3 16,1 1-1-16,4 0 3 0,-1 0 2 15,4 1 0-15,4 3 5 0,-1-1 2 16,8 2 6-16,2 3-1 0,7 2-5 16,12 7-4-16,6 1-5 0,7 2-3 0,4 2 0 15,2-2-7-15,-6-2-6 0,-6-3 0 16,1-3-1-16,-4 1-6 0,-2-1 1 0,-9-4 9 15,-2-4 16-15,-5-1 21 0,0-1 25 16,-4-1 37-16,-1 1 6 0,-4 2 14 0,-4-3 9 16,-1 1 3-16,-2-1-8 15,-2 0-9-15,-5 2-14 0,-3-2-9 0,-4-2-14 16,1 1-12-16,-3-2-7 0,0 1-12 0,0-1-5 16,2-1-6-16,4-2-6 0,-3 1-49 15,7-3-8-15,-1 3 0 0,5-2 0 16,9-1 0-16,-16-1-4 0,16 1-175 15,-16-3-81-15,16 3-114 0,-9-3-163 0,9 3-224 16,-6-4-110-16,6 4 86 0,0 0-718 16,0 0-950-16</inkml:trace>
  <inkml:trace contextRef="#ctx0" brushRef="#br0" timeOffset="181731.48">19519 14677 3954 0,'0'0'-107'0,"0"0"48"0,0 0 48 0,0 0 43 0,6-8 53 0,-6 8 28 0,0 0 19 0,0 0 6 0,0 0-3 0,7-5-4 16,-7 5-3-16,0 0-9 0,12-2-4 0,-12 2-9 16,10-4-9-16,-10 4-10 0,9-5-5 15,-9 5-9-15,12-6-8 0,-7 2-1 16,3-3-8-16,-3 0-3 0,4-2-6 15,-6 0-5-15,-1-3-2 0,2 0-2 0,-2-5-7 16,-2 2-1-16,0-1-3 0,-4 0-3 16,0 1 1-16,-1 1 1 0,-5 2-2 0,-3-2-5 15,-3 5 1-15,-2 2 7 0,-4 4 2 16,3 3 6-16,-7 3 5 0,-9 8 7 0,4 5-1 16,4 2 4-16,2 4 5 0,4 4 3 15,6 1 1-15,5 2-4 0,2-2 6 16,8-5-7-16,4 2-6 0,0-2 1 0,8 5 4 15,1 1 13-15,-1-9 6 16,1-6 21-16,-2-1 14 0,1-1 21 0,-1-2 7 16,-2-3 3-16,-2-1-6 0,5-2-9 15,-1 0-8-15,-11-3-1 0,16 1-6 0,-16-1-3 16,17 0-97-16,-17 0-8 0,0 0 0 16,17 0 0-16,-17 0 0 0,10 2 0 0,-10-2 0 15,7 6 0-15,-2 2 0 0,-4 1 0 16,1 3 0-16,0 5 0 0,2 1 0 0,-2 1 0 15,-2 5 0-15,0-3 0 0,-2 1 0 16,-2-2 0-16,2-2 0 0,-1 3 0 16,-4-2 0-16,2-5 0 0,-1 0 0 15,0 1 0-15,-3-5 0 0,1 0 0 0,0-1 0 16,-3-3 0-16,-1 2 0 0,-1-2 0 16,1-1 0-16,1-1 0 0,-2-2 0 15,0 1 0-15,2-2 0 0,-2 1 0 0,13-2 0 16,-22 2 0-16,12 0 0 0,10-2 0 15,-20 0 0-15,10 0 0 0,10 0 0 0,-19-2-627 16,14-2-290-16,5 4-16 0,-5-8 102 16,5 8-830-16,14-15-1097 0</inkml:trace>
  <inkml:trace contextRef="#ctx0" brushRef="#br0" timeOffset="182115.6">20407 14620 4683 0,'0'-9'17'0,"0"2"35"0,0 7 27 0,-2-11 18 0,2 11 6 0,0 0 34 0,0 0 47 0,0 0 26 0,-43 25-27 16,16-3-9-16,-5 7 12 0,-2 3 1 0,0 4-4 15,-2 0-12-15,2 0-16 16,4 4-29-16,3-2-13 0,5 3 0 0,4-10-20 0,5 1-8 15,1-3-3-15,9-5-13 16,1-3-3-16,2-3-4 0,2-4-6 0,1 1-2 16,7-2-6-16,5-1 0 0,-1-4-6 15,3-2-3-15,-2-2-4 0,-2-1-2 16,0-3-5-16,-13 0-3 0,29-7 3 0,-15-3-2 16,-1-2 1-16,-1-5-4 0,-5 0 0 15,0-3-1-15,-5 3-5 0,-2-1-10 16,0 0-7-16,-3 1 0 0,-5 3 0 15,3 0 0-15,-5 2 0 0,-3 4 0 0,0 1-19 0,-3 4-77 16,0 1-68-16,2 2-75 16,-6 2-113-16,3 6-169 0,0-4-245 0,2 4-101 15,5-1 93-15,4 1-720 0,6-2-941 16</inkml:trace>
  <inkml:trace contextRef="#ctx0" brushRef="#br0" timeOffset="182564.78">21130 14689 3877 0,'3'-15'-60'0,"1"3"75"0,-2 3 68 0,0 1 61 0,-2 1 41 0,0 7 35 0,3-9 32 0,-3 9 20 0,0 0-14 16,1-11-22-16,-1 11-10 0,0 0 4 16,0 0 52-16,0 0 3 0,0 0 1 0,2 37-23 15,-4-15 3-15,-2 13-5 0,-2 3-16 16,3-1-7-16,-3 5-111 0,2-1-127 15,-3 1 0-15,0-2 0 0,2-4 0 16,-1 1 0-16,3-3 0 0,-3-7 0 0,4-5 0 16,0-4 0-16,1-3 0 0,-4 2 0 15,3-5 0-15,0-2 0 0,2-2 0 0,-2 1 0 16,2-2 0-16,0 0 0 0,0-7 0 16,0 7 0-16,0-7 0 0,0 0 0 0,0 0-592 15,33-14-257-15,-19 3-84 0,8-4 88 16,3-2-846-16,3 0-1126 0</inkml:trace>
  <inkml:trace contextRef="#ctx0" brushRef="#br0" timeOffset="182881.36">21494 14687 4883 0,'-2'-18'-7'0,"-2"2"70"16,4 5 65-16,2-1 62 0,0 2 55 0,-2 4 29 15,0-3 3-15,0 9-16 0,2-10-25 16,-2 10-24-16,0 0 1 0,0 0 2 0,0 0-6 16,15 18-5-16,-7-1-16 15,-4 8-8-15,1 9-6 0,1 4-128 0,-3 1-46 0,0 4 0 16,-1 2 0-16,2-4 0 16,-4 0 0-16,1-1 0 0,-1-9 0 0,0-4 0 15,0-2 0-15,0-4 0 0,0-1 0 16,0-2 0-16,0-4 0 0,0-2 0 0,0-1 0 15,2-2 0-15,-2-1 0 0,2 0 0 16,-2-1 0-16,2-1 0 0,-2-6 0 0,2 8 0 16,2-4 0-16,-4-4-272 0,7 6-426 15,-7-6-262-15,8 1 72 0,-8-1 90 16,0 0-758-16,19 4-999 0</inkml:trace>
  <inkml:trace contextRef="#ctx0" brushRef="#br0" timeOffset="183282.41">22367 14568 4569 0,'3'-16'39'0,"-3"5"14"15,2 3 25-15,-2 1 23 0,0 7 31 16,0 0 52-16,0 0 38 0,-30 13 18 0,3 6-7 15,-7 10 10-15,-6 4 2 0,-1 5-15 16,5 2-6-16,-1 1-14 0,1 3-7 16,1-1-10-16,7 1-17 0,3 2-16 15,5-5-15-15,7-10-13 0,1 3-14 0,9-8-57 16,1-4-61-16,0-3 0 0,6 0 0 16,4-2 0-16,1-1 0 0,4-2 0 0,5-3 0 15,-2-5 0-15,-2 0 0 0,5-2 0 16,-5-3 0-16,-2-2 0 0,4-5 0 0,-1 0 0 15,-1-6 0-15,-3-2 0 16,-2-1 0-16,0-2 0 0,-6 2 0 0,-3 1 0 0,-2-4 0 16,-5 1 0-16,-5 1 0 15,-5 4 0-15,-13-3 0 0,-5 4 0 0,-1 5-104 16,-2 2-438-16,-6 4-185 0,-4 0-213 16,2 4 88-16,1-1 91 0,-3 2-690 15,-7 7-899-15</inkml:trace>
  <inkml:trace contextRef="#ctx0" brushRef="#br0" timeOffset="185364.5">15464 14562 3566 0,'-26'-4'-239'0,"3"-2"24"0,2-1 26 0,4 3 20 0,-1-2 37 0,-3 0 34 0,6-4 12 15,1 5 11-15,2-1 9 0,-2-2 11 16,4 3 7-16,-1 0 7 0,4 2 14 0,0-1 17 16,7 4 22-16,-9-4 19 0,9 4 14 15,-5-8 9-15,5 8 3 0,0-5 0 0,0 5-3 16,13-8 4-16,2 1 2 0,4-2 0 16,11-3 4-16,7 2 1 0,7-2-2 15,11 0-1-15,10-2-3 0,5 3-7 16,9-1-5-16,5 6-3 0,24-4-5 15,3 1-3-15,3 1-5 0,4-2 1 0,0 3-2 16,2-2-11-16,6 0 4 0,0 1-2 16,2 0-3-16,-5-1-6 0,3 3 3 0,0 0-3 15,-6 0-3-15,-6 1 6 0,1 3-12 16,-24 0 1-16,-1-2 5 0,-4 0-2 0,-5 2-1 16,-2-1-2-16,-5 0 2 0,-3-3-1 15,-7 3-5-15,-1-2 8 0,-2 2-8 16,0-1 1-16,0 2 4 0,-10-3-5 0,11 4 3 15,-10-1 3-15,0 2-1 0,11-2-3 16,0 2-2-16,0-2 4 0,1-1-2 0,-8 3 0 16,8-2-4-16,-3-1 5 15,2-2-5-15,-2 0 4 0,-2 0-2 0,-7 1-1 16,7-1-4-16,0 0-6 0,0-2-7 16,2 0 2-16,-14 2-2 0,7-5 2 0,-8 3 0 15,-4 0 1-15,-4 0 2 0,-1 2 0 16,-1 0 1-16,2-4 4 0,1 1 0 15,17-1 2-15,5 1 1 0,5 1-3 0,7-1 5 16,5 0-4-16,2 4 1 0,10-2 2 16,16-2 2-16,1-1-3 0,-21 6 4 0,-3 0-3 15,1-1 2-15,-3 2 0 16,-4 0-3-16,2 2 2 0,-7-2 3 0,-3 2-1 16,1-2 2-16,-5 0-1 0,2-1 1 15,7 2-2-15,2-3 0 0,6 4 3 0,-1-2-2 16,-4 0 1-16,2-1 1 0,-7 3-4 15,-2-1 1-15,0 0 3 0,-6-1-4 16,-12 0 4-16,-7 2-1 0,1-2 6 0,-4 4 7 16,-2-4 19-16,-8 0 5 0,9 0 15 15,-9 0 16-15,8-1 6 0,-1 2-7 0,0-7-3 16,3 5-8-16,1-3-4 0,5 0-3 16,13 1-3-16,-2 0-11 0,-11 1-2 15,0 1-6-15,-2 1-3 0,-16 2 4 16,-4-1-8-16,-5 1 3 0,-1-2-6 0,-6 2 2 0,0 0-1 15,-3 2-5-15,-11-2 4 16,18 1-11-16,-11 3 5 0,-7-4 5 0,11 10 30 16,-4-1 7-16,-3 2 6 0,-2 5 6 15,-2 5 19-15,0 6-1 0,-6 10 16 0,-4 17 7 16,-3 10 39-16,-7 23 31 0,1 3 15 16,1 5-20-16,-6 1 46 0,1 4-14 15,1 1 12-15,5-6-10 0,-1 0-6 0,3-4-7 16,4-19-14-16,-1-1 9 0,3-4-10 15,2-8-12-15,-2-6-20 0,6-13-12 0,-1-11-11 16,0-6 8-16,2-3 15 16,-1-3-50-16,3-5-96 0,-2 0 0 0,2-3 0 15,-2-1 0-15,2-8 0 0,2 6 0 16,-2-6 0-16,0 0 0 0,0 0 0 0,0 0 0 16,0 0 0-16,-20-14 0 0,7 7 0 15,-4-1 0-15,-14-1 0 0,-5-2 0 0,-7 2 0 16,-14-1 0-16,-4 3 0 0,-2 1 0 15,-5 3 0-15,-4-1 0 0,0 4 0 0,-6 0 0 16,-6 0 0-16,-10 1 0 0,-20 2 0 16,-8 0 0-16,-6 2 0 0,-6 2 0 0,-4 0 0 15,-9 1 0-15,-2-1 0 0,0 2 0 16,-7 0 0-16,2 2 0 0,5-1 0 16,3 3 0-16,11-1 0 0,0-1 0 15,4 2 0-15,9-2 0 0,1-2 0 0,2 1 0 16,4 0 0-16,-2-1 0 0,5 0 0 15,-1-2 0-15,1 1 0 0,0-1 0 16,-5 0 0-16,3 0 0 0,0-1 0 0,-1 2 0 16,3-4 0-16,4 3 0 0,22-1 0 15,-4-2 0-15,0 2 0 0,-17 0 0 0,19-1 0 16,5 1 0-16,-3 0 0 0,4-3 0 16,3 4 0-16,-2-2 0 0,1-2 0 0,-1 2 0 15,0 1 0-15,3-2 0 16,-2 2 0-16,2-1 0 0,0 0 0 0,3 2 0 15,2-2 0-15,-1 0 0 0,2 0 0 16,4 0 0-16,1 1 0 0,-2-1 0 0,3 0 0 16,-3-2 0-16,5 1 0 0,-4-2 0 15,2 1 0-15,-1-1 0 0,3-2 0 0,-3 1 0 16,0-1 0-16,0 2 0 0,-1-2 0 16,-2 2 0-16,-2-1 0 0,0-1 0 0,2 2 0 15,3 2 0-15,-2-1 0 0,3 0 0 16,-1-1 0-16,4 0 0 0,15 1 0 0,-1-1 0 15,5-2 0-15,4 2 0 0,6-1 0 16,9 1 0-16,6-2 0 0,2 0 0 16,3 0 0-16,1 2 0 0,1-2 0 15,12 0 0-15,-18 0 0 0,12 1 0 0,6-1 0 16,-13 0 0-16,13 0 0 0,0 0 0 16,-15 0 0-16,15 0 0 0,-10 2 0 15,10-2 0-15,0 0 0 0,0 0 0 0,0 0 0 16,-13-2 0-16,13 2 0 0,-2-8 0 15,2 8 0-15,5-17 0 0,6-2 0 0,7-8 0 16,7-14 0-16,2-11 0 0,3-5 0 16,6-18 0-16,4-9 0 0,-4-6 0 0,-2-2 0 15,1-2 0-15,-4-3 0 16,-3 4 0-16,-4 5 0 0,-4 23 0 0,-4 6 0 16,-4 10 0-16,-2 14 0 0,-2 3 0 15,-4 8 0-15,-1 5 0 0,-1 5 0 0,2 5 0 16,-2 3 0-16,-2 6-107 0,0 0-89 15,0 0-49-15,0 0-56 0,2 31-96 0,0-7-97 16,-2 1-136-16,0 11-211 0,3 4 75 16,6-3 95-16,3 0-534 0,15 4-669 15</inkml:trace>
  <inkml:trace contextRef="#ctx0" brushRef="#br0" timeOffset="185831.09">16960 14430 3297 0,'11'-22'-32'16,"-5"5"40"-16,0 0 50 0,-4 7 55 0,0-3 47 0,-2 5 24 0,0-1 26 15,2 3 5-15,-2 6-5 0,2-14-21 16,0 9-19-16,-2 5-16 0,0 0 9 0,0 0 19 16,0 0 11-16,13 36 12 0,-6-1 2 15,5 17 0-15,-1 4 3 0,7 10-9 0,-7 0-11 16,-2 8-16-16,-1 2-15 0,0 3-11 15,-3-4-8-15,-1-1-15 0,0-3 9 16,-3-3-5-16,-1-6-7 0,0-6 2 0,0-11-4 16,-1-5-6-16,1-11-106 0,0-5-8 15,-2-5 0-15,2-2 0 0,0-2 0 16,0-4 0-16,0 0 0 0,0-2 0 0,0-1 0 16,0-1 0-16,0 0 0 0,0-7 0 15,0 8 0-15,0-8 0 0,0 0 0 16,0 0 0-16,0 0 0 0,0 0-495 0,0 0-187 15,0 0-265-15,10-22 76 0,-3 12 107 16,4-2-743-16,3-2-954 0</inkml:trace>
  <inkml:trace contextRef="#ctx0" brushRef="#br0" timeOffset="186249.54">18755 14295 3856 0,'10'-25'-117'0,"-1"9"56"0,-3-1 51 0,2 5 68 0,-5 1 36 0,1 1 40 0,2 0 21 0,-3 3 9 0,0 0-3 16,-3 7 8-16,0 0 26 15,0 0 24-15,22 15 19 0,-10 15 12 0,-2 7 8 0,1 17 2 16,-1 9 3-16,-5 4-5 16,3 1-10-16,-3 7-13 0,1 5-15 0,-1-1-11 15,0-1-20-15,-1 3-9 0,-1-2 23 16,-1 0-40-16,2-6-163 0,-2-4 0 0,-2-6 0 16,0-14 0-16,2-6 0 0,-2-5 0 15,0-12 0-15,0-3 0 0,0-4 0 16,0-5 0-16,0-2 0 0,0-1 0 0,0 0 0 15,0-3 0-15,0-2 0 0,0-6 0 16,0 0 0-16,0 0 0 0,0 0 0 0,0 0 0 16,0 0 0-16,0 0-606 15,10-28-368-15,-8 18 48 0,1 0 102 0,3 1-829 16,1-3-1091-16</inkml:trace>
  <inkml:trace contextRef="#ctx0" brushRef="#br0" timeOffset="186647.83">20514 14429 4762 0,'13'-28'-49'0,"-2"7"44"0,-4 3 55 0,2 3 49 15,-1 1 44-15,-5 3 23 16,4 2 0-16,-4 1-16 0,-1 2-17 0,-2 6 31 16,0 0 27-16,0 0 31 0,2 43 30 15,-6 1 1-15,1 14 12 0,-4 10 9 16,2 4 4-16,-1 8-5 0,1 19-8 0,-3-21-126 16,2 24-139-16,-2-4 0 0,5-21 0 15,-3-2 0-15,2-3 0 0,-1-7 0 0,-2-8 0 16,4-12 0-16,-3-7 0 0,3-4 0 15,1-8 0-15,-4-8 0 0,6-4 0 0,-2-2 0 16,0-2 0-16,2 1 0 16,-1-5 0-16,1 1 0 0,0-7 0 0,0 0 0 15,0 0 0-15,0 0 0 0,-22-14 0 16,15 2 0-16,-36-52-588 0,18 40-416 16,3-2 97-16,-6-4-1029 0,3 7-1356 15</inkml:trace>
  <inkml:trace contextRef="#ctx0" brushRef="#br0" timeOffset="188297.46">11036 17348 4996 0,'-10'-3'-225'0,"0"0"44"0,10 3 62 0,-14-6 65 0,7 0 71 16,7 6 53-16,-9-9 34 0,7 4 14 0,0-2 2 16,2 7-6-16,9-15-8 0,-1 5-5 15,4 1-7-15,4 0-13 0,6 1-4 16,-1 3-6-16,1 1-8 0,-1 3-10 0,4 4-4 16,0 2-8-16,2 7-5 0,0 2-4 15,-7 6-3-15,-4 4-1 0,-9 2 1 0,-7-1 5 16,-5 9 2-16,-7 4 5 15,-10 4 3-15,-5 1 8 0,-2-4 18 16,0-1 26-16,1-5 15 0,8-8 15 0,-2 1 15 16,8-10 3-16,3-1 14 0,3-5 9 15,2-1 4-15,1-2 0 0,1 0-3 0,4-7-1 16,0 10 1-16,0-10-11 0,13 7-38 16,1-4-119-16,4-3 0 0,6 0 0 15,2-1 0-15,16-3 0 0,0 2 0 0,-2-1 0 16,3 0 0-16,-5-1 0 0,-8 3 0 15,-7-1 0-15,-4 0 0 0,-6 0 0 0,0 2 0 16,1-1 0-16,-14 1 0 0,19 0 0 16,-19 0 0-16,17-2 0 0,-17 2 0 15,13 0 0-15,-13 0 0 0,0 0 0 16,16-3 0-16,-16 3 0 0,0 0 0 16,9 3-483-16,-9-3-107 0,0 0-178 0,0 0-156 15,0 0 95-15,21-5-734 0,-11 3-1007 16</inkml:trace>
  <inkml:trace contextRef="#ctx0" brushRef="#br0" timeOffset="188913.67">12243 17188 3918 0,'0'0'-185'0,"-2"-14"47"0,2 14 54 0,0-10 52 0,0 10 41 0,0-10 46 16,0 10 61-16,0-7 34 0,0 7 30 0,2-7 21 16,-2 7 15-16,0 0 16 0,0-11 11 15,0 11 7-15,0 0-13 0,0-9-9 16,0 9-22-16,0 0-23 0,0 0-20 0,0 0 9 15,0 0 15-15,0 0-9 16,-7 40-15-16,3-17-17 0,0 11-12 0,3 2-7 0,-3 1-12 16,8-1-5-16,-3 0-13 15,3-4-2-15,4 1-9 0,-5-8 0 0,11 1-5 16,-5-6-4-16,2-5-5 0,1-2-5 16,0-5-17-16,1-1-50 0,-2-2 0 0,2-3 0 15,5-4 0-15,1-2 0 0,-2-4 0 16,10-9 0-16,-2-1 0 0,0-2 0 15,-5-4 0-15,1 0 0 0,0-1 0 16,-4 4 0-16,-3 5 0 0,-3 5 0 0,-4 1 0 16,0 2 0-16,-2 4 0 0,-5 4 0 0,0 0 0 15,0 0 0-15,0 0 0 16,2 29 0-16,-4-7 0 0,1 3 0 0,-5 10 0 16,1 1 0-16,2 1 0 0,-1 4 0 15,2-5 0-15,0 3 0 0,2-10 0 16,0-3 0-16,0 1 0 0,0-8 0 0,0-1 0 15,0-1 0-15,0-1 0 0,0-5 0 16,0 0 0-16,0-1 0 0,0-1 0 0,0-9 0 16,0 10 0-16,0-10 0 0,2 7 0 15,-2-7 0-15,0 0 0 0,0 0 0 16,0 0-220-16,0 0-312 0,0 0-162 0,0 0-256 16,0 0 78-16,0 0 101 0,0 0-641 15,0 0-864-15</inkml:trace>
  <inkml:trace contextRef="#ctx0" brushRef="#br0" timeOffset="189730.07">13613 17137 4093 0,'10'-10'12'0,"-4"3"76"0,1 3 57 0,1-1 56 0,-8 5 56 0,6-5 34 16,-6 5 12-16,0 0-9 0,4-8-15 16,-4 8-22-16,0 0-17 0,0 0-29 0,0 0-13 15,-29-4-20-15,14 6-17 0,-9 4-16 16,-15 0-14-16,3 2-15 0,-2-1-11 16,0 1-16-16,1-2-5 0,5 2-8 15,8-4-6-15,1 1-5 0,3-1-8 0,7-2-12 16,-1 0-45-16,3 0 0 0,11-2 0 15,-17 2 0-15,9 1 0 0,8-3 0 16,-14 1 0-16,14-1 0 0,0 0 0 0,-16 2 0 16,16-2 0-16,0 0 0 0,-13 2 0 15,13-2 0-15,0 0 0 0,-10 4 0 0,10-4 0 16,0 0 0-16,0 0 0 0,0 0 0 16,0 0 0-16,0 0 0 0,-15 0 0 15,15 0 0-15,0 0 0 0,0 0 0 16,0 0 0-16,0 0 0 0,0 0 0 15,-10 3 0-15,10-3 0 0,0 0 0 0,-8 10 0 16,5-3 0-16,-3 2 0 0,4 3 0 16,-1 1 0-16,1 4 0 0,-2 0 0 0,6 3 0 15,2 3 0-15,-1-1 0 0,3 1 0 16,5 6 0-16,5-1 0 0,0-2 0 0,6-4 0 16,1 0 0-16,0-2 0 0,-1-1 0 15,1 0 0-15,2-2 0 16,-6-3 0-16,-4 0 0 0,3-1 0 0,-4-1 0 15,0 2 0-15,-3 1 0 0,-1-1 0 0,-2-1 0 16,-1-1 0-16,-3 2 0 0,2-3 0 0,-6 1 0 16,0 0 0-16,-6-2 0 15,2 1 0-15,-3 1 0 0,-3-2 0 0,1 0 0 16,-2-1 0-16,-3-2 0 0,-1-1 0 16,1 1 0-16,1-3 0 0,1-1 0 15,-1-1 0-15,13-2 0 0,-17 2 0 0,7-1 0 16,10-1 0-16,-13 2 0 0,13-2 0 15,0 0 0-15,-15 0 0 0,15 0 0 0,-11-3 0 16,11 3-499-16,-4-6-342 0,4 6-124 16,0 0 90-16,9-14-829 0,0 8-1139 15</inkml:trace>
  <inkml:trace contextRef="#ctx0" brushRef="#br0" timeOffset="190280.11">14287 17255 4246 0,'9'-13'-197'0,"0"1"57"0,0 2 50 0,-6 0 43 0,5 3 44 0,-3-1 46 0,1 1 50 15,-3 2 37-15,4-2 26 16,-7 7 13-16,7-10 14 0,-7 10 3 16,6-6 8-16,-6 6 12 0,4-6 7 0,-4 6 2 15,0 0-5-15,0 0-5 0,0 0 21 16,0 0 5-16,-33 25 10 0,8-5 1 0,-11 15 6 16,0 1-4-16,-2 3-5 0,-2 6-4 15,5-1-16-15,-1-1-125 0,8 2-94 0,5-1 0 16,2-1 0-16,9-9 0 0,3 1 0 15,5-8 0-15,6-2 0 0,2-3 0 16,3 9 0-16,5-4 0 0,5-6 0 16,4-1 0-16,-2-6 0 0,9-2 0 15,-1-4 0-15,-4-2 0 0,-1-5 0 0,-4 1 0 16,0-2 0-16,-6-2 0 0,2 1 0 16,-3-3 0-16,0-1 0 0,-4 0 0 0,-1-4 0 15,-5 1 0-15,-1-3 0 0,0-1 0 16,-1 2 0-16,-5 0 0 0,0 1 0 15,0-1 0-15,-1 3 0 0,-3 1 0 0,3 0 0 16,-3 0 0-16,1 5 0 0,-1 0 0 16,10 1 0-16,-23 1 0 0,23-1 0 0,-15 4 0 15,7-3 0-15,8-1-16 0,-9 6-778 16,9-6-218-16,0 0 89 0,0 0 104 0,0 0-755 16,30 7-1015-16</inkml:trace>
  <inkml:trace contextRef="#ctx0" brushRef="#br0" timeOffset="190631.22">14782 17304 4089 0,'-21'-18'10'0,"0"0"42"0,6 3 27 0,2 3 55 0,3 3 62 0,0 1 59 0,3 1 31 0,1 0 10 0,0 0 0 15,2-1-21-15,4 8-24 16,2-11-26-16,6 5-15 0,4 0-20 0,0 3-13 16,2 0-21-16,-14 3-13 0,33 4-2 15,-17 4-7-15,4 2-1 0,5 10 5 0,-6 6-7 16,-2 3-6-16,6 10-56 0,-9-3-69 16,-1 3 0-16,-4 0 0 0,-2 0 0 15,3 1 0-15,-2-1 0 0,-5-3 0 16,1 0 0-16,0-2 0 0,-2-7 0 0,-1-3 0 15,1-4 0-15,-2-1 0 0,0-6 0 0,2 1 0 16,-2-2 0-16,3-3 0 0,-3 1-10 16,0-7-482-16,0-3-121 0,4 6-152 15,-4-6-146-15,0 0 82 0,0 0-726 0,16-27-997 16</inkml:trace>
  <inkml:trace contextRef="#ctx0" brushRef="#br0" timeOffset="190813.39">14862 17578 4231 0,'-21'-1'-47'0,"4"-1"82"0,4 0 84 0,3 1 68 16,10 1 58-16,-15-4 33 0,15 4 34 16,0 0 1-16,-17-2-12 0,17 2-24 0,0 0-23 15,0 0-24-15,0 0-27 16,40-3-17-16,-13 1-39 0,-1 2-71 0,3 0-92 16,2-3-138-16,-8 1-145 0,8 2-117 15,-4 0-117-15,0-1-188 0,-10 1-79 16,-4 0 72-16,-13 0-524 0,18 1-712 0</inkml:trace>
  <inkml:trace contextRef="#ctx0" brushRef="#br0" timeOffset="192214.68">10950 17141 3224 0,'-20'-1'-133'0,"20"1"16"0,-12-3 25 0,12 3 24 0,0 0 24 0,-7-6 15 0,7 6 9 0,0 0 10 16,29-13 14-16,1 3 4 15,20-4 13-15,11-1 3 0,13-2 2 0,29-3 0 16,12-1-4-16,5 2-1 0,13 4-1 15,7 0 1-15,2-1-1 0,7 4-3 0,3 4-5 16,6-1-1-16,1 2-2 0,3 2-2 16,1 3 0-16,3-1 7 0,-2 1-4 15,0 1-1-15,-4-5-1 0,-2 3-3 0,7-2 6 16,-6 1-7-16,9-2 2 0,-2-3-4 16,3 1 4-16,-4-2-1 0,-6-3 1 0,-3 3 4 15,-9-3-6-15,-9 1 3 16,-9-5-8-16,-12 3 9 0,-15-4-2 15,-28 3 14-15,-6-1 13 0,-16 3 17 0,-2-1 8 16,-18 1 3-16,-5 5 5 0,-7 1 0 16,-6 2-4-16,-1-2 3 0,-2 4-7 0,-2-1-7 15,-4 1-17-15,-5 3 7 0,14-4-4 16,-14 4-6-16,0 0 16 0,11 11-1 16,-7-1 13-16,0 4 1 0,0 5 13 0,0 13 4 15,-2 6-8-15,2 3 5 16,-4 5 11-16,1 16 14 0,-1 6 40 0,0 9 26 0,2-1 4 15,4 3-6-15,-1 0-8 16,4-4-12-16,-2 0 9 0,0-5 25 0,3-5-3 16,-4-5-11-16,2-6-21 0,-5-12 0 15,-1-4-2-15,2-9-8 0,-2-7-8 16,-1-3-8-16,-1-6-5 0,0 1-2 0,0-2 5 16,0-3-2-16,-1-1-1 0,1 1-9 15,0-9-3-15,-4 12-12 0,0-6-8 0,-1-1-12 16,-5 1-5-16,-2 0-8 0,0 0-7 15,-4 0-3-15,-4 3-5 0,-14 1-10 16,2 2-29-16,-8 1 0 0,-12 3 0 0,-7-3 0 16,-4 1 0-16,-5 0 0 15,-8-1 0-15,-29 3 0 0,1 1 0 0,-11-2 0 16,-11 0 0-16,3 3 0 0,-8-3 0 16,0-1 0-16,0 0 0 0,-3 1 0 0,-1-1 0 15,-6-1 0-15,-8 5 0 0,-2-2 0 16,7 1 0-16,-4 2 0 0,1-1 0 15,-2 1 0-15,4-2 0 0,5 2 0 0,0 0 0 16,5-2 0-16,3 2 0 0,6-1 0 16,6-1 0-16,4 0 0 0,4 2 0 0,3 1-3 15,7-1-2-15,-2-1 2 0,3 1-2 16,4 2 0-16,21-7 0 16,-19 8 6-16,22-7-4 0,-5 0 3 0,6-3-3 0,-1 2 2 15,6-2 3-15,1-2-4 16,5 1-1-16,2-1 1 0,1-2 1 0,-1-1-3 0,14-2 4 15,-3 1-3-15,0 0-2 16,1-2 3-16,1-1 1 0,0 2-4 16,2 0 6-16,4-1-7 0,2 1 4 0,6-2-1 15,7 1 0-15,0 0 3 0,7-2 0 16,0-1 1-16,2 1 0 0,5-1 0 0,0 2 3 16,1-3 0-16,10 0 0 0,-15 0 3 15,15 0-6-15,-15-7 4 0,9 0-1 16,1-2 1-16,1-5-2 0,2-3 1 0,2-8 2 15,4-14-7-15,3-17-1 16,5-6 4-16,5-5-6 0,10-22-4 0,1-8-22 16,6-6-17-16,2-4-4 0,5 5 4 15,-7 3 5-15,-1 14 6 0,-12 21 6 0,-3 12-4 16,0 5 6-16,-7 14 4 0,-4 10-5 16,0 5-13-16,-3 5-20 0,-3 1-25 15,1 5-12-15,-2 7-15 0,0 0-32 0,0 0-45 16,0 0-54-16,0 0-48 0,-25 21-56 15,14-6-57-15,-5 9-68 0,7-1-162 0,-5 3-117 16,1 2 74-16,4-7-404 0,6-7-553 16</inkml:trace>
  <inkml:trace contextRef="#ctx0" brushRef="#br0" timeOffset="192630.27">11597 17301 2856 0,'2'-28'-28'0,"0"4"30"0,4-1 26 0,2-4 25 0,1 0 27 0,2-2 13 0,3 0 9 0,-1 4 15 16,-4 3 20-16,2 9 7 0,-6 1-7 15,1 5-18-15,-3 1-12 0,4 5-4 16,-7 3 10-16,0 0 23 0,15 24 9 16,-10 10-7-16,2 18-3 0,0 10 1 0,0 8-3 15,4 3 4-15,0-1-8 0,0 3-10 16,-2 1-9-16,3-3-14 0,1 1-7 16,-2-6-5-16,1-6-9 0,-1-4-6 0,1-4-7 15,-5-16-4-15,-3-1 0 0,2-3-10 16,-3-7-4-16,-1-6-1 0,2-4-7 15,-4-3-2-15,5-2-5 0,-4-1-7 0,-1 0-11 16,2-3-28-16,-2 1-41 0,0-1-52 16,0 1-75-16,0-9-88 0,0 11-87 0,-2-7-128 15,2-4-262-15,0 0 56 16,0 0 79-16,0 0-334 0,0 0-427 0</inkml:trace>
  <inkml:trace contextRef="#ctx0" brushRef="#br0" timeOffset="193013.45">12907 17079 2664 0,'1'-24'3'0,"-1"2"27"0,2 2 35 15,0 2 19-15,3 1 31 0,-2-3 28 16,3 3 28-16,-2 0 13 0,-1 3 11 0,1 2-12 16,0 1-22-16,-1 3-15 0,-1 5-19 15,-2 3 8-15,0 0 11 0,23 29 10 0,-11 5 1 16,5 19-2-16,1 8 3 0,-4 6-1 16,8 21-8-16,-9-16-10 0,0 0-11 15,-2 1-12-15,3-3-14 0,-4 3 5 16,2-3-22-16,-5-2-4 0,0 0-10 15,-1-10-11-15,-1 0-2 0,-5-17-7 0,0-1-6 16,0-9-8-16,0-5-9 0,0-5-32 16,2-3-45-16,-2-1-55 0,-2-1-81 0,2-4-97 15,-1 0-100-15,-1-4-145 0,0 1-258 16,0-3 66-16,2-6 82 0,0 0-356 16,-2 8-468-16</inkml:trace>
  <inkml:trace contextRef="#ctx0" brushRef="#br0" timeOffset="193412.1">13831 17015 2904 0,'2'-25'11'0,"2"8"33"0,-2 2 33 0,0 5 36 0,-1 1 21 0,-1 2 10 16,0-1-18-16,0 8-7 0,0 0 7 0,0 0 19 16,0 0 20-16,11 42 2 15,-4-1-5-15,-1 13 7 0,-1 8 3 0,2 6 2 16,4 2 0-16,-4 2-9 0,2-1-11 15,0-1-16-15,2 2-13 0,-4 1-16 0,2-3-9 16,0-2-8-16,-4-1-9 0,3-5-8 16,-5-4-9-16,3-3-5 0,-4-13-8 15,-1-4-13-15,-1-9-37 0,0-5-42 0,0-5-51 16,0-3-75-16,0-5-74 0,0-2-94 16,-1-2-120-16,1-7-250 0,0 0-29 0,0 0 90 15,0 0-376-15,0 0-494 16</inkml:trace>
  <inkml:trace contextRef="#ctx0" brushRef="#br0" timeOffset="193747.93">14305 17045 3129 0,'-2'-9'155'0,"2"1"-19"0,0 8 0 16,0-9-13-16,0 9 25 0,0 0 47 16,0 0 26-16,27 25 21 0,-9 2 4 15,4 14 7-15,1 11-9 0,0 4-17 16,-2 8-3-16,0 2-5 0,-2 2-20 0,2 15 3 16,-4-12-6-16,2-3-17 0,-4 0-23 15,3-2-11-15,-9-4-15 0,5-6-11 0,-7-4-16 16,1-11-7-16,-5-6-17 0,1-1-8 15,2-9-16-15,-6-2-43 0,0-8-52 0,0-1-77 16,2-3-82-16,-2-2-102 0,-2 0-111 16,1-2-150-16,-6-4-260 0,7-3 11 15,0 0 105-15,0 0-542 0,-20-14-710 16</inkml:trace>
  <inkml:trace contextRef="#ctx0" brushRef="#br0" timeOffset="195529.66">17947 17154 3423 0,'-9'-5'-39'0,"1"-4"40"0,7 4 48 0,-6-3 50 16,7 1 52-16,-2-1 32 0,2 8 24 0,0-18 6 15,2 11-8-15,3-3-9 0,-2 0-14 16,1 2-17-16,4-1-12 0,-1 3-18 0,1 0-13 16,1 1-12-16,1 3-14 0,-10 2-6 15,19 2-14-15,-19-2-6 0,23 9-5 16,-12-1-8-16,-1 1-9 0,-5 3-4 16,2 0-2-16,-6-1-3 0,-1 6-4 15,-1 1-3-15,-8 5-4 0,2 4-4 0,-4 1 0 16,1-6-3-16,2-3-1 0,3-4-2 15,-3-1-1-15,5-4 2 0,-2 0 1 0,1-1 5 16,2-2 2-16,1 1 5 0,1-1 27 16,0 1 12-16,1 4 5 0,3-2-1 15,3 1-4-15,-2 3 0 0,4-1-9 0,-1 3 7 16,2 1-2-16,-1 1-3 0,0-5 0 16,0 5-2-16,-6-5 8 0,3 3 0 0,-1-1-3 15,-5-1 4-15,2-2 2 0,-4 1-3 16,-1 3-2-16,-5-1-6 0,-2-1 0 15,-3 1-10-15,2 0-4 0,-4-3-7 16,2-2-3-16,1-3-6 0,0-1-5 16,3 0-22-16,-3-4-5 0,12-2-51 0,-16-2-65 15,16 2-97-15,-18-6-116 0,14-3-104 16,4 3-82-16,0-5-110 0,4-3-182 0,5 2 1 16,3-5 91-16,9-3-503 0,4-1-681 15</inkml:trace>
  <inkml:trace contextRef="#ctx0" brushRef="#br0" timeOffset="195829.52">18296 17265 3245 0,'-2'-14'-6'0,"-6"4"37"16,4 1 48-16,1 1 55 0,-1 3 50 0,4 5 35 0,-4-11 15 0,4 11-8 0,0-9-7 16,0 9-10-16,0 0-23 0,2-8-14 15,-2 8-19-15,20-3-16 0,-6 3-14 16,6 3-8-16,0 1-16 0,1 6-6 0,10 5-14 15,-4 2-4-15,-4 2 3 0,-1 5-2 16,-5 3-2-16,1 2 9 0,-3 2-7 0,-6 0 2 16,-1 0 4-16,0-3-4 15,-5-4 1-15,-3 0-9 0,2 1 3 0,-2-4-12 16,2 1-10-16,-2-3-8 0,0-2-2 16,0-1-5-16,0-1-2 0,2-5-42 15,0 1-53-15,-2-1-66 0,2-2-74 0,-1 0-103 16,-1-8-71-16,5 9-92 0,-1-7-148 15,-4-2-161-15,9 2 67 0,-9-2-473 0,0 0-648 16</inkml:trace>
  <inkml:trace contextRef="#ctx0" brushRef="#br0" timeOffset="196795.62">19080 17186 3100 0,'0'0'-68'0,"3"-14"48"0,-1 8 51 0,0-2 41 0,-2 8 53 0,6-13 18 15,-6 8 33-15,0 5 11 0,1-9 4 16,-1 9-11-16,2-8-13 0,-2 8-6 15,0 0-5-15,4-9-7 0,-4 9 0 16,0 0-15-16,0 0 11 0,0 0 30 16,0 0 17-16,0 0-7 0,7 29 0 0,-7-10-5 15,0 7-11-15,0 10-19 0,3 1-5 16,-3 1-2-16,0-1-4 0,2 0-16 0,0-8-1 16,0-4-13-16,0 2-11 0,-1-3-11 15,1-7-11-15,0 0-4 0,0-3 0 16,-2-1-9-16,2-3-1 0,0-1 0 15,0-1 0-15,-1-2 3 0,-1-6-6 0,12 3-8 16,-12-3-1-16,0 0-8 0,35-14-3 16,-21 2-4-16,8-7-34 0,-1-1-1 15,-3-6 0-15,4 2 0 0,-8 1 0 0,0 6 0 16,-5 3 0-16,2 4 0 0,-6 3 0 16,3-3 0-16,-5 8 0 0,-3 2 0 15,0 0 0-15,0 0 0 0,9 14 0 0,-9 1 0 16,0 2 0-16,0 1 0 0,-1 7 0 15,-1-1 0-15,0 1 0 0,0 2 0 0,2-1 0 16,0-2 0-16,0-3 0 16,2-1 0-16,-2 1 0 0,2-4 0 0,-2-3 0 15,0-3 0-15,2 1 0 0,-2-2 0 16,0-2-64-16,1-3-272 0,-1-5-113 16,0 0-116-16,11 0-155 0,-11 0-167 0,13-13 83 15,-1-1-681-15,4-9-932 0</inkml:trace>
  <inkml:trace contextRef="#ctx0" brushRef="#br0" timeOffset="197129.04">19899 17208 4113 0,'0'0'-2'0,"0"-13"45"0,0 13 14 0,-3-9 35 0,3 9 19 0,0 0 47 0,0 0 55 0,0 0 25 15,-22 26-10-15,8 1 14 0,-11 9-4 16,-2 4-7-16,0 3-5 0,0 1-8 15,2-3-16-15,4 2-13 0,2 0-18 16,4-11-17-16,6 1-11 0,3-8-16 0,-1 0-5 16,7-4-7-16,0-1-9 0,2-3-7 15,3-1-10-15,1-3-9 0,3-1-5 16,2-6-6-16,3 2-25 0,2-4-44 0,-2-3 0 16,3-2 0-16,-3 1 0 0,-1-4 0 15,0-4 0-15,-3 4 0 0,2-4 0 16,-7 2 0-16,3-1 0 0,-5 3 0 0,-1-4 0 15,-2 8 0-15,0 0 0 0,-5-12 0 16,5 12 0-16,-18-4 0 0,3 4 0 0,15 0-280 16,-34 8-153-16,11-4-114 15,0 0-178-15,-11 8-175 0,3-3 77 0,4-2-702 16,9 0-969-16</inkml:trace>
  <inkml:trace contextRef="#ctx0" brushRef="#br0" timeOffset="198011.34">17825 17074 3986 0,'-27'-1'-186'0,"7"1"24"0,2 0 20 0,6 0 30 0,12 0 36 0,-20-4 29 0,20 4 22 0,-11-2 15 0,11 2 2 16,0 0 7-16,22-14-1 0,26-1-3 15,19-2-1-15,30-7 7 0,15 0-4 16,20-1-4-16,15-3-9 0,11 3-8 15,55-1-22-15,-49 9-21 0,2 2-22 16,-5 5-14-16,-14 3 4 0,-13 3 4 0,-12-1 13 16,-34 2 21-16,-9 1 22 0,-9-2 32 15,-21 4 22-15,-9-2 24 0,-5 0 20 0,-9 2 10 16,-5 2 16-16,4 4 10 0,3 4 5 16,-3 11 22-16,0 4-10 0,-5 16 2 15,-2 7 1-15,-5 5-10 0,-1 8-6 0,3 28 76 16,4 5 36-16,8-2-9 15,5 1-18-15,6-2-18 0,2-4-16 0,1-3-12 0,-4-5-14 16,3-7-14-16,-8-17-8 16,1-6-11-16,-3-5-9 0,-1-6-8 15,-10-11-8-15,-1-3-3 0,-5-7-3 0,-6-4 7 16,2-2 37-16,-2-4 38 0,-3-2 5 16,-4-5-26-16,5 3-10 0,-5-3-3 0,0 0-6 15,0 0-5-15,0 0-9 0,-29-15-16 16,5 10-1-16,-20-1-9 0,-22 1-5 15,-11 4-6-15,-11 2-9 0,-34 3-7 0,-3 3 0 16,-12 1-9-16,-6 6 3 0,-6-2-6 16,-2 2-2-16,1-1 2 0,-3 3-4 0,5-1 0 15,2 3-8-15,4-2 5 0,1 4 3 16,1-2-13-16,5 3-1 0,6 1 2 16,7 1-2-16,11 2-1 0,3 3 0 15,12 1 4-15,7-2-7 0,24-5 2 16,9 0 1-16,8-2-4 0,10-5 0 0,5-4 10 15,10 1-11-15,7-6-2 0,2 0 1 16,4-4 12-16,-2 4 8 0,7-5 8 0,5-1 29 16,0 0-5-16,-14-8-3 0,17-5-10 15,1-3-6-15,7-15 6 0,2-5-10 16,11-14 1-16,3-3-7 0,11-18-4 0,7-7-22 16,-6-10-23-16,7 0-22 0,-2-7-22 15,0-1-17-15,-2-3-15 0,-4 1-15 16,-4 3-16-16,-6 8-15 0,-6 20 3 15,-5 9 9-15,-6 6 13 0,-1 15 14 0,-7 2 5 16,4 12 1-16,-7 4-33 0,-3 5-46 16,-1 6-36-16,2 2-33 0,2 6-29 15,0 0-44-15,0 0-77 0,-28 19-143 0,20-7-126 16,1 5 58-16,1-1-286 0,3-1-381 16</inkml:trace>
  <inkml:trace contextRef="#ctx0" brushRef="#br0" timeOffset="198312.16">18681 17065 2710 0,'1'-12'82'0,"4"7"22"0,-1-3 28 0,-2 4 29 16,-2 4 11-16,0 0 0 0,0 0 69 0,0 0 46 0,16 33 32 15,-4 14 2-15,-1 11 0 0,3 7-22 16,8 19-8-16,-2 4-18 0,1-4-26 0,3-1-21 15,-5-16-25-15,8 16-21 0,-5-20-13 16,-2-3-19-16,-1-4-17 0,1-3-12 16,-2-7-10-16,-6-11-14 0,-1-4-10 0,-2-6-10 15,0-9-6-15,-6 0-7 16,3-3-8-16,-2-2-28 0,-1-1-28 0,1-3-45 16,-2-2-76-16,-2-5-102 0,0 0-108 15,0 0-91-15,0 0-94 0,0 0-150 16,0 0-168-16,-34-15 76 0,21 6-581 0,-5-1-797 15</inkml:trace>
  <inkml:trace contextRef="#ctx0" brushRef="#br0" timeOffset="199278.48">22073 17048 3586 0,'0'0'-67'0,"5"-10"38"0,-1 5 46 0,-4 5 50 0,7-10 36 0,-7 10 20 0,2-8 24 16,-2 8-1-16,0 0-2 0,-13-13-5 0,8 12-2 16,5 1 1-16,-29 3 10 15,6 2 1-15,-9 5 5 0,-2 7-7 0,-10 2 7 0,6 7 2 16,0 1-12-16,3 2-13 0,1 3-11 15,15-6 1-15,2 1-8 0,8-5 9 16,4-1-13-16,5-2-1 0,9 1 3 16,5 6-4-16,6-2-11 0,5-4-6 15,3 2-12-15,3-4-8 0,-2-1-3 0,-4 1-4 16,-1-7 8-16,-9-1 3 0,0-1 12 16,-6-2 11-16,1 0 15 0,-2-2 14 0,-3 0 8 15,-3 2 20-15,0 0-26 0,-2-7-128 16,-5 13 0-16,-3-4 0 0,1 0 0 15,-5 4 0-15,-1-2 0 0,-7-1 0 0,4-2 0 16,-4 3 0-16,3-1 0 0,4-2 0 16,-3-2 0-16,3 0 0 0,4-1 0 0,1-3 0 15,0 2 0-15,8-4-359 16,0 0-351-16,0 0-172 0,-5-15-25 0,8 3 86 16,13-11-714-16,3 1-978 0</inkml:trace>
  <inkml:trace contextRef="#ctx0" brushRef="#br0" timeOffset="199646.37">22342 17118 4304 0,'16'-18'24'16,"-4"6"48"-16,0 3 29 0,-2 1 34 0,-5 2 19 15,1 2 8-15,-6 4-7 0,9-6-9 16,-9 6 0-16,0 0 14 0,16 16-3 16,-14-4-13-16,-1 5-8 0,-2 6-9 0,-5 12-8 15,2 2-13-15,-4 0-12 0,1 1-8 16,3-1-8-16,0-2-5 0,6-8-3 15,2-2-7-15,-1-3-9 0,5-1-6 16,4-6 3-16,-1-1-7 0,1-2-2 0,1-6 2 16,-4 0-2-16,1-3 30 0,-10-3 24 15,13-2 16-15,-13 2 8 0,0 0 2 0,-3-22-4 16,-15 8 4-16,-9-8 7 0,-13-5 10 16,-7-2-115-16,-3 4-24 0,1-1 0 15,-2 1 0-15,3 2 0 0,12 8 0 16,2 1 0-16,10 4 0 0,7 1 0 15,4 3 0-15,4-3 0 0,7 1 0 0,6-4 0 16,8 0 0-16,10-7 0 0,6 2 0 16,8 3 0-16,0 1 0 0,2-1 0 0,1 2 0 15,3 3 0-15,-4 1 0 0,0 0-499 16,-5 8-186-16,-9-2-213 0,2 4 8 0,1 2 98 16,-4 0-714-16,2 0-951 0</inkml:trace>
  <inkml:trace contextRef="#ctx0" brushRef="#br0" timeOffset="200795.21">23339 17057 3996 0,'3'-13'-97'0,"-1"2"46"0,4 1 43 0,-1 0 31 0,11-4 51 0,5-5 38 0,-2 5 26 0,6-1 7 16,-4 3 0-16,-3 5-2 0,5-1-15 15,-7 6-7-15,1 4-10 0,0-2-4 0,0 10 2 16,1 4 11-16,-7 1-2 0,-1 6 4 16,-6 2 3-16,-11 10 5 0,-2 4 4 0,-13 6 16 15,0-1-7-15,-3-1-5 16,0-2 0-16,-1-1 0 0,7-9-15 0,3-5-5 15,5-5-17-15,1-4 7 0,3-1-2 0,3-4 2 16,4-1 19-16,2-3 4 0,4 0-6 16,-6-6-10-16,23 4-12 0,-10-4-8 15,10-5-10-15,-6 0-6 0,4-3-64 16,-4 1-15-16,-1-7 0 0,-3 2 0 0,-6-1 0 16,-3-3 0-16,-4-1 0 0,-9-15 0 15,-4 3 0-15,-9 1 0 0,-8-7 0 16,-1 6 0-16,6 8 0 0,-1 1 0 0,1 3 0 15,6 3 0-15,5 1 0 0,3 5 0 16,2-3 0-16,5 2 0 0,4 0 0 0,6-5 0 16,7-1 0-16,14-5 0 15,3 3 0-15,8 4 0 0,3 2 0 0,-2 3 0 16,3 1 0-16,1 4 0 0,0-3-99 0,1 8-464 16,2-4-91-16,0 2-125 0,-1 4-96 15,-3-4 66-15,-7 2-692 0,-10-1-946 16</inkml:trace>
  <inkml:trace contextRef="#ctx0" brushRef="#br0" timeOffset="201127.9">24181 16922 3796 0,'11'-7'-116'0,"-3"5"63"16,-8 2 71-16,10-8 54 0,-10 8 59 0,5-6 46 15,-5 6 30-15,6-4 5 0,-6 4-4 16,0 0-13-16,0 0-4 0,0 0 48 16,0 0 18-16,-6 22 4 0,-6-3-9 0,-6 10-5 15,-7 8-19-15,-4 1-9 16,4 3-21-16,-1 1-17 0,2-3-16 0,2-2-17 15,7-4-16-15,2-2-13 0,2-2-8 16,8-2-10-16,3-8-8 0,0-1-8 0,3-1-9 16,6-1-35-16,-2-3-41 0,8-3 0 15,3 1 0-15,-6-7 0 0,4 2 0 0,-5-4 0 16,-1 0 0-16,-10-2 0 0,19-2 0 16,-19 2 0-16,5-11 0 0,-6 5 0 15,1 6 0-15,-11-24 0 0,1 11 0 16,-4-3 0-16,0 5 0 0,-6-1 0 0,4 0 0 15,-7 3 0-15,-1 3 0 0,1-2 0 0,-1 5 0 16,-1 0 0-16,-1 3 0 16,2 1-297-16,-12 4-199 0,0 1-169 0,0 0-241 15,3 1 46-15,7 0 88 0,3 0-655 16,2 1-877-16</inkml:trace>
  <inkml:trace contextRef="#ctx0" brushRef="#br0" timeOffset="202079.49">21255 16912 3697 0,'-5'-4'-178'0,"5"4"31"0,-6-9 19 0,6 9 27 0,25-16 36 16,11 2 26-16,23-6 23 0,27-6 17 0,22-3 10 15,20 0 2-15,17 2 0 0,59-10-4 16,6 4-4-16,1-1-20 0,3 5-17 0,3 5-11 16,4 1 3-16,-4 2 0 0,-45 8 2 15,1 0 8-15,-4 0 2 0,-6 1 4 16,-11 0 17-16,-13 0 21 0,-13 0 19 0,-19 0 20 15,-29 2 26-15,-9-2 23 16,-8 2 30-16,-20 1 26 0,-5 2 16 0,-5 2 8 16,-8 2-11-16,-6-1-17 0,-4 3-18 15,1 4-12-15,-1 5-4 0,-4 8 10 0,2 13-4 16,-8 7-2-16,-5 6-5 0,-8 13-1 16,-3 3 12-16,-2 6 1 0,-2 1 1 15,-2 5-11-15,2-4 1 0,-6 20 10 0,7-16 8 16,3 3 3-16,-3-3-12 0,4-3-10 15,0-6-3-15,-1 0-18 0,0-13-10 0,-1-1-4 16,3-11-5-16,-2-5-6 0,1 0-3 16,-1-6-1-16,-1-4-11 0,3-4-5 0,-3-2 1 15,-4 6-5-15,-6-1-10 0,-1-3-4 16,-7 0 0-16,-11 1-2 0,-9 2-8 16,-13-2-3-16,-7 0-1 0,-29-3-6 15,-6 0 1-15,-9-3-3 0,-2-2 1 16,-2-3 0-16,0 0-12 0,-1-2 3 0,1 2-4 15,2 0 4-15,6 3-5 0,1-1 4 16,2 3 2-16,-2 2-5 0,3 3 3 0,2-1-2 16,5 3 4-16,-2 4-3 0,2-1 1 15,3 3-9-15,1 0 5 0,0 1-1 16,4-2-5-16,27-6 2 0,-2 0 0 0,17-3 0 16,9-3 0-16,10-1-5 15,8-5 7-15,4-1 10 0,4-1-4 0,5-1 4 16,2-3-6-16,9 0 2 0,-8-9 6 0,8 0-9 15,3-5 8-15,-2-9-2 0,10-11-12 16,1-12 2-16,0-7-10 0,2-2 6 16,4-3-13-16,-5-2-8 0,4-2-7 0,-2-1-1 15,1 2 4-15,-1 7 5 0,-1 4 1 16,-2 4 3-16,2 11-1 0,-6 6-11 16,-1 7-30-16,-1 3-30 0,-5 5-45 0,1 3-55 15,0-1-68-15,3 2-85 0,-1 5-87 16,-3 1-108-16,-1 4-205 0,0 0 10 15,0 0 82-15,0 0-428 0,0 0-554 0</inkml:trace>
  <inkml:trace contextRef="#ctx0" brushRef="#br0" timeOffset="202394.81">22772 16825 3270 0,'2'-19'125'0,"0"3"22"0,2 5 8 0,-1 1 3 0,-2 6 5 0,-1 4 66 16,0 0 44-16,11 17 25 0,-1 13-12 15,4 20 2-15,-2 6-15 0,2 10-21 0,8 17-4 16,3 6-19-16,-1-3-23 16,-3-2-17-16,-3-16-18 0,4 0-17 0,-6-6-9 15,4-2-21-15,-9-6-9 0,1-1-13 16,-7-16-7-16,1-1-5 0,-3-7-9 15,-1-9-10-15,-2-2-5 0,2-5-8 0,1 1-4 0,-3-2-14 16,2-4-28-16,0 0-41 16,-2-8-56-16,-2 10-109 0,2-10-88 0,-9 2-102 15,9-2-107-15,0 0-131 0,0 0-191 16,-24-18 5-16,18 11 82 0,-3-3-544 16,-2-2-729-16</inkml:trace>
  <inkml:trace contextRef="#ctx0" brushRef="#br0" timeOffset="203377.44">26367 16677 3736 0,'6'-11'56'0,"-1"4"59"0,1 2 24 0,-6 5 19 0,7-8 8 0,-7 8 8 15,0 0 7-15,0 0 82 0,0 0 31 16,14 24 5-16,-14-6 2 0,-2 20-14 0,-2 5-14 16,3 12-8-16,-6 4-12 0,0-1-16 15,-1 3 0-15,3-1-9 0,-1 1-4 16,-2-3-1-16,0-5-141 0,3 0-82 16,-7-7 0-16,6-8 0 0,1-3 0 0,3-12 0 15,-4-3 0-15,5-3 0 0,-1-5 0 16,0 0 0-16,2-4 0 0,0 1 0 0,0-3 0 15,0-6 0-15,0 11 0 0,0-11 0 16,0 0 0-16,0 0 0 0,0 0 0 0,15-16-204 16,-12 7-560-16,1 0-224 0,1-2 83 15,-3 1 105-15,-1 0-741 16,3 0-984-16</inkml:trace>
  <inkml:trace contextRef="#ctx0" brushRef="#br0" timeOffset="203779.09">26877 16958 4452 0,'-13'-5'-56'0,"4"1"31"0,-1 4 60 15,10 0 44-15,-22 10 52 0,6 3 39 0,1 2 29 16,-6 11 8-16,5-3 14 0,5 6 6 15,2 0 4-15,0 0-5 0,9-5-10 16,0 1-9-16,3 1-10 0,6 5-21 16,-1-5-8-16,3-1-11 0,5-1-7 0,-2-9-9 15,4-1-6-15,1-5-13 0,3-3-14 16,3-4-9-16,-1-2-10 0,0-2-5 16,9-6-39-16,-6-1-45 0,-4 1 0 0,-7-4 0 15,4-2 0-15,0-6 0 0,-8-6 0 16,-5-1 0-16,-3 6 0 0,-4-4 0 0,-4-10 0 15,-5 3 0-15,-7 0 0 0,4 6 0 16,-12 3 0-16,3 6 0 0,1 6 0 0,1 4 0 16,-1 6 0-16,0 1 0 0,0 3-142 15,-12 9-239-15,2 2-114 0,-1-1-146 16,10 1-224-16,6-3 19 0,3-3 94 16,8 0-632-16,6-2-837 0</inkml:trace>
  <inkml:trace contextRef="#ctx0" brushRef="#br0" timeOffset="204177.4">27357 16915 4180 0,'-1'-7'146'0,"1"7"28"0,0-7 33 16,0 7 34-16,0 0 19 0,0 0 19 16,0 0 37-16,0 0-13 0,0 0-28 15,-13 31-26-15,11-14-29 0,0 2-19 16,-3 3-20-16,3 1-17 0,1 0-14 15,2-2-16-15,-1 1-13 0,5-3-12 0,-1 3-7 16,-1-7-11-16,3-1-6 0,1-1-82 16,4-3-3-16,0-3 0 0,0-2 0 0,3-3 0 15,-2-4 0-15,10-3 0 0,1-5 0 16,6-5 0-16,-4-2 0 0,2-2 0 0,-2-5 0 16,0 3 0-16,-7 5 0 0,-5 3 0 15,-4 5 0-15,1 0 0 0,-5 1 0 16,-5 7 0-16,0 0 0 0,0 0 0 15,0 0 0-15,-3 34 0 0,-6-12 0 0,-2 9 0 16,2 2 0-16,-3 4 0 0,5-2 0 16,-1 1 0-16,-4-1 0 0,9 0 0 15,-1-9 0-15,2-4 0 0,-2-2 0 0,4-3 0 16,0-1 0-16,0-3 0 0,0-3 0 16,0-1 0-16,0 1 0 0,0-3-132 0,0-2-467 15,0-5-179-15,4 5-156 0,-4-5 77 16,0 0-806-16,0 0-1101 0</inkml:trace>
  <inkml:trace contextRef="#ctx0" brushRef="#br0" timeOffset="204577.15">28410 16973 4425 0,'3'-20'-107'0,"3"1"56"0,-6 2 57 0,2 5 73 0,1 2 57 0,-3-1 42 0,5 5 31 15,-3-2 13-15,-2 8 9 0,0-12-17 0,0 12-24 16,0 0 41-16,0 0 33 15,0 0 1-15,5 28 12 0,-6-7-9 0,-1 15-5 16,-2 5-10-16,-1-1-7 0,2 15-17 16,-3-1-66-16,2 2-163 0,-1-4 0 15,-1-7 0-15,2-1 0 0,0-5 0 0,0-2 0 16,1-2 0-16,1-7 0 0,0-7 0 16,-2-4 0-16,4-2 0 0,-2-3 0 0,2-2 0 15,0 1 0-15,0-5 0 0,0 1 0 16,0-7-79-16,0 0-544 0,0 0-155 0,0 0-164 15,27-17 82-15,-10-7-810 0,2 0-1105 16</inkml:trace>
  <inkml:trace contextRef="#ctx0" brushRef="#br0" timeOffset="204861.36">28783 16820 4877 0,'-6'-9'4'0,"4"0"51"15,1 3 36-15,1 6 31 0,-4-5 45 16,4 5 104-16,0 0 25 0,-2 25 12 0,0-4-18 16,0 16-24-16,1 2-22 0,1 7-18 15,-3-1-18-15,-1 12-13 0,-1-2-14 16,1 1-17-16,-4-4-14 0,5-6-74 16,-6-1-76-16,6-4 0 0,-5-3 0 15,5-5 0-15,-1-5 0 0,0-7 0 0,2-4 0 16,2-2 0-16,-1-1 0 0,-2-2 0 15,3-4 0-15,-2 1 0 0,2-4-327 0,0-5-238 16,5 5-152-16,-5-5-214 0,0 0 78 16,0 0 95-16,0 0-616 0,0 0-828 15</inkml:trace>
  <inkml:trace contextRef="#ctx0" brushRef="#br0" timeOffset="205294.29">29037 17077 3507 0,'-16'2'-79'16,"3"6"67"-16,-1-1 58 0,0 7 70 0,0 1 60 16,-5 7 48-16,2 5 38 0,2 0 24 15,1 3 9-15,3 0 5 0,6 3-7 16,2-6-11-16,3-1-12 0,4-2-17 0,4 5-13 16,1-4-16-16,7-1-14 0,4-5-17 15,3-1-18-15,-2-7-14 0,2-1-14 16,0-5-14-16,2-2-13 0,-2-3-11 0,-2 0-8 15,-1-5 0-15,1-2-43 0,-1-3-58 16,-7-3 0-16,0-5 0 0,-5-2 0 0,-4-4 0 16,-2-1 0-16,-6-12 0 0,-2 4 0 15,-7 6 0-15,-11-1 0 0,2 6 0 16,-10 2 0-16,-7 8 0 0,-10-2-377 0,3 11-114 16,-1 3-126-16,-14 0-238 15,0 6-8-15,0 3 97 0,2 3-670 0,2-2-886 16</inkml:trace>
  <inkml:trace contextRef="#ctx0" brushRef="#br0" timeOffset="206229.65">25686 16680 4043 0,'-15'-2'-157'0,"5"1"18"0,10 1 23 0,0 0 32 0,0 0 41 0,0 0 32 0,0 0 17 0,59-16 1 0,9 8 2 16,9-2 1-16,40-6-7 0,7-1 8 15,19-2-22-15,17-2-30 0,53-4-47 16,-1-3-56-16,-3-1-64 0,-47 10-30 16,55-3 18-16,-45 6 22 0,49-4 20 0,-53 6 31 15,1 2 43-15,-6-1 28 0,-13 2 35 16,-15 1 31-16,-17-4 40 0,-12 6 36 16,-36 1 41-16,-11 1 39 0,-18 2 37 0,-1-1 32 15,-9 1 1-15,-6 2 1 0,-4 1-10 16,0-1-9-16,-2 4-11 0,-2-1-10 0,3 8-15 15,-2 3-15-15,1 11-6 0,0 7-3 16,-2 13-12-16,1 4-8 0,-5 8-8 16,-2 6 8-16,1 9 19 0,5 17 21 15,2 4 2-15,0 2 0 0,5 1 2 16,3 1 2-16,2-7-14 0,0-3-8 0,-3-7-13 0,-3-17-21 16,-2-10-8-16,-2-5-18 15,-6-10 1-15,-1-2-15 0,-3-8-7 0,-3-6-3 16,0-4-1-16,-2-3-8 0,0-1-1 15,-1-4-7-15,-3 1 5 0,2-3 2 16,-2-6 3-16,2 12 0 0,0-6-3 0,-2-6-5 16,-6 10 1-16,-5-7-1 0,-4 3-6 15,-8 2-3-15,-13 1-6 0,-8 1-5 0,-19 0 0 16,-8 0-2-16,-8-1-7 0,-27 1-2 16,-2-1 2-16,-6-2-8 0,-8 0 8 15,-4-4-4-15,2 5-1 0,-4 3 0 16,0-4-5-16,5 4 2 0,-7 0 2 15,-6 2-10-15,-4-1 3 0,-7 1 2 0,-3-1-7 16,-7-3 5-16,0 7-2 0,-6-1-1 16,5-3 1-16,2 0 3 0,3-2-5 0,8-3-1 15,18 3 5-15,7-5-1 0,37-2-2 16,11 1 3-16,10-1-5 0,15-1 7 0,15-2-3 16,5 0 5-16,7 0-3 0,2 0-1 15,5 0 8-15,0 0-10 0,13 0 6 16,-24 0 2-16,24 0-6 0,-14 0 3 0,14 0 4 15,-14 0 6-15,14 0 16 16,-11-2-3-16,11 2 2 0,-6-15-6 0,6-2-3 16,6-7 1-16,3-13-8 0,7-11 2 15,5-5-5-15,-1-5-7 0,11-21-4 0,-1-7-26 16,3-3-33-16,-5-1-21 0,1 1-10 16,-10 25 5-16,1 0 10 0,-6 10 10 15,-2 6 6-15,-4 15-2 0,-3 7-8 0,-1 7-27 16,0 7-13-16,-4 7-21 0,0 5-46 15,0 0-57-15,0 0-75 0,0 0-96 0,0 0-129 16,-8 27-244-16,10-16 64 16,6 1 82-16,1-2-402 0,3 1-509 0</inkml:trace>
  <inkml:trace contextRef="#ctx0" brushRef="#br0" timeOffset="206876.69">30305 16704 2921 0,'0'-17'23'0,"7"2"36"0,-5-1 53 0,0 4 58 0,-1 2 48 0,1 3 36 0,2-2 23 0,-4 3 13 15,0 6-7-15,2-11-14 0,-2 11 17 0,0 0 43 16,0 0 2-16,2 31-13 16,-4-7-29-16,-2 14-24 0,2 4-23 0,0 4-23 15,1-1-23-15,-1 0-17 0,-3-2-20 16,3 0-14-16,-1-6-17 0,1-1-12 0,2-6-15 15,-2-6-89-15,0-5-12 16,4-3 0-16,-4-3 0 0,2-1-151 0,0-3-87 16,0 1-73-16,2-8-108 0,-2-2-88 0,0 0-111 15,0 0-173-15,0 0-3 0,32-19 76 16,-16 3-521-16,9-7-702 0</inkml:trace>
  <inkml:trace contextRef="#ctx0" brushRef="#br0" timeOffset="207309.81">30678 16688 3536 0,'2'-18'53'16,"-2"2"62"-16,0 5 60 0,1-2 51 0,1 3 46 16,-4 2 37-16,6 1-6 0,-4 7-6 15,0-14-30-15,2 9-29 0,-2 5-27 16,5-10-25-16,3 6-18 0,-8 4-14 0,21-3-15 16,-8 4-17-16,3 3-18 0,-2 1-5 15,4 2-15-15,0 2-8 0,-5 1-9 16,-6 1-4-16,-2 2-8 0,0 2-3 0,-7 2-9 15,-4 2 5-15,-13 8 4 0,0 2 2 16,-6-4 4-16,-6 4 5 0,7-3 4 16,0-5-2-16,4-2-13 0,5-3 8 15,5-4 3-15,3-3 5 0,-1-3 16 0,7 3-41 16,1-2-43-16,0-7 0 0,7 17 0 16,4-6 0-16,5 0 0 0,-3 1 0 0,2 0 0 15,0-2 0-15,-1 4 0 0,-3-3 0 16,0-1 0-16,-2 0 0 0,-2 1 0 0,-2-2 0 15,-1 0 0-15,-4 2 0 0,2-3 0 16,-6 2 0-16,1 1 0 0,-3 1 0 16,1-3 0-16,-4-3 0 0,0 2 0 0,2-2 0 15,-5 0 0-15,0-3 0 16,1-1 0-16,11-2 0 0,-21 0 0 0,21 0 0 16,-17-2 0-16,11-3 0 0,0-2 0 15,5-4-574-15,1-4-448 0,3-3 87 0,5 1 108 16,6-14-817-16,0-1-1081 0</inkml:trace>
  <inkml:trace contextRef="#ctx0" brushRef="#br0" timeOffset="207595.39">31081 16637 4770 0,'-1'-7'8'16,"1"7"62"-16,0 0 64 0,1-10 47 0,-1 10 39 0,0 0 16 0,-1-10-10 0,1 10-19 0,1-7-20 0,-1 7-19 15,11-5-20-15,-11 5-20 0,14 0-13 16,-14 0-1-16,19 10-1 0,-7-2-1 16,-7 5 1-16,3 2 6 0,-1 4 7 15,-2 5 2-15,-3 2-4 0,-2 1 0 0,-2 12-4 16,-7-2-8-16,6 1-24 0,-3-3-88 16,-1-2 0-16,1-1 0 0,0 0 0 0,0-7 0 15,3-5 0-15,1-3 0 0,0 0 0 16,2-3 0-16,-2-2 0 0,2-1-68 15,2-2-293-15,-2-2-93 0,2 0-71 0,0 1-138 16,1-4-202-16,-3-4 53 16,0 0 97-16,9 4-553 0,-9-4-728 0</inkml:trace>
  <inkml:trace contextRef="#ctx0" brushRef="#br0" timeOffset="207826.33">31092 16954 3676 0,'-11'-5'-8'15,"6"4"50"-15,-3-3 80 0,8 4 51 16,0 0 44-16,0 0 21 0,-12-7 9 16,12 7 30-16,0 0 2 0,0 0-21 15,0 0-19-15,40-3-29 0,-22 1-17 16,3 0-22-16,-1 2-17 0,2-3-19 0,-1 0-41 0,-1 3-35 16,-2-2-62-16,-4 0-45 15,-2 0-54-15,1 2-61 0,-13 0-68 0,20 0-76 16,-11 0-56-16,-9 0-92 0,12 4-175 15,-6-2-97-15,-6-2 71 0,9 6-395 16,-9-6-525-16</inkml:trace>
  <inkml:trace contextRef="#ctx0" brushRef="#br0" timeOffset="208495.46">31960 16765 3122 0,'-2'-20'67'0,"2"3"49"0,2 2 39 0,2-1 40 0,1 1 35 0,4-4 28 0,0-1 27 0,0 1 15 0,-3 7 8 15,1-2-2-15,-2-1-4 0,2 8-21 16,-3 0-28-16,-2 2-2 0,-2 5 18 0,0 0 16 16,0 0 22-16,5 25-11 0,-7-6-3 15,-3 16-19-15,-1-1-236 0,-1 4-38 16,2-1 0-16,0 1 0 0,-3 1 0 16,4-2 0-16,3-4 0 0,-3-8 0 0,2 2 0 15,-3-5 0-15,4-5 0 0,1 2 0 0,-2-4 0 16,-2-3 0-16,4 0 0 15,-2-3 0-15,0-1 0 0,2 1 0 0,0-2 0 16,0-7 0-16,0 9 0 0,0-9-175 16,0 0-470-16,0 0-91 0,0 0-178 15,35-25 52-15,-10 5 100 0,-1-4-631 0,11-9-847 16</inkml:trace>
  <inkml:trace contextRef="#ctx0" brushRef="#br0" timeOffset="208876.78">32347 16750 3648 0,'4'-8'-24'0,"-2"2"62"0,-2 6 56 0,1-12 51 15,-1 12 36-15,0 0 28 0,-1-9 17 0,1 9 3 16,0 0 43-16,0 0 1 0,0 0-6 16,0 0-17-16,0 0-3 0,0 0-8 15,-11 25-20-15,11-25-18 0,0 13-17 16,3-5-18-16,-3-8-11 0,8 12-12 16,-7-6-11-16,5-3-14 0,-2 3-6 0,-4-6-11 15,14 6-9-15,-7-4-11 0,-7-2-4 16,17 0-5-16,-17 0-28 0,21-8-44 15,-10-1 0-15,5-3 0 0,-2-2 0 0,0 3 0 16,1-1 0-16,-5 3 0 0,-1 1 0 16,-1 2 0-16,0 0 0 0,0 0 0 0,-8 6 0 15,0 0 0-15,0 0 0 0,0 0 0 16,12 21 0-16,-13-4 0 0,1 0 0 16,-4 7 0-16,0 0 0 0,-3 9 0 15,3 2 0-15,-2-3 0 0,2-6 0 16,2-1 0-16,-2-2 0 0,1-7 0 0,3 2 0 15,-2-5 0-15,2 1 0 0,0-3 0 16,0-2 0-16,-2 0 0 0,2 0 0 0,2-1 0 16,-2-8-148-16,5 8-405 0,-5-8-124 15,0 0-200-15,18-2 4 0,-18 2 96 16,26-16-681-16,-1 0-906 0</inkml:trace>
  <inkml:trace contextRef="#ctx0" brushRef="#br0" timeOffset="209211.37">32928 16695 3868 0,'6'-18'-92'0,"-3"6"65"0,-3 1 92 0,0 3 60 0,2 1 45 0,-2 7 18 15,-2-12-2-15,2 12-10 0,0 0 2 16,0 0 27-16,-11-3 22 0,11 3 8 0,-23 12-14 16,9-5-2-16,0 3-14 0,1 2-21 15,1 1-9-15,2-1-10 0,3 2-11 16,1 1-5-16,2-1 1 0,0 3-14 15,4 0 3-15,0 2-6 0,0 1 1 0,0-3 3 16,2 1-4-16,-2 1-9 0,0 2-10 16,0-3-99-16,-2 1-15 0,0 4 0 15,-1-1 0-15,-1-3 0 0,-2 1 0 0,3-3 0 16,-6 0 0-16,4-3 0 0,-3 1 0 16,3-1 0-16,-5-5 0 0,0 3 0 15,-1-4 0-15,-2 0 0 0,1-4 0 0,-3-1 0 16,2-1-44-16,-3-2-479 0,-2-2-158 15,-4-5-248-15,3-1 43 0,-1 2 101 0,-13-2-692 16,5 2-925-16</inkml:trace>
  <inkml:trace contextRef="#ctx0" brushRef="#br0" timeOffset="210076.08">30068 16402 3862 0,'-10'4'-121'15,"6"-1"38"-15,4-3 31 0,0 0 28 0,0 0 49 0,0 0 8 0,0 0 31 0,0 0 17 0,0 0 0 0,40-14-7 16,-1 4-15-16,15 0 4 0,12-2-9 0,11 3-11 16,36-1 2-16,13 0-13 0,19 3-53 15,16 2-52-15,13 3-47 0,3 2-51 16,6 0-27-16,58 4 9 0,-55-1 21 15,46 2 15-15,-56 0 24 0,-5 1 25 16,-13 0 24-16,-13-1 15 0,-17-1 26 0,-15 1 28 0,-34-2 31 16,-10 1 36-16,-21-2 29 0,-8-1 47 15,-9 3 39-15,-9-4 12 16,-5 1 2-16,-4 1-4 0,1-2-11 0,-5 2-11 16,2-1-11-16,0 6 19 0,-6 0 9 15,-1 5-12-15,0 3-14 0,-3 8-8 0,3 1-17 16,-2 3-10-16,-4 12-11 0,2 5-12 15,-4 14 17-15,-1 0 7 0,-2 6 1 16,-1-2-5-16,0-2 12 0,-1 3-4 0,1-5-15 16,-2-1-3-16,1-2-12 0,0-7-8 15,-2-9-8-15,4-3-6 0,-2-3 3 16,3-10-12-16,-2-3 0 0,2-5 2 16,1-1-7-16,-3-2 2 0,1-1-1 15,-5-1-3-15,-5 0-5 0,-9-1-6 0,-9 1-3 16,-16 2-5-16,-10-5 2 0,-9 5-9 15,-15-4-8-15,-31 4 4 0,-11-3-3 0,-11-1 0 16,-6 1-1-16,-5-4-11 0,0 2 5 16,2-3 1-16,6 5-5 0,8 2 3 15,4-3 6-15,9 2-13 0,9 1-1 0,28-6 9 16,11 3 9-16,8-3-4 0,3-1 6 16,15-1-6-16,2 1-1 0,12-3-5 15,5 1 5-15,-2-4-2 0,4 1 0 16,0-3 0-16,3-1-5 0,-1-2 7 15,2-1-8-15,-4-8 1 0,3-4-12 0,2-4 12 16,9-7 5-16,-1-7-5 0,7-3-4 16,3-6 10-16,6-12-15 0,7-6-15 0,3-2-10 15,16-16-8-15,1 7-20 0,5 0-20 16,-6 18-18-16,-3 6-3 0,-2 7 5 16,0 9 12-16,-12 9-16 0,-2 8-41 0,-3 7-59 15,-2 2-32-15,-3 6-8 16,1 3-19-16,-4 1-38 0,0 0-52 0,0 0-70 15,0 0-104-15,0 22-202 0,0-13 57 0,0-9-415 16,0 15-548-16</inkml:trace>
  <inkml:trace contextRef="#ctx0" brushRef="#br0" timeOffset="210313.4">31653 16375 3262 0,'6'-9'163'0,"-2"4"5"0,-3 0-2 0,-1 5 0 0,0 0 58 0,0 0 41 0,2 32 13 16,-4-8 13-16,-5 14-21 0,5 6-14 15,-2 11-25-15,1 6-17 0,-2 1-26 16,3-1-15-16,2 0-20 0,2-1-18 16,-2-1-52-16,0-11-63 0,0 0-94 15,2 8-94-15,-4-10-99 0,0 1-97 0,-1-2-101 16,-5-4-201-16,-5 9-77 0,-6-8 73 15,-1-1-449-15,-5-2-587 0</inkml:trace>
  <inkml:trace contextRef="#ctx0" brushRef="#br0" timeOffset="211595.6">14908 15724 2858 0,'0'0'-167'0,"-46"13"12"0,2 9 43 0,-8 9 35 0,-22 20 26 0,-8 13 29 16,-7 4 20-16,-1 10 26 0,-2 2 15 15,-1 4 9-15,2-4 8 0,1 3-1 0,7-9 2 16,6-2-7-16,3-10 1 0,12-5-5 16,15-15-1-16,4-4-8 0,11-4-2 0,5-9 0 15,4-3-5-15,3-2-5 0,7-4-1 16,1-4-6-16,3-4 0 0,2-2-6 15,1 0-8-15,1 0-23 0,-2-3-26 0,3 0-50 16,4-3-75-16,0 0-79 16,-11 2-158-16,11-2-272 0,0 0-174 0</inkml:trace>
  <inkml:trace contextRef="#ctx0" brushRef="#br0" timeOffset="212827.34">16957 15830 1853 0,'-9'-12'-10'0,"0"-1"24"0,4 3 25 0,-1 2 27 0,2-1 23 0,0-1 21 15,0 1 4-15,0-1 12 0,4 2 10 16,-1-3 4-16,1 3-1 0,0-2-2 0,0 10-13 15,1-14-3-15,1 9-12 0,-2 5-21 16,12-6 0-16,-12 6-8 0,31 11 3 16,-5 6 0-16,7 9 3 0,5 9-12 15,1 7-3-15,11 17 1 0,6 5-15 16,-4-1-9-16,4 3 2 0,1 0-16 0,0-4 4 16,-1-2 0-16,-15-13-8 0,-1-3-7 15,-1-3 0-15,-5-3 1 0,-2-5-2 0,-8-10-4 16,-2 1 0-16,-7-8 0 0,-2-3-2 15,-2-4-3-15,-2-1 3 0,-2 0-2 0,1-1 8 16,-2 0 9-16,0-2-10 0,-3 0 1 16,1-2-4-16,0 3-1 0,-4-6 3 15,5 6-6-15,-5-6-2 0,7 6-2 0,-7-6-2 16,3 6-3-16,-3-6-2 16,0 0-16-16,6 7-31 0,-6-7-42 0,4 4-52 15,-4-4-53-15,0 0-58 0,5 3-66 16,-5-3-147-16,0 0-138 0,0 0 57 0,0 0-169 15,0 0-206-15</inkml:trace>
  <inkml:trace contextRef="#ctx0" brushRef="#br0" timeOffset="213743.84">19249 15693 1817 0,'0'0'-60'0,"-8"-10"33"0,8 10 20 0,-3-4 23 0,3 4 15 0,-6-8 0 15,6 8-2-15,-5-2-3 0,5 2 1 0,0 0-2 16,-5-6 2-16,5 6 5 0,0 0 12 16,0 0 12-16,0 0 8 0,0 0 7 15,14 23 3-15,-1-11 4 0,10 6-2 0,4 3-3 16,9 5-5-16,9 5-7 16,5 1-2-16,3 4-11 0,19 10 3 0,7 2-5 0,0 0-4 15,4 1-4-15,-3-3-6 16,-1-4-3-16,-2-1-2 0,-18-10-7 0,0-3 2 15,1 0-3-15,-8-4 9 0,0-2 2 16,-8-3 3-16,-6-6 0 0,-4-1 6 16,-1 1 3-16,-5-3 5 0,-1-4 4 0,-2 1 5 15,9 2 1-15,4-1-1 0,7 3-13 16,11-1-1-16,1 2-3 0,0 2-6 0,-1-2 0 16,-4 1-8-16,-3 1-2 0,-11-1-2 15,-2-5-1-15,0 2 1 0,-5 1-3 0,-6-3-6 16,-4 0 2-16,-1 0-5 0,2-2-1 15,-1 3 7-15,-1-2 26 0,13 2 9 16,1 1 10-16,1-2-5 0,5 1-1 16,-1-1-3-16,15 5 7 0,-1-2 13 15,5 1 5-15,-6 2-12 0,-2-2-1 0,-12-2-11 16,-4-1 0-16,-9-2-8 0,-3-2 6 16,-10-2 9-16,2 1-3 0,-3-1 3 0,0 0-8 15,-11-3-1-15,13 2 0 0,-13-2-7 16,7 4-7-16,-7-4 2 0,0 0-8 0,0 0-5 15,0 0-19-15,0 0-51 0,0 0-83 16,-23 6-116-16,23-6-158 0,-15 0-279 16,15 0 28-16,-16-3 67 0,16 3-271 15,-13-7-340-15</inkml:trace>
  <inkml:trace contextRef="#ctx0" brushRef="#br0" timeOffset="214561.1">20710 15666 2280 0,'0'-10'-80'0,"0"10"6"0,0 0 8 0,6-4 9 0,-6 4 7 0,14 0 17 0,-1 0 12 15,2 2 10-15,4-2 18 0,8 6 3 16,11-3 8-16,4 4-2 0,3 0 2 0,16-1 4 16,5 4-1-16,0-3 2 0,6 5-3 15,3 0 0-15,-1-1-1 0,3 3 9 16,2-2 8-16,21 5 4 0,3 0-2 0,-3 1-2 15,6 2-4-15,0-1-2 0,5-1-4 16,3-2-3-16,2 1-2 0,-2-3-2 16,1 2-1-16,-1 1-1 0,3-1 1 0,-4 1-3 15,6-5-3-15,1 3-1 0,-6-5-3 16,1 4 3-16,-5-4-3 0,-5 0 0 16,-21 1-1-16,21-1-1 0,-23-3 5 0,1 3 0 15,-1-1 0-15,2 1-1 0,0-2-1 16,23 4 1-16,-4 2-3 0,0 0-4 15,-21-2 2-15,-1-2-2 0,1-1 0 0,4-1 0 16,19 5 4-16,-25-7-3 0,-1 2-4 16,-4-2 3-16,2 0-4 0,-3-2-1 0,-2 1-13 15,3 1-4-15,-3-2-5 0,-1 2-4 16,-3 1 1-16,1 1 2 0,-3 2 2 0,4 3-2 16,0-3 1-16,-6 4 5 0,5-4 2 15,-6 3 1-15,-2-1 2 0,-6-1 3 16,-1-1-2-16,-15-2 5 0,2-1 0 0,-5-1 11 15,0 0 6-15,-5-1 6 16,-5-1 7-16,-1-1 3 0,-3 1 3 0,0-1 9 16,-5-1 7-16,2 0 6 0,-5-1 4 15,-1 1 0-15,-3 1-3 0,-1-3-5 0,-9 0-1 16,15 2-6-16,-7-2-6 0,-8 0-2 16,9 4-7-16,-9-4 3 0,9 5-7 0,-9-5-26 15,6 6-47-15,-6-6-74 16,-2 9-134-16,2-9-270 0,-5 9 53 0,5-9-43 15,-10 10-26-15</inkml:trace>
  <inkml:trace contextRef="#ctx0" brushRef="#br0" timeOffset="-213887.6">23154 15409 1404 0,'-6'-7'-6'0,"6"3"19"0,-1-1 19 0,1 5 8 0,-3-10 5 0,3 10 5 0,6-10 4 0,0 6 8 15,3-3 6-15,7-1 5 16,2 2 0-16,21-1-4 0,3 3 1 0,22 1-6 16,13 1-4-16,10 4-6 0,27 4-4 15,12 2-8-15,8 2 0 0,6 3-6 0,13 7-5 16,9 1 0-16,50 4-7 0,-4 6-4 15,-1 3 1-15,-1-2-3 0,2 3-4 16,-49-9 2-16,47 6-4 0,-46-9-1 0,1 0 0 16,-1 2-5-16,1-3 3 15,-1-1 2-15,1-3 1 0,-7-1 0 0,-3 1 6 16,-4-3-1-16,-5-1-2 0,-2-1 0 0,-7-1-6 16,-5-1 4-16,-9 2-3 0,-1-1-4 15,-7 2 0-15,-2 1 2 0,-4 3-1 16,-5 1-5-16,-2-3 3 0,3 5 0 0,-2 0-2 15,-2-4-1-15,-1 2 0 0,-18-4 2 16,-4 1-3-16,0-4 0 0,2 3 0 16,-3-4 0-16,-1 0-3 0,3 1 1 0,-1-3-4 15,4 1-7-15,2 1-5 0,18 2-3 16,4 4-1-16,5 4-3 0,-2 2-3 0,-6-1 4 16,0 5 2-16,-5 0 0 0,-6 1 3 15,-20-6 2-15,-7-1 4 0,-6-1-1 16,-11-3 2-16,-12-5 11 0,-9-4 16 0,-4-2 21 15,-4-3 24-15,-4 3 15 0,0-4 6 16,-2 2 12-16,0-4 11 0,-9 0 3 16,16 2 16-16,-16-2-1 0,13 0 15 15,-13 0 3-15,0 0-6 0,17-2-1 0,-17 2-8 16,0 0-7-16,17 0-14 0,-17 0-7 16,0 0-13-16,0 0-7 0,14 0-8 0,-14 0-2 15,0 0-7-15,0 0-2 16,0 0-5-16,0 0 1 0,13 0-9 0,-13 0-3 15,0 0-6-15,0 0-9 0,0 0-29 16,0 0-73-16,0 0-116 0,0 0-180 16,-29-18-278-16,9 9-9 0,-14-5 75 0,7-1-277 15,-8-2-343-15</inkml:trace>
  <inkml:trace contextRef="#ctx0" brushRef="#br0" timeOffset="-206921.54">13805 16997 2575 0,'0'0'73'0,"0"0"10"0,0 0 17 0,0 0 27 0,0 0 49 0,0 0 26 16,0 0 24-16,0 0 12 0,0 0 0 0,11 4-5 15,-11-4-7-15,0 0-7 0,0 0-11 16,0 0-8-16,0 0-12 0,0 0-12 0,0 0-11 16,0 0-23-16,0 0-16 0,0 0-12 15,0 0-13-15,0 0-2 16,0 0-16-16,0 0-7 0,-42-2-10 0,42 2-3 0,0 0-10 16,-23-4 6-16,23 4 0 0,-16-5-1 15,5 3-3-15,0 0-4 0,-1 0-4 16,-1-4-1-16,-1 5-2 0,1-3-10 15,0 1 11-15,-2-2-7 0,-2-1-2 0,3 3-3 16,1-2-5-16,-1 2 3 0,3-1-6 16,-3 3 0-16,3-3-7 0,-2 2 2 15,13 2-2-15,-23-1 1 0,14-1 4 0,9 2-8 16,-17-2 3-16,17 2 7 0,-22 0 4 16,22 0 2-16,-14 4-7 0,3-3-2 0,11-1 3 15,-18 4-7-15,9-1 7 0,-3-1-8 16,2 1-4-16,-2 1 0 0,1-3 1 15,11-1-3-15,-14 5-3 0,2-1-5 0,2-1 6 16,1 1 2-16,1-1-5 16,8-3 1-16,-19 7-2 0,9-3 3 0,3-1-6 15,-3 0 12-15,10-3-6 0,-13 9-3 16,3-4 8-16,1-2-5 0,-1 3 0 0,3 0-3 16,-1-4 0-16,8-2-3 0,-14 9 1 15,11-6-3-15,-5 2 4 0,3 1 0 16,5-6 2-16,-9 8 4 0,2-3-2 0,3 0 9 15,4-5 6-15,-9 11-4 0,5-5 6 16,3 2-3-16,-5-1 1 0,4 1-1 0,-1 1-3 16,1-2 1-16,1 0-1 0,-3 1-3 15,2 0 1-15,0 0 7 0,0 1-3 0,2-9 2 16,-1 18-4-16,-1-10-7 0,2-1-12 16,-2 1 0-16,2 1 0 0,0-9 0 15,-2 16 0-15,2-8 0 0,-2 1 0 16,2-1 0-16,0 2 0 0,0-1 0 15,-2 1 0-15,2 2 0 0,0-1 0 0,0 1 0 16,0-1 0-16,0 1 0 0,0 0 0 16,2-1 0-16,-2-1 0 0,0 2 0 0,0-2 0 15,0 3 0-15,2-3 0 0,-2-1 0 16,0 3 0-16,0-4 0 0,0 3 0 16,0-1 0-16,2-2 0 0,0 3 0 15,-2-1 0-15,2 0 0 0,-2-1 0 16,0-1 0-16,1 1 0 0,-1 1 0 0,0-1 0 15,0 1 0-15,0-2 0 0,0 1 0 16,0 0 0-16,0 1 0 0,0-2 0 0,0 1 0 16,2-1 0-16,-2 0 0 0,0 1 0 15,2-1 0-15,-2 0 0 0,2 0 0 16,-2-1 0-16,2 0 0 0,-2-7 0 0,2 17 0 16,-2-12 0-16,1 5 0 0,-1-4 0 15,2 2 0-15,-2 0 0 0,0-8 0 0,0 15 0 16,0-6 0-16,3 0 0 0,-6-4 0 15,3 5 0-15,0-10 0 0,-2 15 0 0,4-7 0 16,-2 0 0-16,0-8 0 0,0 15 0 16,0-8 0-16,0 1 0 0,0 1 0 15,3-2 0-15,-1 1 0 0,2 1 0 16,-4-1 0-16,2 0 0 0,-1 0 0 16,-1 0 0-16,2 1 0 0,0-1 0 0,0 0 0 15,0-2 0-15,0 3 0 0,-1-3 0 16,-1 4 0-16,0-10 0 0,2 15 0 0,0-7 0 15,-2 1 0-15,4 0 0 0,-1-2 0 16,0 3 0-16,-3-2 0 0,2 1 0 16,0 1 0-16,2-4 0 0,-2 6 0 15,-1-6 0-15,1 3 0 0,2-2 0 16,-4 0 0-16,5 1 0 0,-3 1 0 0,-2-9 0 16,5 12 0-16,-1-5 0 0,-2-1 0 15,-1 1 0-15,3 1 0 0,2-2 0 0,-5 1 0 16,3 0 0-16,3-2 0 0,-4 3 0 15,3-3 0-15,-1 2 0 0,3 0 0 16,-3-2 0-16,5 2 0 0,0 1 0 0,-3-4 0 16,5 2 0-16,-1-2 0 0,3 3 0 15,-3-3 0-15,0 0 0 0,1 0 0 16,-1 0 0-16,0 0 0 0,0-2 0 0,-2 1 0 16,-2-2 0-16,3 3 0 0,0-4 0 15,-10 0 0-15,19 2 0 0,-19-2 0 16,22-4 0-16,-8 2 0 0,-1 1 0 0,1-4 0 15,2 1 0-15,0 0 0 0,3 0 0 16,-4 0 0-16,-2 2 0 0,1-2 0 16,-3-1 0-16,0 3 0 0,3 0 0 0,-3-5 0 15,-1 4 0-15,2-3 0 0,-3 0 0 16,1 1 0-16,-1 1 0 0,2-4 0 0,-1 2 0 16,0 0 0-16,-1 0 0 0,1-1 0 15,-1-2 0-15,2 2 0 0,0-1 0 16,-2-1 0-16,-4 1 0 0,5-1 0 15,-2-1 0-15,-3 0 0 0,3 1 0 16,-3-3 0-16,4 2 0 0,-4-2 0 0,1 0 0 16,-1-4 0-16,1 4 0 0,-1-1 0 15,2-1 0-15,-2 0 0 0,-1-1 0 0,2 1 0 16,-3 1 0-16,1-1 0 0,1 0 0 16,-4 3 0-16,3-2 0 0,-2 2 0 0,2-2 0 15,-2 1 0-15,-1-2 0 0,-1 2 0 16,2-2 0-16,-2 1 0 0,4-5 0 15,-4 5 0-15,0-3 0 0,2-1 0 0,0-1 0 16,-1 6 0-16,-1-5 0 0,2 2 0 16,1 3 0-16,-1-2 0 0,0 3 0 15,0-3 0-15,0 4 0 0,-2-1 0 16,1-2 0-16,-1 1 0 0,2 0 0 0,0 0 0 16,0 1 0-16,0-2 0 0,0-1 0 15,-1 1 0-15,-1 1 0 0,2-2 0 16,-2-1 0-16,2 3 0 0,0-1 0 0,0 1 0 15,1 2 0-15,-3-1 0 0,1-3 0 16,-1 4 0-16,2 1 0 0,-2-1 0 0,0 0 0 16,2 2 0-16,-2-1 0 0,0-1 0 15,0 0 0-15,0-1 0 0,0-1 0 16,-2 0 0-16,0-1 0 0,2 1 0 16,-1-2 0-16,1 2 0 0,-5-2 0 0,1 4 0 15,2-5 0-15,-1 1 0 0,-3 1 0 16,3-1 0-16,-3-1 0 0,-1 3 0 15,0-5 0-15,2 5 0 0,-7-5 0 0,4 3 0 16,1-3 0-16,-1 5 0 0,1 0 0 16,0 2 0-16,0 0 0 0,2 1 0 0,1 3 0 15,-2-1 0-15,3 0 0 0,-6 2 0 16,9 5 0-16,-11-7 0 0,11 7 0 0,-14-2 0 16,14 2 0-16,0 0 0 0,-24 5 0 15,16-1 0-15,2 1 0 0,-1 0 0 16,2 4-234-16,-6 3-854 0,-2-1 121 15,-2 3-1040-15,-4 8-1424 0</inkml:trace>
  <inkml:trace contextRef="#ctx0" brushRef="#br0" timeOffset="-197419.52">14433 14607 1771 0,'0'0'296'0,"0"0"-38"0,0 0-19 0,0 0-24 0,0 0-2 0,0 0-7 0,25 6 0 16,-25-6-12-16,0 0 15 0,0 0 7 0,0 0 4 15,25-6 3-15,-25 6-1 0,15-3-9 16,-15 3-3-16,11-3-18 0,-11 3-9 0,0 0-12 15,13-2-5-15,-13 2-5 16,0 0-9-16,0 0-11 0,0 0-7 0,0 0-3 16,0 0-11-16,0 0-13 0,0 0-8 0,-45 19-8 15,16-8-32-15,-3 0-11 0,0-1 8 16,-2-1-12-16,1 3 6 0,8-6-13 16,0 1-5-16,0-2-9 0,2 0 7 15,3 1-9-15,2-3-2 0,0 1-3 0,0 1 5 16,7-4-7-16,-3 3-3 0,0-1-1 15,2-1 2-15,-1 1-6 0,1-1 0 0,12-2-2 16,-19 3 15-16,12 1-20 16,7-4 3-16,-18 3-1 0,11 1 2 0,7-4-3 0,-14 3 0 15,14-3-1-15,-13 6 2 0,8-4 0 16,5-2-6-16,-14 7 1 0,6 0 0 16,1 0 8-16,0 3 0 0,-4 1 0 15,0 7-4-15,2-1 2 0,-5 9-1 0,3 1 4 16,6-4 2-16,0 0 1 0,1-1 2 15,2-3 12-15,2 0 2 0,2 0 11 0,2 1 9 16,2-1 15-16,4-2 1 0,-3 0 3 16,2-5 1-16,3 0 1 0,3-4-2 15,5 2-1-15,-1-3-4 0,3 1-21 0,3-4-37 16,0 2 0-16,9 1 0 0,0 0 0 16,2 2 0-16,-2 3 0 0,-5 1 0 0,3 1 0 15,-7 3 0-15,2 0 0 16,-4 3 0-16,0 0 0 0,-10-3 0 0,-1-2 0 15,-8-1 0-15,3-1 0 0,-7 2 0 16,0-2 0-16,0 0 0 0,-7-1 0 0,2 2 0 16,-6-1 0-16,-2 0 0 0,-4-1 0 15,-2-4 0-15,2 1 0 0,-4-3 0 0,0 0 0 16,-2 0 0-16,2-5 0 0,4 3 0 16,-2-4 0-16,0 1 0 0,-2-1 0 15,2 0 0-15,1-1 0 0,2-2 0 0,-2 2 0 16,1 1 0-16,2-1-151 0,-4-3-864 15,4 1 51-15,2-2 107 0,1-4-913 0,1-1-1200 16</inkml:trace>
  <inkml:trace contextRef="#ctx0" brushRef="#br0" timeOffset="-196040.06">13663 14357 4965 0,'-16'-2'-196'0,"2"2"27"0,4 2 24 0,10-2 32 0,-15 0 21 16,15 0 14-16,0 0 17 0,-13 0 15 15,13 0 28-15,0 0 19 0,0 0 17 0,0 0 14 16,0 0 1-16,63-10-7 0,-10 3-1 16,12-3-1-16,5-2-4 0,34-1-1 0,0-3 1 15,11 2-1-15,1-3-2 16,1 2 0-16,2 1 0 0,-9 2-8 0,-2 3 2 15,-31 3-1-15,-5 1-5 0,-1 2 11 16,-10-1-7-16,-12 1-2 0,-3 1 4 0,-6-1-8 16,-1 1 6-16,-7 0 10 0,-6 1 9 15,1-1 5-15,0 0-4 0,0-1 2 0,-2 1-1 16,-1 0-1-16,1-1-3 0,-1 1-9 16,-2 2-1-16,-3-3-4 0,0 3 5 15,-4-2-3-15,0 2-4 0,1-2 3 0,-3 2-5 16,-13 0 6-16,26-2 3 0,-13 2 18 15,-13 0 6-15,23 0 6 0,-9-1 3 0,-1 1 8 16,-13 0 2-16,25 0 11 16,-14 0 5-16,-11 0-6 0,23 0 1 0,-13 1-7 15,-10-1-7-15,17 4 1 0,-8-2-7 16,-9-2 0-16,14 7-3 0,-8-2 1 0,-1-2-4 16,-5-3 0-16,8 10-5 0,-6-5-1 15,-2-5-2-15,2 12 5 0,-2-12 2 16,-8 14-2-16,3-5-1 0,-5-1-7 0,-4 2 2 15,0 1-3-15,-15 3-8 0,0-1-1 16,-3-1 1-16,-4 1-3 0,-5-1-7 0,-9 1 3 16,-4-2-4-16,-1-4 3 15,7 1 0-15,-11-4 7 0,-2 1 2 0,0 0-5 16,0-2-3-16,10-3 8 0,-10 2-8 16,7-2 2-16,0 0-4 0,4-2-1 0,-6 2-1 0,5 0-2 15,-5-1-3-15,5 1-3 16,-11-2 3-16,10 2 0 0,2 0-2 0,3 0-1 15,1 2-2-15,0-2 0 0,6 0-2 16,5 0 2-16,5 1-4 0,1-1 2 16,3 0 2-16,-1 2-6 0,-1 0 2 0,3-1 1 15,-2 2-2-15,0 1 1 0,4 0 0 16,-2-1-1-16,3 0 2 0,-1 3-1 0,6-3 0 16,-4-1 0-16,7 0-1 0,0 1 2 15,2-1 1-15,1-1 1 0,1 1 1 16,10-2-1-16,-15 2 1 0,7-1 2 15,8-1 12-15,0 0 7 0,0 0 13 0,-17 0 3 16,17 0-1-16,0 0 0 0,0 0 7 16,0 0-2-16,-17-1-1 0,17 1 5 0,0 0-3 15,0 0-5-15,0 0-4 0,0 0-8 16,0 0-7-16,-16 1 2 0,16-1-7 16,-2 9 1-16,2 3 20 0,-1 6 11 0,-5 5-3 15,2 11 2-15,1 6 19 16,-6 1 5-16,0 11 10 0,4 1 8 0,-6 1 1 0,0 4-2 15,0 0 2-15,-1 2 4 0,1-2-79 16,2-4-16-16,-1 1 0 0,-1-1 0 16,1-4 0-16,-2-1 0 0,7-5 0 15,-2-6 0-15,-3 0 0 0,4 1 0 0,-2-1 0 16,5-2 0-16,-5 0 0 0,1 0 0 16,-1-3 0-16,0-1 0 0,3 0 0 0,-1-7 0 15,1-4 0-15,0-4 0 0,1-2 0 16,2-4 0-16,1 4 0 0,-1-5 0 15,0-1 0-15,0-1 0 0,2-1 0 0,0-7 0 16,-2 14 0-16,2-14 0 0,0 8 0 16,0-8 0-16,6 9 0 0,-1-4 0 0,5 2 0 15,3 0 0-15,5 1 0 0,2-1 0 16,14 3 0-16,9-3 0 0,12 4 0 16,6-6 0-16,8-2 0 0,6-3 0 15,10-3 0-15,0-4 0 0,25-4 0 0,-8-2 0 16,1-3 0-16,-25 3 0 0,-4 1 0 15,-7-2 0-15,-6 2 0 0,-19 4 0 0,-4 1 0 16,-9 0 0-16,-6 4 0 0,-9-1 0 16,2 1 0-16,-3 1 0 0,-1-1 0 15,-3 1 0-15,-9 2 0 0,18-4 0 0,-13 1 0 16,-5 3 0-16,13-3 0 0,-13 3 0 16,0 0 0-16,14-3 0 0,-14 3 0 15,9-1 0-15,-9 1 0 0,0 0 0 16,10-2 0-16,-10 2 0 0,0 0 0 0,0 0 0 15,0 0-579-15,0 0-434 0,0 0 92 16,0 0 100-16,0 0-831 0,-46 9-1089 0</inkml:trace>
  <inkml:trace contextRef="#ctx0" brushRef="#br0" timeOffset="-194775.25">13528 15836 4232 0,'0'0'-188'0,"2"-5"37"0,-2 5 26 0,0 0 25 0,4-8 31 0,-4 8 35 15,0 0 30-15,5-7 25 0,-5 7 17 16,0 0-6-16,2-7 8 0,-2 7 8 16,0 0 8-16,0 0 7 0,0 0-3 0,0 0 11 0,4-7-4 15,-4 7-3-15,0 0 6 16,0 0-9-16,0 0-6 0,0 0-1 0,0 0 5 16,0 0 1-16,0 0 2 0,-25 16 2 15,14-8 0-15,-2 2 1 0,-5-1 6 16,-7 11 4-16,1-2 4 0,-2 4 7 0,-1-2 6 15,-2 3 7-15,-5 4 18 0,-3-1 6 16,-1 0 8-16,2-2 3 0,8-2 6 0,-5-1 3 16,-5 3-8-16,6-4-9 0,-5 4-6 15,-1 2-8-15,10-6-4 0,-5 1-4 0,-3 4-15 16,8-5-7-16,-3 1-5 0,2 0-12 16,-1 0-6-16,3 0-9 0,-2-1-4 15,3 1-5-15,2-4 0 0,-3 3-5 16,2-3-2-16,4 1-5 0,-1-5 14 0,8-1-1 15,-4 0 4-15,3-1 0 0,0-1 2 16,2-2-12-16,-5 3 4 0,3-1-9 16,0 1 1-16,-2-1-5 0,1 0-6 0,5 0-2 15,-3-1-1-15,0 1 0 0,3 1-2 16,-5-1 1-16,3 0-5 0,-3 2 1 0,3-1-2 16,-2 0 3-16,3 0 0 0,0-1 4 15,-1 2-1-15,-4 0 4 0,4 0-1 16,-2 0-3-16,0 1 4 0,-3 1 8 15,1-2 7-15,-4 8 0 0,4-7-3 0,2 3-33 16,-2-2 0-16,3-2 0 0,1 3 0 16,-2-1 0-16,5-2 0 0,-4-2 0 0,5 0 0 15,0-1 0-15,4-1 0 0,-4-1 0 16,2 0 0-16,1 0 0 0,3-2 0 16,-5 0 0-16,4 0 0 0,4-5 0 0,-10 8 0 15,7-2 0-15,3-6 0 16,-10 8 0-16,10-8 0 0,-6 5 0 0,6-5 0 0,-6 8 0 15,6-8 0-15,-3 4 0 0,3-4 0 16,0 0 0-16,-6 5 0 0,6-5 0 0,0 0 0 16,-5 6 0-16,5-6 0 15,0 0 0-15,0 0 0 0,0 0 0 0,-6 6 0 16,6-6 0-16,0 0 0 0,0 0 0 16,0 0 0-16,0 0 0 0,0 0 0 0,0 0 0 15,0 0 0-15,0 0 0 0,0 0 0 16,0 0 0-16,0 0 0 0,0 0-111 15,0 0-517-15,0 0-168 0,0 0-141 0,22 2 92 16,-22-2-813-16,33-2-1094 0</inkml:trace>
  <inkml:trace contextRef="#ctx0" brushRef="#br0" timeOffset="-193557.2">13720 16905 4343 0,'4'-21'-122'0,"2"3"34"0,-3 1 19 0,-1 5 35 0,5-1 42 0,-5 3 41 0,-1 0 22 15,3 2 10-15,-4 2 12 0,0 6 31 16,0 0 44-16,0 0 43 0,-4 27 9 16,-1 8 9-16,-5 14 5 0,-3 8-5 0,1 4-4 15,-5 7-12-15,1-1-5 0,4 3-16 16,-4-2-9-16,3-4-15 0,4-2-12 16,-3-6-15-16,2-3-13 0,5-14-18 0,-1-3-7 15,4-8-11-15,1-4-10 0,1-7-8 16,-3-3-10-16,3-3-23 0,0-1-19 0,4-2-25 15,-4-8-35-15,8 4-48 0,-8-4-38 16,16-14-25-16,-5-3-25 0,3-14-20 16,2-14-8-16,-5-8 0 0,0-6 0 15,-1-5 10-15,-6-4 16 0,2 7 18 16,-4 3 32-16,-2 15 38 0,0 4 27 0,-4 10 15 16,2 6 13-16,-2 5 5 0,-1 5 6 15,-2 4 10-15,-2 4 17 0,9 5 21 0,-18 5 15 16,0 8 16-16,-3 11 16 0,-8 14 26 15,5 8 13-15,-1 12-2 0,0 2 0 0,4 4-3 16,3 0-11-16,0 0-14 0,3 3-2 16,3-6-6-16,5-3-7 0,1-4-10 15,4-11-9-15,4-4-4 0,2-5-11 0,1-5-24 16,1-12-16-16,1-1-12 16,4-3-14-16,-2-7-19 0,2 0-13 0,3-6-20 0,0-6-17 15,11-9-11-15,0-6-16 16,-3-7 2-16,3-11 8 0,-5-9 9 0,-1-7 7 15,-6-10 9-15,-1-7 8 0,-4-5 7 16,-6 0 13-16,-2-1 8 0,-6 1 9 0,0 7 22 16,2 10 29-16,-4 8 22 0,1 17 12 15,1 4 3-15,-1 8-2 0,-1 10-4 16,-1 8 0-16,-3 5 5 0,12 0 16 0,-30 35 15 16,9 3 11-16,1 11 5 0,4 11 5 15,2 5-1-15,3 2-7 0,2 1-7 0,2-2-8 16,1 2-9-16,5-3-2 0,-3-7-8 15,8 0-3-15,-3-15-9 0,5-5 0 16,2-4-10-16,-6-10-15 0,4-3-6 16,-3-6-9-16,3-1 0 0,-1-3-8 15,0-8-8-15,4-2-8 0,-9-1-17 0,15-10-14 16,-1-4-18-16,1-13-9 0,2-5 4 16,0-13 5-16,-1-6 7 0,-9-10 8 0,0-4 3 15,-7 0 8-15,2 3 11 0,-4 19 26 16,1 7 26-16,-1 10 6 0,-4 9 0 0,1 7 3 15,-5 8 7-15,10 2 19 0,-35 26 24 16,9 12 22-16,3 11-2 0,-3 3 3 16,-1 10 1-16,6 4 0 0,0 0 8 0,5 1-11 15,4-3-5-15,0-4-11 16,6-6-9-16,4-11-5 0,6-3-4 0,1-2-14 16,7-6-18-16,-1-3-22 0,5-7-28 15,-1-6-15-15,1-6-22 0,-2-5-18 0,0-3-20 16,1-2-19-16,5-5-17 0,-4-4 0 15,2 1 11-15,-2-5 14 0,0 3 12 0,-5 2 22 16,-3 1 30-16,2 2 32 0,-5 1 13 16,-5 4 11-16,0 0 4 0,0 0 2 15,0 0-1-15,0 18-4 0,-3-8-1 0,-3 1-11 16,2-2-28-16,2 0-39 0,-4-1-57 16,4-1-64-16,-2 0-67 0,4-2-57 15,0-5-55-15,-5 7-76 0,5-7-112 16,0 0-95-16,0 0 61 0,0 0-272 0,0 0-345 15</inkml:trace>
  <inkml:trace contextRef="#ctx0" brushRef="#br0" timeOffset="-192792.28">14522 15861 2601 0,'2'-13'99'0,"1"5"29"0,-3 1 36 0,0 7 37 0,2-12 36 0,-2 12 30 0,2-9 26 0,-2 9 8 0,0 0 19 16,0-10-5-16,0 10 0 0,0 0-11 0,0 0-2 15,-4-7-7-15,4 7-8 16,0 0-9-16,0 0-16 0,0 0-18 0,-3-8-23 16,3 8-21-16,0 0-19 0,0 0-4 15,0 0 22-15,0 0-199 0,0 0 0 0,25 26 0 16,-5-3 0-16,-1 6 0 0,10 6 0 16,3 5 0-16,2 3 0 0,-2 6 0 0,4-1 0 15,1 2 0-15,-3-1 0 0,-2 1 0 16,-2 0 0-16,3-4 0 0,-5 1 0 0,-1-3 0 15,0-3 0-15,-2-3 0 0,-7-9 0 16,-2-4 0-16,-3-4 0 0,-3-5 0 0,-2-4 0 16,-3-2 0-16,4-2 0 15,-6 0 0-15,3 2 0 0,-3-3 0 0,1-2 0 16,-4-5 0-16,8 10 0 0,-8-10 0 16,3 7 0-16,2-5 0 0,-5-2 0 0,4 5 0 15,-4-5 0-15,0 0 0 0,1 7 0 16,-1-7 0-16,0 0-85 0,0 0-589 15,0 0-136-15,0 0-110 0,-25-16 87 0,16 9-823 16,-3-1-1093-16</inkml:trace>
  <inkml:trace contextRef="#ctx0" brushRef="#br0" timeOffset="-192392.31">14531 15977 4971 0,'-10'-7'174'0,"0"3"32"0,5 0 36 0,5 4 28 0,-9-6 23 0,9 6 2 0,-9-4-9 0,9 4-19 0,0 0-27 16,-5-8-18-16,5 8-24 0,0 0-3 16,0 0 14-16,0 0-86 0,26 16-123 0,3 3 0 15,7 10 0-15,8 8 0 16,4 3 0-16,5 15 0 0,3 1 0 0,-6 2 0 15,-9-7 0-15,-5-2 0 0,-2 3 0 16,-1-3 0-16,-7 0 0 0,-4-4 0 0,-2-1 0 16,-2-3 0-16,-6-9 0 0,2-4 0 15,-3 1 0-15,-3-8 0 0,-2-4 0 0,0-1 0 16,-1-5 0-16,-1-1 0 0,0 0 0 16,-1-2 0-16,-1-1 0 0,1-3 0 0,3 4 0 15,-5-3 0-15,-1-5 0 0,4 7 0 16,-2-2 0-16,-2-5 0 0,4 10 0 15,-2-6 0-15,-2-4-539 0,-2 13-72 0,-2-6-96 16,2-2-126-16,-2-1 17 16,-6 4-777-16,3-3-1035 0</inkml:trace>
  <inkml:trace contextRef="#ctx0" brushRef="#br0" timeOffset="-192109.23">14653 16211 4166 0,'-18'-21'39'15,"9"5"99"-15,0 4 58 0,2 3 34 16,2 1 64-16,1 1 40 0,0 0 14 0,4 7 3 16,-2-8 26-16,2 8 6 0,0 0 4 15,42 8-18-15,-6 6-32 0,10 10-95 16,4 2-242-16,-3 4 0 0,3 5 0 0,-5 0 0 16,2 4 0-16,-8-1 0 0,-1-1 0 15,-4-1 0-15,0 0 0 0,-9-4 0 16,-3-4 0-16,-5 0 0 0,-6-8 0 0,-1-1 0 15,0-3 0-15,-5-3 0 0,1-3 0 16,-1 1 0-16,-1-3 0 0,0 1 0 0,-1-2 0 16,-2-2 0-16,-1-5 0 0,0 7 0 15,0-7-551-15,0 0-276 0,-8 5-101 0,8-5 86 16,-9 3-873-16,9-3-1149 0</inkml:trace>
  <inkml:trace contextRef="#ctx0" brushRef="#br0" timeOffset="-190442.89">13488 17253 4840 0,'0'15'-162'16,"0"3"44"-16,-2 5 55 0,0 1 39 0,2 1 20 0,-2-2 25 0,0 2 11 0,2-7 12 15,2 1 7-15,-2-5 7 0,2-1 12 16,0 0 7-16,0-3 19 0,-1-4 8 0,4 0-4 16,-5-6-4-16,0 0-9 0,0 0-4 15,32-21-15-15,-15-4-6 0,3-5-7 16,0-12-7-16,-1-7-10 0,-1-2-5 0,-5-4-4 16,-6-1-3-16,0 0-3 0,-6 9-3 15,-2 5 2-15,-6 8-4 0,3 9 1 16,-1 7-2-16,-3 8-1 0,-4 9-2 15,12 1 4-15,-36 27 11 0,8 7 15 0,1 10-1 16,3 12 3-16,5 6-1 0,-1 4 1 16,7 4-1-16,4-1-2 0,4 1-7 0,5-3 4 15,3-3-9-15,1-3 4 0,3-3-11 16,2-8-1-16,-1-10-2 0,2-6 2 16,1-1-6-16,-4-11-3 0,0-2 1 0,0-6-4 15,3-3 1-15,2-3-3 0,-3-8-12 16,-9 0-5-16,27-14-7 0,-9-5-9 15,3-10 0-15,1-12 0 0,-6-5-6 0,-2-8 5 16,-5-4 3-16,-5-2 3 0,-4 0 1 16,-2 4 6-16,-1 15 12 0,-3 7 12 15,2 8-1-15,1 6 5 0,-6 11-8 16,0 5 0-16,-2 8 5 0,-8 14 9 0,-5 10 10 16,1 15 9-16,1 7 3 0,3 8 10 15,-1 5 12-15,7 6 4 0,4 1-4 0,7 1 0 16,1-1-6-16,2-4-12 0,3-2 0 15,3-2-8-15,4-8-2 0,2-2-11 16,1-9 2-16,2-8-11 0,-1-4-8 0,2-8-14 16,-4-9-13-16,3-6-21 0,1-4-16 15,-4-7-16-15,8-3-22 0,6-9-18 16,-4-7-8-16,2-5 10 0,0-10 9 0,-2-6 9 16,-9-5 11-16,-1-5 13 15,-4-2 11-15,-4 2 18 0,-3 11 21 0,-2 5 24 16,0 12 16-16,-2 2 10 0,0 8 1 15,1 4-3-15,-8 5 3 0,2 4 3 0,7 2 9 16,-25 10 8-16,5 12 5 0,-2 1 7 16,1 6 6-16,6 6 5 0,1-2-7 0,5 4-3 15,6-3-9-15,3-3-3 16,0-6-2-16,5 8-17 0,2-9 3 0,5-4-1 16,-2-1-4-16,4-4-17 0,-2-3-12 0,1-5-19 15,1-1-10-15,1-5-14 16,1-2-6-16,-1-6-5 0,0-1 11 0,2-5-4 0,-1-1 7 15,-7-3 5-15,-1 2 8 16,-2 0 12-16,-4-1 12 0,-4 4 0 16,-2 0 5-16,-3 2-1 0,0 3-2 0,0 4 1 15,-9 1-5-15,16 2-3 0,-29 4-14 16,13 1-32-16,-2 1-52 0,2 3-65 0,2-2-90 16,1 1-96-16,5-1-81 0,2-2-144 15,0 0-192-15,6-5 64 0,0 0-482 16,-3 7-650-16</inkml:trace>
  <inkml:trace contextRef="#ctx0" brushRef="#br0" timeOffset="-177445.42">18391 14254 1830 0,'0'0'206'0,"0"0"-53"0,8 1-21 16,-8-1 11-16,0 0 18 0,0 0 15 0,0 0 5 0,0 0-6 16,0 0 9-16,0 0 3 0,0 0 2 15,0 0-3-15,9-9 3 0,-9 9 1 16,0 0-6-16,0 0-9 0,0 0-16 16,0 0-19-16,0 0-17 0,0 0-8 0,-18-13-8 15,18 13-11-15,-16-4-8 0,7 0-7 16,-1 0-9-16,-3 0-5 0,1 3-4 0,0-3-10 15,-2 0-1-15,-2-2-9 0,1 4-1 16,-2-3-3-16,6 2-7 0,-2-1-2 16,-7-1-2-16,3 4-3 0,-2-4-3 0,0 3 1 15,-4-2 0-15,2 1-1 16,-4 1 8-16,2 1-2 0,-2-1 2 0,0 0-6 0,1 0 3 16,-1 1 6-16,2-1 3 0,2 2 3 15,3-2-23-15,-4 2 3 0,1 0-3 0,3 0-5 16,-4 0-3-16,3-2 1 15,1 4 4-15,2-2-2 0,-4 0-3 0,-4 0 1 16,5 2-1-16,1-2 2 0,-2 3 0 16,3-3 3-16,0 2 8 0,1 2 7 0,1-4 8 15,3 1 1-15,0 1-9 0,12-2-1 16,-25 3-5-16,15-1 0 0,-1-2-3 16,11 0-1-16,-17 4 4 0,17-4-9 0,-18 3 1 15,9-1 9-15,9-2-7 0,-20 5-5 16,9-2 3-16,0 1 3 0,-1-1 5 0,3 0 12 15,-2 1 13-15,-1 0-4 16,1 0-4-16,0 0-3 0,-1-1-10 0,1 1-3 0,-1 2 6 16,1-4-5-16,0 4 0 0,-1-2-4 15,0-2-5-15,0 3-4 0,1 1 3 16,0-2-3-16,1 0-1 0,-1 2-1 16,2-2 2-16,-3 2-3 0,1-3 1 0,0 3-6 15,-1-2-1-15,2 2 15 0,1-2-17 16,-1 2 2-16,1-2 1 0,1 1-1 15,-2-1 4-15,3 2-3 0,-1 1 8 16,-1-2-11-16,1 0 3 0,0 2 6 0,-1 0-4 16,4 0 1-16,-6-2 4 0,8 2-3 15,-5-1-3-15,3 1 0 0,-1 2 4 16,-2 0 5-16,2-1 1 0,-1 0 2 0,3 1-2 0,-4 0 4 16,4 1-5-16,-1-2 3 15,-1 3 0-15,3 1 0 0,-5-4 1 0,6 2-4 16,-4 2-1-16,0-3 2 0,3 2-3 15,-1-2-3-15,-2 0-4 0,5-1 5 0,-6 4-2 16,3-4 5-16,1 1-6 0,-1 1 0 16,2-2-1-16,-2 1 2 0,1-1-4 0,-1 3 5 15,2-1 2-15,0 0 0 0,0 2 2 16,0-1 2-16,0-1 8 0,0 2 5 16,-2-2-5-16,4 2-4 0,0-3 0 0,-1 1-1 15,1 1 0-15,-2-3 1 0,2 2-5 16,0 1-2-16,0-2 3 0,0 3-3 15,2-3 0-15,-2 0-1 0,0 2-3 16,0-1 1-16,1-2-5 0,-2 0 6 0,2 3-5 16,-1-2 2-16,0-1 0 0,0 0-2 15,0 2-2-15,0 0 8 0,2 0-7 0,0-1 1 16,-2 2 4-16,2 0 4 0,0-1-12 16,2 0 0-16,-4 1 0 0,4-1 0 0,0 0 0 15,-1 0 0-15,-1 0 0 0,4 3 0 16,-2-3 0-16,-1 1 0 0,4-2 0 0,-4 2 0 15,1-1 0-15,2 0 0 16,-3 1 0-16,5-1 0 0,-4 4 0 0,2-5 0 16,-1 3 0-16,3-1 0 0,-3 0 0 15,4-2 0-15,-4 4 0 0,3-1 0 16,-3-2 0-16,3-1 0 0,-2 3 0 0,1-2 0 16,1 2 0-16,-3-2 0 0,4 2 0 15,-4-2 0-15,4 3 0 0,-1-3 0 0,-2-2 0 16,0 1 0-16,-1 1 0 0,-1 0 0 15,3-2 0-15,-1 0 0 0,1 1 0 0,-2-2 0 16,1 2 0-16,-3-4 0 0,5 4 0 16,-4-2 0-16,4 2 0 0,-3-2 0 0,3 2 0 15,-3-3 0-15,2 2 0 0,0 0 0 16,0-1 0-16,3 1 0 0,2 1 0 16,1-2 0-16,0 1 0 0,0-1 0 15,3 0 0-15,3 1 0 0,2 1 0 0,-4-2 0 16,4 0 0-16,-2 1 0 0,2-1 0 15,0 0 0-15,-2 0 0 0,-2-1 0 16,-2-2 0-16,-2 0 0 0,3 1 0 0,-3-2 0 16,1 0 0-16,-3 1 0 0,3-1 0 15,-1 1 0-15,0-3 0 0,0 1 0 0,2-2 0 16,3 0 0-16,-2 0 0 0,4 2 0 16,-4-2 0-16,2-2 0 0,1 2 0 0,-4 0 0 15,6-2 0-15,-7 2 0 16,3 0 0-16,-1 0 0 0,-2 0 0 0,0 0 0 0,1 0 0 15,1 0 0-15,-1-1 0 16,-3 1 0-16,4-1 0 0,-1 1 0 0,4-3 0 16,-5 2 0-16,5-1 0 0,-2 0 0 15,4-2 0-15,-4 3 0 0,4-1 0 0,-4 0 0 16,2-1 0-16,3 0 0 0,-8 1 0 16,2 0 0-16,-3 1 0 0,3-3 0 0,-3 2 0 15,-2-1 0-15,3 1 0 0,-3 0 0 16,1 1 0-16,-1-3 0 0,0 1 0 15,1 2 0-15,-1-5 0 0,0 3 0 0,-1-1 0 16,5-3 0-16,-3 2 0 0,3-1 0 16,-1-1 0-16,-1-3 0 0,0 4 0 15,0-2 0-15,0 1 0 0,1-1 0 16,-3 2 0-16,3-2 0 0,-3 1 0 0,0-1 0 16,1 2 0-16,-1-2 0 0,-1 2 0 15,2-3 0-15,-3 1 0 0,2-1 0 0,1 0 0 16,-3-2 0-16,0 1 0 0,5-3 0 15,-3 1 0-15,1 0 0 0,0 2 0 0,-3-2 0 16,1-3 0-16,-1 1 0 0,-1 2 0 16,2-2 0-16,-5 1 0 0,5-5 0 15,-5 2 0-15,1-2 0 0,0 0 0 0,1-3 0 16,3-8 0-16,-5 5 0 0,4 3 0 16,-2-1 0-16,-2 1 0 0,1 0 0 15,0 1 0-15,-2 3 0 0,0 2 0 0,0-1 0 16,-3 2 0-16,1 2 0 0,0 1 0 15,-2-2 0-15,0-1 0 0,-2 3 0 0,2-1 0 16,-2-3 0-16,-1 3 0 0,-1-4 0 16,-1 0 0-16,4 1 0 0,-3-2 0 0,0-2 0 15,-1-2 0-15,1 1 0 0,0-3 0 16,-1-9 0-16,-4 0 0 0,0 2 0 0,5 5 0 16,-8-5 0-16,0 1 0 0,0 1 0 15,-1-1 0-15,-6 0 0 0,0 2 0 16,-3 0 0-16,-6-6 0 0,-5 3 0 15,9 4 0-15,-5 7 0 0,-2-4 0 0,6 3 0 16,-2 1 0-16,2 5 0 0,4 0 0 16,4 2 0-16,1 4 0 0,1-1 0 0,3 1 0 15,-2 3 0-15,0-1 0 0,1-1 0 16,-1 4 0-16,-1-2 0 0,-1 1 0 16,2 4 0-16,-6-2 0 0,2 4 0 0,-5 4-360 15,1-5-690-15,-1 4 116 16,1 2-1054-16,-8 5-1407 0</inkml:trace>
  <inkml:trace contextRef="#ctx0" brushRef="#br0" timeOffset="-177062.51">17749 14173 5178 0,'0'0'-182'0,"-10"-5"77"0,10 5 67 0,0 0 54 0,-4-12 48 0,4 12 26 0,0-10 30 0,0 3 18 15,0 7 2-15,2-16 3 0,-2 10-4 16,2-3 10-16,-2 1 40 0,2-4-15 0,1 0-10 16,-1-2 1-16,0-2-8 0,-1 0-14 15,1-2-9-15,0-1-14 0,2-4-9 16,-2-4-13-16,-2-9-13 0,1-5-7 0,1-2-8 16,-2-4-1-16,0-17-14 0,0-2-4 15,0 0-10-15,0 1-3 0,0 5-5 16,2 0-1-16,-2 1-5 0,0 11-4 15</inkml:trace>
  <inkml:trace contextRef="#ctx0" brushRef="#br0" timeOffset="-174812.07">17587 12404 495 0,'10'-2'44'0,"-10"2"12"0,9-4 15 0,-9 4 18 0,9-3 19 0,-9 3 19 16,12-2 9-16,-12 2 15 15,12-3 13-15,-12 3 2 0,9-4 4 0,-9 4-1 16,8-3 3-16,-8 3-6 0,9-3-4 0,-9 3-6 16,8-5 5-16,-8 5-8 15,3-6-10-15,-3 6-13 0,4-5-4 0,-4 5-14 16,5-7-4-16,-5 7-13 0,0-6-17 15,0 6-6-15,-9-9-6 0,9 9-5 0,-13-10-13 16,4 6 6-16,-5 1-11 0,1 0-6 16,-8 1 3-16,0 2-2 0,-8 0-7 0,-9 2-3 15,1 6-6-15,-6 1 1 0,-8 3-7 16,3 5-1-16,5 0-3 0,-3 2 1 0,11-1-1 16,3 1-3-16,3 0 10 15,4 2 4-15,5-1 3 0,6 0 5 0,5-6 14 16,5 2 18-16,4-3 11 0,2 3 5 15,7 1 9-15,2 3 3 0,11 0-10 0,3 2-5 16,0 2-5-16,3-3 5 0,3-3-1 16,-1 0-1-16,1-3 1 0,-3 1-3 0,1 0-2 15,-9-7-10-15,-4 3-3 0,-1-2-4 16,-1-3-7-16,-3 2-4 0,-4-2 0 16,2 2 3-16,-6-2 2 0,1 2 7 0,-2-1-2 15,-4 0 5-15,0 3-2 0,-5-1 5 16,-7 4-5-16,-3-3-4 0,-8 3-7 0,-2 2-4 15,1-3-5-15,-7-1 1 16,5 2-4-16,-7-4-6 0,3-1-1 0,5-2-4 16,6-1 2-16,3-2-1 0,-2-1-5 15,4 1 1-15,2-3-9 0,1-1-3 0,-1 0-13 16,1 0-34-16,1-1-34 0,3-1-47 16,9 2-74-16,-18-5-104 0,13 1-108 0,1 0-140 15,0-2-202-15,4 6 53 0,2-12 77 16,2 7-374-16,0-2-471 0</inkml:trace>
  <inkml:trace contextRef="#ctx0" brushRef="#br0" timeOffset="-174329.99">18142 12626 2541 0,'7'-9'-75'0,"-1"-3"49"0,-2 6 28 0,-3-2 33 0,-1 1 24 0,0 2 19 0,0 5 9 0,-1-15-3 0,-5 11-5 15,1-3 1-15,-6 5 5 0,0 1 11 16,-2-2 14-16,-4 3-4 0,-3 4 15 15,-4-1-14-15,-10 7-8 0,6 0-13 16,-3 2 2-16,10-2-7 0,1-1-2 0,9 3 18 16,2-3 12-16,3 2 10 0,6-1 1 15,1 6-6-15,12-1-9 0,3 7-12 0,9-1-7 16,4 4-7-16,-1-6-11 0,1 0-5 16,-2 1-8-16,-4-3-2 0,-7-3-3 0,0-2-6 15,-7-4-1-15,3 1-2 0,-6-3 7 16,0 3 2-16,-5-4 9 0,-1-5-3 0,-12 13-5 15,-1-5-3-15,-6 0-8 0,-13 1-2 16,-1-3-2-16,-4 0-5 0,-1 0-2 16,0 0-4-16,4-5-3 0,7 1-6 15,-2 2-7-15,1-6-12 0,-1 0-18 0,2 2-44 16,2-3-62-16,0-3-80 0,5 0-96 16,2 2-101-16,4-1-136 0,0-3-150 15,3 0 69-15,0 0-372 0,8 0-468 0</inkml:trace>
  <inkml:trace contextRef="#ctx0" brushRef="#br0" timeOffset="-173829.55">17450 12136 2436 0,'-30'-10'-206'0,"-5"1"28"0,-7 3 34 0,-5 4 41 0,-18-2 39 0,-1 6 28 0,-2 6 37 16,-4 6 25-16,-14 12 14 0,8 8 15 15,2 7 14-15,6 9 22 0,2 5 18 0,7 7 15 16,10-1 27-16,19-9 11 16,5 2 18-16,13 0 12 0,11 4 3 0,15 0 4 0,10 0 0 15,24 14-11-15,13-4-19 16,15-7-18-16,10-2-13 0,11-7-12 0,2-3-15 15,3-6-10-15,6-5-10 0,2-8-3 16,-6-2-11-16,2-8-6 0,-2-3-8 0,-21-10-7 16,3-3-2-16,1-6 19 0,-3-7 3 15,-5-1-1-15,-4-7 0 0,-1-3-1 0,-5-4-5 16,12-16-7-16,-7-4-2 0,-10-2-6 16,1-7-6-16,-6-5-7 0,-5-1-5 0,-7-6-4 15,-14 9-5-15,-1-19-1 0,-8 11-5 16,-8-2-3-16,-3-2 0 0,-11-2-4 15,-10 0-5-15,-11-15-1 0,-9 8-2 16,-14 6 0-16,-11 6 1 0,-14 8-8 0,-15 10-3 16,-9 8-6-16,-7 12-16 0,-4 6-13 15,-3 9-12-15,17 10-17 0,-20 6-9 16,7 10-34-16,2 7-39 0,8 4-48 0,7 6-45 16,25-3-70-16,2 1-95 0,8 3-180 15,7 1-45-15,4 0 76 0,9 0-273 0,10-4-316 16</inkml:trace>
  <inkml:trace contextRef="#ctx0" brushRef="#br0" timeOffset="-170945.67">13821 15819 2391 0,'-16'-3'-20'0,"2"0"32"0,3 1 27 0,1 0 29 0,10 2 23 0,-14-5 22 0,14 5 27 16,-7-5 10-16,7 5-9 0,-2-7-13 15,2 7-6-15,11-10-6 16,5 3-5-16,4 0-4 0,16 0-12 0,1 0-4 15,3 2-3-15,8 1-14 0,1 3-14 16,20-2 2-16,0 6-3 0,5-6-11 0,10 3-3 16,7 0-11-16,31-3 3 0,7 0-5 15,5 0-1-15,3-2-6 0,3-2 3 0,1-1-2 16,1 2-4-16,1 0-8 0,-3 1-2 16,-9 1-1-16,-7-4 1 0,-11 5 0 15,-30-2 6-15,-6 1-7 0,-15 2 27 16,-14-1 23-16,-15 3 16 0,-5-3 14 15,-6 3 1-15,-4-1-3 0,-1-1 5 0,-3 2 0 16,-2 0 2-16,1-2 4 0,-13 2 11 16,16-2 5-16,-16 2-4 0,20-2-8 0,-11 2-10 15,-9 0-10-15,17-4-11 0,-9 2-4 16,-8 2 1-16,13-2-27 0,-13 2-42 0,0 0-49 16,14-4-68-16,-14 4-92 0,5-1-136 15,-5 1-183-15,0 0-243 16,0 0 66-16,0 0 84 0,0 0-410 0,0 0-504 0</inkml:trace>
  <inkml:trace contextRef="#ctx0" brushRef="#br0" timeOffset="-170212.86">19485 15582 2699 0,'-27'-17'-91'0,"-1"0"24"0,-4-1 7 0,-1 1 8 0,3 4 16 0,-1-3 26 16,1 2 28-16,1 2 19 16,8 3 23-16,4 1 7 0,3 0-1 0,3 4 4 15,4 0 3-15,0 1 17 0,7 3-5 16,0 0 10-16,0 0-11 0,18-10 5 16,7 7-17-16,16 2-10 0,8 1-4 0,19 1-6 15,9 2-6-15,8-3 2 0,8 0-9 16,29 0-9-16,6 0-3 0,3 0-7 0,2 3-23 15,0-2-8-15,-4 3-8 0,-3-4 3 16,-5 2 7-16,-4-2-5 0,-24 0 8 16,-1-2-3-16,-5-2 7 0,1 0 1 15,-2 0-7-15,-5-2 7 0,3 2-5 16,-3 1-1-16,-4-3 3 0,6 3 1 0,-7 0 2 16,2 3-1-16,-1 0 2 0,-9 0-2 15,0 0 2-15,-5 6 3 0,-4-2 12 0,-12-2 14 16,-10 3 13-16,-10-5 1 0,-4 2 9 15,-4 0 1-15,-5-2 3 0,-1 2-6 16,-13-2-6-16,19 2 10 0,-19-2 2 0,17 0-8 16,-17 0 9-16,13 0-10 0,-13 0-8 15,12 1-7-15,-12-1-5 0,0 0-54 16,13 3-84-16,-13-3-112 0,10 0-191 0,-10 0-197 16,0 0 58-16,9-10-248 0,-9 10-289 15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0-18T03:59:34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15420 1356 606 0,'8'5'293'0,"-8"-5"-38"0,0 0-44 0,0 0-21 0,0 0-4 15,0 0-16-15,0 0-5 0,0 0-7 16,0 0 3-16,0 0 7 0,0 0-3 0,0 0-3 16,0 0 6-16,0 0 4 0,0 0-1 15,0 0 5-15,15 0-4 0,-15 0 1 16,0 0 3-16,0 0 5 0,0 0 0 0,0 0 1 16,0 0 5-16,0 0-3 0,0 0-2 15,0 0 0-15,0 0-16 0,0 0-4 0,0 0-7 16,0 0-14-16,8 5-11 15,-8-5-14-15,0 0-2 0,0 0-1 16,0 0 4-16,0 0-5 0,0 0 3 0,0 0-4 16,0 0-9-16,0 0-11 0,-27 5-11 15,10-3-4-15,-2 1-7 0,-6-3-9 0,-2 4-5 16,-11 0-9-16,8 0-1 0,-8 0-13 16,2 1 3-16,7-1-2 0,4 0-6 15,4-2-2-15,2 0-3 0,2 2-5 0,1-3-2 16,5 2-9-16,-2-3 1 0,13 0-9 15,-19 2 0-15,19-2-4 0,-16 0-5 0,16 0-3 16,-11 2 4-16,11-2 2 16,0 0 2-16,-15 1 3 0,15-1 1 0,0 0-2 15,-12 2 0-15,12-2 5 0,0 0 0 16,0 0-1-16,-11 2 4 0,11-2 0 16,0 0 1-16,0 0 4 0,0 0-2 0,0 0 7 15,0 0-4-15,0 0 2 0,0 0 2 16,0 0-4-16,0 0-2 0,-17-2-2 0,17 2 1 15,0 0-3-15,0 0 1 0,0 0-6 16,0 0 1-16,0 0-3 0,0 0 0 16,0 0-8-16,-8 10-3 0,5-2 5 0,-3 9 11 15,3 5-1-15,-4 13 5 0,1-1-1 16,1 0 1-16,1 2-2 0,2-7-1 16,1-5 2-16,2 0 3 0,-1 0-9 15,2-5 11-15,4-1-1 0,-3 1 2 0,3-7 1 16,1 3 7-16,-2-3 8 0,1-2 15 15,3-1 13-15,-2-3 7 0,5 1 3 16,-1-2-5-16,5 1-60 0,-1-1 0 0,2 0 0 16,5 0 0-16,-2 2 0 0,3-2 0 15,9 5 0-15,-1 0 0 0,-3 2 0 0,-3-2 0 16,-8-1 0-16,2-2 0 16,-6 2 0-16,1-3 0 0,-3 3 0 0,-3-1 0 0,-2 0 0 15,2-2 0-15,-7 3 0 0,-2-1 0 16,-3 2 0-16,-2 4 0 0,-8-3 0 15,0 1 0-15,-11 7 0 0,-2-3 0 16,0-3 0-16,4-1 0 0,3-3 0 16,0-1 0-16,3 2 0 0,2-4 0 0,1-1 0 15,3 0 0-15,0-2 0 0,1-1 0 16,1 0 0-16,-1-2 0 0,10 0 0 0,-17 0 0 16,17 0 0-16,-17-2-118 0,17 2-586 15,-6-5-149-15,6 5-70 0,2-14 86 16,10 6-781-16,2-4-1056 0</inkml:trace>
  <inkml:trace contextRef="#ctx0" brushRef="#br0" timeOffset="499.41">15802 1547 4022 0,'5'-8'-174'0,"-1"2"60"0,2 0 38 0,-6 6 35 0,7-4 45 0,-7 4 52 0,6-5 37 0,-6 5 40 0,0 0 30 0,0 0 30 16,2-8 22-16,-2 8 10 0,0 0 5 15,0 0-22-15,-12-8-25 0,12 8-20 0,-25-4-18 16,7 2-17-16,-1 2-11 16,-6 2-16-16,-11 2-10 0,-2 0-8 0,0 6-9 15,1-3-11-15,1 5-2 0,2 0-10 16,3-1-7-16,6 0-5 0,7-1-2 15,0 0-10-15,5 0-6 0,3 3-2 0,3 0-4 16,3 1 0-16,2 2-4 0,4-1 5 16,5 3-1-16,7 8-4 0,1-2 1 15,8 1 1-15,2-1 1 0,4-5-2 0,-1 1 5 16,5 1-8-16,-3-4 8 0,1 2 16 16,-4-3 6-16,-9-2 15 0,-2 0 23 0,-5-4 21 15,0 2 20-15,-5-2 18 16,0 2 13-16,-4 1 23 0,-4 0 12 0,-4 1 6 15,-4 4-10-15,1-5-180 0,-4 3 0 16,-1-1 0-16,-1-1 0 0,-2-4 0 16,-1-1 0-16,3 1 0 0,0-5 0 0,2 0 0 15,2 0 0-15,1-3 0 0,-2 0 0 16,12-2 0-16,-19-2 0 0,8 0 0 0,0-3-260 16,3 2-320-16,-4-2-138 0,3-4-199 15,-3 2 81-15,3-3 85 0,0-2-653 0,-1 1-857 16</inkml:trace>
  <inkml:trace contextRef="#ctx0" brushRef="#br0" timeOffset="1266.33">14531 1293 3871 0,'-25'-10'-11'0,"3"4"12"0,8-1 10 0,-2 4 48 0,3-2 16 0,5 1 33 0,-1 1 7 0,9 3-9 0,-12-5-12 16,12 5-14-16,0 0-6 15,0 0-6-15,0 0 12 0,0 0-1 0,74 0-7 16,10-2-5-16,44-3-8 0,22-3-7 15,17-4-3-15,59-1-12 0,-5-5-32 16,-57 1-44-16,-7-1-42 0,-11 3 10 0,-9-3 11 16,-15 3 8-16,-9 1 15 0,-38 4 27 15,-11 7 16-15,-17-1 8 0,-11 2-2 16,-5 2 19-16,-10 7 38 0,-3 3 36 0,-7 4 20 16,-6 7 5-16,-1 2 11 15,-6 15-1-15,0 4 6 0,-7 11-4 0,0 4 1 16,-5 1-11-16,-1 2-17 0,3 0-4 15,-3-2-15-15,5-1-4 0,1-3-8 0,-2-2-25 16,3-3-8-16,0-9 2 0,5-2-3 16,-5-2-6-16,4-2-2 0,1-8-1 15,-4-4 11-15,5-5 10 0,2 0 4 0,-3-2 4 16,1-1 1-16,0-2-3 0,-2-1-1 16,3 1-1-16,-3 0-2 0,-2 3-2 0,-4 3 1 15,-5 6-4-15,-2 0-9 0,-6 1 1 16,-8 6-3-16,-7 0-4 0,-5 2-3 0,-11-2-4 15,-18 8 2-15,-6 1-4 0,-8-5 0 16,-2 0 7-16,-2-3-18 0,3-2-24 16,-2-7 0-16,16-6 0 0,-1-3 0 15,3-4 0-15,3-1 0 0,-1-3 0 16,5-2 0-16,-1-2 0 0,1 2 0 0,13-2 0 16,1-1 0-16,3 0 0 0,1 2 0 15,6-2 0-15,6 1 0 0,7-2 0 0,1 2 0 16,4-2 0-16,2 0 0 0,3-4 0 15,-3 0 0-15,7-4 0 0,-4-4 0 0,0-11 0 16,3-9 0-16,7-4 0 0,-1-17 0 16,8-4 0-16,0-9 0 15,6-5 0-15,-1-7 0 0,1-22 0 0,2-7 0 16,-2 2 0-16,-1 5 0 0,-5 28 0 16,2 10 0-16,-2 16 0 0,-2 7-218 0,1 6-68 15,-1 8-58-15,-4 8-60 0,2 5-64 16,-2 4-72-16,2 3-100 0,4 5-157 0,-9 0 71 15,9 0-556-15,0 0-740 0</inkml:trace>
  <inkml:trace contextRef="#ctx0" brushRef="#br0" timeOffset="3565.98">14725 2812 3303 0,'0'0'-103'0,"0"0"33"0,0 0 27 0,2-7 25 0,-2 7 29 15,0 0 22-15,-17-9 23 0,5 6 16 0,-5-2 11 16,-6 1 1-16,-4 2-4 0,-16 2-2 16,-3 0-6-16,-8 2-10 0,-10 2 5 0,-3 3-14 15,2-2 0-15,3 3-2 0,1-1 2 16,1 0-9-16,14-2 1 0,6 0-6 16,3 1-3-16,8-2-7 0,6-2-2 0,3 0 3 15,8-1-6-15,-1-1-2 0,1 2 4 16,12-2-6-16,-22 2-2 0,22-2-5 15,-14 2-2-15,14-2-10 0,-13 2 7 16,6 2-1-16,0 4-2 0,1 3 29 0,-1 7 16 16,-1 13 14-16,0 5 2 0,1 7 8 15,-2 10 10-15,-4 1 7 0,4-4-1 16,0 1-12-16,1-1 3 0,-2-10 9 0,1-2-1 16,3-4 2-16,-2-3-4 0,7-6-12 15,-3-4-4-15,0-6-5 0,2 0-6 0,2-4-5 16,0 1 1-16,0-4-3 15,2-1-2-15,2 1 0 0,1-3-3 0,7-2-8 16,1 1-3-16,7-3-7 0,5 0-3 16,2 2-4-16,18-1 1 0,6-1-11 15,20 1-11-15,4-2 2 0,11-2-2 0,8 2-14 16,28-3-20-16,1 0-13 0,10-3 2 16,7-2 5-16,12-7 4 0,13-1 8 0,52-11 2 15,-6 1 3-15,-49 1 0 0,3 3-1 16,-11-4 7-16,-7 1-1 0,-12 4 1 15,-15-1 3-15,-13 1 3 0,-31 6 2 0,-14 3-1 16,-10 2 11-16,-16-1 15 0,-2 3 13 16,-9 2 14-16,-8 2 18 0,-3 1 2 15,-3 1 13-15,-1-2 1 0,-1 2-2 16,-9 2-6-16,13-4-5 0,-13 4-7 0,12-2-5 16,-12 2-4-16,10-2-3 0,-10 2-13 15,0 0 3-15,11-4-7 0,-11 4 4 0,0 0-1 16,0 0 13-16,13-6 22 0,-11 0-10 15,0-5-8-15,4-1 1 0,-4-5-4 16,-1-8-7-16,1-11 0 0,5-3-8 0,-5-16-4 16,-1-9-4-16,-1-6-8 0,0-2 2 15,-3 3-14-15,-6 3 6 0,-2 5 4 0,-3 6 4 16,2 6 1-16,-3 3 4 0,-3 13 3 16,2 4-5-16,-2 4 1 0,0 4-8 15,0-1-2-15,2 7-5 0,3 5-2 16,-1 0 3-16,5 5-5 0,0-1-3 0,-1 0 3 0,1 0 2 15,-1 3 6-15,10 3-14 16,-17-5 4-16,8 3 0 0,9 2 2 0,-27 0 4 16,7 0-4-16,-2 2 9 0,-5 0 12 15,-13-2 11-15,-2 3 6 0,3-1 5 16,-2-1-3-16,-1-1-3 0,8 4-3 0,7-4-4 16,0 2-7-16,4 0-2 0,3-2-5 15,1 1-2-15,1 2-3 0,3-3-2 0,2 0-3 16,-2 2-1-16,4 0-1 15,-3 0-14-15,3 0-26 0,-3 1-30 0,3-2-58 0,0 4-69 16,-1-3-86-16,1 4-104 16,1-2-104-16,-4 6-110 0,2-1-194 0,-1 1 8 15,2-2 72-15,0 1-513 0,-4 5-685 16</inkml:trace>
  <inkml:trace contextRef="#ctx0" brushRef="#br0" timeOffset="3998.84">15017 2766 3231 0,'0'-14'-21'0,"0"2"38"0,0 3 37 0,0 1 32 0,0 8 28 0,-2-13 19 0,2 13 21 0,0-6 1 16,0 6-14-16,0 0-15 0,0 0 38 0,0 0 29 16,2 39 12-16,-2-3-1 0,0 7-22 15,0 15 1-15,0 5-5 0,-2 1 12 0,0 0 14 16,-1-3-26-16,1-2-17 15,2-11-9-15,-2-4-9 0,1-3-22 0,-5-3-4 16,4-2-17-16,-1-7-4 0,1-8-11 16,0-2-5-16,-2-2-12 0,2-3-5 15,2-2-13-15,-2-2-29 0,2-3-45 0,0-7-71 16,-4 8-80-16,4-8-95 0,0 0-110 16,0 0-121-16,0 0-122 0,-20-22-149 0,7 11 66 15,-10-6-580-15,-8 3-746 0</inkml:trace>
  <inkml:trace contextRef="#ctx0" brushRef="#br0" timeOffset="4618.16">14208 3237 3412 0,'16'-7'-7'16,"-5"2"54"-16,-4-1 12 0,4 4-4 0,-10-2 13 15,-1 4 18-15,6-3 26 0,-6 3 29 16,0 0 19-16,0 0 6 0,-34 34 4 0,2-3-4 15,-13 7-3-15,-14 15 3 0,-8 8-6 16,-9 4 0-16,-7 7-15 0,-7 5-8 0,-5-1-15 16,-1 7-8-16,-28 23-14 0,31-25-17 15,-4 3-11-15,0-2-5 0,-29 20-7 16,31-21-2-16,-3-3-4 0,3 0-9 0,0 0 1 16,0-2-8-16,-2 3 0 15,-7-3-2-15,-25 25 17 0,24-22 12 0,-29 18 4 16,28-22 11-16,-1-3 14 0,-28 25 7 0,36-28-4 15,5-5-6-15,2-2 2 0,4-5-8 16,7-6-2-16,13-6-3 0,16-11 0 16,6-4-8-16,6-1-6 0,3 0-12 0,8-7-3 15,0-1-4-15,6-2-1 0,-2 5-8 16,5-4-7-16,-1-1 0 0,-1 0-4 0,9-4 1 16,0-3-5-16,3-1-2 0,-1-1 4 15,3-3-8-15,2-1 4 0,-1 0 2 16,3-2-23-16,4-4 0 0,-9 8 0 15,9-8 0-15,-6 6 0 0,6-6 0 0,-8 5 0 16,8-5 0-16,-3 6 0 0,3-6 0 16,0 0 0-16,0 0 0 0,-8 4 0 15,8-4 0-15,0 0-203 0,0 0-117 0,0 0-113 16,0 0-106-16,0 0-122 0,17-19-167 16,-9 6 67-16,1 1 83 0,-3-2-604 0,3-15-740 15</inkml:trace>
  <inkml:trace contextRef="#ctx0" brushRef="#br0" timeOffset="5683.18">9928 6307 3353 0,'9'-12'-100'0,"-9"12"50"0,4-9 56 0,-4 9 46 0,5-8 59 0,-3 2 40 0,-2 6 37 16,1-9 22-16,-1 9 0 0,-3-10-10 0,-4 6-9 16,2-2-12-16,-6 0-18 0,-9 5-12 15,0 1-12-15,-7 1-12 0,-14 3-13 16,2 4-12-16,-3 0-9 0,1 1-11 15,0 3-10-15,3 1-5 0,2 0-6 0,1 2-9 16,2-2-8-16,5 1 0 0,8-2-7 16,0-3-5-16,5 3-4 0,1 1 0 0,5-3-3 15,-1 4-3-15,6-1-2 0,-1 5-3 16,3-1-1-16,4 2 0 0,3 1-2 0,7 8-2 16,3 0 6-16,6-1-7 0,3-2-1 15,8 4 5-15,4 1 1 0,0-4 11 0,4-2 7 16,-10-6 5-16,1 3 6 15,-5-2 5-15,1 0 10 0,-4-1 14 0,-1-1 6 0,-10-6 27 16,0-1 22-16,-6 0 39 0,0 2 21 16,-5-1 10-16,-2-1 5 0,-7 3-4 15,-8 2-1-15,-7 1-65 0,-5 2-132 16,-3-3 0-16,-1-1 0 0,-4 1 0 0,-4-3 0 16,2-1 0-16,1 1 0 0,1-4 0 15,10-3 0-15,3 1 0 0,4-5 0 16,3 1 0-16,3 1 0 0,2-1 0 0,-1-2 0 15,12 0 0-15,-15-2 0 0,15 2 0 16,-12-3 0-16,12 3-248 0,0-7-379 0,0 7-136 16,12-10-121-16,1 3 80 15,1-1-851-15,15-5-1091 0</inkml:trace>
  <inkml:trace contextRef="#ctx0" brushRef="#br0" timeOffset="6182.13">10420 6232 4478 0,'-2'-27'-85'0,"0"7"58"0,0 4 39 0,0 3 19 0,0 2 33 0,2 1 27 0,-2 3 12 0,1 2 16 16,1 5 26-16,0 0 23 0,-14 22 22 15,5 11 15-15,-4 14 13 0,1 10 8 16,2 11 7-16,1 2-3 0,3 0-15 16,2 3-10-16,0 0-22 0,4 2-15 0,2-3-18 15,0-6-6-15,2 0-13 0,-3-6-13 16,2-15-12-16,1-3-10 0,-2-4-9 0,-2-10-7 16,0-4-9-16,2-7-35 0,-2-2-36 15,0-3 0-15,2-1 0 0,-2-5 0 0,0-6 0 16,0 0-67-16,0 0-125 0,0 0-65 15,0 0-91-15,7-38-99 0,0 8-96 0,3-3-87 16,2-2-155-16,-3 0 41 0,3 1 86 16,-1-1-539-16,5 2-662 0</inkml:trace>
  <inkml:trace contextRef="#ctx0" brushRef="#br0" timeOffset="6582.12">10848 6505 3095 0,'16'-14'-28'15,"-5"2"46"-15,3 2 24 0,-3 3 20 16,3 1 24-16,-5-1 30 0,2 3 20 0,1 2 17 16,-12 2 21-16,20 9 20 0,-9 3 14 15,-8 9 14-15,-3 6 8 0,-8 10 13 0,-9 13 28 16,-6 0 5-16,-4 1 3 0,-5 1-3 16,2-2-10-16,-4-3-11 0,3-6-20 15,6 2-25-15,10-11-18 0,3-3-22 16,7-3-14-16,3-9-9 0,7-4-16 0,4-1-11 15,6-4-12-15,2-6-11 0,5-2-46 0,15-4-51 16,-3-5 0-16,-1-5 0 16,-5 0 0-16,-5-6 0 0,-10 3 0 0,-5-2 0 15,-5 0 0-15,-14-12 0 0,-14-12 0 16,-11-2 0-16,-21-9 0 0,-9-1 0 0,-11 2 0 16,1 5 0-16,-1 7 0 0,18 12 0 15,5 1 0-15,8 4 0 0,13 7 0 0,5 3 0 16,8 2 0-16,7 4 0 0,6-1 0 15,9 1 0-15,7-2 0 0,20-3 0 0,9 3 0 16,11-2 0-16,12 7 0 0,2 2 0 16,7 4-412-16,5 3-230 0,-3 1-207 15,-5 0-26-15,-10 5 96 0,-7 2-797 16,-12-2-1018-16</inkml:trace>
  <inkml:trace contextRef="#ctx0" brushRef="#br0" timeOffset="7314.65">9261 6185 4479 0,'-30'-7'-119'0,"6"1"17"0,6 1 24 0,6 2 7 0,6-1 25 0,8 0 8 0,10-7 15 0,30-11 1 0,19-1 9 0,36-10-4 16,27 2 4-16,19-10 3 0,65-5-1 15,5 2-10-15,-3 6-24 0,0 6-1 0,-51 8 2 16,3 3 11-16,1 4 1 0,-11 3 4 16,-12 5 6-16,-16 1-3 0,-13 2 5 15,-30 4 8-15,-15 2 4 0,-21 2 26 16,-4 0 21-16,-11 6 38 0,-11-1 35 0,-5 7 20 15,-5 4 11-15,-5 6 15 0,-6 16 9 16,-4 14 4-16,-5 9-5 0,-3 5-1 0,-5 19-6 16,2 2 1-16,3 8-10 0,2-4 6 15,4-14 23-15,5 3 28 0,4-3 2 16,3 2-4-16,3-5-13 0,9-3-13 0,-5-5-18 16,2-3-14-16,5-11-14 0,-5-4-13 15,-3-12-10-15,-3-5-6 0,1-9-17 16,-5-6-2-16,4 0 40 0,-4-7 28 15,-3 2 29-15,2-5-122 0,-4-3-60 0,2-5 0 0,-13 7 0 16,0-6 0-16,-14-1 0 16,-19 0 0-16,-25-1 0 0,-11 2 0 0,-30 1 0 15,-13 5 0-15,-7 4 0 0,-13 2 0 16,-10 6 0-16,-4 3 0 0,-49 12 0 0,6 3 0 16,50-8 0-16,1 0 0 0,4 2 0 15,2 0 0-15,14-2 0 0,9-3 0 0,15-4 0 16,16 0 0-16,20-7 0 0,14 0 0 15,16-3 0-15,4-4 0 0,2 1 0 0,10-4 0 16,9-1 0-16,0-1 0 0,5-1 0 16,4-2 0-16,7 0 0 0,-16-5 0 0,10-4 0 15,5-11 0-15,2-6 0 16,3-16 0-16,10-18 0 0,4-6 0 0,7-23 0 16,2-6 0-16,5-6 0 0,-1-3 0 15,-1-10 0-15,-1-3 0 0,2 1 0 0,-6-2 0 16,-7 8 0-16,-2 9 0 0,-9 24-70 15,0 13-161-15,-3 9-20 0,-4 17-42 0,-2 11-74 16,0 10-84-16,-5 6-84 0,3 8-86 16,-3 1-154-16,7 2 68 0,0 0-616 15,0 0-780-15</inkml:trace>
  <inkml:trace contextRef="#ctx0" brushRef="#br0" timeOffset="8197.54">16032 3082 2276 0,'-17'-6'116'0,"3"1"22"0,3 1 16 0,1 1-19 0,10 3-13 15,-13-4-3-15,13 4-12 0,-9-3 3 16,9 3-11-16,0 0-13 0,-12-4 1 0,12 4-7 15,0 0 10-15,0 0 9 16,0 0-2-16,0 0-10 0,48 18-2 0,-14-5-12 16,12 10-5-16,5 4-6 0,28 10-3 15,0 4 0-15,19 5 14 0,12 2-4 0,18 3 0 16,43 22-6-16,1-3 17 0,20 1 10 16,11-1 25-16,6-6-1 0,9-2 13 0,-3-2 0 15,6-5 16-15,-2-6-19 16,0 4-8-16,-9-5-5 0,-7-3-10 0,-11 5 1 15,-50-14-12-15,-3 1-7 0,-6 4-5 16,-7-2-7-16,-6 2-8 0,-11 0 0 16,-12-3-3-16,-11-3 3 0,-27-7-10 0,-9-2 16 0,-5-4-18 15,-14-5 18-15,-4-2 14 16,-8-3-8-16,-2 0 3 0,-3-7 21 0,-5 1 7 16,2 0 10-16,-4-2 9 0,2 0 8 15,-4 0 1-15,-5-4-1 0,13 4-1 0,-13-4-8 16,10 3-116-16,-10-3-8 0,0 0 0 15,15 0 0-15,-15 0 0 0,0 0 0 0,14-11 0 16,-12 3 0-16,0 2-315 0,-1-1-145 16,-1-1-156-16,-3-2-243 0,-6-5 14 15,-4 1 86-15,-8-6-716 0,-6-1-923 16</inkml:trace>
  <inkml:trace contextRef="#ctx0" brushRef="#br0" timeOffset="9182.15">20158 5428 3788 0,'2'10'-133'0,"-2"-10"55"0,2 6 48 0,-2-6 49 0,0 0 57 0,1 9 41 0,-1-9 38 0,0 0 34 16,4 4 23-16,-4-4 13 0,0 0 12 0,0 0 1 15,0 0 10-15,0 0 2 0,0 0-8 16,0 0-11-16,0 0-12 0,0 0-16 0,0 0-9 15,0 10-5-15,0-10-5 0,0 0 2 16,0 0-12-16,0 0-21 0,0 0-17 0,0 0-13 16,-17-31-13-16,10 16-9 0,-3-2-9 15,-1 0-15-15,-1 2-13 0,-3 3-64 0,-1-2 0 16,2 4 0-16,-8 1 0 0,0 6 0 16,3 1 0-16,-8 5 0 0,-9 6 0 15,0 3 0-15,-1 2 0 0,6 4 0 0,4 3 0 16,2 4 0-16,4 1 0 15,3 3 0-15,11-4 0 0,5-4 0 0,4 4 0 16,7 3 0-16,8-3 0 0,5-1 0 16,4-2 0-16,3-8 0 0,3-2 0 0,3-2 0 15,-1-3 0-15,-6-4 0 0,-3-3 0 16,-4 0 0-16,-4 0 0 0,0-3 0 0,-1 3 0 16,-5 0 0-16,-11 0 0 0,19 0 0 15,-19 0 0-15,15 5 0 0,-11 2 0 0,-2 2 0 16,0 2 0-16,-2 6 0 0,-2-1 0 15,0 4 0-15,2-1 0 0,-4 3 0 16,0 0 0-16,0 0 0 0,1-1 0 0,-3-1 0 16,2 1 0-16,-3-2 0 0,1-1 0 15,-4-1 0-15,1 0 0 0,-3-3 0 16,-3 1 0-16,0-3 0 0,-2 0 0 0,-2-6 0 16,-5 1 0-16,4-3 0 0,1-2 0 15,-4-2 0-15,2-2 0 0,-2-2 0 0,0-1 0 16,0-1 0-16,6 0 0 0,2 0 0 15,0 0 0-15,1 0 0 0,5 1 0 0,1-3-12 16,5-2-655-16,6-1-111 0,1-3-131 16,13-8 84-16,10 0-875 0,11-9-1136 15</inkml:trace>
  <inkml:trace contextRef="#ctx0" brushRef="#br0" timeOffset="9565.04">20952 5233 4924 0,'-7'-8'-29'0,"1"4"39"0,-4-1 35 15,10 5 37-15,-18 0 41 0,18 0 32 0,-31 12 28 0,6 3 15 0,-3 9 5 0,-6 11-1 16,-1 4 0-16,-1 3-2 16,4 5 1-16,0 5-6 0,0-3-12 0,8-1-10 0,1 2-13 15,6-1-9-15,5-12-12 16,5 1-9-16,5-1-9 0,6-2-10 0,1-1-9 15,7-4-75-15,0-2-27 0,2-6 0 16,2-5 0-16,1-3 0 0,-2-6 0 0,2-2 0 16,1-1 0-16,-1-3 0 0,-4-1 0 15,0-1 0-15,-13 0 0 0,21-8 0 0,-12 2 0 16,-4-4 0-16,-1 2 0 0,-8-3 0 16,-1 1 0-16,0-4 0 0,-10 1 0 0,1 3 0 15,-2-3 0-15,-6 5 0 16,1-1 0-16,-1 4 0 0,-1 2 0 0,2 1 0 15,-1 4 0-15,2 0 0 0,3 1 0 0,0 2-199 16,-1-1-268-16,9 1-102 0,1 0-136 16,4-2-161-16,4-3 81 0,0 0-779 15,0 0-1008-15</inkml:trace>
  <inkml:trace contextRef="#ctx0" brushRef="#br0" timeOffset="9883.03">21911 5293 4168 0,'-10'-15'81'0,"1"4"52"0,3 1 34 0,-1-1 26 0,1 7 19 0,2-1 11 0,-2 1-12 0,6 4-14 0,0 0 36 16,0 0 10-16,-14 19 10 0,5 2-6 15,4 11-3-15,1 9-7 0,0 2-11 0,2 14-16 16,2-1-16-16,0-8-16 0,0-2-16 16,2-1-18-16,2-2-109 0,0-3-35 0,1-1 0 15,0-3 0-15,-1-4 0 0,-3-9 0 16,3-1 0-16,-2-7 0 0,0 1 0 0,1-6 0 16,-3-2 0-16,2 1 0 0,2-4-184 15,-4-5-282-15,6 2-130 0,-6-2-128 16,0 0-132-16,19-16 75 0,-14 7-778 15,4-7-1002-15</inkml:trace>
  <inkml:trace contextRef="#ctx0" brushRef="#br0" timeOffset="10152.34">22231 5274 4272 0,'2'-15'4'0,"-2"4"49"15,0 3 56-15,2 1 42 0,-2 7 30 16,-4-10 21-16,4 10 0 0,0 0-8 15,0 0 55-15,0 0 21 0,0 0 10 0,-6 29-18 16,3-3-19-16,-1 13-17 0,2 5-10 16,-2 11-19-16,3 2-18 0,-1-11-18 15,2 1-15-15,0 1-14 0,0-6-11 0,2 3-14 16,-1-5-73-16,1-2-34 0,2-4 0 16,0-7 0-16,-2-5 0 0,-1-5 0 0,1-1 0 15,2-4 0-15,2 1-82 0,-2-8-162 16,5 2-89-16,1-2-110 0,0-3-114 0,1 0-125 15,-11-2-140-15,27-7 79 0,-13 0-714 16,4-3-907-16</inkml:trace>
  <inkml:trace contextRef="#ctx0" brushRef="#br0" timeOffset="10580.51">23224 5066 4331 0,'-4'-12'83'0,"3"4"12"16,-7 1 18-16,2 4 27 0,6 3 26 0,-22 5 28 16,-7 8 49-16,-7 16 7 15,-5 8 11-15,-2 6 1 0,-13 15 0 0,3 5 1 16,2 4 1-16,3 0 1 0,6-1-15 15,9-10-10-15,7-3-12 0,5 0-19 0,3-4-137 16,4 2-72-16,6-13 0 0,6-1 0 16,2-6 0-16,2 3 0 0,6-10 0 0,3 2 0 15,4-2 0-15,0-9 0 0,5-4 0 16,1-2 0-16,-1-5 0 0,3 1 0 0,-1-5 0 16,-4-1 0-16,0-5 0 0,-4 1 0 15,0-3 0-15,-5-4 0 0,1-2 0 0,-8-1 0 16,-2-3 0-16,-4-2 0 0,-4 0 0 15,-4-8 0-15,-8 4 0 0,-3 2 0 0,-6 5 0 16,-1 0 0-16,-6 7-145 0,-6 0-394 16,0 6-155-16,-5 1-213 0,-3 1 75 15,-1 2 94-15,-3 2-737 0,3-4-922 16</inkml:trace>
  <inkml:trace contextRef="#ctx0" brushRef="#br0" timeOffset="11397.43">19241 5068 3803 0,'-25'-5'-122'0,"2"0"29"0,9-2 19 0,2 2 20 0,4 0 13 0,4 1 7 0,4-4 6 0,8 1 3 0,9-5 4 0,29-7 4 15,15 1 2-15,32-5-2 0,29-4 8 16,21 0-2-16,71-8 0 0,13 0-18 0,20 1-4 16,30 2-1-16,15 1-10 0,14-2-21 15,19 3-20-15,3-1-34 0,2 1-27 0,0 5-11 16,-7-2 1-16,-29-1 19 15,-16 2 26-15,-31 4 54 0,-76 8 37 0,-24 4 30 16,-25 0 26-16,-42 6 16 0,-15 2 29 16,-22 2 50-16,-16 4 47 0,-13 3 26 15,-9 5 8-15,-8 3 12 0,-11 17-4 0,-13 14 6 16,-5 6-6-16,-14 24-8 0,-4 4-4 16,-1 14-3-16,-4 5 9 0,2 5 5 0,1 3-2 15,7 1 0-15,2-3-19 0,5 1-13 16,8-11-14-16,5-2-5 0,4-8-10 0,6-19-10 15,-1-3-9-15,3-8-17 0,4-7-13 16,-1-13-9-16,2-3-5 0,5-9-8 16,-3-6 9-16,1-4 8 0,-6-1-8 0,0-4-8 15,-6-2-13-15,-19-1-4 0,-4-3-8 0,-8-2-11 16,-19 3-10-16,-8 1-30 16,-32 3-14-16,-14 3-11 0,-15 7-3 0,-18 2 0 15,-63 13-16-15,-5 2-2 0,-9-1 16 16,-15 4-1-16,-7 0-5 0,-4-1 7 0,3-4 6 15,6 1 7-15,12-2 13 0,13-1 7 16,62-6 14-16,5-3 10 0,14 1 4 0,13-1-1 16,10 0 1-16,16-2-8 15,27-5 3-15,10 1-4 0,8-3-4 0,18-4-2 16,6-1-7-16,7-1 2 0,8-1-3 0,5-4 4 16,3 1 6-16,2-2-12 0,9 0-4 15,-8-8 5-15,10-5-8 0,1-7 2 16,13-14-7-16,7-17 1 0,8-3 2 0,8-22-1 15,8-9-6-15,0-8-8 0,3-5-7 16,-2-9-7-16,2-11-1 0,2-6-9 16,-3 0-6-16,-3-1-2 0,0 4-6 0,-8 11-3 15,-5 14-5-15,-8 14-5 0,-11 27-6 16,-3 13-15-16,-2 9-15 0,-4 8-28 0,-3 6-34 16,2 7-38-16,-4 5-31 0,-2 6-48 15,2 1-63-15,0 0-68 0,0 0-89 0,-5 22-128 16,6-7-83-16,5 4 73 15,1 0-473-15,13 5-574 0</inkml:trace>
  <inkml:trace contextRef="#ctx0" brushRef="#br0" timeOffset="11764.19">21474 5037 3383 0,'-13'-25'140'0,"2"4"6"0,5 4 30 0,-2 3 42 0,3 2 20 0,-1 2 16 16,5 2-15-16,-3 1-27 0,-1 0-25 0,5 7-20 0,0 0 16 0,0 0 52 16,-16 51 19-16,6 2 12 0,2 10 5 15,2 8-1-15,5 8-2 0,-3 1 3 0,4 2-9 16,2 2-10-16,3 15-12 0,3-24-181 15,2-4-59-15,1-1 0 0,-2-5 0 16,1-4 0-16,1-7 0 0,-5-13 0 0,0-6 0 16,2-1 0-16,-3-10 0 0,-3-7 0 15,2 0 0-15,-2-5 0 0,0-2 0 16,-1-2 0-16,-1-2 0 0,0-6 0 0,2 5 0 16,-2-5 0-16,0 0 0 0,0 0 0 15,0 0 0-15,0 0-344 0,-16-23-371 16,6 15-235-16,-3-1 90 0,-4-1 98 0,-12-5-789 15,1-1-994-15</inkml:trace>
  <inkml:trace contextRef="#ctx0" brushRef="#br0" timeOffset="13880.97">8981 7722 1099 0,'15'-2'242'0,"-15"2"-24"0,10-5-39 0,-10 5-37 0,9-2-14 0,-9 2-6 15,6-2-7-15,-6 2-4 0,0 0 3 0,0 0 13 16,0 0 9-16,0 0-5 16,0 0-7-16,0 0-12 0,0 0-8 0,0 0-20 15,0 0-9-15,-72 4 1 0,29 1-8 16,-11 1-2-16,-5 3-5 0,-4-2-8 16,-5 0-6-16,-2-1-9 0,-2 0 0 0,-1-3 4 15,1 0-7-15,4-1-11 0,0-2 0 16,5 2-7-16,15-4 8 0,-1-2 0 0,2 0-6 15,7 0 6-15,2-1-2 0,9 2-5 16,6-2-4-16,6 3 11 0,4 0-5 0,-2 0-10 16,6 0-7-16,9 2 2 0,-22 6 3 15,15 1-5-15,-1 5 0 0,0 8 1 0,-3 16 2 16,3-3 5-16,0 9-3 16,-1 9 11-16,2 3 7 0,-5-1 1 0,4 0-1 15,1-10-12-15,3 0 3 0,-2-4 1 16,2 1 2-16,2-2 1 0,0 0 0 15,2-9-4-15,0-6-4 0,0-2-1 0,0 0 0 16,2-2 2-16,0-3-2 0,7 0 3 16,-4-1-2-16,4-1 2 0,4-1-5 0,7-1 5 15,10-2-11-15,6-2 6 0,10-1 0 16,15-1-2-16,8 2-2 0,7-4 1 0,4 0 5 16,9 1-5-16,30-1 4 0,3-4-3 15,5 0-2-15,14-2 1 0,4-1 4 16,8-5-3-16,5 0-4 0,7-2 4 0,9-1 2 15,51-7-3-15,-52 5-2 0,-1-3-5 16,47-5-3-16,-53 5 4 0,0 3 8 16,-5 1 0-16,4 2-7 0,-5-3 5 0,-12 3-3 15,1 2-5-15,-4-1 7 0,-5 1-5 16,-4-1 5-16,-5 1 0 0,-3-1-3 0,-4 1-2 16,-10-3 1-16,-7 4 3 0,-23 1-6 15,-8-2 5-15,-4 4 3 0,-9-1 6 16,-15 1 4-16,-6 0 13 0,-12 0 6 0,-5 4 2 15,-4-2-5-15,-8 0-5 16,3 0-3-16,-3 2-2 0,1-2-7 0,-14 2-2 16,27 0 3-16,-14 0-4 0,-13 0-6 15,25 0 2-15,-14 0 0 0,-11 0 3 0,21 2-5 16,-12 0 0-16,-9-2 1 0,21 0 4 16,-21 0 8-16,15 2 21 0,-15-2 22 0,14 0 22 15,-14 0 22-15,0 0 15 0,13-4-13 16,-8-2-9-16,2 1-12 0,-1-3-2 0,-5-4-9 15,7-7-10-15,-5-2-7 0,1-2-10 16,3-13-2-16,-4-2-4 0,7-3-10 0,-9-3-3 16,1-3-2-16,-4-1-12 0,-1-12-1 15,-5 0-1-15,-4 0 1 0,-2 4-7 16,-8 0 2-16,1 2-3 0,-5 7-2 16,-2 1-4-16,-8 3 1 0,2 5-2 0,-4 4-2 15,-5 3 2-15,-9 2-5 0,-9 7 4 16,-5 1 1-16,-9 3-4 0,-3 6 1 15,-4 3 2-15,-6 4-3 0,4 3 5 0,1 4-9 16,3 0 5-16,-1 4-3 0,9 1 1 16,4 4-1-16,7-3 5 0,7 2 0 0,16 1-7 15,4-3-2-15,9 1-24 0,4-2-15 16,3 1-30-16,7 0-46 0,0 1-55 0,1-1-75 16,3 0-72-16,1 1-80 0,3-1-76 15,-1-2-201-15,0 0 43 0,0 0 71 16,-4-2-332-16,3 1-384 0</inkml:trace>
  <inkml:trace contextRef="#ctx0" brushRef="#br0" timeOffset="14480.2">9623 7647 2436 0,'9'-16'5'0,"-2"-1"44"0,-2 5 27 0,-1 0 27 0,0 1 19 0,0 4 14 0,-3-2-2 0,-1 4-19 15,0 5-11-15,4-10-17 0,-4 10 1 16,0 0 16-16,0 0 1 0,-2 29 19 0,0-7 11 16,-1 14 24-16,-3 6-5 0,4 3 4 15,-1 15-1-15,-4 4 1 0,5 0 14 0,-1 0-11 16,-1 0-13-16,0-2-13 0,2-2-7 16,-1-4-10-16,1-10-12 0,0-1-12 0,0-5-11 15,0-2-6-15,2-9-3 16,-3-4-6-16,3-6-9 0,0 0-7 0,-1-3-5 15,1-5-3-15,0 3 2 0,0-6-2 16,-2 3-1-16,0-3-3 0,2-8-10 0,0 10-28 16,0-10-39-16,0 0-42 0,0 0-71 15,0 0-94-15,0 0-109 0,5-33-116 16,0 19-131-16,4-1-106 0,2-1 71 0,5-5-456 16,7-2-561-16</inkml:trace>
  <inkml:trace contextRef="#ctx0" brushRef="#br0" timeOffset="14813.61">11062 7496 3098 0,'-6'-25'21'15,"2"0"37"-15,1 8 25 0,-1 3 31 0,0 2-9 16,2 4-9-16,1 2-10 0,1 6 4 15,0 0 56-15,-22 14 21 0,7 15 16 0,-2 17 13 16,-1 7 13-16,6 5 23 0,-2 3-4 16,1 4 20-16,5 2-7 0,0 1-11 15,2-2-11-15,1 0-14 0,3-4-15 0,0-4-16 16,0-2-9-16,2-11-19 0,4-1-13 16,-4-2-14-16,2-5-7 0,-2-6-19 15,2-5-3-15,0-4-16 0,-2-3-4 16,0-4-6-16,0 2-12 0,1-6-17 0,-1-1-20 15,0 0-30-15,0-3-26 0,0-2-49 16,0-5-86-16,-1 9-111 0,1-9-127 0,0 0-151 16,0 0-239-16,-22-17 21 0,4-6 87 15,-1-1-636-15,-8-1-788 0</inkml:trace>
  <inkml:trace contextRef="#ctx0" brushRef="#br0" timeOffset="15548.45">8461 8518 3484 0,'17'-22'-133'0,"-5"1"36"0,-3 3 28 0,2 0 35 0,-1 1 29 0,-2 3 31 0,-3 1 24 15,2-1 19-15,-3 4 7 0,-1 0-14 16,1 5-3-16,-4 5-6 0,0 0-2 16,0 0 24-16,-31 27 13 0,-1 14 13 0,-20 21 12 15,-11 9 2-15,-7 4-6 0,-8 19-6 16,-32 24-3-16,-3 1-16 0,2-3-2 16,-4 1-8-16,1-1-9 0,-2 0-3 0,25-33-5 15,-5 3-5-15,4-2 6 0,3-4 6 16,4-2 4-16,4-7-4 0,6-3-2 15,5-8-6-15,6-6-9 0,5-2-5 0,13-10-1 16,2-1-8-16,4 0-1 0,4 1-2 16,-3-2 0-16,5-1 0 0,4-1 4 0,-1-6 9 15,9-6 3-15,1-1-2 0,1-2 15 16,6-7 4-16,0-3 5 0,6-3 4 0,-1-2 5 16,1 0 0-16,2-2-4 0,3-1-8 15,-3-1-4-15,6-4-8 0,-5 4-29 16,5-4-29-16,0 0-32 0,0 0-48 15,0 0-64-15,0 0-93 0,-22-10-125 16,20 6-157-16,-3-3-222 0,1-1 70 0,-6-5 68 0,4-1-395 16,-5-2-479-16</inkml:trace>
  <inkml:trace contextRef="#ctx0" brushRef="#br0" timeOffset="16263.18">5606 11664 1584 0,'-21'-13'434'0,"3"1"-88"0,7 2-47 0,0-1-49 0,1 1-32 0,3-4-59 0,5 6-33 0,0-3-30 0,6 0-2 0,3-2-9 15,9 2-4-15,0 2-17 0,8 4 2 16,-3 5-13-16,8 3-1 0,7 7 1 0,0 8-8 15,1 7-6-15,-3 6 1 16,-12 7 4-16,-10-6 19 0,-8 7 10 0,-10 2 16 0,-12 6 12 16,-12 6 12-16,-4-3 24 0,-16 10 13 15,8-15 13-15,-2-4 16 0,1-3 22 16,3-4 8-16,3-7 3 0,13-6-10 16,6-6-16-16,5-4-14 0,1-2-7 15,3-1-5-15,5-3-6 0,4-5-6 0,0 0-3 16,17 6-13-16,4-9-12 0,17-2-14 15,16-4-11-15,5-2-7 0,6-3-9 0,-1-1-11 16,4 1-4-16,-5-1-17 0,-4-1-16 16,-9 6-25-16,-9 0-8 0,-9 3-7 15,-8 1-5-15,-4 1-14 0,-4 2-3 16,-7-1-21-16,-2 1-20 0,1 0-49 0,-8 3-43 16,0 0-52-16,0 0-57 0,0 0-76 15,0 0-86-15,0 0-109 0,0 0-157 0,-17-11-60 16,11 8 77-16,6 3-551 0,-12-7-696 15</inkml:trace>
  <inkml:trace contextRef="#ctx0" brushRef="#br0" timeOffset="16714.21">6272 11435 3414 0,'0'-9'-8'0,"0"2"42"0,0 7 19 0,0-9 9 0,0 9 1 0,0-9-4 15,0 9-8-15,1-5 16 0,-1 5 49 0,0 0 25 16,0 0 5-16,6 30 16 16,-2-8 6-16,1 13 23 0,-1 4-1 0,1 3 14 15,4 9 10-15,-4 4 15 0,3-3-15 16,-3 4-11-16,4-3-6 0,-4-12-15 0,2 2-14 16,-1-4-13-16,-1-2-9 0,-3-9-11 15,1-1-14-15,-1-5-10 0,0-4-11 0,0 0-13 16,0-3-6-16,-1-1-6 0,-1-4-5 15,0-2-4-15,2 3-6 0,-2-4-4 0,2 0-9 16,-2-7-32-16,0 10-42 0,0-10-57 16,0 0-82-16,0 0-75 0,0 0-88 0,0 0-102 15,0 0-111-15,0 0-131 16,0 0-117-16,0 0 83 0,0 0-604 0,-11-19-769 16</inkml:trace>
  <inkml:trace contextRef="#ctx0" brushRef="#br0" timeOffset="17183.96">6612 11627 3473 0,'4'-10'-100'16,"-2"-1"44"-16,0 3 40 0,1-3 41 15,1 1 47-15,0 2 53 0,1-1 15 16,-5 4 2-16,0 5-19 0,3-7 1 0,-3 7 44 15,0 0 34-15,9 19 0 0,-5-2 19 16,-2 4-9-16,3 3-8 0,0 11 10 16,1 2 6-16,-1-1-16 0,1-2-19 0,-1 0-18 15,4 1-17-15,-2-3-14 0,0-3-7 16,1-7-13-16,-3-4-9 0,2-7-3 0,0 1-7 16,-1-3 2-16,1-2-11 0,3-4-6 15,1-3-10-15,-11 0-7 0,35-11-7 0,-9-5-6 16,1-1 0-16,0-4-10 0,2-3-1 15,3-5-8-15,-2-2 0 0,-6 9-2 0,-6 3-3 16,-4 4-10-16,-3 5-2 0,-4 1-10 16,-1 5-1-16,-6 4-2 0,0 0 16 15,0 0 5-15,-2 25-3 0,-2-8 5 16,1 3 3-16,-1 4 9 0,2-2-1 0,0 6-1 16,2-3-1-16,0 2-23 0,2-2-12 15,0 0 0-15,2-2 0 0,-3-5 0 16,1-4 0-16,0 1 0 0,0-3 0 0,0-1 0 15,2-4 0-15,-4 2-11 0,2-2-161 16,-2-2-100-16,0-5-136 0,0 0-142 0,0 0-146 16,0 0-152-16,-12 3 75 15,12-3-744-15,-27-13-963 0</inkml:trace>
  <inkml:trace contextRef="#ctx0" brushRef="#br0" timeOffset="17996.36">5339 11159 3934 0,'-34'-6'-180'0,"6"4"31"0,4 2 24 0,3 0 20 0,6 0 12 0,1 0 15 0,5 0 24 0,9 0 37 16,0 0 21-16,0 0 8 15,0 0 6-15,56-4-5 0,16-4 4 0,37-5-4 16,20-6-3-16,20-3 0 0,9 1 2 16,55-11-4-16,-7-1 7 0,-48 11-6 0,-2-2 1 15,-3 1-3-15,-6 2 0 0,-11 4 1 16,-15 3-1-16,-11 4 1 0,-31 3 0 0,-11 5-4 16,-16 2 9-16,-9 5 27 0,-6 3 28 15,-8 8 33-15,-7 7 25 0,-6 10 27 16,-7 7 11-16,-1 11-6 0,-2 7-2 15,-6 4-10-15,2 4-10 0,3 0-6 16,3-1-11-16,8 1-1 0,-4-4-2 0,8-4-6 0,-2-3-8 16,4-2 5-16,-1-3 12 15,1-4-5-15,-1-5-11 0,-3-12-7 0,-3-1-6 16,-6-8-8-16,-1-3-9 0,0-3 6 16,-3-4 24-16,-1-1 0 0,-1-1 1 0,2-1-9 15,-5 1-12-15,0-2-6 0,-5 5-13 16,-6 1 7-16,-10 6-16 0,-8 3-2 0,-12 6-8 15,-7 0-1-15,-7 6-14 0,-18 7 9 16,-6 1-13-16,-7-2 2 0,-4 0-5 0,-7 3-4 16,-1-1 0-16,-4 2-9 0,-2-4 6 15,-5-1-6-15,1-2 5 0,0-1-9 16,-3-5 6-16,-5 3-2 0,1-6 4 16,-2-4-9-16,6 2-1 0,0-2 4 0,5-3 2 15,2-3-4-15,6 2-2 0,22-3 0 16,1 1-4-16,1 1 2 0,2-3 4 15,-1 3-5-15,7 1 6 0,-1-2 3 0,6-3-10 16,6 2-1-16,3-3 6 0,12-3 1 16,3 2-4-16,0-3 2 0,13-2 3 0,0 0 20 15,5-6 17-15,4 3 22 16,-2-2 5-16,4-1 7 0,-1-4-7 0,-1-2-2 0,-1-7-8 16,3-2-3-16,8-9-2 0,-5-12-13 15,8-11-6-15,6-20-5 0,8-8-4 0,8-26-14 16,9 0-25-16,3-10-20 0,3-2-25 15,1-2-30-15,0-4-34 0,0-6-19 0,-4 6-24 16,-1 8-7-16,-4 12 9 16,-8 31 12-16,-6 10 7 0,-3 16 2 0,-4 7-22 15,-3 11-24-15,-4 3-34 0,-3 11-30 16,-3 3-26-16,0 4-21 0,7 2-43 0,0 0-30 16,-27 19-65-16,22-4-176 0,-1 5-17 15,-3 10 66-15,2-5-277 0,4-2-324 16</inkml:trace>
  <inkml:trace contextRef="#ctx0" brushRef="#br0" timeOffset="19529.66">4556 13100 2227 0,'0'-11'-19'0,"2"3"36"0,1-2 34 0,-1-1 29 0,5-3 40 0,-2-1 33 15,5-2 28-15,-3 1 15 0,1 3 12 0,2 1-1 16,-7 3-11-16,3 1-5 0,-3 1-13 15,-3 0-14-15,0 7-14 0,-9-8-13 0,9 8-10 16,-46 8-13-16,4-1-10 0,-19 5-9 16,-3 3-8-16,-5 1-5 0,-2 1-4 15,-1-3-12-15,0 1-5 0,-1-1-8 16,3-3-3-16,3 1-4 0,6-3-6 16,6 0-2-16,11-2-6 0,6-3 0 0,13-2-4 15,3 2-5-15,2 0-4 0,6-2-2 16,2 0-5-16,0-2-6 0,0 4-4 0,5 3-1 15,3 1-1-15,2 10 2 0,2 1 2 16,6 16-3-16,1 9 3 0,2 7 0 0,0 5 8 16,-2 2 7-16,-3 0 4 0,0 3 26 15,-6-1-2-15,0-11 5 0,0 6 11 16,0-13 8-16,-1-3 2 0,-1-3 4 0,2-10-5 16,0-5 16-16,0-4 18 0,2-3 17 15,0-3 7-15,-1-1 7 0,-1-2 1 16,2-8-12-16,2 6-18 0,-2-6-14 15,0 0-9-15,0 0-6 0,18-17-10 0,-4 9-9 0,3-1-10 16,13-1-6-16,4 3-6 16,9 2 0-16,6 3-7 0,4 0-4 0,17 2-3 15,11 0 0-15,10 0-3 0,31-6-15 16,14-7-18-16,8 0-18 0,10-9-10 16,11-2-4-16,56-10 15 0,-2 1 0 0,8-4 2 15,-10 3 5-15,-9 2 5 0,-45 9-25 16,2-2 17-16,46-3-7 0,-49 8 5 0,-4 1 4 15,-6 0 7-15,-5 4-2 16,-5 0 1-16,-11 3 1 0,-11-2 4 0,-11-1 8 16,-30 5-3-16,-12-1 2 0,-8 1 3 15,-13 2 0-15,-10 1 10 0,-9 2 11 0,-6 0 17 16,-4 1 8-16,-3 4 12 0,-3-4 5 16,0 2 2-16,-1 0-5 0,-10 2-2 0,15-4-7 15,-15 4-8-15,16-3-4 0,-16 3-4 16,11-3-4-16,-11 3-4 0,11-2 2 15,-11 2 2-15,0 0-8 0,16-4-4 0,-16 4-1 16,11-8-2-16,-8-1-2 0,6-1-1 16,-4-7 0-16,-3 0-12 0,7-17-7 0,-1-4-22 15,-2-4-5-15,3-16-33 16,2-2-6-16,0-3-1 0,0-4-12 0,-2-7-1 16,1-1 10-16,1-19 2 0,-7 15 6 15,-2-2 14-15,-2 2-1 0,-6 4 16 0,1 6 29 16,-5 5 18-16,-2 5 16 0,1 8 2 15,1 15 8-15,-1 1 5 0,2 7-3 0,3 7-4 16,-2 6-4-16,4 1-8 0,2 3-8 16,-1 3 0-16,-1 0 2 0,0 3-8 0,4 5 0 15,0 0-1-15,-7-8 4 0,7 8-1 16,0 0-1-16,0 0-2 0,-7-4 1 16,7 4 2-16,0 0 9 0,0 0-11 0,0 0 2 15,-9-5-1-15,9 5 7 0,0 0 1 16,0 0 12-16,0 0 0 0,0 0 9 15,-7-5-2-15,7 5-1 0,0 0-7 16,-6-8-4-16,6 8 2 0,0 0 2 0,-4-9-9 16,4 9-4-16,-4-5 2 0,4 5-6 15,0 0-2-15,-2-7-2 0,2 7-1 0,0 0-8 16,0 0-22-16,0 0-19 0,0 0-28 16,-5-7-33-16,5 7-45 0,0 0-30 0,0 0-48 15,0 0-53-15,-11 12-58 0,2-5-45 16,-2-2-52-16,-4 4-97 0,-4-3-223 0,-2 4 69 15,-12-1 81-15,-3 0-433 16,0-1-514-16</inkml:trace>
  <inkml:trace contextRef="#ctx0" brushRef="#br0" timeOffset="20012.78">5545 12870 2650 0,'8'-27'-77'0,"1"-2"54"0,1 6 50 0,-1 7 40 0,-3 1 44 0,-1 1 26 0,-1 4 0 0,3 2-10 16,-2 6 50-16,-5 2 56 0,0 0 20 15,15 34 5-15,-10 2 0 0,2 7 3 16,-1 15-8-16,-5 6 18 0,-1 0 5 15,2 0-17-15,2 0-13 0,-2 0-11 16,3-3-17-16,-1-5-25 0,1-1-7 0,-2-14-23 16,-1 1-18-16,0-6-13 0,0-7-13 15,2-5-13-15,-4-3-10 0,1-3-13 0,-1-2-34 16,0-3-42-16,0 1-42 0,0-3-49 16,0-1-43-16,-1-2-67 0,-1-1-82 0,-6 1-97 15,-2-4-90-15,-5-2-97 0,0-4-171 16,-18-5-3-16,-3-5 71 0,-7-6-491 0,-1-7-621 15</inkml:trace>
  <inkml:trace contextRef="#ctx0" brushRef="#br0" timeOffset="20414.16">5095 13193 3428 0,'0'0'70'0,"-7"-9"-15"15,7 9 7-15,0 0 0 0,-32 17 28 16,5-3 18-16,-2 8 14 0,-7 7 14 0,-1 2-2 16,-1 3-3-16,-1 0-12 0,1 2-12 15,-3-2-6-15,7 1-13 0,0-2-8 0,0-2-9 16,9-9-8-16,2 0-7 0,-1-3-13 16,10-4-22-16,4-4-20 0,-2-3-22 15,5-3-48-15,2-5-50 0,5 0-46 16,-16-10-26-16,8-2-14 0,-3-17-2 0,1-4 11 15,1-2 18-15,-2-3 18 0,3 0 30 16,-4 7 43-16,7 5 39 0,-1 7 28 16,1 4 6-16,2 3 4 0,1 3-1 0,0 1 24 15,2 8 37-15,0 0 28 16,7-5 26-16,-7 5 8 0,0 0 7 0,24 17-5 0,-7-4-7 16,10 3-8-16,0 3-12 0,5 0-4 15,10 5-12-15,-1 2-11 0,4-4-33 16,-2 2-50-16,0 0-76 0,-2-2-84 0,-7-3-105 15,-1-2-141-15,-3-1-171 0,-1-1 55 16,-8-3-229-16,-3-4-262 0</inkml:trace>
  <inkml:trace contextRef="#ctx0" brushRef="#br0" timeOffset="20912.28">6236 12762 2143 0,'-5'-31'145'0,"-1"-2"29"0,1-1 32 0,1 10 11 0,2 6-6 0,0 1-19 0,2 5-22 16,2 5-13-16,2 1 25 15,-4 6 23-15,0 0 8 0,36 17-1 0,-11 8 4 16,4 14 22-16,-1 5-16 0,1 9-11 16,-5 1-13-16,1 4 0 0,-2-3-12 0,2 2-21 15,-4-1-20-15,-4-5-18 0,-2 3-8 16,2-4-15-16,-3-3-6 0,-7-9-11 0,1-4-15 16,-3 0-6-16,-1-9-32 0,1-7-46 15,-4-1-42-15,1-1-55 0,0-3-75 16,-2-1-92-16,0-2-112 0,-2-5-120 15,-1-2-147-15,-8 0-67 0,11-3 64 16,-18-4-480-16,4-5-607 0</inkml:trace>
  <inkml:trace contextRef="#ctx0" brushRef="#br0" timeOffset="21245.81">6267 13106 3134 0,'-8'-10'33'0,"5"3"66"16,-1-5 44-16,2 7 30 0,2 5 19 15,-5-9 12-15,5 9-4 0,-14 0-11 16,14 0-14-16,-27 9-16 0,9 0-8 16,-13 6-5-16,-1 1-14 0,-1 1-9 0,-9 4-11 15,8-5-14-15,-8 6-9 0,1-1-12 16,0 2-7-16,7-4-11 0,1-2-28 0,3-2-21 16,9-4-14-16,6-1-14 0,1-7-30 15,7-1-45-15,7-2-52 0,-10-11-27 0,7-2 4 16,5-4 10-16,1-4 20 0,5-1 13 15,1-7 11-15,1 9 15 0,-3 3 13 16,3 5 25-16,-3 4 21 0,3 2 35 0,3 3 22 16,3 2 14-16,1 2 14 0,4 2-5 15,13 9 3-15,4 2-7 0,10 3-5 0,-1 1 0 16,5 1-7-16,-1 0-14 16,-2-4-39-16,-2 1-67 0,-13-4-98 0,-4-2-99 15,-5-3-116-15,-3-3-200 0,-8-3 49 16,2-1-271-16,1-3-317 0</inkml:trace>
  <inkml:trace contextRef="#ctx0" brushRef="#br0" timeOffset="21630.1">7312 12477 2524 0,'5'-6'119'0,"1"2"1"0,-2 0-10 0,-4 4 19 16,0 0 44-16,0 0 24 0,-8 22 5 15,-1-7-8-15,-7 10-15 0,0 1-18 16,-6 3-14-16,-1-1-16 0,1 1-11 16,3-2-12-16,-8 7-11 0,-2 1-9 15,8-8-16-15,-1-3-31 0,2 2-36 0,-3-1-27 16,3 2-44-16,-3-3-43 0,2-5-32 16,4-7-9-16,1-6-3 0,3-3 10 0,-1-3 12 15,3-8 11-15,-2-5 14 0,-4-12 22 16,5-4 33-16,6-1 40 0,1 3 42 0,3 5 49 15,2 5 10-15,2 2 5 0,3 3 13 16,6 1 24-16,0 5 14 0,5 4 5 16,11 2-3-16,16 5-12 0,-2 3-14 0,16 6-11 15,-3 0-12-15,0-1-7 16,-5 3-11-16,-3 1-25 0,-12-3-34 0,-2 0-45 16,-3-1-64-16,-4 3-94 0,-7-5-92 15,-6 4-99-15,-2-3-148 0,-9-2-119 0,1 2 58 16,-4 3-322-16,-3 1-384 0</inkml:trace>
  <inkml:trace contextRef="#ctx0" brushRef="#br0" timeOffset="22994.66">10202 8349 2489 0,'-5'-14'-20'0,"-1"2"36"0,1 0 24 0,0 0 6 0,3 2 31 0,-3-3 8 15,1 3 18-15,0-2 29 0,-1 3 17 0,1-1-2 16,2 3-22-16,2 7-23 0,-2-8-11 16,2 8-1-16,0 0 30 0,2 36 8 15,8 3 6-15,3 20 10 0,2 9 8 0,10 24 9 16,4 3-3-16,3 1 7 16,2 7-2-16,2-2-6 0,2-2-7 0,-4-1-4 0,1-1-12 15,-7-8-12-15,5-6-5 16,-10-18 2-16,-4-11 7 0,2-1-2 0,-6-10-8 15,-6-11-11-15,2-8-7 0,-6-6-8 16,2-3 21-16,-3-3 14 0,0 0 12 0,-1-4-3 16,0-1-9-16,-3-7-9 0,6 6-19 15,-6-6-10-15,0 0-33 0,0 0-36 0,0 0-45 16,13-19-71-16,-11 11-72 0,-1 2-83 16,1 0-103-16,2 0-117 0,-4 6-137 0,0 0-174 15,0 0 58-15,0 0 82 16,-34 15-534-16,10 2-644 0</inkml:trace>
  <inkml:trace contextRef="#ctx0" brushRef="#br0" timeOffset="23845.49">9978 10056 3421 0,'-25'-8'4'0,"4"0"32"0,6 8 19 0,1-4 22 0,3 2 23 0,4-1 10 0,0 0-2 16,7 3-5-16,0 0 16 0,0 0 12 0,0 0 0 15,0 0-13-15,75 6-7 0,-3-6-13 16,21-2-9-16,31-6-11 0,16-1-7 0,7 3-8 16,1-2-7-16,3 0-18 0,-2-4-8 15,-7-1-5-15,-3 1-4 0,-7-1 2 0,-12 1-2 16,-13 3 2-16,-30 2-8 0,-5 2 3 16,-25 1-3-16,-8 0 2 0,-8 2-2 0,-8 4 13 15,-5 3 32-15,-7 5 15 16,-8 9 12-16,-1 1 5 0,-2 6-8 0,-3 16 2 15,-9 13 10-15,3-1-11 0,-1 5-8 16,-1 2-7-16,4 3 1 0,-4 0-7 0,4-3-11 16,3-3 1-16,1-2-8 0,1-9-5 15,0-6-2-15,0-1 0 0,2-3-9 0,-2-11 3 16,-1-5-5-16,3-4 1 0,0-2 0 16,-1-3 24-16,1 0 6 0,-4-1-7 15,2-3 0-15,0 0 1 0,-3 2-16 0,-6 0-5 16,-5 1-4-16,-11 4-1 0,-5 3-5 15,-15 1 8-15,-11-1-8 0,-4 5-8 0,-24 12-9 16,-8-5 0-16,-5 3 8 0,-6-4 4 16,-2 2-4-16,1-3 4 0,-3 3-19 15,2-4 13-15,0-2 1 0,10 0-5 16,4 2 0-16,25-10 3 0,3 2 3 0,8-1 8 16,5-4 4-16,14 1 4 0,0-4-3 15,10 0-2-15,4-2 0 0,3-3-1 0,8 0 6 16,3-2 3-16,-1 2 8 0,5-3-1 15,-3-2 11-15,1 2-8 0,8-3 10 0,-11 4 14 16,5-2 18-16,6-2 11 16,0 0 3-16,0 0-51 0,-21-10-47 0,12-3 0 0,0-4 0 15,-7-8 0-15,2-9 0 0,-3-11 0 16,-2-8 0-16,2-5 0 0,3-6 0 16,2-6 0-16,1-26 0 0,2-2 0 15,7-6 0-15,8-2-52 0,6 5-77 0,4 12 11 16,2 26 18-16,-1 4 7 0,0 6 9 15,-2 9 2-15,-1 11 13 0,1 4-13 0,-1 4-20 16,-3 9-33-16,-3 3-26 0,-1 4-18 16,1 6-40-16,-1 1-41 0,-7 2-65 0,0 0-66 15,19 12-82-15,-11-4-166 0,-3 3-59 16,-5 2 65-16,0 1-444 0,-1 5-549 0</inkml:trace>
  <inkml:trace contextRef="#ctx0" brushRef="#br0" timeOffset="24294.69">10591 10289 2938 0,'8'-8'-8'0,"-5"3"42"0,1 1 10 0,-4 4-2 0,7-4-3 0,-7 4 21 0,0 0 48 16,0 0 24-16,-18 17 10 0,3-5 13 0,-6 11 12 16,-8 10 12-16,-1 4 12 15,-1 1 5-15,-3 3 4 0,0 0-6 0,5 0-1 16,-3-2-12-16,5-3-1 0,1 1-19 16,6-8-12-16,5 0-11 0,1-3-18 0,7-4-14 15,3-2-4-15,3-4-6 0,2 1-13 16,3-4-2-16,5 1-5 0,5-2-6 0,3-2-6 15,4-1-4-15,4-4-11 0,-2 0-4 16,1-3-7-16,-1-1-4 0,-2-1 7 0,-6 0-4 16,1-1-4-16,-1-3-6 0,-5-2-1 15,-5 0-5-15,-1-2-7 0,-8-3 4 16,-3-3-6-16,-9 0 0 0,-9-3-6 16,-5 3-2-16,-2 3-4 0,-4 2-3 0,0 4 3 15,3 3-2-15,6 2-18 0,1 4-21 16,-9 2-29-16,3 6-33 0,9-5-59 15,8 3-74-15,3-2-74 0,7 0-87 0,-1-1-94 16,8-1-188-16,-2-6-31 0,19 10 70 16,-6-8-457-16,10-4-568 0</inkml:trace>
  <inkml:trace contextRef="#ctx0" brushRef="#br0" timeOffset="24578.34">10787 10357 2897 0,'5'-14'40'16,"-5"1"62"-16,2 3 41 0,0 1 15 16,-2 5-10-16,0 4-17 0,0 0 7 15,0 0 50-15,0 0 27 0,0 0 4 0,-4 48 3 16,1-7 5-16,-2 10 8 0,-3 2 2 16,1 2-15-16,-2 1-1 0,2 1-17 0,2 2-16 15,-1-1-22-15,-1-1-17 0,0-5-12 16,3-8-14-16,1-5-12 0,-1-3-12 0,2-7-11 15,0-7-8-15,2-3-41 16,-1-2-37-16,1-3-45 0,0-3-48 0,0-1-60 16,1-3-96-16,1-2-109 0,7-4-113 15,-9-1-107-15,24-9-171 0,-5-11 47 0,1-3 77 16,5-13-440-16,6-9-536 0</inkml:trace>
  <inkml:trace contextRef="#ctx0" brushRef="#br0" timeOffset="24847.26">11066 10574 3091 0,'-12'-6'70'0,"12"6"29"0,-15-3 29 16,15 3 28-16,-17 0 32 0,17 0 17 16,-11-1-1-16,11 1-7 0,0 0-1 0,-14-2-5 15,14 2-7-15,0 0 11 0,0 0-3 16,0 0-17-16,34-4-15 0,-7 4-19 0,3 2-9 16,9 0-19-16,-1 4-7 15,-4 2-15-15,-1 2-12 0,-8 1-5 0,-2 3-8 16,-3 5-4-16,-6-1 6 0,-7-1 6 15,-1-1 1-15,-3 2-6 0,-3 0-7 0,0 0-9 16,-1 1-3-16,-3 0-6 0,2-2-7 16,-2 0-2-16,3 0-38 0,-3-2-45 0,4-3-53 15,-2 1-81-15,2-3-105 0,0-2-104 16,0 2-95-16,0-5-126 0,0-5-128 16,0 0 72-16,0 0-537 0,0 0-670 0</inkml:trace>
  <inkml:trace contextRef="#ctx0" brushRef="#br0" timeOffset="25011.14">11185 10845 3559 0,'-12'2'63'0,"-1"2"40"0,2-4 32 16,11 0 39-16,-11 2 29 0,11-2 21 15,0 0 1-15,0 0-1 0,0 0-20 0,0 0-25 16,25-14-20-16,-3 8-41 0,14-3-59 16,0-1-82-16,-2 1-99 0,0 1-132 0,-7 4-142 15,-6 1-156-15,-8 3-122 16,-4 3 67-16,-7 4-414 0,-8 7-495 0</inkml:trace>
  <inkml:trace contextRef="#ctx0" brushRef="#br0" timeOffset="26027.3">9957 11454 2699 0,'13'-7'-6'0,"-5"2"52"16,1 2 33-16,-1-1 31 0,-3 1 41 0,-5 3 18 16,8-4 0-16,-8 4-1 0,8-3-2 15,-8 3 13-15,0 0 46 0,0 0 22 16,-18 18-6-16,-9-2-17 0,-3 3-12 0,-13 3 0 15,-9 0-8-15,-1 0-16 0,-8 1-16 16,-2-1-15-16,-6 2-9 0,-1-2-26 0,-18 5-7 16,23-9-12-16,1-1-13 0,7-2-6 15,3-2-5-15,14-3-2 0,6-5-9 0,7 0-2 16,6-2-8-16,4-4-1 0,3 1-15 16,3-4-4-16,11 4-1 0,-19-1-10 0,19 1-8 15,0 0-3-15,0 0-2 0,-4 9 0 16,4-9-2-16,29 35 14 0,-2 1 6 0,1 7 5 15,3 7 4-15,1 5 1 0,1 1 9 16,-7 1 12-16,3 1 3 0,-7-1 5 16,-1-3 13-16,-1-1 6 0,-5-4 3 15,-3-13-1-15,-3-2-1 0,0-5-77 0,-3-6-14 16,-2-7 0-16,2-3 0 0,-3 0 0 16,-1-6 0-16,0 3 0 0,0-2 0 0,2-4 0 15,-1 3 0-15,-1-1 0 0,0-2 0 16,-2-4 0-16,10 8 0 0,-1-4 0 15,4-4 0-15,1 3 0 0,8-2 0 0,6-1 0 16,16-4 0-16,18-2 0 0,11-2 0 16,11-3 0-16,28 1 0 0,18-1 0 15,9-1 0-15,15-2 0 0,10-4 0 16,51-6 0-16,3 0 0 0,-1-2 0 0,-50 9 0 16,52-9-32-16,-56 12 0 0,-3 3 0 15,-8 2 4-15,-7 0-6 0,-13 5 5 0,-20-3 6 16,-31 2 2-16,-15 3 2 0,-19-1 3 15,-6 3 16-15,-11-2 23 0,-6 0 11 0,-6 0 16 16,-2 2 16-16,-3 0 5 16,-2-2-49-16,-11 2-22 0,17 0 0 0,-8 0 0 15,-9 0 0-15,14 0 0 0,-14 0 0 16,11-1 0-16,-11 1 0 0,11-5 0 0,-11 5 0 16,9-8 0-16,-5 1 0 0,-1 1 0 15,-1-4 0-15,4-3 0 0,-5-1 0 0,1-9 0 16,-2-5 0-16,0-11 0 0,-2-4 0 15,-1-15 0-15,-3-4 0 0,3-8 0 0,-3-9 0 16,4-22 0-16,-3-4 0 0,5 1 0 16,5-1 0-16,1 28 0 0,-3 5 0 0,3 10 0 15,-1 8 0-15,-3 15 0 0,0 5 0 16,0 8 0-16,3 6 0 0,-5 5 0 16,0 1 0-16,0 4 0 0,2 1 0 15,-2 0 0-15,0 9 0 0,0-13 0 16,1 6 0-16,-1 7-18 0,-3-9-2 0,3 9 10 15,-16-6-1-15,3 6 15 0,-8 0 12 16,-10 3 11-16,-15 0-15 0,-15 3-12 0,-4-1 0 16,-10 3 0-16,-8 1 0 0,-2-6 0 15,-25 4 0-15,-3 2 0 0,2-3 0 0,3-1 0 16,28 4 0-16,8-1 0 0,11 0 0 16,12-4 0-16,8 3 0 0,4 3 0 0,11-4-202 15,9 6-91-15,-1-2-102 0,7 2-103 16,4 2-119-16,1 0-241 0,-1 0 69 0,2 1 88 15,-1 3-604-15,1 2-764 0</inkml:trace>
  <inkml:trace contextRef="#ctx0" brushRef="#br0" timeOffset="26627.69">10312 11658 3527 0,'11'-25'-47'0,"-4"1"53"0,1 4 55 0,2 0 50 0,-3 2 54 15,-2 3 41-15,-1 1 19 0,1 6-8 16,-2-2-15-16,-1 6-23 0,-2 4 24 0,0 0 49 16,10 35 5-16,-9 5 4 0,1 6 0 15,2 13 3-15,1 6-5 0,-2 4-3 0,1-1-7 16,1 0-26-16,-1-4-19 15,2-3-16-15,-3-3-16 0,4-14-21 0,-3 0-12 0,-3-5-139 16,1-3 0-16,0-10 0 16,-2-2 0-16,2-6 0 0,-2 0 0 0,0-5 0 15,-2 1 0-15,2-4 0 0,-2 0 0 16,0-1 0-16,1-1 0 0,-6 1-362 0,-2-2-158 16,-8-2-135-16,-8-3-151 0,-1 0-27 15,-19-2 85-15,-2 1-703 0,-7-2-901 0</inkml:trace>
  <inkml:trace contextRef="#ctx0" brushRef="#br0" timeOffset="27011.04">10010 11871 4296 0,'6'-16'62'0,"-1"5"-7"0,-3 7-6 0,-2 4 6 16,0 0 24-16,0 0 32 0,-45 25 11 15,8-1-3-15,-1 5 9 0,-2 4-11 16,1-1-5-16,-4 1-3 0,2 2-9 0,-2-1-9 16,2 0-11-16,1-2-7 0,-1 1-11 15,3-2-4-15,10-11-14 0,1 3-24 16,3-5-19-16,8-3-15 0,3-5-13 0,3-3-18 16,4-5-38-16,6-2-31 0,0 0-8 15,-1-17-3-15,2 0 10 0,9-12 4 0,0-8 19 16,5-10 9-16,0 3 19 15,-2 10 28-15,1 3 25 0,-3 11 6 0,-2 0 1 16,0 9 2-16,-4 1 9 0,6 6 28 16,-1 0 17-16,0 4 2 0,1 8 3 0,7 4 10 15,4 9-8-15,-1 4-5 0,4 0-4 16,11 11-3-16,0 0-11 0,5-2-2 0,-4 2-33 16,5-2-45-16,-1-3-52 0,-2-4-97 15,-3-2-102-15,-7-6-134 0,3-5-195 0,-7-7-7 16,0-4 69-16,-2-5-312 15,13-3-357-15</inkml:trace>
  <inkml:trace contextRef="#ctx0" brushRef="#br0" timeOffset="27394.23">11090 11548 2726 0,'2'-4'161'0,"-2"4"-9"16,0 0 20-16,-11 20 28 0,-4-7 22 0,-2 11 9 15,-6 2-2-15,-6 9-11 0,-2 0-11 16,1 0-15-16,1-2-18 0,3 2-15 0,-2-1-20 16,5-6-9-16,-6 6-15 0,8-5-12 15,-8 8-17-15,6-12-36 0,3 0-43 16,-1 0-41-16,-1-5-47 0,8-2-53 0,0-7-44 16,3-3-48-16,1-4-28 15,0-2-21-15,10-2 11 0,-11-12 24 0,9-3 33 16,0-10 29-16,4-11 40 0,6 0 58 15,-1 3 54-15,3-2 56 0,-4 11 38 0,-1 7 23 16,-1 1-4-16,1 6 17 0,2 0 23 16,0 5 21-16,4 1 18 0,3 5 8 0,1 4-9 15,6 3-12-15,6 6-10 0,7 3-17 16,1 2-11-16,4 3-12 0,-5-5-7 0,9 8-26 16,-11-7-34-16,-1 1-39 15,-3-1-42-15,1 2-31 0,-8-8-97 0,-4-1-116 0,0 2-138 16,-5-6-231-16,-3 0 44 15,-1-2 64-15,-1 0-309 0,1-2-343 0</inkml:trace>
  <inkml:trace contextRef="#ctx0" brushRef="#br0" timeOffset="27678.58">11601 11068 2420 0,'-15'-22'167'15,"2"5"60"-15,1 5 27 0,5 1-6 16,1 4-27-16,-2 5-5 0,8 2 41 16,-15 25 44-16,3 9 13 0,5 17 5 15,3 10-5-15,6 9-1 0,4 3-8 0,-1 3-25 16,5 1-25-16,3 14-17 0,-2-19-23 16,1-2-20-16,-2-2-20 0,-3-2-16 0,1-6-18 15,-2-4-13-15,-2-12-18 0,-3-3-29 16,-2-2-42-16,-3-5-48 0,-2-1-60 0,5-6-65 15,-6-6-68-15,3-3-75 0,1-4-102 16,-1-3-97-16,-2-3-108 0,3-4-132 0,3-4-32 16,0 0 78-16,0 0-564 0,16-37-696 15</inkml:trace>
  <inkml:trace contextRef="#ctx0" brushRef="#br0" timeOffset="28043.08">12146 11390 3689 0,'2'-5'113'15,"-2"0"17"-15,0 5 14 0,0 0 15 0,0 0 11 16,0 0 9-16,-27 21-7 0,14 3-7 16,-2 6-15-16,-2 1-11 0,1 4-17 0,-2 8-13 15,-2-1-11-15,-1-1-11 0,1 2-12 16,-3-1-30-16,-2-1-38 0,-4 0-35 16,2 0-47-16,1-3-50 0,5-13-47 0,2-2-15 15,6-8-7-15,1-7-23 0,6-6-21 16,6-2 3-16,0 0 14 0,-3-29 22 0,10-4 28 15,11-16 35-15,-2-8 32 16,13-22 33-16,-4 18 47 0,3 3 60 0,-4 4 75 16,-4 12 29-16,-3 12 17 0,-5 10 9 15,0 5 23-15,-3 8 51 0,5 3 23 0,-3 6-1 16,3 4-20-16,10 9-19 0,1 8-26 16,0 3-19-16,1 9-18 0,9 2-16 0,2 0-17 15,1 1-60-15,3 0-59 0,-1-1-73 16,-3-2-98-16,-6-2-103 0,-6-8-114 0,-6-2-122 15,-6-4-184-15,-5-4 30 16,-5-3 69-16,-3-2-420 0,-2 0-483 0</inkml:trace>
  <inkml:trace contextRef="#ctx0" brushRef="#br0" timeOffset="29163.22">12908 8225 2859 0,'-14'-21'-55'0,"-6"-2"39"0,4-2 26 0,-4 0 31 0,3-2 29 0,0 1 21 16,-1 0 22-16,6 2 23 0,-1 5 19 0,6 5 6 15,3 2-12-15,-3 3-21 16,3 3-18-16,4 2-13 0,0 4-3 0,0 0-1 15,27 27 1-15,6 8 1 0,8 8-1 16,27 20 5-16,11 8 2 0,12 8-7 0,31 29-5 16,4 6-9-16,1-9-7 0,-8 5-4 15,-3 2-8-15,2 6-8 0,14-2 4 0,-1-1 6 16,5 0 20-16,-3-7 1 0,4-7 9 16,-6-5 15-16,-34-28 15 0,-3 2 9 0,-7-5-4 15,-6-4 15-15,-9-1-5 0,-5-4-7 16,-10-2-5-16,-15-9 1 0,-4-1 8 0,-2-1-8 15,-2 1-8-15,1 2 16 0,-4-1-7 16,-1-2-9-16,1-1-2 0,-5-8-4 16,-3-7-9-16,-4-5-6 0,-4-4-3 0,-3-5 20 15,-3-1-103-15,1-2-12 0,-4-5 0 16,0 3 0-16,-3-4 0 0,3-1 0 16,-6-3 0-16,0 0 0 0,0 0 0 0,0 0 0 15,13-13 0-15,-13 6 0 0,0-3 0 16,-6 0 0-16,2 0-476 0,-1-4-248 15,-4 3-216-15,-1-2 86 0,-5 3 99 0,1 1-756 16,-1 2-956-16</inkml:trace>
  <inkml:trace contextRef="#ctx0" brushRef="#br0" timeOffset="29728.02">14732 10767 4240 0,'-5'-6'38'0,"-3"3"56"0,8 3 43 0,-5-7 29 0,5 7 20 0,-6-9 11 0,6 9 4 0,6-12-12 0,-1 4-20 0,6 1-22 16,10-2-17-16,3 2-8 15,8-3-17-15,2 5-12 0,-3 2-6 0,-5 3-17 16,-1 1-5-16,-1 1-7 0,1 3-12 16,-2-2-1-16,-8 3-10 0,3-1 3 15,-7 2-10-15,-3 0 3 0,0 1-1 0,-5 0 4 16,-3 3 1-16,-3 3 8 0,-9 3 9 15,-3 6 2-15,-7-2 6 0,8-4 6 16,0 0 1-16,3-5-7 0,0 1-4 0,2-1-10 16,6-3 5-16,1 2 0 0,2 0 8 15,3 2 2-15,8 1 2 0,2 0-1 16,0-1-2-16,2 1-3 0,8 5-3 0,0-2-10 16,-6-2 1-16,1-3-3 0,-4 3-4 15,0-2-2-15,-3 0 3 0,0-2-7 0,0 1 9 16,-6 0-5-16,1-1-36 0,-4 1 0 15,-2-4 0-15,-2 4 0 0,-6-1 0 0,-1 0 0 16,-1 1 0-16,-3-2 0 0,1-2 0 16,-1 0 0-16,-3-1 0 0,5-1 0 0,0 0 0 15,1-3 0-15,1-1 0 0,1 0 0 16,8-2-48-16,-12-9-609 0,12-1-186 16,2-6-68-16,8-14 93 0,1-7-853 15,11-8-1108-15</inkml:trace>
  <inkml:trace contextRef="#ctx0" brushRef="#br0" timeOffset="29993.39">15346 10626 4342 0,'0'0'-40'0,"0"0"38"0,0 0 23 0,-2-7 8 0,2 7 19 0,0 0 7 16,0 0 5-16,0 0 27 0,0 0 34 0,0 0 12 15,23 13-3-15,-8-1-13 0,12 4-11 16,-1 3-12-16,3 3-8 0,-2 0-7 15,-4 4-7-15,-4 1-3 0,0 1-3 16,-6 4-5-16,-2 0-4 0,-3 3-4 0,-2 0-6 16,-4-6-6-16,-2-4 0 0,-2 10-7 15,1-1-10-15,-4-6-38 0,3-7-45 0,-2-1-54 16,2-5-86-16,1-1-95 0,-1-1-85 16,2-5-119-16,-4 2-177 0,4-7 54 0,0-3-460 15,0 0-553-15</inkml:trace>
  <inkml:trace contextRef="#ctx0" brushRef="#br0" timeOffset="30179">15428 11037 3261 0,'-19'5'145'0,"5"-1"15"16,5 0 18-16,4-3 30 0,5-1 40 0,0 0 35 16,-14 1 14-16,14-1 1 0,0 0-19 15,0 0-27-15,0 0-20 0,38-8-32 0,-1 1-62 16,0-3-72-16,5 0-94 0,12-3-119 15,-3 1-151-15,-7 1-183 0,6-5-286 0,-12 6 73 16,-4 1 71-16,-11 2-468 0,-6 4-561 16</inkml:trace>
  <inkml:trace contextRef="#ctx0" brushRef="#br0" timeOffset="30926.49">16410 10478 2702 0,'0'0'-155'0,"0"0"42"15,0 0 46-15,0 0 40 0,2-9 42 16,-2 9 36-16,0 0 36 0,0 0 30 0,0 0 30 16,0 0 26-16,2-5 16 0,-2 5 9 15,0 0-1-15,0 0-6 0,0 0-5 16,0 0-13-16,0-7-10 0,0 7-14 15,0 0-15-15,0 0-13 0,0 0-12 0,0 0-14 16,0 0-7-16,0 0-11 0,3-5-2 16,-3 5-7-16,0 0 10 0,0 0 19 0,0 0 4 15,0 0-2-15,0 0-4 0,0 0-1 16,0 0 1-16,0 0 4 0,0 0-3 16,0 0-9-16,0 0-15 0,19 12-2 0,-19-12 20 15,1 16 23-15,-1-3-1 0,0 6 5 16,0 4 2-16,-3 10 3 0,1-2 4 0,0-4-2 15,0 12 2-15,-3 0-27 0,3-3-3 16,2 2-2-16,0-6-9 0,2-7-3 0,-2 2-11 16,0-3-7-16,0-3-4 15,3-2-5-15,1-1-5 0,-6-2-9 0,0-4 2 16,8 0 0-16,-4-3-10 0,1-1-33 16,0-3 0-16,-3-5 0 0,15 2 0 0,-15-2 0 0,29-11 0 15,-2-4 0-15,-3-2 0 16,3-4 0-16,-5-1 0 0,3 3 0 0,-5 4 0 15,-7 1 0-15,-1 5 0 0,-3 1 0 16,-2 2 0-16,1 0 0 0,-4 4 0 0,-4 2 0 16,0 0 0-16,6 19 0 0,-8-5 0 15,-2 7 0-15,0 16 0 0,-4-2 0 0,3 2 0 16,1 3 0-16,0-5 0 0,3 3 0 16,-3-4 0-16,4-5 0 0,2-4 0 0,-2-4 0 15,0-5 0-15,0 0 0 16,0-3 0-16,0 0 0 0,2-5 0 0,-2 1 0 15,1-2 0-15,1-4-111 0,-2-3-456 16,0 0-173-16,0 0-174 0,19-10 88 0,-13 0 92 16,3-4-728-16,1-5-911 0</inkml:trace>
  <inkml:trace contextRef="#ctx0" brushRef="#br0" timeOffset="31443.49">17221 10669 4082 0,'5'-8'28'0,"4"4"30"0,-6-1 6 0,-1 1 1 0,-2 4 1 0,0 0 6 0,0 0 74 0,0 0 49 0,-3 27 12 15,-15 2 8-15,-2 9 15 0,-9 5 2 16,2 5 6-16,1-1 12 0,-1 1-10 15,2-1-17-15,6 0-20 0,5-11-17 0,3-1-20 16,1 2-15-16,8-10-18 0,1-4-10 16,2-3-8-16,6-3-11 0,0 0-6 0,4-3-15 15,5-2-9-15,1-5-18 0,-2-2-13 16,0-4-4-16,-1-2-33 0,3-2-6 0,-2 1 0 16,-4-5 0-16,-1-2 0 15,-4-4 0-15,-4 3 0 0,-4-8 0 0,-4 0 0 16,-4-3 0-16,-4-8 0 0,-8 5 0 15,1 3 0-15,-8 0 0 0,3 6 0 0,-8 1 0 16,-4 7-151-16,0 4-147 0,-7 3-139 16,2 7-150-16,-12 5-187 0,-3 1-61 0,3 3 82 15,2-3-729-15,0 3-928 0</inkml:trace>
  <inkml:trace contextRef="#ctx0" brushRef="#br0" timeOffset="32162.32">14321 10332 4249 0,'-32'-8'-86'0,"7"-1"12"0,3 4 18 15,8 0 29-15,3-1 29 0,6 0 12 0,10-2 7 16,13-3-3-16,32-12 12 0,40-4-1 15,21 1-8-15,23-3-2 0,21-1-3 0,58-8-18 16,10 4-49-16,1 3-53 16,-6 9-56-16,-45 7-26 0,2 3-10 0,-1 7-2 0,2 5 13 15,-15 3 18-15,-6 5 20 16,-18 4 19-16,-11 3 33 0,-12 3 24 0,-15 1 31 16,-27-1 27-16,-5 1 32 0,-10 4 25 15,-3-1 28-15,-13 3 24 0,-7 3 34 0,-9-2 28 16,-7 7 5-16,-5 3 22 0,-5 15 0 15,2 3 10-15,-3 3 4 0,-2 1-9 0,4 3-4 16,-4-3-5-16,5 5 3 0,1-1-6 16,-1-3-16-16,1-1-10 0,0-2-3 0,1-5-3 15,-5-11-10-15,3-5-10 16,-4-5-14-16,1-6-9 0,-5-6-5 0,2-4 4 0,-2-2 14 16,-2-3 10-16,0-1-6 0,-8 1-10 15,-4-3-9-15,-8 2-12 0,-5-3-6 16,-15 0-13-16,-15 4-1 0,-10 1-13 15,-10 1-10-15,-33 4-2 0,-4 6-1 0,-16-1-11 16,-11 4-4-16,-8 0 1 0,-56 8-3 16,-2 0-1-16,47-9-6 0,-51 9 4 0,46-7 1 15,1 1-4-15,3-2 1 0,4 0 25 16,3-1 16-16,12 0 8 0,15-2 1 0,14-1-1 16,16-3-2-16,15-1-5 0,18-5-8 15,6 1-3-15,15-4-5 0,7-1 0 0,12-3 5 16,3-2 21-16,3 0-62 0,7-2-11 15,-2-6 0-15,2-1 0 0,6-9 0 0,3-4 0 16,1-18 0-16,13-11 0 16,3-3 0-16,4-7 0 0,12-20 0 0,-3 0 0 0,2-4 0 15,3-2 0-15,-3 0 0 16,0-4 0-16,-5 0 0 0,-2 2 0 0,2 7 0 16,-10 19 0-16,-4 6 0 0,-4 18-31 15,2 6-164-15,-8 9-66 0,3 7-88 0,-8 4-82 16,0 8-48-16,2 3-57 0,0 0-109 15,0 0-127-15,-25 19 79 0,16-9-599 16,-1 5-751-16</inkml:trace>
  <inkml:trace contextRef="#ctx0" brushRef="#br0" timeOffset="33009.15">15720 10432 3521 0,'3'-31'-61'0,"-1"7"75"0,-2 4 49 0,2 6 20 0,-2 1 18 16,0 3-10-16,2 1-8 0,-2 9 57 16,0 0 53-16,0 0 26 0,-6 58 20 0,3 1 9 15,3 8 11-15,0 8 2 0,2 8 19 16,1 20-5-16,6 0-8 0,3-4-14 0,1-3-14 15,3-3-17-15,4-6-15 16,-6-18-22-16,1-8-17 0,1-3-14 0,-3-8-19 16,-1-12-9-16,-5-5-16 0,0-5-12 15,-3-7-80-15,0-7-18 0,1 1 0 0,-4-6 0 16,1 3 0-16,-2-3 0 0,0-4-39 16,0-5-230-16,-2 6-113 0,2-6-132 0,0 0-117 15,-25-16-191-15,13 5 23 0,-4-3 86 16,-11-2-655-16,-2 5-822 0</inkml:trace>
  <inkml:trace contextRef="#ctx0" brushRef="#br0" timeOffset="33925.99">15198 11935 4007 0,'0'0'30'0,"3"-6"12"0,-3 6-4 0,0 0 4 16,0 0 10-16,-30-6 29 0,3 5 18 16,-19 2 8-16,-21 1-1 0,-8 3-3 15,-9 2-6-15,-25 6-8 0,-5-1-5 16,-1-1 8-16,-1-1 3 0,1 3 0 0,-1-4-2 16,8-4 3-16,22-4 6 0,7-1-7 15,4-3-9-15,8-2-6 0,8-2-7 0,15-2-3 16,4 1-3-16,8-3-9 0,3-3-5 15,11 3-12-15,6 3-7 0,2 0-6 0,8 3-6 16,2 5-1-16,0 0-3 0,0 0-2 16,31 17-3-16,-9 6 4 0,15 14 11 0,-1 4 7 15,0 4 9-15,-2 6 14 0,-1 4 14 16,-7 1 17-16,-1 2 0 0,-6-6-1 0,0 2 18 16,-5-5-1-16,-3-11-4 15,0-1-7-15,-1-8-6 0,0 0-8 0,-5-5-8 16,3-9-6-16,-5-3-10 0,2-1-1 15,2-2-4-15,-3 2-8 0,3-4-5 0,4-1-4 16,0-2-21-16,5-1-18 0,9-1-20 16,8-2-8-16,15-4-11 0,14 4-11 0,9-5-12 15,5 0-18-15,10 4-18 0,28-3-8 16,6 4 1-16,8 2 13 0,9-2 8 16,14 2 12-16,9-1 9 0,13-1 6 0,6-3 9 15,8-1 4-15,51-3 9 0,-55 1 3 16,45-4 3-16,-54 1 2 0,-4-1 5 0,-6 1 1 15,-10 1 8-15,-5-1-2 0,-17 2 5 16,-13-1 2-16,-31 4-2 0,-10 1 7 16,-9-1-4-16,-19 1 18 0,-11 0 17 15,-5 1 19-15,-9 0 17 0,-5 0 16 0,-4 0 15 16,0-2 1-16,3-2-10 0,0-2-10 16,4-7-4-16,0-2-7 0,-1-3-1 0,3-3-11 15,-2-6-5-15,4-8-3 0,0-4-5 16,0-2-3-16,-3-9-5 0,-1-5-6 0,0-1 5 15,-2-7-6-15,-2-3-4 0,2-20 4 16,-3-1-3-16,-2 19 1 0,2-19 7 0,-7 17-1 16,2 3 8-16,-1 6 10 0,1 0 20 15,-8 10 4-15,4 13-2 0,-4 0 2 0,1 6-11 16,-3 7-2-16,-1 4-2 0,2 4-5 16,-2 4-6-16,-2 1-2 0,0 2-15 15,0 0-23-15,2 4 0 0,-2-3 0 16,-4 1 0-16,-4 2 0 0,-3-3 0 0,-1 2 0 15,-6-3 0-15,-1 4 0 0,-16-4 0 16,1 1 0-16,2 0 0 0,-9-1 0 16,5-1 0-16,0 2 0 0,6 0 0 0,-5 1 0 15,11 2 0-15,2 1 0 0,2 0 0 0,-1 2 0 16,-4 1 0-16,3 4-49 0,-8 0-29 16,-12 5 8-16,-7 9-1 0,-2 2 2 0,1 8 5 15,-2 1 4-15,5 3-3 16,4 1-38-16,6 3-50 0,2 6-71 0,7 2-120 15,3 3-124-15,5 4-164 0,-2 0-178 16,5-5 73-16,-5-1 85 0,-7-1-562 16,-2-2-674-16</inkml:trace>
  <inkml:trace contextRef="#ctx0" brushRef="#br0" timeOffset="34309.51">15137 11672 3461 0,'-2'-20'59'0,"0"7"76"0,2 1 18 0,-3 6 5 0,3-2-8 0,0 8 6 16,0 0 64-16,0 0 24 0,7 26 23 16,-7-1-16-16,3 19 6 0,-1 13-12 0,2 4 4 15,-2 6-5-15,3 0-14 0,1-1-21 16,0 1-13-16,2-2-19 0,-3-1-15 16,3-6-18-16,-3-1-12 0,0-14-13 15,-3-4-13-15,0-1-9 0,-1-9-13 0,-2-3-6 16,1-3-13-16,-2-4-32 0,-2-1-35 15,1-1-56-15,1-3-46 0,1-2-75 0,-1-1-79 16,-4 2-108-16,2-5-119 0,-1-1-118 16,-2 0-167-16,0-4-4 0,2 1 81 0,-3 1-596 15,3-2-747-15</inkml:trace>
  <inkml:trace contextRef="#ctx0" brushRef="#br0" timeOffset="34642.41">16586 11765 3511 0,'9'-1'-40'16,"-9"1"46"-16,9 11 102 0,-9 0 75 0,0 8 62 15,-6 16 44-15,-4 5 23 0,1 15 15 16,-2-1 8-16,-1 1-18 0,4-1-21 16,-1-1-30-16,2 1-22 0,0-12-27 15,5 4-20-15,1-7-19 0,-1 0-18 0,4-8-18 16,-4-5-34-16,0-1-52 0,-2-2-60 16,1-1-58-16,-5 1-58 0,-6 3-85 0,-4-1-106 15,-9-4-121-15,-3-5-125 0,-8-3-176 16,-5-1-12-16,-18-7 79 0,-5-5-566 0,-9-7-694 15</inkml:trace>
  <inkml:trace contextRef="#ctx0" brushRef="#br0" timeOffset="35011.18">14658 12085 3570 0,'2'-10'105'0,"-2"1"-4"15,2 4-10-15,-2 5-9 0,-2-7-9 0,2 7 18 16,0 0 25-16,0 0 9 0,-23 24-6 16,8-10-7-16,-6 5 0 0,-2-1 6 0,-4 1-1 15,0 0-12-15,1 0-9 0,0-1-13 16,-7 0-7-16,3 1-7 0,-3 0-8 0,3-3-26 16,1 1-19-16,6-5-19 15,6-2-16-15,4-3-13 0,2-4-35 0,0-3-44 16,11 0-31-16,-7-17-2 0,9 2 11 15,3-5 14-15,6-8 11 0,3 1 12 0,2 3 27 16,-3 6 9-16,0 5 19 0,3 1 18 16,-2 9 16-16,-2 2 22 0,7 4 12 15,2 5 1-15,8 6 2 0,1 5-4 0,8 5-3 16,1 2-3-16,3 1-2 0,1 1-1 16,3-2-9-16,-1-4-43 0,3-2-64 0,1-1-111 15,-13-9-135-15,1-1-175 0,1-7-56 16,-4-2 60-16,5-2-236 0,-1-7-242 15</inkml:trace>
  <inkml:trace contextRef="#ctx0" brushRef="#br0" timeOffset="35361.99">15843 11882 2185 0,'8'-5'199'0,"-3"0"30"16,2 4 5-16,-2-3-11 0,-5 4 1 15,4-5 1-15,-4 5-7 0,0 0-11 0,7-5-22 16,-7 5-24-16,0 0-16 0,0 0-15 15,0 0-9-15,0 0-12 0,0 0-11 0,-24 22-9 16,-1-5-12-16,-3 2-23 16,-7 7-16-16,-7 1-23 0,1 2-26 0,-6-1-31 15,2-2-23-15,-3-4-43 0,5-3-30 0,4-6-8 16,8-1 7-16,9-6-1 0,7-6 2 16,3-4 9-16,9-4 14 0,5-6 28 15,7-3 31-15,8-8 36 0,4 5 15 0,4 4 14 16,-4 5 16-16,1 6 21 0,3 5 13 15,12 2 5-15,3 7 3 0,9 7-8 0,-1 1 2 16,0 0-7-16,-3 4-2 0,7 1-7 16,0 0 18-16,6 2 0 0,1 0-6 15,8-1-8-15,4-1-22 0,1-5-57 0,-1-4-107 16,-3-3-151-16,2-6-202 16,1-2-118-16,-6-4 58 0,3-2-309 0,-5-6-342 15</inkml:trace>
  <inkml:trace contextRef="#ctx0" brushRef="#br0" timeOffset="35710.93">17776 11690 2785 0,'-14'-1'258'16,"1"1"9"-16,-1 0 11 0,14 0-4 16,-24-2-13-16,11 4-26 0,2-1-22 0,-3 2-23 15,1 3-17-15,-7 5-20 0,6-2-12 16,-13 9-15-16,-2 0-17 0,1 2-27 0,-8 7-33 15,-3-1-31-15,-3-1-31 0,2 1-35 16,0 0-36-16,2-2-40 0,6-3-17 16,1-7-8-16,4 2 12 0,9-7 15 15,0-5 7-15,11-4 11 0,7 0 14 0,-9-17 31 16,12 5 45-16,7-8 46 0,2-8 34 16,8 5 31-16,3 2 23 0,-1 4 12 0,-1 6-3 15,2 7 5-15,2 2 11 0,2 5-3 16,9 2-1-16,0 6-21 0,0 1-8 15,2 1-8-15,7 9-8 0,-9-8-13 0,-2 3-3 16,-4-1-10-16,1-1-29 0,-8-5-31 16,-7 1-49-16,0-5-66 0,-5 0-79 0,-1 0-101 15,-2-6-127-15,-8 0-149 16,11 0-136-16,-11 0 64 0,0 0-506 0,0 0-608 16</inkml:trace>
  <inkml:trace contextRef="#ctx0" brushRef="#br0" timeOffset="37127.3">20938 6553 3206 0,'3'-16'-111'0,"3"5"17"0,-4 2 14 0,-2 0 16 0,1 3 21 15,-1-1 20-15,0 7 21 0,0-10 24 16,2 4 25-16,-2 6 12 0,0-12 11 0,0 12-2 16,0-8 11-16,0 8 4 0,2-7 1 15,-2 7-3-15,0-7-3 0,0 7-14 16,0 0-4-16,0 0 37 0,0 0 32 0,-15 31 21 15,-6 13 5-15,0 6 11 0,-11 26 2 16,-3 11 6-16,-2 12-2 0,-7 9-4 16,-4 13-13-16,-17 43-10 0,-8 1-11 0,1-6-13 15,-2 1-12-15,3-4 8 0,22-41 21 16,-1-2 32-16,4-3 19 0,5-6 10 0,1-6 4 16,4-10 0-16,4-9 0 0,7-24-12 15,3-6-23-15,1-4-5 0,5-15-10 0,2-2-11 16,4-8-11-16,3-4 3 15,2-5-74-15,0-2-60 0,1-1 0 0,0-2 0 0,3 2 0 16,1-8 0-16,-8 9 0 0,8-9 0 16,0 0 0-16,-2 6 0 0,2-6 0 15,0 0 0-15,0 0 0 0,0 0 0 16,0 0 0-16,0 0 0 0,-1-19-44 0,1 19-436 16,0 0-116-16,-2-10-141 0,2 10-128 15,-9-6 79-15,9 6-807 0,-14 2-1033 0</inkml:trace>
  <inkml:trace contextRef="#ctx0" brushRef="#br0" timeOffset="37709.28">19998 9474 4335 0,'6'-7'-32'0,"-3"0"63"0,1 0 41 0,-2 1 27 0,-2 6 16 16,0-7 21-16,0 7 12 0,-8-9 5 0,8 9 7 15,-17-7 0-15,2 9 0 0,-4 0 7 16,-16 8 15-16,-2-1-12 0,-10 11-1 0,0 2-7 16,-1 2-9-16,5 3-15 0,0-1-11 15,9 1-10-15,7-6-17 0,9 4-9 16,4-6-11-16,8-1-13 0,6-3 7 0,4 3-7 15,6-1-10-15,11 6 1 0,5-3-5 16,-1 1-9-16,6-1-7 0,-2-3-3 16,-1-2-3-16,3 2-2 0,-5-1-3 0,-1-1-2 15,-6-1 3-15,-3-3 23 0,-3 0 14 16,-3 2 25-16,-1-4 22 0,-5-1-55 16,-1 4-56-16,-5 0 0 0,-1-3 0 0,-3 1 0 15,-2 2 0-15,-7-3 0 0,-1-1 0 16,-4 4 0-16,1-3 0 0,-3-2 0 0,0 0 0 15,5-3 0-15,-3-2 0 0,6-2 0 16,-2-2 0-16,3 0 0 0,-2-3 0 0,5-2 0 16,3-2 0-16,3 1-405 0,0-2-282 15,8-1-142-15,1-5-43 0,6-1 90 0,9-9-788 16,5 3-1012-16</inkml:trace>
  <inkml:trace contextRef="#ctx0" brushRef="#br0" timeOffset="38059.11">20446 9624 4353 0,'17'-5'60'0,"-6"0"38"16,-5-2 15-16,2 7 15 0,-8 0 12 0,9-3 13 16,-9 3-7-16,0 0 40 15,0 0 30-15,0 0-10 0,-6 29-3 0,-3-12-20 0,-1 1-8 16,-7 11-3-16,2-4-17 0,0 2-12 16,-1-1-14-16,7-3-14 0,3-6-16 15,5 3-8-15,1-3-8 0,1 0-6 16,7-1-26-16,3-1-15 0,1-3-12 0,1-2-12 15,2 1-5-15,-3-5 4 0,1 2 8 16,-5-4 9-16,-3 1 22 0,-5-5 0 0,0 0 13 16,0 0 5-16,0 0 16 0,-11-21 14 15,-10 1 0-15,-8 0-30 0,-7-9-68 0,-3-4 0 16,-4 1 0-16,5 0 0 0,2 1 0 16,9 7 0-16,6 3 0 0,6 5 0 0,3 3 0 15,7 0 0-15,3 1 0 0,6-3 0 16,5 1 0-16,10-8 0 0,8 3 0 0,5 2 0 15,1 0 0-15,3 3 0 0,3 1 0 16,8-1-440-16,-6 6-154 0,2-2-200 16,-3 6-80-16,-10 1 88 0,-3 6-814 15,-2-1-1039-15</inkml:trace>
  <inkml:trace contextRef="#ctx0" brushRef="#br0" timeOffset="38540.83">21210 9431 4149 0,'2'-5'-45'0,"0"-3"46"0,-2 8 9 0,0 0 0 0,0 0-3 0,0 0 27 0,0 0 36 0,0 0 9 0,-9 29 11 16,2-7 8-16,-2 8 8 0,0 3 1 16,-2 3 1-16,-1 0-5 0,0-1-3 0,2 2 2 15,1-2-11-15,4-3-8 0,1-6-7 16,-1 1-9-16,5-8-4 0,3 5-7 0,-1-6-7 16,0-2-2-16,1-3-4 0,3 1-3 15,-2-4 1-15,-3-3 0 0,5 2-1 16,-1-4 16-16,-5-5 17 0,0 0 19 15,0 0 28-15,0 0 13 0,0 0 24 0,0-25 20 16,-11 4 5-16,-3-10 5 0,-11-8 6 16,0-2 2-16,-6-1 1 0,4 4-12 0,-1 2 16 15,5 11-20-15,2 2-180 0,8 6 0 16,1 5 0-16,5 0 0 0,2 4 0 0,0-1 0 16,7 1 0-16,4 1 0 0,7-3 0 15,8 1 0-15,12-1 0 0,5 0 0 16,1 2 0-16,9 4 0 0,0 2-179 0,1 4-450 15,-1-2-202-15,-4 4-64 0,-3 5 91 16,-7 1-847-16,-4 2-1087 0</inkml:trace>
  <inkml:trace contextRef="#ctx0" brushRef="#br0" timeOffset="38894.01">21714 9460 4255 0,'11'-9'-102'15,"-8"1"42"-15,3 5 15 0,-6 3 9 16,0 0 79-16,0 0 65 0,0 0 42 0,-6 23 34 16,-4-2 24-16,-5 8 12 0,-10 8 8 15,1 3 10-15,-5 1-4 0,-2 0-3 0,1-2-8 16,-1 1-17-16,3-2-20 16,9-12-15-16,2 5-14 0,6-6-33 0,1-4-10 15,4-3-12-15,2-4-5 0,6 1-12 16,2-6-5-16,6 1-1 0,1 0-19 0,5-6-15 15,-1 0-14-15,-2-2-8 0,0-2 2 16,-13 0-1-16,29-4-1 0,-20-2 5 0,3 0-1 16,-4 0 7-16,-5-3-4 0,1-3 6 15,-4-1-4-15,-2 1 2 0,-3-1-5 0,-3-1-4 16,-4 0-5-16,-3 2-2 0,0 1-9 16,-7 2-18-16,-1 2-50 0,-12 0-63 15,7 5-85-15,1 4-106 0,-11 3-133 16,-3 4-149-16,5 1-232 0,0 0 46 0,2 4 79 15,4-2-649-15,3-5-806 0</inkml:trace>
  <inkml:trace contextRef="#ctx0" brushRef="#br0" timeOffset="39642.75">18942 9240 3871 0,'-46'-19'-75'0,"12"4"24"0,10 5 29 0,2 0 36 0,9 4 24 0,1 0-1 16,11 1-9-16,4-4-5 0,17 0-3 15,35-10-1-15,44-3-1 0,27-3 1 0,26 0-4 16,71-8 9-16,21 1-19 0,10 0-29 15,2 1 0-15,12 5-8 0,0-2-3 0,-4 7-12 16,-9-5 0-16,-11 6-1 0,-16 2 5 16,-58 4 7-16,-11 0 5 0,-10 2 7 0,-17 2 14 15,-24 3 6-15,-35 3 0 16,-24 3 4-16,-6 4 36 0,-17 7 39 0,-12 4 31 0,-11 3 23 16,-6 16 10-16,-15 16 18 15,-7 9 6-15,-9 15 11 0,-2 3 8 0,2 3 7 0,1 3-10 16,8 0-13-16,11-16-12 15,0 4 14-15,5-7-12 0,5 0-13 0,0-6-15 16,2-13-14-16,4 0-11 0,0-5-10 16,0-10-12-16,-2-7-10 0,0-3 0 0,0-5-4 15,0-1 9-15,0-1 3 0,0-1 8 16,-4-3 4-16,2 1-23 0,-12 1 2 16,-2 0-10-16,-19 4-10 0,-12 3-5 0,-11 4-1 15,-28 8-8-15,-5 2 13 0,-12 0-1 16,-7 0-3-16,-16 3-6 0,-7 0-4 15,-10 0-6-15,-10-1 0 0,1-1-4 0,-1-3 12 16,-5-2 5-16,4-2 8 0,4-4 0 16,6 0-1-16,5-6 9 0,10 0 0 0,8-2 5 15,19-3 4-15,21-4 1 0,13 1-42 16,7 0-26-16,17-2 0 0,4 0 0 0,11-1 0 16,4-3 0-16,9 4 0 0,-2-4 0 15,5 0 0-15,1 1 0 0,3-2 0 0,9 0 0 16,-16-4 0-16,13-6 0 0,-1-3 0 15,2-4 0-15,4-7 0 0,5-16 0 16,4-13 0-16,0-1 0 0,4-4 0 0,-2-5 0 16,5-5 0-16,2-19 0 0,1-5 0 15,1-2 0-15,0-1 0 0,3 0 0 16,2-1 0-16,1 8 0 0,3 7 0 0,-12 21-199 16,1 13-78-16,-6 13-44 0,-3 5-66 15,0 9-57-15,-6 10-16 0,1 5-31 0,-3 2-40 16,3 3-143-16,-6 0-12 0,0 0 72 15,16 14-443-15,-13-2-529 0</inkml:trace>
  <inkml:trace contextRef="#ctx0" brushRef="#br0" timeOffset="39991.36">20722 8992 3183 0,'2'-28'119'0,"-2"6"36"0,0 5 32 0,0 3 30 0,-2 2 17 0,2 2-1 0,0 1-14 0,-2 3-28 16,2 6-20-16,0 0 44 0,0 0 29 0,-8 51 11 15,3 2 3-15,-1 10 9 16,4 7 6-16,4 11 2 0,0 1-9 0,3 21-5 16,1-4-19-16,0-19-15 0,6 14-15 15,-5-18-14-15,3 1-109 0,-1-4-89 0,-1-4 0 16,-3-5 0-16,1-6 0 0,-2-15 0 15,-4-6 0-15,2-1 0 0,2-9 0 0,-6-10 0 16,2 1 0-16,4-7 0 0,-4 1 0 16,2-2 0-16,-2-2 0 0,0-3 0 0,0-5 0 15,0 8 0-15,0-8 0 0,0 0 0 16,0 0 0-16,0 0-132 0,-22-12-538 0,11 5-132 16,-4-3-91-16,-6 2 83 0,-4 2-851 15,0 1-1098-15</inkml:trace>
  <inkml:trace contextRef="#ctx0" brushRef="#br0" timeOffset="41691.01">19277 10814 4070 0,'20'-10'-325'0,"-5"3"38"0,-2 0 46 0,0 0 40 0,3 2 55 16,-1-4 35-16,2 1 32 0,0-1 37 0,2-1 28 15,0 1 34-15,-2-1 26 0,5 2 26 16,-6-4 12-16,2 1 26 0,-1 3 20 0,-4-1 5 16,-2 2 13-16,3 0 9 0,-6 3 2 15,-1-1-2-15,0-1-13 0,0 3-2 0,-7 3-6 16,6-5-2-16,-6 5 0 0,0 0-4 16,0 0-8-16,-50 6-11 0,10 2-10 0,-17 1-8 15,-6-1-12-15,-4 5-6 0,3-3-8 16,0 1-4-16,-1-3-7 0,11 2-4 15,9-6-7-15,8 3-1 0,4-4-2 16,10-1 1-16,5 0 2 0,6 1-5 0,-1-3-2 16,1 2-2-16,2-2-1 0,10 0-4 15,-15 2-8-15,15-2-6 0,-11 1-2 16,5 3-4-16,6-4 1 0,2 13 4 0,2-1 4 16,-1 10 2-16,6 13 11 0,2 6 8 15,-4 11 10-15,-1 4 21 0,-5 2 16 0,-1 2 17 16,-5 1 17-16,-2-1-1 0,-4-2 13 15,0-2 14-15,-2-10 17 0,1-8-7 0,3-3 4 16,0-6-5-16,1-7-11 0,0-4-9 16,4-3-9-16,3-5-5 0,-5 2-41 15,4-5-82-15,0 1 0 0,2-1 0 16,0-7 0-16,0 0 0 0,2 10 0 0,-2-10 0 16,0 0 0-16,31-5 0 0,-18 4 0 15,6-1 0-15,8-2 0 0,2 3 0 0,12-1 0 16,4-2 0-16,5 4 0 0,15-2 0 15,6-2 0-15,5 6 0 0,15 1 0 0,39 0 0 16,9 2 0-16,15 7 0 0,13-6 0 16,4 4 0-16,8 0 0 0,48 2 0 15,-54 0 0-15,2-3 0 0,-5 2 0 0,-4-1 0 16,-8-1 0-16,-13 3 0 0,-9-6 0 16,-17 3 0-16,-7-1-1 0,-28-2-10 15,1 0-1-15,-6-2 4 0,1-1 1 0,-4 1 8 16,-1-1-6-16,1-5 2 0,-3 1 0 15,-3-1-3-15,-4-5 3 0,2 2 1 0,-5 2 4 16,-16-1 1-16,-5-2-1 0,-6 2 3 16,-9 1-1-16,-7-1 2 0,0 2 11 15,-7 0 4-15,1 1-21 0,-3-2 0 16,-1 0 0-16,-10 3 0 0,15-5 0 0,-15 5 0 16,13-5 0-16,-9 1 0 0,-4 4 0 0,9-6 0 15,-7 0 0-15,0-2 0 0,2-2 0 16,-2-7 0-16,0-6 0 0,-1-4 0 15,-2-14 0-15,4-17 0 0,4 0 0 16,-4-10 0-16,7-7 0 0,3-19 0 0,2-10 0 16,7-2-73-16,-2-7-33 0,3 3-5 15,0 4 10-15,-5 11 9 0,-2 24 16 0,-7 9 7 16,2 5 22-16,-6 18 17 0,1 3 14 16,-4 10 5-16,-1 5 14 0,-1 4 1 0,2 5 6 15,-2 0-10-15,4 0 0 0,-2 2-1 16,0 2 0-16,-2 1 5 0,0 7 2 15,1-14-2-15,-1 9 1 0,0 5 3 0,5-10-7 16,-5 10 14-16,2-7-10 0,-2 7 3 16,0 0 10-16,0-10 1 0,0 10 5 15,0 0 0-15,-16-7-2 0,0 5-3 0,-15 0-6 16,-19 2 20-16,-20 2 0 0,-10 0-5 16,-35 3-1-16,-3-1-5 0,0 0-1 0,2 0 0 15,3-1-3-15,24-1-3 0,3-2 1 16,8 2 1-16,11 1-4 0,18-3-9 0,6 0-39 15,11 0-59-15,10 4-96 0,2-3-80 16,3 6-103-16,2 0-96 0,1 1-108 0,3 3-190 16,4-1 9-16,-5 5 83 0,-1 1-593 15,-7 6-729-15</inkml:trace>
  <inkml:trace contextRef="#ctx0" brushRef="#br0" timeOffset="42110.81">20450 10586 3738 0,'7'-22'61'0,"1"5"59"0,-3 1 41 0,-1 4 24 0,0 3 20 0,0-1 4 0,0 3-14 16,0 3-26-16,-4 4-6 0,0 0 14 16,14 16 26-16,-2 10-9 0,-1 11 19 0,1 12 1 15,-4 8 0-15,3 1-4 0,-6 3-3 16,2 3-32-16,-2 1-13 0,1-3-14 0,-1 0-13 15,1-4-13-15,-1-3-15 16,-2-13-10-16,-3 3-8 0,0-5-10 0,0-1-8 0,-1-3-11 16,-1-7-23-16,-1-5-30 15,-3-2-41-15,4 1-43 0,-1-6-71 0,-1-1-91 16,2-3-97-16,0-1-102 0,2-3-95 16,2-4-129-16,-2-5-143 0,0 0 75 0,31-16-673 15,1-14-855-15</inkml:trace>
  <inkml:trace contextRef="#ctx0" brushRef="#br0" timeOffset="42343.18">21777 10363 4172 0,'2'-15'102'16,"-2"7"28"-16,0-2 12 0,0 6-9 0,0 4-5 16,0 0 46-16,-9 18 28 0,-4 13 10 15,-5 12-16-15,7 8-21 0,-3 4-16 16,3 1-12-16,6 4-13 0,-5-1-13 15,0 4-11-15,1 1-27 0,2 0-36 0,-3-4-34 16,-3 0-43-16,1-3-45 0,-7-5-47 16,-4-3-58-16,-4-2-71 0,-9-4-68 0,-3-1-62 15,-11-7-77-15,-4-3-118 0,-7-6-83 16,0-3 66-16,-3-4-406 0,-8-6-474 0</inkml:trace>
  <inkml:trace contextRef="#ctx0" brushRef="#br0" timeOffset="42712.03">19975 10930 3048 0,'0'0'147'16,"2"-4"-23"-16,-2 4-18 0,0 0 10 15,-22 17 8-15,0 2 14 0,-3 3 11 0,-9 7-1 16,-3 0-1-16,-1 0-5 0,1-3-10 15,-1 2-10-15,-5-2-13 0,5-3-14 16,8-3-10-16,-3 0-9 0,5-3-8 16,1-4-8-16,9-2-16 0,4-2-12 0,3-5-17 15,0-4-40-15,11 0-29 0,-5-13-31 16,5-3-23-16,10-18-22 0,7-10 12 0,4-5 5 16,6 1 6-16,0-3 7 0,-4 3 11 15,4 7 8-15,-4 14 7 0,-3 4 7 16,-7 8 7-16,-2 7 22 0,1 8 24 0,-5 2 12 15,-1 7 1-15,-1 7 8 0,4 3 1 16,2 18 5-16,3 8-5 0,2 3 3 0,7-2-8 16,4 0 6-16,5 0-47 15,4-2-69-15,8-3-106 0,0-4-132 0,10-3-222 0,0-9 55 16,4-3 53-16,1-7-146 16,4-5-105-16</inkml:trace>
  <inkml:trace contextRef="#ctx0" brushRef="#br0" timeOffset="43058.6">21422 10890 2056 0,'2'-14'195'16,"-2"0"15"-16,-4 3 17 0,-1 5 15 15,1-3 0-15,-1 4-7 0,-2 0-20 16,-3 3-22-16,-4 2-22 0,14 0-16 0,-30 5-14 16,9 2-13-16,-1 0-14 0,-9 9-14 15,1-1-9-15,-3 4-9 0,3-1-11 16,-11 9-18-16,1 2-25 0,3-2-28 15,-1 1-36-15,-1-4-38 0,8-6-54 0,3-4-32 16,7-3-16-16,6-4-15 0,4-5-13 16,2-7-6-16,9 5 15 0,-2-18 19 0,9-5 35 15,8-8 30-15,10-11 39 0,1 3 46 16,5 2 23-16,-4 12 19 0,-2 4 9 0,0 3 5 16,-3 10 0-16,-3 4 11 0,0 4 9 15,0 6 1-15,10 8-4 0,-3 4-4 0,7 3-4 16,5 10-5-16,0 4-2 0,0-1-21 15,4 1-44-15,-2-4-59 0,2 2-33 0,3-4-40 16,3-4-111-16,3-5-172 16,3-3-24-16,-1-5-169 0,-4-6-138 0</inkml:trace>
  <inkml:trace contextRef="#ctx0" brushRef="#br0" timeOffset="43408.53">22747 10737 2110 0,'-16'-5'246'16,"16"5"6"-16,-27 3 14 0,8 2 11 0,-4 1 2 16,-7 6-14-16,-1-1-23 15,3 3-22-15,-1 3-24 0,2-1-21 0,2-1-16 0,-1 3-12 16,-1-3-18-16,-2 1-15 16,2 3-27-16,3-1-30 0,-4-1-40 0,-1-1-33 15,0-4-38-15,1-2-47 0,5-3-34 16,1-5-19-16,10-6 0 0,0-5 11 0,2-2 6 15,8-7 16-15,4-2 23 0,8-13 38 16,3 4 29-16,7 1 43 0,0 4 23 0,3 6 36 16,2 4 18-16,0 8 16 0,-5 3 17 15,5 6 15-15,10 5 0 0,-3 6-10 0,0 1-10 16,3 3-10-16,3 5-10 0,-7 0-9 16,5 1-11-16,-8-5-10 0,-1 4-34 15,0-2-37-15,-7-4-47 0,1-3-65 16,-7-4-90-16,-3-3-87 0,-1-4-125 0,-3-1-190 15,-7-2-4-15,0 0 69 0,0 0-343 16,8-9-368-16</inkml:trace>
  <inkml:trace contextRef="#ctx0" brushRef="#br0" timeOffset="45473.41">21682 6404 2173 0,'0'0'-132'0,"0"0"30"0,-9 0 35 0,9 0 33 0,0 0 25 0,0 0 23 0,0 0 19 16,0 0 16-16,0 0 14 0,-6-8 11 0,6 8 17 15,0 0 12-15,0 0 11 0,0 0-2 16,0 0-5-16,0 0-13 0,0 0-9 0,11-7-6 16,-11 7 5-16,0 0 21 0,0 0 9 15,0 0 2-15,25 11 5 0,-14-5 7 0,3-1-3 16,3 4 4-16,4-1-2 0,12 6-1 15,1 0 2-15,14 2-2 0,1 7-4 0,4-1-10 16,5 2-7-16,3 3-8 16,15 8-6-16,4-2-9 0,-2 4-8 0,-2 1-13 15,-15-9 0-15,2 0-4 0,-4 1-11 16,-2 0 0-16,-1-2-6 0,-6-1 12 16,-5 0-6-16,-1 0-3 0,0-2-3 0,-14-4-2 15,1-3-4-15,-3-2-1 0,3 3 12 16,-1-2 10-16,4 1 5 0,1 1-4 0,7 2 2 15,1-1-6-15,7 3-3 0,-1 0-3 16,5 2-4-16,-1-1-5 0,3 3-3 16,-3 1-3-16,-2 1-4 0,-1 2-3 0,-3 1-1 15,-1 1-2-15,-4 2 0 0,-1-2 0 0,-3 2-9 16,-1 0 7-16,-1-3-3 0,0 2-1 16,0-2-1-16,3-1-2 0,1-2 0 15,3 0-1-15,2 3 5 0,1-3-4 16,5 3 5-16,2-3-3 0,7 6 0 0,12 8 5 15,-1-1-4-15,-16-10-2 0,15 12-2 16,-1-1-1-16,-16-11-3 0,3 4-1 0,-4 0 1 16,6-1 1-16,13 9 0 0,-1 0 1 15,-2-3 2-15,5 5 30 0,1-5 2 16,1-2-5-16,-3 0 0 0,9-4 1 0,-19-6-7 16,1-4 0-16,0 0-2 0,-4-4 1 15,-5-1-10-15,-7-3-3 0,-17-5 0 16,3-3-3-16,-12-1-2 0,-6-3 3 15,-3 1 4-15,-3-3 0 0,-2 0 1 0,-1 1-5 16,-6-4-4-16,8 2 0 0,-8-2 0 16,0 0-11-16,0 0-40 0,0 0-38 0,0 0-64 15,0 0-102-15,0 0-129 0,0 0-163 16,0 0-207-16,0 0 2 0,0 0 80 0,-32-9-550 16,12 11-672-16</inkml:trace>
  <inkml:trace contextRef="#ctx0" brushRef="#br0" timeOffset="45874.25">24736 9174 3633 0,'0'-17'121'0,"1"5"28"0,-1 3 13 0,0 1 13 0,0 2-1 15,0 6-8-15,2-8-18 0,-2 8-17 16,0 0-4-16,0 0 25 0,0 0-5 0,9 22 5 15,-7-7 4-15,7 8-8 0,-4 10 1 16,1 4-8-16,-3 2-5 0,-1 0-20 0,2 3-4 16,-2-3-21-16,-2-2 1 0,0 1-16 15,-4-3-5-15,2-8-7 0,0-3-10 0,2-7-29 16,-1 2-27-16,-1-4-40 16,0 1-55-16,4-4-73 0,-4 1-95 0,2-5-98 0,2 0-116 15,1-4-190-15,-3-4-52 16,10 1 79-16,-10-1-521 0,21-13-628 0</inkml:trace>
  <inkml:trace contextRef="#ctx0" brushRef="#br0" timeOffset="46227.65">25202 9279 3428 0,'0'0'38'0,"-15"-1"45"0,15 1 37 0,-15 3 35 15,3 1 30-15,0-1 22 0,1 6 11 16,-2 2 5-16,0 5 9 0,0 1-7 0,-1 10-15 15,1-1-13-15,4 4-5 16,2-7-3-16,5-1-15 0,2-1-14 0,0 2-15 0,7-3-10 16,-4 1-23-16,7-4 0 0,3 9-4 15,2-9-17-15,0-4-2 0,5-1 1 16,-1-5-19-16,-1-2-3 0,0 0-5 16,0-5-11-16,4 0-5 0,-5-5-3 0,2-3-4 15,-2-2-4-15,5-9-2 0,-6-3 1 16,0-6-10-16,-5-4-5 0,-4-1-1 0,0-6 0 15,-5 3-6-15,-2-3-6 0,-2 4 1 16,-3 7-3-16,0 6-9 0,-5-5-8 0,1 8-16 16,-1 5-16-16,-1 4-23 0,-3 3-30 15,-1 5-34-15,1 2-56 0,0 4-75 16,-6 6-105-16,5-1-106 0,3 3-133 16,5-2-177-16,2-2 80 0,5-3-644 0,0-5-802 15</inkml:trace>
  <inkml:trace contextRef="#ctx0" brushRef="#br0" timeOffset="46624.27">25670 9244 3947 0,'-7'-6'26'16,"7"6"45"-16,-11-3 49 0,11 3 34 0,-13-2 24 0,13 2 22 16,-18 5 14-16,7 1 5 15,3 4 0-15,-1 0-19 0,1 4-8 0,1 0-13 16,2 1-22-16,4 4-13 0,-1-2-7 15,4 2-14-15,2 4-16 0,4-3-8 0,1 1-6 16,0-4-10-16,1-3-7 0,5 1-3 16,3-5-6-16,-4-3-8 0,8-4-6 0,-1-5-3 15,6-2-10-15,9-6-1 0,0-6-3 16,3-10-5-16,4-2 4 0,-3-5-7 0,-4 1-3 16,-4-2 0-16,-5 10-22 0,-4 4 7 15,0 1-4-15,-8 7-1 0,-6 1-1 0,-1 8-11 16,-4 3 22-16,-4 0 35 0,0 15-11 15,-4 1 11-15,-2 4-9 0,-2 15 4 0,1 0-4 16,2 1-6-16,-1 3-4 0,1-2-1 16,3-2-4-16,1 2-4 0,1-10 2 15,0-1-8-15,-2-4-29 0,2-3-33 16,2-5-27-16,-2-1-53 0,0-1-45 0,1 0-62 16,-1-3-83-16,0-1-100 0,0-2-105 15,0-6-177-15,2 8-74 0,-2-8 80 0,3 6-637 16,-3-6-786-16</inkml:trace>
  <inkml:trace contextRef="#ctx0" brushRef="#br0" timeOffset="46941.23">26753 9235 3947 0,'7'-20'101'0,"-5"8"47"0,-1 1 37 0,3 3 26 0,-4 0 16 0,0 8-11 0,2-11-15 0,-2 7-24 16,0 4-22-16,0 0 8 0,0 0 25 15,0 0 16-15,-6 37 3 0,-2-3 11 0,1 3 10 16,-3 15-9-16,3 0 0 0,1 3-9 16,0-11-16-16,0-1-17 0,5 3-16 0,-1-5-18 15,0-4-51-15,-2 0-92 16,2-6 0-16,2-7 0 0,-1-4 0 0,-1-2 0 0,2-1 0 15,0 0 0-15,-3-5 0 16,3 0-47-16,3-2-308 0,-3-1-131 0,0-3-170 16,0-1-236-16,0-5 83 0,0 0 83 15,0 0-709-15,0 0-886 0</inkml:trace>
  <inkml:trace contextRef="#ctx0" brushRef="#br0" timeOffset="47207.99">27270 9215 4277 0,'1'-6'91'15,"-1"6"-2"-15,0 0 27 0,0 0 45 0,0 0 30 16,-14 18 18-16,4-1 17 0,-5 10 6 16,2 6 3-16,-5 7-8 0,4 7 2 0,0-2-8 15,1 1-8-15,2-9-16 0,6 1-13 16,-1-2-14-16,1-2-23 0,1-5-15 0,2-6-11 15,1 1-14-15,-1-5-12 0,2-1-15 16,-3-1-47-16,1 0-49 0,2-5-76 0,0 0-84 16,0-4-97-16,0 1-119 15,2-1-116-15,3-1-168 0,-5-7-147 0,7 5 87 16,-7-5-723-16,0 0-909 0</inkml:trace>
  <inkml:trace contextRef="#ctx0" brushRef="#br0" timeOffset="47558.32">27712 9414 3865 0,'2'-6'6'0,"-2"6"62"0,0 0 33 0,0 0 41 16,-34 20 34-16,9 3 27 15,-2 2 28-15,-5 5 19 0,-1 1 12 0,12-4-7 16,-1 1-15-16,3-1-12 0,1 0-21 15,3-1-15-15,8-1-14 0,5-6-13 0,2-3-2 16,4-1-9-16,5 3-13 0,4-4-18 16,3-3-11-16,5 0-10 0,1-6-12 0,5-1-6 15,1-3-9-15,8-4-8 0,-3-2-6 16,2-6-3-16,-5-2-3 0,1-9-8 0,-7-1-6 16,1-14-4-16,-8-7-25 0,-6 5-12 15,-7-2 0-15,-4-2 0 0,-5-1 0 0,-6 7 0 16,-13-1-45-16,-8 6-64 0,-6 9-42 15,1 8-62-15,-14 3-66 0,-8 7-110 0,9 5-116 16,-14 3-154-16,-3 5-147 16,3 0 62-16,-1 5-715 0,-1-1-909 0</inkml:trace>
  <inkml:trace contextRef="#ctx0" brushRef="#br0" timeOffset="48373.55">24373 8990 4151 0,'-25'-4'-109'0,"6"1"28"0,6-1 21 0,4 1 10 0,7 0 5 0,2 3 15 0,15-14 8 0,13-1 9 0,30 1 12 0,14-1-5 0,35-2 9 15,20 3-3-15,18-1 1 0,21 9 3 0,70 0 2 16,6 6-10-16,11 8-1 0,13 1 0 16,6 3-19-16,3 1-17 0,-7 1-16 0,-6 0-21 15,-3-3-24-15,-14 0-9 0,-62-4 7 16,-4-2 8-16,-1-3 31 0,-17-2 11 15,-8 0 18-15,-17 0 16 0,-41 0 32 16,-13-2 32-16,-14 2 41 0,-18 0 20 0,-8-2 11 16,-12 2-11-16,-6 0-11 0,-10 5 9 15,-4 7 29-15,-8 4 12 0,-4 9 0 0,-10 11 1 16,-9 13 3-16,-3 4 10 0,-4 3 5 16,-13 19 18-16,-1 7 24 0,4-5 11 15,2 1 2-15,-1-1 9 0,5-1-16 0,7-16-15 16,3 0-12-16,1-2-26 0,-1-5-20 15,6-2-6-15,-4-6-5 0,9-8-17 0,-3-5-11 16,3-3-9-16,0-7-7 0,-1-5-6 16,3 0-6-16,-7-3-6 0,0 0-3 15,-4-6-7-15,-16 3-4 0,-2-3-10 16,-10-4-6-16,-16-2-12 0,-10-1-3 0,-10-1-12 16,-33-1-5-16,-5 1-5 0,-12-2 3 15,-17 2 3-15,-15-2-2 0,-12 0-1 0,-5 0-3 16,-53-4 7-16,56 2 3 0,-59 2-5 15,58 4-2-15,4-2 6 0,0 6-10 0,7 0 12 16,8 0 6-16,9 0 3 0,8 5-1 16,9-1 0-16,12 1-2 0,13 3-7 0,8-2 3 15,25-1-4-15,6-3 6 16,4 0-5-16,7-2 0 0,14-1 4 0,6-3 0 16,6 0 1-16,9-4-1 0,1 0-1 15,4-4 3-15,-1-5-5 0,4-10-1 0,-2-3 1 16,9-7-5-16,8-8 1 0,8-12-3 15,6-4 2-15,12-9 1 0,12-18-27 0,4-5-24 16,11-2-22-16,6-3-23 0,1 3-23 16,-3 4-27-16,4 5-19 0,-8 9-21 0,-7 4-13 15,-13 21-14-15,-3 6-13 0,-7 13-14 16,-6 1-34-16,-3 9-48 0,-6 7-34 16,-3 4-29-16,-2 6-50 0,0 0-133 15,0 0-83-15,0 0 64 0,-29 16-371 0,26-5-432 0</inkml:trace>
  <inkml:trace contextRef="#ctx0" brushRef="#br0" timeOffset="49857.97">24303 10415 2761 0,'9'-14'-15'0,"2"2"35"0,-2 2 27 0,-4 0 43 0,1-2 38 0,-1 5 32 0,-3 1 21 0,4 0 13 15,-3-2-9-15,0 4-15 0,1-2-16 0,-4 6-16 16,0 0-10-16,0 0 8 0,0 0 14 15,0 0 1-15,-57 18-13 0,19-4-9 0,-12 3-10 16,-6 1-17-16,-3 1-4 16,0 3-8-16,-4-3-10 0,2-2-5 0,10-1-8 0,0-4-4 15,10-6 32-15,13-2 5 16,5-4-7-16,2-4-8 0,2-2-13 0,2-5-4 16,1-1-7-16,5 0-9 0,6 1-4 15,-1 0-7-15,2 3-5 0,0-1-11 0,0 2-8 16,4 7 0-16,-3-3 0 0,3 3 0 15,0 0-1-15,0 22-6 0,-2-3 3 16,2 3 1-16,0 5-7 0,-2 14 1 0,2 0 4 16,-2-4-2-16,0-1-1 0,0 0 1 15,2-7-2-15,0-3-4 0,0-6 3 0,0-1-7 16,0 2 7-16,0-3-5 16,0-5 2-16,0 1 0 0,2-1-6 0,0-1 4 15,0 0-5-15,3-1-10 0,1 1-13 16,4 1-10-16,3-1-3 0,10 7-5 0,4-5-3 15,3 1-5-15,5-1-3 0,2 0-3 16,15-1 1-16,6 3 1 0,3-3-5 0,3-1 0 16,8 2 6-16,25 4 5 0,10 0 5 15,8 1 9-15,7-1 4 0,7-4 7 0,8 1 3 16,12-2 0-16,3-1 2 0,9 0 4 16,-1-1 1-16,-2 0 0 0,0 0 4 0,-4-1 1 15,-4-1-1-15,-4 1 1 16,-5-2 0-16,-4 1 1 0,-9-2 1 0,-6 0 0 15,-7 0 0-15,0-2 5 0,-2 0-1 16,-24-3 0-16,28-1 0 0,-4-1 1 0,7 0 2 16,1 0-2-16,-1 2-4 0,-4 1 3 15,-24-3-2-15,-1 4 1 0,-5-3 8 0,0 3 9 16,-9 2 8-16,-4-4 7 0,-4 4 8 16,-8 0 8-16,0-2 5 0,-13-1-3 0,-1 2-5 15,-1 0-1-15,1 1-6 0,3 0 3 16,-5-2-3-16,2 2-4 0,-6-5 0 0,-9 0 5 15,-3 1 9-15,-8 1 8 0,3-3 9 16,-12 0 3-16,4 0 9 0,-5 0 9 0,-2 0 11 16,-9 0 12-16,18 0-5 15,-18 0-9-15,6-5-5 0,-6 5-2 0,0-6 3 16,0 6 11-16,0 0 8 0,-4-12 5 16,4 12 2-16,-2-8-9 0,2 0-8 0,2-2-11 15,2-5-5-15,1-6-11 0,9-12-4 16,3-16-8-16,2-1-7 0,4-8-33 0,-3-6-16 15,11-18 0-15,-3-2 0 0,1 1 0 16,-9 25 0-16,-6 4 0 0,-2 2 0 16,-6 13 0-16,-1 6 0 0,-3 7 0 0,0 5 0 15,-6 6 0-15,1 3 0 0,-8 2 0 16,-3 1 0-16,-3 5 0 0,0 0 0 16,-5 0 0-16,4 4 0 0,-2 2 0 15,-1-2 0-15,3 0 0 0,-7 4 0 0,-4-1 0 16,-7 0 0-16,-4 1 0 0,10-1 0 15,-9-1 0-15,-2 1 0 0,1-1 0 0,-1 1 0 16,1-3 0-16,8 0 0 0,3 2 0 16,-1 0 0-16,1-2 0 0,4 4 0 0,-3-4 0 15,-1 1-144-15,0 2-108 16,6 1-85-16,-4-3-97 0,2 5-110 0,-11 0-124 0,-1-2-152 16,-3 0 76-16,-2 0-701 15,-4-2-894-15</inkml:trace>
  <inkml:trace contextRef="#ctx0" brushRef="#br0" timeOffset="50222.43">26708 10348 4151 0,'7'-18'-36'0,"1"8"61"0,-5 0 40 0,2 3 40 0,-1 1 26 0,-2 2-1 0,-2 4-7 0,0 0 45 16,0 0 15-16,1 17 5 0,-4 7-9 15,-6 14 0-15,4 13 3 0,-4 2-6 0,-1 2-13 16,-2 2-12-16,7-1-6 0,-3 3-16 15,1 0-12-15,1 1-11 0,-4-2-13 16,1-4-7-16,2-1-11 0,-5-3-21 0,-1-4-36 16,-1-11-34-16,1-5-41 0,-5 4-61 15,4-5-85-15,-8-2-115 0,-1-3-108 0,-5-4-122 16,-1-2-178-16,-5-8 10 16,-4-2 91-16,-4-3-509 0,-6-5-601 0</inkml:trace>
  <inkml:trace contextRef="#ctx0" brushRef="#br0" timeOffset="50656.65">25160 10449 3112 0,'19'-24'-15'0,"-1"-2"45"15,-3 2 61-15,-4 6 56 0,-1 5 41 16,-5 1 21-16,2 2 1 0,-6 3-22 0,3 3-22 15,-4 4 13-15,0 0 26 16,2 29 13-16,-9 13-10 0,-4 9-9 0,-2 6-12 0,4 0-9 16,-3 1-11-16,5 0-20 15,-2-3-12-15,-2 0-13 0,2-1-12 0,2-1-9 16,-2-11-13-16,2-2-11 0,0-6-50 16,-3-1-11-16,2-2-40 0,3-8-34 0,-5-2-44 15,3-3-76-15,-5-4-87 0,1 1-80 16,-3-3-73-16,-3-4-88 0,0-3-173 0,-3-3 27 15,-5-4 73-15,-13-6-402 0,-10-9-458 16</inkml:trace>
  <inkml:trace contextRef="#ctx0" brushRef="#br0" timeOffset="51026.41">24379 10706 2912 0,'14'-14'136'0,"-7"1"45"0,1 3-8 16,-5 2-17-16,1 4-17 0,0 0-10 16,-4 4 3-16,0 0 14 0,0 0 5 0,0 0-4 15,-31 19-10-15,15-9-1 0,-11 7 4 16,-4 1-6-16,1-3-8 0,-3 0-15 0,1 2-8 16,-2-1-10-16,0 1-11 0,-1-4-8 15,2 3-12-15,3 0-24 0,8-7-14 16,2-3-12-16,4-1-9 0,7-2-17 15,0 0-30-15,9-3-41 0,-12-9-26 0,10-1 1 16,4-8-4-16,6-11 10 0,7 0 21 16,3-2-1-16,2 2 5 0,-1 3 12 0,3 6 9 15,-8 5 2-15,6 6 9 0,-7 5 6 16,1 5 5-16,0 5 9 0,6 5 8 0,3 6-4 16,-1 1 5-16,5 5 3 0,0-1-1 15,7 5-23-15,5 2-71 0,-1-3-77 0,1 4-112 16,6-8-133-16,-2 4-146 0,3-4 63 15,-1-2-256-15,-5-7-260 0</inkml:trace>
  <inkml:trace contextRef="#ctx0" brushRef="#br0" timeOffset="51375.55">25962 10543 2422 0,'2'-8'189'0,"-2"2"15"16,0 1 23-16,0 5 18 0,0 0 14 0,-9-12-9 15,9 12-12-15,-9-5-19 0,9 5-25 16,-12-2-21-16,12 2-16 0,-24 7-17 0,2 3-14 16,-6 3-11-16,-4 5-13 0,-5-1-21 15,-3 6-25-15,-2 1-28 0,1 2-29 0,-2-2-33 16,2 1-45-16,-2-6-36 16,9 0-39-16,3-3-20 0,9-4-18 0,5-3-9 0,4-5-4 15,3 0-4-15,10-4 11 16,0 0 20-16,0 0 21 0,19-29 24 0,2 5 30 15,13-6 27-15,1-1 31 0,-1 6 22 16,-6 8 15-16,3 3 15 0,-4 6 9 16,-5 5 17-16,5 3 5 0,-2 3 3 0,7 9-9 15,-2 2 3-15,3 3-3 0,-1 3-3 16,5 6-4-16,-5-8-20 0,4 10-30 0,-5-9-40 16,7 6-54-16,0-1-29 15,4 2-55-15,2-1-63 0,4-4-152 0,4-3-43 16,7-5-127-16,2-1-88 0</inkml:trace>
  <inkml:trace contextRef="#ctx0" brushRef="#br0" timeOffset="51722.4">27727 10588 1734 0,'2'-8'194'16,"-2"4"31"-16,0 4 2 0,-9-8 5 15,9 8 2-15,-17 2 0 0,-1 4 2 16,-10 6-9-16,-5 1-19 0,1 7-19 0,-10 2-14 15,2 3-23-15,0-1-18 16,0 2-10-16,10-7-12 0,-1 2-8 0,3-3-18 16,-3 2-27-16,4-6-25 0,8-2-22 15,2-1-12-15,4-5-4 0,3-2-15 0,-2-4-24 16,12 0-25-16,-14-12-10 0,10 0 2 16,4-5 8-16,5-16 5 0,5-3 23 0,4 2 20 15,0 0 19-15,6 7 15 0,-6 3 0 16,0 7 13-16,1 8 16 0,-5 3 22 0,3 6 15 15,-13 0 1-15,31 15 3 0,-16-1-8 16,6 9-8-16,0 3-6 0,0 3-5 0,8 4-14 16,-2-1-28-16,0-1-41 0,-4-6-50 15,1-2-83-15,-5-1-93 0,-1 1-112 16,-6-9-149-16,0-7-109 0,-7-1 68 0,-1-2-336 16,-4-4-371-16</inkml:trace>
  <inkml:trace contextRef="#ctx0" brushRef="#br0" timeOffset="53290.63">23316 6224 979 0,'0'-21'149'0,"0"1"-6"0,1 4-26 0,-1 1 11 0,0 1-9 0,4 1-5 16,0 1-7-16,0-2-13 0,6 2-2 16,-1 2-5-16,3 0-1 0,6-1-1 0,11-1-4 15,7 4-4-15,7 0-6 0,4 4 1 16,4 1 0-16,16 3-2 0,1 5 1 0,11 5-11 16,5-2 7-16,20 11-11 15,5 2-6-15,3 3-5 0,6-1-2 0,6 2-1 16,1 0-7-16,-1 2-5 0,5 2-4 15,-2 0 1-15,1 2 0 0,-1 2-6 0,-2 0-2 16,-5 0 0-16,-6 2 0 0,-9 0-3 16,-10-6-1-16,-5-2-2 0,-24-4 1 0,-3-3-3 15,-2 1 0-15,-2-4 1 0,2 0 1 16,-1-1-2-16,0 4 12 0,1-5 0 16,6 3-2-16,-1-1 2 0,9 2-3 0,19 6-5 15,-7-1 2-15,5 1-2 0,-4 2-3 16,-1-1 0-16,5 4 0 0,3-1 0 15,2 4 0-15,0 0-2 0,2 1 8 16,6 0-5-16,0-1 5 0,0 1-10 0,-3-1 0 16,7-4 0-16,0-1-2 0,1 1 0 15,-1-2 2-15,-4 0-2 0,-5 1 0 0,0-1-2 16,-3 3-1-16,-2-3-2 0,-7 0 2 16,-19-2-3-16,-5-1 1 0,1-1-2 0,-4 1 2 15,0-1-3-15,-2-1 0 0,-4 0 1 16,3-1 3-16,1-1 0 0,2 2-2 0,5-2 3 15,1 0-2-15,21 5 4 0,-1-2-5 16,5 3 4-16,-19-8-3 0,14 8-3 16,-16-7 1-16,-7 0-4 0,1 2 1 15,-4-3 4-15,-4 1 9 0,1 2 40 0,-8-3 14 16,0 0 14-16,-3-1 5 0,-10-4 4 16,7 7 16-16,-2-3 13 0,-4-3 1 0,-4 1-6 15,2-3-11-15,-1 0-6 0,-5-3-3 16,1 4 2-16,-6-2-4 0,-4-6-16 0,-6 1 0 15,-2 1-12-15,0-3-4 0,-1 1-6 16,-2 0-5-16,-3-1-6 0,1-1-1 16,0 0-5-16,-1 1-2 0,-1-1-1 15,-6-3-2-15,12 5-2 0,-9-1 1 0,-3-4-5 16,10 5 1-16,-10-5-3 0,7 4-1 16,-7-4-1-16,5 5-1 0,-5-5 0 0,0 0-6 15,11 1-12-15,-11-1-29 0,0 0-34 16,0 0-39-16,0 0-67 0,0-17-75 0,-4 8-87 15,-6 1-88-15,2-2-174 0,-1-2-54 16,4 3 68-16,0 1-338 0,3-2-399 16</inkml:trace>
  <inkml:trace contextRef="#ctx0" brushRef="#br0" timeOffset="54256.25">30203 8657 2438 0,'5'-7'-61'0,"1"2"42"0,0 0 33 0,-2 1 24 0,-4 4 32 0,0 0 30 15,6-6 16-15,-6 6-2 0,0 0-9 0,0 0 8 16,0 0 59-16,0 0 21 0,0 27 14 15,-6-5-3-15,-4 9 2 0,3 3-2 0,-5 1-15 16,2 1-10-16,1 4-16 16,2-3-26-16,-4-1-15 0,4 0-10 0,2-3-9 0,-1-6-13 15,0-3-7-15,5-4-7 16,-3-3-11-16,1-1-7 0,-1-3-30 0,4-1-33 16,-1-2-43-16,1-2-62 0,0 1-81 15,0-5-116-15,0-4-146 0,0 0-233 16,8 3 53-16,-8-3 73 0,0 0-333 0,24-21-376 15</inkml:trace>
  <inkml:trace contextRef="#ctx0" brushRef="#br0" timeOffset="54657.01">30352 8785 2387 0,'0'0'-4'15,"1"-12"31"-15,-1 6 14 0,0 6-1 16,6-11 5-16,-1 6 4 0,6 0 10 15,0 2-1-15,0-1-2 0,5 3-3 0,-2 1-7 16,8 1-2-16,-3 1-5 0,-1 1-4 16,6 3-5-16,-5 0 1 0,-2 0 1 0,-4 2 5 15,0 1 9-15,-3-1 19 0,0 2 13 16,-7-1 12-16,-3 3 13 0,0 1 13 0,-3 1 3 16,-5 2-1-16,2-1-4 0,-1-1-4 15,1-1-14-15,0 2 1 0,1-1-4 16,2-2-1-16,-1 3 2 0,4-3 1 0,0 2-4 15,4 1 11-15,-1 0-5 0,1 1-1 16,-3-1-4-16,3 1-4 0,0-3-1 16,0 3-6-16,-3-1-4 0,1 3-6 15,0-3-4-15,0-3-2 0,0 2 0 0,-2-1 8 16,-2 1 0-16,0 0-3 0,-3-2-7 16,-1 3 1-16,-3-4-13 0,-1 2-2 0,0-1-2 15,-4-2-9-15,3-1-35 0,-2 0-45 16,0-1-61-16,-2-3-98 0,3 0-124 0,-1-5-143 15,13 0-218-15,-20-7-15 0,15-1 73 16,-1-4-422-16,6-5-523 0</inkml:trace>
  <inkml:trace contextRef="#ctx0" brushRef="#br0" timeOffset="54988.55">30920 8708 2870 0,'-14'-6'-32'0,"3"-1"25"0,1 2 30 0,0 1 40 0,1 1 31 0,9 3 12 0,-12-7-6 0,12 7-11 16,-7-3-10-16,7 3 6 0,0 0 13 16,0 0 4-16,14 22-8 0,-7-7 4 0,8 11 7 15,0 3 9-15,2 3-7 16,-5 2 0-16,3 13-2 0,-5-7 4 0,-3 1-2 15,-1 0-2-15,-4 0-2 0,-2 0-3 16,2-1-6-16,-6-1-10 0,-2-1-5 0,1-4-10 16,-2-1-5-16,4-7-6 0,-1-6-12 15,0-1-41-15,3-4-47 0,-1-1-82 0,0-2-114 16,0 1-97-16,2-5-129 0,-2-2-200 16,2-6 49-16,0 6 74 0,0-6-275 0,0 0-304 15</inkml:trace>
  <inkml:trace contextRef="#ctx0" brushRef="#br0" timeOffset="55188.87">30811 9089 2475 0,'-11'-4'116'0,"4"4"2"0,7 0 13 15,-9-4 22-15,9 4 6 0,-6-4 2 0,6 4-7 16,0 0-15-16,0 0-13 0,31-4-14 15,-10 4-9-15,10 0-36 0,12-3-48 0,0 3-76 16,5 0-72-16,1 0-92 0,-6-2-136 16,-2 2-215-16,-7-4 36 0,-10 0 66 15,-5 0-105-15,-1 1-77 0</inkml:trace>
  <inkml:trace contextRef="#ctx0" brushRef="#br0" timeOffset="55772.11">32028 8874 1706 0,'-3'-13'76'0,"1"3"28"0,-2 3 28 0,2-2 20 0,2 9 20 0,-3-7 9 0,3 7-16 16,-5-6-21-16,5 6 33 0,0 0 35 0,0 0 4 15,-24 31 3-15,8-2-1 0,1 4-19 16,0 15 6-16,2-1-19 0,3-7-16 0,2 1-8 16,1-1-20-16,1-2-14 0,1-4-13 15,0 0-11-15,0-8-12 0,1-4-3 16,2-3-13-16,-2-2-9 0,3-2-35 16,-3-3-40-16,4-2-51 0,0 0-76 15,-2-1-79-15,2-1-74 0,0-2-106 0,0-6-152 16,0 0-117-16,4 3 58 0,-4-3-323 15,0 0-409-15</inkml:trace>
  <inkml:trace contextRef="#ctx0" brushRef="#br0" timeOffset="56138.27">32160 9058 2717 0,'-6'-5'14'0,"2"0"15"0,4 5 16 15,0 0 25-15,-9-4 26 0,9 4 24 16,0 0 15-16,-19 12-4 0,13-6-7 15,-1 4-5-15,-2 3-13 0,2 1-10 16,1 1-7-16,1-1-9 0,1 3-6 0,2-2-17 16,1-1 17-16,1 2-18 0,1-3-1 15,1-1-3-15,2 1-12 0,0-3-7 16,3 2-3-16,3-3-11 0,-1-2-2 0,2-4 4 16,3 1-21-16,1-4 10 0,5-4-5 15,3-1 5-15,4-7-3 0,2-2 1 0,-6 4-2 16,-5 1 16-16,-4 3 15 0,2-1 15 15,-5 2 3-15,-2 0-7 0,0 1-4 0,-9 4-9 16,11-3 9-16,-11 3 24 16,9 9 1-16,-7-1-7 0,1 1-4 0,-3 1-5 15,0 3-4-15,2-1-6 0,-2 4-4 16,0-3-5-16,-2 1-12 0,2 0-43 16,0 1-42-16,0-2-65 0,-3 0-87 0,3-1-81 15,-2-2-100-15,2-1-155 16,0-3-80-16,5 2 51 0,-2-2-270 0,8-4-334 0</inkml:trace>
  <inkml:trace contextRef="#ctx0" brushRef="#br0" timeOffset="56472.28">32869 9010 2296 0,'6'-17'-25'0,"-3"2"31"0,1 4 41 16,0 1 32-16,-4 2 26 15,1 3 12-15,-1 5-8 0,-1-12-16 0,1 12 9 16,0 0 1-16,-24 4 11 0,2 4 8 15,-3 7 14-15,-3 4 2 0,-1 3-5 16,-3 7-8-16,3 4-16 0,8-8-8 0,3 2-10 16,4-1-8-16,4-3-2 0,9-2 20 15,2-2 7-15,3-1 14 0,2 3-3 0,6-2-6 16,1 5 0-16,0-5-7 16,0-1-9-16,-3-1-8 0,0 0-6 0,-1 0-3 15,-3-3 12-15,-1 0 6 0,0-1 9 16,-3-3 7-16,-2 0 11 0,-5-1-5 15,-1 5-12-15,-1-6-2 0,-4 1-14 0,-7 3-10 16,2-4-9-16,-16 2-38 0,0-1-55 16,-2-1-61-16,1-6-96 0,-8 0-104 0,1 0-111 15,-2-6-125-15,0-4-248 0,1-1 55 16,5-7 84-16,2 0-387 0,-5-11-489 16</inkml:trace>
  <inkml:trace contextRef="#ctx0" brushRef="#br0" timeOffset="57271.38">29553 8669 2624 0,'-21'-5'-90'0,"7"2"16"0,9-2 11 0,5 1 2 0,0 4 5 0,21-8 6 0,17-1 10 0,26-1 0 0,40-4 8 15,23 2-3-15,17 3 9 0,14 3-4 0,11-2 4 16,67 4-12-16,8 2-13 16,0 4-3-16,-4 0-11 0,6 4 5 0,0 0-11 15,-12 3 23-15,-54-1 1 0,-3 0 9 16,-15 2 14-16,-14 1 12 0,-16-3 23 15,-18 1 19-15,-33-2 22 0,-13-2 12 0,-22 1 8 16,-8-2 11-16,-9-2 12 0,-9 1 0 16,-6 2 41-16,-5 2 12 0,-4 7 11 0,-6 3 11 15,-3 7-3-15,-5 14 3 0,-9 9-12 16,3 5-6-16,-2 4-3 0,4 3-10 0,1-3-2 16,5 3-6-16,3 0-5 0,8 0 10 15,-3-13-10-15,-1 1-6 0,6-4-10 16,-1-6-10-16,-2 0-5 0,-1-12-14 15,2-4-4-15,-2-6-7 0,-1-1-6 16,-1-2-6-16,0 0-3 0,2-5-8 0,-4 3-1 16,1 0-5-16,-3 1-3 0,-5-1-2 15,-7 2-4-15,-15 3-2 0,-3 2-1 0,-10 4-2 16,-11-3-5-16,-5 3 2 0,-8-1-5 16,-25 2-1-16,-8 2 3 0,-6-2-5 0,-7 0 1 15,-8 4 5-15,-5-2-7 16,-13-7 13-16,-12 0 7 0,-13-3-2 0,-4-1 3 15,-3-6 10-15,3 2-6 0,3-4-9 0,-1 5-6 16,2-1 1-16,13-1-4 0,12 4-3 16,11-2-4-16,17-1 3 0,28-1 2 0,8 0-9 15,7 1-1-15,8-1 2 16,16-2 17-16,3-2-1 0,7-2-4 0,10 0-2 16,3 0 0-16,3 0 1 0,-1-2 3 15,4-2 15-15,-4-4 6 0,1-2-1 0,-5-7-4 16,3-7-2-16,1-3-1 0,7-4-5 15,2-9-7-15,3-13-1 0,6-9-1 0,6-8-8 16,8-7 0-16,5-22-5 0,7-4-10 16,9-6-7-16,3-1-9 0,6-2-15 0,2 2-17 15,0 4-21-15,-2 9-15 16,-6 15-5-16,-10 27-8 0,-4 7-11 0,-7 17-37 16,-5 6-59-16,-5 9-21 0,-3 8 13 15,-2 7-14-15,0-1-21 0,-9 23-33 0,-5 4-45 16,1 9-47-16,-6 12-107 0,-3 5-104 15,0 7 57-15,-8 18-229 0,-3 2-244 16</inkml:trace>
  <inkml:trace contextRef="#ctx0" brushRef="#br0" timeOffset="58071.17">29923 9866 2137 0,'9'-9'38'0,"-3"2"27"0,-3 1 3 0,-1 2-3 0,-2 4 2 0,0 0 18 0,0 0 45 0,0 0 34 0,0 0 23 16,-34 12-3-16,2 2-6 0,-6-4 1 15,-14 6 6-15,-2-4 3 0,0 3-2 0,-5-5-16 16,3 0-14-16,1-1-13 16,10-4-3-16,4-2 6 0,9-1 8 0,7 0 1 0,5-2-13 15,0-4-14-15,4-1-13 16,0 1-12-16,5-2-11 0,0 0-14 0,4 0-7 16,0 3-11-16,7 3-10 0,-9-5-9 15,9 5-1-15,0 0-5 0,0 0-5 0,-5 15-2 16,11 0-6-16,0 4 1 15,1 12 2-15,2 0-6 0,5 2-1 0,-3 0-1 16,5-1-1-16,1 0-4 0,-1-2 1 0,-4-1-6 16,6-3 5-16,-1-3-4 0,-5-6 3 15,-1-1-1-15,-2-4-3 0,1-1 3 0,-1 3-3 16,2-6-1-16,1 4-2 16,0-3 6-16,-1 1-7 0,6-2 0 0,4 3 0 15,3-3-11-15,5 3-10 0,4-3-3 16,7 0-9-16,0 3-4 0,6-3-1 0,13 1 0 15,9 3 2-15,15-2 5 0,27 0 0 16,2 1 3-16,8-3 3 0,10 2 3 0,2 1-11 16,3-2-16-16,1 0-11 0,2 0-5 15,-5 1-6-15,-3 2-2 0,-4 3 1 0,-8-1 2 16,-4-1 3-16,-9-3 6 0,-21 0 6 16,-6-1 6-16,1-1 2 0,-6-1 3 0,2 0 10 15,-1 0 8-15,-4 0 3 16,2-4 0-16,0 1 4 0,-1-2 3 0,1-4-5 15,3 2 3-15,4 0 5 0,0-2 0 16,-2 0 1-16,0 2-13 0,-3 0-3 0,1 0 2 16,-7 2 2-16,-3 2 2 0,-4-1 2 15,-13 0 16-15,-3-1 7 0,-7 2 8 16,-8-3 13-16,-7 1 10 0,-1 0 15 0,-6 0 12 16,-2-2 10-16,-1 1 14 0,-1-1 14 15,-5 0 12-15,-7 0 6 0,22 0-8 0,-22 0-10 16,16-1-12-16,-6 1-10 0,0-2-8 15,1-2-5-15,0 1-6 0,1-2-6 0,1-2-13 16,1 0-1-16,2-7-4 16,7-4-6-16,1-7-2 0,4-8-5 0,1-8-2 15,-1-5-3-15,3-7-8 0,10-20-19 16</inkml:trace>
  <inkml:trace contextRef="#ctx0" brushRef="#br0" timeOffset="58737.71">30717 10049 2674 0,'8'-23'-14'16,"-1"4"47"-16,0 1 45 0,-4 5 33 0,5-3 30 15,-3 3 22-15,3-1 29 0,-4 3 5 16,2 1-19-16,-2 2-24 0,1 2-16 16,-1 5-12-16,-4 1 9 0,0 0 8 15,16 22 7-15,-15-2-4 0,-1 5-2 0,0 12 0 16,-3 5-7-16,-2-1-7 0,-1 0-10 15,1 0-15-15,-1 0-13 0,-1-3-6 0,0-1-9 16,2-2-6-16,-1 0-3 16,1-8-6-16,3-5-10 0,-3 0-20 0,1-1-32 0,-1-3-40 15,1 0-42-15,3-1-69 0,-1 0-83 16,2-4-86-16,0-1-86 0,3 0-116 16,6-5-156-16,0-1 56 0,6-5-402 0,10-4-498 15</inkml:trace>
  <inkml:trace contextRef="#ctx0" brushRef="#br0" timeOffset="58970.81">32345 9939 3005 0,'9'-12'92'0,"1"2"28"0,-7 3 10 16,1-1 3-16,1 1-19 0,-5 7-17 0,0 0 12 15,0 0 32-15,0 0 9 16,-16 29-7-16,3 3-14 0,-6 6-10 0,1 8-10 15,7-9-12-15,-2 9-10 0,-1 2-6 16,3 0-8-16,-1 1 0 0,1-2-44 0,-2 1-41 16,-3-1-30-16,-3-6-50 0,-3 0-63 15,-5-2-62-15,-5-5-68 0,-11-2-104 16,0-6-164-16,-9-6-30 0,-2-5 62 0,-4 1-221 16,-7-8-234-16</inkml:trace>
  <inkml:trace contextRef="#ctx0" brushRef="#br0" timeOffset="59371.41">30096 10137 2325 0,'-13'0'125'0,"0"2"-20"16,-3 3 3-16,1 0 6 0,1 2 12 0,-5 3 13 15,-1 0 3-15,-7 4-5 0,-4 0 2 16,5 0-12-16,-5 3-6 0,3-3-11 0,-5 2-8 16,1 0-16-16,-2 0-5 0,0-3-11 15,3 1-7-15,-1-2-12 0,7-4-18 16,5 0-14-16,7-5-20 0,0-3-31 16,5-2-39-16,3-3-29 0,1-5-13 0,4-2-2 15,5-5 0-15,3-3 11 0,6-5 9 16,-1 6 10-16,1 3 9 0,-3 3 8 0,-2 4 13 15,0 4 20-15,-1 3 25 0,3 2 21 16,-11 0 13-16,25 10 9 0,-7 1 7 0,4 7 0 16,3-1-2-16,4 5-4 0,7 1 1 15,4 2-4-15,6 4-4 0,4-5-33 0,-2-4-42 16,6 1-59-16,0-9-71 0,-11-4-95 16,3-1-107-16,0-5-135 0,0-2 51 15,-3-3-77-15,3-4-44 0</inkml:trace>
  <inkml:trace contextRef="#ctx0" brushRef="#br0" timeOffset="59688.41">31236 10046 1490 0,'19'-10'80'0,"-8"0"11"0,2 6-10 15,-5 0-13-15,-2 1 0 0,0-1-1 16,-6 4-4-16,9 0-1 0,-9 0 14 0,0 0 7 16,0 0-5-16,-8 20-6 0,1-7-5 15,-5 4-8-15,-8 8-4 0,-7 8-5 16,-4 0-4-16,-3-2-6 0,-2-2-1 0,-5 0-9 15,4-2-19-15,8-6-8 0,0-5-3 16,8-7 0-16,4-3-6 0,8-2-12 16,1-6-15-16,8 2-17 0,-6-12-2 15,12-4 4-15,10-10 8 0,7-1 2 0,13-8 2 16,3 2 17-16,6 4 6 0,-2 4 5 16,-7 12 7-16,-2 3 5 0,-3 6 8 0,-8 6 6 15,0 3 7-15,4 9 1 0,-2 3-3 16,-3 4 1-16,3 3 0 0,5 7 7 0,5 2-2 15,5 4-3-15,4-2-3 0,7 4-25 16,14 3-33-16,3 1-59 0,-10-14-121 16,3-3-177-16,2-9-269 0,3-2-158 0</inkml:trace>
  <inkml:trace contextRef="#ctx0" brushRef="#br0" timeOffset="60004.91">33082 10055 2052 0,'-1'-7'117'0,"1"7"19"0,-16-8 20 16,5 8 17-16,11 0 9 0,-29 8 3 0,6 0-7 16,-6 5-12-16,1 4-16 0,1 0-19 15,1 3-9-15,-1 1-11 0,1-1-9 0,1 2-13 16,-2 2-9-16,0-5-6 16,-2 3-11-16,3-5-24 0,-3 1-29 0,0-5-11 15,7-2-17-15,3-6-7 0,6-5-12 0,13 0-18 16,-16-14-13-16,16 4 9 15,2-7 8-15,5-4-1 0,7-6 11 0,4 1 17 16,-3 11 13-16,-3 3 8 0,-1 3 7 16,0 4 13-16,-4 5 9 0,-7 0 18 0,21 9-1 15,-11 1-4-15,11 9-2 0,-7 0-6 16,0 6-2-16,8 2-19 0,-2-1-37 16,-1 2-59-16,10 5-71 0,-6-7-88 0,-4-3-102 15,-5-6-203-15,-5-5 8 0,-4-1 55 16,-1-4-95-16,-4-1-82 0</inkml:trace>
  <inkml:trace contextRef="#ctx0" brushRef="#br0" timeOffset="63638.38">12171 2011 1611 0,'23'-15'339'0,"-1"-3"-80"0,-4 3-58 0,-2 3-39 0,-2-4-32 15,-1 3-17-15,1-1 21 0,-3 2 13 16,0 4 15-16,-4-1-16 0,-2 4-11 0,-1 1-11 16,-4 4-19-16,0 0-4 0,0 0 5 15,-45 33 0-15,2 5-11 0,-16 11-4 0,-4 7-11 16,4 4 14-16,7-2 10 0,9-7 8 15,9-3 0-15,7 0-6 0,6 1-5 16,10 3-2-16,9-7-8 0,11 4-1 16,11 1-9-16,6-1-9 0,12-8-3 15,9 2-5-15,3-4-9 0,20 4-7 0,-9-13-6 16,0-1-21-16,0-4-21 0,-7-7-36 16,1-1-34-16,-14-5-46 0,-7-4-38 0,-5-5-48 15,-7-2-62-15,-4-2-53 0,-5-2-104 16,-5-5-179-16,-3 0-36 0,-3-2 75 15,-4-3-232-15,-5 1-281 0</inkml:trace>
  <inkml:trace contextRef="#ctx0" brushRef="#br0" timeOffset="63852.98">12689 2639 2387 0,'2'9'64'16,"0"3"37"-16,0 3 43 0,0 4 28 0,0-1 12 15,-2 3 14-15,2 3 2 0,-2 3-11 16,-4 9-16-16,0 3-11 0,-1-4-15 0,-5 1-14 16,-2-2-13-16,-2 1-9 0,-11 4-16 15,-4-3-41-15,0-1-68 0,-3-5-74 16,-4-4-98-16,4-7-104 0,-1-3-158 0,-6-3-173 16,7-5 37-16,-6-2-234 15,6-4-303-15</inkml:trace>
  <inkml:trace contextRef="#ctx0" brushRef="#br0" timeOffset="64270.25">9974 1976 2530 0,'4'-17'145'0,"2"4"2"16,-3 2-15-16,6 2-14 0,2 1-4 0,3 3 16 15,2 2 4-15,4 5-6 0,5 3-8 16,11 10-14-16,1 12-9 0,-2 4-4 0,-9 6-3 15,-13-1 10-15,-4 1 14 0,-5 1 17 16,-4 0 19-16,-4-1 13 0,3-8 4 16,-3-4-1-16,0-4-1 0,2-4-10 0,2-5 8 15,0 0 8-15,0-3 11 16,0-1 6-16,0 0-16 0,8-2-6 0,4-2-20 16,4-2-6-16,8-4-20 0,13-2-47 15,1-5-84-15,3-4-91 0,8-6-93 16,3 2-119-16,-4 0-125 0,-1-1-161 0,-13-2-203 15,-2 5 62-15,-7-4-521 0,-11 2-723 16</inkml:trace>
  <inkml:trace contextRef="#ctx0" brushRef="#br0" timeOffset="64623.15">10256 1469 3649 0,'-61'20'-32'15,"-12"17"46"-15,-3 16 38 0,0 10-11 16,0 8 32-16,1 5 29 0,9 5 5 0,1 8 8 16,9 4 0-16,11-2-5 0,13 1-11 15,12 0-4-15,11-18-9 0,13-5-3 0,12-3 1 16,23 9-9-16,20-13 4 0,17-9 0 16,19-12-9-16,9-13-6 0,9-10-5 15,4-14 10-15,1-13 11 0,0-11 15 16,-3-15 12-16,-9-9 19 0,-2-11 1 15,-15-9 4-15,-7-9-5 0,-15-13-4 0,-13-3-15 0,-11-4-15 16,-18-3-13-16,-16-3-6 16,-16-4-18-16,-18 0-18 0,-15 3-16 0,-17 8-17 15,-12 10-31-15,-15 6-23 0,-21 16-32 16,-3 17-31-16,-7 19-26 0,-3 17-44 16,-4 16-47-16,4 17-58 0,5 15-62 0,5 8-100 15,9 7-167-15,12-2-82 0,14-6 75 16,26-7-335-16,9-4-436 0</inkml:trace>
  <inkml:trace contextRef="#ctx0" brushRef="#br0" timeOffset="65771.45">2795 4675 2110 0,'7'-11'289'0,"0"-1"-78"0,-5 5-28 0,1 0-15 0,-1 0-2 0,-2 7 0 0,2-8-2 16,-2 8-12-16,2-7 9 0,-2 7 0 15,0 0-10-15,0 0-16 0,2-9-13 16,-2 9-14-16,0 0-13 0,0 0-8 0,0 0 6 15,-8 48 29-15,0-7-2 0,-1 19 0 16,-2 10-9-16,-7 27-4 0,0 2-6 16,0-1-16-16,2 1-6 0,0-3-1 0,5-22-14 15,1-4-3-15,2-1-9 0,1-9 1 16,1-7-8-16,0-12-5 0,2-6-3 16,0-6-4-16,3-8-13 0,-3-3-22 15,2-3-26-15,0-2-60 0,0-3-84 0,-1-4-120 16,-2-2-153-16,5-4-212 0,0 0-33 15,-17-17 63-15,12-3-410 0,1-15-511 16</inkml:trace>
  <inkml:trace contextRef="#ctx0" brushRef="#br0" timeOffset="65986.61">2904 4437 3310 0,'-12'-5'263'15,"3"4"-20"-15,9 1-13 0,0 0 3 0,-11-2 17 16,11 2-6-16,0 0-26 0,0 0-19 16,0 0-25-16,0 0-18 0,0 0-12 0,36-16-42 15,3 9-67-15,19-1-81 0,8-2-96 16,-1 1-99-16,1 1-104 0,-2 4-148 16,-17 1-225-16,-4 4 60 0,-11 8 77 0,-12 1-296 15,-9 6-359-15</inkml:trace>
  <inkml:trace contextRef="#ctx0" brushRef="#br0" timeOffset="66538.73">2989 4974 2964 0,'0'-7'293'0,"0"7"-14"0,3-10-22 0,-3 10-30 16,0 0-12-16,0 0-15 0,0 0 28 15,0 0 10-15,0 0-8 0,0 0-21 0,4 26-13 16,-3-13-31-16,-1 4-13 0,0 4-8 16,0-4-18-16,0 2-16 0,0 0-9 15,-3 1-4-15,1-3-7 0,-1-2-3 16,1-2-7-16,0 0-9 0,1-5 3 16,-1 1-8-16,2-1 10 0,-2-1 35 0,2-7 22 15,2 9 13-15,-2-9-15 0,0 0-22 16,0 0-10-16,12-41-11 0,-1 12-7 0,2 0-12 15,2 0-9-15,-4 9-5 0,-2 4-11 16,-2 4-6-16,-1 2-10 0,-3 1-5 16,1 4-22-16,-4 5-1 0,14-3 0 0,-14 3 0 15,15 2 0-15,-15-2 0 0,17 10 0 16,-6-3 0-16,-5 0 0 0,2-1 0 0,-2 1 0 16,1 2 0-16,1-2 0 0,-5-1 0 15,6 0 0-15,-9-6 0 0,7 8 0 16,0-5 0-16,-7-3 0 0,11 4 0 15,-11-4 0-15,22-10 0 0,-3-1 0 0,0-1 0 16,0 0 0-16,-1 4 0 0,-6 1 0 16,2-2 0-16,-3 4 0 0,-1 2 0 15,-3 0 0-15,-7 3 0 0,16 0 0 0,-16 0 0 16,21 10 0-16,-10 0 0 0,-2 4 0 16,3 3 0-16,-4 0 0 0,1 3 0 0,-4-3 0 15,2-1-78-15,-1-1-39 0,-3 1-55 16,1 2-49-16,0-3-70 0,-3 2-81 0,1-1-88 15,-4-3-116-15,1-1-166 0,-1 0-34 16,-2-3 82-16,0-1-562 0,-1-1-716 16</inkml:trace>
  <inkml:trace contextRef="#ctx0" brushRef="#br0" timeOffset="66769.25">3830 4679 3844 0,'5'-8'154'0,"-1"4"-20"0,-4 4-9 0,0 0 54 0,3 26 65 0,-10 6 21 0,-7 20 18 0,-4 9-12 16,-9 22-15-16,-1 4-26 0,-5 6-21 15,1 2-18-15,-2 4-23 0,-4-3-27 16,2-3-55-16,0-8-55 0,2-5-57 0,-2-5-56 16,14-20-55-16,3-9-61 0,5-11-76 15,3-4-76-15,5-8-52 0,3-13-49 16,5-5-79-16,-2-5-71 0,0 0-28 15,26-26-436-15,-5-1-537 0</inkml:trace>
  <inkml:trace contextRef="#ctx0" brushRef="#br0" timeOffset="67019.84">3891 5312 2880 0,'9'-7'-55'0,"-1"2"21"0,0 3 43 16,-8 2 49-16,13 0 33 0,-13 0 37 16,10 7 25-16,-5 0 15 0,1 3 15 0,-2 5 20 15,-3 4 18-15,-2 7 21 16,-5 10 28-16,-5 1 37 0,-10 10 10 0,-2 0-4 0,-4-3-19 15,3-5-26-15,4-10-21 16,3-1-30-16,6-10-23 0,3-4-13 0,0-1-22 16,4-3-19-16,2-4-17 0,4 1-9 15,-2-7-16-15,16 10-26 0,-5-7-52 16,5 0-43-16,2-1-18 0,5 0-47 0,-3-2-59 16,8 2-60-16,-7-2-72 0,2 0-74 15,6-2-79-15,-5-4-84 0,1 2-125 16,-2-4-92-16,-2-1 62 0,0 0-502 0,0-11-640 15</inkml:trace>
  <inkml:trace contextRef="#ctx0" brushRef="#br0" timeOffset="67454.28">3979 4330 3537 0,'-6'-5'101'0,"2"1"-4"16,4 4-12-16,0 0 14 0,-7-8 10 16,7 8 0-16,0 0-6 0,0 0-12 15,-3-8-5-15,3 8-12 0,0 0-8 0,14-6 1 16,-1 3-8-16,4-1-6 0,5 0-5 16,-2 4-8-16,7 0-3 0,7 8-9 15,-2 3 2-15,-1 7-2 0,-6 9-2 0,2 16 4 16,-10 10 1-16,-6 8 8 0,-2 4 11 15,-7 7 13-15,-2 2 11 0,-2 5 10 16,-1 2 8-16,-3 20 2 0,-1 0-1 0,-2 1-3 16,2-2 4-16,0 1 11 0,-1 2 16 15,5 0 45-15,1 1 30 0,5-3-24 0,-1-19-13 16,0-7-17-16,2-2-11 0,-2-5-10 16,0-6-16-16,-4-16-7 0,2-5-12 0,-2-6-9 15,0-6-2-15,2-9-7 16,0-3-5-16,-2-3-3 0,2-5-6 0,-2 1-6 15,0-2-12-15,-1-1-25 0,-2 0-31 16,5-7-50-16,-9 7-60 0,3-4-53 16,-1-1-67-16,7-2-92 0,-18 0-109 0,18 0-131 15,-19-9-200-15,10-1 18 0,1-3 84 16,1 0-560-16,3-9-703 0</inkml:trace>
  <inkml:trace contextRef="#ctx0" brushRef="#br0" timeOffset="67720.25">4682 5078 3895 0,'-12'-3'257'0,"5"0"-11"0,-1-1-6 0,8 4-2 0,-6-2-5 0,6 2-29 0,0 0-23 0,-2-8-17 0,2 8-12 16,0 0-20-16,29-9-39 15,-6 6-60-15,4-1-74 0,11 1-97 0,1 0-118 16,-6 1-130-16,-5 2-157 0,-4 0-184 16,-5 2 67-16,-6 1-468 0,1 0-597 0</inkml:trace>
  <inkml:trace contextRef="#ctx0" brushRef="#br0" timeOffset="67906.22">4640 5438 3562 0,'-12'6'278'15,"5"0"-7"-15,-1-3 1 0,5 3 25 16,3-6 16-16,-8 6-13 0,8-6-25 0,0 0-31 16,0 0-23-16,0 0-29 0,0 0-61 15,0 0-88-15,61-12-108 0,-21 3-126 16,10-3-164-16,-3-4-192 0,-1-1-218 15,-1-2 64-15,-11 5 74 0,1-4-444 16,-5-1-542-16</inkml:trace>
  <inkml:trace contextRef="#ctx0" brushRef="#br0" timeOffset="68336.03">5562 4580 3325 0,'-2'-13'197'0,"2"1"-12"0,0 4-25 16,2 3-15-16,-2 5-13 16,5-6-13-16,-5 6-4 0,0 0-5 0,22 19-14 15,-8-3-8-15,0 9-8 0,-1 4-3 16,-1-2-5-16,-4-2-5 0,-6 0 5 0,-6 0 10 16,-3 9 5-16,-7 1 4 0,-7 7 5 15,-5-2 6-15,-5-2 4 0,2 0 11 0,8-11 3 16,3-3-2-16,4-7-12 0,6-2-10 15,3 1 17-15,3-3 6 0,4-2 14 16,3 3 7-16,7-1 5 0,1 3-2 0,10 5-1 16,1-1 5-16,0 3 1 15,1-3 4-15,0 1 3 0,-3 0 8 0,1 0 5 0,-2 0-6 16,-3-1-162-16,-4-3 0 16,-3-1 0-16,-5-1 0 0,-1 3 0 0,-5-5 0 15,-2 4 0-15,-5 0 0 0,-2 3 0 16,-9 4 0-16,0-3 0 0,-5 1 0 0,-4-5 0 15,0-2 0-15,0-3 0 0,5-4 0 16,-1-4 0-16,4-4 0 0,0 0 0 0,-6-5 0 16,6 0 0-16,-4 1 0 0,-1-1-26 15,-1 2-1023-15,4 1 74 0,-1 2 123 0,2 2-947 16,-5 1-1227-16</inkml:trace>
  <inkml:trace contextRef="#ctx0" brushRef="#br0" timeOffset="70786.2">19749 6476 4699 0,'5'-4'-191'0,"-1"1"37"0,-4 3 21 0,0 0 11 0,0 0 13 0,-16-7 16 16,-1 6 21-16,-9 1 31 0,-19 0 19 0,-2 1 13 15,-17-1 9-15,-5 2 10 16,0 1-6-16,-3 1 2 0,2 3 1 0,-2-2-1 0,4 3-2 15,3 3 0-15,6-3 3 0,15-1-8 16,4-2 2-16,6 2 5 0,9-2-8 0,9-3 0 16,2 1 2-16,1 1 0 0,3-2-2 15,-2 2-4-15,5 4 4 0,0 3-1 16,-2 9-1-16,-4 11 2 0,1 3 5 16,-1 9 0-16,-6 3-3 0,2 0 2 15,-4 2 10-15,3 0 9 0,-3 2 13 0,-1-5 2 16,9-8 4-16,-1-3-4 0,3-1-1 15,2-4 1-15,3-9-1 0,-2-3-3 0,6-3-4 16,-1-3 7-16,-1-4 5 0,4 2 11 16,4-1 4-16,-1-2-3 0,7 1-4 0,5-1 0 15,7-2-9-15,3 2 0 16,12-1-5-16,9 2-8 0,7 2-1 0,12-3-6 0,5 3-1 16,9-2-13-16,1 0-6 15,24 3-2-15,6-1-1 0,-1-2-8 0,10-2 8 16,1 1-5-16,4-6 2 0,5-1 6 15,-1-4 2-15,2-4 1 0,-5-3-4 0,1-3 4 16,0-4 0-16,-4 2 4 0,-2 0-10 16,-6 2 10-16,3 7-6 0,-5 0 0 0,2 6-5 15,-21 2 3-15,25 2 0 16,6 6-2-16,7-1 5 0,2 1 1 0,6 5-3 16,1-1 8-16,2 1-7 0,-3-2-2 0,-7-1 4 15,-5-5-8-15,-5-3 12 16,-6-1-6-16,-1-4-2 0,-24 2 1 0,17-6-6 15,2 0-2-15,-26-3 3 0,-1 2-3 16,1 2-2-16,-2-3 2 0,0 1-1 0,3 0 4 16,22 0-7-16,-19 1 5 0,4 6-11 15,26 1 4-15,4 0-11 0,0 0-9 0,0-3-19 16,0 6 4-16,-2-3-6 0,-7-3 9 16,-23 1 2-16,-6-7 5 0,-4 2 0 0,-7-2 10 15,0-3 2-15,-3-5 1 0,-6 1 1 16,3 4 7-16,-6-1 0 0,-6 3 9 0,-1-1 6 15,-13 5-1-15,-3-1 6 0,-1 0 11 16,-1 0 4-16,-7 0 10 0,-4 2-2 16,-1 1 5-16,-1-4 11 0,0-1 7 0,-2 1 5 15,3-7-2-15,1-1-2 0,0-3-2 16,-2-3-2-16,-1-3-2 0,-2-2-7 16,-1-2-4-16,6-10-3 0,-1-3-4 0,-1 0-3 15,2-4-2-15,2-2-6 0,-4 4-5 16,-1 1 8-16,-6 9-2 0,-3 2 3 15,-6-1 2-15,-6 10-7 0,-9 0-3 0,-12-6 9 16,-19-2-2-16,-14 4 3 0,-29-4 12 16,-17 4 1-16,-8 4-4 0,-11 1-3 15,-4 1 4-15,-8-1-3 0,3 1-2 16,-5 0-5-16,4 1-1 0,3 2-1 0,6 2-3 16,15 4-1-16,27 3-3 0,5 5 1 15,21 2-3-15,4 0-13 0,0 4-40 0,8 0-56 16,6 1-73-16,-3 3-70 0,9 0-81 15,4 0-78-15,0 2-184 0,0 0 14 0,-7 1 61 16,-1 4-197-16,-3-1-203 0</inkml:trace>
  <inkml:trace contextRef="#ctx0" brushRef="#br0" timeOffset="71203.39">20041 6457 2076 0,'8'-3'26'0,"-4"3"-3"0,-4 0 13 0,0 13 38 0,-1-4 22 0,-10 5 8 0,-1 11 6 0,-4 3-2 16,-3 1 5-16,-7 8-7 0,1 3-10 15,0 0-8-15,0-1-9 0,4 0-8 0,-2 2-7 16,9-4-10-16,1-4-32 16,2 2-43-16,-1 0-57 0,5-1-73 0,1-7-115 0,6-5-185 15,0-6-30-15,0-4-165 0,6 1-142 16</inkml:trace>
  <inkml:trace contextRef="#ctx0" brushRef="#br0" timeOffset="75900.73">2107 11376 2336 0,'17'-18'130'0,"-6"-1"9"0,1 5-12 0,-8 4-9 0,4 1-43 0,-5 3-21 0,1 0-9 16,-4 6-9-16,0 0-5 0,0 0 2 15,0 0 8-15,-19 31 2 0,2-2 3 16,-6 13 16-16,-1 1 2 0,-3 4 18 0,0 2 15 15,-1-2-10-15,-3 1 12 0,2-2-7 16,3 0 23-16,4-5-9 0,4-10-1 16,4-2 11-16,5-4 12 0,3-6 8 0,4-2 9 15,2-3 6-15,4 3-5 0,7-2-9 16,5-2-3-16,9 2-26 0,7-3-10 0,8-2-7 16,1-1-20-16,4-1-66 15,-2 0-80-15,3-2-80 0,-6 1-101 0,2 0-105 16,-2-4-154-16,-11 1-153 0,-2-1 50 0,-7-1-396 15,1-2-489-15</inkml:trace>
  <inkml:trace contextRef="#ctx0" brushRef="#br0" timeOffset="76151.28">2660 11757 2990 0,'0'0'28'0,"-6"-9"6"0,6 9-2 16,-4-3-9-16,4 3 8 0,0 0 13 15,0 0-4-15,12 24 6 0,1 1-8 0,3 3-3 16,-2 8-2-16,-3 0 2 16,-2 3-2-16,-4 1-5 0,-5 1-3 0,-3 0-5 15,-9-2 4-15,-3 7 7 0,-6-4 8 16,-6-1 1-16,-4 0 2 0,-7-6-5 16,-3 1-10-16,-3-3 4 0,-5 1-1 0,-3-5-6 15,-4-3-9-15,1-2-13 0,2-4-48 16,2-3-64-16,11-8-76 0,-3-6-121 0,15-4-205 15,3-7-23-15,6 1 56 0,5-6-93 16,7 1-74-16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customXml" Target="../ink/ink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customXml" Target="../ink/ink9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.xml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.xml"/><Relationship Id="rId11" Type="http://schemas.openxmlformats.org/officeDocument/2006/relationships/image" Target="../media/image21.png"/><Relationship Id="rId5" Type="http://schemas.openxmlformats.org/officeDocument/2006/relationships/image" Target="../media/image18.png"/><Relationship Id="rId10" Type="http://schemas.openxmlformats.org/officeDocument/2006/relationships/customXml" Target="../ink/ink14.xml"/><Relationship Id="rId4" Type="http://schemas.openxmlformats.org/officeDocument/2006/relationships/customXml" Target="../ink/ink11.xml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customXml" Target="../ink/ink2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9933" y="995318"/>
            <a:ext cx="9872134" cy="1193968"/>
          </a:xfrm>
          <a:solidFill>
            <a:srgbClr val="FFFFFF"/>
          </a:solidFill>
          <a:ln w="38100">
            <a:solidFill>
              <a:srgbClr val="7F7F7F"/>
            </a:solidFill>
            <a:miter lim="800000"/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Designing and Analysis of Algorithms</a:t>
            </a:r>
            <a:b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</a:br>
            <a:r>
              <a:rPr lang="en-US" sz="3600" kern="1200">
                <a:solidFill>
                  <a:srgbClr val="3F3F3F"/>
                </a:solidFill>
                <a:latin typeface="+mj-lt"/>
                <a:ea typeface="+mj-ea"/>
                <a:cs typeface="+mj-cs"/>
              </a:rPr>
              <a:t>Course Code: ECS 5101/CS514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6915" y="2888250"/>
            <a:ext cx="4297351" cy="29597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Dr Rahul Mishra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/>
              <a:t>IIT Patna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A95BC3-E4B0-FB16-BB70-D128FA5BDC2D}"/>
              </a:ext>
            </a:extLst>
          </p:cNvPr>
          <p:cNvSpPr txBox="1"/>
          <p:nvPr/>
        </p:nvSpPr>
        <p:spPr>
          <a:xfrm>
            <a:off x="6417731" y="2888250"/>
            <a:ext cx="4292594" cy="295977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/>
              <a:t>Lecture 16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48696F6-2B79-546B-BE99-56AF0DD2123E}"/>
                  </a:ext>
                </a:extLst>
              </p14:cNvPr>
              <p14:cNvContentPartPr/>
              <p14:nvPr/>
            </p14:nvContentPartPr>
            <p14:xfrm>
              <a:off x="2360520" y="2819520"/>
              <a:ext cx="8819640" cy="3251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48696F6-2B79-546B-BE99-56AF0DD212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1160" y="2810160"/>
                <a:ext cx="8838360" cy="32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5609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1" y="195071"/>
            <a:ext cx="11696368" cy="6419215"/>
            <a:chOff x="926591" y="195071"/>
            <a:chExt cx="10549255" cy="6419215"/>
          </a:xfrm>
        </p:grpSpPr>
        <p:sp>
          <p:nvSpPr>
            <p:cNvPr id="3" name="object 3"/>
            <p:cNvSpPr/>
            <p:nvPr/>
          </p:nvSpPr>
          <p:spPr>
            <a:xfrm>
              <a:off x="1075943" y="259080"/>
              <a:ext cx="10399776" cy="635507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9545" y="208025"/>
              <a:ext cx="2964180" cy="645160"/>
            </a:xfrm>
            <a:custGeom>
              <a:avLst/>
              <a:gdLst/>
              <a:ahLst/>
              <a:cxnLst/>
              <a:rect l="l" t="t" r="r" b="b"/>
              <a:pathLst>
                <a:path w="2964179" h="645160">
                  <a:moveTo>
                    <a:pt x="0" y="644651"/>
                  </a:moveTo>
                  <a:lnTo>
                    <a:pt x="2964179" y="644651"/>
                  </a:lnTo>
                  <a:lnTo>
                    <a:pt x="2964179" y="0"/>
                  </a:lnTo>
                  <a:lnTo>
                    <a:pt x="0" y="0"/>
                  </a:lnTo>
                  <a:lnTo>
                    <a:pt x="0" y="644651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3216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604" y="512064"/>
            <a:ext cx="11529059" cy="58719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781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6616" y="216408"/>
            <a:ext cx="11318747" cy="64389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4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637D22-EEE3-FC17-DD05-3AB305F100AF}"/>
                  </a:ext>
                </a:extLst>
              </p14:cNvPr>
              <p14:cNvContentPartPr/>
              <p14:nvPr/>
            </p14:nvContentPartPr>
            <p14:xfrm>
              <a:off x="7198560" y="4123440"/>
              <a:ext cx="4417920" cy="2216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637D22-EEE3-FC17-DD05-3AB305F100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89200" y="4114080"/>
                <a:ext cx="4436640" cy="223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0534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1668" y="227076"/>
            <a:ext cx="11201400" cy="639470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5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202A39-0915-064F-88D8-1FD76BC5D2CC}"/>
                  </a:ext>
                </a:extLst>
              </p14:cNvPr>
              <p14:cNvContentPartPr/>
              <p14:nvPr/>
            </p14:nvContentPartPr>
            <p14:xfrm>
              <a:off x="6215400" y="1598040"/>
              <a:ext cx="5488200" cy="2791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202A39-0915-064F-88D8-1FD76BC5D2C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06040" y="1588680"/>
                <a:ext cx="5506920" cy="281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219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36549" y="350520"/>
            <a:ext cx="11473180" cy="6116320"/>
            <a:chOff x="336549" y="350520"/>
            <a:chExt cx="11473180" cy="6116320"/>
          </a:xfrm>
        </p:grpSpPr>
        <p:sp>
          <p:nvSpPr>
            <p:cNvPr id="3" name="object 3"/>
            <p:cNvSpPr/>
            <p:nvPr/>
          </p:nvSpPr>
          <p:spPr>
            <a:xfrm>
              <a:off x="336549" y="350520"/>
              <a:ext cx="11472926" cy="61158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327909" y="3412998"/>
              <a:ext cx="1420495" cy="342900"/>
            </a:xfrm>
            <a:custGeom>
              <a:avLst/>
              <a:gdLst/>
              <a:ahLst/>
              <a:cxnLst/>
              <a:rect l="l" t="t" r="r" b="b"/>
              <a:pathLst>
                <a:path w="1420495" h="342900">
                  <a:moveTo>
                    <a:pt x="1420367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1420367" y="342900"/>
                  </a:lnTo>
                  <a:lnTo>
                    <a:pt x="14203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327909" y="3412998"/>
              <a:ext cx="1420495" cy="342900"/>
            </a:xfrm>
            <a:custGeom>
              <a:avLst/>
              <a:gdLst/>
              <a:ahLst/>
              <a:cxnLst/>
              <a:rect l="l" t="t" r="r" b="b"/>
              <a:pathLst>
                <a:path w="1420495" h="342900">
                  <a:moveTo>
                    <a:pt x="0" y="342900"/>
                  </a:moveTo>
                  <a:lnTo>
                    <a:pt x="1420367" y="342900"/>
                  </a:lnTo>
                  <a:lnTo>
                    <a:pt x="1420367" y="0"/>
                  </a:lnTo>
                  <a:lnTo>
                    <a:pt x="0" y="0"/>
                  </a:lnTo>
                  <a:lnTo>
                    <a:pt x="0" y="342900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5393" y="4046728"/>
              <a:ext cx="574675" cy="565150"/>
            </a:xfrm>
            <a:custGeom>
              <a:avLst/>
              <a:gdLst/>
              <a:ahLst/>
              <a:cxnLst/>
              <a:rect l="l" t="t" r="r" b="b"/>
              <a:pathLst>
                <a:path w="574675" h="565150">
                  <a:moveTo>
                    <a:pt x="228726" y="0"/>
                  </a:moveTo>
                  <a:lnTo>
                    <a:pt x="0" y="255143"/>
                  </a:lnTo>
                  <a:lnTo>
                    <a:pt x="345313" y="564896"/>
                  </a:lnTo>
                  <a:lnTo>
                    <a:pt x="574166" y="309753"/>
                  </a:lnTo>
                  <a:lnTo>
                    <a:pt x="22872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5393" y="4046728"/>
              <a:ext cx="574675" cy="565150"/>
            </a:xfrm>
            <a:custGeom>
              <a:avLst/>
              <a:gdLst/>
              <a:ahLst/>
              <a:cxnLst/>
              <a:rect l="l" t="t" r="r" b="b"/>
              <a:pathLst>
                <a:path w="574675" h="565150">
                  <a:moveTo>
                    <a:pt x="228726" y="0"/>
                  </a:moveTo>
                  <a:lnTo>
                    <a:pt x="574166" y="309753"/>
                  </a:lnTo>
                  <a:lnTo>
                    <a:pt x="345313" y="564896"/>
                  </a:lnTo>
                  <a:lnTo>
                    <a:pt x="0" y="255143"/>
                  </a:lnTo>
                  <a:lnTo>
                    <a:pt x="228726" y="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385946" y="5812967"/>
              <a:ext cx="97790" cy="103505"/>
            </a:xfrm>
            <a:custGeom>
              <a:avLst/>
              <a:gdLst/>
              <a:ahLst/>
              <a:cxnLst/>
              <a:rect l="l" t="t" r="r" b="b"/>
              <a:pathLst>
                <a:path w="97789" h="103504">
                  <a:moveTo>
                    <a:pt x="92075" y="0"/>
                  </a:moveTo>
                  <a:lnTo>
                    <a:pt x="0" y="4902"/>
                  </a:lnTo>
                  <a:lnTo>
                    <a:pt x="5333" y="102971"/>
                  </a:lnTo>
                  <a:lnTo>
                    <a:pt x="97281" y="98082"/>
                  </a:lnTo>
                  <a:lnTo>
                    <a:pt x="920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385946" y="5812967"/>
              <a:ext cx="97790" cy="103505"/>
            </a:xfrm>
            <a:custGeom>
              <a:avLst/>
              <a:gdLst/>
              <a:ahLst/>
              <a:cxnLst/>
              <a:rect l="l" t="t" r="r" b="b"/>
              <a:pathLst>
                <a:path w="97789" h="103504">
                  <a:moveTo>
                    <a:pt x="0" y="4902"/>
                  </a:moveTo>
                  <a:lnTo>
                    <a:pt x="92075" y="0"/>
                  </a:lnTo>
                  <a:lnTo>
                    <a:pt x="97281" y="98082"/>
                  </a:lnTo>
                  <a:lnTo>
                    <a:pt x="5333" y="102971"/>
                  </a:lnTo>
                  <a:lnTo>
                    <a:pt x="0" y="490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041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449580" y="431292"/>
            <a:ext cx="11225783" cy="62895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5846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9580" y="431292"/>
            <a:ext cx="11226165" cy="6289675"/>
            <a:chOff x="449580" y="431292"/>
            <a:chExt cx="11226165" cy="6289675"/>
          </a:xfrm>
        </p:grpSpPr>
        <p:sp>
          <p:nvSpPr>
            <p:cNvPr id="3" name="object 3"/>
            <p:cNvSpPr/>
            <p:nvPr/>
          </p:nvSpPr>
          <p:spPr>
            <a:xfrm>
              <a:off x="449580" y="431292"/>
              <a:ext cx="11225783" cy="62895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5413" y="1968245"/>
              <a:ext cx="5242560" cy="4389120"/>
            </a:xfrm>
            <a:custGeom>
              <a:avLst/>
              <a:gdLst/>
              <a:ahLst/>
              <a:cxnLst/>
              <a:rect l="l" t="t" r="r" b="b"/>
              <a:pathLst>
                <a:path w="5242560" h="4389120">
                  <a:moveTo>
                    <a:pt x="0" y="536448"/>
                  </a:moveTo>
                  <a:lnTo>
                    <a:pt x="1559052" y="536448"/>
                  </a:lnTo>
                  <a:lnTo>
                    <a:pt x="1559052" y="0"/>
                  </a:lnTo>
                  <a:lnTo>
                    <a:pt x="0" y="0"/>
                  </a:lnTo>
                  <a:lnTo>
                    <a:pt x="0" y="536448"/>
                  </a:lnTo>
                  <a:close/>
                </a:path>
                <a:path w="5242560" h="4389120">
                  <a:moveTo>
                    <a:pt x="2104644" y="4294632"/>
                  </a:moveTo>
                  <a:lnTo>
                    <a:pt x="3663696" y="4294632"/>
                  </a:lnTo>
                  <a:lnTo>
                    <a:pt x="3663696" y="3304031"/>
                  </a:lnTo>
                  <a:lnTo>
                    <a:pt x="2104644" y="3304031"/>
                  </a:lnTo>
                  <a:lnTo>
                    <a:pt x="2104644" y="4294632"/>
                  </a:lnTo>
                  <a:close/>
                </a:path>
                <a:path w="5242560" h="4389120">
                  <a:moveTo>
                    <a:pt x="2104644" y="799338"/>
                  </a:moveTo>
                  <a:lnTo>
                    <a:pt x="2108610" y="752090"/>
                  </a:lnTo>
                  <a:lnTo>
                    <a:pt x="2120047" y="707618"/>
                  </a:lnTo>
                  <a:lnTo>
                    <a:pt x="2138256" y="666665"/>
                  </a:lnTo>
                  <a:lnTo>
                    <a:pt x="2162543" y="629973"/>
                  </a:lnTo>
                  <a:lnTo>
                    <a:pt x="2192211" y="598286"/>
                  </a:lnTo>
                  <a:lnTo>
                    <a:pt x="2226563" y="572346"/>
                  </a:lnTo>
                  <a:lnTo>
                    <a:pt x="2264905" y="552898"/>
                  </a:lnTo>
                  <a:lnTo>
                    <a:pt x="2306539" y="540684"/>
                  </a:lnTo>
                  <a:lnTo>
                    <a:pt x="2350770" y="536448"/>
                  </a:lnTo>
                  <a:lnTo>
                    <a:pt x="2395000" y="540684"/>
                  </a:lnTo>
                  <a:lnTo>
                    <a:pt x="2436634" y="552898"/>
                  </a:lnTo>
                  <a:lnTo>
                    <a:pt x="2474976" y="572346"/>
                  </a:lnTo>
                  <a:lnTo>
                    <a:pt x="2509328" y="598286"/>
                  </a:lnTo>
                  <a:lnTo>
                    <a:pt x="2538996" y="629973"/>
                  </a:lnTo>
                  <a:lnTo>
                    <a:pt x="2563283" y="666665"/>
                  </a:lnTo>
                  <a:lnTo>
                    <a:pt x="2581492" y="707618"/>
                  </a:lnTo>
                  <a:lnTo>
                    <a:pt x="2592929" y="752090"/>
                  </a:lnTo>
                  <a:lnTo>
                    <a:pt x="2596896" y="799338"/>
                  </a:lnTo>
                  <a:lnTo>
                    <a:pt x="2592929" y="846585"/>
                  </a:lnTo>
                  <a:lnTo>
                    <a:pt x="2581492" y="891057"/>
                  </a:lnTo>
                  <a:lnTo>
                    <a:pt x="2563283" y="932010"/>
                  </a:lnTo>
                  <a:lnTo>
                    <a:pt x="2538996" y="968702"/>
                  </a:lnTo>
                  <a:lnTo>
                    <a:pt x="2509328" y="1000389"/>
                  </a:lnTo>
                  <a:lnTo>
                    <a:pt x="2474976" y="1026329"/>
                  </a:lnTo>
                  <a:lnTo>
                    <a:pt x="2436634" y="1045777"/>
                  </a:lnTo>
                  <a:lnTo>
                    <a:pt x="2395000" y="1057991"/>
                  </a:lnTo>
                  <a:lnTo>
                    <a:pt x="2350770" y="1062227"/>
                  </a:lnTo>
                  <a:lnTo>
                    <a:pt x="2306539" y="1057991"/>
                  </a:lnTo>
                  <a:lnTo>
                    <a:pt x="2264905" y="1045777"/>
                  </a:lnTo>
                  <a:lnTo>
                    <a:pt x="2226564" y="1026329"/>
                  </a:lnTo>
                  <a:lnTo>
                    <a:pt x="2192211" y="1000389"/>
                  </a:lnTo>
                  <a:lnTo>
                    <a:pt x="2162543" y="968702"/>
                  </a:lnTo>
                  <a:lnTo>
                    <a:pt x="2138256" y="932010"/>
                  </a:lnTo>
                  <a:lnTo>
                    <a:pt x="2120047" y="891057"/>
                  </a:lnTo>
                  <a:lnTo>
                    <a:pt x="2108610" y="846585"/>
                  </a:lnTo>
                  <a:lnTo>
                    <a:pt x="2104644" y="799338"/>
                  </a:lnTo>
                  <a:close/>
                </a:path>
                <a:path w="5242560" h="4389120">
                  <a:moveTo>
                    <a:pt x="3739896" y="3846576"/>
                  </a:moveTo>
                  <a:lnTo>
                    <a:pt x="3741957" y="3806090"/>
                  </a:lnTo>
                  <a:lnTo>
                    <a:pt x="3748043" y="3766413"/>
                  </a:lnTo>
                  <a:lnTo>
                    <a:pt x="3758009" y="3727647"/>
                  </a:lnTo>
                  <a:lnTo>
                    <a:pt x="3771709" y="3689898"/>
                  </a:lnTo>
                  <a:lnTo>
                    <a:pt x="3788999" y="3653272"/>
                  </a:lnTo>
                  <a:lnTo>
                    <a:pt x="3809733" y="3617872"/>
                  </a:lnTo>
                  <a:lnTo>
                    <a:pt x="3833765" y="3583805"/>
                  </a:lnTo>
                  <a:lnTo>
                    <a:pt x="3860950" y="3551175"/>
                  </a:lnTo>
                  <a:lnTo>
                    <a:pt x="3891143" y="3520087"/>
                  </a:lnTo>
                  <a:lnTo>
                    <a:pt x="3924198" y="3490645"/>
                  </a:lnTo>
                  <a:lnTo>
                    <a:pt x="3959971" y="3462956"/>
                  </a:lnTo>
                  <a:lnTo>
                    <a:pt x="3998315" y="3437124"/>
                  </a:lnTo>
                  <a:lnTo>
                    <a:pt x="4039085" y="3413254"/>
                  </a:lnTo>
                  <a:lnTo>
                    <a:pt x="4082137" y="3391450"/>
                  </a:lnTo>
                  <a:lnTo>
                    <a:pt x="4127325" y="3371819"/>
                  </a:lnTo>
                  <a:lnTo>
                    <a:pt x="4174502" y="3354464"/>
                  </a:lnTo>
                  <a:lnTo>
                    <a:pt x="4223525" y="3339492"/>
                  </a:lnTo>
                  <a:lnTo>
                    <a:pt x="4274248" y="3327006"/>
                  </a:lnTo>
                  <a:lnTo>
                    <a:pt x="4326524" y="3317112"/>
                  </a:lnTo>
                  <a:lnTo>
                    <a:pt x="4380210" y="3309915"/>
                  </a:lnTo>
                  <a:lnTo>
                    <a:pt x="4435160" y="3305520"/>
                  </a:lnTo>
                  <a:lnTo>
                    <a:pt x="4491228" y="3304031"/>
                  </a:lnTo>
                  <a:lnTo>
                    <a:pt x="4547295" y="3305520"/>
                  </a:lnTo>
                  <a:lnTo>
                    <a:pt x="4602245" y="3309915"/>
                  </a:lnTo>
                  <a:lnTo>
                    <a:pt x="4655931" y="3317112"/>
                  </a:lnTo>
                  <a:lnTo>
                    <a:pt x="4708207" y="3327006"/>
                  </a:lnTo>
                  <a:lnTo>
                    <a:pt x="4758930" y="3339492"/>
                  </a:lnTo>
                  <a:lnTo>
                    <a:pt x="4807953" y="3354464"/>
                  </a:lnTo>
                  <a:lnTo>
                    <a:pt x="4855130" y="3371819"/>
                  </a:lnTo>
                  <a:lnTo>
                    <a:pt x="4900318" y="3391450"/>
                  </a:lnTo>
                  <a:lnTo>
                    <a:pt x="4943370" y="3413254"/>
                  </a:lnTo>
                  <a:lnTo>
                    <a:pt x="4984140" y="3437124"/>
                  </a:lnTo>
                  <a:lnTo>
                    <a:pt x="5022484" y="3462956"/>
                  </a:lnTo>
                  <a:lnTo>
                    <a:pt x="5058257" y="3490645"/>
                  </a:lnTo>
                  <a:lnTo>
                    <a:pt x="5091312" y="3520087"/>
                  </a:lnTo>
                  <a:lnTo>
                    <a:pt x="5121505" y="3551175"/>
                  </a:lnTo>
                  <a:lnTo>
                    <a:pt x="5148690" y="3583805"/>
                  </a:lnTo>
                  <a:lnTo>
                    <a:pt x="5172722" y="3617872"/>
                  </a:lnTo>
                  <a:lnTo>
                    <a:pt x="5193456" y="3653272"/>
                  </a:lnTo>
                  <a:lnTo>
                    <a:pt x="5210746" y="3689898"/>
                  </a:lnTo>
                  <a:lnTo>
                    <a:pt x="5224446" y="3727647"/>
                  </a:lnTo>
                  <a:lnTo>
                    <a:pt x="5234412" y="3766413"/>
                  </a:lnTo>
                  <a:lnTo>
                    <a:pt x="5240498" y="3806090"/>
                  </a:lnTo>
                  <a:lnTo>
                    <a:pt x="5242560" y="3846576"/>
                  </a:lnTo>
                  <a:lnTo>
                    <a:pt x="5240498" y="3887067"/>
                  </a:lnTo>
                  <a:lnTo>
                    <a:pt x="5234412" y="3926750"/>
                  </a:lnTo>
                  <a:lnTo>
                    <a:pt x="5224446" y="3965520"/>
                  </a:lnTo>
                  <a:lnTo>
                    <a:pt x="5210746" y="4003271"/>
                  </a:lnTo>
                  <a:lnTo>
                    <a:pt x="5193456" y="4039900"/>
                  </a:lnTo>
                  <a:lnTo>
                    <a:pt x="5172722" y="4075301"/>
                  </a:lnTo>
                  <a:lnTo>
                    <a:pt x="5148690" y="4109368"/>
                  </a:lnTo>
                  <a:lnTo>
                    <a:pt x="5121505" y="4141999"/>
                  </a:lnTo>
                  <a:lnTo>
                    <a:pt x="5091312" y="4173086"/>
                  </a:lnTo>
                  <a:lnTo>
                    <a:pt x="5058257" y="4202526"/>
                  </a:lnTo>
                  <a:lnTo>
                    <a:pt x="5022484" y="4230214"/>
                  </a:lnTo>
                  <a:lnTo>
                    <a:pt x="4984140" y="4256044"/>
                  </a:lnTo>
                  <a:lnTo>
                    <a:pt x="4943370" y="4279912"/>
                  </a:lnTo>
                  <a:lnTo>
                    <a:pt x="4900318" y="4301714"/>
                  </a:lnTo>
                  <a:lnTo>
                    <a:pt x="4855130" y="4321343"/>
                  </a:lnTo>
                  <a:lnTo>
                    <a:pt x="4807953" y="4338695"/>
                  </a:lnTo>
                  <a:lnTo>
                    <a:pt x="4758930" y="4353665"/>
                  </a:lnTo>
                  <a:lnTo>
                    <a:pt x="4708207" y="4366149"/>
                  </a:lnTo>
                  <a:lnTo>
                    <a:pt x="4655931" y="4376041"/>
                  </a:lnTo>
                  <a:lnTo>
                    <a:pt x="4602245" y="4383237"/>
                  </a:lnTo>
                  <a:lnTo>
                    <a:pt x="4547295" y="4387631"/>
                  </a:lnTo>
                  <a:lnTo>
                    <a:pt x="4491228" y="4389120"/>
                  </a:lnTo>
                  <a:lnTo>
                    <a:pt x="4435160" y="4387631"/>
                  </a:lnTo>
                  <a:lnTo>
                    <a:pt x="4380210" y="4383237"/>
                  </a:lnTo>
                  <a:lnTo>
                    <a:pt x="4326524" y="4376041"/>
                  </a:lnTo>
                  <a:lnTo>
                    <a:pt x="4274248" y="4366149"/>
                  </a:lnTo>
                  <a:lnTo>
                    <a:pt x="4223525" y="4353665"/>
                  </a:lnTo>
                  <a:lnTo>
                    <a:pt x="4174502" y="4338695"/>
                  </a:lnTo>
                  <a:lnTo>
                    <a:pt x="4127325" y="4321343"/>
                  </a:lnTo>
                  <a:lnTo>
                    <a:pt x="4082137" y="4301714"/>
                  </a:lnTo>
                  <a:lnTo>
                    <a:pt x="4039085" y="4279912"/>
                  </a:lnTo>
                  <a:lnTo>
                    <a:pt x="3998315" y="4256044"/>
                  </a:lnTo>
                  <a:lnTo>
                    <a:pt x="3959971" y="4230214"/>
                  </a:lnTo>
                  <a:lnTo>
                    <a:pt x="3924198" y="4202526"/>
                  </a:lnTo>
                  <a:lnTo>
                    <a:pt x="3891143" y="4173086"/>
                  </a:lnTo>
                  <a:lnTo>
                    <a:pt x="3860950" y="4141999"/>
                  </a:lnTo>
                  <a:lnTo>
                    <a:pt x="3833765" y="4109368"/>
                  </a:lnTo>
                  <a:lnTo>
                    <a:pt x="3809733" y="4075301"/>
                  </a:lnTo>
                  <a:lnTo>
                    <a:pt x="3788999" y="4039900"/>
                  </a:lnTo>
                  <a:lnTo>
                    <a:pt x="3771709" y="4003271"/>
                  </a:lnTo>
                  <a:lnTo>
                    <a:pt x="3758009" y="3965520"/>
                  </a:lnTo>
                  <a:lnTo>
                    <a:pt x="3748043" y="3926750"/>
                  </a:lnTo>
                  <a:lnTo>
                    <a:pt x="3741957" y="3887067"/>
                  </a:lnTo>
                  <a:lnTo>
                    <a:pt x="3739896" y="3846576"/>
                  </a:lnTo>
                  <a:close/>
                </a:path>
              </a:pathLst>
            </a:custGeom>
            <a:ln w="25908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8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BFCB83B-5335-B78A-6D71-4240DC5F6FF4}"/>
                  </a:ext>
                </a:extLst>
              </p14:cNvPr>
              <p14:cNvContentPartPr/>
              <p14:nvPr/>
            </p14:nvContentPartPr>
            <p14:xfrm>
              <a:off x="9250200" y="1389240"/>
              <a:ext cx="2508840" cy="1756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BFCB83B-5335-B78A-6D71-4240DC5F6FF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240840" y="1379880"/>
                <a:ext cx="2527560" cy="177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429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2E585-DA86-892A-78C1-77643D5EB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55BB892-B9C2-F630-411B-6EA2491AD8B5}"/>
                  </a:ext>
                </a:extLst>
              </p14:cNvPr>
              <p14:cNvContentPartPr/>
              <p14:nvPr/>
            </p14:nvContentPartPr>
            <p14:xfrm>
              <a:off x="256320" y="440280"/>
              <a:ext cx="11789280" cy="6120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55BB892-B9C2-F630-411B-6EA2491AD8B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960" y="430920"/>
                <a:ext cx="11808000" cy="613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8099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271AD1-28A7-9212-E8A6-56707882B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84089F-A1B0-0C69-225C-D1269FB53188}"/>
                  </a:ext>
                </a:extLst>
              </p14:cNvPr>
              <p14:cNvContentPartPr/>
              <p14:nvPr/>
            </p14:nvContentPartPr>
            <p14:xfrm>
              <a:off x="537480" y="345600"/>
              <a:ext cx="11477160" cy="6249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84089F-A1B0-0C69-225C-D1269FB5318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8120" y="336240"/>
                <a:ext cx="11495880" cy="626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4ED062-D7FA-48DD-2460-8416D47E2CDC}"/>
                  </a:ext>
                </a:extLst>
              </p14:cNvPr>
              <p14:cNvContentPartPr/>
              <p14:nvPr/>
            </p14:nvContentPartPr>
            <p14:xfrm>
              <a:off x="1287000" y="5079960"/>
              <a:ext cx="9728280" cy="1076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4ED062-D7FA-48DD-2460-8416D47E2C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77640" y="5070600"/>
                <a:ext cx="9747000" cy="109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89382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4840" y="408431"/>
            <a:ext cx="11033759" cy="6312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11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769760" y="4850280"/>
              <a:ext cx="1958400" cy="11556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0400" y="4840920"/>
                <a:ext cx="19771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D14C040-2D4D-00C1-F40B-AFB1889EC069}"/>
                  </a:ext>
                </a:extLst>
              </p14:cNvPr>
              <p14:cNvContentPartPr/>
              <p14:nvPr/>
            </p14:nvContentPartPr>
            <p14:xfrm>
              <a:off x="1150920" y="338400"/>
              <a:ext cx="10738440" cy="4278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D14C040-2D4D-00C1-F40B-AFB1889EC06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41560" y="329040"/>
                <a:ext cx="10757160" cy="429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865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5311AD-B651-9AE2-0C94-EDB52961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201A67-39CE-02E9-3B2F-B10CF70BEA9F}"/>
                  </a:ext>
                </a:extLst>
              </p14:cNvPr>
              <p14:cNvContentPartPr/>
              <p14:nvPr/>
            </p14:nvContentPartPr>
            <p14:xfrm>
              <a:off x="635760" y="340200"/>
              <a:ext cx="10874880" cy="5186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201A67-39CE-02E9-3B2F-B10CF70BEA9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6400" y="330840"/>
                <a:ext cx="10893600" cy="5204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0B0DA1F5-B4DC-CC96-42AD-EDA0C80E2654}"/>
              </a:ext>
            </a:extLst>
          </p:cNvPr>
          <p:cNvGrpSpPr/>
          <p:nvPr/>
        </p:nvGrpSpPr>
        <p:grpSpPr>
          <a:xfrm>
            <a:off x="733627" y="4054928"/>
            <a:ext cx="1693440" cy="2021040"/>
            <a:chOff x="733627" y="4054928"/>
            <a:chExt cx="1693440" cy="202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B4E14F4-30CE-AD24-1E79-7E39D3AA0444}"/>
                    </a:ext>
                  </a:extLst>
                </p14:cNvPr>
                <p14:cNvContentPartPr/>
                <p14:nvPr/>
              </p14:nvContentPartPr>
              <p14:xfrm>
                <a:off x="1502947" y="4054928"/>
                <a:ext cx="924120" cy="1156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B4E14F4-30CE-AD24-1E79-7E39D3AA044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98627" y="4050608"/>
                  <a:ext cx="93276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AFC67A0-00B9-6EA4-E94A-6C5783B67249}"/>
                    </a:ext>
                  </a:extLst>
                </p14:cNvPr>
                <p14:cNvContentPartPr/>
                <p14:nvPr/>
              </p14:nvContentPartPr>
              <p14:xfrm>
                <a:off x="1055107" y="5434808"/>
                <a:ext cx="201240" cy="447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AFC67A0-00B9-6EA4-E94A-6C5783B6724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50795" y="5430488"/>
                  <a:ext cx="209865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26C87A8-DDF0-3D53-B598-A46B165DDCB2}"/>
                    </a:ext>
                  </a:extLst>
                </p14:cNvPr>
                <p14:cNvContentPartPr/>
                <p14:nvPr/>
              </p14:nvContentPartPr>
              <p14:xfrm>
                <a:off x="1451107" y="5553248"/>
                <a:ext cx="138600" cy="341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26C87A8-DDF0-3D53-B598-A46B165DDCB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46776" y="5548928"/>
                  <a:ext cx="147263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8833C2B-977D-7C44-A616-08E07258A7BB}"/>
                    </a:ext>
                  </a:extLst>
                </p14:cNvPr>
                <p14:cNvContentPartPr/>
                <p14:nvPr/>
              </p14:nvContentPartPr>
              <p14:xfrm>
                <a:off x="733627" y="5346248"/>
                <a:ext cx="1204200" cy="729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8833C2B-977D-7C44-A616-08E07258A7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9307" y="5341928"/>
                  <a:ext cx="1212840" cy="738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04667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11252" y="350520"/>
            <a:ext cx="11748516" cy="62925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13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52F08A-A420-0275-D047-B57C9E40EE11}"/>
                  </a:ext>
                </a:extLst>
              </p14:cNvPr>
              <p14:cNvContentPartPr/>
              <p14:nvPr/>
            </p14:nvContentPartPr>
            <p14:xfrm>
              <a:off x="1377360" y="2508480"/>
              <a:ext cx="9952200" cy="3405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52F08A-A420-0275-D047-B57C9E40EE1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8000" y="2499120"/>
                <a:ext cx="9970920" cy="342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47020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CAB482-9778-E7B9-4C6B-E7E4D320A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CF2C7D-DA91-94B8-DCFE-D6F83438BEB2}"/>
                  </a:ext>
                </a:extLst>
              </p14:cNvPr>
              <p14:cNvContentPartPr/>
              <p14:nvPr/>
            </p14:nvContentPartPr>
            <p14:xfrm>
              <a:off x="833400" y="562320"/>
              <a:ext cx="9788040" cy="5174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CF2C7D-DA91-94B8-DCFE-D6F83438BEB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4040" y="552960"/>
                <a:ext cx="9806760" cy="5193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2184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8052" y="307848"/>
            <a:ext cx="11354263" cy="62895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15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9E453B-FE50-4850-D10E-10BE9921179E}"/>
                  </a:ext>
                </a:extLst>
              </p14:cNvPr>
              <p14:cNvContentPartPr/>
              <p14:nvPr/>
            </p14:nvContentPartPr>
            <p14:xfrm>
              <a:off x="315360" y="1973520"/>
              <a:ext cx="11235240" cy="4431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9E453B-FE50-4850-D10E-10BE9921179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000" y="1964160"/>
                <a:ext cx="11253960" cy="445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311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1752" y="124968"/>
            <a:ext cx="11397995" cy="65958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16</a:t>
            </a:fld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F78465E-3880-39E1-64FD-AA7B33AF4016}"/>
                  </a:ext>
                </a:extLst>
              </p14:cNvPr>
              <p14:cNvContentPartPr/>
              <p14:nvPr/>
            </p14:nvContentPartPr>
            <p14:xfrm>
              <a:off x="0" y="751320"/>
              <a:ext cx="11211120" cy="5206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F78465E-3880-39E1-64FD-AA7B33AF40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9360" y="741960"/>
                <a:ext cx="11229840" cy="522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856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8764" y="115824"/>
            <a:ext cx="10972383" cy="64815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98715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DE3783-0137-3B92-924A-76A1F88BA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18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860A1E3-CAE9-AB9B-CEEE-5589F8EF8587}"/>
                  </a:ext>
                </a:extLst>
              </p14:cNvPr>
              <p14:cNvContentPartPr/>
              <p14:nvPr/>
            </p14:nvContentPartPr>
            <p14:xfrm>
              <a:off x="260640" y="295560"/>
              <a:ext cx="11234880" cy="3313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860A1E3-CAE9-AB9B-CEEE-5589F8EF85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280" y="286200"/>
                <a:ext cx="11253600" cy="333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8D4111-EF2E-9D42-C2F3-A72C685996E3}"/>
                  </a:ext>
                </a:extLst>
              </p14:cNvPr>
              <p14:cNvContentPartPr/>
              <p14:nvPr/>
            </p14:nvContentPartPr>
            <p14:xfrm>
              <a:off x="436320" y="537840"/>
              <a:ext cx="10651320" cy="5231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8D4111-EF2E-9D42-C2F3-A72C685996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960" y="528480"/>
                <a:ext cx="10670040" cy="524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4141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7851C-372E-E5C8-1A15-F6B8BD049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1C6E1-61C1-B612-E9C9-2D361B550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6CC5747-210B-92D5-B468-8EB5414D38CF}"/>
                  </a:ext>
                </a:extLst>
              </p14:cNvPr>
              <p14:cNvContentPartPr/>
              <p14:nvPr/>
            </p14:nvContentPartPr>
            <p14:xfrm>
              <a:off x="501480" y="323280"/>
              <a:ext cx="11632680" cy="6451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6CC5747-210B-92D5-B468-8EB5414D38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2120" y="313920"/>
                <a:ext cx="11651400" cy="647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55011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4AB4-D5CC-B106-F0AA-1A2F3BB9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6A6934-180A-0795-C996-58555D171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EB2E3A-9617-5CC1-D699-0E13EF5D66F4}"/>
                  </a:ext>
                </a:extLst>
              </p14:cNvPr>
              <p14:cNvContentPartPr/>
              <p14:nvPr/>
            </p14:nvContentPartPr>
            <p14:xfrm>
              <a:off x="663840" y="387360"/>
              <a:ext cx="11521080" cy="462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EB2E3A-9617-5CC1-D699-0E13EF5D66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54480" y="378000"/>
                <a:ext cx="11539800" cy="464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01952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9819" y="0"/>
            <a:ext cx="10982223" cy="6759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3041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9683" y="224028"/>
            <a:ext cx="11253216" cy="6496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39498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068" y="220980"/>
            <a:ext cx="11191240" cy="6499860"/>
            <a:chOff x="163068" y="220980"/>
            <a:chExt cx="11191240" cy="6499860"/>
          </a:xfrm>
        </p:grpSpPr>
        <p:sp>
          <p:nvSpPr>
            <p:cNvPr id="3" name="object 3"/>
            <p:cNvSpPr/>
            <p:nvPr/>
          </p:nvSpPr>
          <p:spPr>
            <a:xfrm>
              <a:off x="163068" y="220980"/>
              <a:ext cx="5437632" cy="215950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869435" y="2403348"/>
              <a:ext cx="7484363" cy="431749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" name="object 5"/>
          <p:cNvGrpSpPr/>
          <p:nvPr/>
        </p:nvGrpSpPr>
        <p:grpSpPr>
          <a:xfrm>
            <a:off x="10634471" y="2391155"/>
            <a:ext cx="466725" cy="4343400"/>
            <a:chOff x="10634471" y="2391155"/>
            <a:chExt cx="466725" cy="4343400"/>
          </a:xfrm>
        </p:grpSpPr>
        <p:sp>
          <p:nvSpPr>
            <p:cNvPr id="6" name="object 6"/>
            <p:cNvSpPr/>
            <p:nvPr/>
          </p:nvSpPr>
          <p:spPr>
            <a:xfrm>
              <a:off x="10647425" y="2404109"/>
              <a:ext cx="440690" cy="4318000"/>
            </a:xfrm>
            <a:custGeom>
              <a:avLst/>
              <a:gdLst/>
              <a:ahLst/>
              <a:cxnLst/>
              <a:rect l="l" t="t" r="r" b="b"/>
              <a:pathLst>
                <a:path w="440690" h="4318000">
                  <a:moveTo>
                    <a:pt x="440435" y="0"/>
                  </a:moveTo>
                  <a:lnTo>
                    <a:pt x="0" y="0"/>
                  </a:lnTo>
                  <a:lnTo>
                    <a:pt x="0" y="4317492"/>
                  </a:lnTo>
                  <a:lnTo>
                    <a:pt x="440435" y="4317492"/>
                  </a:lnTo>
                  <a:lnTo>
                    <a:pt x="4404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47425" y="2404109"/>
              <a:ext cx="440690" cy="4318000"/>
            </a:xfrm>
            <a:custGeom>
              <a:avLst/>
              <a:gdLst/>
              <a:ahLst/>
              <a:cxnLst/>
              <a:rect l="l" t="t" r="r" b="b"/>
              <a:pathLst>
                <a:path w="440690" h="4318000">
                  <a:moveTo>
                    <a:pt x="0" y="4317492"/>
                  </a:moveTo>
                  <a:lnTo>
                    <a:pt x="440435" y="4317492"/>
                  </a:lnTo>
                  <a:lnTo>
                    <a:pt x="440435" y="0"/>
                  </a:lnTo>
                  <a:lnTo>
                    <a:pt x="0" y="0"/>
                  </a:lnTo>
                  <a:lnTo>
                    <a:pt x="0" y="4317492"/>
                  </a:lnTo>
                  <a:close/>
                </a:path>
              </a:pathLst>
            </a:custGeom>
            <a:ln w="25908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429496729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30"/>
              </a:lnSpc>
            </a:pPr>
            <a:fld id="{81D60167-4931-47E6-BA6A-407CBD079E47}" type="slidenum">
              <a:rPr dirty="0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461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42</Words>
  <Application>Microsoft Office PowerPoint</Application>
  <PresentationFormat>Widescreen</PresentationFormat>
  <Paragraphs>26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 Display</vt:lpstr>
      <vt:lpstr>Calibri</vt:lpstr>
      <vt:lpstr>Aptos</vt:lpstr>
      <vt:lpstr>Arial</vt:lpstr>
      <vt:lpstr>Office Theme</vt:lpstr>
      <vt:lpstr>Designing and Analysis of Algorithms Course Code: ECS 5101/CS514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1</cp:revision>
  <dcterms:created xsi:type="dcterms:W3CDTF">2023-01-02T04:30:03Z</dcterms:created>
  <dcterms:modified xsi:type="dcterms:W3CDTF">2025-10-18T14:20:46Z</dcterms:modified>
</cp:coreProperties>
</file>