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omments/comment1.xml" ContentType="application/vnd.openxmlformats-officedocument.presentationml.comments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35"/>
  </p:notesMasterIdLst>
  <p:sldIdLst>
    <p:sldId id="729" r:id="rId2"/>
    <p:sldId id="732" r:id="rId3"/>
    <p:sldId id="733" r:id="rId4"/>
    <p:sldId id="734" r:id="rId5"/>
    <p:sldId id="759" r:id="rId6"/>
    <p:sldId id="760" r:id="rId7"/>
    <p:sldId id="738" r:id="rId8"/>
    <p:sldId id="739" r:id="rId9"/>
    <p:sldId id="747" r:id="rId10"/>
    <p:sldId id="748" r:id="rId11"/>
    <p:sldId id="749" r:id="rId12"/>
    <p:sldId id="750" r:id="rId13"/>
    <p:sldId id="751" r:id="rId14"/>
    <p:sldId id="752" r:id="rId15"/>
    <p:sldId id="753" r:id="rId16"/>
    <p:sldId id="754" r:id="rId17"/>
    <p:sldId id="782" r:id="rId18"/>
    <p:sldId id="783" r:id="rId19"/>
    <p:sldId id="784" r:id="rId20"/>
    <p:sldId id="785" r:id="rId21"/>
    <p:sldId id="786" r:id="rId22"/>
    <p:sldId id="787" r:id="rId23"/>
    <p:sldId id="788" r:id="rId24"/>
    <p:sldId id="789" r:id="rId25"/>
    <p:sldId id="790" r:id="rId26"/>
    <p:sldId id="791" r:id="rId27"/>
    <p:sldId id="792" r:id="rId28"/>
    <p:sldId id="793" r:id="rId29"/>
    <p:sldId id="794" r:id="rId30"/>
    <p:sldId id="795" r:id="rId31"/>
    <p:sldId id="796" r:id="rId32"/>
    <p:sldId id="797" r:id="rId33"/>
    <p:sldId id="79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93" roundtripDataSignature="AMtx7mg1RiiH1V00hBFey73LGlFy9jFHe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. Rahul Mishra" initials="DRM" lastIdx="1" clrIdx="0">
    <p:extLst>
      <p:ext uri="{19B8F6BF-5375-455C-9EA6-DF929625EA0E}">
        <p15:presenceInfo xmlns:p15="http://schemas.microsoft.com/office/powerpoint/2012/main" userId="Dr. Rahul Mish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D7E333-6038-434B-8FF9-64C268F5D5E9}" v="40" dt="2025-11-22T04:03:40.148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9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94" Type="http://schemas.openxmlformats.org/officeDocument/2006/relationships/commentAuthors" Target="commentAuthors.xml"/><Relationship Id="rId9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100" Type="http://schemas.microsoft.com/office/2015/10/relationships/revisionInfo" Target="revisionInfo.xml"/><Relationship Id="rId8" Type="http://schemas.openxmlformats.org/officeDocument/2006/relationships/slide" Target="slides/slide7.xml"/><Relationship Id="rId93" Type="http://customschemas.google.com/relationships/presentationmetadata" Target="metadata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77054C20-5B73-411C-AF9F-27685B677E1A}"/>
    <pc:docChg chg="delSld">
      <pc:chgData name="Rahul Mishra" userId="57c6469e-ac64-4888-811b-35f0aabddbad" providerId="ADAL" clId="{77054C20-5B73-411C-AF9F-27685B677E1A}" dt="2025-11-15T15:15:22.823" v="7" actId="47"/>
      <pc:docMkLst>
        <pc:docMk/>
      </pc:docMkLst>
    </pc:docChg>
  </pc:docChgLst>
  <pc:docChgLst>
    <pc:chgData name="Rahul Mishra" userId="57c6469e-ac64-4888-811b-35f0aabddbad" providerId="ADAL" clId="{2587B58E-4F3B-47AB-B3EB-62407C9160B0}"/>
    <pc:docChg chg="custSel addSld delSld modSld">
      <pc:chgData name="Rahul Mishra" userId="57c6469e-ac64-4888-811b-35f0aabddbad" providerId="ADAL" clId="{2587B58E-4F3B-47AB-B3EB-62407C9160B0}" dt="2025-11-22T04:03:40.148" v="228"/>
      <pc:docMkLst>
        <pc:docMk/>
      </pc:docMkLst>
      <pc:sldChg chg="addSp">
        <pc:chgData name="Rahul Mishra" userId="57c6469e-ac64-4888-811b-35f0aabddbad" providerId="ADAL" clId="{2587B58E-4F3B-47AB-B3EB-62407C9160B0}" dt="2025-11-22T02:43:53.222" v="31"/>
        <pc:sldMkLst>
          <pc:docMk/>
          <pc:sldMk cId="1977800185" sldId="729"/>
        </pc:sldMkLst>
        <pc:inkChg chg="add">
          <ac:chgData name="Rahul Mishra" userId="57c6469e-ac64-4888-811b-35f0aabddbad" providerId="ADAL" clId="{2587B58E-4F3B-47AB-B3EB-62407C9160B0}" dt="2025-11-16T03:51:34.209" v="0"/>
          <ac:inkMkLst>
            <pc:docMk/>
            <pc:sldMk cId="1977800185" sldId="729"/>
            <ac:inkMk id="3" creationId="{A08E3F37-E425-861D-2EE4-8447C426ECAA}"/>
          </ac:inkMkLst>
        </pc:inkChg>
        <pc:inkChg chg="add">
          <ac:chgData name="Rahul Mishra" userId="57c6469e-ac64-4888-811b-35f0aabddbad" providerId="ADAL" clId="{2587B58E-4F3B-47AB-B3EB-62407C9160B0}" dt="2025-11-22T02:43:53.222" v="31"/>
          <ac:inkMkLst>
            <pc:docMk/>
            <pc:sldMk cId="1977800185" sldId="729"/>
            <ac:inkMk id="4" creationId="{73509096-9A9D-313B-52C4-08DADEC05ABF}"/>
          </ac:inkMkLst>
        </pc:inkChg>
      </pc:sldChg>
      <pc:sldChg chg="addSp">
        <pc:chgData name="Rahul Mishra" userId="57c6469e-ac64-4888-811b-35f0aabddbad" providerId="ADAL" clId="{2587B58E-4F3B-47AB-B3EB-62407C9160B0}" dt="2025-11-22T02:43:53.222" v="31"/>
        <pc:sldMkLst>
          <pc:docMk/>
          <pc:sldMk cId="3980827794" sldId="732"/>
        </pc:sldMkLst>
        <pc:inkChg chg="add">
          <ac:chgData name="Rahul Mishra" userId="57c6469e-ac64-4888-811b-35f0aabddbad" providerId="ADAL" clId="{2587B58E-4F3B-47AB-B3EB-62407C9160B0}" dt="2025-11-22T02:43:53.222" v="31"/>
          <ac:inkMkLst>
            <pc:docMk/>
            <pc:sldMk cId="3980827794" sldId="732"/>
            <ac:inkMk id="3" creationId="{9412E19D-A94C-97B5-D1BF-BAF9102A5FEF}"/>
          </ac:inkMkLst>
        </pc:inkChg>
      </pc:sldChg>
      <pc:sldChg chg="addSp">
        <pc:chgData name="Rahul Mishra" userId="57c6469e-ac64-4888-811b-35f0aabddbad" providerId="ADAL" clId="{2587B58E-4F3B-47AB-B3EB-62407C9160B0}" dt="2025-11-22T03:13:14.217" v="32"/>
        <pc:sldMkLst>
          <pc:docMk/>
          <pc:sldMk cId="1070672636" sldId="733"/>
        </pc:sldMkLst>
        <pc:inkChg chg="add">
          <ac:chgData name="Rahul Mishra" userId="57c6469e-ac64-4888-811b-35f0aabddbad" providerId="ADAL" clId="{2587B58E-4F3B-47AB-B3EB-62407C9160B0}" dt="2025-11-22T02:43:53.222" v="31"/>
          <ac:inkMkLst>
            <pc:docMk/>
            <pc:sldMk cId="1070672636" sldId="733"/>
            <ac:inkMk id="3" creationId="{4FBB059D-E91A-A94A-D3CB-86049A2C8C0E}"/>
          </ac:inkMkLst>
        </pc:inkChg>
        <pc:inkChg chg="add">
          <ac:chgData name="Rahul Mishra" userId="57c6469e-ac64-4888-811b-35f0aabddbad" providerId="ADAL" clId="{2587B58E-4F3B-47AB-B3EB-62407C9160B0}" dt="2025-11-22T03:13:14.217" v="32"/>
          <ac:inkMkLst>
            <pc:docMk/>
            <pc:sldMk cId="1070672636" sldId="733"/>
            <ac:inkMk id="5" creationId="{A98D40ED-3001-9EAE-3827-4BCFF46DF8EF}"/>
          </ac:inkMkLst>
        </pc:inkChg>
      </pc:sldChg>
      <pc:sldChg chg="addSp">
        <pc:chgData name="Rahul Mishra" userId="57c6469e-ac64-4888-811b-35f0aabddbad" providerId="ADAL" clId="{2587B58E-4F3B-47AB-B3EB-62407C9160B0}" dt="2025-11-22T03:13:14.217" v="32"/>
        <pc:sldMkLst>
          <pc:docMk/>
          <pc:sldMk cId="2479926070" sldId="734"/>
        </pc:sldMkLst>
        <pc:inkChg chg="add">
          <ac:chgData name="Rahul Mishra" userId="57c6469e-ac64-4888-811b-35f0aabddbad" providerId="ADAL" clId="{2587B58E-4F3B-47AB-B3EB-62407C9160B0}" dt="2025-11-16T03:51:34.209" v="0"/>
          <ac:inkMkLst>
            <pc:docMk/>
            <pc:sldMk cId="2479926070" sldId="734"/>
            <ac:inkMk id="3" creationId="{002130A5-D137-7E67-33E1-F70E3B63842F}"/>
          </ac:inkMkLst>
        </pc:inkChg>
        <pc:inkChg chg="add">
          <ac:chgData name="Rahul Mishra" userId="57c6469e-ac64-4888-811b-35f0aabddbad" providerId="ADAL" clId="{2587B58E-4F3B-47AB-B3EB-62407C9160B0}" dt="2025-11-22T02:43:53.222" v="31"/>
          <ac:inkMkLst>
            <pc:docMk/>
            <pc:sldMk cId="2479926070" sldId="734"/>
            <ac:inkMk id="5" creationId="{2CFBE39F-287F-3B09-461F-E35E7AD06127}"/>
          </ac:inkMkLst>
        </pc:inkChg>
        <pc:inkChg chg="add">
          <ac:chgData name="Rahul Mishra" userId="57c6469e-ac64-4888-811b-35f0aabddbad" providerId="ADAL" clId="{2587B58E-4F3B-47AB-B3EB-62407C9160B0}" dt="2025-11-22T03:13:14.217" v="32"/>
          <ac:inkMkLst>
            <pc:docMk/>
            <pc:sldMk cId="2479926070" sldId="734"/>
            <ac:inkMk id="6" creationId="{53347E1C-242A-069F-86FA-E6B9D4E53243}"/>
          </ac:inkMkLst>
        </pc:inkChg>
      </pc:sldChg>
      <pc:sldChg chg="addSp">
        <pc:chgData name="Rahul Mishra" userId="57c6469e-ac64-4888-811b-35f0aabddbad" providerId="ADAL" clId="{2587B58E-4F3B-47AB-B3EB-62407C9160B0}" dt="2025-11-22T03:13:14.217" v="32"/>
        <pc:sldMkLst>
          <pc:docMk/>
          <pc:sldMk cId="835473939" sldId="738"/>
        </pc:sldMkLst>
        <pc:inkChg chg="add">
          <ac:chgData name="Rahul Mishra" userId="57c6469e-ac64-4888-811b-35f0aabddbad" providerId="ADAL" clId="{2587B58E-4F3B-47AB-B3EB-62407C9160B0}" dt="2025-11-22T03:13:14.217" v="32"/>
          <ac:inkMkLst>
            <pc:docMk/>
            <pc:sldMk cId="835473939" sldId="738"/>
            <ac:inkMk id="3" creationId="{B2018575-9B13-B46B-5EE7-897E6392D4BB}"/>
          </ac:inkMkLst>
        </pc:inkChg>
      </pc:sldChg>
      <pc:sldChg chg="addSp">
        <pc:chgData name="Rahul Mishra" userId="57c6469e-ac64-4888-811b-35f0aabddbad" providerId="ADAL" clId="{2587B58E-4F3B-47AB-B3EB-62407C9160B0}" dt="2025-11-22T03:13:14.217" v="32"/>
        <pc:sldMkLst>
          <pc:docMk/>
          <pc:sldMk cId="3657716513" sldId="739"/>
        </pc:sldMkLst>
        <pc:inkChg chg="add">
          <ac:chgData name="Rahul Mishra" userId="57c6469e-ac64-4888-811b-35f0aabddbad" providerId="ADAL" clId="{2587B58E-4F3B-47AB-B3EB-62407C9160B0}" dt="2025-11-22T03:13:14.217" v="32"/>
          <ac:inkMkLst>
            <pc:docMk/>
            <pc:sldMk cId="3657716513" sldId="739"/>
            <ac:inkMk id="3" creationId="{5F4D6DE7-180F-4C48-2F49-30B8C01D2078}"/>
          </ac:inkMkLst>
        </pc:inkChg>
      </pc:sldChg>
      <pc:sldChg chg="add del">
        <pc:chgData name="Rahul Mishra" userId="57c6469e-ac64-4888-811b-35f0aabddbad" providerId="ADAL" clId="{2587B58E-4F3B-47AB-B3EB-62407C9160B0}" dt="2025-11-21T19:25:47.133" v="22" actId="47"/>
        <pc:sldMkLst>
          <pc:docMk/>
          <pc:sldMk cId="3105562263" sldId="740"/>
        </pc:sldMkLst>
      </pc:sldChg>
      <pc:sldChg chg="add del">
        <pc:chgData name="Rahul Mishra" userId="57c6469e-ac64-4888-811b-35f0aabddbad" providerId="ADAL" clId="{2587B58E-4F3B-47AB-B3EB-62407C9160B0}" dt="2025-11-21T19:25:48.082" v="23" actId="47"/>
        <pc:sldMkLst>
          <pc:docMk/>
          <pc:sldMk cId="557643191" sldId="741"/>
        </pc:sldMkLst>
      </pc:sldChg>
      <pc:sldChg chg="add del">
        <pc:chgData name="Rahul Mishra" userId="57c6469e-ac64-4888-811b-35f0aabddbad" providerId="ADAL" clId="{2587B58E-4F3B-47AB-B3EB-62407C9160B0}" dt="2025-11-21T19:25:48.764" v="24" actId="47"/>
        <pc:sldMkLst>
          <pc:docMk/>
          <pc:sldMk cId="426780125" sldId="742"/>
        </pc:sldMkLst>
      </pc:sldChg>
      <pc:sldChg chg="add del">
        <pc:chgData name="Rahul Mishra" userId="57c6469e-ac64-4888-811b-35f0aabddbad" providerId="ADAL" clId="{2587B58E-4F3B-47AB-B3EB-62407C9160B0}" dt="2025-11-21T19:25:49.702" v="25" actId="47"/>
        <pc:sldMkLst>
          <pc:docMk/>
          <pc:sldMk cId="3203467560" sldId="743"/>
        </pc:sldMkLst>
      </pc:sldChg>
      <pc:sldChg chg="add del">
        <pc:chgData name="Rahul Mishra" userId="57c6469e-ac64-4888-811b-35f0aabddbad" providerId="ADAL" clId="{2587B58E-4F3B-47AB-B3EB-62407C9160B0}" dt="2025-11-21T19:25:50.214" v="26" actId="47"/>
        <pc:sldMkLst>
          <pc:docMk/>
          <pc:sldMk cId="1006272696" sldId="744"/>
        </pc:sldMkLst>
      </pc:sldChg>
      <pc:sldChg chg="add del">
        <pc:chgData name="Rahul Mishra" userId="57c6469e-ac64-4888-811b-35f0aabddbad" providerId="ADAL" clId="{2587B58E-4F3B-47AB-B3EB-62407C9160B0}" dt="2025-11-21T19:25:50.851" v="27" actId="47"/>
        <pc:sldMkLst>
          <pc:docMk/>
          <pc:sldMk cId="2722124961" sldId="745"/>
        </pc:sldMkLst>
      </pc:sldChg>
      <pc:sldChg chg="addSp add setBg">
        <pc:chgData name="Rahul Mishra" userId="57c6469e-ac64-4888-811b-35f0aabddbad" providerId="ADAL" clId="{2587B58E-4F3B-47AB-B3EB-62407C9160B0}" dt="2025-11-22T03:24:13.105" v="33"/>
        <pc:sldMkLst>
          <pc:docMk/>
          <pc:sldMk cId="2059983193" sldId="747"/>
        </pc:sldMkLst>
        <pc:inkChg chg="add">
          <ac:chgData name="Rahul Mishra" userId="57c6469e-ac64-4888-811b-35f0aabddbad" providerId="ADAL" clId="{2587B58E-4F3B-47AB-B3EB-62407C9160B0}" dt="2025-11-22T03:13:14.217" v="32"/>
          <ac:inkMkLst>
            <pc:docMk/>
            <pc:sldMk cId="2059983193" sldId="747"/>
            <ac:inkMk id="3" creationId="{28083980-B58E-64A7-98E8-B1289BE455EA}"/>
          </ac:inkMkLst>
        </pc:inkChg>
        <pc:inkChg chg="add">
          <ac:chgData name="Rahul Mishra" userId="57c6469e-ac64-4888-811b-35f0aabddbad" providerId="ADAL" clId="{2587B58E-4F3B-47AB-B3EB-62407C9160B0}" dt="2025-11-22T03:24:13.105" v="33"/>
          <ac:inkMkLst>
            <pc:docMk/>
            <pc:sldMk cId="2059983193" sldId="747"/>
            <ac:inkMk id="5" creationId="{547B9BA0-AFCE-FFF8-E23D-1834AD09B104}"/>
          </ac:inkMkLst>
        </pc:inkChg>
      </pc:sldChg>
      <pc:sldChg chg="addSp add setBg">
        <pc:chgData name="Rahul Mishra" userId="57c6469e-ac64-4888-811b-35f0aabddbad" providerId="ADAL" clId="{2587B58E-4F3B-47AB-B3EB-62407C9160B0}" dt="2025-11-22T03:24:13.105" v="33"/>
        <pc:sldMkLst>
          <pc:docMk/>
          <pc:sldMk cId="2870054335" sldId="748"/>
        </pc:sldMkLst>
        <pc:inkChg chg="add">
          <ac:chgData name="Rahul Mishra" userId="57c6469e-ac64-4888-811b-35f0aabddbad" providerId="ADAL" clId="{2587B58E-4F3B-47AB-B3EB-62407C9160B0}" dt="2025-11-22T03:24:13.105" v="33"/>
          <ac:inkMkLst>
            <pc:docMk/>
            <pc:sldMk cId="2870054335" sldId="748"/>
            <ac:inkMk id="3" creationId="{4209D2A3-E5B4-6590-2577-51C5F5AA47AD}"/>
          </ac:inkMkLst>
        </pc:inkChg>
      </pc:sldChg>
      <pc:sldChg chg="delSp add setBg delDesignElem">
        <pc:chgData name="Rahul Mishra" userId="57c6469e-ac64-4888-811b-35f0aabddbad" providerId="ADAL" clId="{2587B58E-4F3B-47AB-B3EB-62407C9160B0}" dt="2025-11-21T19:24:59.427" v="19"/>
        <pc:sldMkLst>
          <pc:docMk/>
          <pc:sldMk cId="1768483621" sldId="749"/>
        </pc:sldMkLst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768483621" sldId="749"/>
            <ac:spMk id="28" creationId="{F3060C83-F051-4F0E-ABAD-AA0DFC48B218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768483621" sldId="749"/>
            <ac:spMk id="30" creationId="{83C98ABE-055B-441F-B07E-44F97F083C39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768483621" sldId="749"/>
            <ac:spMk id="32" creationId="{29FDB030-9B49-4CED-8CCD-4D99382388AC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768483621" sldId="749"/>
            <ac:spMk id="34" creationId="{3783CA14-24A1-485C-8B30-D6A5D87987AD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768483621" sldId="749"/>
            <ac:spMk id="36" creationId="{9A97C86A-04D6-40F7-AE84-31AB43E6A846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768483621" sldId="749"/>
            <ac:spMk id="38" creationId="{FF9F2414-84E8-453E-B1F3-389FDE8192D9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768483621" sldId="749"/>
            <ac:spMk id="40" creationId="{3ECA69A1-7536-43AC-85EF-C7106179F5ED}"/>
          </ac:spMkLst>
        </pc:spChg>
      </pc:sldChg>
      <pc:sldChg chg="addSp delSp add setBg delDesignElem">
        <pc:chgData name="Rahul Mishra" userId="57c6469e-ac64-4888-811b-35f0aabddbad" providerId="ADAL" clId="{2587B58E-4F3B-47AB-B3EB-62407C9160B0}" dt="2025-11-22T03:24:13.105" v="33"/>
        <pc:sldMkLst>
          <pc:docMk/>
          <pc:sldMk cId="1036522623" sldId="750"/>
        </pc:sldMkLst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036522623" sldId="750"/>
            <ac:spMk id="9" creationId="{F3060C83-F051-4F0E-ABAD-AA0DFC48B218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036522623" sldId="750"/>
            <ac:spMk id="11" creationId="{83C98ABE-055B-441F-B07E-44F97F083C39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036522623" sldId="750"/>
            <ac:spMk id="13" creationId="{29FDB030-9B49-4CED-8CCD-4D99382388AC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036522623" sldId="750"/>
            <ac:spMk id="15" creationId="{3783CA14-24A1-485C-8B30-D6A5D87987AD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036522623" sldId="750"/>
            <ac:spMk id="17" creationId="{9A97C86A-04D6-40F7-AE84-31AB43E6A846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036522623" sldId="750"/>
            <ac:spMk id="19" creationId="{FF9F2414-84E8-453E-B1F3-389FDE8192D9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036522623" sldId="750"/>
            <ac:spMk id="21" creationId="{3ECA69A1-7536-43AC-85EF-C7106179F5ED}"/>
          </ac:spMkLst>
        </pc:spChg>
        <pc:inkChg chg="add">
          <ac:chgData name="Rahul Mishra" userId="57c6469e-ac64-4888-811b-35f0aabddbad" providerId="ADAL" clId="{2587B58E-4F3B-47AB-B3EB-62407C9160B0}" dt="2025-11-22T03:24:13.105" v="33"/>
          <ac:inkMkLst>
            <pc:docMk/>
            <pc:sldMk cId="1036522623" sldId="750"/>
            <ac:inkMk id="3" creationId="{BFD466A7-4378-9521-0C5B-2978A99A7A90}"/>
          </ac:inkMkLst>
        </pc:inkChg>
      </pc:sldChg>
      <pc:sldChg chg="addSp add">
        <pc:chgData name="Rahul Mishra" userId="57c6469e-ac64-4888-811b-35f0aabddbad" providerId="ADAL" clId="{2587B58E-4F3B-47AB-B3EB-62407C9160B0}" dt="2025-11-22T03:24:13.105" v="33"/>
        <pc:sldMkLst>
          <pc:docMk/>
          <pc:sldMk cId="4282538222" sldId="751"/>
        </pc:sldMkLst>
        <pc:inkChg chg="add">
          <ac:chgData name="Rahul Mishra" userId="57c6469e-ac64-4888-811b-35f0aabddbad" providerId="ADAL" clId="{2587B58E-4F3B-47AB-B3EB-62407C9160B0}" dt="2025-11-22T03:24:13.105" v="33"/>
          <ac:inkMkLst>
            <pc:docMk/>
            <pc:sldMk cId="4282538222" sldId="751"/>
            <ac:inkMk id="3" creationId="{1D0899ED-5500-A240-7FD6-DAE471965DB4}"/>
          </ac:inkMkLst>
        </pc:inkChg>
      </pc:sldChg>
      <pc:sldChg chg="addSp delSp add setBg delDesignElem">
        <pc:chgData name="Rahul Mishra" userId="57c6469e-ac64-4888-811b-35f0aabddbad" providerId="ADAL" clId="{2587B58E-4F3B-47AB-B3EB-62407C9160B0}" dt="2025-11-22T03:24:13.105" v="33"/>
        <pc:sldMkLst>
          <pc:docMk/>
          <pc:sldMk cId="1572797980" sldId="752"/>
        </pc:sldMkLst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572797980" sldId="752"/>
            <ac:spMk id="9" creationId="{F3060C83-F051-4F0E-ABAD-AA0DFC48B218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572797980" sldId="752"/>
            <ac:spMk id="11" creationId="{83C98ABE-055B-441F-B07E-44F97F083C39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572797980" sldId="752"/>
            <ac:spMk id="13" creationId="{29FDB030-9B49-4CED-8CCD-4D99382388AC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572797980" sldId="752"/>
            <ac:spMk id="15" creationId="{3783CA14-24A1-485C-8B30-D6A5D87987AD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572797980" sldId="752"/>
            <ac:spMk id="17" creationId="{9A97C86A-04D6-40F7-AE84-31AB43E6A846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572797980" sldId="752"/>
            <ac:spMk id="19" creationId="{FF9F2414-84E8-453E-B1F3-389FDE8192D9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1572797980" sldId="752"/>
            <ac:spMk id="21" creationId="{3ECA69A1-7536-43AC-85EF-C7106179F5ED}"/>
          </ac:spMkLst>
        </pc:spChg>
        <pc:inkChg chg="add">
          <ac:chgData name="Rahul Mishra" userId="57c6469e-ac64-4888-811b-35f0aabddbad" providerId="ADAL" clId="{2587B58E-4F3B-47AB-B3EB-62407C9160B0}" dt="2025-11-22T03:24:13.105" v="33"/>
          <ac:inkMkLst>
            <pc:docMk/>
            <pc:sldMk cId="1572797980" sldId="752"/>
            <ac:inkMk id="3" creationId="{45768170-2A28-C58C-8B7E-8D9A40F7C656}"/>
          </ac:inkMkLst>
        </pc:inkChg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1048792200" sldId="753"/>
        </pc:sldMkLst>
      </pc:sldChg>
      <pc:sldChg chg="addSp delSp modSp add mod setBg delDesignElem">
        <pc:chgData name="Rahul Mishra" userId="57c6469e-ac64-4888-811b-35f0aabddbad" providerId="ADAL" clId="{2587B58E-4F3B-47AB-B3EB-62407C9160B0}" dt="2025-11-22T03:34:31.394" v="84"/>
        <pc:sldMkLst>
          <pc:docMk/>
          <pc:sldMk cId="2189149206" sldId="754"/>
        </pc:sldMkLst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2189149206" sldId="754"/>
            <ac:spMk id="9" creationId="{F3060C83-F051-4F0E-ABAD-AA0DFC48B218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2189149206" sldId="754"/>
            <ac:spMk id="11" creationId="{83C98ABE-055B-441F-B07E-44F97F083C39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2189149206" sldId="754"/>
            <ac:spMk id="13" creationId="{29FDB030-9B49-4CED-8CCD-4D99382388AC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2189149206" sldId="754"/>
            <ac:spMk id="15" creationId="{3783CA14-24A1-485C-8B30-D6A5D87987AD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2189149206" sldId="754"/>
            <ac:spMk id="17" creationId="{9A97C86A-04D6-40F7-AE84-31AB43E6A846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2189149206" sldId="754"/>
            <ac:spMk id="19" creationId="{FF9F2414-84E8-453E-B1F3-389FDE8192D9}"/>
          </ac:spMkLst>
        </pc:spChg>
        <pc:spChg chg="del">
          <ac:chgData name="Rahul Mishra" userId="57c6469e-ac64-4888-811b-35f0aabddbad" providerId="ADAL" clId="{2587B58E-4F3B-47AB-B3EB-62407C9160B0}" dt="2025-11-21T19:24:59.427" v="19"/>
          <ac:spMkLst>
            <pc:docMk/>
            <pc:sldMk cId="2189149206" sldId="754"/>
            <ac:spMk id="21" creationId="{3ECA69A1-7536-43AC-85EF-C7106179F5ED}"/>
          </ac:spMkLst>
        </pc:spChg>
        <pc:grpChg chg="del mod">
          <ac:chgData name="Rahul Mishra" userId="57c6469e-ac64-4888-811b-35f0aabddbad" providerId="ADAL" clId="{2587B58E-4F3B-47AB-B3EB-62407C9160B0}" dt="2025-11-22T03:33:38.887" v="43"/>
          <ac:grpSpMkLst>
            <pc:docMk/>
            <pc:sldMk cId="2189149206" sldId="754"/>
            <ac:grpSpMk id="11" creationId="{5C44BABB-B640-28A3-9425-ED1C9BC7034C}"/>
          </ac:grpSpMkLst>
        </pc:grpChg>
        <pc:grpChg chg="del mod">
          <ac:chgData name="Rahul Mishra" userId="57c6469e-ac64-4888-811b-35f0aabddbad" providerId="ADAL" clId="{2587B58E-4F3B-47AB-B3EB-62407C9160B0}" dt="2025-11-22T03:33:38.887" v="43"/>
          <ac:grpSpMkLst>
            <pc:docMk/>
            <pc:sldMk cId="2189149206" sldId="754"/>
            <ac:grpSpMk id="12" creationId="{B5D03C59-26A4-B3B8-085B-5653E4B93293}"/>
          </ac:grpSpMkLst>
        </pc:grpChg>
        <pc:grpChg chg="mod">
          <ac:chgData name="Rahul Mishra" userId="57c6469e-ac64-4888-811b-35f0aabddbad" providerId="ADAL" clId="{2587B58E-4F3B-47AB-B3EB-62407C9160B0}" dt="2025-11-22T03:33:38.887" v="43"/>
          <ac:grpSpMkLst>
            <pc:docMk/>
            <pc:sldMk cId="2189149206" sldId="754"/>
            <ac:grpSpMk id="15" creationId="{46FB614E-7988-16ED-3A9F-05C1259587A9}"/>
          </ac:grpSpMkLst>
        </pc:grpChg>
        <pc:grpChg chg="mod">
          <ac:chgData name="Rahul Mishra" userId="57c6469e-ac64-4888-811b-35f0aabddbad" providerId="ADAL" clId="{2587B58E-4F3B-47AB-B3EB-62407C9160B0}" dt="2025-11-22T03:34:00.107" v="51"/>
          <ac:grpSpMkLst>
            <pc:docMk/>
            <pc:sldMk cId="2189149206" sldId="754"/>
            <ac:grpSpMk id="23" creationId="{AF71128E-5F39-3730-42A1-2C71C36ADC80}"/>
          </ac:grpSpMkLst>
        </pc:grpChg>
        <pc:grpChg chg="del mod">
          <ac:chgData name="Rahul Mishra" userId="57c6469e-ac64-4888-811b-35f0aabddbad" providerId="ADAL" clId="{2587B58E-4F3B-47AB-B3EB-62407C9160B0}" dt="2025-11-22T03:34:17.123" v="73"/>
          <ac:grpSpMkLst>
            <pc:docMk/>
            <pc:sldMk cId="2189149206" sldId="754"/>
            <ac:grpSpMk id="28" creationId="{BB575AEF-6BD0-40ED-6D3C-FCD3DC318A0A}"/>
          </ac:grpSpMkLst>
        </pc:grpChg>
        <pc:grpChg chg="del mod">
          <ac:chgData name="Rahul Mishra" userId="57c6469e-ac64-4888-811b-35f0aabddbad" providerId="ADAL" clId="{2587B58E-4F3B-47AB-B3EB-62407C9160B0}" dt="2025-11-22T03:34:15.178" v="70"/>
          <ac:grpSpMkLst>
            <pc:docMk/>
            <pc:sldMk cId="2189149206" sldId="754"/>
            <ac:grpSpMk id="31" creationId="{8E71ED67-6147-08EA-9324-CE1C050F53BE}"/>
          </ac:grpSpMkLst>
        </pc:grpChg>
        <pc:grpChg chg="del mod">
          <ac:chgData name="Rahul Mishra" userId="57c6469e-ac64-4888-811b-35f0aabddbad" providerId="ADAL" clId="{2587B58E-4F3B-47AB-B3EB-62407C9160B0}" dt="2025-11-22T03:34:17.123" v="73"/>
          <ac:grpSpMkLst>
            <pc:docMk/>
            <pc:sldMk cId="2189149206" sldId="754"/>
            <ac:grpSpMk id="42" creationId="{E23FAE5C-A423-B56B-7297-965AAECBDE8B}"/>
          </ac:grpSpMkLst>
        </pc:grpChg>
        <pc:grpChg chg="del mod">
          <ac:chgData name="Rahul Mishra" userId="57c6469e-ac64-4888-811b-35f0aabddbad" providerId="ADAL" clId="{2587B58E-4F3B-47AB-B3EB-62407C9160B0}" dt="2025-11-22T03:34:28.077" v="81"/>
          <ac:grpSpMkLst>
            <pc:docMk/>
            <pc:sldMk cId="2189149206" sldId="754"/>
            <ac:grpSpMk id="45" creationId="{32694BD9-0F91-79A1-9ECE-D29CD8A385E4}"/>
          </ac:grpSpMkLst>
        </pc:grpChg>
        <pc:grpChg chg="del mod">
          <ac:chgData name="Rahul Mishra" userId="57c6469e-ac64-4888-811b-35f0aabddbad" providerId="ADAL" clId="{2587B58E-4F3B-47AB-B3EB-62407C9160B0}" dt="2025-11-22T03:34:31.394" v="84"/>
          <ac:grpSpMkLst>
            <pc:docMk/>
            <pc:sldMk cId="2189149206" sldId="754"/>
            <ac:grpSpMk id="53" creationId="{CAAD5865-0FB4-F13E-F41F-088AB6AD1665}"/>
          </ac:grpSpMkLst>
        </pc:grpChg>
        <pc:grpChg chg="mod">
          <ac:chgData name="Rahul Mishra" userId="57c6469e-ac64-4888-811b-35f0aabddbad" providerId="ADAL" clId="{2587B58E-4F3B-47AB-B3EB-62407C9160B0}" dt="2025-11-22T03:34:31.394" v="84"/>
          <ac:grpSpMkLst>
            <pc:docMk/>
            <pc:sldMk cId="2189149206" sldId="754"/>
            <ac:grpSpMk id="56" creationId="{C08120D1-70A7-D18E-18A2-0A3F455B9F4F}"/>
          </ac:grpSpMkLst>
        </pc:grpChg>
        <pc:inkChg chg="add">
          <ac:chgData name="Rahul Mishra" userId="57c6469e-ac64-4888-811b-35f0aabddbad" providerId="ADAL" clId="{2587B58E-4F3B-47AB-B3EB-62407C9160B0}" dt="2025-11-22T03:24:13.105" v="33"/>
          <ac:inkMkLst>
            <pc:docMk/>
            <pc:sldMk cId="2189149206" sldId="754"/>
            <ac:inkMk id="3" creationId="{AF26B62A-D0A1-61D5-72A6-2EE8BCED1D70}"/>
          </ac:inkMkLst>
        </pc:inkChg>
        <pc:inkChg chg="add mod">
          <ac:chgData name="Rahul Mishra" userId="57c6469e-ac64-4888-811b-35f0aabddbad" providerId="ADAL" clId="{2587B58E-4F3B-47AB-B3EB-62407C9160B0}" dt="2025-11-22T03:33:38.887" v="43"/>
          <ac:inkMkLst>
            <pc:docMk/>
            <pc:sldMk cId="2189149206" sldId="754"/>
            <ac:inkMk id="5" creationId="{9956EA96-F483-F03A-5EB1-FCEFFB3B3FE8}"/>
          </ac:inkMkLst>
        </pc:inkChg>
        <pc:inkChg chg="add mod">
          <ac:chgData name="Rahul Mishra" userId="57c6469e-ac64-4888-811b-35f0aabddbad" providerId="ADAL" clId="{2587B58E-4F3B-47AB-B3EB-62407C9160B0}" dt="2025-11-22T03:33:38.887" v="43"/>
          <ac:inkMkLst>
            <pc:docMk/>
            <pc:sldMk cId="2189149206" sldId="754"/>
            <ac:inkMk id="6" creationId="{54CEF518-BB32-B67F-E7C0-590589B99B41}"/>
          </ac:inkMkLst>
        </pc:inkChg>
        <pc:inkChg chg="add mod">
          <ac:chgData name="Rahul Mishra" userId="57c6469e-ac64-4888-811b-35f0aabddbad" providerId="ADAL" clId="{2587B58E-4F3B-47AB-B3EB-62407C9160B0}" dt="2025-11-22T03:33:38.887" v="43"/>
          <ac:inkMkLst>
            <pc:docMk/>
            <pc:sldMk cId="2189149206" sldId="754"/>
            <ac:inkMk id="7" creationId="{400CA9D1-40EF-4836-A66B-8D35494BCC7E}"/>
          </ac:inkMkLst>
        </pc:inkChg>
        <pc:inkChg chg="add mod">
          <ac:chgData name="Rahul Mishra" userId="57c6469e-ac64-4888-811b-35f0aabddbad" providerId="ADAL" clId="{2587B58E-4F3B-47AB-B3EB-62407C9160B0}" dt="2025-11-22T03:33:38.887" v="43"/>
          <ac:inkMkLst>
            <pc:docMk/>
            <pc:sldMk cId="2189149206" sldId="754"/>
            <ac:inkMk id="8" creationId="{3FDF1C5F-5B47-0D28-D7D4-6B1AB2CE7822}"/>
          </ac:inkMkLst>
        </pc:inkChg>
        <pc:inkChg chg="add mod">
          <ac:chgData name="Rahul Mishra" userId="57c6469e-ac64-4888-811b-35f0aabddbad" providerId="ADAL" clId="{2587B58E-4F3B-47AB-B3EB-62407C9160B0}" dt="2025-11-22T03:33:38.887" v="43"/>
          <ac:inkMkLst>
            <pc:docMk/>
            <pc:sldMk cId="2189149206" sldId="754"/>
            <ac:inkMk id="9" creationId="{1B99DB3B-6699-4C1C-CE58-83F8EBC4A3DD}"/>
          </ac:inkMkLst>
        </pc:inkChg>
        <pc:inkChg chg="add mod">
          <ac:chgData name="Rahul Mishra" userId="57c6469e-ac64-4888-811b-35f0aabddbad" providerId="ADAL" clId="{2587B58E-4F3B-47AB-B3EB-62407C9160B0}" dt="2025-11-22T03:33:38.887" v="43"/>
          <ac:inkMkLst>
            <pc:docMk/>
            <pc:sldMk cId="2189149206" sldId="754"/>
            <ac:inkMk id="10" creationId="{C273801A-C025-06D0-EE90-8CB29403A48F}"/>
          </ac:inkMkLst>
        </pc:inkChg>
        <pc:inkChg chg="add">
          <ac:chgData name="Rahul Mishra" userId="57c6469e-ac64-4888-811b-35f0aabddbad" providerId="ADAL" clId="{2587B58E-4F3B-47AB-B3EB-62407C9160B0}" dt="2025-11-22T03:33:37.773" v="41" actId="9405"/>
          <ac:inkMkLst>
            <pc:docMk/>
            <pc:sldMk cId="2189149206" sldId="754"/>
            <ac:inkMk id="13" creationId="{45229485-5686-0DB8-E4F0-99BB67AB5CC7}"/>
          </ac:inkMkLst>
        </pc:inkChg>
        <pc:inkChg chg="add mod">
          <ac:chgData name="Rahul Mishra" userId="57c6469e-ac64-4888-811b-35f0aabddbad" providerId="ADAL" clId="{2587B58E-4F3B-47AB-B3EB-62407C9160B0}" dt="2025-11-22T03:33:38.887" v="43"/>
          <ac:inkMkLst>
            <pc:docMk/>
            <pc:sldMk cId="2189149206" sldId="754"/>
            <ac:inkMk id="14" creationId="{E464AF7D-2BAE-AFD5-6A9D-D951C8656F20}"/>
          </ac:inkMkLst>
        </pc:inkChg>
        <pc:inkChg chg="add mod">
          <ac:chgData name="Rahul Mishra" userId="57c6469e-ac64-4888-811b-35f0aabddbad" providerId="ADAL" clId="{2587B58E-4F3B-47AB-B3EB-62407C9160B0}" dt="2025-11-22T03:34:00.107" v="51"/>
          <ac:inkMkLst>
            <pc:docMk/>
            <pc:sldMk cId="2189149206" sldId="754"/>
            <ac:inkMk id="16" creationId="{1B1ECB63-5B89-B633-EAC5-38CAC4396336}"/>
          </ac:inkMkLst>
        </pc:inkChg>
        <pc:inkChg chg="add mod">
          <ac:chgData name="Rahul Mishra" userId="57c6469e-ac64-4888-811b-35f0aabddbad" providerId="ADAL" clId="{2587B58E-4F3B-47AB-B3EB-62407C9160B0}" dt="2025-11-22T03:34:00.107" v="51"/>
          <ac:inkMkLst>
            <pc:docMk/>
            <pc:sldMk cId="2189149206" sldId="754"/>
            <ac:inkMk id="17" creationId="{94DDBD0E-D34D-23FA-91C6-DFBE915701EB}"/>
          </ac:inkMkLst>
        </pc:inkChg>
        <pc:inkChg chg="add mod">
          <ac:chgData name="Rahul Mishra" userId="57c6469e-ac64-4888-811b-35f0aabddbad" providerId="ADAL" clId="{2587B58E-4F3B-47AB-B3EB-62407C9160B0}" dt="2025-11-22T03:34:00.107" v="51"/>
          <ac:inkMkLst>
            <pc:docMk/>
            <pc:sldMk cId="2189149206" sldId="754"/>
            <ac:inkMk id="18" creationId="{7F76A381-377E-FFA4-D8F3-48C3CB2C7B5B}"/>
          </ac:inkMkLst>
        </pc:inkChg>
        <pc:inkChg chg="add mod">
          <ac:chgData name="Rahul Mishra" userId="57c6469e-ac64-4888-811b-35f0aabddbad" providerId="ADAL" clId="{2587B58E-4F3B-47AB-B3EB-62407C9160B0}" dt="2025-11-22T03:34:00.107" v="51"/>
          <ac:inkMkLst>
            <pc:docMk/>
            <pc:sldMk cId="2189149206" sldId="754"/>
            <ac:inkMk id="19" creationId="{E4A1672A-59A4-9F78-B241-C9ECC4C91CC9}"/>
          </ac:inkMkLst>
        </pc:inkChg>
        <pc:inkChg chg="add mod">
          <ac:chgData name="Rahul Mishra" userId="57c6469e-ac64-4888-811b-35f0aabddbad" providerId="ADAL" clId="{2587B58E-4F3B-47AB-B3EB-62407C9160B0}" dt="2025-11-22T03:34:00.107" v="51"/>
          <ac:inkMkLst>
            <pc:docMk/>
            <pc:sldMk cId="2189149206" sldId="754"/>
            <ac:inkMk id="20" creationId="{28D687F7-0DA8-6572-BEE5-B87020079FA5}"/>
          </ac:inkMkLst>
        </pc:inkChg>
        <pc:inkChg chg="add mod">
          <ac:chgData name="Rahul Mishra" userId="57c6469e-ac64-4888-811b-35f0aabddbad" providerId="ADAL" clId="{2587B58E-4F3B-47AB-B3EB-62407C9160B0}" dt="2025-11-22T03:34:00.107" v="51"/>
          <ac:inkMkLst>
            <pc:docMk/>
            <pc:sldMk cId="2189149206" sldId="754"/>
            <ac:inkMk id="21" creationId="{E10E0F27-15CA-2B9E-6862-368EF7B7ABC1}"/>
          </ac:inkMkLst>
        </pc:inkChg>
        <pc:inkChg chg="add mod">
          <ac:chgData name="Rahul Mishra" userId="57c6469e-ac64-4888-811b-35f0aabddbad" providerId="ADAL" clId="{2587B58E-4F3B-47AB-B3EB-62407C9160B0}" dt="2025-11-22T03:34:00.107" v="51"/>
          <ac:inkMkLst>
            <pc:docMk/>
            <pc:sldMk cId="2189149206" sldId="754"/>
            <ac:inkMk id="22" creationId="{85F4E30A-A5D0-AAF7-D5E5-999B055CF9EC}"/>
          </ac:inkMkLst>
        </pc:inkChg>
        <pc:inkChg chg="add mod">
          <ac:chgData name="Rahul Mishra" userId="57c6469e-ac64-4888-811b-35f0aabddbad" providerId="ADAL" clId="{2587B58E-4F3B-47AB-B3EB-62407C9160B0}" dt="2025-11-22T03:34:06.118" v="56"/>
          <ac:inkMkLst>
            <pc:docMk/>
            <pc:sldMk cId="2189149206" sldId="754"/>
            <ac:inkMk id="24" creationId="{AC083C31-9753-21C3-4E4B-8C39AA38779D}"/>
          </ac:inkMkLst>
        </pc:inkChg>
        <pc:inkChg chg="add mod">
          <ac:chgData name="Rahul Mishra" userId="57c6469e-ac64-4888-811b-35f0aabddbad" providerId="ADAL" clId="{2587B58E-4F3B-47AB-B3EB-62407C9160B0}" dt="2025-11-22T03:34:06.118" v="56"/>
          <ac:inkMkLst>
            <pc:docMk/>
            <pc:sldMk cId="2189149206" sldId="754"/>
            <ac:inkMk id="25" creationId="{25C2C815-8296-F3F9-EC03-872D3D5C9038}"/>
          </ac:inkMkLst>
        </pc:inkChg>
        <pc:inkChg chg="add mod">
          <ac:chgData name="Rahul Mishra" userId="57c6469e-ac64-4888-811b-35f0aabddbad" providerId="ADAL" clId="{2587B58E-4F3B-47AB-B3EB-62407C9160B0}" dt="2025-11-22T03:34:31.394" v="84"/>
          <ac:inkMkLst>
            <pc:docMk/>
            <pc:sldMk cId="2189149206" sldId="754"/>
            <ac:inkMk id="26" creationId="{DE5083FE-C769-EAB2-B411-1EDC3E6BFE05}"/>
          </ac:inkMkLst>
        </pc:inkChg>
        <pc:inkChg chg="add mod">
          <ac:chgData name="Rahul Mishra" userId="57c6469e-ac64-4888-811b-35f0aabddbad" providerId="ADAL" clId="{2587B58E-4F3B-47AB-B3EB-62407C9160B0}" dt="2025-11-22T03:34:17.123" v="73"/>
          <ac:inkMkLst>
            <pc:docMk/>
            <pc:sldMk cId="2189149206" sldId="754"/>
            <ac:inkMk id="27" creationId="{29F002FA-B45A-D165-FAD3-2048BEDF1206}"/>
          </ac:inkMkLst>
        </pc:inkChg>
        <pc:inkChg chg="add mod">
          <ac:chgData name="Rahul Mishra" userId="57c6469e-ac64-4888-811b-35f0aabddbad" providerId="ADAL" clId="{2587B58E-4F3B-47AB-B3EB-62407C9160B0}" dt="2025-11-22T03:34:31.394" v="84"/>
          <ac:inkMkLst>
            <pc:docMk/>
            <pc:sldMk cId="2189149206" sldId="754"/>
            <ac:inkMk id="29" creationId="{C92E47FF-5049-D7E7-6735-5C862475A9FD}"/>
          </ac:inkMkLst>
        </pc:inkChg>
        <pc:inkChg chg="add mod">
          <ac:chgData name="Rahul Mishra" userId="57c6469e-ac64-4888-811b-35f0aabddbad" providerId="ADAL" clId="{2587B58E-4F3B-47AB-B3EB-62407C9160B0}" dt="2025-11-22T03:34:17.123" v="73"/>
          <ac:inkMkLst>
            <pc:docMk/>
            <pc:sldMk cId="2189149206" sldId="754"/>
            <ac:inkMk id="30" creationId="{635B44B4-CB78-9A97-02A5-2E69F8E2F9EB}"/>
          </ac:inkMkLst>
        </pc:inkChg>
        <pc:inkChg chg="add mod">
          <ac:chgData name="Rahul Mishra" userId="57c6469e-ac64-4888-811b-35f0aabddbad" providerId="ADAL" clId="{2587B58E-4F3B-47AB-B3EB-62407C9160B0}" dt="2025-11-22T03:34:31.394" v="84"/>
          <ac:inkMkLst>
            <pc:docMk/>
            <pc:sldMk cId="2189149206" sldId="754"/>
            <ac:inkMk id="32" creationId="{88DD55C6-6322-652A-A9F3-29AA202CEA9A}"/>
          </ac:inkMkLst>
        </pc:inkChg>
        <pc:inkChg chg="add">
          <ac:chgData name="Rahul Mishra" userId="57c6469e-ac64-4888-811b-35f0aabddbad" providerId="ADAL" clId="{2587B58E-4F3B-47AB-B3EB-62407C9160B0}" dt="2025-11-22T03:34:11.176" v="61" actId="9405"/>
          <ac:inkMkLst>
            <pc:docMk/>
            <pc:sldMk cId="2189149206" sldId="754"/>
            <ac:inkMk id="33" creationId="{C44CE3A7-2D36-5B51-BB0C-4166ED0A7021}"/>
          </ac:inkMkLst>
        </pc:inkChg>
        <pc:inkChg chg="add mod">
          <ac:chgData name="Rahul Mishra" userId="57c6469e-ac64-4888-811b-35f0aabddbad" providerId="ADAL" clId="{2587B58E-4F3B-47AB-B3EB-62407C9160B0}" dt="2025-11-22T03:34:17.123" v="73"/>
          <ac:inkMkLst>
            <pc:docMk/>
            <pc:sldMk cId="2189149206" sldId="754"/>
            <ac:inkMk id="34" creationId="{8AE3D88F-DD2A-38EA-0668-CEB9A6A9B3CA}"/>
          </ac:inkMkLst>
        </pc:inkChg>
        <pc:inkChg chg="add mod">
          <ac:chgData name="Rahul Mishra" userId="57c6469e-ac64-4888-811b-35f0aabddbad" providerId="ADAL" clId="{2587B58E-4F3B-47AB-B3EB-62407C9160B0}" dt="2025-11-22T03:34:15.178" v="70"/>
          <ac:inkMkLst>
            <pc:docMk/>
            <pc:sldMk cId="2189149206" sldId="754"/>
            <ac:inkMk id="35" creationId="{0296AF5F-AAAE-7E1C-A1B5-5B9FE97B58AA}"/>
          </ac:inkMkLst>
        </pc:inkChg>
        <pc:inkChg chg="add mod">
          <ac:chgData name="Rahul Mishra" userId="57c6469e-ac64-4888-811b-35f0aabddbad" providerId="ADAL" clId="{2587B58E-4F3B-47AB-B3EB-62407C9160B0}" dt="2025-11-22T03:34:15.178" v="70"/>
          <ac:inkMkLst>
            <pc:docMk/>
            <pc:sldMk cId="2189149206" sldId="754"/>
            <ac:inkMk id="36" creationId="{7D64FAC5-6F02-4DF3-CB34-09FAE6BE34AC}"/>
          </ac:inkMkLst>
        </pc:inkChg>
        <pc:inkChg chg="add mod">
          <ac:chgData name="Rahul Mishra" userId="57c6469e-ac64-4888-811b-35f0aabddbad" providerId="ADAL" clId="{2587B58E-4F3B-47AB-B3EB-62407C9160B0}" dt="2025-11-22T03:34:15.178" v="70"/>
          <ac:inkMkLst>
            <pc:docMk/>
            <pc:sldMk cId="2189149206" sldId="754"/>
            <ac:inkMk id="37" creationId="{03DE77E3-9316-9A2C-AB7C-E231BD0C21F8}"/>
          </ac:inkMkLst>
        </pc:inkChg>
        <pc:inkChg chg="add">
          <ac:chgData name="Rahul Mishra" userId="57c6469e-ac64-4888-811b-35f0aabddbad" providerId="ADAL" clId="{2587B58E-4F3B-47AB-B3EB-62407C9160B0}" dt="2025-11-22T03:34:13.251" v="66" actId="9405"/>
          <ac:inkMkLst>
            <pc:docMk/>
            <pc:sldMk cId="2189149206" sldId="754"/>
            <ac:inkMk id="38" creationId="{343F90A5-B73B-31C1-BF7A-EFEC36FA8F55}"/>
          </ac:inkMkLst>
        </pc:inkChg>
        <pc:inkChg chg="add mod">
          <ac:chgData name="Rahul Mishra" userId="57c6469e-ac64-4888-811b-35f0aabddbad" providerId="ADAL" clId="{2587B58E-4F3B-47AB-B3EB-62407C9160B0}" dt="2025-11-22T03:34:15.178" v="70"/>
          <ac:inkMkLst>
            <pc:docMk/>
            <pc:sldMk cId="2189149206" sldId="754"/>
            <ac:inkMk id="39" creationId="{30BFA0F9-7131-C0BF-BA98-6070BFD3E45A}"/>
          </ac:inkMkLst>
        </pc:inkChg>
        <pc:inkChg chg="add mod">
          <ac:chgData name="Rahul Mishra" userId="57c6469e-ac64-4888-811b-35f0aabddbad" providerId="ADAL" clId="{2587B58E-4F3B-47AB-B3EB-62407C9160B0}" dt="2025-11-22T03:34:31.394" v="84"/>
          <ac:inkMkLst>
            <pc:docMk/>
            <pc:sldMk cId="2189149206" sldId="754"/>
            <ac:inkMk id="40" creationId="{28895066-D048-9562-B1A0-648F4F0E756C}"/>
          </ac:inkMkLst>
        </pc:inkChg>
        <pc:inkChg chg="add">
          <ac:chgData name="Rahul Mishra" userId="57c6469e-ac64-4888-811b-35f0aabddbad" providerId="ADAL" clId="{2587B58E-4F3B-47AB-B3EB-62407C9160B0}" dt="2025-11-22T03:34:14.560" v="69" actId="9405"/>
          <ac:inkMkLst>
            <pc:docMk/>
            <pc:sldMk cId="2189149206" sldId="754"/>
            <ac:inkMk id="41" creationId="{F5587552-6B01-58A1-BA7F-C7ACC554A21D}"/>
          </ac:inkMkLst>
        </pc:inkChg>
        <pc:inkChg chg="add mod">
          <ac:chgData name="Rahul Mishra" userId="57c6469e-ac64-4888-811b-35f0aabddbad" providerId="ADAL" clId="{2587B58E-4F3B-47AB-B3EB-62407C9160B0}" dt="2025-11-22T03:34:17.123" v="73"/>
          <ac:inkMkLst>
            <pc:docMk/>
            <pc:sldMk cId="2189149206" sldId="754"/>
            <ac:inkMk id="43" creationId="{3C220C1D-BB0E-BA4B-38C5-056CBCE490E6}"/>
          </ac:inkMkLst>
        </pc:inkChg>
        <pc:inkChg chg="add mod">
          <ac:chgData name="Rahul Mishra" userId="57c6469e-ac64-4888-811b-35f0aabddbad" providerId="ADAL" clId="{2587B58E-4F3B-47AB-B3EB-62407C9160B0}" dt="2025-11-22T03:34:17.123" v="73"/>
          <ac:inkMkLst>
            <pc:docMk/>
            <pc:sldMk cId="2189149206" sldId="754"/>
            <ac:inkMk id="44" creationId="{B1F67563-D5E6-F66A-B908-A5FAE4F99087}"/>
          </ac:inkMkLst>
        </pc:inkChg>
        <pc:inkChg chg="add">
          <ac:chgData name="Rahul Mishra" userId="57c6469e-ac64-4888-811b-35f0aabddbad" providerId="ADAL" clId="{2587B58E-4F3B-47AB-B3EB-62407C9160B0}" dt="2025-11-22T03:34:23.527" v="74" actId="9405"/>
          <ac:inkMkLst>
            <pc:docMk/>
            <pc:sldMk cId="2189149206" sldId="754"/>
            <ac:inkMk id="46" creationId="{F1A818AA-B88A-915E-6FB9-19D9E84B83D8}"/>
          </ac:inkMkLst>
        </pc:inkChg>
        <pc:inkChg chg="add">
          <ac:chgData name="Rahul Mishra" userId="57c6469e-ac64-4888-811b-35f0aabddbad" providerId="ADAL" clId="{2587B58E-4F3B-47AB-B3EB-62407C9160B0}" dt="2025-11-22T03:34:23.712" v="75" actId="9405"/>
          <ac:inkMkLst>
            <pc:docMk/>
            <pc:sldMk cId="2189149206" sldId="754"/>
            <ac:inkMk id="47" creationId="{9F32C8A4-175F-F3FC-C7C9-DEF9DEB3B91C}"/>
          </ac:inkMkLst>
        </pc:inkChg>
        <pc:inkChg chg="add mod">
          <ac:chgData name="Rahul Mishra" userId="57c6469e-ac64-4888-811b-35f0aabddbad" providerId="ADAL" clId="{2587B58E-4F3B-47AB-B3EB-62407C9160B0}" dt="2025-11-22T03:34:31.394" v="84"/>
          <ac:inkMkLst>
            <pc:docMk/>
            <pc:sldMk cId="2189149206" sldId="754"/>
            <ac:inkMk id="48" creationId="{C22C8012-6339-92F4-2220-15CA8523FE2E}"/>
          </ac:inkMkLst>
        </pc:inkChg>
        <pc:inkChg chg="add">
          <ac:chgData name="Rahul Mishra" userId="57c6469e-ac64-4888-811b-35f0aabddbad" providerId="ADAL" clId="{2587B58E-4F3B-47AB-B3EB-62407C9160B0}" dt="2025-11-22T03:34:24.761" v="77" actId="9405"/>
          <ac:inkMkLst>
            <pc:docMk/>
            <pc:sldMk cId="2189149206" sldId="754"/>
            <ac:inkMk id="49" creationId="{7479990C-1596-364C-DB25-6C1D76DE8079}"/>
          </ac:inkMkLst>
        </pc:inkChg>
        <pc:inkChg chg="add mod">
          <ac:chgData name="Rahul Mishra" userId="57c6469e-ac64-4888-811b-35f0aabddbad" providerId="ADAL" clId="{2587B58E-4F3B-47AB-B3EB-62407C9160B0}" dt="2025-11-22T03:34:31.394" v="84"/>
          <ac:inkMkLst>
            <pc:docMk/>
            <pc:sldMk cId="2189149206" sldId="754"/>
            <ac:inkMk id="50" creationId="{50E2BB6B-207F-421C-8806-E14EF421C414}"/>
          </ac:inkMkLst>
        </pc:inkChg>
        <pc:inkChg chg="add mod">
          <ac:chgData name="Rahul Mishra" userId="57c6469e-ac64-4888-811b-35f0aabddbad" providerId="ADAL" clId="{2587B58E-4F3B-47AB-B3EB-62407C9160B0}" dt="2025-11-22T03:34:28.077" v="81"/>
          <ac:inkMkLst>
            <pc:docMk/>
            <pc:sldMk cId="2189149206" sldId="754"/>
            <ac:inkMk id="51" creationId="{72BD7C76-E910-6E1A-FAA7-EE86EE1E856C}"/>
          </ac:inkMkLst>
        </pc:inkChg>
        <pc:inkChg chg="add mod">
          <ac:chgData name="Rahul Mishra" userId="57c6469e-ac64-4888-811b-35f0aabddbad" providerId="ADAL" clId="{2587B58E-4F3B-47AB-B3EB-62407C9160B0}" dt="2025-11-22T03:34:31.394" v="84"/>
          <ac:inkMkLst>
            <pc:docMk/>
            <pc:sldMk cId="2189149206" sldId="754"/>
            <ac:inkMk id="52" creationId="{454891ED-D33D-E4CB-0255-63634B09D9FB}"/>
          </ac:inkMkLst>
        </pc:inkChg>
        <pc:inkChg chg="add">
          <ac:chgData name="Rahul Mishra" userId="57c6469e-ac64-4888-811b-35f0aabddbad" providerId="ADAL" clId="{2587B58E-4F3B-47AB-B3EB-62407C9160B0}" dt="2025-11-22T03:34:29.942" v="82" actId="9405"/>
          <ac:inkMkLst>
            <pc:docMk/>
            <pc:sldMk cId="2189149206" sldId="754"/>
            <ac:inkMk id="54" creationId="{206673A7-D7C5-70FD-F8F1-C3BE1A143C17}"/>
          </ac:inkMkLst>
        </pc:inkChg>
        <pc:inkChg chg="add mod">
          <ac:chgData name="Rahul Mishra" userId="57c6469e-ac64-4888-811b-35f0aabddbad" providerId="ADAL" clId="{2587B58E-4F3B-47AB-B3EB-62407C9160B0}" dt="2025-11-22T03:34:31.394" v="84"/>
          <ac:inkMkLst>
            <pc:docMk/>
            <pc:sldMk cId="2189149206" sldId="754"/>
            <ac:inkMk id="55" creationId="{324611E2-26F5-010A-5643-7D003DCCDC56}"/>
          </ac:inkMkLst>
        </pc:inkChg>
      </pc:sldChg>
      <pc:sldChg chg="addSp">
        <pc:chgData name="Rahul Mishra" userId="57c6469e-ac64-4888-811b-35f0aabddbad" providerId="ADAL" clId="{2587B58E-4F3B-47AB-B3EB-62407C9160B0}" dt="2025-11-22T03:13:14.217" v="32"/>
        <pc:sldMkLst>
          <pc:docMk/>
          <pc:sldMk cId="2003954714" sldId="759"/>
        </pc:sldMkLst>
        <pc:inkChg chg="add">
          <ac:chgData name="Rahul Mishra" userId="57c6469e-ac64-4888-811b-35f0aabddbad" providerId="ADAL" clId="{2587B58E-4F3B-47AB-B3EB-62407C9160B0}" dt="2025-11-16T03:51:34.209" v="0"/>
          <ac:inkMkLst>
            <pc:docMk/>
            <pc:sldMk cId="2003954714" sldId="759"/>
            <ac:inkMk id="6" creationId="{B66D1F8F-2F96-2B5B-535D-03C70551FCCA}"/>
          </ac:inkMkLst>
        </pc:inkChg>
        <pc:inkChg chg="add">
          <ac:chgData name="Rahul Mishra" userId="57c6469e-ac64-4888-811b-35f0aabddbad" providerId="ADAL" clId="{2587B58E-4F3B-47AB-B3EB-62407C9160B0}" dt="2025-11-22T02:43:53.222" v="31"/>
          <ac:inkMkLst>
            <pc:docMk/>
            <pc:sldMk cId="2003954714" sldId="759"/>
            <ac:inkMk id="7" creationId="{FFF1D346-FA7B-4ED0-01BA-3578DA1A966B}"/>
          </ac:inkMkLst>
        </pc:inkChg>
        <pc:inkChg chg="add">
          <ac:chgData name="Rahul Mishra" userId="57c6469e-ac64-4888-811b-35f0aabddbad" providerId="ADAL" clId="{2587B58E-4F3B-47AB-B3EB-62407C9160B0}" dt="2025-11-22T03:13:14.217" v="32"/>
          <ac:inkMkLst>
            <pc:docMk/>
            <pc:sldMk cId="2003954714" sldId="759"/>
            <ac:inkMk id="8" creationId="{EF5EA509-128C-2D9B-1D55-FF5AA547BE98}"/>
          </ac:inkMkLst>
        </pc:inkChg>
      </pc:sldChg>
      <pc:sldChg chg="addSp">
        <pc:chgData name="Rahul Mishra" userId="57c6469e-ac64-4888-811b-35f0aabddbad" providerId="ADAL" clId="{2587B58E-4F3B-47AB-B3EB-62407C9160B0}" dt="2025-11-22T03:13:14.217" v="32"/>
        <pc:sldMkLst>
          <pc:docMk/>
          <pc:sldMk cId="141861702" sldId="760"/>
        </pc:sldMkLst>
        <pc:inkChg chg="add">
          <ac:chgData name="Rahul Mishra" userId="57c6469e-ac64-4888-811b-35f0aabddbad" providerId="ADAL" clId="{2587B58E-4F3B-47AB-B3EB-62407C9160B0}" dt="2025-11-22T03:13:14.217" v="32"/>
          <ac:inkMkLst>
            <pc:docMk/>
            <pc:sldMk cId="141861702" sldId="760"/>
            <ac:inkMk id="5" creationId="{8D4106BC-C1D2-FF3A-6538-7FF8FA7E8162}"/>
          </ac:inkMkLst>
        </pc:inkChg>
      </pc:sldChg>
      <pc:sldChg chg="del">
        <pc:chgData name="Rahul Mishra" userId="57c6469e-ac64-4888-811b-35f0aabddbad" providerId="ADAL" clId="{2587B58E-4F3B-47AB-B3EB-62407C9160B0}" dt="2025-11-21T19:23:59.556" v="1" actId="47"/>
        <pc:sldMkLst>
          <pc:docMk/>
          <pc:sldMk cId="2447944640" sldId="763"/>
        </pc:sldMkLst>
      </pc:sldChg>
      <pc:sldChg chg="del">
        <pc:chgData name="Rahul Mishra" userId="57c6469e-ac64-4888-811b-35f0aabddbad" providerId="ADAL" clId="{2587B58E-4F3B-47AB-B3EB-62407C9160B0}" dt="2025-11-21T19:24:00.502" v="2" actId="47"/>
        <pc:sldMkLst>
          <pc:docMk/>
          <pc:sldMk cId="620894282" sldId="764"/>
        </pc:sldMkLst>
      </pc:sldChg>
      <pc:sldChg chg="del">
        <pc:chgData name="Rahul Mishra" userId="57c6469e-ac64-4888-811b-35f0aabddbad" providerId="ADAL" clId="{2587B58E-4F3B-47AB-B3EB-62407C9160B0}" dt="2025-11-21T19:24:01.146" v="3" actId="47"/>
        <pc:sldMkLst>
          <pc:docMk/>
          <pc:sldMk cId="1149245163" sldId="765"/>
        </pc:sldMkLst>
      </pc:sldChg>
      <pc:sldChg chg="del">
        <pc:chgData name="Rahul Mishra" userId="57c6469e-ac64-4888-811b-35f0aabddbad" providerId="ADAL" clId="{2587B58E-4F3B-47AB-B3EB-62407C9160B0}" dt="2025-11-21T19:24:01.941" v="4" actId="47"/>
        <pc:sldMkLst>
          <pc:docMk/>
          <pc:sldMk cId="3509010832" sldId="766"/>
        </pc:sldMkLst>
      </pc:sldChg>
      <pc:sldChg chg="del">
        <pc:chgData name="Rahul Mishra" userId="57c6469e-ac64-4888-811b-35f0aabddbad" providerId="ADAL" clId="{2587B58E-4F3B-47AB-B3EB-62407C9160B0}" dt="2025-11-21T19:24:02.509" v="5" actId="47"/>
        <pc:sldMkLst>
          <pc:docMk/>
          <pc:sldMk cId="4049496476" sldId="767"/>
        </pc:sldMkLst>
      </pc:sldChg>
      <pc:sldChg chg="del">
        <pc:chgData name="Rahul Mishra" userId="57c6469e-ac64-4888-811b-35f0aabddbad" providerId="ADAL" clId="{2587B58E-4F3B-47AB-B3EB-62407C9160B0}" dt="2025-11-21T19:24:03.025" v="6" actId="47"/>
        <pc:sldMkLst>
          <pc:docMk/>
          <pc:sldMk cId="183834760" sldId="768"/>
        </pc:sldMkLst>
      </pc:sldChg>
      <pc:sldChg chg="del">
        <pc:chgData name="Rahul Mishra" userId="57c6469e-ac64-4888-811b-35f0aabddbad" providerId="ADAL" clId="{2587B58E-4F3B-47AB-B3EB-62407C9160B0}" dt="2025-11-21T19:24:04.076" v="7" actId="47"/>
        <pc:sldMkLst>
          <pc:docMk/>
          <pc:sldMk cId="3404488084" sldId="769"/>
        </pc:sldMkLst>
      </pc:sldChg>
      <pc:sldChg chg="del">
        <pc:chgData name="Rahul Mishra" userId="57c6469e-ac64-4888-811b-35f0aabddbad" providerId="ADAL" clId="{2587B58E-4F3B-47AB-B3EB-62407C9160B0}" dt="2025-11-21T19:24:04.794" v="8" actId="47"/>
        <pc:sldMkLst>
          <pc:docMk/>
          <pc:sldMk cId="2074178560" sldId="770"/>
        </pc:sldMkLst>
      </pc:sldChg>
      <pc:sldChg chg="add del">
        <pc:chgData name="Rahul Mishra" userId="57c6469e-ac64-4888-811b-35f0aabddbad" providerId="ADAL" clId="{2587B58E-4F3B-47AB-B3EB-62407C9160B0}" dt="2025-11-21T19:25:51.829" v="28" actId="47"/>
        <pc:sldMkLst>
          <pc:docMk/>
          <pc:sldMk cId="2867792103" sldId="771"/>
        </pc:sldMkLst>
      </pc:sldChg>
      <pc:sldChg chg="del">
        <pc:chgData name="Rahul Mishra" userId="57c6469e-ac64-4888-811b-35f0aabddbad" providerId="ADAL" clId="{2587B58E-4F3B-47AB-B3EB-62407C9160B0}" dt="2025-11-21T19:24:06.360" v="10" actId="47"/>
        <pc:sldMkLst>
          <pc:docMk/>
          <pc:sldMk cId="456338106" sldId="775"/>
        </pc:sldMkLst>
      </pc:sldChg>
      <pc:sldChg chg="add del">
        <pc:chgData name="Rahul Mishra" userId="57c6469e-ac64-4888-811b-35f0aabddbad" providerId="ADAL" clId="{2587B58E-4F3B-47AB-B3EB-62407C9160B0}" dt="2025-11-21T19:25:52.331" v="29" actId="47"/>
        <pc:sldMkLst>
          <pc:docMk/>
          <pc:sldMk cId="2625954031" sldId="776"/>
        </pc:sldMkLst>
      </pc:sldChg>
      <pc:sldChg chg="del">
        <pc:chgData name="Rahul Mishra" userId="57c6469e-ac64-4888-811b-35f0aabddbad" providerId="ADAL" clId="{2587B58E-4F3B-47AB-B3EB-62407C9160B0}" dt="2025-11-21T19:24:07.708" v="12" actId="47"/>
        <pc:sldMkLst>
          <pc:docMk/>
          <pc:sldMk cId="3350834377" sldId="777"/>
        </pc:sldMkLst>
      </pc:sldChg>
      <pc:sldChg chg="del">
        <pc:chgData name="Rahul Mishra" userId="57c6469e-ac64-4888-811b-35f0aabddbad" providerId="ADAL" clId="{2587B58E-4F3B-47AB-B3EB-62407C9160B0}" dt="2025-11-21T19:24:08.230" v="13" actId="47"/>
        <pc:sldMkLst>
          <pc:docMk/>
          <pc:sldMk cId="4006883231" sldId="778"/>
        </pc:sldMkLst>
      </pc:sldChg>
      <pc:sldChg chg="del">
        <pc:chgData name="Rahul Mishra" userId="57c6469e-ac64-4888-811b-35f0aabddbad" providerId="ADAL" clId="{2587B58E-4F3B-47AB-B3EB-62407C9160B0}" dt="2025-11-21T19:24:09.029" v="14" actId="47"/>
        <pc:sldMkLst>
          <pc:docMk/>
          <pc:sldMk cId="4001745206" sldId="779"/>
        </pc:sldMkLst>
      </pc:sldChg>
      <pc:sldChg chg="add del">
        <pc:chgData name="Rahul Mishra" userId="57c6469e-ac64-4888-811b-35f0aabddbad" providerId="ADAL" clId="{2587B58E-4F3B-47AB-B3EB-62407C9160B0}" dt="2025-11-21T19:25:54.041" v="30" actId="47"/>
        <pc:sldMkLst>
          <pc:docMk/>
          <pc:sldMk cId="2011716375" sldId="780"/>
        </pc:sldMkLst>
      </pc:sldChg>
      <pc:sldChg chg="addSp modSp add mod">
        <pc:chgData name="Rahul Mishra" userId="57c6469e-ac64-4888-811b-35f0aabddbad" providerId="ADAL" clId="{2587B58E-4F3B-47AB-B3EB-62407C9160B0}" dt="2025-11-22T03:43:18.245" v="85"/>
        <pc:sldMkLst>
          <pc:docMk/>
          <pc:sldMk cId="3267225951" sldId="782"/>
        </pc:sldMkLst>
        <pc:spChg chg="mod">
          <ac:chgData name="Rahul Mishra" userId="57c6469e-ac64-4888-811b-35f0aabddbad" providerId="ADAL" clId="{2587B58E-4F3B-47AB-B3EB-62407C9160B0}" dt="2025-11-21T19:24:59.523" v="20" actId="27636"/>
          <ac:spMkLst>
            <pc:docMk/>
            <pc:sldMk cId="3267225951" sldId="782"/>
            <ac:spMk id="3" creationId="{00000000-0000-0000-0000-000000000000}"/>
          </ac:spMkLst>
        </pc:spChg>
        <pc:inkChg chg="add">
          <ac:chgData name="Rahul Mishra" userId="57c6469e-ac64-4888-811b-35f0aabddbad" providerId="ADAL" clId="{2587B58E-4F3B-47AB-B3EB-62407C9160B0}" dt="2025-11-22T03:43:18.245" v="85"/>
          <ac:inkMkLst>
            <pc:docMk/>
            <pc:sldMk cId="3267225951" sldId="782"/>
            <ac:inkMk id="4" creationId="{F059747F-3CD9-FE28-94BC-EB7E3C32657A}"/>
          </ac:inkMkLst>
        </pc:inkChg>
      </pc:sldChg>
      <pc:sldChg chg="addSp modSp add mod">
        <pc:chgData name="Rahul Mishra" userId="57c6469e-ac64-4888-811b-35f0aabddbad" providerId="ADAL" clId="{2587B58E-4F3B-47AB-B3EB-62407C9160B0}" dt="2025-11-22T04:00:11.757" v="132"/>
        <pc:sldMkLst>
          <pc:docMk/>
          <pc:sldMk cId="494020161" sldId="783"/>
        </pc:sldMkLst>
        <pc:grpChg chg="mod">
          <ac:chgData name="Rahul Mishra" userId="57c6469e-ac64-4888-811b-35f0aabddbad" providerId="ADAL" clId="{2587B58E-4F3B-47AB-B3EB-62407C9160B0}" dt="2025-11-22T04:00:11.757" v="132"/>
          <ac:grpSpMkLst>
            <pc:docMk/>
            <pc:sldMk cId="494020161" sldId="783"/>
            <ac:grpSpMk id="8" creationId="{945FD85C-94C6-B8C7-CFC1-76C2783E948C}"/>
          </ac:grpSpMkLst>
        </pc:grpChg>
        <pc:inkChg chg="add">
          <ac:chgData name="Rahul Mishra" userId="57c6469e-ac64-4888-811b-35f0aabddbad" providerId="ADAL" clId="{2587B58E-4F3B-47AB-B3EB-62407C9160B0}" dt="2025-11-22T03:43:18.245" v="85"/>
          <ac:inkMkLst>
            <pc:docMk/>
            <pc:sldMk cId="494020161" sldId="783"/>
            <ac:inkMk id="4" creationId="{47D3E956-AD82-8280-09E7-1E1D03E337B1}"/>
          </ac:inkMkLst>
        </pc:inkChg>
        <pc:inkChg chg="add mod">
          <ac:chgData name="Rahul Mishra" userId="57c6469e-ac64-4888-811b-35f0aabddbad" providerId="ADAL" clId="{2587B58E-4F3B-47AB-B3EB-62407C9160B0}" dt="2025-11-22T04:00:11.757" v="132"/>
          <ac:inkMkLst>
            <pc:docMk/>
            <pc:sldMk cId="494020161" sldId="783"/>
            <ac:inkMk id="5" creationId="{EE500FE0-B587-3AF3-FECF-F1907841A1CE}"/>
          </ac:inkMkLst>
        </pc:inkChg>
        <pc:inkChg chg="add mod">
          <ac:chgData name="Rahul Mishra" userId="57c6469e-ac64-4888-811b-35f0aabddbad" providerId="ADAL" clId="{2587B58E-4F3B-47AB-B3EB-62407C9160B0}" dt="2025-11-22T04:00:11.757" v="132"/>
          <ac:inkMkLst>
            <pc:docMk/>
            <pc:sldMk cId="494020161" sldId="783"/>
            <ac:inkMk id="6" creationId="{BE165309-13DE-BEB8-44CD-B585950A23E1}"/>
          </ac:inkMkLst>
        </pc:inkChg>
        <pc:inkChg chg="add mod">
          <ac:chgData name="Rahul Mishra" userId="57c6469e-ac64-4888-811b-35f0aabddbad" providerId="ADAL" clId="{2587B58E-4F3B-47AB-B3EB-62407C9160B0}" dt="2025-11-22T04:00:11.757" v="132"/>
          <ac:inkMkLst>
            <pc:docMk/>
            <pc:sldMk cId="494020161" sldId="783"/>
            <ac:inkMk id="7" creationId="{FF322397-9375-067C-5FAF-9CB2BE3F9688}"/>
          </ac:inkMkLst>
        </pc:inkChg>
      </pc:sldChg>
      <pc:sldChg chg="addSp delSp modSp add mod">
        <pc:chgData name="Rahul Mishra" userId="57c6469e-ac64-4888-811b-35f0aabddbad" providerId="ADAL" clId="{2587B58E-4F3B-47AB-B3EB-62407C9160B0}" dt="2025-11-22T04:02:26.461" v="206"/>
        <pc:sldMkLst>
          <pc:docMk/>
          <pc:sldMk cId="2211228886" sldId="784"/>
        </pc:sldMkLst>
        <pc:grpChg chg="del mod">
          <ac:chgData name="Rahul Mishra" userId="57c6469e-ac64-4888-811b-35f0aabddbad" providerId="ADAL" clId="{2587B58E-4F3B-47AB-B3EB-62407C9160B0}" dt="2025-11-22T03:59:45.747" v="105"/>
          <ac:grpSpMkLst>
            <pc:docMk/>
            <pc:sldMk cId="2211228886" sldId="784"/>
            <ac:grpSpMk id="8" creationId="{D84E7AF5-36A3-DC70-7382-26475FA5283F}"/>
          </ac:grpSpMkLst>
        </pc:grpChg>
        <pc:grpChg chg="del mod">
          <ac:chgData name="Rahul Mishra" userId="57c6469e-ac64-4888-811b-35f0aabddbad" providerId="ADAL" clId="{2587B58E-4F3B-47AB-B3EB-62407C9160B0}" dt="2025-11-22T03:59:49.275" v="112"/>
          <ac:grpSpMkLst>
            <pc:docMk/>
            <pc:sldMk cId="2211228886" sldId="784"/>
            <ac:grpSpMk id="13" creationId="{9873AE4F-ADB9-1649-BE9C-02611FB716C4}"/>
          </ac:grpSpMkLst>
        </pc:grpChg>
        <pc:grpChg chg="del mod">
          <ac:chgData name="Rahul Mishra" userId="57c6469e-ac64-4888-811b-35f0aabddbad" providerId="ADAL" clId="{2587B58E-4F3B-47AB-B3EB-62407C9160B0}" dt="2025-11-22T03:59:53.143" v="114"/>
          <ac:grpSpMkLst>
            <pc:docMk/>
            <pc:sldMk cId="2211228886" sldId="784"/>
            <ac:grpSpMk id="20" creationId="{D0119938-FEF9-9407-1177-22A95B2F10DC}"/>
          </ac:grpSpMkLst>
        </pc:grpChg>
        <pc:grpChg chg="del mod">
          <ac:chgData name="Rahul Mishra" userId="57c6469e-ac64-4888-811b-35f0aabddbad" providerId="ADAL" clId="{2587B58E-4F3B-47AB-B3EB-62407C9160B0}" dt="2025-11-22T04:02:19.033" v="199"/>
          <ac:grpSpMkLst>
            <pc:docMk/>
            <pc:sldMk cId="2211228886" sldId="784"/>
            <ac:grpSpMk id="22" creationId="{C9A59C9E-2B1F-703E-7FCD-434FFCDBA4BF}"/>
          </ac:grpSpMkLst>
        </pc:grpChg>
        <pc:grpChg chg="del mod">
          <ac:chgData name="Rahul Mishra" userId="57c6469e-ac64-4888-811b-35f0aabddbad" providerId="ADAL" clId="{2587B58E-4F3B-47AB-B3EB-62407C9160B0}" dt="2025-11-22T04:00:01.778" v="125"/>
          <ac:grpSpMkLst>
            <pc:docMk/>
            <pc:sldMk cId="2211228886" sldId="784"/>
            <ac:grpSpMk id="26" creationId="{F76A7F1C-8C61-D364-FF4C-24D06B297B58}"/>
          </ac:grpSpMkLst>
        </pc:grpChg>
        <pc:grpChg chg="mod">
          <ac:chgData name="Rahul Mishra" userId="57c6469e-ac64-4888-811b-35f0aabddbad" providerId="ADAL" clId="{2587B58E-4F3B-47AB-B3EB-62407C9160B0}" dt="2025-11-22T04:00:01.778" v="125"/>
          <ac:grpSpMkLst>
            <pc:docMk/>
            <pc:sldMk cId="2211228886" sldId="784"/>
            <ac:grpSpMk id="33" creationId="{626E45AC-BAB7-E0BE-0D22-E5C5555D3920}"/>
          </ac:grpSpMkLst>
        </pc:grpChg>
        <pc:grpChg chg="del mod">
          <ac:chgData name="Rahul Mishra" userId="57c6469e-ac64-4888-811b-35f0aabddbad" providerId="ADAL" clId="{2587B58E-4F3B-47AB-B3EB-62407C9160B0}" dt="2025-11-22T04:01:54.819" v="182"/>
          <ac:grpSpMkLst>
            <pc:docMk/>
            <pc:sldMk cId="2211228886" sldId="784"/>
            <ac:grpSpMk id="36" creationId="{D76703C3-A1A0-D9B2-F636-C8CC223539FA}"/>
          </ac:grpSpMkLst>
        </pc:grpChg>
        <pc:grpChg chg="del mod">
          <ac:chgData name="Rahul Mishra" userId="57c6469e-ac64-4888-811b-35f0aabddbad" providerId="ADAL" clId="{2587B58E-4F3B-47AB-B3EB-62407C9160B0}" dt="2025-11-22T04:01:54.819" v="182"/>
          <ac:grpSpMkLst>
            <pc:docMk/>
            <pc:sldMk cId="2211228886" sldId="784"/>
            <ac:grpSpMk id="44" creationId="{DB37613F-D4D6-CBB4-174D-0E0467751B10}"/>
          </ac:grpSpMkLst>
        </pc:grpChg>
        <pc:grpChg chg="del mod">
          <ac:chgData name="Rahul Mishra" userId="57c6469e-ac64-4888-811b-35f0aabddbad" providerId="ADAL" clId="{2587B58E-4F3B-47AB-B3EB-62407C9160B0}" dt="2025-11-22T04:01:54.819" v="182"/>
          <ac:grpSpMkLst>
            <pc:docMk/>
            <pc:sldMk cId="2211228886" sldId="784"/>
            <ac:grpSpMk id="47" creationId="{B1F0B475-6206-AA99-D593-1B8B2DBF8034}"/>
          </ac:grpSpMkLst>
        </pc:grpChg>
        <pc:grpChg chg="del mod">
          <ac:chgData name="Rahul Mishra" userId="57c6469e-ac64-4888-811b-35f0aabddbad" providerId="ADAL" clId="{2587B58E-4F3B-47AB-B3EB-62407C9160B0}" dt="2025-11-22T04:01:56.619" v="186"/>
          <ac:grpSpMkLst>
            <pc:docMk/>
            <pc:sldMk cId="2211228886" sldId="784"/>
            <ac:grpSpMk id="70" creationId="{C66B5EF6-3B04-D6DB-50C9-6353FCC4D4E5}"/>
          </ac:grpSpMkLst>
        </pc:grpChg>
        <pc:grpChg chg="del mod">
          <ac:chgData name="Rahul Mishra" userId="57c6469e-ac64-4888-811b-35f0aabddbad" providerId="ADAL" clId="{2587B58E-4F3B-47AB-B3EB-62407C9160B0}" dt="2025-11-22T04:01:56.619" v="186"/>
          <ac:grpSpMkLst>
            <pc:docMk/>
            <pc:sldMk cId="2211228886" sldId="784"/>
            <ac:grpSpMk id="71" creationId="{BF1CE4B9-6362-0548-7765-52FCB7FF1674}"/>
          </ac:grpSpMkLst>
        </pc:grpChg>
        <pc:grpChg chg="del mod">
          <ac:chgData name="Rahul Mishra" userId="57c6469e-ac64-4888-811b-35f0aabddbad" providerId="ADAL" clId="{2587B58E-4F3B-47AB-B3EB-62407C9160B0}" dt="2025-11-22T04:01:56.619" v="186"/>
          <ac:grpSpMkLst>
            <pc:docMk/>
            <pc:sldMk cId="2211228886" sldId="784"/>
            <ac:grpSpMk id="72" creationId="{2EA79861-1FCC-7583-18B3-E44133800128}"/>
          </ac:grpSpMkLst>
        </pc:grpChg>
        <pc:grpChg chg="del mod">
          <ac:chgData name="Rahul Mishra" userId="57c6469e-ac64-4888-811b-35f0aabddbad" providerId="ADAL" clId="{2587B58E-4F3B-47AB-B3EB-62407C9160B0}" dt="2025-11-22T04:01:56.619" v="186"/>
          <ac:grpSpMkLst>
            <pc:docMk/>
            <pc:sldMk cId="2211228886" sldId="784"/>
            <ac:grpSpMk id="73" creationId="{60E96760-DEA7-C1FD-B4AC-445A57F08A4B}"/>
          </ac:grpSpMkLst>
        </pc:grpChg>
        <pc:grpChg chg="del mod">
          <ac:chgData name="Rahul Mishra" userId="57c6469e-ac64-4888-811b-35f0aabddbad" providerId="ADAL" clId="{2587B58E-4F3B-47AB-B3EB-62407C9160B0}" dt="2025-11-22T04:01:54.819" v="182"/>
          <ac:grpSpMkLst>
            <pc:docMk/>
            <pc:sldMk cId="2211228886" sldId="784"/>
            <ac:grpSpMk id="80" creationId="{7E136BB4-D226-326C-78CF-CFB21E859F03}"/>
          </ac:grpSpMkLst>
        </pc:grpChg>
        <pc:grpChg chg="del mod">
          <ac:chgData name="Rahul Mishra" userId="57c6469e-ac64-4888-811b-35f0aabddbad" providerId="ADAL" clId="{2587B58E-4F3B-47AB-B3EB-62407C9160B0}" dt="2025-11-22T04:01:54.819" v="182"/>
          <ac:grpSpMkLst>
            <pc:docMk/>
            <pc:sldMk cId="2211228886" sldId="784"/>
            <ac:grpSpMk id="89" creationId="{33795C83-2F3E-21A2-64EC-429C2D829CB2}"/>
          </ac:grpSpMkLst>
        </pc:grpChg>
        <pc:grpChg chg="del mod">
          <ac:chgData name="Rahul Mishra" userId="57c6469e-ac64-4888-811b-35f0aabddbad" providerId="ADAL" clId="{2587B58E-4F3B-47AB-B3EB-62407C9160B0}" dt="2025-11-22T04:01:56.619" v="186"/>
          <ac:grpSpMkLst>
            <pc:docMk/>
            <pc:sldMk cId="2211228886" sldId="784"/>
            <ac:grpSpMk id="90" creationId="{7C9202BA-B7B5-6838-1381-823D4C298A81}"/>
          </ac:grpSpMkLst>
        </pc:grpChg>
        <pc:grpChg chg="del mod">
          <ac:chgData name="Rahul Mishra" userId="57c6469e-ac64-4888-811b-35f0aabddbad" providerId="ADAL" clId="{2587B58E-4F3B-47AB-B3EB-62407C9160B0}" dt="2025-11-22T04:02:02.131" v="191"/>
          <ac:grpSpMkLst>
            <pc:docMk/>
            <pc:sldMk cId="2211228886" sldId="784"/>
            <ac:grpSpMk id="94" creationId="{8AA97807-BC4B-1BF4-C571-089E96424134}"/>
          </ac:grpSpMkLst>
        </pc:grpChg>
        <pc:grpChg chg="del mod">
          <ac:chgData name="Rahul Mishra" userId="57c6469e-ac64-4888-811b-35f0aabddbad" providerId="ADAL" clId="{2587B58E-4F3B-47AB-B3EB-62407C9160B0}" dt="2025-11-22T04:02:02.131" v="191"/>
          <ac:grpSpMkLst>
            <pc:docMk/>
            <pc:sldMk cId="2211228886" sldId="784"/>
            <ac:grpSpMk id="99" creationId="{B0060FF4-134D-8D81-B00D-798ED95461F9}"/>
          </ac:grpSpMkLst>
        </pc:grpChg>
        <pc:grpChg chg="mod">
          <ac:chgData name="Rahul Mishra" userId="57c6469e-ac64-4888-811b-35f0aabddbad" providerId="ADAL" clId="{2587B58E-4F3B-47AB-B3EB-62407C9160B0}" dt="2025-11-22T04:02:02.131" v="191"/>
          <ac:grpSpMkLst>
            <pc:docMk/>
            <pc:sldMk cId="2211228886" sldId="784"/>
            <ac:grpSpMk id="100" creationId="{0C54309B-ED50-97D1-81AC-356CCEF5ED9C}"/>
          </ac:grpSpMkLst>
        </pc:grpChg>
        <pc:grpChg chg="mod">
          <ac:chgData name="Rahul Mishra" userId="57c6469e-ac64-4888-811b-35f0aabddbad" providerId="ADAL" clId="{2587B58E-4F3B-47AB-B3EB-62407C9160B0}" dt="2025-11-22T04:02:02.131" v="191"/>
          <ac:grpSpMkLst>
            <pc:docMk/>
            <pc:sldMk cId="2211228886" sldId="784"/>
            <ac:grpSpMk id="101" creationId="{AEDD7F60-3031-57D2-C9ED-4DC16650A5A3}"/>
          </ac:grpSpMkLst>
        </pc:grpChg>
        <pc:grpChg chg="del mod">
          <ac:chgData name="Rahul Mishra" userId="57c6469e-ac64-4888-811b-35f0aabddbad" providerId="ADAL" clId="{2587B58E-4F3B-47AB-B3EB-62407C9160B0}" dt="2025-11-22T04:02:19.033" v="199"/>
          <ac:grpSpMkLst>
            <pc:docMk/>
            <pc:sldMk cId="2211228886" sldId="784"/>
            <ac:grpSpMk id="103" creationId="{37137B83-1AD9-8B6F-9D49-6316D4B2FBDE}"/>
          </ac:grpSpMkLst>
        </pc:grpChg>
        <pc:grpChg chg="mod">
          <ac:chgData name="Rahul Mishra" userId="57c6469e-ac64-4888-811b-35f0aabddbad" providerId="ADAL" clId="{2587B58E-4F3B-47AB-B3EB-62407C9160B0}" dt="2025-11-22T04:02:19.033" v="199"/>
          <ac:grpSpMkLst>
            <pc:docMk/>
            <pc:sldMk cId="2211228886" sldId="784"/>
            <ac:grpSpMk id="109" creationId="{69820D2B-16D1-B459-F593-430ECF260042}"/>
          </ac:grpSpMkLst>
        </pc:grpChg>
        <pc:grpChg chg="del mod">
          <ac:chgData name="Rahul Mishra" userId="57c6469e-ac64-4888-811b-35f0aabddbad" providerId="ADAL" clId="{2587B58E-4F3B-47AB-B3EB-62407C9160B0}" dt="2025-11-22T04:02:26.461" v="206"/>
          <ac:grpSpMkLst>
            <pc:docMk/>
            <pc:sldMk cId="2211228886" sldId="784"/>
            <ac:grpSpMk id="110" creationId="{99369C1E-2642-8A13-31E2-5FA8EE729236}"/>
          </ac:grpSpMkLst>
        </pc:grpChg>
        <pc:grpChg chg="del mod">
          <ac:chgData name="Rahul Mishra" userId="57c6469e-ac64-4888-811b-35f0aabddbad" providerId="ADAL" clId="{2587B58E-4F3B-47AB-B3EB-62407C9160B0}" dt="2025-11-22T04:02:26.461" v="206"/>
          <ac:grpSpMkLst>
            <pc:docMk/>
            <pc:sldMk cId="2211228886" sldId="784"/>
            <ac:grpSpMk id="115" creationId="{0D59F764-B380-BFA4-6A8B-54877306E82A}"/>
          </ac:grpSpMkLst>
        </pc:grpChg>
        <pc:grpChg chg="mod">
          <ac:chgData name="Rahul Mishra" userId="57c6469e-ac64-4888-811b-35f0aabddbad" providerId="ADAL" clId="{2587B58E-4F3B-47AB-B3EB-62407C9160B0}" dt="2025-11-22T04:02:26.461" v="206"/>
          <ac:grpSpMkLst>
            <pc:docMk/>
            <pc:sldMk cId="2211228886" sldId="784"/>
            <ac:grpSpMk id="117" creationId="{F1E858D8-C2F2-BADA-7097-6A894908C15C}"/>
          </ac:grpSpMkLst>
        </pc:grpChg>
        <pc:inkChg chg="add">
          <ac:chgData name="Rahul Mishra" userId="57c6469e-ac64-4888-811b-35f0aabddbad" providerId="ADAL" clId="{2587B58E-4F3B-47AB-B3EB-62407C9160B0}" dt="2025-11-22T03:43:18.245" v="85"/>
          <ac:inkMkLst>
            <pc:docMk/>
            <pc:sldMk cId="2211228886" sldId="784"/>
            <ac:inkMk id="4" creationId="{B58BA6D4-C2AA-8997-9419-8548458DAAC6}"/>
          </ac:inkMkLst>
        </pc:inkChg>
        <pc:inkChg chg="add">
          <ac:chgData name="Rahul Mishra" userId="57c6469e-ac64-4888-811b-35f0aabddbad" providerId="ADAL" clId="{2587B58E-4F3B-47AB-B3EB-62407C9160B0}" dt="2025-11-22T03:59:42.090" v="97" actId="9405"/>
          <ac:inkMkLst>
            <pc:docMk/>
            <pc:sldMk cId="2211228886" sldId="784"/>
            <ac:inkMk id="5" creationId="{7421F08E-BDAA-DD28-F770-7429EBDE99E8}"/>
          </ac:inkMkLst>
        </pc:inkChg>
        <pc:inkChg chg="add mod">
          <ac:chgData name="Rahul Mishra" userId="57c6469e-ac64-4888-811b-35f0aabddbad" providerId="ADAL" clId="{2587B58E-4F3B-47AB-B3EB-62407C9160B0}" dt="2025-11-22T03:59:45.747" v="105"/>
          <ac:inkMkLst>
            <pc:docMk/>
            <pc:sldMk cId="2211228886" sldId="784"/>
            <ac:inkMk id="6" creationId="{03B15D6B-BC91-E3E3-C00A-7EEC9451737F}"/>
          </ac:inkMkLst>
        </pc:inkChg>
        <pc:inkChg chg="add mod">
          <ac:chgData name="Rahul Mishra" userId="57c6469e-ac64-4888-811b-35f0aabddbad" providerId="ADAL" clId="{2587B58E-4F3B-47AB-B3EB-62407C9160B0}" dt="2025-11-22T03:59:53.143" v="114"/>
          <ac:inkMkLst>
            <pc:docMk/>
            <pc:sldMk cId="2211228886" sldId="784"/>
            <ac:inkMk id="7" creationId="{BD08AA3A-393A-8828-DB97-F22DDCF45624}"/>
          </ac:inkMkLst>
        </pc:inkChg>
        <pc:inkChg chg="add mod">
          <ac:chgData name="Rahul Mishra" userId="57c6469e-ac64-4888-811b-35f0aabddbad" providerId="ADAL" clId="{2587B58E-4F3B-47AB-B3EB-62407C9160B0}" dt="2025-11-22T03:59:45.747" v="105"/>
          <ac:inkMkLst>
            <pc:docMk/>
            <pc:sldMk cId="2211228886" sldId="784"/>
            <ac:inkMk id="9" creationId="{9F5933DC-C01D-FC08-C54C-0767E03DD411}"/>
          </ac:inkMkLst>
        </pc:inkChg>
        <pc:inkChg chg="add mod">
          <ac:chgData name="Rahul Mishra" userId="57c6469e-ac64-4888-811b-35f0aabddbad" providerId="ADAL" clId="{2587B58E-4F3B-47AB-B3EB-62407C9160B0}" dt="2025-11-22T03:59:53.143" v="114"/>
          <ac:inkMkLst>
            <pc:docMk/>
            <pc:sldMk cId="2211228886" sldId="784"/>
            <ac:inkMk id="10" creationId="{2339D68D-0443-545A-CB59-406F5CCF1B6B}"/>
          </ac:inkMkLst>
        </pc:inkChg>
        <pc:inkChg chg="add mod">
          <ac:chgData name="Rahul Mishra" userId="57c6469e-ac64-4888-811b-35f0aabddbad" providerId="ADAL" clId="{2587B58E-4F3B-47AB-B3EB-62407C9160B0}" dt="2025-11-22T03:59:53.143" v="114"/>
          <ac:inkMkLst>
            <pc:docMk/>
            <pc:sldMk cId="2211228886" sldId="784"/>
            <ac:inkMk id="11" creationId="{4805E1CC-C036-5BA2-B436-26BB8EC41CF8}"/>
          </ac:inkMkLst>
        </pc:inkChg>
        <pc:inkChg chg="add mod">
          <ac:chgData name="Rahul Mishra" userId="57c6469e-ac64-4888-811b-35f0aabddbad" providerId="ADAL" clId="{2587B58E-4F3B-47AB-B3EB-62407C9160B0}" dt="2025-11-22T04:02:19.033" v="199"/>
          <ac:inkMkLst>
            <pc:docMk/>
            <pc:sldMk cId="2211228886" sldId="784"/>
            <ac:inkMk id="12" creationId="{28F8E886-F7BC-531B-45E9-1BA7D6112262}"/>
          </ac:inkMkLst>
        </pc:inkChg>
        <pc:inkChg chg="add mod">
          <ac:chgData name="Rahul Mishra" userId="57c6469e-ac64-4888-811b-35f0aabddbad" providerId="ADAL" clId="{2587B58E-4F3B-47AB-B3EB-62407C9160B0}" dt="2025-11-22T03:59:49.275" v="112"/>
          <ac:inkMkLst>
            <pc:docMk/>
            <pc:sldMk cId="2211228886" sldId="784"/>
            <ac:inkMk id="14" creationId="{BB8F0332-1536-E8B1-21BD-24EDE8956EDB}"/>
          </ac:inkMkLst>
        </pc:inkChg>
        <pc:inkChg chg="add mod">
          <ac:chgData name="Rahul Mishra" userId="57c6469e-ac64-4888-811b-35f0aabddbad" providerId="ADAL" clId="{2587B58E-4F3B-47AB-B3EB-62407C9160B0}" dt="2025-11-22T04:02:19.033" v="199"/>
          <ac:inkMkLst>
            <pc:docMk/>
            <pc:sldMk cId="2211228886" sldId="784"/>
            <ac:inkMk id="15" creationId="{C708BE3B-F3AE-5994-FFC9-D5807C7518C7}"/>
          </ac:inkMkLst>
        </pc:inkChg>
        <pc:inkChg chg="add mod">
          <ac:chgData name="Rahul Mishra" userId="57c6469e-ac64-4888-811b-35f0aabddbad" providerId="ADAL" clId="{2587B58E-4F3B-47AB-B3EB-62407C9160B0}" dt="2025-11-22T04:02:19.033" v="199"/>
          <ac:inkMkLst>
            <pc:docMk/>
            <pc:sldMk cId="2211228886" sldId="784"/>
            <ac:inkMk id="16" creationId="{7ECDBBC1-7A8C-57AD-0E6E-A78BD75BAC61}"/>
          </ac:inkMkLst>
        </pc:inkChg>
        <pc:inkChg chg="add">
          <ac:chgData name="Rahul Mishra" userId="57c6469e-ac64-4888-811b-35f0aabddbad" providerId="ADAL" clId="{2587B58E-4F3B-47AB-B3EB-62407C9160B0}" dt="2025-11-22T03:59:47.760" v="109" actId="9405"/>
          <ac:inkMkLst>
            <pc:docMk/>
            <pc:sldMk cId="2211228886" sldId="784"/>
            <ac:inkMk id="17" creationId="{FFE83C45-BBD7-0A7B-3CF3-2F906A6EF855}"/>
          </ac:inkMkLst>
        </pc:inkChg>
        <pc:inkChg chg="add mod">
          <ac:chgData name="Rahul Mishra" userId="57c6469e-ac64-4888-811b-35f0aabddbad" providerId="ADAL" clId="{2587B58E-4F3B-47AB-B3EB-62407C9160B0}" dt="2025-11-22T03:59:53.143" v="114"/>
          <ac:inkMkLst>
            <pc:docMk/>
            <pc:sldMk cId="2211228886" sldId="784"/>
            <ac:inkMk id="18" creationId="{2C7CF458-99FD-3B64-16E8-35364A977C9A}"/>
          </ac:inkMkLst>
        </pc:inkChg>
        <pc:inkChg chg="add mod">
          <ac:chgData name="Rahul Mishra" userId="57c6469e-ac64-4888-811b-35f0aabddbad" providerId="ADAL" clId="{2587B58E-4F3B-47AB-B3EB-62407C9160B0}" dt="2025-11-22T03:59:53.143" v="114"/>
          <ac:inkMkLst>
            <pc:docMk/>
            <pc:sldMk cId="2211228886" sldId="784"/>
            <ac:inkMk id="19" creationId="{712E0430-C4CE-D7C3-63A4-CF39EDEA3470}"/>
          </ac:inkMkLst>
        </pc:inkChg>
        <pc:inkChg chg="add mod">
          <ac:chgData name="Rahul Mishra" userId="57c6469e-ac64-4888-811b-35f0aabddbad" providerId="ADAL" clId="{2587B58E-4F3B-47AB-B3EB-62407C9160B0}" dt="2025-11-22T04:02:19.033" v="199"/>
          <ac:inkMkLst>
            <pc:docMk/>
            <pc:sldMk cId="2211228886" sldId="784"/>
            <ac:inkMk id="21" creationId="{A7019FD0-5D3A-FE93-D668-63CA87AAB116}"/>
          </ac:inkMkLst>
        </pc:inkChg>
        <pc:inkChg chg="add mod">
          <ac:chgData name="Rahul Mishra" userId="57c6469e-ac64-4888-811b-35f0aabddbad" providerId="ADAL" clId="{2587B58E-4F3B-47AB-B3EB-62407C9160B0}" dt="2025-11-22T04:00:01.778" v="125"/>
          <ac:inkMkLst>
            <pc:docMk/>
            <pc:sldMk cId="2211228886" sldId="784"/>
            <ac:inkMk id="23" creationId="{23690562-1885-E2A5-F120-05F5BC72AFE0}"/>
          </ac:inkMkLst>
        </pc:inkChg>
        <pc:inkChg chg="add mod">
          <ac:chgData name="Rahul Mishra" userId="57c6469e-ac64-4888-811b-35f0aabddbad" providerId="ADAL" clId="{2587B58E-4F3B-47AB-B3EB-62407C9160B0}" dt="2025-11-22T04:00:01.778" v="125"/>
          <ac:inkMkLst>
            <pc:docMk/>
            <pc:sldMk cId="2211228886" sldId="784"/>
            <ac:inkMk id="24" creationId="{6BDA235F-A706-7BF4-373B-06596780F693}"/>
          </ac:inkMkLst>
        </pc:inkChg>
        <pc:inkChg chg="add mod">
          <ac:chgData name="Rahul Mishra" userId="57c6469e-ac64-4888-811b-35f0aabddbad" providerId="ADAL" clId="{2587B58E-4F3B-47AB-B3EB-62407C9160B0}" dt="2025-11-22T04:00:01.778" v="125"/>
          <ac:inkMkLst>
            <pc:docMk/>
            <pc:sldMk cId="2211228886" sldId="784"/>
            <ac:inkMk id="25" creationId="{A96840BC-58FC-27D2-6B29-EB775B07A7AB}"/>
          </ac:inkMkLst>
        </pc:inkChg>
        <pc:inkChg chg="add mod">
          <ac:chgData name="Rahul Mishra" userId="57c6469e-ac64-4888-811b-35f0aabddbad" providerId="ADAL" clId="{2587B58E-4F3B-47AB-B3EB-62407C9160B0}" dt="2025-11-22T04:00:01.778" v="125"/>
          <ac:inkMkLst>
            <pc:docMk/>
            <pc:sldMk cId="2211228886" sldId="784"/>
            <ac:inkMk id="27" creationId="{C042BAA0-97F6-1C0C-6585-38BA9E2F5C93}"/>
          </ac:inkMkLst>
        </pc:inkChg>
        <pc:inkChg chg="add mod">
          <ac:chgData name="Rahul Mishra" userId="57c6469e-ac64-4888-811b-35f0aabddbad" providerId="ADAL" clId="{2587B58E-4F3B-47AB-B3EB-62407C9160B0}" dt="2025-11-22T04:00:01.778" v="125"/>
          <ac:inkMkLst>
            <pc:docMk/>
            <pc:sldMk cId="2211228886" sldId="784"/>
            <ac:inkMk id="28" creationId="{C46CA3CC-0E81-0554-4C46-ACD576CBD5B3}"/>
          </ac:inkMkLst>
        </pc:inkChg>
        <pc:inkChg chg="add">
          <ac:chgData name="Rahul Mishra" userId="57c6469e-ac64-4888-811b-35f0aabddbad" providerId="ADAL" clId="{2587B58E-4F3B-47AB-B3EB-62407C9160B0}" dt="2025-11-22T03:59:59.527" v="121" actId="9405"/>
          <ac:inkMkLst>
            <pc:docMk/>
            <pc:sldMk cId="2211228886" sldId="784"/>
            <ac:inkMk id="29" creationId="{ABF0F416-F682-3F63-9ADC-2B82462FF7A2}"/>
          </ac:inkMkLst>
        </pc:inkChg>
        <pc:inkChg chg="add mod">
          <ac:chgData name="Rahul Mishra" userId="57c6469e-ac64-4888-811b-35f0aabddbad" providerId="ADAL" clId="{2587B58E-4F3B-47AB-B3EB-62407C9160B0}" dt="2025-11-22T04:00:01.778" v="125"/>
          <ac:inkMkLst>
            <pc:docMk/>
            <pc:sldMk cId="2211228886" sldId="784"/>
            <ac:inkMk id="30" creationId="{B0B3FAB5-D783-4462-8539-D32A480DFF32}"/>
          </ac:inkMkLst>
        </pc:inkChg>
        <pc:inkChg chg="add mod">
          <ac:chgData name="Rahul Mishra" userId="57c6469e-ac64-4888-811b-35f0aabddbad" providerId="ADAL" clId="{2587B58E-4F3B-47AB-B3EB-62407C9160B0}" dt="2025-11-22T04:00:01.778" v="125"/>
          <ac:inkMkLst>
            <pc:docMk/>
            <pc:sldMk cId="2211228886" sldId="784"/>
            <ac:inkMk id="31" creationId="{DBC005C0-DAC9-F5E8-FB95-FE3B75509B18}"/>
          </ac:inkMkLst>
        </pc:inkChg>
        <pc:inkChg chg="add mod">
          <ac:chgData name="Rahul Mishra" userId="57c6469e-ac64-4888-811b-35f0aabddbad" providerId="ADAL" clId="{2587B58E-4F3B-47AB-B3EB-62407C9160B0}" dt="2025-11-22T04:00:01.778" v="125"/>
          <ac:inkMkLst>
            <pc:docMk/>
            <pc:sldMk cId="2211228886" sldId="784"/>
            <ac:inkMk id="32" creationId="{F252A7DF-B957-1562-F9CB-1679D7E589FA}"/>
          </ac:inkMkLst>
        </pc:inkChg>
        <pc:inkChg chg="add mod">
          <ac:chgData name="Rahul Mishra" userId="57c6469e-ac64-4888-811b-35f0aabddbad" providerId="ADAL" clId="{2587B58E-4F3B-47AB-B3EB-62407C9160B0}" dt="2025-11-22T04:00:03.916" v="128"/>
          <ac:inkMkLst>
            <pc:docMk/>
            <pc:sldMk cId="2211228886" sldId="784"/>
            <ac:inkMk id="34" creationId="{0F537CCE-2882-5D62-E030-36DB653C7E2C}"/>
          </ac:inkMkLst>
        </pc:inkChg>
        <pc:inkChg chg="add mod">
          <ac:chgData name="Rahul Mishra" userId="57c6469e-ac64-4888-811b-35f0aabddbad" providerId="ADAL" clId="{2587B58E-4F3B-47AB-B3EB-62407C9160B0}" dt="2025-11-22T04:00:03.916" v="128"/>
          <ac:inkMkLst>
            <pc:docMk/>
            <pc:sldMk cId="2211228886" sldId="784"/>
            <ac:inkMk id="35" creationId="{DAC6B5E7-1BF1-6895-8403-838611C6905E}"/>
          </ac:inkMkLst>
        </pc:inkChg>
        <pc:inkChg chg="add">
          <ac:chgData name="Rahul Mishra" userId="57c6469e-ac64-4888-811b-35f0aabddbad" providerId="ADAL" clId="{2587B58E-4F3B-47AB-B3EB-62407C9160B0}" dt="2025-11-22T04:00:17.143" v="133" actId="9405"/>
          <ac:inkMkLst>
            <pc:docMk/>
            <pc:sldMk cId="2211228886" sldId="784"/>
            <ac:inkMk id="37" creationId="{6CCF7226-7B43-5510-6CB9-9FE04CA3D4AF}"/>
          </ac:inkMkLst>
        </pc:inkChg>
        <pc:inkChg chg="add">
          <ac:chgData name="Rahul Mishra" userId="57c6469e-ac64-4888-811b-35f0aabddbad" providerId="ADAL" clId="{2587B58E-4F3B-47AB-B3EB-62407C9160B0}" dt="2025-11-22T04:00:18.114" v="134" actId="9405"/>
          <ac:inkMkLst>
            <pc:docMk/>
            <pc:sldMk cId="2211228886" sldId="784"/>
            <ac:inkMk id="38" creationId="{7C03B0AE-5413-6B55-154F-04BD8C57E9A4}"/>
          </ac:inkMkLst>
        </pc:inkChg>
        <pc:inkChg chg="add mod">
          <ac:chgData name="Rahul Mishra" userId="57c6469e-ac64-4888-811b-35f0aabddbad" providerId="ADAL" clId="{2587B58E-4F3B-47AB-B3EB-62407C9160B0}" dt="2025-11-22T04:02:10.865" v="193"/>
          <ac:inkMkLst>
            <pc:docMk/>
            <pc:sldMk cId="2211228886" sldId="784"/>
            <ac:inkMk id="39" creationId="{E550A4F6-E73C-42A6-6482-F90B3DBE4DB7}"/>
          </ac:inkMkLst>
        </pc:inkChg>
        <pc:inkChg chg="add">
          <ac:chgData name="Rahul Mishra" userId="57c6469e-ac64-4888-811b-35f0aabddbad" providerId="ADAL" clId="{2587B58E-4F3B-47AB-B3EB-62407C9160B0}" dt="2025-11-22T04:00:21.066" v="136" actId="9405"/>
          <ac:inkMkLst>
            <pc:docMk/>
            <pc:sldMk cId="2211228886" sldId="784"/>
            <ac:inkMk id="40" creationId="{EA0952F5-880D-607C-81BB-52FF083678A1}"/>
          </ac:inkMkLst>
        </pc:inkChg>
        <pc:inkChg chg="add mod">
          <ac:chgData name="Rahul Mishra" userId="57c6469e-ac64-4888-811b-35f0aabddbad" providerId="ADAL" clId="{2587B58E-4F3B-47AB-B3EB-62407C9160B0}" dt="2025-11-22T04:02:19.033" v="199"/>
          <ac:inkMkLst>
            <pc:docMk/>
            <pc:sldMk cId="2211228886" sldId="784"/>
            <ac:inkMk id="41" creationId="{769B450E-9A03-6044-1876-C1546CA9DF76}"/>
          </ac:inkMkLst>
        </pc:inkChg>
        <pc:inkChg chg="add mod">
          <ac:chgData name="Rahul Mishra" userId="57c6469e-ac64-4888-811b-35f0aabddbad" providerId="ADAL" clId="{2587B58E-4F3B-47AB-B3EB-62407C9160B0}" dt="2025-11-22T04:02:10.865" v="193"/>
          <ac:inkMkLst>
            <pc:docMk/>
            <pc:sldMk cId="2211228886" sldId="784"/>
            <ac:inkMk id="42" creationId="{0A0E636B-E30F-F108-263E-B3953CD83C39}"/>
          </ac:inkMkLst>
        </pc:inkChg>
        <pc:inkChg chg="add mod">
          <ac:chgData name="Rahul Mishra" userId="57c6469e-ac64-4888-811b-35f0aabddbad" providerId="ADAL" clId="{2587B58E-4F3B-47AB-B3EB-62407C9160B0}" dt="2025-11-22T04:02:10.865" v="193"/>
          <ac:inkMkLst>
            <pc:docMk/>
            <pc:sldMk cId="2211228886" sldId="784"/>
            <ac:inkMk id="43" creationId="{F375ED6F-395E-D891-D791-104C89627127}"/>
          </ac:inkMkLst>
        </pc:inkChg>
        <pc:inkChg chg="add mod">
          <ac:chgData name="Rahul Mishra" userId="57c6469e-ac64-4888-811b-35f0aabddbad" providerId="ADAL" clId="{2587B58E-4F3B-47AB-B3EB-62407C9160B0}" dt="2025-11-22T04:01:34.771" v="143"/>
          <ac:inkMkLst>
            <pc:docMk/>
            <pc:sldMk cId="2211228886" sldId="784"/>
            <ac:inkMk id="45" creationId="{7EBCBA2E-BE79-9D55-04DA-D9FD40474708}"/>
          </ac:inkMkLst>
        </pc:inkChg>
        <pc:inkChg chg="add mod">
          <ac:chgData name="Rahul Mishra" userId="57c6469e-ac64-4888-811b-35f0aabddbad" providerId="ADAL" clId="{2587B58E-4F3B-47AB-B3EB-62407C9160B0}" dt="2025-11-22T04:01:34.771" v="143"/>
          <ac:inkMkLst>
            <pc:docMk/>
            <pc:sldMk cId="2211228886" sldId="784"/>
            <ac:inkMk id="46" creationId="{55E70A22-4DA9-6E74-0193-2213FC35E768}"/>
          </ac:inkMkLst>
        </pc:inkChg>
        <pc:inkChg chg="add">
          <ac:chgData name="Rahul Mishra" userId="57c6469e-ac64-4888-811b-35f0aabddbad" providerId="ADAL" clId="{2587B58E-4F3B-47AB-B3EB-62407C9160B0}" dt="2025-11-22T04:01:35.622" v="144" actId="9405"/>
          <ac:inkMkLst>
            <pc:docMk/>
            <pc:sldMk cId="2211228886" sldId="784"/>
            <ac:inkMk id="48" creationId="{58066C95-3CF2-5A2D-89CD-D8E43FADD93E}"/>
          </ac:inkMkLst>
        </pc:inkChg>
        <pc:inkChg chg="add">
          <ac:chgData name="Rahul Mishra" userId="57c6469e-ac64-4888-811b-35f0aabddbad" providerId="ADAL" clId="{2587B58E-4F3B-47AB-B3EB-62407C9160B0}" dt="2025-11-22T04:01:36.572" v="145" actId="9405"/>
          <ac:inkMkLst>
            <pc:docMk/>
            <pc:sldMk cId="2211228886" sldId="784"/>
            <ac:inkMk id="49" creationId="{AA3B7E9E-40E0-2704-3B25-89050EE74AC6}"/>
          </ac:inkMkLst>
        </pc:inkChg>
        <pc:inkChg chg="add">
          <ac:chgData name="Rahul Mishra" userId="57c6469e-ac64-4888-811b-35f0aabddbad" providerId="ADAL" clId="{2587B58E-4F3B-47AB-B3EB-62407C9160B0}" dt="2025-11-22T04:01:36.897" v="146" actId="9405"/>
          <ac:inkMkLst>
            <pc:docMk/>
            <pc:sldMk cId="2211228886" sldId="784"/>
            <ac:inkMk id="50" creationId="{7509CF2C-45DE-B637-E480-224600D80162}"/>
          </ac:inkMkLst>
        </pc:inkChg>
        <pc:inkChg chg="add">
          <ac:chgData name="Rahul Mishra" userId="57c6469e-ac64-4888-811b-35f0aabddbad" providerId="ADAL" clId="{2587B58E-4F3B-47AB-B3EB-62407C9160B0}" dt="2025-11-22T04:01:37.300" v="147" actId="9405"/>
          <ac:inkMkLst>
            <pc:docMk/>
            <pc:sldMk cId="2211228886" sldId="784"/>
            <ac:inkMk id="51" creationId="{985CF8EE-25BC-ABF8-06C1-5013D428F74F}"/>
          </ac:inkMkLst>
        </pc:inkChg>
        <pc:inkChg chg="add mod">
          <ac:chgData name="Rahul Mishra" userId="57c6469e-ac64-4888-811b-35f0aabddbad" providerId="ADAL" clId="{2587B58E-4F3B-47AB-B3EB-62407C9160B0}" dt="2025-11-22T04:02:02.131" v="191"/>
          <ac:inkMkLst>
            <pc:docMk/>
            <pc:sldMk cId="2211228886" sldId="784"/>
            <ac:inkMk id="52" creationId="{BB1DE93B-D060-88A0-FCB8-E1FC4AE1D8ED}"/>
          </ac:inkMkLst>
        </pc:inkChg>
        <pc:inkChg chg="add">
          <ac:chgData name="Rahul Mishra" userId="57c6469e-ac64-4888-811b-35f0aabddbad" providerId="ADAL" clId="{2587B58E-4F3B-47AB-B3EB-62407C9160B0}" dt="2025-11-22T04:01:38.044" v="149" actId="9405"/>
          <ac:inkMkLst>
            <pc:docMk/>
            <pc:sldMk cId="2211228886" sldId="784"/>
            <ac:inkMk id="53" creationId="{4F28E640-DD67-252A-F381-9A1C3662DFC6}"/>
          </ac:inkMkLst>
        </pc:inkChg>
        <pc:inkChg chg="add">
          <ac:chgData name="Rahul Mishra" userId="57c6469e-ac64-4888-811b-35f0aabddbad" providerId="ADAL" clId="{2587B58E-4F3B-47AB-B3EB-62407C9160B0}" dt="2025-11-22T04:01:38.895" v="150" actId="9405"/>
          <ac:inkMkLst>
            <pc:docMk/>
            <pc:sldMk cId="2211228886" sldId="784"/>
            <ac:inkMk id="54" creationId="{C834E1E6-03EE-8A7A-8CEE-FBDD7A2C6688}"/>
          </ac:inkMkLst>
        </pc:inkChg>
        <pc:inkChg chg="add">
          <ac:chgData name="Rahul Mishra" userId="57c6469e-ac64-4888-811b-35f0aabddbad" providerId="ADAL" clId="{2587B58E-4F3B-47AB-B3EB-62407C9160B0}" dt="2025-11-22T04:01:39.206" v="151" actId="9405"/>
          <ac:inkMkLst>
            <pc:docMk/>
            <pc:sldMk cId="2211228886" sldId="784"/>
            <ac:inkMk id="55" creationId="{BD8BBC25-AEAD-ABD5-22B1-82F9F90B4CB6}"/>
          </ac:inkMkLst>
        </pc:inkChg>
        <pc:inkChg chg="add">
          <ac:chgData name="Rahul Mishra" userId="57c6469e-ac64-4888-811b-35f0aabddbad" providerId="ADAL" clId="{2587B58E-4F3B-47AB-B3EB-62407C9160B0}" dt="2025-11-22T04:01:39.560" v="152" actId="9405"/>
          <ac:inkMkLst>
            <pc:docMk/>
            <pc:sldMk cId="2211228886" sldId="784"/>
            <ac:inkMk id="56" creationId="{9781C0B3-C312-F6A3-B535-BFCE53A05136}"/>
          </ac:inkMkLst>
        </pc:inkChg>
        <pc:inkChg chg="add mod">
          <ac:chgData name="Rahul Mishra" userId="57c6469e-ac64-4888-811b-35f0aabddbad" providerId="ADAL" clId="{2587B58E-4F3B-47AB-B3EB-62407C9160B0}" dt="2025-11-22T04:02:02.131" v="191"/>
          <ac:inkMkLst>
            <pc:docMk/>
            <pc:sldMk cId="2211228886" sldId="784"/>
            <ac:inkMk id="57" creationId="{5A9E8A31-CF80-9846-A997-9CEEC967F281}"/>
          </ac:inkMkLst>
        </pc:inkChg>
        <pc:inkChg chg="add mod">
          <ac:chgData name="Rahul Mishra" userId="57c6469e-ac64-4888-811b-35f0aabddbad" providerId="ADAL" clId="{2587B58E-4F3B-47AB-B3EB-62407C9160B0}" dt="2025-11-22T04:01:44.079" v="166"/>
          <ac:inkMkLst>
            <pc:docMk/>
            <pc:sldMk cId="2211228886" sldId="784"/>
            <ac:inkMk id="58" creationId="{18E9BA43-02DB-4835-5711-17DB61EB89EF}"/>
          </ac:inkMkLst>
        </pc:inkChg>
        <pc:inkChg chg="add">
          <ac:chgData name="Rahul Mishra" userId="57c6469e-ac64-4888-811b-35f0aabddbad" providerId="ADAL" clId="{2587B58E-4F3B-47AB-B3EB-62407C9160B0}" dt="2025-11-22T04:01:40.557" v="155" actId="9405"/>
          <ac:inkMkLst>
            <pc:docMk/>
            <pc:sldMk cId="2211228886" sldId="784"/>
            <ac:inkMk id="59" creationId="{1F3FE308-6024-DC05-EA41-BEEE148F2BB6}"/>
          </ac:inkMkLst>
        </pc:inkChg>
        <pc:inkChg chg="add mod">
          <ac:chgData name="Rahul Mishra" userId="57c6469e-ac64-4888-811b-35f0aabddbad" providerId="ADAL" clId="{2587B58E-4F3B-47AB-B3EB-62407C9160B0}" dt="2025-11-22T04:02:02.131" v="191"/>
          <ac:inkMkLst>
            <pc:docMk/>
            <pc:sldMk cId="2211228886" sldId="784"/>
            <ac:inkMk id="60" creationId="{C1B0EFB8-01A2-A0C9-6AC2-0982D75F807F}"/>
          </ac:inkMkLst>
        </pc:inkChg>
        <pc:inkChg chg="add mod">
          <ac:chgData name="Rahul Mishra" userId="57c6469e-ac64-4888-811b-35f0aabddbad" providerId="ADAL" clId="{2587B58E-4F3B-47AB-B3EB-62407C9160B0}" dt="2025-11-22T04:01:44.079" v="166"/>
          <ac:inkMkLst>
            <pc:docMk/>
            <pc:sldMk cId="2211228886" sldId="784"/>
            <ac:inkMk id="61" creationId="{BFB6D991-6C6C-4EC2-587A-6559F098F0C8}"/>
          </ac:inkMkLst>
        </pc:inkChg>
        <pc:inkChg chg="add mod">
          <ac:chgData name="Rahul Mishra" userId="57c6469e-ac64-4888-811b-35f0aabddbad" providerId="ADAL" clId="{2587B58E-4F3B-47AB-B3EB-62407C9160B0}" dt="2025-11-22T04:01:44.079" v="166"/>
          <ac:inkMkLst>
            <pc:docMk/>
            <pc:sldMk cId="2211228886" sldId="784"/>
            <ac:inkMk id="62" creationId="{993B49DC-9FB9-F09B-BEFC-7170C2C9AC58}"/>
          </ac:inkMkLst>
        </pc:inkChg>
        <pc:inkChg chg="add mod">
          <ac:chgData name="Rahul Mishra" userId="57c6469e-ac64-4888-811b-35f0aabddbad" providerId="ADAL" clId="{2587B58E-4F3B-47AB-B3EB-62407C9160B0}" dt="2025-11-22T04:01:44.079" v="166"/>
          <ac:inkMkLst>
            <pc:docMk/>
            <pc:sldMk cId="2211228886" sldId="784"/>
            <ac:inkMk id="63" creationId="{20E839B5-F966-50D5-8368-A479E6DD67BC}"/>
          </ac:inkMkLst>
        </pc:inkChg>
        <pc:inkChg chg="add">
          <ac:chgData name="Rahul Mishra" userId="57c6469e-ac64-4888-811b-35f0aabddbad" providerId="ADAL" clId="{2587B58E-4F3B-47AB-B3EB-62407C9160B0}" dt="2025-11-22T04:01:42.057" v="160" actId="9405"/>
          <ac:inkMkLst>
            <pc:docMk/>
            <pc:sldMk cId="2211228886" sldId="784"/>
            <ac:inkMk id="64" creationId="{4EAD6B8E-9BBC-EC12-6071-A529044977E0}"/>
          </ac:inkMkLst>
        </pc:inkChg>
        <pc:inkChg chg="add">
          <ac:chgData name="Rahul Mishra" userId="57c6469e-ac64-4888-811b-35f0aabddbad" providerId="ADAL" clId="{2587B58E-4F3B-47AB-B3EB-62407C9160B0}" dt="2025-11-22T04:01:42.401" v="161" actId="9405"/>
          <ac:inkMkLst>
            <pc:docMk/>
            <pc:sldMk cId="2211228886" sldId="784"/>
            <ac:inkMk id="65" creationId="{E5382859-CF8B-B833-03F9-DE59BC5E5A6C}"/>
          </ac:inkMkLst>
        </pc:inkChg>
        <pc:inkChg chg="add mod">
          <ac:chgData name="Rahul Mishra" userId="57c6469e-ac64-4888-811b-35f0aabddbad" providerId="ADAL" clId="{2587B58E-4F3B-47AB-B3EB-62407C9160B0}" dt="2025-11-22T04:01:44.079" v="166"/>
          <ac:inkMkLst>
            <pc:docMk/>
            <pc:sldMk cId="2211228886" sldId="784"/>
            <ac:inkMk id="66" creationId="{B56E83A1-0DEE-5FA4-DF5F-13083F1F9159}"/>
          </ac:inkMkLst>
        </pc:inkChg>
        <pc:inkChg chg="add mod">
          <ac:chgData name="Rahul Mishra" userId="57c6469e-ac64-4888-811b-35f0aabddbad" providerId="ADAL" clId="{2587B58E-4F3B-47AB-B3EB-62407C9160B0}" dt="2025-11-22T04:01:56.619" v="186"/>
          <ac:inkMkLst>
            <pc:docMk/>
            <pc:sldMk cId="2211228886" sldId="784"/>
            <ac:inkMk id="67" creationId="{C3DD2486-047A-8C56-4AB8-B9B019F97496}"/>
          </ac:inkMkLst>
        </pc:inkChg>
        <pc:inkChg chg="add">
          <ac:chgData name="Rahul Mishra" userId="57c6469e-ac64-4888-811b-35f0aabddbad" providerId="ADAL" clId="{2587B58E-4F3B-47AB-B3EB-62407C9160B0}" dt="2025-11-22T04:01:43.008" v="164" actId="9405"/>
          <ac:inkMkLst>
            <pc:docMk/>
            <pc:sldMk cId="2211228886" sldId="784"/>
            <ac:inkMk id="68" creationId="{878ACA74-0E8E-03B3-9B83-720AC4FFDBCE}"/>
          </ac:inkMkLst>
        </pc:inkChg>
        <pc:inkChg chg="add">
          <ac:chgData name="Rahul Mishra" userId="57c6469e-ac64-4888-811b-35f0aabddbad" providerId="ADAL" clId="{2587B58E-4F3B-47AB-B3EB-62407C9160B0}" dt="2025-11-22T04:01:43.303" v="165" actId="9405"/>
          <ac:inkMkLst>
            <pc:docMk/>
            <pc:sldMk cId="2211228886" sldId="784"/>
            <ac:inkMk id="69" creationId="{5498023F-091B-6151-F025-7830B0B246C6}"/>
          </ac:inkMkLst>
        </pc:inkChg>
        <pc:inkChg chg="add mod">
          <ac:chgData name="Rahul Mishra" userId="57c6469e-ac64-4888-811b-35f0aabddbad" providerId="ADAL" clId="{2587B58E-4F3B-47AB-B3EB-62407C9160B0}" dt="2025-11-22T04:01:47.927" v="173"/>
          <ac:inkMkLst>
            <pc:docMk/>
            <pc:sldMk cId="2211228886" sldId="784"/>
            <ac:inkMk id="74" creationId="{0B3E6474-9BA8-44E5-57FF-2BE385637C66}"/>
          </ac:inkMkLst>
        </pc:inkChg>
        <pc:inkChg chg="add mod">
          <ac:chgData name="Rahul Mishra" userId="57c6469e-ac64-4888-811b-35f0aabddbad" providerId="ADAL" clId="{2587B58E-4F3B-47AB-B3EB-62407C9160B0}" dt="2025-11-22T04:01:47.927" v="173"/>
          <ac:inkMkLst>
            <pc:docMk/>
            <pc:sldMk cId="2211228886" sldId="784"/>
            <ac:inkMk id="75" creationId="{F1478B40-AEDC-7468-A31D-CCE56C784589}"/>
          </ac:inkMkLst>
        </pc:inkChg>
        <pc:inkChg chg="add mod">
          <ac:chgData name="Rahul Mishra" userId="57c6469e-ac64-4888-811b-35f0aabddbad" providerId="ADAL" clId="{2587B58E-4F3B-47AB-B3EB-62407C9160B0}" dt="2025-11-22T04:01:56.619" v="186"/>
          <ac:inkMkLst>
            <pc:docMk/>
            <pc:sldMk cId="2211228886" sldId="784"/>
            <ac:inkMk id="76" creationId="{B56829E6-0ACF-FA4A-D2FA-0E7AEE5E17D3}"/>
          </ac:inkMkLst>
        </pc:inkChg>
        <pc:inkChg chg="add mod">
          <ac:chgData name="Rahul Mishra" userId="57c6469e-ac64-4888-811b-35f0aabddbad" providerId="ADAL" clId="{2587B58E-4F3B-47AB-B3EB-62407C9160B0}" dt="2025-11-22T04:01:54.819" v="182"/>
          <ac:inkMkLst>
            <pc:docMk/>
            <pc:sldMk cId="2211228886" sldId="784"/>
            <ac:inkMk id="77" creationId="{E92E4880-3301-1BB2-7602-5BFCA3A80710}"/>
          </ac:inkMkLst>
        </pc:inkChg>
        <pc:inkChg chg="add mod">
          <ac:chgData name="Rahul Mishra" userId="57c6469e-ac64-4888-811b-35f0aabddbad" providerId="ADAL" clId="{2587B58E-4F3B-47AB-B3EB-62407C9160B0}" dt="2025-11-22T04:01:56.619" v="186"/>
          <ac:inkMkLst>
            <pc:docMk/>
            <pc:sldMk cId="2211228886" sldId="784"/>
            <ac:inkMk id="78" creationId="{D81EDAE5-C87E-242F-258A-8B00DA1CBF08}"/>
          </ac:inkMkLst>
        </pc:inkChg>
        <pc:inkChg chg="add mod">
          <ac:chgData name="Rahul Mishra" userId="57c6469e-ac64-4888-811b-35f0aabddbad" providerId="ADAL" clId="{2587B58E-4F3B-47AB-B3EB-62407C9160B0}" dt="2025-11-22T04:01:47.927" v="173"/>
          <ac:inkMkLst>
            <pc:docMk/>
            <pc:sldMk cId="2211228886" sldId="784"/>
            <ac:inkMk id="79" creationId="{52DB5B18-7DBF-F77F-E536-12E0A870A5D0}"/>
          </ac:inkMkLst>
        </pc:inkChg>
        <pc:inkChg chg="add mod">
          <ac:chgData name="Rahul Mishra" userId="57c6469e-ac64-4888-811b-35f0aabddbad" providerId="ADAL" clId="{2587B58E-4F3B-47AB-B3EB-62407C9160B0}" dt="2025-11-22T04:02:10.865" v="193"/>
          <ac:inkMkLst>
            <pc:docMk/>
            <pc:sldMk cId="2211228886" sldId="784"/>
            <ac:inkMk id="81" creationId="{419EC3B0-7CA7-3E9B-B127-91FC9CAB7EB8}"/>
          </ac:inkMkLst>
        </pc:inkChg>
        <pc:inkChg chg="add mod">
          <ac:chgData name="Rahul Mishra" userId="57c6469e-ac64-4888-811b-35f0aabddbad" providerId="ADAL" clId="{2587B58E-4F3B-47AB-B3EB-62407C9160B0}" dt="2025-11-22T04:02:10.865" v="193"/>
          <ac:inkMkLst>
            <pc:docMk/>
            <pc:sldMk cId="2211228886" sldId="784"/>
            <ac:inkMk id="82" creationId="{8B5A4F81-F834-D464-130D-636C68BD166E}"/>
          </ac:inkMkLst>
        </pc:inkChg>
        <pc:inkChg chg="add">
          <ac:chgData name="Rahul Mishra" userId="57c6469e-ac64-4888-811b-35f0aabddbad" providerId="ADAL" clId="{2587B58E-4F3B-47AB-B3EB-62407C9160B0}" dt="2025-11-22T04:01:52.573" v="176" actId="9405"/>
          <ac:inkMkLst>
            <pc:docMk/>
            <pc:sldMk cId="2211228886" sldId="784"/>
            <ac:inkMk id="83" creationId="{1BCA520F-9864-8B22-5105-21004CE75500}"/>
          </ac:inkMkLst>
        </pc:inkChg>
        <pc:inkChg chg="add mod">
          <ac:chgData name="Rahul Mishra" userId="57c6469e-ac64-4888-811b-35f0aabddbad" providerId="ADAL" clId="{2587B58E-4F3B-47AB-B3EB-62407C9160B0}" dt="2025-11-22T04:02:02.131" v="191"/>
          <ac:inkMkLst>
            <pc:docMk/>
            <pc:sldMk cId="2211228886" sldId="784"/>
            <ac:inkMk id="84" creationId="{13D00944-0082-F8F3-19D1-CF9BB4C7C569}"/>
          </ac:inkMkLst>
        </pc:inkChg>
        <pc:inkChg chg="add mod">
          <ac:chgData name="Rahul Mishra" userId="57c6469e-ac64-4888-811b-35f0aabddbad" providerId="ADAL" clId="{2587B58E-4F3B-47AB-B3EB-62407C9160B0}" dt="2025-11-22T04:02:02.131" v="191"/>
          <ac:inkMkLst>
            <pc:docMk/>
            <pc:sldMk cId="2211228886" sldId="784"/>
            <ac:inkMk id="85" creationId="{C97BA1B3-F21F-6A77-3D12-8122F0A032CF}"/>
          </ac:inkMkLst>
        </pc:inkChg>
        <pc:inkChg chg="add">
          <ac:chgData name="Rahul Mishra" userId="57c6469e-ac64-4888-811b-35f0aabddbad" providerId="ADAL" clId="{2587B58E-4F3B-47AB-B3EB-62407C9160B0}" dt="2025-11-22T04:01:53.679" v="179" actId="9405"/>
          <ac:inkMkLst>
            <pc:docMk/>
            <pc:sldMk cId="2211228886" sldId="784"/>
            <ac:inkMk id="86" creationId="{A69E6298-552C-DCBD-4E22-75A10458BFA5}"/>
          </ac:inkMkLst>
        </pc:inkChg>
        <pc:inkChg chg="add mod">
          <ac:chgData name="Rahul Mishra" userId="57c6469e-ac64-4888-811b-35f0aabddbad" providerId="ADAL" clId="{2587B58E-4F3B-47AB-B3EB-62407C9160B0}" dt="2025-11-22T04:01:54.819" v="182"/>
          <ac:inkMkLst>
            <pc:docMk/>
            <pc:sldMk cId="2211228886" sldId="784"/>
            <ac:inkMk id="87" creationId="{5CF405EE-5D6A-6192-D186-1AD7FAC573BC}"/>
          </ac:inkMkLst>
        </pc:inkChg>
        <pc:inkChg chg="add">
          <ac:chgData name="Rahul Mishra" userId="57c6469e-ac64-4888-811b-35f0aabddbad" providerId="ADAL" clId="{2587B58E-4F3B-47AB-B3EB-62407C9160B0}" dt="2025-11-22T04:01:54.321" v="181" actId="9405"/>
          <ac:inkMkLst>
            <pc:docMk/>
            <pc:sldMk cId="2211228886" sldId="784"/>
            <ac:inkMk id="88" creationId="{7B9BAEE9-A422-D8D8-5C8D-E4F1405B286C}"/>
          </ac:inkMkLst>
        </pc:inkChg>
        <pc:inkChg chg="add mod">
          <ac:chgData name="Rahul Mishra" userId="57c6469e-ac64-4888-811b-35f0aabddbad" providerId="ADAL" clId="{2587B58E-4F3B-47AB-B3EB-62407C9160B0}" dt="2025-11-22T04:02:02.131" v="191"/>
          <ac:inkMkLst>
            <pc:docMk/>
            <pc:sldMk cId="2211228886" sldId="784"/>
            <ac:inkMk id="91" creationId="{D7D6EBE8-598A-E618-4E5D-F538E5057623}"/>
          </ac:inkMkLst>
        </pc:inkChg>
        <pc:inkChg chg="add">
          <ac:chgData name="Rahul Mishra" userId="57c6469e-ac64-4888-811b-35f0aabddbad" providerId="ADAL" clId="{2587B58E-4F3B-47AB-B3EB-62407C9160B0}" dt="2025-11-22T04:01:55.821" v="184" actId="9405"/>
          <ac:inkMkLst>
            <pc:docMk/>
            <pc:sldMk cId="2211228886" sldId="784"/>
            <ac:inkMk id="92" creationId="{DCC158C2-5EE5-649E-1948-B324D70FBBC9}"/>
          </ac:inkMkLst>
        </pc:inkChg>
        <pc:inkChg chg="add">
          <ac:chgData name="Rahul Mishra" userId="57c6469e-ac64-4888-811b-35f0aabddbad" providerId="ADAL" clId="{2587B58E-4F3B-47AB-B3EB-62407C9160B0}" dt="2025-11-22T04:01:56.038" v="185" actId="9405"/>
          <ac:inkMkLst>
            <pc:docMk/>
            <pc:sldMk cId="2211228886" sldId="784"/>
            <ac:inkMk id="93" creationId="{5B8B782E-2ABF-DFA3-0249-721FF781B912}"/>
          </ac:inkMkLst>
        </pc:inkChg>
        <pc:inkChg chg="add">
          <ac:chgData name="Rahul Mishra" userId="57c6469e-ac64-4888-811b-35f0aabddbad" providerId="ADAL" clId="{2587B58E-4F3B-47AB-B3EB-62407C9160B0}" dt="2025-11-22T04:01:57.593" v="187" actId="9405"/>
          <ac:inkMkLst>
            <pc:docMk/>
            <pc:sldMk cId="2211228886" sldId="784"/>
            <ac:inkMk id="95" creationId="{3F70578F-9945-CC8E-C4A5-F6B56ED992D9}"/>
          </ac:inkMkLst>
        </pc:inkChg>
        <pc:inkChg chg="add">
          <ac:chgData name="Rahul Mishra" userId="57c6469e-ac64-4888-811b-35f0aabddbad" providerId="ADAL" clId="{2587B58E-4F3B-47AB-B3EB-62407C9160B0}" dt="2025-11-22T04:01:58.891" v="188" actId="9405"/>
          <ac:inkMkLst>
            <pc:docMk/>
            <pc:sldMk cId="2211228886" sldId="784"/>
            <ac:inkMk id="96" creationId="{B13693C3-123A-2735-F9ED-A3212832D3AD}"/>
          </ac:inkMkLst>
        </pc:inkChg>
        <pc:inkChg chg="add">
          <ac:chgData name="Rahul Mishra" userId="57c6469e-ac64-4888-811b-35f0aabddbad" providerId="ADAL" clId="{2587B58E-4F3B-47AB-B3EB-62407C9160B0}" dt="2025-11-22T04:01:59.186" v="189" actId="9405"/>
          <ac:inkMkLst>
            <pc:docMk/>
            <pc:sldMk cId="2211228886" sldId="784"/>
            <ac:inkMk id="97" creationId="{109CC65F-6F0C-A5C2-EF3B-45D0ACCA08F1}"/>
          </ac:inkMkLst>
        </pc:inkChg>
        <pc:inkChg chg="add">
          <ac:chgData name="Rahul Mishra" userId="57c6469e-ac64-4888-811b-35f0aabddbad" providerId="ADAL" clId="{2587B58E-4F3B-47AB-B3EB-62407C9160B0}" dt="2025-11-22T04:02:01.366" v="190" actId="9405"/>
          <ac:inkMkLst>
            <pc:docMk/>
            <pc:sldMk cId="2211228886" sldId="784"/>
            <ac:inkMk id="98" creationId="{A3474CAF-EEFF-213F-8278-FFF86AFD20F5}"/>
          </ac:inkMkLst>
        </pc:inkChg>
        <pc:inkChg chg="add mod">
          <ac:chgData name="Rahul Mishra" userId="57c6469e-ac64-4888-811b-35f0aabddbad" providerId="ADAL" clId="{2587B58E-4F3B-47AB-B3EB-62407C9160B0}" dt="2025-11-22T04:02:10.865" v="193"/>
          <ac:inkMkLst>
            <pc:docMk/>
            <pc:sldMk cId="2211228886" sldId="784"/>
            <ac:inkMk id="102" creationId="{62B2B0B2-DCE0-61FE-AA55-A1DAC72527CD}"/>
          </ac:inkMkLst>
        </pc:inkChg>
        <pc:inkChg chg="add mod">
          <ac:chgData name="Rahul Mishra" userId="57c6469e-ac64-4888-811b-35f0aabddbad" providerId="ADAL" clId="{2587B58E-4F3B-47AB-B3EB-62407C9160B0}" dt="2025-11-22T04:02:26.461" v="206"/>
          <ac:inkMkLst>
            <pc:docMk/>
            <pc:sldMk cId="2211228886" sldId="784"/>
            <ac:inkMk id="104" creationId="{A798CB7F-C10B-1AF3-A90C-8569AD13B262}"/>
          </ac:inkMkLst>
        </pc:inkChg>
        <pc:inkChg chg="add mod">
          <ac:chgData name="Rahul Mishra" userId="57c6469e-ac64-4888-811b-35f0aabddbad" providerId="ADAL" clId="{2587B58E-4F3B-47AB-B3EB-62407C9160B0}" dt="2025-11-22T04:02:26.461" v="206"/>
          <ac:inkMkLst>
            <pc:docMk/>
            <pc:sldMk cId="2211228886" sldId="784"/>
            <ac:inkMk id="105" creationId="{69F27B6B-7E11-4C86-C7EA-EF9060070877}"/>
          </ac:inkMkLst>
        </pc:inkChg>
        <pc:inkChg chg="add mod">
          <ac:chgData name="Rahul Mishra" userId="57c6469e-ac64-4888-811b-35f0aabddbad" providerId="ADAL" clId="{2587B58E-4F3B-47AB-B3EB-62407C9160B0}" dt="2025-11-22T04:02:26.461" v="206"/>
          <ac:inkMkLst>
            <pc:docMk/>
            <pc:sldMk cId="2211228886" sldId="784"/>
            <ac:inkMk id="106" creationId="{AAD071B4-8765-8C87-433C-4B48EBFC70F3}"/>
          </ac:inkMkLst>
        </pc:inkChg>
        <pc:inkChg chg="add mod">
          <ac:chgData name="Rahul Mishra" userId="57c6469e-ac64-4888-811b-35f0aabddbad" providerId="ADAL" clId="{2587B58E-4F3B-47AB-B3EB-62407C9160B0}" dt="2025-11-22T04:02:19.033" v="199"/>
          <ac:inkMkLst>
            <pc:docMk/>
            <pc:sldMk cId="2211228886" sldId="784"/>
            <ac:inkMk id="107" creationId="{F398DFB1-ED29-C749-F642-952DA5B517FA}"/>
          </ac:inkMkLst>
        </pc:inkChg>
        <pc:inkChg chg="add">
          <ac:chgData name="Rahul Mishra" userId="57c6469e-ac64-4888-811b-35f0aabddbad" providerId="ADAL" clId="{2587B58E-4F3B-47AB-B3EB-62407C9160B0}" dt="2025-11-22T04:02:18.052" v="198" actId="9405"/>
          <ac:inkMkLst>
            <pc:docMk/>
            <pc:sldMk cId="2211228886" sldId="784"/>
            <ac:inkMk id="108" creationId="{7C667DE0-1533-48FE-50F4-98879327D78C}"/>
          </ac:inkMkLst>
        </pc:inkChg>
        <pc:inkChg chg="add mod">
          <ac:chgData name="Rahul Mishra" userId="57c6469e-ac64-4888-811b-35f0aabddbad" providerId="ADAL" clId="{2587B58E-4F3B-47AB-B3EB-62407C9160B0}" dt="2025-11-22T04:02:26.461" v="206"/>
          <ac:inkMkLst>
            <pc:docMk/>
            <pc:sldMk cId="2211228886" sldId="784"/>
            <ac:inkMk id="111" creationId="{8DF1268C-D91F-F69F-57C1-7EFA105642D0}"/>
          </ac:inkMkLst>
        </pc:inkChg>
        <pc:inkChg chg="add mod">
          <ac:chgData name="Rahul Mishra" userId="57c6469e-ac64-4888-811b-35f0aabddbad" providerId="ADAL" clId="{2587B58E-4F3B-47AB-B3EB-62407C9160B0}" dt="2025-11-22T04:02:23.136" v="204"/>
          <ac:inkMkLst>
            <pc:docMk/>
            <pc:sldMk cId="2211228886" sldId="784"/>
            <ac:inkMk id="112" creationId="{E9598634-65FD-2E1F-2E59-59DC5719C037}"/>
          </ac:inkMkLst>
        </pc:inkChg>
        <pc:inkChg chg="add mod">
          <ac:chgData name="Rahul Mishra" userId="57c6469e-ac64-4888-811b-35f0aabddbad" providerId="ADAL" clId="{2587B58E-4F3B-47AB-B3EB-62407C9160B0}" dt="2025-11-22T04:02:26.461" v="206"/>
          <ac:inkMkLst>
            <pc:docMk/>
            <pc:sldMk cId="2211228886" sldId="784"/>
            <ac:inkMk id="113" creationId="{03068508-3812-5757-B9E8-2865B003CF2D}"/>
          </ac:inkMkLst>
        </pc:inkChg>
        <pc:inkChg chg="add mod">
          <ac:chgData name="Rahul Mishra" userId="57c6469e-ac64-4888-811b-35f0aabddbad" providerId="ADAL" clId="{2587B58E-4F3B-47AB-B3EB-62407C9160B0}" dt="2025-11-22T04:02:26.461" v="206"/>
          <ac:inkMkLst>
            <pc:docMk/>
            <pc:sldMk cId="2211228886" sldId="784"/>
            <ac:inkMk id="114" creationId="{21893AD2-01D0-642C-EC16-DDC5F500306D}"/>
          </ac:inkMkLst>
        </pc:inkChg>
        <pc:inkChg chg="add mod">
          <ac:chgData name="Rahul Mishra" userId="57c6469e-ac64-4888-811b-35f0aabddbad" providerId="ADAL" clId="{2587B58E-4F3B-47AB-B3EB-62407C9160B0}" dt="2025-11-22T04:02:26.461" v="206"/>
          <ac:inkMkLst>
            <pc:docMk/>
            <pc:sldMk cId="2211228886" sldId="784"/>
            <ac:inkMk id="116" creationId="{35CF2FED-7F41-9C19-3184-79AEBBC038D3}"/>
          </ac:inkMkLst>
        </pc:inkChg>
      </pc:sldChg>
      <pc:sldChg chg="addSp modSp add mod">
        <pc:chgData name="Rahul Mishra" userId="57c6469e-ac64-4888-811b-35f0aabddbad" providerId="ADAL" clId="{2587B58E-4F3B-47AB-B3EB-62407C9160B0}" dt="2025-11-22T03:43:18.245" v="85"/>
        <pc:sldMkLst>
          <pc:docMk/>
          <pc:sldMk cId="1123675769" sldId="785"/>
        </pc:sldMkLst>
        <pc:spChg chg="mod">
          <ac:chgData name="Rahul Mishra" userId="57c6469e-ac64-4888-811b-35f0aabddbad" providerId="ADAL" clId="{2587B58E-4F3B-47AB-B3EB-62407C9160B0}" dt="2025-11-21T19:24:59.541" v="21" actId="27636"/>
          <ac:spMkLst>
            <pc:docMk/>
            <pc:sldMk cId="1123675769" sldId="785"/>
            <ac:spMk id="3" creationId="{00000000-0000-0000-0000-000000000000}"/>
          </ac:spMkLst>
        </pc:spChg>
        <pc:inkChg chg="add">
          <ac:chgData name="Rahul Mishra" userId="57c6469e-ac64-4888-811b-35f0aabddbad" providerId="ADAL" clId="{2587B58E-4F3B-47AB-B3EB-62407C9160B0}" dt="2025-11-22T03:43:18.245" v="85"/>
          <ac:inkMkLst>
            <pc:docMk/>
            <pc:sldMk cId="1123675769" sldId="785"/>
            <ac:inkMk id="4" creationId="{BABD6102-AEEC-BB92-50AC-9CDF0C39B6EC}"/>
          </ac:inkMkLst>
        </pc:inkChg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3434940995" sldId="786"/>
        </pc:sldMkLst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307722452" sldId="787"/>
        </pc:sldMkLst>
      </pc:sldChg>
      <pc:sldChg chg="addSp delSp modSp add mod">
        <pc:chgData name="Rahul Mishra" userId="57c6469e-ac64-4888-811b-35f0aabddbad" providerId="ADAL" clId="{2587B58E-4F3B-47AB-B3EB-62407C9160B0}" dt="2025-11-22T04:03:40.148" v="228"/>
        <pc:sldMkLst>
          <pc:docMk/>
          <pc:sldMk cId="2801042034" sldId="788"/>
        </pc:sldMkLst>
        <pc:grpChg chg="mod">
          <ac:chgData name="Rahul Mishra" userId="57c6469e-ac64-4888-811b-35f0aabddbad" providerId="ADAL" clId="{2587B58E-4F3B-47AB-B3EB-62407C9160B0}" dt="2025-11-22T04:02:55.235" v="209"/>
          <ac:grpSpMkLst>
            <pc:docMk/>
            <pc:sldMk cId="2801042034" sldId="788"/>
            <ac:grpSpMk id="9" creationId="{22F24047-ED69-165B-B35E-CAD056AF3381}"/>
          </ac:grpSpMkLst>
        </pc:grpChg>
        <pc:grpChg chg="mod">
          <ac:chgData name="Rahul Mishra" userId="57c6469e-ac64-4888-811b-35f0aabddbad" providerId="ADAL" clId="{2587B58E-4F3B-47AB-B3EB-62407C9160B0}" dt="2025-11-22T04:03:20.581" v="216"/>
          <ac:grpSpMkLst>
            <pc:docMk/>
            <pc:sldMk cId="2801042034" sldId="788"/>
            <ac:grpSpMk id="16" creationId="{4FBAD7D1-20CE-2355-BC59-5B3DE6F282B2}"/>
          </ac:grpSpMkLst>
        </pc:grpChg>
        <pc:grpChg chg="mod">
          <ac:chgData name="Rahul Mishra" userId="57c6469e-ac64-4888-811b-35f0aabddbad" providerId="ADAL" clId="{2587B58E-4F3B-47AB-B3EB-62407C9160B0}" dt="2025-11-22T04:03:20.581" v="216"/>
          <ac:grpSpMkLst>
            <pc:docMk/>
            <pc:sldMk cId="2801042034" sldId="788"/>
            <ac:grpSpMk id="17" creationId="{801D16AF-6292-2724-A00C-F7B056D1C15F}"/>
          </ac:grpSpMkLst>
        </pc:grpChg>
        <pc:grpChg chg="del mod">
          <ac:chgData name="Rahul Mishra" userId="57c6469e-ac64-4888-811b-35f0aabddbad" providerId="ADAL" clId="{2587B58E-4F3B-47AB-B3EB-62407C9160B0}" dt="2025-11-22T04:03:37.511" v="225"/>
          <ac:grpSpMkLst>
            <pc:docMk/>
            <pc:sldMk cId="2801042034" sldId="788"/>
            <ac:grpSpMk id="21" creationId="{860E7433-A132-5C32-1A2B-B1BA1D3A5E01}"/>
          </ac:grpSpMkLst>
        </pc:grpChg>
        <pc:grpChg chg="del mod">
          <ac:chgData name="Rahul Mishra" userId="57c6469e-ac64-4888-811b-35f0aabddbad" providerId="ADAL" clId="{2587B58E-4F3B-47AB-B3EB-62407C9160B0}" dt="2025-11-22T04:03:40.148" v="228"/>
          <ac:grpSpMkLst>
            <pc:docMk/>
            <pc:sldMk cId="2801042034" sldId="788"/>
            <ac:grpSpMk id="26" creationId="{C42058CF-F8B7-B981-C1DD-6FD4EA1465ED}"/>
          </ac:grpSpMkLst>
        </pc:grpChg>
        <pc:grpChg chg="mod">
          <ac:chgData name="Rahul Mishra" userId="57c6469e-ac64-4888-811b-35f0aabddbad" providerId="ADAL" clId="{2587B58E-4F3B-47AB-B3EB-62407C9160B0}" dt="2025-11-22T04:03:40.148" v="228"/>
          <ac:grpSpMkLst>
            <pc:docMk/>
            <pc:sldMk cId="2801042034" sldId="788"/>
            <ac:grpSpMk id="29" creationId="{1BB8EB74-C4B3-C0C0-44EC-C400EEB7CD84}"/>
          </ac:grpSpMkLst>
        </pc:grpChg>
        <pc:inkChg chg="add">
          <ac:chgData name="Rahul Mishra" userId="57c6469e-ac64-4888-811b-35f0aabddbad" providerId="ADAL" clId="{2587B58E-4F3B-47AB-B3EB-62407C9160B0}" dt="2025-11-22T03:43:18.245" v="85"/>
          <ac:inkMkLst>
            <pc:docMk/>
            <pc:sldMk cId="2801042034" sldId="788"/>
            <ac:inkMk id="4" creationId="{705E3A3D-6DE5-7157-6335-8D59A6C636E9}"/>
          </ac:inkMkLst>
        </pc:inkChg>
        <pc:inkChg chg="add">
          <ac:chgData name="Rahul Mishra" userId="57c6469e-ac64-4888-811b-35f0aabddbad" providerId="ADAL" clId="{2587B58E-4F3B-47AB-B3EB-62407C9160B0}" dt="2025-11-22T03:53:51.574" v="94" actId="9405"/>
          <ac:inkMkLst>
            <pc:docMk/>
            <pc:sldMk cId="2801042034" sldId="788"/>
            <ac:inkMk id="5" creationId="{88B616A7-008B-61EA-607F-EA701B92E0E7}"/>
          </ac:inkMkLst>
        </pc:inkChg>
        <pc:inkChg chg="add">
          <ac:chgData name="Rahul Mishra" userId="57c6469e-ac64-4888-811b-35f0aabddbad" providerId="ADAL" clId="{2587B58E-4F3B-47AB-B3EB-62407C9160B0}" dt="2025-11-22T03:53:52.816" v="95" actId="9405"/>
          <ac:inkMkLst>
            <pc:docMk/>
            <pc:sldMk cId="2801042034" sldId="788"/>
            <ac:inkMk id="6" creationId="{46797DA2-8185-D40E-F2A1-F94DCE7B8582}"/>
          </ac:inkMkLst>
        </pc:inkChg>
        <pc:inkChg chg="add mod">
          <ac:chgData name="Rahul Mishra" userId="57c6469e-ac64-4888-811b-35f0aabddbad" providerId="ADAL" clId="{2587B58E-4F3B-47AB-B3EB-62407C9160B0}" dt="2025-11-22T04:02:55.235" v="209"/>
          <ac:inkMkLst>
            <pc:docMk/>
            <pc:sldMk cId="2801042034" sldId="788"/>
            <ac:inkMk id="7" creationId="{31A04645-5A82-C77B-C881-373DA87F6EC0}"/>
          </ac:inkMkLst>
        </pc:inkChg>
        <pc:inkChg chg="add mod">
          <ac:chgData name="Rahul Mishra" userId="57c6469e-ac64-4888-811b-35f0aabddbad" providerId="ADAL" clId="{2587B58E-4F3B-47AB-B3EB-62407C9160B0}" dt="2025-11-22T04:02:55.235" v="209"/>
          <ac:inkMkLst>
            <pc:docMk/>
            <pc:sldMk cId="2801042034" sldId="788"/>
            <ac:inkMk id="8" creationId="{A95F76D4-B50B-2528-89C3-1C9D08CA671C}"/>
          </ac:inkMkLst>
        </pc:inkChg>
        <pc:inkChg chg="add mod">
          <ac:chgData name="Rahul Mishra" userId="57c6469e-ac64-4888-811b-35f0aabddbad" providerId="ADAL" clId="{2587B58E-4F3B-47AB-B3EB-62407C9160B0}" dt="2025-11-22T04:03:20.581" v="216"/>
          <ac:inkMkLst>
            <pc:docMk/>
            <pc:sldMk cId="2801042034" sldId="788"/>
            <ac:inkMk id="10" creationId="{1DCA2AC2-20B1-185B-6D90-817673B67528}"/>
          </ac:inkMkLst>
        </pc:inkChg>
        <pc:inkChg chg="add mod">
          <ac:chgData name="Rahul Mishra" userId="57c6469e-ac64-4888-811b-35f0aabddbad" providerId="ADAL" clId="{2587B58E-4F3B-47AB-B3EB-62407C9160B0}" dt="2025-11-22T04:03:20.581" v="216"/>
          <ac:inkMkLst>
            <pc:docMk/>
            <pc:sldMk cId="2801042034" sldId="788"/>
            <ac:inkMk id="11" creationId="{F601DA41-791E-6F7B-6D74-0A3F76F80FA9}"/>
          </ac:inkMkLst>
        </pc:inkChg>
        <pc:inkChg chg="add mod">
          <ac:chgData name="Rahul Mishra" userId="57c6469e-ac64-4888-811b-35f0aabddbad" providerId="ADAL" clId="{2587B58E-4F3B-47AB-B3EB-62407C9160B0}" dt="2025-11-22T04:03:20.581" v="216"/>
          <ac:inkMkLst>
            <pc:docMk/>
            <pc:sldMk cId="2801042034" sldId="788"/>
            <ac:inkMk id="12" creationId="{A0093D9E-4FAF-2379-ED1F-C2B4EA7A3970}"/>
          </ac:inkMkLst>
        </pc:inkChg>
        <pc:inkChg chg="add mod">
          <ac:chgData name="Rahul Mishra" userId="57c6469e-ac64-4888-811b-35f0aabddbad" providerId="ADAL" clId="{2587B58E-4F3B-47AB-B3EB-62407C9160B0}" dt="2025-11-22T04:03:20.581" v="216"/>
          <ac:inkMkLst>
            <pc:docMk/>
            <pc:sldMk cId="2801042034" sldId="788"/>
            <ac:inkMk id="13" creationId="{5473D7A1-0877-86C3-746F-D894586B14A9}"/>
          </ac:inkMkLst>
        </pc:inkChg>
        <pc:inkChg chg="add mod">
          <ac:chgData name="Rahul Mishra" userId="57c6469e-ac64-4888-811b-35f0aabddbad" providerId="ADAL" clId="{2587B58E-4F3B-47AB-B3EB-62407C9160B0}" dt="2025-11-22T04:03:20.581" v="216"/>
          <ac:inkMkLst>
            <pc:docMk/>
            <pc:sldMk cId="2801042034" sldId="788"/>
            <ac:inkMk id="14" creationId="{0CFABAE6-68F4-7000-0E2C-6CEF9A284C03}"/>
          </ac:inkMkLst>
        </pc:inkChg>
        <pc:inkChg chg="add mod">
          <ac:chgData name="Rahul Mishra" userId="57c6469e-ac64-4888-811b-35f0aabddbad" providerId="ADAL" clId="{2587B58E-4F3B-47AB-B3EB-62407C9160B0}" dt="2025-11-22T04:03:20.581" v="216"/>
          <ac:inkMkLst>
            <pc:docMk/>
            <pc:sldMk cId="2801042034" sldId="788"/>
            <ac:inkMk id="15" creationId="{F74B7738-9634-F0E2-2EAF-D49E275F1097}"/>
          </ac:inkMkLst>
        </pc:inkChg>
        <pc:inkChg chg="add">
          <ac:chgData name="Rahul Mishra" userId="57c6469e-ac64-4888-811b-35f0aabddbad" providerId="ADAL" clId="{2587B58E-4F3B-47AB-B3EB-62407C9160B0}" dt="2025-11-22T04:03:23.605" v="217" actId="9405"/>
          <ac:inkMkLst>
            <pc:docMk/>
            <pc:sldMk cId="2801042034" sldId="788"/>
            <ac:inkMk id="18" creationId="{A01BEA91-4A71-058F-993D-F2DC1B9A8A50}"/>
          </ac:inkMkLst>
        </pc:inkChg>
        <pc:inkChg chg="add mod">
          <ac:chgData name="Rahul Mishra" userId="57c6469e-ac64-4888-811b-35f0aabddbad" providerId="ADAL" clId="{2587B58E-4F3B-47AB-B3EB-62407C9160B0}" dt="2025-11-22T04:03:40.148" v="228"/>
          <ac:inkMkLst>
            <pc:docMk/>
            <pc:sldMk cId="2801042034" sldId="788"/>
            <ac:inkMk id="19" creationId="{8D0FE52D-1D65-A18F-8679-BDC5CB463752}"/>
          </ac:inkMkLst>
        </pc:inkChg>
        <pc:inkChg chg="add mod">
          <ac:chgData name="Rahul Mishra" userId="57c6469e-ac64-4888-811b-35f0aabddbad" providerId="ADAL" clId="{2587B58E-4F3B-47AB-B3EB-62407C9160B0}" dt="2025-11-22T04:03:40.148" v="228"/>
          <ac:inkMkLst>
            <pc:docMk/>
            <pc:sldMk cId="2801042034" sldId="788"/>
            <ac:inkMk id="20" creationId="{221CF0CE-3846-3047-DFFB-1EE0332B3540}"/>
          </ac:inkMkLst>
        </pc:inkChg>
        <pc:inkChg chg="add mod">
          <ac:chgData name="Rahul Mishra" userId="57c6469e-ac64-4888-811b-35f0aabddbad" providerId="ADAL" clId="{2587B58E-4F3B-47AB-B3EB-62407C9160B0}" dt="2025-11-22T04:03:40.148" v="228"/>
          <ac:inkMkLst>
            <pc:docMk/>
            <pc:sldMk cId="2801042034" sldId="788"/>
            <ac:inkMk id="22" creationId="{A341884C-97B4-EC28-8B7B-CA615A4F44A9}"/>
          </ac:inkMkLst>
        </pc:inkChg>
        <pc:inkChg chg="add mod">
          <ac:chgData name="Rahul Mishra" userId="57c6469e-ac64-4888-811b-35f0aabddbad" providerId="ADAL" clId="{2587B58E-4F3B-47AB-B3EB-62407C9160B0}" dt="2025-11-22T04:03:40.148" v="228"/>
          <ac:inkMkLst>
            <pc:docMk/>
            <pc:sldMk cId="2801042034" sldId="788"/>
            <ac:inkMk id="23" creationId="{E1CB63B1-4370-F064-82E0-EED95ACC6FE1}"/>
          </ac:inkMkLst>
        </pc:inkChg>
        <pc:inkChg chg="add mod">
          <ac:chgData name="Rahul Mishra" userId="57c6469e-ac64-4888-811b-35f0aabddbad" providerId="ADAL" clId="{2587B58E-4F3B-47AB-B3EB-62407C9160B0}" dt="2025-11-22T04:03:40.148" v="228"/>
          <ac:inkMkLst>
            <pc:docMk/>
            <pc:sldMk cId="2801042034" sldId="788"/>
            <ac:inkMk id="24" creationId="{447B7711-B99E-F407-D195-5FE4E26FB8CA}"/>
          </ac:inkMkLst>
        </pc:inkChg>
        <pc:inkChg chg="add mod">
          <ac:chgData name="Rahul Mishra" userId="57c6469e-ac64-4888-811b-35f0aabddbad" providerId="ADAL" clId="{2587B58E-4F3B-47AB-B3EB-62407C9160B0}" dt="2025-11-22T04:03:40.148" v="228"/>
          <ac:inkMkLst>
            <pc:docMk/>
            <pc:sldMk cId="2801042034" sldId="788"/>
            <ac:inkMk id="25" creationId="{1E710632-DCEF-1BB5-1BAA-FFFD14B4E3D5}"/>
          </ac:inkMkLst>
        </pc:inkChg>
        <pc:inkChg chg="add mod">
          <ac:chgData name="Rahul Mishra" userId="57c6469e-ac64-4888-811b-35f0aabddbad" providerId="ADAL" clId="{2587B58E-4F3B-47AB-B3EB-62407C9160B0}" dt="2025-11-22T04:03:40.148" v="228"/>
          <ac:inkMkLst>
            <pc:docMk/>
            <pc:sldMk cId="2801042034" sldId="788"/>
            <ac:inkMk id="27" creationId="{485C7CCE-A8A9-84FA-01C1-1404043C0E7B}"/>
          </ac:inkMkLst>
        </pc:inkChg>
        <pc:inkChg chg="add mod">
          <ac:chgData name="Rahul Mishra" userId="57c6469e-ac64-4888-811b-35f0aabddbad" providerId="ADAL" clId="{2587B58E-4F3B-47AB-B3EB-62407C9160B0}" dt="2025-11-22T04:03:40.148" v="228"/>
          <ac:inkMkLst>
            <pc:docMk/>
            <pc:sldMk cId="2801042034" sldId="788"/>
            <ac:inkMk id="28" creationId="{408A64B4-0D9D-23E9-CBFC-90056D856349}"/>
          </ac:inkMkLst>
        </pc:inkChg>
      </pc:sldChg>
      <pc:sldChg chg="addSp delSp modSp add mod">
        <pc:chgData name="Rahul Mishra" userId="57c6469e-ac64-4888-811b-35f0aabddbad" providerId="ADAL" clId="{2587B58E-4F3B-47AB-B3EB-62407C9160B0}" dt="2025-11-22T03:55:36.330" v="96" actId="9405"/>
        <pc:sldMkLst>
          <pc:docMk/>
          <pc:sldMk cId="3326761834" sldId="789"/>
        </pc:sldMkLst>
        <pc:grpChg chg="del mod">
          <ac:chgData name="Rahul Mishra" userId="57c6469e-ac64-4888-811b-35f0aabddbad" providerId="ADAL" clId="{2587B58E-4F3B-47AB-B3EB-62407C9160B0}" dt="2025-11-22T03:53:05.539" v="93"/>
          <ac:grpSpMkLst>
            <pc:docMk/>
            <pc:sldMk cId="3326761834" sldId="789"/>
            <ac:grpSpMk id="9" creationId="{12594C06-4350-E7C4-1A90-20FD887C7362}"/>
          </ac:grpSpMkLst>
        </pc:grpChg>
        <pc:grpChg chg="mod">
          <ac:chgData name="Rahul Mishra" userId="57c6469e-ac64-4888-811b-35f0aabddbad" providerId="ADAL" clId="{2587B58E-4F3B-47AB-B3EB-62407C9160B0}" dt="2025-11-22T03:53:05.539" v="93"/>
          <ac:grpSpMkLst>
            <pc:docMk/>
            <pc:sldMk cId="3326761834" sldId="789"/>
            <ac:grpSpMk id="11" creationId="{5ADD1C6B-CF02-91AC-CBA8-59F67B585BE7}"/>
          </ac:grpSpMkLst>
        </pc:grpChg>
        <pc:inkChg chg="add mod">
          <ac:chgData name="Rahul Mishra" userId="57c6469e-ac64-4888-811b-35f0aabddbad" providerId="ADAL" clId="{2587B58E-4F3B-47AB-B3EB-62407C9160B0}" dt="2025-11-22T03:53:05.539" v="93"/>
          <ac:inkMkLst>
            <pc:docMk/>
            <pc:sldMk cId="3326761834" sldId="789"/>
            <ac:inkMk id="4" creationId="{2FF6217D-0877-65D9-C01A-87EAC5173A72}"/>
          </ac:inkMkLst>
        </pc:inkChg>
        <pc:inkChg chg="add mod">
          <ac:chgData name="Rahul Mishra" userId="57c6469e-ac64-4888-811b-35f0aabddbad" providerId="ADAL" clId="{2587B58E-4F3B-47AB-B3EB-62407C9160B0}" dt="2025-11-22T03:53:05.539" v="93"/>
          <ac:inkMkLst>
            <pc:docMk/>
            <pc:sldMk cId="3326761834" sldId="789"/>
            <ac:inkMk id="5" creationId="{A7F868CD-874B-7D5A-FA3A-B458B9D4DF1F}"/>
          </ac:inkMkLst>
        </pc:inkChg>
        <pc:inkChg chg="add mod">
          <ac:chgData name="Rahul Mishra" userId="57c6469e-ac64-4888-811b-35f0aabddbad" providerId="ADAL" clId="{2587B58E-4F3B-47AB-B3EB-62407C9160B0}" dt="2025-11-22T03:53:05.539" v="93"/>
          <ac:inkMkLst>
            <pc:docMk/>
            <pc:sldMk cId="3326761834" sldId="789"/>
            <ac:inkMk id="6" creationId="{3E6F7CD8-9CCF-DE38-72E0-AD9B34EB1C6D}"/>
          </ac:inkMkLst>
        </pc:inkChg>
        <pc:inkChg chg="add mod">
          <ac:chgData name="Rahul Mishra" userId="57c6469e-ac64-4888-811b-35f0aabddbad" providerId="ADAL" clId="{2587B58E-4F3B-47AB-B3EB-62407C9160B0}" dt="2025-11-22T03:53:05.539" v="93"/>
          <ac:inkMkLst>
            <pc:docMk/>
            <pc:sldMk cId="3326761834" sldId="789"/>
            <ac:inkMk id="7" creationId="{70228BEE-5C4B-0335-E86C-EC9323F84F17}"/>
          </ac:inkMkLst>
        </pc:inkChg>
        <pc:inkChg chg="add mod">
          <ac:chgData name="Rahul Mishra" userId="57c6469e-ac64-4888-811b-35f0aabddbad" providerId="ADAL" clId="{2587B58E-4F3B-47AB-B3EB-62407C9160B0}" dt="2025-11-22T03:53:05.539" v="93"/>
          <ac:inkMkLst>
            <pc:docMk/>
            <pc:sldMk cId="3326761834" sldId="789"/>
            <ac:inkMk id="8" creationId="{675EC6B6-75A5-D9AB-6C39-D913370EA9E2}"/>
          </ac:inkMkLst>
        </pc:inkChg>
        <pc:inkChg chg="add mod">
          <ac:chgData name="Rahul Mishra" userId="57c6469e-ac64-4888-811b-35f0aabddbad" providerId="ADAL" clId="{2587B58E-4F3B-47AB-B3EB-62407C9160B0}" dt="2025-11-22T03:53:05.539" v="93"/>
          <ac:inkMkLst>
            <pc:docMk/>
            <pc:sldMk cId="3326761834" sldId="789"/>
            <ac:inkMk id="10" creationId="{AC5638C0-BAA5-F6AB-53AC-B58F7ACD8ED0}"/>
          </ac:inkMkLst>
        </pc:inkChg>
        <pc:inkChg chg="add">
          <ac:chgData name="Rahul Mishra" userId="57c6469e-ac64-4888-811b-35f0aabddbad" providerId="ADAL" clId="{2587B58E-4F3B-47AB-B3EB-62407C9160B0}" dt="2025-11-22T03:55:36.330" v="96" actId="9405"/>
          <ac:inkMkLst>
            <pc:docMk/>
            <pc:sldMk cId="3326761834" sldId="789"/>
            <ac:inkMk id="12" creationId="{46A66CC0-E1EA-DB90-3B7F-49CBB5995CB5}"/>
          </ac:inkMkLst>
        </pc:inkChg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2813732392" sldId="790"/>
        </pc:sldMkLst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1924378977" sldId="791"/>
        </pc:sldMkLst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1994667555" sldId="792"/>
        </pc:sldMkLst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3965816257" sldId="793"/>
        </pc:sldMkLst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1424361030" sldId="794"/>
        </pc:sldMkLst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988044875" sldId="795"/>
        </pc:sldMkLst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2093691530" sldId="796"/>
        </pc:sldMkLst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4227165293" sldId="797"/>
        </pc:sldMkLst>
      </pc:sldChg>
      <pc:sldChg chg="add">
        <pc:chgData name="Rahul Mishra" userId="57c6469e-ac64-4888-811b-35f0aabddbad" providerId="ADAL" clId="{2587B58E-4F3B-47AB-B3EB-62407C9160B0}" dt="2025-11-21T19:24:59.427" v="19"/>
        <pc:sldMkLst>
          <pc:docMk/>
          <pc:sldMk cId="2757952971" sldId="798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14T11:33:42.037" idx="1">
    <p:pos x="7261" y="159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6T03:42:08.7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25919 9672 146 0,'0'0'63'0,"0"0"-15"16,0 0-6-16,0 0-5 0,0 0 14 15,0 0-5-15,0 0-3 0,0 0-2 16,0 0-6-16,0 0-2 0,0 0 5 0,0 0 18 15,0 0 17-15,0 0 9 0,0 0 14 0,0 0 9 16,0 0 11-16,-29 7 5 16,29-7 2-16,-14 3-3 0,5-3-7 0,-4 3-11 15,-1-3-6-15,-2 0-9 0,-5 0-6 16,-3 0-4-16,-2-4-7 0,-1 0-7 0,-9-1 0 16,2-2-3-16,1-2 0 0,3-4-6 15,1 1 2-15,4-5-1 0,3-2-4 0,5-1-5 16,-1-6-4-16,7-2-7 0,0-3-3 15,2-2-5-15,8-4-2 0,1 6-2 16,1-5-2-16,2 9-5 0,1 3 4 16,0 3-7-16,-1 3-1 0,-1-1-2 15,0 5 2-15,0-1 0 0,0 3 0 0,0 1 1 16,-2-3 1-16,0 3-2 0,0-1 0 16,-4 0 0-16,-2-3 3 0,1-2 2 0,-5 3-3 15,0-6-1-15,-1 3 5 0,-1-2 0 16,3 0 5-16,-2-10-6 0,1 5-1 0,1-9-3 15,-1 0 4-15,7-5-4 0,-2-1-2 16,8-5-2-16,1 1-3 0,7-6 1 0,1 1-1 16,10 3-2-16,-1 5-2 0,-3 9 0 15,4 4-1-15,-5 5 0 0,-2 3 2 16,-1 5-5-16,-7 2 1 0,4 4 0 16,-2 1 0-16,-4 0-2 0,1 2-5 15,-1 2 4-15,-5 3 3 0,10-6-2 0,-10 6 5 16,8-6-3-16,-4 6 1 0,-4 0 6 15,13-2-5-15,-1-1 3 0,6 1-2 0,7-2 2 16,15-1-2-16,2 0 0 0,14-3 0 16,3-1-2-16,2-1 2 0,5 3-1 0,3-2-3 15,1 3 2-15,5 1-9 0,-1-3-5 16,0 4-4-16,4 0 3 0,-3 0 0 0,-5 4 3 16,-3 0-1-16,-18 0 1 0,0 4 2 15,-6 0-1-15,-5-1 1 0,-10 2 0 16,-3-1 4-16,-3 2-3 0,0-1 5 0,-1 1 0 15,0 0 1-15,1 3-1 16,7 5-1-16,0-2 3 0,-1 1 0 0,1 3-1 16,0-1 2-16,1 0 0 0,2 6-2 15,6 1 2-15,3 2 0 0,1 1-2 0,-5-4 1 16,-4 0 2-16,-3-1 0 0,1 0 1 16,-6-1-1-16,0 0-1 0,-4-2-1 0,-6 0 1 15,-3-3-1-15,-5-1-1 0,0 3 2 16,-5-1-4-16,2 5 6 0,-4-4 1 0,0 5-4 15,-4 1 2-15,2 0 1 16,1 4-4-16,-1-3 2 0,0 2 1 0,2 0 3 16,0 3-2-16,2-4 0 0,0 2 2 0,-1-2-3 15,5 0 1-15,-1-1-1 16,2 8 1-16,-1-4-1 0,-3-5 3 0,1-1-4 16,0 4 4-16,-3-3-2 0,-1 2 0 15,0 0 2-15,0-1 0 0,0-1-2 0,0-4 1 16,0 2-2-16,-1-2 4 0,2-1-3 15,-1 0 1-15,5-1 0 0,-1-5 0 0,1 1-4 16,5 0 4-16,2-5 0 0,1 1 4 16,-1-4-4-16,4 4-1 0,1-3-2 0,0 0-3 15,-1-1 1-15,-1 1-2 0,1-3-3 16,-4 2-2-16,1 0-2 0,-1 0-1 16,-1-1 1-16,3 0-1 0,-4-1 0 15,-1 2-1-15,3-1 3 0,-3-1 3 16,-2 3-2-16,6-4 0 0,-4 3 5 0,2-1-2 15,1 1-1-15,-1-1 2 0,6 2 0 16,-2 1 2-16,3-2-3 0,-2 2 4 0,4 1-3 16,1 1 2-16,-1 2-1 0,3-5 0 15,6 7-12-15,0 2 2 0,-4-5-10 0,-5-1-4 16,-1 2-1-16,5-4-6 0,-6 2 4 16,1 1-7-16,-6-3-8 0,1 2 7 0,-3 1 2 15,-1-3 4-15,-2 0 7 0,-3 2-1 16,3 1 5-16,-5-1 0 0,-1 1 2 15,0 0 2-15,1 2 2 0,-3-2 1 0,0 1 4 16,0 2 1-16,0 2 2 0,-3 0-2 16,1-1 3-16,2 1 5 0,-2 1-2 15,2 1 1-15,0 2 0 0,-1 3 4 16,1-1 3-16,0 4-2 0,1-1-1 0,-1 0 2 16,0 4 0-16,2-1-1 0,0-4 2 15,1 0 1-15,-1-1-4 0,0-6 0 0,0 2 0 16,-1-1 2-16,3-4-1 0,-2 0 1 15,2-2 1-15,-3 0-3 0,1 1 0 0,0-2-3 16,0-1 3-16,0 0-1 16,1 1 1-16,-2 1 0 0,1-2 0 0,2 3-3 15,-2-1 2-15,0 2 1 0,-2 2 10 16,3-3 2-16,1 6-3 0,0-4 1 0,-1 3 2 16,4-2-2-16,-2-1 2 0,5 1 0 15,-1-2 0-15,5 0-4 0,2 0 4 16,6-2-4-16,4 2 3 0,5-2-4 0,-4 0-1 15,1-1-1-15,-3-1-3 0,-4-2 3 16,-2 0-1-16,-2-1-2 0,-2 1 0 0,-2 0 1 16,1 0-4-16,-1 0 0 0,-1 0 2 15,-3 1 0-15,2-3 0 0,1 6 2 16,1-2 1-16,1 0 2 0,3-1 1 16,2 2 3-16,3 0-4 0,8 1 0 0,1 0-1 15,-1 3 2-15,2-2-3 0,-1 1 2 16,-1 1-4-16,-1 0 0 0,-1 1-2 0,-2 0 2 15,-1-4 2-15,-3-2-3 0,-1 1 3 16,1-1-3-16,-1 1 1 0,2-1 0 16,-2 0 1-16,4-2-2 0,9-1-1 0,3 2 2 15,1-1-1-15,1-1-1 0,4 1-1 16,-3 0 3-16,-1 0 0 0,1 1-3 0,-1 1-1 16,-3 2 0-16,-2 1-1 0,0-1 3 15,2 5-3-15,-1-3 1 0,3 2 3 0,8 1 0 16,0 2-3-16,3 0 4 15,1 0-2-15,1 0-1 0,5 0 1 0,0-1 0 16,1-1-1-16,3 2 0 0,-3 1-1 16,0-1-1-16,0 1 2 0,-1 3-1 0,-3-1 0 15,-2 3 3-15,1-4-6 0,-5 0 1 16,-3-1 1-16,-8-2-3 0,0-2 2 16,0-2 0-16,0 2-1 0,-4-3 3 0,2 0-2 15,2 2 1-15,0-4 3 0,2 1 0 16,1 0 1-16,-3 1-1 0,0 1-2 0,0-2-1 15,-2 3 3-15,-2-4 0 0,-7 2-1 16,-3-2-2-16,-5-1 0 0,-2 1 0 0,-1-1-1 16,-3 1 2-16,-2 0-2 0,1 3 4 15,-2 1 0-15,-3-1-4 0,3 0 0 16,-3 1 4-16,2 1 0 0,-4 3-1 16,5-3 1-16,-5 1 0 0,3-1 1 0,-1 3-2 15,4 0 1-15,-4 3-1 0,6-2 3 16,-2 2-1-16,6 4-2 0,-3-4 1 15,-1-1 1-15,3 8-3 0,2-3 5 0,-3 3-3 16,-1 1-1-16,1-1 2 16,-2 0 0-16,-3-4-4 0,0-3 6 0,-3-3-2 15,-1 0-1-15,-2-2 2 0,-2 2 1 0,0-2 2 16,-2 1 2-16,0-1 4 0,-3 1 0 16,-1-1-2-16,2 0 3 0,-2 1 2 15,-1-3-6-15,1 3-2 0,0 1 4 0,3 5-1 16,-3-5 3-16,2 4 4 0,-2-1 1 15,2 3 3-15,1-3 0 0,1 3 0 0,0-4-2 16,0 0-3-16,-2-2-3 0,4 3 4 16,-1-6-4-16,-4 2 4 0,1 0 6 15,1-2 3-15,-3 1 11 0,1-1 0 0,-1-2-1 16,-1 3 1-16,0-5-3 0,0 2 1 16,1-3 2-16,-1-1-8 0,-2 0-2 0,4-2-7 15,-1 1-3-15,1-1 0 0,-4 3-3 16,6-2 1-16,-5 0-4 0,1 3 1 0,2-2-1 15,-4 1 0-15,2 0 0 0,-2 1 0 16,-1 0-3-16,0-1 1 0,-1 1-2 16,-1-2 6-16,1-1 7 0,4 2 1 15,-4-2-2-15,6-2-3 0,-3 0 7 0,5-1-1 16,-3 0 1-16,6-4-5 0,-5 6-7 16,5-6 4-16,-9 6 3 0,9-6 4 15,-1 4-5-15,1-4-3 0,0 0-5 0,-6 5 3 16,6-5-4-16,0 0-1 0,-4 5 3 15,4-5 2-15,0 0-4 0,-5 5-1 0,5-5 1 16,0 0-6-16,0 0 1 0,-9 6 0 16,9-6-2-16,-1 4-2 0,1-4 2 0,-8 6 0 15,8-6 2-15,-9 5-2 16,2-3 4-16,-4-1 1 0,-2 2-8 0,-2-2 7 16,-2 2-4-16,-4-3 5 0,-8 0-2 15,-9 2 1-15,-3-2-5 0,-4 0 6 0,-3 2-6 16,1-2 2-16,-4 2-1 0,-12 2 4 15,0-1-2-15,-2 0-4 0,1 1 11 16,-3-2-10-16,0 1 10 0,0-1-5 0,2 2-1 16,14-2-1-16,0 0 0 15,3 2-1-15,4-1-5 0,4 0 7 0,4 1-2 0,3-1 0 16,7-3-5-16,1 4 4 0,1-1 2 16,2-2-4-16,3 1-4 0,1 2 6 15,-2-2 0-15,-5 2 3 0,5 0-10 16,-5 0 11-16,2 1 0 0,-2-1 0 15,-9 4-3-15,7-3 0 0,2 0 0 0,1 0 0 16,1 0-2-16,3-1 1 0,-3 2 1 16,9-1 0-16,-4 1-2 0,1-1 1 0,5 0 4 15,-1 2-9-15,1-1 2 0,-4 7 2 16,3-1-2-16,1 1 2 0,-1 3-4 0,1-1 0 16,1 1 2-16,0 2 1 0,-3 7-1 15,3-4 2-15,1-2 1 0,0 3-4 16,-3 3 0-16,1-4 4 0,1 8-2 0,0-2 3 15,-3-1-4-15,2 1-1 0,-1 1 5 16,2 0-3-16,-1 1 8 0,-2 2-6 16,1-1 1-16,-1 3 1 0,-5-1-2 15,0 10 0-15,-2-3 4 0,-1 1 0 0,-3 1-2 16,-2-4 5-16,2 4-4 0,0-5 9 16,6-7 7-16,-5 9-8 0,4-9 9 0,1 3-3 15,-2-3 1-15,0 8 9 0,2-6-1 16,-2-2 4-16,4 0-6 0,0 2 2 15,1 0-5-15,0 0-13 0,2-2 12 0,-1 0 1 16,3-2-1-16,-1-2-8 16,3-3-14-16,1-5-21 0,1-1-37 0,3-3-49 0,-1 1-70 15,-6-5-105-15,7-3-181 16,-4-4-64-16,9-2 55 0,-22-12-157 0,-1-11-127 16</inkml:trace>
  <inkml:trace contextRef="#ctx0" brushRef="#br0" timeOffset="2016.96">25910 9749 1532 0,'3'20'-127'0,"3"-3"15"0,-2 7 18 16,-1 8 20-16,5 7 6 0,4 9 16 16,-3 5 11-16,2 3 10 0,-1 0 0 0,1-1 4 15,0 0 3-15,1-3 11 0,-1-1 14 16,0-10 1-16,-4-2 4 0,-1-1 2 0,3-4 6 16,-6-1 11-16,4-7-3 0,-3-5 0 15,-1 0-6-15,-1 1-5 0,2-3 7 0,-2 1-6 16,0-2-2-16,-1 1 1 0,-1 0 4 15,0 0 4-15,0 0 6 0,0-1-4 16,-3 0-3-16,1 0 0 0,-2 2 2 16,2-2 2-16,1 4 9 0,-3 0-4 0,0-5-2 15,-1 1-4-15,4-1-1 0,-3 2-2 16,0 2-8-16,4 1 18 0,-2 2 1 16,2-3-3-16,-1-1 0 0,1 1-6 0,0 3 6 15,0-3 3-15,1-1-7 0,-1-1-3 16,0-3 0-16,0-3-6 0,2-1 3 0,-2-2 1 15,2 1-3-15,-2-5-1 0,-2 2 6 16,2 0 6-16,0-4 4 0,0-4 0 16,-3 10-6-16,3-10-2 0,-10 1-5 0,10-1 3 15,-19-1 2-15,6-3-6 0,-6 1-5 16,-4-4 0-16,-12-1 2 0,3 0-1 16,-2-2 2-16,-4-1 4 0,-1 1 5 0,3-1-2 15,-2 1-3-15,0-2-2 0,1 3-1 16,1 1 1-16,0-2-1 0,10 3-4 15,1 0 0-15,2 2 9 0,0-3-10 0,2 1-1 16,3 0 2-16,2 0-2 0,3 4 0 16,1-2-2-16,1 3-5 0,2-1-2 0,-2-1 3 15,4 3-2-15,7 1 0 16,-16 0 1-16,16 0 1 0,-16 5-1 0,2 2 0 0,1-1 0 16,-5 5 1-16,4 1 0 15,-2-2-1-15,-6 9 3 0,-3-2-3 0,4-2-2 16,6-2 3-16,-3-2-2 0,3 2 4 15,3-4-7-15,1 2 4 0,4-1-3 0,-3 1 4 16,2 1-2-16,3 1-2 0,-1 3 4 16,4 1-1-16,-1 5 0 0,0 2 0 0,1 2 1 15,0 1-5-15,0 12 0 0,2-2 3 16,0-2 3-16,0 4 3 0,-1-3-5 16,-5 1 0-16,2-3 8 0,-1 2 5 0,-4 0 10 15,2-1 6-15,2-2-4 0,-5-1 5 16,5 0-2-16,-4 1 0 0,6-6-1 0,1-4-5 15,2 1 3-15,2 1-5 16,1 9 1-16,10 2-2 0,-1-2-3 0,8 8-2 16,5 5 1-16,-3-2-3 0,7 3-1 15,-1 0-1-15,1-3-3 0,-2 4-7 0,-2-2 2 16,-2-2 0-16,-3 0-1 0,-1-2-3 16,-2 1 7-16,-7-9-3 0,-1 0-3 0,-3 0 2 15,-2-1-1-15,-1-5 2 0,0-3 4 16,-1-1-1-16,0 14 5 0,2-3-3 0,-1-2 0 15,3 2-1-15,1-2 1 0,3 3 0 16,3 8-1-16,5 4-1 0,0-1 1 16,5 1-1-16,4 2-3 0,2-1 2 15,1 3-3-15,4 1 0 0,1-7-1 16,-3 0 1-16,0-3-2 0,1-1 3 0,-5-2-3 16,-3-1 1-16,-3-11-2 0,-4 2 5 15,-2-2-4-15,-3-3 1 0,-1-6 1 0,-1-1 0 16,-4 0 4-16,3 0 6 0,0-2 6 15,-1-2 1-15,-1 3 4 0,3-3-3 0,2 1 0 16,5 3 0-16,5 3-4 0,2-1-1 16,2 0 0-16,10 4-3 0,1 0-2 0,7 3-2 15,0-3 3-15,2 4-5 16,-3-4 1-16,0 2 2 0,-4-2-4 0,-4 2-4 16,-5-10 2-16,-4 0-2 0,-5 0 1 15,-5-5 1-15,-1-2-1 0,-5-3-2 16,-2 0 4-16,2-2 0 0,-4 0-2 0,0 0 7 15,1 0 0-15,-3-1 4 0,5-1 2 16,2 1-1-16,1-1 2 0,2 4-3 0,8 0-4 16,11 3 1-16,4 2-1 0,12 3-1 15,4 1-3-15,-2-3-2 0,6 5-7 0,-5-3-4 16,3 1-7-16,-4 0-2 0,-4-3-1 16,2 3 4-16,-8-7-1 0,-4 1 0 0,1 3 3 15,-5-3-1-15,-4-1 5 16,-1 0 0-16,-6-4-1 0,-5 2 0 0,2-3 2 15,-5 0 1-15,-3 1 2 0,1-1-2 16,-1-1 4-16,-1 1-2 0,2 0 2 16,2-2 0-16,2 2-1 0,2 1 3 0,6 2-3 15,0-2 0-15,11 3 1 0,2 0-1 16,0-1-2-16,1 2-2 0,-5 0-4 0,-2-1-1 16,-7-3 2-16,-4 1 3 0,-6-3-1 15,-2 0 2-15,-1-1 0 0,-2 0 6 16,-3 0 7-16,0 0-1 0,-7-2 2 0,12 4 2 15,-6 0 9-15,-1 1 5 0,-1 0 3 16,0 1-8-16,0 1 1 0,-2 1-4 16,2-1 0-16,0-3-1 0,-1 4 0 0,1-2-6 15,0 0 2-15,-1 0-1 0,4-3-5 16,-2 3-12-16,1-2-20 0,0 0-35 16,-1 0-51-16,-5-4-71 0,14 0-91 0,-14 0-138 15,0 0-40-15,17-6-77 0,-11-2-34 16</inkml:trace>
  <inkml:trace contextRef="#ctx0" brushRef="#br0" timeOffset="2233.23">28544 14243 1747 0,'0'-4'157'0,"0"4"-12"15,0 0 11-15,0 0 17 0,-23 31 26 0,5-6-5 16,2 6-7-16,0 2-22 0,-4 11-22 15,11-6-13-15,-10 8-12 0,4 0-38 0,-1 1-32 16,3-13-48-16,1 2-38 0,1 0-45 16,0-5-51-16,1-4-68 0,2-3-89 15,3-5-129-15,-4-2-67 0,0-5-189 0,4-3-171 16</inkml:trace>
  <inkml:trace contextRef="#ctx0" brushRef="#br0" timeOffset="3866.87">28978 11083 1752 0,'0'0'-11'0,"0"0"2"16,0 0 3-16,0 0 21 0,0 0 21 0,0 0 21 16,-20-14 7-16,9 9 9 0,3 1 1 15,-3-2 2-15,-2 2-4 0,-1-4 1 0,-1 1-5 16,1 1-6-16,-4-2-4 0,-1-2-4 15,-12-2-3-15,2 0-6 0,-1 0-5 16,0 2-5-16,-6 2 1 0,-3-3-3 0,1 1 2 16,-2 2-5-16,0 1 2 0,2 0 5 15,-2 2 2-15,2-3 4 0,-1 4-3 16,3 0 3-16,6 1-4 0,1 1 0 16,2 2-3-16,1 0-4 0,-2-2-4 0,1 4-4 15,-2 0 6-15,2 0 11 0,1 3-2 16,-1-3-3-16,-7 6-8 0,1 2 6 0,5 1-7 15,-1 1 3-15,2 5 3 0,7 0-4 16,-1 3 5-16,-1 1 6 0,6 1-4 0,-2 5 11 16,5 2-5-16,-1 0-3 0,9 0 4 15,-1 2-2-15,3-2 3 0,3-1-3 16,2 8-1-16,1 2-3 0,8 0 9 16,7 7-2-16,5-2-2 0,6-4 3 0,5 0-5 15,6-1-2-15,5-1 1 0,5-6-8 16,3-2-2-16,5-2-1 0,3-3-1 15,1-5-7-15,5 1-4 0,-2-7 5 0,-1-3-11 16,-1 1-2-16,-2-7 0 0,-13 1 9 16,-1-2 6-16,-1-3 16 0,-4 0 7 0,-1-2 10 15,-7 1 6-15,4-4 4 0,-1 1 3 16,-2-1 6-16,0-2 0 0,-3-2 5 0,-5 1-5 16,1-4 5-16,-5-1 0 0,-6 3 0 15,6-6 3-15,-6-1 0 0,-6 0-6 16,-1-10-9-16,-6-3-11 0,-8-8-1 0,-8-8-5 15,-10-3-10-15,-7-1-6 0,-17-16-13 16,-3 6-19-16,5 14-17 0,-15-6-24 16,8 15-27-16,-3 4-40 0,-1 5-47 0,-4 6-49 15,0 8-58-15,1 1-53 0,-1 8-68 16,14 3-80-16,-3 4-184 0,5-1 61 16,4 6-381-16,3-1-442 0</inkml:trace>
  <inkml:trace contextRef="#ctx0" brushRef="#br0" timeOffset="4401.68">28160 10952 2609 0,'-6'-9'11'15,"-4"-4"9"-15,-4 0 16 0,-8-7 19 0,-2-5 21 0,-1 0 14 16,-6-6 12-16,-1-2 3 16,1-1-2-16,3 0-11 0,-1 1-7 0,5-1-17 15,1 5 3-15,3 0-10 0,6-1-11 16,-2-1-18-16,3 6-24 0,3 4-32 16,2 5-36-16,5 3-51 0,-3 3-75 0,3 1-78 15,-1 6-72-15,4 3-168 0,-10-2 42 16,10 2-126-16,0 0-87 0</inkml:trace>
  <inkml:trace contextRef="#ctx0" brushRef="#br0" timeOffset="4717.18">27725 11387 1926 0,'-22'-12'184'15,"6"5"2"-15,-5-1 10 0,-11-6 4 0,-14-3 15 16,-5-1 8-16,-3 1-2 16,0 0-15-16,-4 4-19 0,3-3-21 0,-1 4-16 15,1 2-16-15,12 5-14 0,-4-1-13 16,6 5-15-16,-4 1-6 0,6 3-26 0,-1 2-24 15,2 4-32-15,1 0-36 0,3 4-59 16,0 1-58-16,1 3-60 0,5 0-74 0,1 4-90 16,4-3-217-16,6 0 52 0,8-5 67 15,3-1-197-15,4 1-163 0</inkml:trace>
  <inkml:trace contextRef="#ctx0" brushRef="#br0" timeOffset="5049.39">28566 11090 2097 0,'2'-34'71'0,"-1"-1"-9"0,1-4 4 16,4 3 15-16,2-1 15 15,7-8-4-15,1 0 14 0,4 2 7 0,5 6-13 0,4 2-8 16,-4 8-8-16,1 3-13 16,5 3-8-16,-3 4-18 0,3 1-30 0,-2 5-31 15,-4 3-52-15,-5 4-57 0,-3 4-70 16,2 4-71-16,-3 2-165 0,-4 2-39 0,1 8-103 15,-4 0-73-15</inkml:trace>
  <inkml:trace contextRef="#ctx0" brushRef="#br0" timeOffset="5271.86">29213 11494 2104 0,'0'0'239'0,"-7"6"-17"0,7-6-3 16,0 0 17-16,0 0 19 0,0 0-1 16,0 0-9-16,32 0-22 0,-9-2-21 0,17-2-19 15,3 2-25-15,-2 0-15 0,5-2-47 16,0 3-53-16,-3-1-70 0,-6 2-92 0,1 3-105 16,-9 1-104-16,-8 0-109 0,-6 4-174 15,-6 1 52-15,-3 2-297 0,-7 3-341 16</inkml:trace>
  <inkml:trace contextRef="#ctx0" brushRef="#br0" timeOffset="5632.36">28413 12131 2586 0,'-38'0'88'0,"-10"-2"12"0,-18 2 26 0,-8 5 33 16,-8 1 8-16,-4 1 4 0,-20-1 0 15,18 1-4-15,6-2-10 0,5 2-15 0,10 0-17 16,20-4-9-16,7-1-16 0,9 0-6 16,9 1-11-16,3-1-15 0,3-2-23 0,3 1-28 15,0 1-32-15,3-2-44 16,10 0-61-16,-17 2-57 0,17-2-79 0,-12-4-115 0,9-1-191 16,1-1 7-16,4-4 62 15,1-6-213-15,6-1-198 0</inkml:trace>
  <inkml:trace contextRef="#ctx0" brushRef="#br0" timeOffset="9085.81">28363 11258 1852 0,'4'-3'-19'0,"-4"3"32"15,0 0 25-15,3-11 29 0,-3 11 28 16,0-10 16-16,0 10 12 0,0-11 1 0,0 11 11 16,0-8 1-16,0 8-6 0,0-8-2 15,0 8-3-15,0 0-13 0,-3-10-9 16,3 10-15-16,0 0-5 0,0 0-5 16,3-9-11-16,-3 9 3 0,0 0-1 0,0 0-1 15,0 0 2-15,0 0-1 0,0-8 16 16,0 8 6-16,0 0 4 0,0 0 7 0,0 0-4 15,0 0-1-15,0 0-2 0,0 0-6 16,-5-9-10-16,5 9-4 0,0 0-7 0,0 0-7 16,0 0-6-16,0 0-9 0,0 0-2 15,0 0-5-15,0 0-9 0,0 0-1 16,0 0-1-16,0 0-5 0,0 0-4 16,0 0-3-16,0 0-3 0,0 0 2 15,0 0-3-15,0 0-1 0,0 0-2 0,-2-7 0 16,2 7 3-16,0 0-4 0,0 0 0 15,0 0-3-15,0 0 2 0,0 0-3 0,0 0 0 16,0 0 2-16,0 0-1 0,0 0-5 16,0 0-20-16,0 0-7 0,0 0-9 0,0 0-13 15,0 0-5-15,0 0-11 0,0 0 7 16,0 0-6-16,0 0 13 0,0 0 3 0,0 0 0 16,0 0 8-16,0 0 9 0,0 0 4 15,0 0 1-15,0 0 7 0,0 0 5 0,0 0 10 16,0 0 3-16,0 0 13 0,0 0 1 15,0 0 3-15,0 0 0 0,0 0 1 16,0 0 1-16,0 0-8 0,0 0 6 16,0 0-2-16,0 0 0 0,0 0 0 15,0 0-1-15,0 0 2 0,0 0 7 0,0 0 3 16,0 0 1-16,0 0 2 0,0 0-1 16,0 0 10-16,0 0 1 0,0 0-3 0,0 0-1 15,0 0 0-15,0 0-7 0,0 0 0 16,0 0-3-16,0 0-3 0,0 0-5 0,0 0-1 15,0 0-2-15,-30 8-1 0,23-2 5 16,-6 2 10-16,-14 7 6 0,2 1 0 0,-2 6 9 16,-2 1 9-16,5 1 7 15,1-2 5-15,2 0-2 0,4 0-5 0,4-3-2 16,3-3 5-16,6 0 2 0,0-3-5 16,0-1-3-16,4-1 4 0,4 1-5 15,-2-2-5-15,4-2-7 0,2 1-4 0,1-2-7 16,3 1-14-16,1-3-34 0,-4 2-39 15,3-2-48-15,-3 0-64 0,3 1-72 0,-2-4-72 16,-1 4-71-16,-2 0-80 0,4-2-121 16,-4 0-72-16,-2-1 72 0,3-1-368 0,-3 1-433 15</inkml:trace>
  <inkml:trace contextRef="#ctx0" brushRef="#br0" timeOffset="9314.98">28526 11434 2867 0,'0'0'84'16,"0"0"5"-16,0 0 14 0,0 0 25 0,0 0 43 16,0 0 18-16,0 0-7 0,-21 17-6 15,13-3-13-15,-2 6-17 0,3 0-13 0,-2 1-12 16,-1 8-10-16,0-5-12 0,5-2-8 16,1 0-14-16,-2-1-7 0,5-1-21 0,-3-4-31 15,-1 0-43-15,2-2-53 0,1 1-77 16,-2-3-86-16,0-2-87 0,2-2-119 15,-1 0-161-15,-1-6 35 0,4-2-316 16,-8 4-370-16</inkml:trace>
  <inkml:trace contextRef="#ctx0" brushRef="#br0" timeOffset="9882.65">27666 10147 2374 0,'-13'-10'-39'0,"-3"3"14"0,2 2 12 16,-4 3 26-16,-6 4 23 0,-13 5 17 0,3 3 16 15,0 4 11-15,-1 1 9 0,7 2 1 16,-3 1-2-16,10 2-1 0,3 1-1 0,2-3 0 15,9-2-1-15,1 0-5 16,0-2-2-16,6 1-11 0,0-1-7 0,4 1-4 16,4-1-13-16,-1-1-3 0,3 1-26 15,1-2-56-15,4 0-62 0,-1-2-81 0,-1-3-103 16,2 0-153-16,-2-4-57 0,1 1 60 16,-1-3-107-16,-4 1-47 0</inkml:trace>
  <inkml:trace contextRef="#ctx0" brushRef="#br0" timeOffset="10464.93">27653 10320 1575 0,'0'-5'59'0,"0"5"25"0,2-6 25 0,-2 6 13 16,5-10 11-16,3 4 10 0,2-1 20 15,3 1 10-15,1 0-8 0,2 2-3 0,2 2-16 16,0 2-18-16,0 0-18 0,0 4-5 15,-4 2-8-15,2 1-5 0,-5 2 3 16,-4 4-3-16,-1-1 2 0,-6 1 13 16,-4 5 9-16,-1 1-1 0,-10 6 3 0,-3 1-5 15,-1-2 4-15,2-4-5 0,2-3-4 16,4-5-5-16,1-1 1 0,2-1-1 16,3-2 0-16,-1-1-7 0,2-1-6 0,2-2-7 15,2-4-10-15,0 10-5 0,0-10-8 16,13 7-5-16,-1-3-8 0,1 1-19 0,9 2-41 15,0 1-48-15,13 0-74 0,-3 1-98 16,6-1-106-16,0 1-129 0,0 0-225 0,2 0 62 16,-2-2 66-16,2 2-329 0,-1-2-376 15</inkml:trace>
  <inkml:trace contextRef="#ctx0" brushRef="#br0" timeOffset="11235.84">27011 12028 2659 0,'-18'-2'36'0,"9"2"-3"16,9 0 40-16,-14 9 40 0,12-2 37 16,2 2 16-16,2 6 9 0,5-1-3 15,-2 4-9-15,5 1-11 0,3 7-14 16,2 2-17-16,3-3-9 0,-4 1-12 0,4-1-8 15,-1-2-14-15,0-2-23 0,0 1-31 16,-1-3-42-16,-7-5-48 0,1-5-57 0,-1 4-45 16,0-5-41-16,-1 1-46 0,-2-2-27 15,-2-2-18-15,2-2-9 0,-6-3-7 0,7 2 4 16,-7-2 33-16,0 0-393 0</inkml:trace>
  <inkml:trace contextRef="#ctx0" brushRef="#br0" timeOffset="11366.76">27221 12392 1761 0,'0'0'-15'0,"3"-6"36"15,-3 6 27-15,4-4 21 0,-4 4 22 0,4-6 10 16,-4 6 0-16,0 0-8 0,5-3 14 15,-5 3 8-15,0 0 1 0,0 0-9 0,0 0-5 16,33 7-10-16,-20-5-9 0,0-1-11 16,5 1-30-16,-1 1-39 0,2-1-44 15,0 0-66-15,2-1-86 0,-6-1-89 16,6-3-180-16,-6 1 20 0,3-1-96 0,-5 0-42 16</inkml:trace>
  <inkml:trace contextRef="#ctx0" brushRef="#br0" timeOffset="14767.93">27779 9866 1377 0,'-10'-10'-79'16,"5"1"24"-16,-3 1 15 0,-2 1 18 0,3 2 7 15,0-3 12-15,-7 2 9 0,4 1 4 16,-5 0 7-16,-4 0 10 0,-2-1 0 0,2 3-10 15,-8 3 10-15,-1-3-12 16,-2 6 10-16,-11-2 4 0,-1 5 14 0,2-1 3 16,0 2 6-16,0 3 3 0,2 0 0 0,0 4 7 15,-8 5 4-15,7 3 5 16,-2 5 0-16,5 2 2 0,2 6 5 0,1 2 2 16,5 5 0-16,3 4-4 0,4 2 7 15,4 3 4-15,3 4-3 0,5 3-5 0,7 3-4 16,6-1-1-16,5 0 3 0,7-1-7 15,3-1-5-15,7-6-2 0,4 4-4 0,7-5-9 16,14 8-7-16,6-6 2 0,-1-16-4 16,16 1-4-16,5-4-6 0,-9-12 1 0,7-6-6 15,2-8 2-15,4-8-5 0,-2-5-2 16,3-8 1-16,12-8 0 0,-5-6 13 16,-10-8 1-16,-5-2 3 0,-3-5-2 15,-22 3 2-15,10-17-4 0,-9-8-5 16,-7-6-12-16,-7-1 9 0,-14 6-6 0,-7-2-3 15,-7-8 0-15,-6 1-4 0,-8 0-2 16,-13-13-7-16,-8 6-10 0,-9 7-8 0,3 22-7 16,-6 5-13-16,-11 9-8 0,-7 7-17 15,-6 10-10-15,-6 9-17 0,-4 8-20 0,0 8-18 16,-1 6-33-16,-24 9-44 0,10 5-68 16,20-2-112-16,-15 7-96 0,31-5-157 0,-2 1-131 15</inkml:trace>
  <inkml:trace contextRef="#ctx0" brushRef="#br0" timeOffset="15952.08">26963 9385 1579 0,'-20'-3'-93'16,"2"3"13"-16,0 0 16 0,0 3 11 16,-3-1 15-16,-13 8 15 0,3-1 13 0,1 5 14 15,-1 4 9-15,2 1 1 0,3 0 7 16,1 4 7-16,4 1 4 0,2-3 2 0,1 4-1 16,11-4-1-16,0-4 4 0,5-2 7 15,2-1 4-15,4 1 3 0,1-1-2 0,4 2-4 16,7 0-4-16,2-4-3 0,6 3-5 15,2-3-5-15,-1-4-13 0,0-1-25 16,0-1-39-16,-3-6-45 0,0 4-51 16,-3-4-88-16,-4-1-212 0,-1-2 45 0</inkml:trace>
  <inkml:trace contextRef="#ctx0" brushRef="#br0" timeOffset="16164.98">26864 9726 1144 0,'-4'10'-51'16,"4"-3"18"-16,-1 1 37 0,-1-2 3 16,-2 2 12-16,4-1 12 0,-5 0 2 0,5 0 5 15,0-7 1-15,-2 12-2 0,2-7-7 16,0-5-4-16,2 12 0 0,1-8-15 0,-3-4-19 16,2 9-15-16,-2-9-17 15,0 7-27-15,0-7-12 0,2 7-14 0,-2-7-32 16,0 0-190-16,0 0 168 0</inkml:trace>
  <inkml:trace contextRef="#ctx0" brushRef="#br0" timeOffset="16280.61">26824 9906 771 0,'-3'4'-54'0,"-2"3"10"0,1-2 10 16,4-5 9-16,-5 7 0 0,5-7 4 16,-4 4-1-16,4-4 5 0,0 0-2 0,-5 6-22 15,5-6-74-15,0 0-6 16,0 0 41-16</inkml:trace>
  <inkml:trace contextRef="#ctx0" brushRef="#br0" timeOffset="182203.91">25440 1413 801 0,'6'-12'328'0,"-1"-1"-29"0,-2 3-33 16,1 2-25-16,0 1-20 0,-2 2-17 0,-2 5-21 16,1-9-36-16,-1 9-12 0,0 0 12 15,0 0 28-15,0 0 12 0,0 0 2 0,-14 39-6 16,5-8 6-16,-2 4-19 0,1 3-13 16,-7 8-14-16,3-1-12 15,2-1-14-15,2-5-11 0,-5 4-9 0,5-6-13 16,1-3-39-16,1-4-72 0,0 1-77 15,5-5-60-15,1-4-54 0,4-5-57 0,-2-3-80 16,3 0-114-16,5-6-149 0,0-3 57 16,1-3-172-16,2-4-224 0</inkml:trace>
  <inkml:trace contextRef="#ctx0" brushRef="#br0" timeOffset="184098.29">25648 1258 1644 0,'0'0'-57'0,"-5"-10"39"0,-1 7 19 15,6 3 17-15,-8-10 12 0,8 10 26 16,-8-6 19-16,8 6 16 0,-5-6 8 16,5 6 8-16,0 0 4 0,-4-5-7 0,4 5-10 15,0 0-6-15,17-12-10 0,0 6-5 16,7 0 4-16,8-4-9 0,4 3-5 15,0-1-7-15,-6 4-8 0,-1 3-1 16,-2 0-5-16,-6-2-9 0,3 8 0 16,-3-1 3-16,2 4-6 0,2 9-4 0,-1 3 5 15,-2 1-2-15,-1 8 4 0,-5 1 7 16,2 3-2-16,2 10 5 0,-8 4 6 16,4-1 10-16,-1 1 4 0,1-2 3 0,-3 3-5 15,-1-4 13-15,-3-7 2 0,4-2-8 16,-4-3-4-16,-3 0-10 0,0-6-4 0,-2-6-1 15,-4-2-23-15,0-1 0 16,-2 0 21-16,0-5 17 0,-2 3 23 0,-1-1 24 16,-7-1 16-16,-3-1 3 0,-4 0 7 15,-14 0-2-15,-6-1-6 0,-17-3-7 0,-7 1-11 16,-1-3-11-16,-6-4-6 0,0 2-13 16,0-6-6-16,2 4-9 0,18-2-7 15,0 0-7-15,6-2-7 0,10 2-1 16,5-2-4-16,8 2-6 0,2 0-8 0,4-2-10 15,-1 2-34-15,16 0-41 0,-18 0-60 16,18 0-77-16,-20 0-59 0,20 0-68 0,0 0-84 16,-12 0-136-16,12 0-164 0,0 0 76 15,0 0-330-15,0 0-440 0</inkml:trace>
  <inkml:trace contextRef="#ctx0" brushRef="#br0" timeOffset="184547.21">25368 2106 2555 0,'6'-4'-57'0,"-6"4"26"16,5-4 7-16,-5 4 11 0,0 0 17 15,0 0 32-15,-25 14 28 0,-1 2 17 0,-14 6 22 16,-8 5 13-16,-7 4 20 0,-19 8 4 15,-4 2 4-15,-10 2 8 0,0 1 2 16,3-1 7-16,-3 1-8 0,4-1-6 0,2-1-8 16,9-4-10-16,21-9-14 15,0-1-10-15,6-4-11 0,4-1-9 0,14-6-8 16,-1 0-10-16,2-2-6 0,11-5-34 0,0-1-39 16,7-2-35-16,-2-2-54 0,2 0-67 15,6-2-49-15,3-3-78 0,0 0-111 16,0 0-171-16,0 0-21 0,0 0 64 15,0 0-135-15,0 0-163 0</inkml:trace>
  <inkml:trace contextRef="#ctx0" brushRef="#br0" timeOffset="184896.84">23898 2914 1748 0,'0'11'0'15,"0"-11"49"-15,-12 12 40 0,-4-3 33 16,-15 8 22-16,-10 8 28 0,-11 1 30 0,-11 3 30 16,-19 9 10-16,-7 3 6 0,2 0-2 15,-9 1-22-15,9-1-2 0,-1-4-6 16,6 1-10-16,17-9-8 0,6-1-9 15,5-5-17-15,5-2-14 0,12-4-14 16,7-3-11-16,1 0-18 0,9-6-14 0,2 1-9 16,5-2-4-16,1-2-25 0,3-1-35 15,4-2-38-15,-3 2-47 0,8-4-60 0,-12 6-59 16,12-6-60-16,-5 2-60 0,5-2-64 16,0 0-89-16,0 0-134 0,0 0-45 15,0 0 68-15,0 0-247 0,0 0-293 0</inkml:trace>
  <inkml:trace contextRef="#ctx0" brushRef="#br0" timeOffset="185247.91">22028 3713 2196 0,'0'0'30'0,"0"0"42"0,-37 14 41 0,3-2 27 15,-12 5 12-15,-4 6 18 0,-11 0 17 16,-16 9 23-16,-9 0 19 0,2 1 1 0,3-1-5 16,19-6-6-16,4-2-12 0,11-4-9 15,9-4-18-15,8-3-11 0,7-1-16 16,3-2-15-16,7-3-15 0,0-1-11 15,2-3-10-15,1 0-16 0,2 3-3 16,8-6-13-16,-15 6-28 0,10-5-35 0,5-1-43 16,-12 5-51-16,12-5-55 0,-10 4-54 15,10-4-48-15,0 0-47 0,-3 7-55 0,3-7-90 16,0 0-165-16,0 0-15 0,0 0 72 16,0 0-240-16,0 0-272 0</inkml:trace>
  <inkml:trace contextRef="#ctx0" brushRef="#br0" timeOffset="185681.63">20817 3918 2038 0,'-21'25'-41'15,"5"-13"54"-15,-20 5 43 0,-7 7 36 16,-11 5 34-16,-5 1 31 0,-16 8 34 0,-2-2 17 15,-1 1 16-15,16-8-1 0,-19 5-6 16,18-4-20-16,2-5-10 0,8 0-14 0,6-4-14 16,8-9-14-16,6 5-10 0,3-5-12 15,10-4-16-15,0-1-12 0,6 0-8 16,3-4-10-16,2 1-17 0,-1 1-26 0,3-2-25 16,7-3-34-16,-12 5-38 15,12-5-50-15,-12 5-50 0,7-1-36 0,-1-1-44 16,6-3-51-16,-11 9-67 0,9-6-80 15,-4 2-141-15,6-5 48 0,-6 6-172 0,6-6-198 16</inkml:trace>
  <inkml:trace contextRef="#ctx0" brushRef="#br0" timeOffset="186398">25351 2300 2088 0,'-2'-16'50'16,"-2"5"40"-16,2 1 32 0,2 3 9 16,-1 2-2-16,1 5-15 0,0-9-9 15,0 9-10-15,0 0 12 0,0 0 28 16,0 25 10-16,1 0 30 0,5 12-9 15,-2 5-10-15,6 17 10 0,-1-1-8 0,0 1-10 16,2-1-14-16,3 1-14 0,1-2-5 16,-1-2-10-16,-1-1-14 0,1-4-8 0,-3 0-31 15,-2-10-52-15,3-3-61 0,-3-2-79 16,0-5-75-16,3-1-78 0,-4-6-119 0,-3-8-172 16,1-3-26-16,0-4 74 0,0-2-188 15,-2-4-217-15</inkml:trace>
  <inkml:trace contextRef="#ctx0" brushRef="#br0" timeOffset="186597.16">25695 3162 1928 0,'7'3'59'0,"-7"-3"37"0,5 6 34 16,-5-6 24-16,0 0 20 0,4 9 39 0,-4-9 14 0,4 12 8 16,-2-2-3-16,-1 2-12 15,1 1-20-15,4 4-18 0,0 2-17 0,2 3-17 16,1 7-13-16,3-1-13 0,-1 1-47 15,0 0-66-15,-1 1-76 0,1-1-77 16,-1 0-78-16,-2-4-73 0,-4-3-94 0,-1-1-135 16,-3 0-56-16,0-3 67 0,0 0-157 15,4 0-166-15</inkml:trace>
  <inkml:trace contextRef="#ctx0" brushRef="#br0" timeOffset="186780.07">25997 3768 1889 0,'0'0'68'16,"12"3"50"-16,-12-3 44 0,0 0 31 15,0 0 20-15,9 3 15 0,-9-3 22 0,0 0 9 16,3 9-1-16,-3-9-20 0,4 9-17 16,0-1-20-16,-1-2-23 0,0 5-16 0,1-3-15 15,0 4-16-15,1 2-27 0,3 5-69 16,0 2-53-16,-1-3-70 0,3 1-67 16,2 8-79-16,1 2-67 0,-4-3-130 0,-1-6-195 15,0-4 45-15,-3-2-311 0,1 0-373 16</inkml:trace>
  <inkml:trace contextRef="#ctx0" brushRef="#br0" timeOffset="186997.98">26538 3970 2386 0,'0'0'70'0,"0"0"50"15,-2 8 47-15,2-8 29 0,0 0 9 0,-5 17-5 16,5-9 1-16,-2 5-1 0,4 1-11 15,-2-2-14-15,1 8-18 0,3-1-16 0,2 5-16 16,6 6-10-16,1 1-26 0,4 2-51 16,-2-3-71-16,2 0-73 0,0-1-69 15,1 0-90-15,-4-1-109 0,0-5-200 0,-3-5-1 16,-2-4 66-16,-6-2-227 16,-1-4-227-16</inkml:trace>
  <inkml:trace contextRef="#ctx0" brushRef="#br0" timeOffset="187781.37">26179 2038 1967 0,'-11'-4'-33'0,"2"1"29"0,1-3 21 0,0 2 23 16,8 4 12-16,-11-4-6 0,11 4-3 16,-3-4-5-16,3 4-5 0,0 0-1 0,0 0-2 15,0 0-3-15,0 0-5 0,16 14-4 16,2-7-1-16,11 10 1 0,7-3-4 16,12 8-8-16,2-5-19 0,6 3-33 0,-1-1-60 15,6 0-82-15,2-7-126 16,0 0-270-16,2-3-84 0</inkml:trace>
  <inkml:trace contextRef="#ctx0" brushRef="#br0" timeOffset="187962.47">27363 2346 1554 0,'2'6'-3'0,"1"0"40"0,-3-6 30 0,0 0 27 16,1 8 25-16,-1-8 10 0,0 0 2 15,0 0 5-15,0 0 3 0,6 7-16 16,-6-7-10-16,0 0-6 0,9 3-10 0,-9-3-10 15,21 4-11-15,-4-1-48 0,10 3-44 16,7 0-51-16,7 1-48 0,14 3-50 16,8 2-48-16,9 2-58 0,7-2-78 15,16 7-276-15,4 1-124 0</inkml:trace>
  <inkml:trace contextRef="#ctx0" brushRef="#br0" timeOffset="188131.84">28675 2660 1630 0,'30'8'-7'15,"-8"-1"36"-15,-4-5 43 0,-5 1 48 0,-3-2 51 16,-3 1 44-16,-7-2 56 0,17 2 31 15,-17-2 22-15,14 2 7 0,-14-2-7 16,0 0-17-16,13 0-30 0,-13 0-30 0,0 0-18 16,0 0-42-16,17 0-72 0,-17 0-81 15,20 2-95-15,-7-2-101 0,6 0-97 16,8 3-85-16,15 0-107 0,3 3-205 0,14-1 59 16,0 5-304-16,2 2-382 0</inkml:trace>
  <inkml:trace contextRef="#ctx0" brushRef="#br0" timeOffset="188546.92">26906 1777 2334 0,'-15'-2'-86'0,"1"0"28"0,14 2 31 16,-13-2 27-16,13 2-2 0,0 0 1 16,0 0-2-16,0 0 4 0,38-11-2 15,4 5 4-15,21 0-2 0,15 6-1 16,11-2 2-16,33 2 1 0,8 2-2 0,13 4-2 16,4 0 0-16,2 3 1 0,3 2 0 15,0-2-1-15,-5 0-18 0,-6 2-23 16,-7-2-30-16,-14-3-32 0,-32-1-30 0,-11 1-46 15,-7-6-369-15,-25 0-51 0</inkml:trace>
  <inkml:trace contextRef="#ctx0" brushRef="#br0" timeOffset="189497.07">20902 1206 1626 0,'1'-18'89'0,"3"1"64"16,0 3 42-16,-2 3 36 0,-1 0 20 16,1 0 31-16,0 4 16 0,2 1-2 0,-2 0-15 15,-2 6-25-15,2-10-28 0,-2 10 15 16,0 0 14-16,0 0 13 0,1 40-11 0,-2-15-23 16,-7 15-14-16,4 1-23 0,-3 1-17 15,3-2-11-15,-2 1-21 16,0 0-13-16,6-2-8 0,-1-6-9 0,2-4-15 0,-1-4-11 15,0-6-4-15,4-2-10 16,0-3-13-16,0-1 4 0,6-2-4 0,-1-6-6 16,5-2-7-16,0-4-2 0,11-5-8 15,4-6-1-15,3 1-8 0,-3-2-3 16,-6 3-4-16,-4 3-4 0,-4 2-9 0,-4 2-3 16,1 5-6-16,-12-2 2 0,23 13 0 15,-11 3 1-15,-3 4-1 0,2 9 5 0,1 4-6 16,-3-1-1-16,0 3 1 0,0-2 0 15,-2-2 2-15,1 1-3 0,-3-6-1 16,3-9 5-16,-6 2-4 0,4-6-50 16,-4-1-61-16,-1 0-65 0,1-5-57 15,0 0-59-15,2-4-94 0,-4-3-75 0,0 0-89 16,0 0-131-16,0 0-100 0,17-20 69 16,-13 4-479-16,2-8-649 0</inkml:trace>
  <inkml:trace contextRef="#ctx0" brushRef="#br0" timeOffset="189747.84">21357 1306 3135 0,'-5'-13'-47'0,"4"5"44"16,1 4 23-16,0 4-2 0,-4-7-4 15,4 7 26-15,0 0 61 0,0 0 50 0,-4 27 31 16,2-3 26-16,0 12 3 0,2 2 13 16,-1 5 9-16,1 0-5 0,-2-5 2 15,0 3-6-15,0-11-12 0,4-4 6 16,0-2 1-16,0 0-11 0,-1-7-7 15,3 0-15-15,2 0-10 0,-3-5-16 0,4-1-9 16,-3-1-20-16,3-2-11 0,-2-1-13 16,8-1-30-16,-4-6-76 0,-9 0-90 0,27-4-96 15,-15-2-112-15,10 1-92 0,5-7-89 16,-1-3-127-16,3 3-198 0,-5 4 60 16,-3 2-531-16,0 2-735 0</inkml:trace>
  <inkml:trace contextRef="#ctx0" brushRef="#br0" timeOffset="190432.11">21707 1438 3388 0,'0'0'-62'0,"0"0"49"0,-9-4 27 0,9 4 30 15,0 0 39-15,-21 14 45 0,-2 5 36 16,0 8 29-16,-12 5 17 0,-1 2 9 16,2 0 1-16,0 0-1 0,0-3-6 0,1-2-15 15,7-4-8-15,1-4-20 0,3 3-19 16,0-5-15-16,5-7-14 0,4 1-11 0,3-5-10 16,0 0-5-16,5-2-1 0,-3-3-12 15,8-3-16-15,0 0-21 0,0 0-28 16,-21-11-9-16,17-5-3 0,1-7-7 0,1-2 6 15,-3-13-10-15,5 8 6 0,0 4-2 16,3 5-5-16,-1 2 2 0,-2 6-4 16,2-1-4-16,0 6 0 0,1 2-1 15,-3 6 9-15,15-3-3 0,-15 3 3 16,32 17 0-16,-3 0 3 0,2 3 0 0,7 7 3 16,0 0-4-16,4 0 1 0,0-2-1 15,0 1-64-15,-2-3-76 0,-8-4-81 0,0-3-108 16,3-3-73-16,-4-3-109 0,-2-4-195 15,-7-3 16-15,-3-3 77 0,2 0-353 16,-2-3-445-16</inkml:trace>
  <inkml:trace contextRef="#ctx0" brushRef="#br0" timeOffset="190732.55">22021 1301 2874 0,'-2'-14'94'0,"1"1"31"0,1 1 8 15,0 2 15-15,1 5 25 0,6-1 17 0,-7 6 7 16,11-6 7-16,-11 6 6 0,21 3-3 16,-6 6-12-16,3 2-4 0,4 12-10 15,-1 2 9-15,-3 3-8 0,-6 1-11 0,0 7 10 16,-8-1 5-16,-2-6-2 0,-4-3 4 16,0 1-8-16,0-4-10 0,-2 0-5 15,-2-2-16-15,4-6-12 0,1-3-15 16,-1 0-7-16,0 0-11 0,0-4-11 15,4 1-7-15,0-2-8 0,-2-7-11 0,15 10-29 16,-3-10-74-16,-12 0-94 0,36-10-106 16,-8-4-113-16,6-2-91 0,9-6-85 0,-3 0-116 15,1-2-168-15,7 5 37 0,-3 1-578 16,0-1-806-16</inkml:trace>
  <inkml:trace contextRef="#ctx0" brushRef="#br0" timeOffset="190948.77">22708 1467 3606 0,'0'0'-22'0,"0"0"71"0,0 0 60 15,0 0 52-15,0 0 43 0,0 0 26 16,0 0 19-16,0 0 4 0,-11 13-7 16,11-13-6-16,0 0-15 0,-4 7 7 0,4-7 15 15,0 7 3-15,0-7-11 0,0 16-12 16,0-7-17-16,0-1-22 0,-5 6-19 0,5 0-15 16,-2 1-15-16,1 1-14 0,-1-1-9 15,0 2-15-15,-4 0-30 0,3 1-42 16,-1-3-56-16,-4 1-88 0,0-1-91 15,3-3-90-15,-3 0-97 0,3-1-85 0,-4-7-113 16,8-2-196-16,1-2-10 0,0 0 80 16,0 0-521-16,17-29-700 0</inkml:trace>
  <inkml:trace contextRef="#ctx0" brushRef="#br0" timeOffset="191329.45">23240 1155 3412 0,'0'0'13'0,"-2"-9"58"0,2 9 34 16,-5-6 23-16,5 6 8 0,0 0 12 0,0 0 15 16,0 0 23-16,-28 20 10 0,7 1 2 15,4 4-5-15,-2-2-8 0,-4 4 5 16,2 2-11-16,-10 4-13 0,3 3-20 0,-1-2-7 16,1-1-6-16,3-6-21 15,2-4-6-15,0-5-13 0,-2 2-15 0,9-6 4 16,0-2-5-16,0-2-11 0,0-3-5 15,3-4-6-15,-1-3-16 0,-3-3-8 16,2-4-29-16,-5-3-14 0,2-11-14 0,2-4 1 16,3-1 0-16,4-6 1 0,2 6 2 15,6 3-2-15,1 2 4 0,-2 7-1 0,4 1 1 16,-1-1 0-16,1 4 1 0,7 3 2 16,-2 2-1-16,2 3 5 0,-9 2 1 15,29 5 1-15,-8 4 0 0,8 4 6 16,-1 5-2-16,3 0 0 0,9 7-61 0,-12-4-88 15,3-4-101-15,-1 5-94 0,1-3-107 16,-5 3-74-16,5-1-91 0,1-6-66 16,1-3-466-16,-7-6-622 0</inkml:trace>
  <inkml:trace contextRef="#ctx0" brushRef="#br0" timeOffset="191648.31">23668 1212 3422 0,'-3'-14'117'0,"-2"2"53"15,1 6 39-15,1-1 29 0,3 7 32 16,-8-10-8-16,8 10-15 0,-1-8-25 16,1 8-15-16,0 0-33 0,0 0-16 0,0 0-8 15,0 0-13-15,26 0-10 0,-26 0-6 16,38 10-18-16,-17 0-8 0,8 1-18 16,-7-1 1-16,-4 3-7 0,-3 1 0 0,-2 2 11 15,-3 0 5-15,-5-1 19 0,0 2 11 16,-5 1 2-16,-3-1-1 0,-1 2-3 15,1-2-8-15,-1-2-8 0,0 0-2 0,2-2-11 16,2-5-11-16,0 2-5 0,-1-3-7 16,2 1-4-16,-1-8-6 0,6 12-41 0,1-10-12 15,0 2 0-15,-7-4-5 0,15 3-112 16,-15-3-76-16,15 2-78 0,-9 0-94 16,-6-2-86-16,9 4-103 0,-9-4-139 15,7 2-134-15,-7-2 66 0,2 10-584 16,-2-10-800-16</inkml:trace>
  <inkml:trace contextRef="#ctx0" brushRef="#br0" timeOffset="191951.91">21212 2013 3670 0,'-29'4'-40'0,"10"0"29"16,4-2 18-16,5 0 0 0,3 0 22 0,7-2-7 16,0 0 33-16,0 0 46 0,28 11 15 15,26-7 1-15,23-6-12 0,47-4-10 0,16-1-13 16,18-1 0-16,17-2-11 0,60-2-11 16,-9 3-4-16,5-1-9 0,-5-2-6 15,-46 5-22-15,-1-5-46 0,-7-1-37 0,-11 1-32 16,-12-2-15-16,-23 5-22 0,-15-1-23 15,-39 5-15-15,-11 0-28 0,-22 0-31 16,-14 0-53-16,-13 0-44 0,-12 5-54 16,0 0-86-16,0 0-243 0,-69-4-202 15</inkml:trace>
  <inkml:trace contextRef="#ctx0" brushRef="#br0" timeOffset="192346.16">21734 2080 1783 0,'-68'12'-77'0,"16"-2"36"0,12-2 26 15,13 0 11-15,10-3 13 0,8 0 19 0,7-2 32 16,2-3 14-16,26 4 1 0,18-6-1 16,24-5-7-16,39-3-3 0,15-4-8 15,22-1-8-15,12-3-1 0,53-9-8 0,-40 8-7 16,59-10-3-16,-6-4-28 16,-8 0-32-16,-14-4-23 0,-58 8-22 0,-8-9-33 15,-15-5-37-15,-24-7-22 0,-23-5 11 16,-22-3 21-16,-27 10 29 0,-23 4 27 15,-21-18 26-15,-29-14 9 0,-30 1 13 0,-54-20 2 16,-25 3-7-16,-32 15 12 0,-17 9 31 16,-32 14 30-16,-11 15 29 0,-20 16 29 15,-11 17 22-15,-4 16 19 0,1 19 9 0,7 13 18 16,2 9 21-16,29 5 17 0,28 2 13 16,77-15-21-16,31-3-9 0,28 5-16 0,42-4 3 15,27 5-15-15,33 2-15 16,50 10-12-16,40-4-12 0,72 4-8 0,47-8-30 15,32-13-18-15,29-6-42 0,29-11-42 16,12-3-59-16,7-5-85 0,1-6-112 16,-21-8-237-16,-26-2-50 0,-37-2 72 0,-82-5-116 15,-23-1-111-15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35:31.8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3702 11215 566 0,'0'0'475'0,"-9"-6"-117"0,9 6-53 0,-12-9-31 16,6 3-24-16,3 2 0 0,3 4-16 0,-9-10 23 16,2 4 8-16,7 6 10 0,-9-6-17 15,9 6-10-15,-6-4-12 0,6 4-20 16,0 0-18-16,0 0 2 0,0 0 4 0,-14 22 2 16,14-7 6-16,-3 10-11 0,1 2-16 15</inkml:trace>
  <inkml:trace contextRef="#ctx0" brushRef="#br0" timeOffset="365.83">3386 11122 174 0,'-6'3'424'0,"0"0"-111"0,3 2-39 0,-3-3-52 16,2-1-28-16,4-1-31 0,0 0-17 16,-10 3-12-16,10-3-14 0,0 0-21 0,0 0-31 15,0 0-34-15,0 0-36 0,0 0-39 16,0 0-46-16,16-17-56 0,-7 13-67 0,1-2-430 16,1-1-138-16</inkml:trace>
  <inkml:trace contextRef="#ctx0" brushRef="#br0" timeOffset="1483.31">3557 11253 1753 0,'-5'-14'19'0,"3"8"36"0,2 6 41 0,-4-12 35 0,0 6 34 0,4 6 31 0,-3-10 21 0,3 10 10 0,-5-8 13 0,5 8 6 0,-4-7 3 0,4 7-3 0,-3-8-8 0,3 8-8 0,0 0-10 0,-6-6-15 0,6 6-19 0,0 0-19 16,0 0-10-16,0 0-3 0,0 0-1 15,-7 25-3-15,7-7-7 0,0 9 0 0,0 11 2 16,2 3-2-16,1 1-8 0,-1 1-3 16,2-2-14-16,1 2-12 0,-1-2-7 15,1-3-14-15,0 0 3 0,-1-2-14 16,0-3-11-16,-1-8-5 0,1-2-2 15,-2-4-9-15,0-2-4 0,1-1-5 0,0-3-14 16,-3 1-27-16,2-2-38 0,-2-3-34 16,0-1-35-16,0 0-46 0,-2 1-55 0,2-9-72 15,-10 9-71-15,6-9-66 0,4 0-73 16,-18-7-96-16,6-5-120 0,-5-10 51 0,3-6-477 16,0-1-604-16</inkml:trace>
  <inkml:trace contextRef="#ctx0" brushRef="#br0" timeOffset="1817.59">3256 11119 3075 0,'-15'0'-47'0,"1"3"37"0,1 0 41 15,0-2 40-15,2 1 41 0,11-2 20 0,-17 4 15 16,17-4 7-16,-16 1 2 0,16-1-3 15,0 0-6-15,-11 2-16 0,11-2-9 16,0 0-1-16,0 0-2 0,0 0-6 0,27-21-5 16,-1 7-11-16,6 1-6 0,5-1-11 15,1 1-10-15,-2 3-6 0,2-3-5 16,-6 5-6-16,-5 1-8 0,-8 2-11 16,-2-1-1-16,-3 3-12 0,-3-1-2 0,-1 3-10 15,-10 1-5-15,15-6-14 0,-8 5-11 16,-7 1-22-16,10-4-23 0,-10 4-35 15,0 0-42-15,8-5-46 0,-8 5-49 0,0 0-58 16,0 0-86-16,0 0-120 0,0 0-102 16,0 0 54-16,0 0-256 0,0 0-293 0</inkml:trace>
  <inkml:trace contextRef="#ctx0" brushRef="#br0" timeOffset="2284.23">4224 11455 2288 0,'-11'2'85'0,"4"0"41"0,7-2 40 0,-16 5 43 0,16-5 36 0,0 0 32 16,-13 1 20-16,13-1-14 0,0 0-13 0,0 0-22 16,0 0-23-16,0 0-23 0,0 0-13 15,0 0-18-15,0 0-7 0,22-23-24 16,-4 13-19-16,1 0-29 0,7-5-44 16,-1 1-47-16,-2 2-61 0,-2 2-69 0,-6 3-65 15,1 3-76-15,-3-2-67 0,-1 2-96 16,-5-2-147-16,2 4-58 0,-9 2 71 15,6-3-331-15,-6 3-379 0</inkml:trace>
  <inkml:trace contextRef="#ctx0" brushRef="#br0" timeOffset="2483.21">4226 11564 2545 0,'-9'11'67'16,"5"-2"37"-16,0 0 40 0,-2-2 64 0,0-2 35 15,6-5 16-15,-5 8 7 16,5-8-5-16,-4 5-12 0,4-5-10 0,0 0-4 15,0 0-20-15,8 9-17 0,-8-9-25 16,0 0-3-16,21-2-35 0,-21 2-50 0,19-4-62 16,-8 0-61-16,0 0-76 0,1-1-76 15,-2 2-79-15,1-2-85 0,-3-1-123 16,-1 1-194-16,1-2 47 0,-1 0 77 0,-3 3-315 16,4-3-347-16</inkml:trace>
  <inkml:trace contextRef="#ctx0" brushRef="#br0" timeOffset="3400.23">5147 11029 2338 0,'-12'4'-1'0,"1"2"25"0,1-3 24 0,3 1 32 0,7-4 25 0,-13 1 21 15,13-1 16-15,0 0 6 0,0 0-12 16,0 0-13-16,0 0-14 0,-16-10-8 0,16 10-9 16,14-14-4-16,-1 6 1 0,4-4 1 15,14-5-10-15,10-4-4 0,9-1 0 0,7 0-2 16,3 0-6-16,6 1-5 0,2-2-10 15,1 3-5-15,20-3-7 0,-16 4-1 0,1 2 0 16,18-5-8-16,-20 5-3 0,-1-3-7 16,19-3-1-16,-18 3 1 0,17-6-2 15,1-3-1-15,-4 1-11 0,0-1-7 16,2 0 0-16,-9-2-1 0,5 2-5 16,-16 5 1-16,4 2 8 0,-8-2-4 0,5 0-3 15,-7 2 5-15,-1 3 0 0,-3 0-7 16,-3-1 5-16,-6 6 0 0,1-1-6 15,-10 3-4-15,-2 3 0 0,0-4-9 0,2 3 1 16,0 0-8-16,2 0-3 0,14-6 4 0,-2 2-12 16,7 0-2-16,7-1-5 0,2-2 5 15,21-5 9-15,3-2 1 0,-1-4-3 16,2 4 2-16,5 1 17 0,2-4-1 16,1 1-7-16,0 1 1 0,2-2 5 15,2-1-2-15,-1 1 4 0,0-1-5 0,-8 1 12 16,-1 2-1-16,-7-1-7 0,-2-1 9 15,-22 5 1-15,-1 4 1 0,-6-2 4 0,-7 3 1 16,-7 0 17-16,-10 5 5 0,-6-1 16 16,-9 2 17-16,-2 4 13 0,-5-1 0 0,-1 3-1 15,-3-2-6-15,-2 2-7 0,2 1-1 16,-2 1-8-16,-7 3-3 0,11-7-8 16,-11 7-17-16,7-5-36 0,-7 5-51 15,7-3-81-15,-7 3-106 0,0 0-142 16,0 0-203-16,0 0 28 0,0 0 58 0,-16-11-224 15,16 11-230-15</inkml:trace>
  <inkml:trace contextRef="#ctx0" brushRef="#br0" timeOffset="4251.54">9937 9271 1920 0,'-2'-8'24'0,"2"8"35"0,-1-7 14 0,1 7 31 0,0-9 30 16,0 9 22-16,-2-12 30 0,2 7 13 0,0 5 7 15,0-12-4-15,0 7 5 0,0 5 1 16,2-14-1-16,-2 7-1 0,0 7-5 0,0-10-7 15,1 4-16-15,-1 6-18 16,0-7-18-16,0 7-17 0,0 0-9 0,0 0-1 16,0 0-1-16,16 25-4 0,-7-4-5 15,2 8-1-15,5 10-1 0,0 5-5 0,2 1-8 16,-2 1-5-16,3 1-9 0,-4-3-3 16,-4-9-11-16,1-1 6 0,1-2-10 0,-2-1 6 15,-2-2-1-15,-4-8 2 0,3-1-1 16,-3-7 0-16,-1 1-3 0,2-5-5 0,-2 1-6 15,-2 0-9-15,2-2 3 0,-3-3-4 16,3 1-5-16,0 0-3 0,-2 1-6 0,-2-7 0 16,3 7-17-16,-1-2-29 0,-2-5-35 15,5 4-52-15,-5-4-59 0,4 8-69 16,-4-8-92-16,0 0-98 0,0 0-117 16,0 0-188-16,1 5 23 0,-1-5 92 15,0 0-500-15,0 0-585 0</inkml:trace>
  <inkml:trace contextRef="#ctx0" brushRef="#br0" timeOffset="5168.2">4787 10778 2939 0,'0'-5'-34'0,"0"5"23"0,0-13 30 0,0 13 28 0,-2-13 28 16,2 13 25-16,2-14 12 0,-2 9-1 15,0 5-4-15,0-7-7 0,0 7-18 0,0 0-2 16,0 0 11-16,0 0 18 0,36 30 9 16,-18-1 2-16,7 13 2 0,4 4 2 15,0 7-3-15,-3 3-6 0,1 0 2 0,2 1 3 16,-2 0 3-16,-1-3-5 0,-3-2 8 15,-2-1 3-15,-4-4-5 0,0-5-9 0,-1-13-3 16,-5 0-5-16,-4-4-2 0,3-7-3 16,-6-3-2-16,2-3-12 0,-3 0-2 15,3-5 6-15,-3 3 3 0,2-3-6 16,-3 0 2-16,-2-7-19 0,6 7-6 0,-6-7-4 16,0 0-20-16,0 0-36 0,0 0-39 15,0 0-55-15,0 0-68 0,0 0-68 16,3-23-89-16,-3 23-92 0,-5-9-128 0,1 6-200 15,4 3 37-15,-10-8 74 0,10 8-443 16,-15-5-537-16</inkml:trace>
  <inkml:trace contextRef="#ctx0" brushRef="#br0" timeOffset="6433.35">3595 13321 2799 0,'-4'-5'39'0,"-3"0"50"0,7 5 21 0,-11-9 47 0,7 4 37 0,4 5 33 15,-10-9 20-15,10 9 9 0,-9-6 8 0,9 6-11 16,-6-6-17-16,6 6-28 0,-7-3-26 15,7 3-19-15,0 0-19 0,0 0-4 0,0 0-1 16,2 32-6-16,3-8-9 0,3 9 3 16,1 5-7-16,7 12-6 0,-2 0-1 0,-2-1-1 15,1 2-11-15,3-5-7 0,-5-8-5 16,-2 0-11-16,3-1-11 0,-2 0-5 16,-3-3-3-16,3-3-7 0,-4-4-25 0,-3-8-35 15,-1-1-62-15,2-2-49 0,0-5-54 16,-1-1-49-16,-1 0-52 0,-2-1-53 15,2-3-65-15,-2-6-89 0,0 0-101 16,0 0-127-16,0 0 52 0,0 0-467 0,-20-21-593 16</inkml:trace>
  <inkml:trace contextRef="#ctx0" brushRef="#br0" timeOffset="6766.52">3475 13395 2988 0,'-2'-8'21'16,"-2"-2"51"-16,4 4 37 0,0 6 48 0,-1-16 24 0,2 9 23 16,-1 7 3-16,4-15-2 15,5 8-8-15,0-3-14 0,2 3-17 0,6 2-19 16,-2-1-11-16,6 4-13 0,2 0-10 16,4 4-17-16,0-1-6 0,-3 4-9 15,3 2-9-15,-4 0-7 0,4 6-2 0,-8 1-6 16,-4 1 1-16,-4-1 10 0,-3 1 7 15,-4 2 12-15,0 0 4 0,-2-1-3 0,-4 0-5 16,0 1-8-16,-2-3-12 0,-1 2-4 16,0-3 0-16,-1-3-11 0,1 1-28 15,-1-3-36-15,-1-1-47 0,-1-4-48 0,8-3-56 16,-15 4-72-16,8-4-68 16,7 0-78-16,-18-7-109 0,12 0-163 0,1-1-22 15,-1 1 71-15,2 0-372 0,2 0-457 16</inkml:trace>
  <inkml:trace contextRef="#ctx0" brushRef="#br0" timeOffset="7349.27">3532 12889 2609 0,'-20'2'-48'0,"-1"0"19"0,1 2 24 0,0 7 31 0,-9 3 28 0,1 10 27 16,-8 8 19-16,5 9 13 0,1 7 15 15,-1 7 6-15,6 7 2 0,4 5 8 0,3 18-3 16,7-9 0-16,4 1-3 16,5 0-5-16,11 25-4 0,2-6 8 0,11-1 5 15,6-6-4-15,5-4-13 0,3-7-14 16,10-4-6-16,1-4-12 0,7-7-8 0,3-5-5 16,9-7-12-16,2-10-3 0,-7-14-8 15,4-5-1-15,3-4-7 0,2-12-6 16,3-6-13-16,-5-8-12 0,1-11-5 0,11-13-11 15,-8-8-12-15,-7-8-4 0,-8-4-5 16,-14 7 3-16,0-19 4 0,-11 9 4 0,-5-3 14 16,-6-3 17-16,-6-3 18 0,-7-5 17 15,-10-3 9-15,-6-6 20 0,-15-17-2 16,-13 2 11-16,-3-4 6 0,-13 6 6 16,-4-4-3-16,-5 12-5 0,-7 0-8 15,0 11-2-15,-1 14-10 0,-4 8-8 0,16 17-5 16,0 8-10-16,-1 6-20 0,2 11-13 15,8 6-36-15,-6 10-35 0,2 11-39 0,-2 8-43 16,8 8-41-16,1 8-56 0,9-1-49 16,2 5-50-16,9 3-50 0,0-5-62 0,5 1-70 15,-1-2-101-15,10-8-18 0,4-2-407 16,-3-3-507-16</inkml:trace>
  <inkml:trace contextRef="#ctx0" brushRef="#br0" timeOffset="7833.46">4731 13447 3228 0,'-15'3'211'16,"7"-3"21"-16,8 0 24 0,0 0 15 0,0 0-5 0,0 0-14 0,-14-7-21 0,14 7-32 0,0 0-19 15,18-15-23-15,-2 5-30 0,2 2-57 16,11-5-71-16,1 0-85 0,1 4-108 16,-4 1-114-16,-6-1-146 0,0 5-219 0,-4 0 35 15,-5 0 69-15,1 4-369 0,-13 0-417 16</inkml:trace>
  <inkml:trace contextRef="#ctx0" brushRef="#br0" timeOffset="8049.95">4877 13648 2894 0,'-11'7'190'16,"8"0"39"-16,-1-3 28 0,4-4 24 15,-6 6 9-15,6-6-7 0,0 0-16 0,-1 9-15 16,1-9-18-16,0 0-22 0,14 3-20 16,-14-3-25-16,22 0-34 0,-10 0-52 15,-12 0-45-15,22-1-57 0,-22 1-74 0,19-2-82 16,-10 2-71-16,-9 0-58 0,14 0-67 15,-14 0-86-15,10 2-132 0,-10-2-34 16,0 0 72-16,0 0-314 0,1 8-352 0</inkml:trace>
  <inkml:trace contextRef="#ctx0" brushRef="#br0" timeOffset="9781.74">5705 12987 2414 0,'0'0'107'0,"-11"-5"45"0,11 5 25 0,-16-6 34 0,16 6 21 16,-11-5 12-16,11 5 3 0,-8-3-13 0,8 3-20 16,0 0-23-16,-11-5-22 0,11 5-19 15,0 0-12-15,0 0-14 0,5 32-7 0,7-4-13 16,1 4-10-16,5 13-7 0,2 2-3 15,3 0 3-15,2 5 13 0,-2-1 9 16,1 0-2-16,0-4 3 0,-5-1-9 0,-1-3-2 16,-4-9-4-16,-3-5-9 15,1-5-14-15,-6-7-4 0,-1-3-5 0,-1-2-3 16,0-1-9-16,-1-1-11 0,-1-4-17 16,1 1-35-16,-3-1-44 0,0-6-59 0,0 6-65 15,0-6-87-15,0 0-89 0,0 0-96 16,0 0-111-16,0 0-140 0,-21-10 47 0,19 3-501 15,0 0-623-15</inkml:trace>
  <inkml:trace contextRef="#ctx0" brushRef="#br0" timeOffset="10284.19">6016 13377 3095 0,'-10'-2'64'15,"10"2"46"-15,-21-3 17 0,14 2 37 16,7 1 31-16,-14-6 11 0,14 6-3 0,-9-7-21 16,9 7-24-16,0-10-15 0,0 10-18 15,15-15-24-15,2 3-35 0,10-5-45 0,5 0-26 16,12-6-54-16,4 1-14 0,5 0-16 16,4-1-4-16,6 2-14 0,-2 2 2 15,-2-1-3-15,-3-1-2 0,-5-1 4 16,-7 3-5-16,-12 6-4 0,-5-1 13 0,-9 4 13 15,-4 0 23-15,-4 3 22 0,-5-2 21 0,-3 2 22 16,0-3 10-16,-2 2 20 16,-2-4 8-16,-4-4 8 0,1 3 10 0,-1-7 4 15,-1 5 6-15,-1-3 4 0,2 7 8 16,1 1-6-16,1 0-2 0,0 1-5 0,1 1-4 16,-2 0-4-16,1 1-2 0,4 7-8 15,-4-8-8-15,4 8-1 0,0 0 15 16,0 0 20-16,0 0 18 0,0 0 5 0,14 28 7 15,-8-8 1-15,5 11 5 0,-1 7 0 16,5 8-4-16,2 3 3 0,-2 4 8 16,3-3 5-16,0 2-5 0,0 1-9 0,-2-1-11 15,2-6-6-15,-3 1-8 0,-3-10-10 0,-3-2-8 16,-2-3-6-16,0-8-1 16,-2-5-12-16,-3-4-19 0,2-1-29 0,0-2-35 15,-2-2-54-15,-1-1-57 0,-1-3-89 16,2-2-95-16,-2-4-106 0,0 0-103 15,0 0-148-15,0 0 49 0,0 0-479 0,-3-22-591 16</inkml:trace>
  <inkml:trace contextRef="#ctx0" brushRef="#br0" timeOffset="10549.61">6637 12876 3343 0,'-10'-6'99'0,"3"0"30"0,-1 0 30 0,8 6 20 0,0 0 18 16,0 0 12-16,0 0 5 0,-7 28-5 0,14-9-1 16,1 16-8-16,8 10-14 0,0 1-10 15,4 0-21-15,-4 1-11 0,4-3-22 0,-3 1-4 16,2-2-16-16,-6-9-12 0,0-1-28 16,-2-2-26-16,1-4-34 0,-2-4-28 15,-5-5-34-15,1-3-35 0,0-1-30 0,-2-3-31 16,-2-5-68-16,0 0-73 0,-2-6-89 15,0 0-110-15,0 0-174 0,0 0 36 16,0 0 77-16,-23-21-332 0,11 3-371 16</inkml:trace>
  <inkml:trace contextRef="#ctx0" brushRef="#br0" timeOffset="11598.38">5442 11654 2289 0,'0'0'0'0,"0"0"55"0,0 0 43 0,2-7 37 16,-2 7 31-16,0 0 29 0,0 0 10 0,0 0 12 15,0 0-3-15,0 0-10 0,-2-8-16 16,2 8-11-16,0 0-23 0,0 0-17 15,0 0-10-15,0 0-11 0,0 0-12 16,0 36-8-16,5-12-9 0,0-1-12 0,1 14-4 16,-1 1-6-16,3 1-7 0,-3 2-4 15,3-5-9-15,3 1-1 0,-3-4-4 0,2 0-5 16,-1-2-4-16,-3-7-2 0,-1-3-2 16,1-2-5-16,0-4-1 0,-2-1-2 15,-2-3-2-15,2 0-4 0,-1-2 2 0,-1-1 1 16,2-1 0-16,-2-1-1 0,-1 0-3 15,-1-6-10-15,2 7-18 0,-2-7-22 16,0 0-33-16,0 0-36 0,0 0-55 0,0 0-71 16,0 0-67-16,0 0-96 0,0 0-129 15,0 0-103-15,3-23 59 0,-3 23-336 16,0-10-387-16</inkml:trace>
  <inkml:trace contextRef="#ctx0" brushRef="#br0" timeOffset="12065.2">5734 11640 2461 0,'-2'-7'9'0,"2"7"40"0,-2-8 32 0,2 8 24 0,0 0 20 0,-4-8 12 0,4 8 0 15,0 0-17-15,-3-8-13 0,3 8-3 16,0 0-1-16,0 0 0 0,0 0-7 15,15 33-1-15,-10-17-3 0,5 11-13 16,1 2 2-16,0 4-9 0,-2 0-4 0,0 1-4 16,0 0 1-16,-3 0 0 0,2-3-4 15,-1-5-5-15,-3-3-6 0,0-4-4 0,0-1-3 16,-1-1-7-16,-1-5-4 0,0 0 0 16,3-1-6-16,-4-1-2 0,-1-2-1 15,2-1-8-15,-2-7-10 0,2 10-15 0,-2-10-26 16,2 8-40-16,-2-8-63 15,0 0-65-15,0 0-80 0,0 0-104 0,0 0-148 0,0 0-28 16,0 0 52-16,0 0-209 0,0-25-212 16</inkml:trace>
  <inkml:trace contextRef="#ctx0" brushRef="#br0" timeOffset="12398.55">5940 11567 2151 0,'-2'-12'168'16,"-3"3"51"-16,2 1 37 0,1 1 23 15,2 7 17-15,-6-9-8 0,6 9-23 16,-2-7-34-16,2 7-21 0,0 0-17 16,0 0-19-16,11 21-11 0,2 5-22 15,-1 4-9-15,2 1-17 0,-3 4-8 0,7 8-15 16,-1 1-4-16,-5-6-9 0,-1-2-10 15,-2 0-1-15,1 0-8 0,-3-4-7 0,-1-4-3 16,-2-6-2-16,-1-2-5 0,1-3-4 16,1-2-1-16,-3-3-1 0,-1-1-5 0,1 0-2 15,0-2-5-15,-2-2-7 0,2-2-12 16,-2-5-26-16,2 10-42 0,-2-10-48 16,0 0-46-16,0 0-55 0,-2 7-78 0,2-7-87 15,0 0-123-15,0 0-160 16,0 0 20-16,0 0 73 0,0 0-344 0,0 0-392 15</inkml:trace>
  <inkml:trace contextRef="#ctx0" brushRef="#br0" timeOffset="12931.06">6422 12080 2418 0,'0'0'17'0,"0"0"46"0,0 0 33 0,0 0 27 0,0 0 32 0,-16 0 15 0,16 0 1 15,0 0-10-15,0 0-15 0,0 0-12 16,0 0-12-16,0 0-14 0,0 0-10 0,0 0-9 0,18-21-6 15,-5 13-5-15,6 1-19 16,8-7 4-16,-5 3-9 0,1 3-8 0,6-6-3 16,-6 6 2-16,-3 0-9 0,-4 3-4 15,-5 1 0-15,-1 0 1 0,0 0-6 16,-3 0-3-16,-2 2-4 0,4-2 0 0,-9 4-3 16,9-3 0-16,-9 3-3 0,9-4-10 15,-9 4-21-15,0 0-33 0,10-4-52 0,-10 4-55 16,0 0-58-16,6-6-75 0,-6 6-94 15,4-4-166-15,-1-2 2 0,-3 0 69 0,6-2-210 16,1 0-184-16</inkml:trace>
  <inkml:trace contextRef="#ctx0" brushRef="#br0" timeOffset="13165.13">7206 11739 1947 0,'0'0'165'0,"0"0"44"16,12 3 20-16,-12-3 20 0,0 0 12 0,0 0 3 16,0 0-19-16,0 0-22 15,0 0-22-15,12-7-22 0,-12 7-16 0,12-5-19 16,-12 5-15-16,9-4-22 0,-9 4-21 16,7-4-20-16,-7 4-22 0,0 0-34 15,11-4-31-15,-11 4-58 0,5-2-70 0,-5 2-72 16,0 0-93-16,0 0-119 0,0 0-171 15,0 0 43-15,0 0-303 0,0 0-347 0</inkml:trace>
  <inkml:trace contextRef="#ctx0" brushRef="#br0" timeOffset="26378.5">15708 8773 1149 0,'0'0'378'0,"0"0"-61"0,2-6-27 0,-2 6-1 0,0 0 3 0,0-11-9 0,0 11-12 15,0 0-14-15,0 0 16 0,0-12 5 0,0 12 0 16,0-6 0-16,0 6 27 0,0 0-14 16,0-11 2-16,0 11-4 0,2-6-8 15,-2 6-23-15,0 0-25 0,0 0-22 0,2-7-23 16,-2 7-11-16,0 0-5 16,0 0-12-16,6 30-8 0,-4-11-17 0,-2 7-2 0,0 1-3 15,-2 12-12-15,2 4-86 16,0 1-32-16,-2-3 0 0,2-2 0 0,-2 1 0 15,0-3 0-15,0-8 0 0,0-6 0 16,2-2 0-16,0-1 0 0,-2-3 0 0,0 1 0 16,2-5 0-16,-4-1 0 0,2 0 0 15,2-3 0-15,-3-3 0 0,-1 0 0 0,0-3-205 16,4-3-204-16,0 0-86 0,0 0-78 16,-23-14-83-16,16 4-154 0,1-4 55 0,0-4-703 15,0-3-908-15</inkml:trace>
  <inkml:trace contextRef="#ctx0" brushRef="#br0" timeOffset="26648">15626 8657 4239 0,'-12'-7'18'0,"5"2"65"16,0 0 58-16,1 1 54 0,6 4 44 15,-8-6 31-15,8 6 22 0,-6-5-3 0,6 5-14 16,0 0-18-16,0-7-18 0,0 7-23 15,18-9-22-15,-2 6-20 0,7-2-19 16,17-2-9-16,5-1-22 0,-2 2-19 0,3 2-37 16,1 0-40-16,-1-4-52 0,-4 1-46 15,-3 3-47-15,-9 2-50 0,-8-2-38 16,-4 2-37-16,-3 2-33 0,-5 0-23 0,-3 4-14 16,-1 0-18-16,-6-4-34 0,4 8-45 15,-4-3-48-15,0-5-95 0,-8 18-78 0,5-10 57 16,-5 6-353-16,4 0-406 0</inkml:trace>
  <inkml:trace contextRef="#ctx0" brushRef="#br0" timeOffset="26912.32">16340 8911 2961 0,'-9'4'278'16,"4"-1"31"-16,5-3 42 0,-9 3 30 0,9-3 10 16,0 0-16-16,0 0-25 0,0 0-33 15,0 0-25-15,0 0-32 0,0 0-29 0,0 0-25 16,41 2-31-16,-20-2-45 0,1 0-67 16,2-2-79-16,-1 0-91 0,0 2-87 0,-5-1-99 15,2 1-91-15,-4-3-77 16,-2 3-79-16,-1 0-120 0,-1 0-23 0,-12 0 74 15,19 3-453-15,-16 0-535 0</inkml:trace>
  <inkml:trace contextRef="#ctx0" brushRef="#br0" timeOffset="27179.33">16414 9093 2835 0,'-13'6'31'0,"6"-4"64"0,2 3 67 15,-3-1 52-15,8-4 45 0,0 0 20 0,-12 6 14 16,12-6 12-16,0 0 4 0,-2 6-1 15,2-6-14-15,0 0-26 0,20 10-35 16,-6-6-25-16,2-3-19 0,4 2-18 0,5 0-15 16,0-2-11-16,-1-1-25 0,-1 0-7 15,-5 0-3-15,0 0-23 0,-4 0-7 16,0-1-5-16,-3 1-3 0,3-3-14 0,-14 3-6 16,19-3-16-16,-12 2-21 0,-7 1-34 15,16-4-50-15,-13 3-59 0,-3 1-64 0,10-5-83 16,-10 5-96-16,6-6-103 0,-6 6-109 15,4-6-192-15,-4 6 69 0,0 0 70 16,-2-10-501-16,2 10-606 0</inkml:trace>
  <inkml:trace contextRef="#ctx0" brushRef="#br0" timeOffset="28228.2">17438 8868 2835 0,'0'0'-123'0,"0"0"51"0,0 0 39 16,0 0 38-16,0 0 39 0,-17-5 30 0,17 5 23 0,-5-6 28 15,5 6 15-15,-6-4 13 0,6 4 14 0,-6-9 8 16,2 2 2-16,0 1 0 0,3-1 4 16,-1-2-1-16,2-2 0 0,-2 4-5 15,4-5-9-15,-2 2-9 0,2-2-10 16,-1 0-15-16,7 0-15 0,-2 0-7 0,2 0-13 15,-1 2-11-15,2 0-8 0,5 1-8 16,1 4-8-16,3 0-7 0,-2 2-4 0,5 1-7 16,-1 5-4-16,-4-1-5 0,8 5-2 15,-5 3-3-15,-1 0-6 0,-6 2 4 0,1 2-5 16,-2 1 4-16,-2-1 7 0,-6 3 15 16,-3 1 16-16,-1 3 20 0,-3-4-2 0,-3 7 18 15,-5 3 13-15,0-6 2 0,2-3-1 16,-5 5 7-16,3-6 3 0,3-4 3 15,4-2-9-15,-3-3-4 0,5-1-10 16,-2 0-5-16,1-2-9 0,4-5-7 0,-3 12-11 16,1-7-6-16,2-5-36 0,2 12-31 15,-2-12 0-15,5 15 0 0,3-9 0 0,0 2 0 16,1-1 0-16,7 1 0 0,0 1 0 16,6-2 0-16,1 0 0 0,2-1 0 15,-3-2 0-15,1 4 0 0,-4-6 0 0,0 1 0 16,-2 0 0-16,-6-1 0 0,3-1 0 15,-3-1 0-15,-1 3 0 0,-10-3 0 0,15 3 0 16,-15-3 0-16,11 0 0 0,-11 0 0 16,11 0 0-16,-11 0 0 0,0 0 0 0,0 0-187 15,0 0-260-15,14-4-137 16,-14 4-160-16,0 0-114 0,0 0 91 0,0 0-799 16,0 0-1008-16</inkml:trace>
  <inkml:trace contextRef="#ctx0" brushRef="#br0" timeOffset="28644.96">18262 8810 4197 0,'-5'-6'-41'0,"-2"3"57"0,7 3 28 0,0 0 31 0,0 0 35 0,-17 3 23 0,14 3 8 15,-2 0 11-15,1 4 3 0,3-3-3 16,-1 5 2-16,2 3-5 0,2-1-5 16,-2 1-5-16,3 2-3 0,4-2 17 15,-4 0-15-15,5-1-8 0,-1 3-4 0,5-3-6 16,-1 2-3-16,0-6-8 0,1 0-1 16,3-3-7-16,3-4-14 0,-3-1-2 0,-2-2-4 15,6-3-12-15,-2-1-6 0,-2-3 8 16,5-1 5-16,-6-4-2 0,0 0-1 0,-3-4 2 15,0 1-7-15,-6-1-4 0,1-5-2 16,-5 4-7-16,-2-5-7 0,-1-1-5 16,-6-8-3-16,-2 6-9 0,3 7-7 15,-4 1-10-15,-1 1-28 0,-3 4-37 0,-3 2-40 16,4 3-56-16,-6 4-62 0,2 1-72 16,-5 2-96-16,-4 3-102 0,-15 3-110 0,5 0-148 15,1 3-24-15,0-1 91 0,4 4-607 16,1-5-737-16</inkml:trace>
  <inkml:trace contextRef="#ctx0" brushRef="#br0" timeOffset="29228.57">17796 8226 3171 0,'-37'5'-180'0,"-7"1"33"0,-8 6 32 0,3 3 32 0,0 7 28 0,-1-1 23 0,2 8 22 0,1 6 26 0,-2 6 7 16,-3 14 13-16,0 4 24 0,2 1 3 15,14-11 9-15,0 4 11 0,4 3 5 0,5 2 9 16,8 5 14-16,2-1 9 0,7-1 2 16,4-1 12-16,8 0 5 0,10 1 1 0,7-5 0 15,9-2-10-15,8-4-11 0,20 6-10 16,8-7-9-16,15-9-12 0,5-8-7 0,13-6-6 15,4-14-8-15,8-2-17 16,-18-10-19-16,21-10-20 0,-3-6-25 0,-2-4-16 16,-4-10-14-16,-4-1 5 0,-10-5 8 15,-8-5 1-15,-11 0 11 0,-17 4 31 0,-7-6 35 16,-8-3 29-16,-5-4 39 0,-6-4 23 16,-9-4 10-16,-8-4 8 0,-2-6-5 0,-12-4-10 15,-4-4-12-15,-13-16-16 0,-6 1-9 16,-9 5-13-16,-6 9-7 0,-5 12-9 15,-5 6-8-15,2 22-8 0,-2 7-15 0,-9 8-12 16,-5 7-24-16,-2 12-22 0,-3 3-44 16,3 6-48-16,-1 12-58 0,0-2-91 0,5 9-90 15,1 2-97-15,4 2-106 16,1 0-139-16,9 2 61 0,3 0-460 0,8-2-556 16</inkml:trace>
  <inkml:trace contextRef="#ctx0" brushRef="#br0" timeOffset="30277.93">15462 10108 2814 0,'2'-10'1'0,"1"-2"61"0,-3 5 57 0,1-3 60 0,-1 4 42 0,-1-2 33 0,1-1 26 16,0 9 26-16,-3-15 22 0,1 10 1 15,0-3-11-15,2 8-23 0,-2-9-28 0,2 9-28 16,0 0-27-16,0 0-20 0,0 0-4 15,0 0-8-15,0 29-28 0,2-7-10 0,2 12-11 16,0 0-12-16,-2 2-6 0,2 0-14 16,0 3-11-16,-1-2-5 0,-3-6-9 0,4-6-11 15,-4 3-8-15,4-4-5 16,-2 0-30-16,-2-4-40 0,0-1-39 0,0 1-46 0,0-7-57 16,1 0-53-16,-1-1-52 15,2-3-61-15,-2-1-68 0,2-4-70 0,-2-4-74 16,0 0-70-16,0 0-97 0,0 0 55 15,0 0-520-15,7-19-638 0</inkml:trace>
  <inkml:trace contextRef="#ctx0" brushRef="#br0" timeOffset="30578.75">15419 10043 3093 0,'-6'-15'-55'0,"6"5"56"0,-2 1 43 15,4-1 42-15,-2 2 34 16,6 2 19-16,-5-1 7 0,7-3 4 0,2 6-3 15,-1-2-6-15,2 4-4 0,1-1-9 0,1 6-12 16,0-3-12-16,5 2-12 0,-3 2-5 16,0 2-7-16,3 0-9 0,-4 5-5 15,-1-2-1-15,-4 2 5 0,0-1 5 0,-4-1 0 16,2-1 8-16,-3 3 1 0,-4 1-1 16,0 0-3-16,-4-2-2 0,1-1-8 0,-2 1-10 15,-1-2-3-15,1 3-8 0,-3-3-7 16,2-1-3-16,-4 0-20 0,3-2-31 15,2 0-43-15,-1 0-56 0,1-1-71 16,5-4-80-16,-9 3-79 0,9-3-104 16,0 0-154-16,0 0-34 0,0 0 74 0,0 0-367 15,25-12-407-15</inkml:trace>
  <inkml:trace contextRef="#ctx0" brushRef="#br0" timeOffset="30780.23">16003 10089 2736 0,'0'0'185'0,"0"0"46"16,0 0 47-16,0 0 32 0,0 0 26 0,0 0 37 16,0 0-8-16,0 0-32 0,0 0-31 15,0 0-27-15,0 0-29 0,0 0-21 16,0 0-23-16,0 0-24 0,0 0-42 16,0 0-56-16,25-3-76 0,-14 3-76 0,1 3-78 15,-1-3-90-15,3-3-97 0,-1 6-78 16,-13-3-86-16,23 0-94 0,-13 1-83 0,-3 1 56 15,-1 2-461-15,2 1-555 0</inkml:trace>
  <inkml:trace contextRef="#ctx0" brushRef="#br0" timeOffset="30996.26">15942 10328 2984 0,'-9'4'69'15,"4"0"63"-15,-4-2 44 0,9-2 36 0,-9 2 19 16,9-2 7-16,0 0-1 15,0 0-3-15,0 0-1 0,0 0-18 0,0 0-10 0,0 0-27 16,30 3-20-16,-30-3-17 16,33-5-34-16,-14 1-34 0,4 0-65 0,1 0-63 15,-1 2-61-15,2-3-83 0,-2 0-84 16,-4 0-84-16,0 1-109 0,1 0-164 0,-4 0 33 16,-2 0 73-16,1 2-335 0,-1-2-352 15</inkml:trace>
  <inkml:trace contextRef="#ctx0" brushRef="#br0" timeOffset="31911.28">16819 9974 2288 0,'-4'-6'47'0,"1"-4"51"0,1 5 30 15,-2 0 39-15,4 5 30 0,-2-9 25 16,2 9 7-16,-3-6 2 0,3 6-1 16,-1-7-6-16,1 7-2 0,0-7-1 0,0 7-3 15,0 0 5-15,-4-7-5 0,4 7-11 16,0 0-7-16,0 0-7 0,0 0-14 0,-6-8-13 15,6 8-15-15,0 0-9 0,0 0-11 16,0 0-15-16,-3-7-11 0,3 7-14 0,0 0-7 16,0 0-7-16,0 0-4 0,0 0 7 15,0 0-6-15,-2-5 0 0,2 5-5 0,0 0 7 16,0 0-2-16,0 0 3 0,0 0 1 16,0 0 1-16,0 0 1 0,0 0 0 0,0 0-5 15,0 0-4-15,0 0-1 16,0 0-14-16,0-7-56 0,0 7 0 0,0 0 0 15,0 0 0-15,0 0 0 0,0 0 0 16,0 0 0-16,0 0 0 0,0 0 0 0,0 0 0 16,0 0 0-16,0 0 0 0,0 0 0 15,0 0 0-15,0 0 0 0,0 0 0 16,0 0 0-16,-4 21 0 0,6-12 0 0,-2 3 0 16,0 4 0-16,0 3 0 0,-2 1 0 15,4 7 0-15,0-4 0 0,0 2 0 16,1 0 0-16,1-1 0 0,2-2 0 0,0 1 0 15,2-5 0-15,-3 1 0 0,2-5 0 0,2 0 0 16,-2-1 0-16,2-3 0 16,1 0 0-16,2-3 0 0,-1-1 0 0,1-3 0 15,1 0 0-15,0-3 0 0,0-3 0 16,0 0 0-16,5-3 0 0,-3-1 0 0,0-3 0 16,2-3 0-16,-1 1 0 0,-3-2 0 15,1-1 0-15,-3-1 0 0,-1-1 0 0,-3 0 0 16,1 3 0-16,-3 1 0 0,2 1 0 15,0-2 0-15,-1 6 0 0,-3-3 0 0,3 4 0 16,-4 0 0-16,1 1 0 0,-3 6 0 16,7-11 0-16,-7 11 0 0,4-8 0 15,-4 8 0-15,0 0 0 0,3-9 0 16,-3 9 0-16,0 0 0 0,0 0 0 0,0 0 0 16,0 0 0-16,0 0 0 0,8 31 0 15,-8-20 0-15,1 9 0 0,-1-3 0 0,0 4 0 16,0 3 0-16,2-1 0 0,-2 1 0 15,2 0 0-15,0-5 0 0,0 1 0 16,0-1 0-16,-2-6 0 0,0 0 0 0,1 0 0 16,-1-3 0-16,0-1 0 0,3-1 0 15,-3-2 0-15,0 2 0 0,0-8 0 0,2 9 0 16,0-5 0-16,-2-4 0 0,0 8 0 16,0-8 0-16,2 6 0 0,-2-6 0 0,0 0 0 15,0 0 0-15,0 0-70 16,0 0-336-16,0 0-112 0,0 0-114 0,0 0-155 15,0 0-27-15,0 0 87 0,0 0-714 16,0 0-891-16</inkml:trace>
  <inkml:trace contextRef="#ctx0" brushRef="#br0" timeOffset="32511.45">17068 9740 3590 0,'-12'-14'-177'0,"-4"-1"48"0,3 1 33 0,-3-1 32 0,1 1 39 15,0 2 26-15,-2 2 18 0,-2 3 12 0,2 4 1 16,0 2 0-16,-5 2 9 0,0 4 8 16,-8 7 7-16,-1 5 16 0,4 6 28 0,-9 8 7 15,3 8 30-15,5 6 17 0,-7 4 16 16,9 6 29-16,3 3 5 0,4 3 0 16,4 2-10-16,3 0-4 0,8 1-18 15,4 0-9-15,10-5-12 0,2-2-10 0,4-2-12 16,7-6-8-16,6-3-9 0,3-4-8 15,8-5-5-15,4-2-12 0,2-6-6 16,2-6 0-16,3-7 1 0,-7-5 2 0,-2-6-9 16,4-5-8-16,-3-3-3 0,1-6 4 15,3-7 10-15,0-2 9 0,-6-6 5 0,5-3 6 16,-6-6 5-16,-4-6 5 0,-1-2 3 16,0-5 3-16,-7-3 2 0,-4-5-4 15,-3-4-5-15,-7-6-18 0,-3 0-85 16,-9-3-4-16,-5-3 0 0,-10 0 0 0,-5 4 0 15,-1 4 0-15,-12 6 0 0,-1 6 0 16,-8 9 0-16,-2 4 0 0,-7 14 0 0,-7 5 0 16,-3 9 0-16,-6 5 0 0,4 8 0 15,-1 4 0-15,1 5 0 0,1 1-206 0,5 3-78 16,5 5-66-16,3-3-70 0,7 2-63 16,7-1-56-16,5 0-84 0,3 1-134 0,2-3 62 15,10-2-609-15,7-4-762 0</inkml:trace>
  <inkml:trace contextRef="#ctx0" brushRef="#br0" timeOffset="39093.81">20960 8628 3272 0,'0'0'-154'0,"0"0"66"0,0 0 51 0,6-7 44 15,-6 7 41-15,0 0 45 0,0 0 36 16,0 0 25-16,0 0 21 0,0 0 14 15,0 0 13-15,0 0 7 0,0 0 10 0,0 0 2 16,0 0 4-16,0 0-2 0,0 0-4 16,0 0 6-16,0 0-12 0,-3-10-7 0,3 10-8 15,0 0-15-15,0 0-4 0,0 0-11 16,0 0-3-16,0 0-6 0,0 0-8 0,0 0-2 16,0 0-1-16,0 0-13 15,0 0-10-15,0 0-12 0,0 0-10 0,0 0 27 16,0 0 5-16,-9 27-135 0,7-9 0 15,0 4 0-15,-1 2 0 0,-5 12 0 0,1-2 0 16,1 4 0-16,-2-3 0 0,4 2 0 16,1-1 0-16,1-7 0 0,-2-3 0 0,2-2 0 15,1-2 0-15,-2-3 0 0,-1-1 0 16,0-2 0-16,4-3 0 0,-1-1 0 0,-1-1 0 16,0-3 0-16,2 2 0 0,-4-4 0 15,4 1 0-15,0-2 0 0,0-5 0 0,0 9 0 16,0-9 0-16,0 0 0 15,-2 7 0-15,2-7 0 0,0 0 0 0,0 0 0 16,0 0 0-16,0 0 0 0,10-20-259 16,-9 12-294-16,3-4-88 0,3 2-113 0,-4-3-75 15,5-2 82-15,1 3-752 0,1 2-946 16</inkml:trace>
  <inkml:trace contextRef="#ctx0" brushRef="#br0" timeOffset="39526.72">21164 8736 3994 0,'0'0'0'0,"-15"-7"84"0,11 5 62 0,4 2 48 0,-13-3 43 0,13 3 26 16,0 0 12-16,-11-5-1 0,11 5-17 0,0 0-12 0,-11-4-26 15,11 4-18-15,0 0-14 16,0 0-10-16,0 0-10 0,0 0-23 0,0 0-13 15,35-5-12-15,-22 2-14 0,7 1-13 16,-4 0-5-16,-2 1-9 0,3 1-9 0,-1-2-8 16,-2 2-8-16,-14 0-6 0,23 5-4 15,-11 0-1-15,-2 4-3 0,-3 1 7 0,0 4 9 16,-5 6 5-16,2 2-60 0,-2 3 0 16,-2 2 0-16,-4 10 0 0,0 2 0 0,-1 2 0 15,-1-3 0-15,1 1 0 0,-3-5 0 16,-2 0 0-16,7-7 0 0,-3-4 0 15,2-3 0-15,0-3 0 0,-2 0 0 16,4-2 0-16,1-3 0 0,-3-2 0 0,2-1 0 16,2-1 0-16,-2-1 0 0,2-2 0 15,0-5 0-15,-2 7 0 0,2-7 0 16,0 0 0-16,0 0 0 0,0 0-101 0,0 0-334 16,11-17-75-16,-11 8-59 0,2 3-60 15,4-1-104-15,-3 0-26 0,-2-2 84 0,1 3-611 16,4-3-744-16</inkml:trace>
  <inkml:trace contextRef="#ctx0" brushRef="#br0" timeOffset="39808.92">21303 9073 3341 0,'0'0'0'0,"-13"-3"95"0,3 1 67 0,10 2 55 16,-14 0 42-16,14 0 29 0,0 0 9 15,-16-3-2-15,16 3-12 0,0 0-13 0,-9-3-17 16,9 3-4-16,0 0-14 0,0 0-19 15,0 0-23-15,0 0-18 0,0 0-19 16,47-2-10-16,-32 0-20 0,4 0-12 0,-2-1-10 16,3 1-11-16,-4-1-11 0,2-1-7 15,-5 3-8-15,1-3-5 0,-1 1-6 0,-4 0-5 16,1 1-3-16,-10 2-6 0,17-5-6 16,-12 3-3-16,-5 2-9 0,14-3-24 15,-14 3-32-15,9-6-39 0,-1 5-51 16,-8 1-59-16,6-4-74 0,-6 4-93 0,8-5-94 15,-8 5-88-15,0 0-108 0,0 0-144 16,0 0 73-16,0 0-663 0,9-2-825 0</inkml:trace>
  <inkml:trace contextRef="#ctx0" brushRef="#br0" timeOffset="40143.33">22078 8760 3571 0,'-3'-9'10'0,"-3"2"88"16,4 2 60-16,-1-2 41 0,-1 2 32 15,4 5 11-15,0 0-5 0,-10-6-15 0,10 6 8 16,0 0 4-16,-22 13-8 0,10-1 10 16,-1 2-2-16,-8 11-1 0,-1-2-11 15,4 4-7-15,-2 3-9 0,-1-3-17 0,3 4-15 16,-2-2-14-16,4 2-11 0,-2-4-15 15,1-3-13-15,4 0-11 0,0-5-13 16,2-3-44-16,2-3-53 0,2-1 0 16,0 1 0-16,-2-5 0 0,5 0 0 0,-1 2 0 15,-1-6-66-15,5 2-122 0,-3-4-60 16,4-2-58-16,0 0-70 0,0 0-54 0,0 0-29 16,0 0-50-16,-10-18-25 0,10 6-19 15,1-3-22-15,-1-3-17 0,2-1-549 0,-2-4-609 16</inkml:trace>
  <inkml:trace contextRef="#ctx0" brushRef="#br0" timeOffset="40376.06">21730 8884 2844 0,'0'-21'-114'0,"0"5"64"16,0 2 64-16,0 5 57 0,0 0 56 16,4 0 43-16,-4 4 24 0,0-2 13 0,0 7 2 15,2-9 6-15,-2 9 18 0,0 0 19 16,0 0 3-16,0 0 3 0,0 0-1 16,28 16-14-16,-17-6-9 0,2 7-19 15,-2-2-17-15,4 7-16 0,-2-3-23 0,-2 0-26 16,1-4-16-16,-1 2-7 0,1-2-15 15,0 2-6-15,-3 1-11 0,-4-5-5 0,5 1-14 16,-4-2-3-16,1 0-9 0,4-2-10 16,-10 0-33-16,9-4-31 0,-7 0-37 15,3 1-55-15,-2-1-61 0,-1 0-68 0,4-2-87 16,-7-4-100-16,7 3-125 0,-7-3-166 16,13-1 32-16,-13 1 81 0,21-6-499 15,-8-2-582-15</inkml:trace>
  <inkml:trace contextRef="#ctx0" brushRef="#br0" timeOffset="41227.93">22331 8815 2998 0,'-2'-9'47'16,"-3"0"71"-16,3 3 58 0,1 0 49 16,1 6 34-16,-2-10 19 0,2 10-2 0,0 0-5 15,-2-10-16-15,2 10-20 0,0 0-25 16,-4-7-24-16,4 7-16 0,0 0-17 0,0 0-6 15,0 0-15-15,0 0-9 16,0 0-9-16,0 0-15 0,0 0-10 0,0 0-3 16,0 0 0-16,0 0-2 0,0 0-8 15,29 4 2-15,-29-4-5 0,11-2-8 0,-11 2-2 16,19-7-8-16,-6 0-5 0,-1 0 4 16,1-1 11-16,5-4 23 0,-5 0 15 15,1 1 10-15,-3 1 3 0,0 0 13 0,1 1 8 16,-7 3-28-16,3 1-109 0,-3-1 0 15,-5 6 0-15,10-8 0 0,-10 8 0 0,0 0 0 16,0 0 0-16,0 0 0 0,6 15 0 16,-10-1 0-16,1 5 0 0,-6 5 0 0,2 6 0 15,-2 3 0-15,-1 4 0 16,2-4 0-16,1 4 0 0,-3 0 0 0,0 1 0 16,5-4 0-16,-3-1 0 0,6-9 0 15,-1-2 0-15,1-5 0 0,2 0 0 0,-2-3 0 16,0-3 0-16,4-2 0 0,0 0 0 15,2-1 0-15,-1-4 0 0,-3-4 0 0,18 6 0 16,-9-4 0-16,-9-2 0 0,21 0 0 16,-21 0 0-16,26-4 0 0,-14 0 0 0,1 0 0 15,-1 4 0-15,-1-6 0 0,-2 2 0 16,2 1 0-16,-2-2 0 0,-2 0 0 0,3-1 0 16,0 2 0-16,-3-6 0 0,0 0 0 15,5 0 0-15,-4 1 0 0,1-4 0 16,-1-1 0-16,3-3 0 0,-1 0 0 15,0-2 0-15,-3 0 0 0,2 2 0 0,1-2 0 16,-2 1 0-16,-1 4 0 0,-1-1 0 16,0 2 0-16,-3 3 0 0,4 2 0 0,-4-1 0 15,-1 3 0-15,2-2 0 0,-2 2 0 16,0 2 0-16,-2 4 0 0,1-8 0 0,-1 8 0 16,0 0 0-16,0 0 0 0,0 0 0 15,0 0 0-15,0 0 0 0,-1 26 0 0,-3-15 0 16,0 7 0-16,2 2 0 15,-1 4 0-15,-4-2 0 0,5 2 0 0,-1 0 0 16,-3 9 0-16,4-4 0 0,0-4 0 16,2-2 0-16,0-5 0 0,0-1 0 0,0-1 0 15,0-3 0-15,0-1 0 0,0 0 0 16,0-4 0-16,0 1 0 0,0-1 0 0,0-1 0 16,0-2 0-16,0-5 0 0,0 9 0 15,0-9 0-15,0 12 0 0,0-12 0 0,0 7 0 16,0-7 0-16,0 6 0 0,0-6 0 15,0 0 0-15,0 0 0 0,0 0 0 0,0 0 0 16,0 0 0-16,0 0 0 0,0 0 0 16,0 0 0-16,0 0 0 0,0 0 0 0,-7-19 0 15,-1 13-475-15,0 0-493 16,-3 1 66-16,-4-1 87 0,-6 0-896 0,0 0-1145 16</inkml:trace>
  <inkml:trace contextRef="#ctx0" brushRef="#br0" timeOffset="45124.32">20053 9769 4881 0,'2'-8'-80'0,"-2"8"57"0,0-6 57 0,0 6 47 0,0 0 35 0,-2-11 23 16,2 11 0-16,0 0-11 0,0 0-14 0,0 0-6 15,0 0 7-15,0 0 4 16,-12 31-3-16,11-14-12 0,-3 6-9 0,2 4-7 15,-2 7-5-15,3 2-6 0,-1-7-7 16,0-2 1-16,0-4 21 0,0 0 9 0,-1-5 4 16,1-1 9-16,2-5 8 0,-1 1 14 15,1-1 13-15,-2-4 6 0,2 1 9 0,0-9 3 16,0 12 1-16,0-12-25 0,0 6-143 16,0-6 0-16,0 0 0 0,0 0 0 0,0 0 0 15,5-31 0-15,4 13 0 0,0-10 0 16,4-2 0-16,1-4 0 0,5-7 0 15,1-5 0-15,4 0 0 0,0 0 0 0,1 2 0 16,1 3 0-16,-1 4 0 0,-4 8 0 16,1 3 0-16,-6 4 0 0,0 5-79 15,-5 5-187-15,-2 3-52 0,2 2-72 0,-4 4-52 16,-2 3-66-16,-5 0-75 0,0 0-113 16,16 10-31-16,-12-1 78 0,-2 1-553 0,0 5-665 15</inkml:trace>
  <inkml:trace contextRef="#ctx0" brushRef="#br0" timeOffset="45591.54">19971 9997 3153 0,'-14'6'-8'0,"3"-4"45"16,4 2 36-16,7-4 21 0,-12 2 17 16,12-2 9-16,0 0 0 0,0 0-5 15,0 0-9-15,0 0-11 0,0 0-14 0,0 0-3 16,39-12-8-16,-14 6-12 0,9-2-7 15,4 3-23-15,0-5-20 0,-1 2-26 0,2-1-16 16,-5 3-1-16,-5-2-1 0,-7 4 5 16,-1-2 5-16,-1 3 8 0,-7-1 18 15,-1 3-9-15,-3-1 14 0,-9 2 18 0,0 0 24 16,21 5 20-16,-15 0 12 0,-4 5 6 16,0-1 11-16,-1 3 2 0,-1 2 4 0,0 1-5 15,0-3-10-15,0 5-3 16,2 1-6-16,4-3-4 0,-3-3-6 0,4 4-8 15,-1-5-4-15,3 3 0 0,-2-3-3 16,5-1-5-16,3-2-5 0,-1-2-3 0,2-1-2 16,-2-3-6-16,1-2 2 0,-1 1-8 15,3-4-3-15,-4-2 3 0,2-2-1 0,-1 0 4 16,-3 0 9-16,-2-5 7 0,3-2 2 16,-4 1-2-16,-3-6 2 0,-1 3-3 0,-2-2 0 15,0 1-10-15,-2-1-4 0,-2 3 0 16,-2-1-10-16,0 4-4 0,3 0-20 15,-7 2-23-15,3 1-29 0,-4 2-43 16,4 1-53-16,-4 0-76 0,0 3-84 0,6 1-85 16,3 2-84-16,-13-3-130 0,13 3-16 15,0 0 61-15,0 0-367 0,0 0-412 16</inkml:trace>
  <inkml:trace contextRef="#ctx0" brushRef="#br0" timeOffset="45991.38">20680 10057 2430 0,'5'4'-39'0,"2"2"47"0,-7-6 47 0,7 7 40 0,-7-7 36 0,9 3 24 0,-9-3 17 16,12 2 8-16,-12-2 2 0,0 0-3 0,0 0 0 15,23-7-2-15,-23 7 1 16,12-7-1-16,-10 2 1 0,-2 5-1 0,7-14-11 0,-5 8-6 16,-2-3-9-16,2-2-4 15,-2 2-9-15,0-5-10 0,0 2-10 0,0 1-4 16,0 2-8-16,-2 0-6 0,2 1-15 15,0 8-8-15,-2-13-12 0,2 13-9 16,0-11-8-16,0 11 1 0,0-7-10 0,0 7-11 16,0 0-4-16,0 0-9 0,0-10 2 15,0 10-6-15,0 0 4 0,13-5-2 0,-13 5-4 16,12 0-2-16,-12 0 4 0,0 0-2 16,21 4-1-16,-21-4 2 0,17 4 3 0,-8 0 9 15,-1 1-4-15,2 2-1 0,-3 0-2 16,0-1 0-16,3 2 1 0,0 1-5 15,-5-1 3-15,4 0-3 0,-2 2 1 16,-2-1-2-16,5 1 4 0,-5 0-10 0,4-1-1 16,-4-1-39-16,2 4-50 0,3-4-54 15,-2-3-55-15,-1 2-91 0,6-4-87 0,1 1-110 16,6-2-111-16,2-2-83 0,5 0 60 16,1 0-487-16,14-2-574 0</inkml:trace>
  <inkml:trace contextRef="#ctx0" brushRef="#br0" timeOffset="46758.27">21963 9837 2880 0,'4'-4'-38'0,"-4"4"46"0,2-8 25 0,-2 8 27 0,1-7 29 0,-1 7 37 16,2-7 18-16,-2 7 8 0,2-8 3 15,-2 8-2-15,4-7 8 0,-2 3 8 0,-2 4 11 16,0 0 12-16,3-8 10 0,-3 8 9 16,0 0 9-16,0-7 3 0,0 7-7 15,0 0 16-15,0 0 41 0,0 0 2 0,-1 26 6 16,-1-10-7-16,-4 5 2 0,1 12-19 15,-4 1-29-15,2 2-21 0,-1-1-19 0,1-2-24 16,-1-1-164-16,2-6 0 0,1-3 0 16,-1 0 0-16,4-6 0 0,0 0 0 0,-1-2 0 15,1-1 0-15,-1-4 0 0,3 0 0 16,3-1-129-16,-3 0-233 0,2-3-83 16,1-2-81-16,-3-4-87 0,15 3-109 15,-3-5-47-15,-1-1 85 0,5-3-656 0,3-5-797 16</inkml:trace>
  <inkml:trace contextRef="#ctx0" brushRef="#br0" timeOffset="47024.41">22191 9914 3480 0,'2'-10'-10'0,"-4"3"90"0,2 2 62 15,0 5 49-15,-2-11 40 0,2 11 21 16,0-6 7-16,0 6 11 0,0 0-5 0,0-9 1 16,0 9-6-16,4-4-4 0,-4 4-15 15,7-3-12-15,-7 3-19 0,14 0-22 0,-14 0-19 16,17 0-17-16,-5 3-15 0,-3 1-13 15,2 1-11-15,1 5-9 0,-1-3-13 16,1 3-7-16,-2 4-6 0,-1 0-8 16,-4 1-3-16,4 0-6 0,-6 3-10 0,3 2-4 15,-2-3-14-15,-1 0-33 0,-1 1 0 16,2-4 0-16,-2 3 0 0,2-2-68 0,-4-1-89 16,2-1-64-16,2 0-69 0,0-5-78 15,-3 3-73-15,-1-3-72 0,2-1-65 0,-2-2-120 16,0-5-15-16,0 7 75 0,0-7-555 15,0 0-656-15</inkml:trace>
  <inkml:trace contextRef="#ctx0" brushRef="#br0" timeOffset="47208">22281 10151 3288 0,'-11'-2'40'0,"1"-1"68"16,10 3 55-16,-15-4 47 0,15 4 36 16,0 0 14-16,-14-3-3 0,14 3 2 0,0 0-15 15,-6-4-11-15,6 4-11 0,0 0-28 16,0 0-20-16,0 0-19 0,20-14-31 0,-7 8-53 15,2-5-69-15,4 1-60 0,10-3-70 16,1-5-81-16,14-5-82 0,2 3-66 0,4-3-91 16,1 6-82-16,6-1-121 0,0-3 59 15,0 2-424-15,4-1-490 0</inkml:trace>
  <inkml:trace contextRef="#ctx0" brushRef="#br0" timeOffset="47774.89">23377 9474 2931 0,'-4'-13'167'0,"0"5"56"16,0-2 41-16,3 7 38 0,1 3 20 0,-4-8 17 15,4 8-8-15,0 0 14 0,0 0 17 16,0 0-6-16,-14 25-16 0,9-2-19 0,-7 12-20 16,2 0-24-16,-1 13-20 0,-3-2-27 15,1 7-36-15,-1-5-20 0,0 1-19 0,-6-1-155 16,7-2 0-16,-2-1 0 15,4-10 0-15,1-4 0 0,-2-2 0 0,7-6 0 16,-1-5 0-16,4-5 0 0,-1-3 0 16,-3-1 0-16,4 0 0 0,1-2 0 0,-2-3 0 15,3-4 0-15,-8 4 0 0,8-4 0 16,0 0 0-16,-13-14-100 0,8 4-78 0,-2-1 9 16,0-2 13-16,-2-4 15 0,-1 0 15 15,2 0 10-15,3 5 14 0,-3-3 13 0,3 3 12 16,-2 3 8-16,4-1 14 0,-1 4 8 15,0 0 10-15,2 0 5 0,2 6 10 0,6-9 6 16,-2 3 7-16,4 0 5 0,5-1-7 16,0 0 10-16,2-1-1 0,7-1-2 15,-2 1-1-15,10-6 2 0,-3 2 0 16,-4 4 3-16,-1 1-5 0,0 0 8 0,-3 2 12 16,-1 1 13-16,-3 1 24 0,-4 1 11 15,1 2 26-15,-12 0 8 0,21 4 27 0,-12 1 9 16,0 0 6-16,-1 3 6 0,-2 1-5 15,0 0-4-15,-3 4-9 0,1-1-12 0,0 1-10 16,-2-2-37-16,0 1-68 0,-1 2 0 16,-1-1 0-16,0-1 0 0,2-2 0 0,-2-1 0 15,0 1 0-15,2-2 0 16,-2 1 0-16,3-3-30 0,-1 0-236 0,-2-6-83 0,2 8-88 16,-2-8-72-16,3 4-62 15,-3-4-61-15,0 0-58 0,0 0 1 0,19-18-678 16,-11 7-820-16</inkml:trace>
  <inkml:trace contextRef="#ctx0" brushRef="#br0" timeOffset="47908.58">23538 9868 3526 0,'12'-21'-74'0,"-3"4"88"0,-3 5 79 0,-2 0 61 0,0 2 56 0,-2 3 37 0,2-2 12 0,0 3 2 15,-4 6-11-15,1-11-17 0,1 5-27 16,-2 6-23-16,2-8-10 0,-2 8-26 16,4-6-39-16,-4 6-54 0,3-7-68 0,-3 7-78 15,2-8-86-15,-2 8-103 0,11-6-63 16,-10 2-73-16,-1 4-64 0,11-4-84 0,-11 4-25 15,0 0-458-15,16 8-522 16</inkml:trace>
  <inkml:trace contextRef="#ctx0" brushRef="#br0" timeOffset="48141.53">23642 9811 2885 0,'-4'7'40'0,"0"-2"59"0,4-5 65 16,-4 7 53-16,4-7 47 0,0 0 38 16,0 0 18-16,-6 5-2 0,6-5 5 0,0 0-18 15,0 0-14-15,0 0-10 0,0 0-13 16,0 0-19-16,7 14-28 0,0-11-19 0,-1 2-19 15,-6-5-18-15,12 9-18 0,-5-6-14 16,-7-3-15-16,13 12-10 0,-8-8-15 16,5-1-7-16,-4 2-15 0,-6-5-24 15,11 7-26-15,-3-3-37 0,-8-4-44 0,8 3-47 16,-4 0-54-16,-4-3-66 0,0 0-77 16,14 2-84-16,-14-2-83 0,6 2-91 0,-6-2-98 15,0 0-52-15,4 5 57 0,-4-5-569 16,0 0-686-16</inkml:trace>
  <inkml:trace contextRef="#ctx0" brushRef="#br0" timeOffset="48457.59">22622 10251 3689 0,'-49'5'230'0,"8"-5"45"15,9 2 39-15,1-2 51 0,11 2 39 16,1 0 31-16,-1-2 1 0,7 0-29 15,1 2-19-15,12-2-7 0,0 0-4 0,0 0-22 16,57 0-220-16,-5-2-135 0,25-2 0 16,8-1 0-16,5 3 0 0,22-4 0 0,7 2 0 15,1 2 0-15,-2-2 0 0,-27 5 0 16,-1-1 0-16,-12 0 0 0,-7 3 0 0,-22-3 0 16,-9 0 0-16,-6 0 0 0,-10 0 0 15,-6 0 0-15,-4 0 0 0,-1 2 0 0,-8 0 0 16,-5-2 0-16,0 0 0 15,2 6 0-15,-2-6-228 0,0 0-140 0,0 0-85 16,-16 7-77-16,5-5-105 0,2 0-177 16,0 2 71-16,-5-3 84 0,1 2-624 0,-3 3-741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36:52.3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6410 3052 744 0,'0'0'182'0,"0"-10"-20"0,0 10-19 0,0 0 14 0,-2-11 2 16,2 11-4-16,0 0-7 0,0-8-2 15,0 8 10-15,0 0 6 0,4-9-8 16,-4 9 5-16,0 0-15 0,0 0-21 15,0 0-12-15,0 0-17 0,0 0 2 0,0 0-2 16,0 0-3-16,-32 19-3 0,21-5-1 16,-5 1-11-16,-3 7-6 0,-2-3 10 0,3 3-6 15,4-5-14-15,0 0-9 0,1-1 1 16,2 0-4-16,-1-1-7 0,3-4-6 16,1 2-1-16,-2-2-8 0,4-4-4 0,1 1-1 15,-1-1-4-15,1-2-16 0,1 0-2 16,4-5-17-16,-10 7-34 0,10-7-13 0,0 0-17 15,0 0-2-15,0 0-7 16,-15-12-8-16,15 2-13 0,0 0 2 0,0-4 5 16,2-3 11-16,0-6 9 0,3 0 10 15,-1 1 6-15,5-9 7 0,-2 6 7 16,-2 4 18-16,1 1 23 0,-1 5 26 0,-1-1 22 16,3 2 12-16,-4 4 16 0,1 0-4 15,2 3 0-15,-3-1 9 0,5 4 0 16,-8 4 8-16,15-4-2 0,-15 4 1 0,25 4-7 15,-8 1 3-15,2 5-9 16,-2 1-14-16,6 7 2 0,2 0 2 0,-2 2-9 0,-1 1-3 16,-6-4-6-16,-3-4-7 15,-1 3-5-15,-1 1-13 0,-4-5 0 0,2-2-11 0,-2 1 2 16,-3-5 6-16,1 0 4 0,-5-6-8 16,6 6 4-16,-6-6-5 15,0 0 4-15,0 0 2 0,0 0-4 0,3-26 6 16,-6 13-1-16,3-6 9 0,-2 1 3 15,2-9 9-15,-2 0-3 0,0 2 10 0,2-1 5 16,-1-10 9-16,-3 9 14 0,2 5 8 16,0 5 2-16,0 3-9 0,2 2-16 0,-2 5-4 15,-1 3-2-15,3 4-4 0,0 0-8 16,0 0-2-16,0 0 5 0,-20 20-7 16,15-7-1-16,-3-1-3 0,2 3 0 0,2 1 1 15,-1-3-4-15,-1 3-3 16,2-3 1-16,-1-2-5 0,0-1 4 0,3-2-5 15,1-1 5-15,-3 0 23 0,4-7 21 16,-2 9 8-16,2-9-10 0,0 0-1 0,0 0-9 16,0 0-2-16,0 0-10 0,0 0-6 15,0 0-23-15,0 0-43 0,0 0-51 16,0 0-65-16,0 0-63 0,0 0-68 0,0 0-83 16,0 0-112-16,32-12-198 0,-18 10 52 15,-1 0-276-15,5-1-383 0</inkml:trace>
  <inkml:trace contextRef="#ctx0" brushRef="#br0" timeOffset="1815.81">13044 3004 2224 0,'0'0'-143'0,"4"-9"57"0,-4 9 36 0,4-8 40 16,-3 1 30-16,-1 7 28 0,2-10 19 0,-2 10 26 16,2-11 16-16,-2 11 18 0,2-9 7 15,-2 9 18-15,2-6 9 0,-2 6 6 16,0 0 4-16,2-10-3 0,-2 10-4 0,0 0-1 15,2-9-9-15,-2 9-7 16,0 0-5-16,0-8-10 0,0 8-10 0,0 0-10 16,0 0-5-16,0 0-4 0,0 0-7 15,0 0-9-15,1-7-3 0,-1 7-7 0,0 0-9 16,0 0 0-16,0 0-8 0,0 0-5 16,0 0-10-16,0 0-1 0,0 0-9 15,0 0-3-15,0 0-3 0,0 0-5 0,0 0-2 16,0 0-4-16,0 0 1 0,0 0-3 15,0 0 0-15,-3 33-2 0,3-20 0 16,-2 6-2-16,0 7 1 0,0 13 3 16,0 0 0-16,2 4 5 0,0 4 0 0,-2-4-1 15,2 3 0-15,2 0-1 0,0-1 1 16,0-3 0-16,0 1-2 0,0-4 6 0,-2 0 16 16,2-3 9-16,-2-9-2 0,1-1-7 15,-1-4 3-15,0-3 9 0,0-2-4 16,-1-2 3-16,1-1-7 0,0-1 2 0,0-1-11 15,0-3-2-15,0-1 6 0,1 1 8 16,-1-2 14-16,0-7 13 0,0 13 15 16,0-13 7-16,0 8 11 0,0-8 4 0,0 8 1 15,0-8-1-15,3 8-6 0,-3-8-4 16,0 0-9-16,0 0-7 0,0 9-14 16,0-9-2-16,0 0-10 0,0 0-3 15,0 0-7-15,0 0-7 0,0 0-9 0,0 0 1 16,0 0-28-16,0 0-36 0,0 0-65 15,0 0-65-15,0 0-76 0,0 0-76 16,0 0-119-16,-3-24-138 0,0 18-226 0,-1-2-25 16,0 0 85-16,1 0-576 0,-3 0-769 15</inkml:trace>
  <inkml:trace contextRef="#ctx0" brushRef="#br0" timeOffset="3015.81">14160 2977 3201 0,'0'0'-201'0,"3"-9"53"0,-3 9 38 0,-3-10 48 0,3 10 40 0,0-12 35 15,0 12 20-15,0-11 12 0,0 11 12 16,0-8 11-16,0 8 6 0,3-10 4 15,-3 10 7-15,0-9 5 0,0 9-2 0,0 0 8 16,4-10 8-16,-4 10-2 0,0 0 4 16,-2-10 3-16,2 10 4 0,0 0 2 15,0 0 3-15,2-8 2 0,-2 8 2 0,0 0 1 16,0 0-5-16,0 0-7 0,0 0-6 16,0 0-10-16,2-9-10 0,-2 9-6 0,0 0-10 15,0 0-5-15,0 0-7 0,0 0-7 16,0 0-4-16,0 0-2 0,0 0-4 15,0 0-4-15,0 0-7 0,0 0-3 0,0 0-2 16,0 0-3-16,0 0-1 16,0 0 1-16,0 0 9 0,0 0 6 0,1 27 1 15,-1-15 4-15,2-1 1 0,-2 7 0 16,2 1 12-16,-2 0 6 0,0 8-14 0,2 0 0 16,-2 2 3-16,-2 7 11 0,0 0-1 15,2 1 1-15,-3-1 0 0,1-7-2 16,-2-4 14-16,1-1 12 0,1 0-13 0,1-1-8 15,-1-4-1-15,-2 2-9 0,0-4-3 16,2-1-1-16,2 1 3 0,-1 1 6 0,-3-3 5 16,2-1 4-16,0 0-7 0,0-1 0 15,2 1-5-15,0-2-1 0,-1 2-2 0,-2-2-4 16,3 0-5-16,-4 0-2 16,4 0-6-16,0-2 2 0,-2 0-5 0,2 1 1 15,0-1-5-15,-2 0 0 0,2 2-4 16,0-2-1-16,-2-1-4 0,2-1 1 15,0 4 1-15,0-3-2 0,0-1-1 0,0 1 0 16,-1 0-3-16,1-1 3 0,0 1 5 16,1 0 3-16,-1-9 1 0,0 14 5 0,0-5-5 15,0-2-2-15,0-7 3 0,0 13-7 16,0-13-21-16,0 10 0 0,0-3 0 0,0-7 0 16,0 9 0-16,0-9 0 15,0 11 0-15,0-11 0 0,0 9 0 16,0-9 0-16,0 7 0 0,0-7 0 0,0 0 0 15,0 10 0-15,0-10 0 0,0 0 0 16,0 0 0-16,2 7 0 0,-2-7 0 0,0 0 0 16,0 0 0-16,0 0 0 0,0 0 0 15,0 0 0-15,2 8 0 0,-2-8 0 0,0 0 0 16,0 0 0-16,0 0 0 0,0 0 0 16,0 0 0-16,0 0-43 0,4-23-528 15,-4 17-184-15,0 6-192 0,-2-12 87 0,0 5 97 16,2 7-683-16,-4-12-896 0</inkml:trace>
  <inkml:trace contextRef="#ctx0" brushRef="#br0" timeOffset="11514.24">15211 7020 3464 0,'0'0'-327'0,"0"0"40"0,1-9 45 0,-1 9 34 0,0 0 29 0,0-8 29 0,0 8 30 0,0 0 23 16,-1-9 22-16,1 9 34 0,0-7 27 15,0 7 29-15,0 0 23 0,1-9 26 0,-1 9 22 16,2-5 29-16,-2 5 13 0,4-8 21 16,-4 8 23-16,4-9 17 0,-1 6 15 15,-3 3 8-15,1-9 5 0,3 3 3 16,-4 6 4-16,4-7-7 0,-4 7-7 0,3-6-8 16,-3 6-20-16,0 0-15 0,2-6-21 15,-2 6-15-15,0 0-11 0,0 0-3 0,0 0 9 16,0 0-4-16,4 25-10 0,-2-4-1 15,0 3-13-15,-2 1-2 0,1 15 3 0,-2 3-6 16,-1 1-8-16,-2 13-2 0,0-1-7 16,3 1-11-16,-5-2 0 0,2-1-10 0,0-13-11 15,0 5 0-15,0-7-1 0,2-2-3 16,1-2 6-16,-1-6 6 0,0-6 9 16,0-4 1-16,0-1-6 0,0-3-1 0,2 1 1 15,-1-5 2-15,1 1 3 16,-2-2 3-16,2-2 8 0,-2 1-5 0,2-9 7 15,0 12-3-15,0-12-7 0,-2 10 0 16,2-10-4-16,0 9-3 0,0-9-7 0,0 8-5 16,0-8-2-16,0 0-5 0,0 9-4 15,0-9-6-15,0 0-19 0,0 0-39 0,0 0-59 16,0 0-60-16,0 0-72 0,0 0-82 16,0 0-116-16,0 0-116 0,0 0-136 0,0 0-131 15,0 0 77-15,0 0-673 0,-14-19-849 16</inkml:trace>
  <inkml:trace contextRef="#ctx0" brushRef="#br0" timeOffset="16696.72">14533 7062 3583 0,'3'-8'-172'0,"-3"8"38"0,4-7 37 0,-4 7 43 0,4-5 31 0,-4 5 31 0,1-9 20 16,-1 9 11-16,0-6 5 0,0 6 9 15,0-9 1-15,0 9 14 0,-1-7-1 16,1 7 9-16,-2-7-10 0,2 7 1 16,-2-7 7-16,2 7-1 0,-4-6-2 15,4 6-6-15,-2-6-1 0,2 6-14 0,-3-7 5 16,3 7-8-16,-9-3 3 0,9 3-5 15,-13-5-7-15,6 2-1 0,7 3-5 0,-19-4 4 16,8 3-4-16,-1-1 1 0,-3 0 3 16,3 0-7-16,-3 2 0 0,15 0 0 0,-29-2-2 15,16 2-1-15,0-1-6 0,-2 1 0 16,-1 0 0-16,3 0-14 0,-1 3 12 0,1-3-4 16,-1 0-1-16,0 0 2 0,-2 2-1 15,1 0 0-15,1 0-5 0,-2 1 1 16,-2 0-5-16,3 0 0 0,-4 1 2 15,4-1-2-15,-1 3 0 0,-2-1 3 0,2 0-2 16,-1 0-2-16,2 2 1 0,-4 1 0 16,2-1 1-16,-1 4-2 0,5-5 3 15,0 1-6-15,0 2-1 0,-5 1 2 0,5-3 0 16,2 1 0-16,-3 1-3 0,3 0 6 16,-1 1 2-16,1-2 2 0,2 3 1 0,-1-1 5 15,0-1 0-15,3-1 1 0,2 0-1 16,-6 5 5-16,4-3 0 0,1 1 0 0,-1 1 1 15,1 1-1-15,-2-1 3 0,4 2-1 16,-3 0 2-16,3 0 3 0,1-1-3 0,-2 3-7 16,-1-1 7-16,5-2 2 15,-3 1 5-15,2 2-1 0,0 0-9 0,0-3 7 0,1 3-4 16,-1-2 1-16,0-2-2 16,2 5-3-16,0-2 8 0,2 2 2 0,-2 0-3 15,2 0 5-15,-2 0 1 0,1 0 5 16,3 1-2-16,-2-3-1 0,2 2-5 15,-1 0 2-15,1-1-2 0,3-1 2 0,-4 0 0 16,5 1 3-16,-3-3-3 0,3 2 3 16,0-1 1-16,1 1-1 0,2-1 2 0,-1 1 1 15,1 0 0-15,2-1 0 0,1 0-6 16,-1-2 0-16,1 0 1 0,-3-2-1 16,1-1-3-16,-1 2 0 0,0-2 0 15,-1 0 8-15,2-1 7 0,-3-3 19 0,3 2-4 16,-3-3 33-16,0 1-5 0,3 1 0 15,1-4-7-15,1 1 2 0,-1-1-2 0,5-2-5 16,-4 4 2-16,8-2-12 0,-6-2-2 16,5-2-6-16,-1 2 0 0,-2 0-8 0,4-4 2 15,-1 2 1-15,-1-2 1 0,0 0 6 16,-3 1-1-16,2-2 0 0,-2 1-1 16,-2-3 0-16,2 2-3 0,-2 0 1 15,1 0-11-15,-1 0-44 0,0-2 0 0,-2 0 0 16,3-1 0-16,1-1 0 0,-2 0 0 15,-2 1 0-15,3-2 0 0,-1-4 0 0,1 2 0 16,-4-1 0-16,2-1 0 0,-3-1 0 16,0-2 0-16,7-6 0 0,-7 2 0 15,5-3 0-15,-7 3 0 0,0 1 0 0,2 2 0 16,-2-2 0-16,-2-1 0 0,1 3 0 16,2-1 0-16,-5-1 0 0,3 4 0 0,-5 1 0 15,4-3 0-15,-2 3 0 0,1-5 0 16,-1 3 0-16,-1 0 0 0,0 2 0 0,0-6 0 15,2 2 0-15,-2-4 0 0,-3 2 0 16,3-1 0-16,-2-4 0 0,-2 2 0 0,0-1 0 16,-2 2 0-16,-2 1 0 0,-3-1 0 15,-5-4 0-15,-3 2 0 0,0 2 0 0,-8 3 0 16,0 1 0-16,-3 2 0 16,-3 3 0-16,-2 2 0 0,3 3 0 0,-3 3 0 15,6 5 0-15,-1 0 0 0,-3 1 0 16,0 0 0-16,3 2 0 0,-14 4 0 0,7 1 0 15,7 0 0-15,-7 2-401 0,8 1-81 16,5-2-67-16,-7 4-95 0,6 0-157 16,6-2 17-16,1-3 80 0,3 4-597 0,-1-3-760 15</inkml:trace>
  <inkml:trace contextRef="#ctx0" brushRef="#br0" timeOffset="28677.22">17178 14643 3348 0,'0'0'-140'0,"5"-3"39"0,-5 3 30 0,0 0 37 0,0 0 29 0,13-4 29 0,-13 4 25 15,0 0 28-15,8-6 14 0,-8 6 14 0,0 0 9 16,8-4 7-16,-8 4 9 0,0 0 12 16,0 0 5-16,0 0 0 0,0 0-4 0,3-8-8 15,-3 8-9-15,0 0-6 0,0 0-13 16,0 0-10-16,0 0-11 0,0 0-9 0,-16-4-10 16,16 4-3-16,-23 0-9 0,3 0-6 15,-1 0-4-15,-7 2-3 0,0-2-7 16,-15 2-3-16,3-2-2 0,1 2-3 15,4-2-3-15,4 2-1 0,2-2-1 16,4-2 3-16,3 2 4 0,1-2 0 0,3 0-1 16,-2 2-2-16,4 0-3 0,4-2 0 15,-1 1-1-15,13 1-2 0,-23-2-3 0,13 0-1 16,10 2 0-16,-15-2-3 0,15 2-1 16,-13-3 4-16,13 3-4 0,-12-4 0 0,12 4-1 15,0 0 2-15,-15-3-4 0,15 3-3 16,-8-2 0-16,8 2 0 0,0 0 0 15,-12-4-2-15,12 4 8 0,0 0-11 0,-11-4 1 16,11 4 0-16,0 0-1 0,-12-3 1 16,12 3-2-16,0 0 0 0,-14-2 3 15,14 2-2-15,-18-2-2 0,18 2-1 0,-17-2 5 16,17 2-2-16,-19-2-2 0,19 2 1 16,-15-1 2-16,15 1-3 0,-14 0 1 15,14 0 2-15,0 0-2 0,-14-3 0 16,14 3 5-16,0 0 2 0,-14-2-5 0,14 2-1 15,0 0-2-15,-11 0 0 0,11 0 2 16,0 0 1-16,0 0-2 0,0 0 0 0,0 0-1 16,0 0 2-16,0 0 4 0,-18 0-2 15,18 0 1-15,0 0 0 0,0 0-4 0,0 0 0 16,0 0-1-16,0 0 1 16,0 0-5-16,0 0-1 0,0 0 1 0,0 0 3 15,-7 6 2-15,7-6-3 0,0 11 2 16,0 1-3-16,0 0 5 0,0-1-3 15,-4 7 9-15,4 0-10 0,0 1 3 0,0 2 0 16,0 3 0-16,-2 0 3 0,2 3-1 16,0 0 1-16,0-1 5 0,-2 1 4 0,2-2 0 15,0 1 6-15,0-2-2 0,-1-2 0 16,-1-1 1-16,2-4 1 0,0 2 0 0,-2-4 0 16,2 0 4-16,0-2-10 15,0 0 4-15,-2-1-1 0,2 2-3 0,2-3 2 16,-2 1-7-16,-2 0 0 0,2-3 2 15,0 2 0-15,-3-1-3 0,3-2 1 16,0 2-4-16,-2 0 2 0,2 0 2 0,0-3-3 16,-2 1-3-16,2-8 4 0,0 14-1 15,0-7-2-15,0-7 3 0,-1 12 0 0,1-12 2 16,-2 10-5-16,2-10 2 0,0 9-5 16,-2-3 4-16,2-6 1 0,0 11 2 0,0-11 1 15,-2 8-2-15,2-8 0 0,-2 10-2 16,2-10 2-16,-2 9 3 0,2-9-4 15,0 9-1-15,0-9 1 0,0 0 0 0,-1 8-3 16,1-8 2-16,0 0-2 16,0 9 5-16,0-9-2 0,0 0 9 0,-2 12-12 15,2-12 5-15,0 9-1 0,0-9 0 16,0 10 8-16,0-10 9 0,0 13-2 0,-2-7 3 16,2-6 9-16,0 10-6 0,0-10 0 15,-2 9-6-15,2-9 5 0,2 8-5 0,-2-8 6 16,0 0-6-16,2 10 0 0,-2-10-2 15,0 0-1-15,2 9-3 0,-2-9-1 16,3 7-1-16,-3-7 1 0,8 9-4 0,-5-6 0 16,4 2-3-16,0 0 4 0,1-1 0 15,3 1 1-15,-1 0-3 0,5 0 8 16,-2 0-12-16,4 0 7 0,4 0 1 16,2-1-4-16,2 1 0 0,-1 0 1 0,3-2 2 15,7 4 0-15,-3-1-4 0,-3-3-1 16,-3 2 0-16,2-1-3 0,0-1 0 0,9 4 6 15,-9-4-6-15,-2 1 1 0,-9-1 4 16,6 1-6-16,-7-3 2 0,-2 1-1 16,0 0 8-16,3 1 8 0,-1-3-1 0,-1 3 1 15,0-3 2-15,2 2-6 0,3 0-7 16,0-1 6-16,2-1 2 0,-2 2-5 0,0 0-6 16,2 0 9-16,1-1-9 0,0 4 2 15,-3-4 6-15,6 2-12 0,-5-1-1 16,4 1 3-16,-3 1-3 0,-1-1-2 15,3 0 8-15,-2-1-9 0,4 2 2 0,-4 0 5 16,2-3 0-16,-4 2 2 0,1 1-3 16,4 0 3-16,-5-2-5 0,2-2 0 15,0 2 7-15,-2 0-3 0,-1 0-2 0,2-1 0 16,-4 1-7-16,0 0 5 0,0-1-1 16,-1 2-1-16,-1-3 4 0,-2 1-7 0,-12-1 2 15,22 1 3-15,-13-1 0 0,-9 0 5 16,19 2-7-16,-19-2 1 0,15 2 0 0,-15-2-2 15,20 2 0-15,-20-2-3 0,16 2 7 16,-4-2-3-16,1 0 0 0,5 2-4 16,-2 0 6-16,11-2 0 0,0 4-3 0,2-2 0 15,8 4 0-15,4-2 5 16,-1-1 3-16,-2 1-11 0,-6-2 2 0,-3 2-4 16,-3-4 0-16,1 4 9 0,0-2-1 15,-6 0-5-15,1-2 1 0,0 2 8 0,-3 0-5 16,1-2 0-16,0 0-1 0,-1 0-3 15,2 0-1-15,0 0 3 0,0 0-4 0,1 0 3 16,5 0 3-16,2 3-2 16,-4-1-2-16,1-2 4 0,1 2 1 0,2 0-1 15,-2 0-5-15,-2 0 3 0,2-1 3 16,2 2 5-16,0-3-10 0,-3 0 0 16,1 0-2-16,2 0-2 0,-4 0 9 0,2 0-16 15,-2 0 4-15,2 3-5 0,2-6 4 16,-1 3 4-16,3 0-7 0,-1 0 8 0,-3 0-3 15,4 0-11-15,-5 0-2 0,3 0 0 16,2-3 1-16,-5 3-1 0,1 0-3 0,4-1 0 16,-5-1-3-16,12-2-3 0,-5 2 6 15,5-3-4-15,-1 3-15 0,2-4-6 16,-1 5-7-16,2-5 0 0,1 1 9 0,-4 1 3 16,-1 3 3-16,-1 0-6 0,-9-2-7 15,5 0 1-15,-6 3 3 0,2-1 3 0,-7-1 3 16,-1 2 5-16,3 0 6 15,-6 0 1-15,0-2 2 0,-1 2 5 0,-1-2 3 16,0 0 3-16,2 2 2 0,2-2-2 16,-2 0 4-16,4 0 5 0,-2 0 0 0,1 0 1 15,0-1 0-15,6-1 0 0,-4 7 3 16,0-6-8-16,2 2-5 0,0 2-1 16,0-1 4-16,4-1 0 0,-1 1 3 0,1 0 1 15,1 0-1-15,0 1-4 0,3-1 1 16,10 3 0-16,-9-3-2 0,-5 1-14 0,1-1-7 15,-4 1-4-15,-1-1 4 0,-1 2 4 16,-4-4 0-16,0 2 1 0,-2 0 7 0,-4-1-7 16,-1 0 9-16,3-2 2 15,-3 0 3-15,1 1 2 0,-2 1-6 0,-5-3 3 16,6 2-4-16,0 2 0 0,-11 0-4 16,14-5 0-16,-5 4 7 0,-9 1-5 15,13-4 6-15,-6 2 3 0,-7 2-2 0,7-1 7 16,-7 1-1-16,10-4 4 0,-10 4-1 15,0 0 3-15,13 0 1 0,-13 0 1 0,0 0 7 16,11-3-2-16,-11 3 4 0,0 0-1 16,9-4 3-16,-9 4-5 0,0 0 2 15,0 0 2-15,7-3-6 0,-7 3 1 0,8-2 1 16,-8 2 1-16,0 0-1 0,0 0-9 16,10-5 19-16,-10 5-11 0,0 0 0 15,0 0 6-15,0 0-2 0,5-1 1 0,-5 1 19 16,0 0 3-16,0 0 6 0,0 0 5 15,0 0-3-15,10-6 4 0,-10 6 2 16,1-7 3-16,-1 7 3 0,4-10-3 0,-2 4-2 16,-2-5 2-16,0-3-8 0,0-3-1 15,-2-3-2-15,0-4-5 0,-1-13-2 0,1-1-5 16,-2-2 0-16,2-3 0 0,0-4-3 16,2 2-1-16,2-12 1 0,4 1-3 0,-3 2-2 15,3 9-4-15,0 4-1 0,0 3 1 16,-1 1-1-16,-3 8 1 0,0 6-3 15,0 1 1-15,0 3 2 0,0 2-2 16,-2 3 1-16,2 0-3 0,-1 3 1 16,-1 0 1-16,7 3-1 0,-7-1-2 0,2 1 1 15,-2 8-4-15,2-12 2 0,-2 6 0 16,0 6 0-16,1-10 1 0,-1 10-1 0,0-8 2 16,0 8-1-16,0 0 7 0,0-11-8 15,0 11 0-15,0 0 2 0,0-7 0 0,0 7-2 16,0 0 0-16,4-7 0 0,-4 7-2 15,0 0 1-15,4-8 2 0,-4 8-3 16,0 0 2-16,2-9-1 0,-2 9-1 0,0 0 1 16,1-6 6-16,-1 6 1 15,0 0 0-15,0 0 1 0,0 0-1 0,0-10 1 16,0 10 0-16,0 0 1 0,0 0-1 16,0 0-1-16,0 0 1 0,-1-9 1 0,1 9-1 15,0 0-3-15,0 0 0 0,-8-9 3 16,8 9-6-16,0 0-1 0,-12-5 0 0,12 5 0 15,-13-4-1-15,4 2 4 0,9 2-1 16,-25-2-4-16,9 2 3 0,2 0-2 16,-8 0 2-16,-1 0 0 0,-4 0-5 0,-20 2 4 15,2-2 0-15,-7 2 0 16,-9-4-2-16,-7 0 0 0,2-1-1 0,-2-1 4 16,2 0-3-16,-1-2 0 0,2 4 1 0,0-2 3 15,0 1-4-15,4-3 1 0,10 5 3 16,-10-3-4-16,13 3 1 0,-2-1 6 15,3 0-8-15,1 0 2 0,3 2 9 0,-5-2-16 16,2 2 3-16,-2-2 0 0,5 2-4 16,-1-4 1-16,0 2-2 0,3-2 1 15,-4 4-5-15,6-3 3 0,4 2-1 0,9-1-3 16,-1 2 5-16,-4-2-1 0,4 0 0 16,-1 0 1-16,1 4-1 0,-2-2 2 0,3-2 4 15,-3 2-4-15,0-1 0 16,4-1 3-16,-6 2 1 0,2-2-1 0,-11-1 4 0,7 3 0 15,3 0-2-15,-1 0 3 16,1 0 0-16,-12 3-3 0,10-3 0 0,-11 0 1 16,2 0-1-16,1 2 7 0,-4-2-6 15,0 3-1-15,-4 1 3 0,-1-2 1 16,0 1-7-16,0 0 6 0,-1 0 2 0,-11 0-3 16,11-1 1-16,-4 0 1 0,5 0 0 15,-1-2-2-15,-1 2 2 0,2-2 0 0,-1 0 4 16,1 2-4-16,1-2-1 0,2 2-2 15,0 0 2-15,2-1 4 0,2 1-1 0,6 0 0 16,4 2-1-16,5-4 1 16,0 3-3-16,3-2 2 0,3 1 0 0,0 2 1 15,3-4-6-15,4 2 1 0,0-2 4 16,3 2 1-16,-2 1-4 0,1-2 4 16,12-1-5-16,-17 2-2 0,17-2 1 0,-16 4-18 15,16-4-11-15,-11 1-16 0,11-1-37 16,-12 1-46-16,12-1-52 0,-9 5-60 0,9-5-93 15,-9 2-129-15,9-2-168 0,0 0 57 16,0 0-322-16,0 0-381 0</inkml:trace>
  <inkml:trace contextRef="#ctx0" brushRef="#br0" timeOffset="29144.14">18537 14353 2454 0,'-4'-3'-15'0,"-5"-2"7"0,6 2 12 15,-5-3 25-15,5 0 27 0,-3 2 22 0,2-6 17 0,-4 5 3 0,4-6 1 16,-1 0 3-16,-1-2-9 16,5-1 1-16,-1-3-6 0,-1 1-10 0,3-4-1 15,3-4-4-15,0 0-5 0,3-10-3 16,7-2-12-16,4-8 4 0,5 2-11 16,2 3-6-16,6 2-6 0,7 2 0 0,1 2-13 15,5 2 1-15,7 4 5 0,6 0-16 16,-1 8 5-16,6-2-2 0,2 3-2 0,-2 4-11 15,-4-3 8-15,0 7 3 0,-6 1 1 16,-9-1-3-16,-5 4 2 0,-9 0 12 0,-5 1-2 16,-4 2 22-16,-3 1 3 15,-1-1-1-15,-4-1 1 0,1 4-5 0,-12 0-8 16,14-6-4-16,-5 4-5 0,-9 2-17 16,13-4-38-16,-13 4-70 0,9 0-63 0,-9 0-75 15,0 0-119-15,0 0-183 0,0 0-15 16,0 0 60-16,0 0-173 0,0 0-163 15</inkml:trace>
  <inkml:trace contextRef="#ctx0" brushRef="#br0" timeOffset="29460.72">19968 13307 2096 0,'0'0'152'0,"-2"-10"-19"0,2 10-14 0,0 0 17 0,0 0 57 0,0 0 26 0,0 0 6 0,-12 28 1 16,4-7-13-16,3 12-10 0,-3 6-12 0,-2 0-10 16,3 0-11-16,-1-1-11 0,3 3-17 15,-5-5-15-15,0-1-8 0,1-4-15 16,1 2-10-16,-3-6-10 0,3-5-10 15,-2-5-20-15,1 1-34 0,0-3-55 0,1-1-60 16,-2-1-76-16,3-2-81 0,-1-4-85 16,1 0-138-16,1-3-182 0,2-1 61 15,4-3-362-15,0 0-436 0</inkml:trace>
  <inkml:trace contextRef="#ctx0" brushRef="#br0" timeOffset="29644.41">19666 13298 2898 0,'-3'-10'158'0,"1"4"19"16,-2-1 12-16,4 7 14 0,9-14 17 15,-1 7 5-15,3-1-12 0,3 1-19 16,7 0-23-16,1 0-15 0,5 4-18 0,12-2-43 16,-7 1-61-16,-1 4-78 0,8 0-110 15,3 2-125-15,-1 3-147 0,-9-2-233 0,2 1 55 16,-5 3 64-16,1 1-265 0,-5-1-291 15</inkml:trace>
  <inkml:trace contextRef="#ctx0" brushRef="#br0" timeOffset="31710.08">24076 11589 2274 0,'-2'-16'34'0,"0"7"37"0,0-4 35 0,2 2 29 0,-2 2 40 0,2 1 18 16,0 0 31-16,-1 2 10 0,1 6-9 0,-2-11-20 15,2 11-27-15,0-6-18 0,0 6-12 16,0 0 19-16,-12 22-8 0,4-1-6 0,-11 9 0 16,2 13-11-16,-8 5 5 0,4-1-12 15,-1 4-8-15,-1-1-10 0,0 1-8 0,0-1-9 16,-1-4-8-16,10-10-12 0,-3-1-3 16,3-6-11-16,3-2-2 0,4-7 17 15,0-4 9-15,2-4 17 0,-1-2 20 0,4-3 30 16,-1 0 19-16,1-4-3 0,2-3-18 15,0 0-19-15,0 0-13 0,0 0-10 16,9-32-14-16,-1 3-6 0,2-4-14 16,1-4-9-16,0-2-7 0,5-9-6 0,-2-3-15 15,0-2-42-15,1 0 0 0,-1 1 0 16,1 2 0-16,-3 3 0 0,-3 10 0 0,0 3 0 16,-2 2 0-16,2 10 0 0,-4 3 0 15,1 3 0-15,-2 4 0 0,-1 0 0 0,4 2 0 16,-5 1 0-16,1 1 0 0,-1 0 0 15,-2 2 0-15,4 1 0 0,-4 5 0 16,2-9 0-16,-2 9 0 0,2-7 0 0,-2 7 0 16,0 0 0-16,0 0 0 0,0 0-15 0,3-4-31 15,-3 4-5-15,0 0-7 16,0 0 2-16,0 0-3 0,0 0-6 0,0 0-1 16,0 0 3-16,0 0-1 0,0 0 2 15,0 0 9-15,0 0 3 0,0 0 8 0,0 0 1 16,0 0 5-16,0 0 5 0,0 0 6 15,0 0-7-15,0 0-23 0,0 0-40 0,0 0-58 16,0 0-75-16,0 0-65 0,0 0-72 16,0 0-65-16,-13 14-87 0,8-4-137 0,-5-1-42 15,2 4 69-15,3 1-449 0,-6-2-547 16</inkml:trace>
  <inkml:trace contextRef="#ctx0" brushRef="#br0" timeOffset="32710.6">22759 11911 2748 0,'6'-7'-111'0,"-1"-1"40"0,-3 1 41 0,0-2 32 16,0 4 31-16,-2-3 31 0,-2-1 17 0,-2 1 9 16,1 1 1-16,-5-2 4 0,-5 1-3 15,0 3 0-15,-3-1 2 0,-3 3-2 16,-2 3 1-16,2 2-11 0,-5 3-7 0,-9 5-4 16,3 2 9-16,-1 5-6 0,7 0-7 15,-3 2 1-15,4 2-6 0,3 3-2 0,4 1-10 16,2 0 0-16,4-3-2 0,3-3-6 15,3-3-2-15,3 1-1 0,1 0 12 16,1 0 0-16,3-2 1 0,2 2-2 16,1 1 3-16,3 0-2 0,1-1 0 0,-2 1 0 15,5-2-6-15,-3 1 2 0,-1-3-6 16,-2 1 5-16,-1-4 2 0,-1 3 15 0,-2-2 18 16,-3-1 20-16,-2 1 7 0,-1 0-2 15,-4-2-7-15,1 1-10 0,-4 2-11 0,-2-1-4 16,4-2-8-16,0 0-6 0,-4-1-9 15,6-1-6-15,-3-1-38 0,3 0-32 16,-1-4-43-16,5 3-64 0,1-6-104 0,0 0-95 16,0 0-83-16,0 0-64 0,0 0-126 15,0 0-19-15,11-31 57 0,0 17-302 16,6-6-351-16</inkml:trace>
  <inkml:trace contextRef="#ctx0" brushRef="#br0" timeOffset="32893.46">22742 12098 2442 0,'16'-18'77'0,"-5"4"70"0,-2 3 31 15,-1 4 29-15,-2 1 12 0,-1 1-2 16,-5 5-8-16,9-2 19 0,-9 2-5 0,0 0-14 16,24 16-17-16,-17-1-22 0,1 2-11 15,2 4-18-15,-1 8-13 0,-4-5-17 16,6 6-52-16,-6 4-67 0,1-3-79 0,-5-3-96 16,1-3-100-16,0-5-106 0,-2 1-145 15,-2-4-93-15,2 0 62 0,-2-5-333 16,4-4-380-16</inkml:trace>
  <inkml:trace contextRef="#ctx0" brushRef="#br0" timeOffset="33027.18">22965 11901 2486 0,'0'-29'-7'0,"2"5"16"16,-2 5 16-16,0 4 7 0,4 1-8 0,-2 2-4 15,0 2-27-15,0 1-38 0,1 1-51 16,5 1-69-16,-3 1-78 0,3 3-150 0,-8 3-165 15,12-2-60-15</inkml:trace>
  <inkml:trace contextRef="#ctx0" brushRef="#br0" timeOffset="33526.44">23095 12080 1636 0,'0'13'81'16,"-2"-4"24"-16,-2 0 34 0,2-3 37 0,2-6 37 15,-2 11 32-15,2-11 14 0,-2 6 11 16,2-6-2-16,0 0-10 0,-2 7-15 15,2-7-12-15,0 0-9 0,0 0-9 0,0 0-11 16,0 9 0-16,0-9 17 0,0 0-18 16,0 0-24-16,0 0-21 0,12-19-10 0,-7 5-13 15,5 2-16-15,0-7-10 0,-1 6-12 16,-2 1-12-16,1-1-4 0,-2 5-13 16,0 0-8-16,-2-2-12 0,-1 7-5 15,-3 3-3-15,11-3-6 0,-11 3 0 0,0 0-5 16,23 14 4-16,-13-5-10 0,0 0 3 15,1 6-5-15,1 0-2 0,1-1 1 0,-2 1-6 16,3-1-3-16,-5-2 0 0,0-2-2 16,1 0-4-16,-2-3-6 0,-3 2-4 0,5-2 1 15,-6-1 3-15,2-2 3 0,-1-1-5 16,-5-3-8-16,0 0-5 0,15 0 7 0,-15 0-3 16,12-8-4-16,-4 2 6 0,-3-4 3 15,3-2-5-15,-4 5 5 0,2-3-1 16,-3 0 0-16,3 1 3 0,-2 3 3 15,-3 0-5-15,3 1 2 0,-4 5-4 0,7-7 2 16,-7 7 1-16,5-1 0 0,-5 1 1 16,0 0 0-16,0 0 4 0,0 0-7 0,23 6-5 15,-15-4-18-15,-1 5-26 0,0-5-21 16,2 1-22-16,-9-3-23 0,16 2-26 16,-4-1-44-16,-1-1-46 0,2-1-54 0,1-2-53 15,5-4-59-15,-2-4-56 0,6-7-88 16,-1-3-60-16,3-5 57 0,4-9-298 0,2-2-336 15</inkml:trace>
  <inkml:trace contextRef="#ctx0" brushRef="#br0" timeOffset="34042.83">24019 10965 2310 0,'1'-37'-26'0,"1"8"40"0,-2 6 47 0,2 4 51 0,0 1 47 0,-2 3 18 0,0 3-3 15,3 2-20-15,-6 5-8 0,3 5 45 16,0 0 30-16,-9 30 5 0,0 19-4 15,-7 15 34-15,-1 35-5 0,-2 19 6 0,-4 18-5 16,-12 54-10-16,-2 14-14 0,-1 10-24 16,4 6-22-16,9-15-10 0,13-46 4 0,8-7 5 15,6-5 2-15,2-14-13 16,-2-14-16-16,4-10-14 0,-4-34-17 0,-1-10-9 0,1-9-11 16,0-16-8-16,0-13-8 15,0-5-6-15,0-11-8 0,0-7-12 0,-2-4-30 16,0 0-24-16,12-37-25 0,-7 0-42 15,4-22-47-15,1-7-36 0,2-29-28 0,-1-1-22 16,1-10-18-16,-1-8-13 0,0-2-13 16,1-2 1-16,-1 2 12 0,3 6 19 0,-3 8 22 15,-4 27 19-15,2 8 19 0,0 9 22 16,-2 7 32-16,2 10 23 0,0 7 21 0,2 5 23 16,-2 5 23-16,3 7 19 0,-1 3 17 15,4 2 11-15,1 5 13 0,-3 4 7 16,2 3 10-16,5 3-4 0,-4 4-1 15,4 5-2-15,-2 7-4 0,0-1-3 0,-5 7-2 0,-1-4 5 16,-9-1 3-16,3 1 1 16,-4-3 9-16,-4-1 10 0,-4 1 10 0,1 1-5 15,-5-2-2-15,-1-1-7 0,-2 1-3 16,-1-4-12-16,-1-2-4 0,1-3-9 0,1-1-1 16,1-2-9-16,1-3-2 0,2 0-26 15,-5-4-42-15,3-3-46 0,-1-5-70 16,3-4-74-16,-4-14-103 0,4-4-91 0,6-9-93 15,3-3-118-15,3-12-90 0,8-7 70 16,2-5-489-16,2 0-595 0</inkml:trace>
  <inkml:trace contextRef="#ctx0" brushRef="#br0" timeOffset="34276.31">24379 11089 3160 0,'9'-21'22'0,"-1"4"54"0,-4 5 58 0,0 0 33 0,-2 6 11 0,0-2 0 16,-2 8-10-16,0 0 37 0,0 0 27 0,0 0 26 15,-10 41-11-15,5-2-15 0,-5 15-10 16,0 9-14-16,-1 6-5 0,-3 6-28 16,0 19-14-16,-4-2-13 0,3 3-17 0,3-25-10 15,5 1-17-15,1-4-43 0,3-4-50 16,1-3-65-16,-1-4-62 0,6-12-65 16,-3-5-78-16,0-8-62 0,0-9-48 0,2-3-37 15,1-4-59-15,3-6-103 0,-1-4-75 16,3-3 58-16,-8-2-379 0,25-10-443 15</inkml:trace>
  <inkml:trace contextRef="#ctx0" brushRef="#br0" timeOffset="35277.79">24484 11956 2676 0,'6'-10'47'0,"-6"3"49"15,0 1 37-15,0 6 42 0,0-10 27 16,0 10 17-16,0 0 4 0,0 0-8 0,2-10-5 16,-2 10-2-16,0 0-12 0,0 0-14 15,1-7-14-15,-1 7-13 0,0 0-16 0,0 0-11 16,10-5-13-16,-10 5-13 15,10-3-11-15,-10 3-7 0,11-5-12 0,-6 1-20 16,5-1-26-16,-4-2-15 0,3 2-7 16,-1-4-13-16,-3 1-1 0,4-3-3 15,-6 5 1-15,1-1-3 0,0 2 0 0,-4 5-2 16,2-9 4-16,-2 9-1 0,0 0 3 16,0 0-1-16,0 0 5 0,-29 23 0 0,20-10 15 15,-3 3 4-15,2 4 3 0,1 1 11 16,6-1 4-16,-4 2 2 0,5-2 1 0,0-1 1 15,4-2-4-15,3 0 3 0,-1-3-1 16,1-2-3-16,2 1-1 0,5-4-5 16,0-4-5-16,0-3 3 0,6 1-5 15,1-6-17-15,5-2-14 0,7-7-23 0,1-5-13 16,1-1 7-16,-5-5-2 0,5-6 1 16,-3-1 2-16,-1-3 6 0,-2-3 2 0,-4 0 1 15,0-5 5-15,0 2 1 0,-8 6 5 16,-2 4 7-16,-5 9 12 0,-3 5 3 15,3 2 1-15,-5 2-7 0,1 6 4 0,-4 5 19 16,0 0 11-16,0 0 3 0,0 0 8 16,0 0 14-16,0 0 5 0,-9 37 6 0,7-24-2 15,2 1-3-15,2 3 4 0,2 1 4 16,3 2 11-16,3 6 6 0,-1-2 20 16,1-5 1-16,0 1 7 0,1 8 4 15,0-1-2-15,-3-3-5 0,0-2-3 0,-5-2 8 16,-1-1 1-16,0 1 5 0,-2-1 3 15,-4 3 5-15,1-2-1 0,-7 1-7 0,2-2-4 16,-1-1-22-16,-2 0-93 0,-3-3 0 16,1 2 0-16,1-3 0 0,-3 0 0 0,1-2 0 15,3-3 0-15,0-1 0 0,4-2 0 16,-2-4 0-16,4 0 0 0,5-2 0 0,0 0 0 16,-9-16 0-16,12 1 0 0,7-17 0 15,7-13 0-15,8-6-8 0,15-19-201 16,1-5-24-16,8-9-27 0,6-8-29 15,2-9-25-15,6-6-34 0,15-40-22 0,-16 35-10 16,23-37 14-16,-23 36 32 0,1 2 32 16,-7 10 27-16,-11 13 63 0,-8 18 65 15,-12 21 58-15,-10 16 32 0,-8 6 16 0,-3 15 46 16,-8 2 60-16,-3 10 49 0,7 0 33 16,-38 26 25-16,4 9 10 0,-2 3 7 0,0 11 8 15,4 6 12-15,-8 17 9 0,4 2 7 16,8 8-9-16,-1-2-9 0,10-13-16 0,2 2-14 15,3 1-14-15,3-1-20 0,4-3-15 16,-4-2-12-16,2 0-11 0,4-6-11 0,-4-2-13 16,2-4-29-16,0-11-41 15,-6 6-37-15,1-10-44 0,-3 7-40 0,-5-2-44 16,-5-3-41-16,7-8-37 0,-3-6-43 16,0-1-19-16,4-10 20 0,3-3 28 0,1-4 22 15,3-5 20-15,1-4 24 0,9 2 42 16,-22-15 49-16,15 3 49 0,2-1 46 0,3-1 37 15,0 1 36-15,4-3 28 0,0 5 17 16,-1-5 19-16,5 4 18 0,-1 1 7 0,4-2 5 16,-4 1-14-16,5 2-12 0,0 1-9 15,3 0-16-15,0 1-15 0,4-1-9 16,3-2-7-16,-2 5-46 0,3-1-56 16,4 1-78-16,-3-1-92 0,1 0-126 0,10-3-141 15,-3 1-184-15,-5 2-94 0,2 0 80 16,-4 1-539-16,4 2-650 0</inkml:trace>
  <inkml:trace contextRef="#ctx0" brushRef="#br0" timeOffset="35709.43">26283 11419 3060 0,'-2'-9'-50'0,"0"2"20"0,0 1 13 0,2 6 35 0,-10-8 37 0,5 6 34 15,5 2 24-15,-20 0 10 0,20 0 12 0,-26 6 2 16,7 4 6-16,0-3 3 0,-5 11-3 16,-1-1 1-16,2 2-1 0,-1 3-2 0,8 2-12 15,-2-1-13-15,9-1-6 0,2-4-6 16,0 2-5-16,5-2-8 0,2 4-7 0,6-3-7 15,0 2-7-15,5 7-1 16,2-3-10-16,3 0-7 0,2-3-5 0,-5-3-6 16,4 3-5-16,-2-5-3 0,-4-2-4 15,-1 1-2-15,-2-2-3 0,-3-4-1 0,-1 0 3 16,-2 2 10-16,-1-4 8 0,-2 3 7 16,-1-1 11-16,-2 0-2 0,-3 1 0 0,-1-3 0 15,0 2-4-15,-1-5-9 0,-2 5-4 16,0-4 3-16,0-2-10 0,2 0-4 0,-1-4-1 15,10 0-16-15,-20-2-33 0,9-2-35 16,2-2-54-16,4-4-73 0,1 0-73 16,0-1-91-16,4-4-98 0,2 1-145 0,2-4-111 15,1 1 64-15,1-2-455 0,1 0-560 16</inkml:trace>
  <inkml:trace contextRef="#ctx0" brushRef="#br0" timeOffset="36409.4">26689 10839 2903 0,'0'-20'-23'0,"-2"3"36"15,0 4 32-15,0 2 25 0,2 2 5 16,-2 4 24-16,2 5 45 0,0 0 23 16,0 0 8-16,-19 32-5 0,8-2 2 0,-2 16 0 15,-1 6 8-15,1 5-5 16,1 6-5-16,3 5-15 0,-1 5-16 0,0 2-12 15,3 0-12-15,-2-3-12 0,-2-3-13 16,2-2-8-16,0-2-8 0,-1-9-27 0,1 2-24 16,-1-4-28-16,1-15-30 0,-1 1-25 15,-1-4-31-15,2-4-20 0,-2-3-25 0,2-9-13 16,6-3-13-16,-3-5-17 0,-1-3-11 16,4-7 4-16,-3 2 18 0,6-4 17 0,0 0 17 15,0 0 21-15,-23-20 26 0,16 7 28 16,-4-2 33-16,1-2 29 0,-7-5 28 0,3 3 19 15,-1 3 23-15,1 1 22 16,1 3 18-16,2 2 16 0,3 1 7 0,-1 2 0 16,1 0 3-16,5 2 2 0,-1-1 12 15,-1 2 5-15,5 4-4 0,0 0-7 16,5-14-16-16,2 7-12 0,6 1-3 0,7-6-21 16,-1 3-10-16,12-5-11 0,-4 0-6 15,7 1-7-15,-7 1-4 0,4 2-4 0,-8 1-13 16,-4 3-10-16,0 0-7 0,-2 4-8 15,-4 0-1-15,3 0-2 0,-3 4-2 0,-1 2-1 16,-1 2-1-16,-4 0 2 0,5 0-3 16,-2 3 1-16,-3 3 5 0,0-3-12 0,-4 1 0 15,5-1 7-15,-5 1-4 16,3 1 0-16,-2-3-1 0,2-1 0 0,0 0 3 16,-3 1-3-16,3-3-1 0,-1 0 4 15,6 1 1-15,-2-4-4 0,2 3 3 0,-1-5 1 16,1 1-5-16,0-1-2 0,-11 0 3 15,23-7 2-15,-14 4 6 0,4-4-7 0,-4-1 0 16,-4-4 4-16,4-2-6 0,-6-3 6 16,1-4 0-16,-2-3-4 0,0-2 5 15,-2 0-5-15,-2 1 2 0,0 1-5 0,-2 2 1 16,3 4-2-16,-4 0-9 0,-3 1-19 16,5 5-37-16,-5 1-43 0,-4 3-55 0,3 3-78 15,-2 1-96-15,1 4-116 16,10 0-196-16,-24 4-37 0,8 2 78 0,7 3-458 15,0 3-538-15</inkml:trace>
  <inkml:trace contextRef="#ctx0" brushRef="#br0" timeOffset="37242.31">27124 11910 3173 0,'-11'0'42'0,"11"0"1"0,-11-2 34 0,11 2 35 0,0 0 13 0,0 0-8 16,0 0-8-16,0 0-15 0,0 0-8 16,-3-4-10-16,3 4-8 0,0 0-2 0,0 0-7 15,11-17-7-15,-8 10-9 0,3 2-2 16,-1-5-6-16,-2 0-4 0,3-2 0 15,-2-3 1-15,-3-3-11 0,1 0-1 0,0-5-1 16,0-3-3-16,-2-1 4 0,-2 1-3 16,0 3 10-16,0-2 8 0,-1 6 1 0,-1 4-7 15,-1 1-1-15,-6 2 6 16,6 3 7-16,-3 3 0 0,3 1 0 0,-2 1 3 16,7 4 5-16,-7-5 0 0,7 5 7 15,0 0 10-15,0 0 11 0,0 0 10 0,0 0-5 16,0 0-8-16,19-2-3 0,-4 2-11 15,6-1-4-15,1-1-5 0,5 2-9 0,-7-2-1 16,7 2-6-16,-1 0-4 0,-3 4-1 16,1-1-7-16,-4 4-4 0,-3 2-6 0,0 1 6 15,-1 4-4-15,-7-3-1 0,5 2 0 16,-9 0 1-16,3 1 2 0,-5-2-4 0,3 0 5 16,-4 0-1-16,3-2-4 0,-8 1 2 15,7-2-1-15,-4 0 4 0,4-2-12 16,0 1 5-16,-2-2 0 0,-1 1-1 15,3-3 6-15,0 0-3 0,-4-4-3 0,14 6 0 16,-14-6 2-16,18-4-2 0,-6 1-7 16,3-3 6-16,1-3-1 0,-2-2 0 15,4 1 2-15,5-7-2 0,-4 3 13 0,-4 3-7 16,0 3 21-16,-8 2 0 0,4-2-5 16,-4 4-7-16,-1 0-6 0,-6 4-1 0,7-2 5 15,-7 2-4-15,0 0 2 16,0 0-4-16,8 12 3 0,-8-12-5 0,4 11 0 15,-2-6-1-15,0 2 0 0,0-1-3 16,1-1-6-16,1 1 10 0,0-3-1 0,-4-3 2 0,10 9 20 16,-7-7 9-16,-3-2 24 15,8 6-11-15,-8-6-3 0,5 6-5 0,-5-6 3 16,6 10 18-16,-1-5 15 0,-4 3 10 16,-1 2 5-16,2 3 4 0,-4-1 10 0,2 5 3 15,-1 1 7-15,-2 0 1 0,-3 2-4 16,1-1-58-16,-1 2-62 0,2-6 0 0,-1 0 0 15,-2-1 0-15,2 1 0 0,-1-3 0 16,1 0 0-16,-3-5 0 0,0 1 0 16,1-2 0-16,-3 2 0 0,-2-5 0 0,1 0 0 15,-2-2 0-15,0-1 0 0,0 2 0 16,-9 0-251-16,5 0-363 0,-2-1-155 16,-6 2-130-16,6 0 91 0,-3 2-841 0,1 2-1088 15</inkml:trace>
  <inkml:trace contextRef="#ctx0" brushRef="#br0" timeOffset="38226.54">24630 13275 4349 0,'2'-19'-143'0,"-2"0"46"0,3 5 67 15,-1 2 68-15,0 0 51 0,-1 2 44 0,-1 3 13 0,2-1-11 16,-2 8-16-16,0 0 15 0,0 0 25 16,0 0 11-16,17 37 5 0,-14 1 3 15,-3 9-5-15,0 11-11 0,0 2-8 0,-1 0-17 16,-1-2-11-16,2-12-15 0,-4 1-3 16,2-4-7-16,4-5-10 0,-4 1-24 0,2-8-12 15,-2-7 5-15,2-7-10 0,-1 2 15 16,2-6-24-16,-1 1 0 0,-1-4-5 0,1 0 6 15,0-1-4-15,0-1 1 0,0-8-7 16,0 0-4-16,0 0 0 0,0 0-1 16,0 0-15-16,0 0-3 0,0 0-2 15,-15-27-15-15,3 13-4 0,-1 1 2 0,-10-6 4 16,1 5-7-16,8 4-3 0,-8 1 4 16,-1 6 6-16,7 0-8 0,-4 3 1 0,4 1 3 15,-4 3 7-15,5 1 7 0,2 2 0 16,2 1 0-16,-1 1 0 0,2 1 1 15,3 2-2-15,0-2 8 0,6 1-2 0,-1-1-5 16,4 0 3-16,2 1 1 0,4-3-36 16,1 2-52-16,5-3-63 0,4 1-80 0,3-6-104 15,4-2-115-15,11-5-129 16,0 2-197-16,4-3 36 0,-1-2 79 0,-1-1-493 16,0-1-612-16</inkml:trace>
  <inkml:trace contextRef="#ctx0" brushRef="#br0" timeOffset="38541.41">24989 13739 2966 0,'0'0'15'0,"0"0"45"0,0 0 43 0,0 0 46 16,0 0 36-16,0 0 18 0,-35 12 10 15,30-4 7-15,-1 2 0 0,1 0-9 0,0 0-10 16,3 1-11-16,0 0-13 0,2 3-13 16,2-2-18-16,2 0-11 0,1 0-12 0,-2 0-15 15,7-2-10-15,-3 3-7 16,0-7-11-16,4 1-6 0,-2-2-7 0,0 0-24 15,1-3-7-15,-10-2-1 0,17 2 0 16,-17-2-11-16,0 0 6 0,17-7-3 0,-17 7-11 16,2-10 3-16,-2 4-6 0,-2-7 8 15,-1-1-9-15,-3-5-3 0,0-3 0 16,0 1-1-16,-1-1-4 0,-1 2-1 0,3 1-8 16,-2 5-9-16,2 0-31 0,1 4-35 15,0 2-42-15,1 3-27 0,-1-1-37 0,4 6-42 16,-8-4-62-16,8 4-71 15,0 0-103-15,0 0-189 0,-13 12 0 0,13-12 77 0,-4 9-348 16,4-9-405-16</inkml:trace>
  <inkml:trace contextRef="#ctx0" brushRef="#br0" timeOffset="39292.8">26188 13000 2412 0,'0'-7'7'0,"2"1"24"0,-2 6-3 0,0 0 41 15,0 0 60-15,0 0 61 0,-11 24 32 0,8-1 19 0,-8 14 10 0,0 13 6 16,-1 5 1-16,-1 3-8 0,-1 5-11 16,1 2-11-16,1-3-4 0,-1-2-18 0,4-5-13 15,-3-2-19-15,1-5-13 0,1-11-17 16,4-2-13-16,-2-4-12 0,5-7-12 15,-3-3-9-15,4-8-2 0,2-1-13 0,-1 0-4 16,-1-3 29-16,2-3 18 0,-2 1 26 16,2-7-4-16,0 0-14 0,0 0-15 0,0 0-14 15,0 0-12-15,27-20-4 0,-14 6-12 16,6-5-8-16,1 1-11 0,0 4 2 16,-6 2-13-16,0 1-7 0,3 2-3 15,-1 3-9-15,-2 3-2 0,0 0-5 0,-1 3-1 16,-13 0-13-16,25 8-7 0,-14 0 0 15,-1-1 0-15,-2 3 0 0,-3 1 0 0,-1-1 0 16,-2 4 0-16,-4-2 0 0,0 3 0 16,-1 1 0-16,-5 2 0 0,-1 0 0 0,-1 0 0 15,-1-1 0-15,0 0 0 0,-3-1 0 16,1-1 0-16,3-3 0 0,0-1 0 0,5-5 0 16,-3 4 0-16,4-6 0 0,0-2-213 15,4-2-93-15,0 0-71 0,0 0-47 16,8-23-32-16,5 5-34 0,9-9-34 15,-2-2-14-15,9-9-2 0,-3 2 22 16,5 3 84-16</inkml:trace>
  <inkml:trace contextRef="#ctx0" brushRef="#br0" timeOffset="39441.5">26349 13721 2886 0,'18'-24'-95'16,"-1"-1"83"-16,-5 7 80 0,-3 0 73 15,0 3 56-15,-2 1 46 0,0 7 33 0,-1-5 6 16,-3 4-13-16,1 1-28 0,-2 0-25 16,-2 7-23-16,5-3-17 0,-5 3-17 0,0 0-15 15,14 19-18-15,-8-4-16 16,-3 4-32-16,3 3-48 0,-1 10-58 0,4 2-62 15,-9-8-59-15,2 3-71 0,-2-4-55 16,0 2-56-16,-2-2-64 0,0-2-50 0,0-4-70 16,-3-1-58-16,4-7-348 0,-1-4-401 15</inkml:trace>
  <inkml:trace contextRef="#ctx0" brushRef="#br0" timeOffset="39575.25">26471 13817 2390 0,'-3'-24'-29'0,"-3"2"43"0,3-2 36 0,-4 3 34 16,1-1 18-16,1-1 2 0,1 6-9 15,1-1-8-15,-1 3-11 0,2 3-36 0,-3 2-61 16,5 1-77-16,0-3-104 16,3 2-114-16,1 0-173 0,0-2-153 15,-1 3-139-15</inkml:trace>
  <inkml:trace contextRef="#ctx0" brushRef="#br0" timeOffset="39824.74">26873 13009 2053 0,'4'-12'221'0,"-2"2"31"0,1 3 28 16,-3 7 5-16,1-9 10 0,-1 9 32 0,0 0 10 15,0 0-24-15,-1 40-19 0,1-15-15 16,-3 14-11-16,3 2-23 0,-2 2-27 16,0 3-21-16,-2 13-20 0,3-2-19 15,-3-1-18-15,-2 0-7 0,-1-3-48 0,-1-5-50 16,-2-7-36-16,1-2-56 0,-1 1-55 15,-1-5-53-15,-2 0-67 0,-3-2-65 0,3-6-52 16,-1-2-55-16,3-5-63 0,-1-7-118 16,5-4-64-16,-2-2 64 0,1-4-330 0,2-1-395 15</inkml:trace>
  <inkml:trace contextRef="#ctx0" brushRef="#br0" timeOffset="39975.07">26628 13786 2394 0,'-6'-14'25'0,"0"4"62"0,1 1 63 15,0 1 70-15,2 0 41 16,1 1 22-16,2 7 2 0,-2-14-7 0,4 6-18 15,3-1-22-15,5-3-20 0,3 0-26 16,12-5-17-16,4 2-20 0,1 1-48 0,6 1-71 16,0-1-92-16,2 0-126 0,-2 1-150 15,1-1-189-15,-1 0-164 0,7 4 70 0,-3 2-396 16,15-3-487-16</inkml:trace>
  <inkml:trace contextRef="#ctx0" brushRef="#br0" timeOffset="40227.91">27924 13304 3074 0,'-23'1'112'0,"1"3"29"0,6 1 29 15,-4 4 26-15,6 2 17 0,-2 5 3 0,-3 9 0 16,2 0-6-16,4 3-10 0,1-1-7 15,1 0-12-15,-1 0-14 0,4-2-23 16,5-5-11-16,-3 2-13 0,2-4-14 0,3 4-29 16,-3-7-55-16,2 4-72 0,-3-3-75 15,5-3-88-15,-1-1-89 0,-1 1-106 16,0-3-122-16,2-3-144 0,2 0 60 16,0-1-398-16,-1-3-487 0</inkml:trace>
  <inkml:trace contextRef="#ctx0" brushRef="#br0" timeOffset="40675.3">27221 13638 2601 0,'0'0'-40'0,"14"-7"14"0,-6 5 1 0,-2-1 9 0,4 0 9 0,1-1 2 16,2 1-2-16,0-1 0 0,7-1-23 15,-4 2-47-15,2-1-75 0,0 1-95 0,-2 2-421 16,4-3-162-16</inkml:trace>
  <inkml:trace contextRef="#ctx0" brushRef="#br0" timeOffset="41358.03">27841 13007 2102 0,'0'0'163'0,"0"0"11"0,0 0 19 16,0 0 22-16,0 0 60 0,0 0 35 15,-1 27 4-15,-5-3 0 0,-1 9 11 16,-5 5-2-16,1 9-12 0,-3 2-16 0,4-1-18 16,-1 2-16-16,4-9-23 0,-1-1-18 15,-2 1-22-15,3-6-17 0,-1 2-22 16,0-5-15-16,3-8-13 0,-3-3-12 0,5-4-14 16,-1 1-10-16,-1-6-9 0,2 1-7 15,-1-3-6-15,2-2-7 0,0 1-4 0,2-3-1 16,0-6 0-16,-3 10 10 0,3-10-9 15,0 0-2-15,0 0-8 0,0 0-36 0,21-22-16 16,-6 9 0-16,0-3 0 0,8-1 0 16,-4 2 0-16,-1 5 0 0,-4 2 0 15,4 0 0-15,-2 5 0 0,-2 3 0 16,1 2 0-16,3 3 0 0,-5 0 0 16,0 5 0-16,0 0 0 0,-3 2 0 0,-2 0 0 0,-4 2 0 15,-2-1 0-15,-1 0 0 16,-2-1 0-16,-1-1 0 0,-5 3 0 0,2 2 0 15,-5-3 0-15,3 4 0 0,-9-5 0 16,5 5 0-16,-5-5 0 0,5 3 0 0,-3-1 0 16,3-6 0-16,0 2-180 0,6-3-132 15,-3 0-76-15,4-2-81 0,4-5-83 0,0 0-73 16,0 0-92-16,0 0-30 0,34-17 61 16,-7 0-510-16,9-9-659 0</inkml:trace>
  <inkml:trace contextRef="#ctx0" brushRef="#br0" timeOffset="41558.05">28259 13479 3182 0,'11'-13'-32'0,"-3"4"59"0,-2-1 50 0,-2 4 43 0,-1 0 22 0,-3 6-8 0,0 0 28 0,0 0 25 0,0 0 10 15,-5 29-5-15,-4 0 2 0,-3 5-14 16,2 2-17-16,-7 12 3 0,0-1-25 0,0 3-20 16,-3 1-11-16,0 5-10 0,0-5-9 15,-3 2-10-15,5-2-12 0,-1-7-42 16,0 1-55-16,1-15-47 0,1 4-52 15,0-5-65-15,0-1-70 0,0-4-60 16,1-7-81-16,5-7-135 0,4-4-104 0,-1-4 60 0,2-2-323 16,6 0-386-16</inkml:trace>
  <inkml:trace contextRef="#ctx0" brushRef="#br0" timeOffset="41727.89">27988 13604 2620 0,'0'-17'88'0,"0"6"22"16,0 1 19-16,0 3 34 0,2 0 8 15,-2 7-5-15,4-6-8 0,-4 6-6 0,0 0-12 16,16-2-13-16,-16 2-13 0,18 7-9 16,-8-4-25-16,5 4-67 0,-3-2-93 0,1 2-125 15,-6 0-160-15,5 0-245 16,-4 2 47-16,-1-3 66 0,1 3-189 0,0-1-180 16</inkml:trace>
  <inkml:trace contextRef="#ctx0" brushRef="#br0" timeOffset="41941.69">28930 13391 2348 0,'-13'-8'336'0,"1"0"4"15,4 2-3-15,8-1-29 0,2 3-30 16,7-2-29-16,5 0-25 0,11 1-23 15,11-3-55-15,0 4-83 0,4 1-108 16,-8 2-121-16,-3 1-134 0,-2 0-169 0,-2 0-168 16,-6 0 57-16,0 1-316 0,-4-1-377 15</inkml:trace>
  <inkml:trace contextRef="#ctx0" brushRef="#br0" timeOffset="42559.69">29586 12649 2794 0,'-9'-3'143'16,"9"3"23"-16,-18 11 39 0,8 0 30 0,-5 14 14 16,1 6 9-16,-4 14 3 0,2 8-20 15,1 7-6-15,1 4-15 0,1 1-16 0,0-1-15 16,3 4-19-16,1-3-24 0,-2-4-5 15,1-1-21-15,1-5-9 0,-5-4-15 16,6-12-6-16,-1-4-12 0,0-4-4 0,0-8-6 16,4-4-7-16,-1-5-4 0,3-3-4 15,-1-1 4-15,0-2-9 0,3-2-1 16,1-6-6-16,0 4-6 0,0-4-11 16,0 0-1-16,16-16-8 0,-2 1-11 0,4-11-15 0,15-3-2 15,-1-2 5-15,-3 9-3 16,-2 0-2-16,-1 5 3 0,-3 1-3 0,-2 5 1 15,-6 3 0-15,-3 4 4 0,0 4-4 16,-5 0 2-16,-7 0 6 0,13 10 6 0,-8-3 9 16,-4 5-3-16,-1 0 5 0,-6 3 6 15,0-1 3-15,1 1 7 0,-3-1-1 16,-4 3-1-16,1-2 9 0,0 1-17 0,-3-3 3 16,5-3-5-16,0 2-16 0,-3-5-30 15,4 0-30-15,1 0-36 0,1-3-60 16,6-4-50-16,0 0-42 0,0 0-42 15,0 0-31-15,0-18-16 0,8 5 1 0,7-13 20 16,4-3 32-16,2-1 29 0,3-9 50 16,3 2 46-16,-6 10 56 0,3 0 58 0,-8 3 64 15,0 7 55-15,-7 4 51 0,-2 0 33 16,2 3 13-16,-4 4-5 0,-1-2-15 0,2 5-9 16,-6 3 12-16,7-2-15 0,-7 2-13 15,0 0-13-15,10 14-12 0,-8-7-35 16,0 3-64-16,2 1-71 0,-3 2-98 0,3 3-100 15,-2-1-97-15,2-3-126 0,-4 0-155 16,1-1 47-16,1 1-347 0,3-2-423 16</inkml:trace>
  <inkml:trace contextRef="#ctx0" brushRef="#br0" timeOffset="42991.6">30025 13033 2746 0,'6'-33'3'0,"-2"6"35"0,2-6 23 0,0 8 21 0,-3 3 5 0,5 1-28 0,-1 2 8 0,0 3-8 0,-2 3-5 16,3-1-5-16,-3 2-8 0,1 3-11 0,0 1-7 15,0-1 2-15,-3 2-7 16,3 2 1-16,-1 2-6 0,-5 3-1 0,11-3 15 16,-11 3 32-16,0 0 38 0,13 15 26 15,-8-3 18-15,2 7-5 0,-2 3-10 0,1 11-2 16,-1 5-11-16,1-1-13 0,1 1-9 15,-2 1-7-15,0-3-13 0,1 0-4 16,-1-3-9-16,1 0-43 0,0-6-46 0,-2-5-35 16,-2 1-44-16,0-6-44 0,0 3-33 15,-2-3-32-15,0-3-25 0,-2-2-21 0,0 0-19 16,-4-2 15-16,4-4 31 0,-6 0 65 16,3-3 70-16,-5-1 65 0,0 0 67 15,10-2 58-15,-22-4 55 0,10 3 43 16,3-3 40-16,0 1 39 0,9 3 38 15,-16-5 42-15,10 1 10 0,6 4-20 0,-1-8-16 16,1 8-22-16,0 0-18 0,12-17-26 16,0 10-19-16,3-2-28 0,3 1-27 0,-2-1-19 15,2 3-63-15,-1-3-97 0,-4 2-110 16,2 0-123-16,-3 2-117 0,-3 2-155 0,-1-1-240 16,-4 1 1-16,-4 3 89 0,0 0-524 15,0 0-644-15</inkml:trace>
  <inkml:trace contextRef="#ctx0" brushRef="#br0" timeOffset="43607.92">25921 14736 3417 0,'-18'-4'-43'0,"-2"6"28"0,-3 3 43 0,-9 7 24 0,-5 5 22 0,-3 7 22 0,4 5-3 16,0 4 2-16,3 0-12 0,7 4-5 15,4 1-6-15,8-6-9 0,3-1 2 16,4 3-11-16,3-6-7 0,6-6-7 0,4 2-4 16,2 7-29-16,1-8-26 0,2-6-53 15,3 0-67-15,7 2-71 0,-2-9-94 16,0-3-115-16,0-5-156 0,0-2 45 16,1-4-176-16,4-1-198 0</inkml:trace>
  <inkml:trace contextRef="#ctx0" brushRef="#br0" timeOffset="43890.7">26016 15012 1997 0,'0'-5'49'0,"0"5"19"0,0 0 27 16,-19 0 19-16,19 0 18 0,-21 12 9 0,9-2 1 15,-3 5-9-15,-2 7-6 16,0 3-19-16,3 0-10 0,7-3-7 0,1-2-11 16,5-2-4-16,1-1-11 0,1-1-3 15,5 0-2-15,0-3 1 0,1-3-8 0,3 1 6 16,-1-5 1-16,2-2-9 0,3-4-4 15,-1 0-6-15,-13 0 1 0,31-10-11 16,-16 5-2-16,0-6 4 0,1-2 2 0,-7 4-11 16,0-3-10-16,0-2-1 0,-4-1-6 15,1-1 1-15,-4-3 2 0,-1 0-5 0,1 1 4 16,0-1-14-16,-2 1-20 0,0 4-46 16,0-1-39-16,-2 5-54 0,0 0-59 0,1 3-92 15,-1 0-127-15,2 7-104 16,-6-5 43-16,6 5-132 0,0 0-132 0</inkml:trace>
  <inkml:trace contextRef="#ctx0" brushRef="#br0" timeOffset="44442.11">26249 14933 1964 0,'3'-7'110'0,"-3"7"-14"16,0 0-6-16,0 0 22 0,0 0 33 15,0 0 26-15,0 0 19 0,19 15-14 16,-14-6-15-16,-2 0-11 0,5 6-11 0,-7-5-3 15,7 4-8-15,-3 0-2 16,-5-3-8-16,7 3-2 0,-5-1-12 0,0-2-10 0,-2-2-10 16,1 0-3-16,-1-1-4 15,0-8 16-15,0 13 10 0,2-7 14 0,-2-6 13 16,4 6 7-16,-4-6-12 0,0 0-17 16,0 0-8-16,0 0-8 0,25-25-12 0,-14 8-10 15,5-5-7-15,0-3-6 0,4 5-5 16,-6 3-8-16,0 3-3 0,-3 1-8 15,2 4-5-15,-4 0-6 0,0 6-1 0,1-2-5 16,-1 2-4-16,-9 3-3 0,0 0 2 16,22 6-2-16,-17 1-2 0,-1 0 1 15,1 0-1-15,-1 3-3 0,2-1 2 16,-5-1 0-16,6 1-2 0,-3-1 1 0,-3-1 0 16,1-2-1-16,-2-5 2 0,8 12 2 15,-8-12 7-15,5 4-1 0,-5-4-2 0,0 0-1 16,29-10 0-16,-15 2 1 0,1-7 0 15,8-5-3-15,3-2-2 0,-1-3 0 0,8-5-1 16,-8 6 0-16,0 0-3 0,0 2 1 16,0 5 1-16,-7 2-4 0,-7 4-5 15,0 5 1-15,-1 3-5 0,-2 1 2 0,-8 2-1 16,0 0 1-16,16 13-1 16,-13-1 2-16,-1 3-2 0,0-1 4 0,-4 4-4 0,0 3 2 15,-3 1 0-15,4 1-7 16,-3 0-18-16,2 0-18 0,-2 1-30 0,3-6-34 0,-1 1-30 15,2-5-52-15,0 0-75 16,0-3-84-16,0 0-112 0,3-4-147 0,1-1-42 16,0-3 69-16,-4-3-340 0,12 3-405 15</inkml:trace>
  <inkml:trace contextRef="#ctx0" brushRef="#br0" timeOffset="44940.64">27247 14396 2471 0,'-1'-20'39'0,"-2"1"37"0,-3 5 34 0,4 1 48 0,1 3 44 0,-3 4 24 0,2-3 3 16,2 9-22-16,-4-10-26 15,4 10-17-15,0 0 11 0,0 0 15 0,-14 27-8 16,7 8-9-16,2 6 0 0,-5 15 1 16,0 4-4-16,1 6-11 0,-2 5-16 0,-5 22-9 15,7-17-9-15,-9 15-17 0,7-16-5 16,-3-3-10-16,-2 15-11 0,5-19-12 0,-3-4-6 15,-1-4-23-15,-1-6-25 0,3-7-37 16,1-12-31-16,-1-6-27 0,8-7-24 16,-2-6-47-16,2-8-45 0,-1-2-39 0,5-5-14 15,1-1-10-15,0 0-5 16,-6-25-8-16,6 6-12 0,0-8 1 0,0-13 19 16,2-6 24-16,2-18 27 0,1-5 19 15,1-1 37-15,2 0 41 0,1 2 37 0,0 2 38 16,3 8 41-16,-1 8 39 0,-3 12 33 15,2 5 23-15,-3 4 31 0,1 5 4 0,3 6 3 16,1 4 15-16,-1 2 3 0,3 5-7 16,-3 0 0-16,2 6-3 0,-1 1-10 15,-12 0-7-15,23 7-10 0,-10-1-4 0,-2 4-8 16,-1 1-10-16,-1 1-5 0,-3 1-11 16,-1 1-8-16,-3 0-4 0,1-1-4 15,-3 2-9-15,-3-4-3 0,1 4-6 16,1 2 3-16,-5-3-17 0,2 1-45 0,-1-3-65 15,-1 0-81-15,5-2-90 0,-4-5-120 0,3-1-157 16,2-4-118-16,0 0 62 16,0 0-317-16,0 0-384 0</inkml:trace>
  <inkml:trace contextRef="#ctx0" brushRef="#br0" timeOffset="45242.31">27331 14719 2516 0,'0'0'10'0,"0"0"28"0,-23 13 33 0,17-8 20 0,6-5 21 0,-6 14 13 0,6-7 8 0,-1 1 18 16,1 1-2-16,0-9-10 0,5 19-3 16,-3-11-9-16,4 2-2 0,-2-1-7 15,2-1-1-15,-1 0-4 0,3-2-5 0,-2 2-7 16,3-5-10-16,-1 1-5 0,-8-4-9 16,17 3-10-16,-17-3-4 0,19-3-7 0,-19 3-4 15,17-4-5-15,-8 1-3 0,4-3-6 16,-12 0-1-16,7-4-4 0,-5 2 0 0,1-4-4 15,-4-2-5-15,-2 2-1 0,0-5-6 16,1 2 2-16,-3 1-7 0,-2 4-8 16,2-2-23-16,-4 4-26 0,-1 2-35 0,2 1-48 15,-5 3-50-15,12 2-65 16,-21 6-68-16,9 1-102 0,-1 1-154 0,1-1-24 16,5 3 56-16,2 0-221 0,3-1-246 15</inkml:trace>
  <inkml:trace contextRef="#ctx0" brushRef="#br0" timeOffset="45724.16">27613 14866 2112 0,'0'0'60'15,"0"0"28"-15,0 0 22 0,0 0 26 0,0 0 34 16,-15 6-2-16,15-6-12 0,0 0-17 16,0 0-16-16,0 0-9 0,0 0-14 0,-10 4-4 15,10-4-33-15,0 0 10 16,0 0-5-16,0 0-7 0,0 0-4 0,0 0 7 15,0 0-4-15,0 0-3 0,0 0 0 16,0 0-2-16,10-23-7 0,-9 11-7 16,-1 0 1-16,4-5-6 0,-4 0 1 0,0-3-2 15,0-5-5-15,-2 0-2 0,0 1 9 16,1 5 16-16,-3-1 3 0,2 5 4 0,-2-2-4 16,1 5-7-16,-1 3-1 0,-3 1-8 15,2 2-3-15,1 0-5 0,4 6-5 16,-5-6-3-16,5 6 4 0,0 0 0 15,0 0 13-15,0 0 16 0,0 0 13 0,0 0 11 16,21-7-6-16,-12 6-4 0,-9 1-1 16,27 0-5-16,-14 1-5 0,3 5 3 15,-3-1-3-15,0 1-4 0,4 5 4 0,-3 1-6 16,-3 2 2-16,0 3-4 0,-3 1-1 16,0 1-4-16,-3 0-4 0,3 1-4 0,-5 3-4 15,2-3-2-15,-1-3-2 0,-2 0-5 16,-2 1-5-16,1-1-4 0,-1-3 1 15,0-2-26-15,0-3-30 0,0 3-34 0,0-4-34 16,2-1-39-16,0 0-40 0,-2-7-68 16,4 8-58-16,-1-4-65 0,-3-4-65 0,0 0-61 15,0 0-88-15,20-19-4 16,-13 6-355-16,4-3-428 0</inkml:trace>
  <inkml:trace contextRef="#ctx0" brushRef="#br0" timeOffset="45874.47">27963 14611 2541 0,'11'-18'-4'0,"-6"5"45"0,-1 3 35 0,0 4 21 0,-3 0 1 15,-1 6 17-15,0 0 40 0,0 0 2 16,0 0-9-16,0 0-5 0,0 0-16 0,-7 25-13 16,3-15-16-16,2 2-6 0,1-1-14 15,-2 2-34-15,-1 0-52 0,0-2-54 0,3 5-53 16,-1-3-60-16,2-2-55 0,-2-3-61 16,2 2-60-16,2-6-103 0,1 1-40 15,-3-5-166-15,11 3-156 0</inkml:trace>
  <inkml:trace contextRef="#ctx0" brushRef="#br0" timeOffset="46208.42">28133 14535 1751 0,'10'-26'14'0,"-1"2"45"16,-3 7 37-16,0 0 45 0,-2 2 30 0,-3 1 16 15,1 4 4-15,0-1-2 0,0 3-20 16,-2 8-17-16,-6-13-13 0,6 13-17 0,-5-1-4 16,5 1-10-16,0 0-13 0,-18 12-6 15,13-5-10-15,-1 3-6 0,1 2-2 16,-2 0-7-16,2 2 18 0,1 1 11 0,0 3 20 15,2-3 22-15,1 0 15 16,1 1 21-16,0 0 12 0,0 1 14 0,0 1 17 16,1-1-2-16,-1 1-1 0,0-1-5 15,0-2-5-15,0 0-4 0,0-1-11 0,0 1-7 16,-1 1-8-16,-1-2-9 0,-4-1-15 16,3 1-10-16,-4-4-13 0,0 2-17 0,-3-1-8 15,5 0-11-15,-3-4-6 0,-2 2-15 16,5-1-34-16,-4-4-39 0,-2-2-47 15,11-2-64-15,-14 7-62 0,3-7-51 0,11 0-66 16,-11-5-46-16,8-3-51 0,1 0-35 16,4-6-26-16,5-5-6 0,9-10-7 0,8-6 13 15,1-3 45-15,3 3 34 0</inkml:trace>
  <inkml:trace contextRef="#ctx0" brushRef="#br0" timeOffset="46424.62">28177 14523 2754 0,'25'-29'-210'0,"-8"6"68"16,0 9 66-16,-5-1 67 0,-3 5 59 15,-3 1 46-15,-1 3 30 0,1-1 28 0,-2 2 12 16,2 0-2-16,-6 5 11 0,7-6 19 15,-7 6 10-15,0 0-5 0,15 0-8 16,-15 0-9-16,0 0-13 0,18 9-12 0,-11-4-17 16,-3 0-13-16,2 0-10 0,4 2-12 15,-5 0-12-15,2 0-6 0,4 0-8 0,-4-2-3 16,4 1-4-16,3-2-7 0,-3 0-4 16,3-1-8-16,-3 0-6 0,0-1-5 0,1 2-10 15,-5-2-41-15,-7-2-45 16,18 3-64-16,-18-3-77 0,13 5-106 0,-9-2-128 15,-4-3-187-15,3 10-44 0,-5-4 81 0,-3 5-366 16,-6 5-425-16</inkml:trace>
  <inkml:trace contextRef="#ctx0" brushRef="#br0" timeOffset="46740.47">26147 15441 2818 0,'-66'6'45'0,"17"2"9"16,14 0 11-16,12-5 21 0,8 1 42 15,9 1 51-15,6-5 20 0,29 3 2 0,23-1-12 16,34-6-15-16,46-6-18 0,23-5-14 16,14 1-13-16,54-8 17 0,7 2 5 0,-2-2-2 15,-4 3-6-15,-50 5-20 0,-2-1-15 16,-7 1-10-16,-11-3-9 0,-16 2-8 15,-20 1-24-15,-36 4-22 0,-15-2-8 0,-13 2-16 16,-15 2-16-16,-13 1-25 0,-5 1-32 16,-9-1-40-16,-6 2-50 0,-4 2-56 0,-2 3-61 15,0 0-79-15,0 0-110 0,-23-4-198 16,23 4 44-16,-27 4 65 0,8-1-247 16,2 1-282-16</inkml:trace>
  <inkml:trace contextRef="#ctx0" brushRef="#br0" timeOffset="172999.37">24662 3268 2091 0,'-3'-10'264'0,"1"0"-54"0,0 1-29 0,0-1-1 0,2 0 1 0,-2 3 45 16,2 7-2-16,0-16-7 0,-1 8 9 15,1 0-1-15,0 8-17 0,-2-9-16 0,2 9-17 16,0-9-18-16,0 9-11 0,0 0 16 16,0 0 36-16,0 0 11 0,0 0 3 15,3 30-5-15,-3-16 6 0,0 5-8 0,0 2-13 16,-1 3-1-16,-1 1-2 0,-2-1-12 16,2 2-19-16,0-1-14 0,-1-2-12 15,-2 0-7-15,1-5 5 0,4 1-2 16,-2-4-12-16,1 0-116 0,1-2 0 0,-2-3 0 15,0 1 0-15,2-3 0 0,-2-2 0 16,2-6 0-16,0 15 0 0,0-15 0 0,-2 10 0 16,2-10 0-16,0 8 0 0,0-8 0 15,0 7 0-15,0-7 0 0,0 0 0 16,0 0 0-16,0 0-123 0,0 0-356 0,0 0-118 16,0 0-126-16,0 0-166 0,0 0 80 15,15-15-746-15,-7 8-997 0</inkml:trace>
  <inkml:trace contextRef="#ctx0" brushRef="#br0" timeOffset="173398.28">25063 3299 4117 0,'0'0'-117'0,"0"0"36"0,0 0 49 16,0 0 64-16,0 0 52 0,0 0 43 0,0 0 26 15,-32 17 13-15,26-9 15 0,-2 5 9 16,5-1 12-16,-1 1 18 0,0-1 2 16,2 1 7-16,2 1-4 0,4 1 1 0,0-1-7 15,1 2-8-15,4 1-9 0,5-1-12 16,3-1-10-16,-1-3-10 0,3-1-10 16,7 1-16-16,1-6-13 0,-6-2-8 15,0-1 2-15,0-3 4 0,-2-1-66 0,0-3-63 16,2 1 0-16,-6-4 0 0,4-2 0 15,-3-3 0-15,-2-3 0 0,-2-1 0 0,-2-3 0 16,-3-3 0-16,0-2 0 0,-6 1 0 16,-1 2 0-16,-1-2 0 0,-6 3 0 15,-8-4 0-15,1 7 0 0,0 5 0 0,-10 1 0 16,4 6 0-16,1 1 0 0,-6 2 0 16,4 0 0-16,-2 4 0 0,-2 0-154 15,1 4-502-15,0-3-155 0,2 2-118 0,3-1 94 16,1 0-800-16,2 1-1072 0</inkml:trace>
  <inkml:trace contextRef="#ctx0" brushRef="#br0" timeOffset="175398.76">24748 4220 4159 0,'0'0'-193'0,"-7"-6"43"0,7 6 42 0,-5-7 57 0,5 7 56 16,-6-7 47-16,6 7 32 0,-7-5 15 15,7 5 8-15,0 0 6 0,-9-8 12 16,9 8 3-16,0 0 5 0,-3-7 1 0,3 7 5 16,0 0-6-16,0 0 1 0,0 0-2 15,-10-3 3-15,10 3-6 0,0 0-2 0,0 0-11 16,0 0-11-16,0 0-15 0,0 0-9 16,0 0-10-16,0 0 12 0,-19 15 12 0,13-3 21 15,-1 2 2-15,-3 4-5 0,1 3-6 16,-1 8 1-16,5-2-5 0,0-4-9 0,1 1-5 15,4 0-9-15,0 2-5 0,0-2-9 16,4 2-1-16,3-4-10 0,-4 0-5 16,5-1 1-16,1-4-6 0,-1 0-2 0,2-4-4 15,-1-1 1-15,0-3-6 16,3-2-2-16,1-4-3 0,-1-1-3 0,3-2 3 16,-15 0-7-16,28-5 0 0,-6-3-6 15,-6-2 4-15,9-5-5 0,2-3-3 0,-4-1 0 16,-3-4 1-16,3 5 2 0,-5 0 21 15,-3 5 15-15,-1 1 16 0,-3 1 1 0,-6 5-60 16,6-1-8-16,-8 2 0 0,-3 5 0 16,0 0 0-16,0 0 0 0,0 0 0 15,9 26 0-15,-12-3 0 0,-5 8 0 16,0 2 0-16,1 4 0 0,-3 1 0 16,3 2 0-16,-5-2 0 0,3-1 0 0,1-1 0 15,-4-3 0-15,7 2 0 0,-3-10 0 16,5-4 0-16,-3-5 0 0,2 0 0 0,2-2 0 15,-2 0 0-15,2-4 0 0,0-4 0 16,0 2 0-16,2-8 0 0,0 13 0 0,0-13 0 16,0 8 0-16,0-8 0 0,0 0 0 15,2 6 0-15,-2-6 0 0,0 0 0 0,0 0 0 16,6 3 0-16,-6-3 0 0,0 0 0 16,0 0 0-16,0 0 0 0,0 0 0 0,0 0 0 15,0 0-381-15,0 0-470 16,-31-7-94-16,20 5 87 0,11 2-896 0,-21-2-1184 15</inkml:trace>
  <inkml:trace contextRef="#ctx0" brushRef="#br0" timeOffset="178780.75">27453 3531 4371 0,'0'0'-182'0,"-23"-1"58"0,6 0 52 0,-4-1 40 0,-2 2 52 0,-3-2 52 0,-1 2 32 15,4 0 17-15,0 2-6 0,8-2-10 16,-3 0-4-16,7 0-5 0,0 0 0 0,11 0 7 15,-14 3 17-15,14-3 25 16,0 0 15-16,0 0 5 0,0 0-9 0,0 0-13 16,52 5-12-16,-23-5-6 0,1-1-7 15,10-2-13-15,-8 3-15 0,-3 0-5 16,-6 0-11-16,-3 0-7 0,1 0-10 0,-5 4-3 16,1 0-3-16,-3 3 2 0,-3 0 6 15,-2 4-2-15,-1 3 27 0,0 1 8 0,-5 4 0 16,1 0 2-16,-2 2 26 0,-2-1-2 15,-2 4-8-15,2 2-9 0,-4 0-11 0,4-3-6 16,-1 2-8-16,-3-1-4 0,2-2-10 16,0-4-3-16,0 2-31 0,0-1-28 0,1-2 0 15,1-3 0-15,-3-1 0 16,1 1 0-16,2-4 0 0,-2 3 0 0,-2-3-30 16,4-1-144-16,0-3-62 0,0-6-64 15,0 12-79-15,0-8-110 0,0-4-115 16,0 0-135-16,0 0-51 0,0 0 78 0,0 0-559 15,0 0-732-15</inkml:trace>
  <inkml:trace contextRef="#ctx0" brushRef="#br0" timeOffset="178964.59">27477 3920 3277 0,'0'0'-29'16,"-14"-6"59"-16,5 4 52 0,9 2 52 0,-9-6 47 16,9 6 36-16,0 0 20 0,-7-6 6 15,7 6 4-15,0 0 7 0,0 0 3 0,0 0-3 16,27-8-25-16,-9 5-10 15,7 1-37-15,4-1-17 0,8 1-18 0,2-2-19 16,3-1-48-16,-2 0-56 0,-2 0-69 16,0-2-79-16,-4-1-97 0,1 1-110 0,-3-3-109 15,-7 1-123-15,-8 0-176 0,0-4 67 16,-6 4-492-16,-1-3-631 0</inkml:trace>
  <inkml:trace contextRef="#ctx0" brushRef="#br0" timeOffset="179414.64">27404 3206 3372 0,'-35'6'-14'15,"0"7"38"-15,-8 10 53 0,-7 1 38 0,-3 6 35 16,2 9 24-16,-10 13 16 0,1 6 4 15,9 5-2-15,5 1 6 0,18-9 15 16,3 1 15-16,5 5 18 0,11-1-5 0,9-2 2 16,9 2-10-16,11-1-15 0,9-7-16 15,5 0-17-15,10-6-15 0,3-3-16 0,7-7-14 16,3-2-11-16,0-8-17 16,2-6-23-16,2-5-4 0,0-7-10 0,-8-6-11 0,13-7-2 15,0-6-11-15,3-4-6 16,-1-5-5-16,10-17 0 0,0-1-4 0,-11-9-5 15,-7-5 2-15,-10-5-8 0,-9 8 2 16,-1-17-8-16,-13 5-4 0,-9-4 1 0,-4 1-4 16,-10-3 2-16,-8-1-7 0,-14 8-4 15,-5 5-1-15,-15 7-4 0,-5 7-2 0,-12 8-4 16,-8 6-17-16,-6 9-29 0,-6 7-38 16,2 6-42-16,-2 5-44 0,5 6-59 15,3 4-65-15,4 1-82 0,6 3-83 16,5 1-85-16,16-1-89 0,6-1-125 15,7 3 65-15,8-3-534 0,5 1-696 0</inkml:trace>
  <inkml:trace contextRef="#ctx0" brushRef="#br0" timeOffset="179881.57">27384 4693 3680 0,'-38'-9'92'0,"-1"2"28"0,-2 1 38 0,1-3 52 0,2 4 59 0,4-4 35 0,7 3 2 0,8 2-8 16,1 2-15-16,7-1-14 16,2 0-12-16,9 3-22 0,-4-5-21 0,4 5-19 15,35-9-23-15,2 4-18 0,24-1-15 16,8 1-11-16,4-2-13 0,2 4-15 0,4-3-7 15,-1 4-13-15,0-4-6 0,-2 2-10 16,-5-1-8-16,-10 1-17 0,-16-2-8 0,-4 4-4 16,-11 0-11-16,-9-2-15 0,-4 4-15 15,-2-2-19-15,-1 0-46 0,-7 0-46 16,4 1-53-16,-11 1-54 0,12-4-69 0,-12 4-82 16,0 0-105-16,6-2-130 0,-6 2-203 15,0 0 78-15,0 0 81 0,-2-12-529 16,2 12-656-16</inkml:trace>
  <inkml:trace contextRef="#ctx0" brushRef="#br0" timeOffset="180447.49">28686 4431 3642 0,'-11'-9'144'0,"1"0"0"15,4 2 27-15,2-3 50 0,3 2 45 16,-3-5 27-16,4 3-2 0,2 0-21 16,-2 0-9-16,3-1-17 0,1 2-8 0,2-3-18 15,-3 4-19-15,6-1-22 0,-2 3-15 16,0 0-18-16,1 6-12 0,-8 0-11 0,19 0-6 15,-19 0-11-15,25 12-7 0,-12-5-11 16,1 6-6-16,-1 1-7 0,-1 1-3 0,-1 0 1 16,-4 2 4-16,-1-1 3 0,-1-1-72 15,-4 1-6-15,-1-3 0 0,0 1 0 0,-1 1 0 16,-4-1 0-16,3-2 0 16,-2 0 0-16,1-4 0 0,1 1 0 0,0-2 0 15,0 0 0-15,2-7 0 0,2 10 0 16,-2-10 0-16,0 0 0 0,0 0 0 15,42-21 0-15,-14 1 0 0,17-7 0 0,2-1 0 16,1 1 0-16,-5 5 0 0,0-3 0 16,-13 10 0-16,-3 1 0 0,-9 6 0 0,-2 0 0 15,-5 3 0-15,0 3 0 0,-1 2 0 16,-10 0 0-16,17 7 0 0,-9-1 0 0,0 4 0 16,1 1 0-16,-4 0 0 0,4 4 0 15,-4 0 0-15,1 0 0 0,-2 1 0 0,1-2 0 16,-1 3 0-16,1-2 0 15,-4 1 0-15,5-7 0 0,-4 3 0 0,1 0 0 16,3-4 0-16,-4-2 0 0,1 1-458 16,8-3-355-16,-11-4-129 0,14 1 87 0,-4-1-887 15,-10 0-1175-15</inkml:trace>
  <inkml:trace contextRef="#ctx0" brushRef="#br0" timeOffset="180630.12">29540 4420 4685 0,'-4'-10'-62'0,"4"10"69"0,-2-10 55 0,2 10 56 0,0 0 43 0,0-7 11 0,0 7-3 16,0 0 0-16,0 0-25 0,7-7-20 16,-7 7-10-16,20-3-3 0,-7 1-41 15,2 0-61-15,4 2-79 0,0-2-93 16,4 2-92-16,2-3-113 0,-1 0-144 0,3-3-191 16,2 3 42-16,-4-2 79 0,0 0-350 15,-2-5-411-15</inkml:trace>
  <inkml:trace contextRef="#ctx0" brushRef="#br0" timeOffset="181180.73">29963 4195 2677 0,'-13'-6'83'0,"-1"-3"36"0,5 4 47 15,-1 0 47-15,2 3 31 0,8 2 8 16,-13-2 5-16,13 2 4 0,-17 7 18 16,7 0 26-16,1 5 9 0,-5 2-8 0,1 4-7 15,-2 5-15-15,0 2-12 0,-1 3-19 16,3-3-16-16,1-4-20 0,3-2-20 0,0 0-17 15,-2 0-18-15,4-4-15 0,0 1-14 16,-1-4-14-16,3 2-8 0,-2-4-15 0,4-2-88 16,-1-1-8-16,0 0 0 0,2 0 0 15,2-7 0-15,-3 7 0 0,3-7 0 16,0 0 0-16,0 0 0 0,0 0 0 0,23-21 0 16,-10 7 0-16,8-6 0 0,1-2 0 15,5-2 0-15,-2 2 0 0,0 3 0 0,-8 3 0 16,-2 4 0-16,-2 4 0 15,-3 1 0-15,-1 3 0 0,-1 3 0 0,-8 1 0 16,16 1 0-16,-16-1 0 0,13 11 0 16,-10-5 0-16,4 2 0 0,-4 2 0 0,3 0 0 15,-2-1 0-15,-4 4 0 0,1-1 0 16,-1-2 0-16,0 1 0 0,0 1 0 0,-1-4 0 16,1-2 0-16,0 4 0 0,0-3 0 15,0-7 0-15,0 10 0 0,0-10 0 16,1 5 0-16,-1-5 0 0,0 0 0 0,0 0 0 15,25-14 0-15,-8 4 0 16,8-7 0-16,4 1 0 0,-3 3 0 0,3-1 0 0,-10 6 0 16,0 0 0-16,-7 1 0 15,-1 4 0-15,0 2 0 0,-11 1 0 0,18 0 0 16,-11 3 0-16,1 1 0 0,0 4 0 16,-3 1 0-16,1-2 0 0,-2 3 0 0,-3-1 0 15,6 2 0-15,-5-2 0 0,1 0 0 16,-1 2 0-16,4 1 0 0,3 4 0 0,5-2-355 15,4 6-228-15,5-2-108 0,6-2-123 16,2-1-17-16,-1-4 90 0,2 1-679 16,-1-4-872-16</inkml:trace>
  <inkml:trace contextRef="#ctx0" brushRef="#br0" timeOffset="181764.56">30620 4509 3848 0,'-12'-13'0'16,"1"2"67"-16,0 1 60 0,-1 3 77 0,1 0 74 0,-1 0 49 0,3 1 11 0,0 0-4 15,3-1-14-15,0 4-31 0,6 3-28 16,-10-7-23-16,10 7-25 0,0 0-22 0,0 0-20 16,0 0-22-16,0 0-35 0,24-8-57 15,-12 5-61-15,2 2-60 0,5 0-59 0,-2-1-49 16,3 0-56-16,-2-1-49 0,-2-2-45 16,1 1-30-16,-4-1-4 0,2 0 16 15,-5-4 34-15,0-1 29 0,-5 0 29 16,-1-5 44-16,-2-2 52 0,-1 1 65 0,-1-3 48 15,0 1 51-15,0 1 65 0,-1-2 49 16,1 8 45-16,-2-1 29 0,2 1 9 16,-2 4-3-16,2-3-6 0,0 10-12 0,-2-10 45 15,2 10 29-15,0 0 8 0,0 0 2 16,-15 27-4-16,5-5-14 0,1 4-25 0,-2 6-18 16,1 2-23-16,-1-2-17 0,1 4-18 15,4-2-15-15,2 2-24 0,-1-3-50 0,1-6-64 16,0-5-15-16,2-1-87 0,1-2-70 15,-1-2-58-15,2-3-59 0,-2 0-48 16,2-5-31-16,0-1-29 0,4-1-25 16,-3-4-17-16,-1-3-8 0,0 0 36 0,17-2 37 15,-3-6 49-15,-1-7 48 0,8-9 57 16,10-8 60-16,-1-5 61 0,2-2 54 16,4-3 59-16,-3 1 65 0,-5 4 58 0,-5 8 52 15,-6 8 43-15,-1 5 21 0,-7 4 2 16,-2 3-13-16,2 3-14 0,-6 2 45 0,-3 4 37 15,0 0-6-15,0 0-23 0,4 25-24 16,-8-11-23-16,1 7-23 0,-3 0-19 0,-2 10-21 16,1 0-16-16,-1 0-14 0,1-2-15 15,-2-6-31-15,6-2-37 0,-3 0-36 16,1-2-57-16,-1 2-52 0,0-7-54 16,0 3-78-16,2-5-86 0,-1 3-95 0,-1-5-103 15,1 2-116-15,-7-3-140 0,-3 4 64 16,1-4-583-16,-6 0-738 0</inkml:trace>
  <inkml:trace contextRef="#ctx0" brushRef="#br0" timeOffset="182030.7">28691 5013 3844 0,'-28'-5'120'0,"9"4"18"0,5-3 23 0,9 3 7 0,5 1 17 0,21-9 10 15,19 2 9-15,32 0-19 0,37 2-19 16,15 0-17-16,13 0-17 0,7 1-11 0,11 3-14 16,9 1-8-16,7 1-10 0,-3 5-14 15,-2 1-8-15,-11 1-26 0,-17-1-29 0,-12 1-24 16,-38-4-36-16,-15-1-42 0,-22-1-31 16,-5 0-38-16,-16-1-56 0,-9-1-68 0,-9 2-67 15,-9 0-98-15,-3-2-133 16,0 0-67-16,0 0 58 0,0 0-333 0,-51 0-403 0</inkml:trace>
  <inkml:trace contextRef="#ctx0" brushRef="#br0" timeOffset="182566.49">26338 5666 2616 0,'-37'0'42'0,"7"-3"5"0,-1 1 9 0,6 2 23 0,-2-1 26 0,6 1 19 0,3-2 25 16,5 2-8-16,4-2 3 0,9 2-11 15,0 0-12-15,0 0-2 0,66-5 3 16,18 0 7-16,42 0-3 0,28 0-10 0,22 0-20 16,71-1 0-16,19 5-8 0,12 8-14 15,7 1-8-15,7 6-5 0,6 5-5 0,-9 1-10 16,-13-1-2-16,-15 2-4 0,-19-3-6 16,-64-5-1-16,-18-5-6 0,-22 0-3 0,-20-2-3 15,-33-3-5-15,-17-1 2 0,-22-2 2 16,-6-4-5-16,-13 2-16 0,-12-3-24 0,-7 1-38 15,-10-1-50-15,2 5-72 0,-29-13-87 16,-11 2-116-16,-19-1-156 0,-6 2-71 16,-9 1 60-16,-33-2-290 0,-11 2-329 15</inkml:trace>
  <inkml:trace contextRef="#ctx0" brushRef="#br0" timeOffset="183249.54">25657 5704 2553 0,'11'-5'152'0,"-4"1"4"0,-1 1-13 0,-1 0-10 0,-5 3 19 0,0 0 15 0,0 0 21 15,16 6 4-15,-14 2 2 0,-2 4-5 16,-2 5-9-16,-5 4-3 0,-4 11-3 0,0 1 0 16,-3 1-11-16,1 2-9 15,-6 5-18-15,6-9-8 0,-3-2-13 0,5 0-11 16,0-1-5-16,3-4-8 0,0-6-8 15,5-2 5-15,-1-3-17 0,2-1-2 0,2-1-5 16,0-2-3-16,4 1-7 0,5-1 6 16,3 0-16-16,9-5-5 0,13 4-7 0,8-2 0 15,5-2-5-15,18-2-14 0,8-3-8 16,6 0-31-16,16 2-13 0,24 1 10 0,13 6-2 16,11-2 3-16,15 5-2 0,7 1 2 15,61 7 1-15,-5-3-8 0,1-1-10 16,-3 1-11-16,-51-5-6 0,53 3-8 0,-53-3 4 15,-6 0-4-15,-2-4 4 16,-11-1 1-16,-12 0 5 0,-13-2 7 0,-9-3 7 0,-36-2 6 16,-10 0 9-16,-4-3 19 15,-16-1 32-15,-6-1 23 0,-6 0 22 0,3-2 18 16,-6-1 1-16,-7 1 10 0,-4 0 7 16,8-3 8-16,-8 0 5 0,-5 1 8 0,0-2-1 15,-1-2 1-15,5-5-6 0,-6 1 0 16,1-8-10-16,-5-7-13 0,-1 5-8 0,-2-7-6 15,1-5-12-15,-6 3-10 0,0-3-7 16,-2 4-7-16,-1 8 3 0,-1 5-19 16,0 5-11-16,-3-1-31 0,-1 4-35 15,0 2-27-15,1 5-38 0,-1 2-45 0,-4 3-53 16,-2 0-83-16,10 2-101 0,0 0-97 0,-26 7-121 16,15-1-130-16,-3 2 55 0,-3 2-587 15,-2 1-735-15</inkml:trace>
  <inkml:trace contextRef="#ctx0" brushRef="#br0" timeOffset="185179.98">25995 5984 3643 0,'8'-12'-72'0,"-2"1"36"0,3 1 46 0,-4 2 43 0,4 1 59 16,-2-2 38-16,0 2 13 0,-3 3-1 0,2-2-16 15,-6 6 8-15,10 0 19 0,-10 0 19 16,11 10 23-16,-9 4-13 0,0 5-9 16,-2 0 17-16,-2 8-13 0,-4 10 1 15,1 6-10-15,-4-4-8 0,4-3-14 0,-3 1-11 16,1-1-17-16,2-3-7 0,-4-2-19 16,4-5-8-16,-1-7-9 0,2-1-15 0,1-1-8 15,-1-3-7-15,-1-3-23 0,4 2-36 16,-1-2-55-16,0-4-55 0,0-1-74 0,2 1-86 15,0-7-113-15,2 9-135 0,-2-9-130 16,0 0-144-16,0 0 81 0,27-20-649 0,-6 4-810 16</inkml:trace>
  <inkml:trace contextRef="#ctx0" brushRef="#br0" timeOffset="185429.71">26555 5951 3960 0,'0'-15'31'0,"-1"4"38"0,1 2 50 0,-2 0 42 16,2 4 21-16,0 5 11 0,-2-9-11 16,2 9-2-16,0 0 14 0,0 0 14 0,-18 31-2 15,7-4 7-15,-3 6-15 0,3 4-17 16,-3 9-14-16,3 1-20 0,-1 1-14 0,-2 0-12 16,3-1-7-16,-2-7-13 0,6-1-15 15,0-4-37-15,-2 0-39 0,-2-4-41 16,6-6-49-16,-1-4-65 0,4-2-78 15,1-4-105-15,-1-3-89 0,0-2-85 0,4-3-118 16,1-2-95-16,5-1 57 0,-8-4-528 16,23-2-650-16</inkml:trace>
  <inkml:trace contextRef="#ctx0" brushRef="#br0" timeOffset="185630.58">27051 5975 3198 0,'1'-7'50'0,"1"2"43"0,-2 5 34 0,0 0 39 15,0 0 37-15,0 0 22 0,-26 19 12 16,14-4 3-16,-7 12-17 0,2-1-17 16,2 3-24-16,2 6-12 0,-1-2-24 15,5 1-18-15,-4 1-10 0,3-2-37 0,0 2-51 16,5-2-64-16,-3 0-86 0,-4-4-99 16,5 1-101-16,-11-6-111 0,7-3-143 0,-12-3-69 15,7-2 64-15,-4-6-409 0,-1-3-463 16</inkml:trace>
  <inkml:trace contextRef="#ctx0" brushRef="#br0" timeOffset="191513.35">27495 5753 1338 0,'0'0'478'0,"0"0"-115"0,0 0-78 0,0 0-30 0,0 0 0 15,0 0-3-15,-12-3-5 0,12 3-11 16,0 0 9-16,0 0-2 0,0 0-8 16,0 0-4-16,0 0 1 0,0 0-2 15,0 0 0-15,0 0-7 0,-11-2-3 0,11 2-24 16,0 0-10-16,0 0-5 0,0 0-17 15,0 0-11-15,0 0-13 0,0 0 8 0,0 0 10 16,-7 15-1-16,5-3-4 0,-2 3-7 16,-2 6-7-16,-6 10-1 0,3-1 1 0,-3 3-10 15,-1 1-63-15,1 5-66 0,-1-4 0 16,2-2 0-16,-1-2 0 0,-1 0 0 0,4-4 0 16,3-5 0-16,-2-3 0 0,3-4 0 15,1-3 0-15,-2 1 0 0,5-4 0 16,-2-2 0-16,1 2 0 0,2-9 0 15,-4 12 0-15,2-6 0 0,2-6 0 0,-1 7 0 16,1-7 0-16,-2 8 0 0,2-8 0 16,0 0 0-16,-2 6 0 0,2-6 0 0,0 0 0 15,0 0 0-15,0 0 0 0,0 0 0 16,0 0 0-16,0 0 0 0,0 0-38 0,0 0-547 16,0 0-115-16,-11-14-127 0,11 14-14 15,-10-9 90-15,4 1-762 0,1 4-959 0</inkml:trace>
  <inkml:trace contextRef="#ctx0" brushRef="#br0" timeOffset="192945.49">27574 5670 3762 0,'0'0'-216'0,"0"0"58"0,0 0 47 0,7-9 48 0,-7 9 45 16,0 0 43-16,0 0 35 0,0 0 41 15,0 0 24-15,0 0 26 0,2-7 19 0,-2 7 12 16,0 0 12-16,0 0 15 0,0 0 4 16,0 0-3-16,0 0 2 0,0 0 0 0,0 0 2 15,0 0-27-15,0 0-1 0,0 0 1 16,0 0-11-16,0 0-6 0,-10-5-7 15,10 5-10-15,0 0-13 0,0 0-15 0,0 0-8 16,0 0-12-16,0 0-10 0,0 0-10 16,-10-4-8-16,10 4-7 0,0 0-10 15,0 0-6-15,-14-2-5 0,14 2-5 0,0 0-5 16,0 0-2-16,-22 2-2 0,22-2-4 16,0 0-1-16,-15 4-10 0,15-4 0 15,-11 0-2-15,11 0 0 0,-16 4-2 0,16-4-4 16,-15 5-1-16,10-3 4 0,5-2-3 15,-16 6-3-15,7-4-1 0,-1 2 0 0,10-4 1 16,-14 6 3-16,7-4-5 0,7-2-1 16,-16 5 0-16,11-1-1 0,5-4 3 0,-11 6-1 15,11-6 4-15,-14 2 0 16,14-2-1-16,-9 6 2 0,9-6 3 0,-10 6-3 0,5-4-8 16,5-2-4-16,-14 7 0 15,9-4 0-15,5-3 0 0,-12 7 0 0,6-5 0 16,6-2 0-16,-9 8 0 0,3-4 0 15,6-4 0-15,-9 8 0 0,9-8 0 0,-12 5 0 16,6-1 0-16,6-4 0 0,-9 8 0 16,9-8 0-16,-8 6 0 0,2 0 0 15,3-1 0-15,3-5 0 0,-10 12 0 0,7-8 0 16,-3 2 0-16,1-1 0 0,2 2 0 16,-5 0 0-16,7 1 0 0,-3-1 0 15,-2 2 0-15,5-1 0 0,-4 2 0 16,1-1 0-16,0 1 0 0,3 0 0 0,-3 1 0 15,0-1 0-15,2 0 0 0,-1 0 0 16,-1 2 0-16,2 0 0 0,-1 1 0 0,0 1 0 16,1-3 0-16,0-1 0 0,0 5 0 15,0-3 0-15,0 2 0 0,1-3 0 0,1 1 0 16,0 0 0-16,-2-1 0 0,2 1 0 16,-2 0 0-16,4-1 0 0,-4 1 0 0,2-1 0 15,0-1 0-15,-2 0 0 0,2 1 0 16,0-1 0-16,-2 2 0 0,0-2 0 0,2 0 0 15,0 0 0-15,0 2 0 0,2-2 0 16,-2-3 0-16,2 2 0 0,-2 0 0 16,2-1 0-16,0 1 0 0,0-3 0 15,-1 4 0-15,1-3 0 0,6-1 0 0,-2 0 0 16,2 2 0-16,-1-2 0 0,0-2 0 16,5 2 0-16,-1-1 0 0,2 0 0 0,-1-2 0 15,1 1 0-15,3-2 0 0,-3 1 0 16,-1-1 0-16,1-1 0 0,0-1 0 15,1 0 0-15,-1 0 0 0,0-1 0 0,-1-1 0 16,1-1 0-16,0 1 0 0,0-2 0 16,-1 1 0-16,3-2 0 0,1 0 0 0,-3-2 0 15,1-2 0-15,-2 1 0 0,1-1 0 16,-2 1 0-16,0-2 0 0,1 2 0 16,-3-2 0-16,-2-1 0 0,3 3 0 0,0-3 0 15,-3-1 0-15,0 0 0 0,2 0 0 16,-4 3 0-16,3-5 0 0,-3-2 0 0,1 1 0 15,0-4 0-15,2-2 0 0,-3 1 0 16,3 0 0-16,2-10 0 0,-5 5 0 16,1 0 0-16,-1 3 0 0,-1 1 0 0,0-1 0 15,-4 3 0-15,3 2 0 0,-6-2 0 16,1 2 0-16,-2 2 0 0,-1-1 0 16,-3 2 0-16,1 1 0 0,-5-3 0 0,-1 2 0 15,-3 3 0-15,2-1 0 0,0 4 0 16,-5-1 0-16,0 1 0 0,-3 2 0 0,6 0 0 15,-2 4 0-15,2-2 0 0,-4 2 0 16,6 2 0-16,-2 0-738 0,1 2-188 16,-3 2 29-16,3-4 98 0,0 6-844 0,2 0-1081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38:02.4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6313 10778 855 0,'0'0'220'0,"0"0"-33"0,0 0-8 0,2-5-4 0,-2 5 5 0,0 0 0 0,0 0 1 15,5-11-4-15,-5 11 22 0,0 0 4 16,0 0 2-16,2-6-1 0,-2 6-2 0,0 0-14 16,0 0-9-16,6-7-13 0,-6 7-12 15,0 0-13-15,0 0-17 0,0 0-10 0,0 0-5 16,0 0-11-16,5-5-5 0,-5 5-12 15,0 0-4-15,0 0-11 0,0 0 4 0,0 0 5 16,0 0 8-16,0 0 1 16,0 0-12-16,0 0-8 0,0 0-4 0,-24-2-7 15,24 2-7-15,-17 0-4 0,17 0-4 16,-19 2-4-16,5-2-4 0,0 2-2 16,-2-1-6-16,-2 3-2 0,-2-3-1 0,-3 3-2 15,-2 1-4-15,1-4 1 0,-1 6-4 16,2 0 0-16,-7 4-4 0,-1 0-1 0,2 1-2 15,4 4 0-15,-1 0 0 0,4 1 0 16,-2 2 1-16,9-3-2 0,0 0-1 16,3 2 0-16,-1-3 3 0,4 0-5 0,0 4 3 15,2-3-4-15,1 4 2 0,-1-1 0 16,3-1 1-16,3-1 0 0,-4-1-1 16,5 3 1-16,0-2-1 0,-2 3 2 15,4-4-3-15,1 3 3 0,-1-1 1 0,1 0-2 16,1 1 0-16,1 2-1 0,-1-6 3 15,4 4-2-15,-4-3 1 0,4-1 1 0,-1 5 0 16,2-4 1-16,1 1 3 0,0 0 0 16,-1-1 8-16,3-1 4 0,-3 1 0 0,2-3 2 15,-1 1-2-15,-2-2 3 0,1 0 4 16,-4-1 0-16,6 2 3 0,-6-3 5 16,3 4 3-16,-3-2 6 0,4 0 4 15,-6 2 2-15,5-1 2 0,-7 3 9 0,3 1 7 16,-2 1 4-16,-2 0-3 0,0 3 5 15,-2 4-12-15,-2 0-2 0,-1 10-6 16,-1 0-4-16,-4-1-5 0,-1 0-10 0,0 0 12 16,-3 2-2-16,1 0 5 0,-1-1 0 15,0-2 1-15,-2-3 1 0,-1 3-5 0,3-2-6 16,-4-2 2-16,-2 0-1 0,-1 1 1 16,1 1-8-16,-1-5 0 0,-4 2-4 15,3-4-2-15,0-2-1 0,1-1-1 0,3-6-3 16,2-1 0-16,0-2-5 0,5-4-1 15,2 1-1-15,-3-2 2 0,3-2-4 16,-1 0 4-16,2-2-3 0,8-3-4 16,-13 4-1-16,13-4-4 0,0 0 0 0,-13 0-1 15,13 0-5-15,0 0-1 0,0 0-6 16,0 0 1-16,0 0 2 0,0 0 1 0,0 0-5 16,20-14 2-16,-20 14-1 0,22 7 4 15,-8 5-1-15,6 9-2 0,-1 7 0 0,-4 3 5 16,5 10-6-16,-9 5 11 0,-4 7-7 15,-1 5 6-15,-6 1-3 0,-1 6 8 0,-8 0 8 16,2 1 7-16,-4 1 4 0,-3 4-1 16,1-3 5-16,-1 2 1 0,1-1 1 15,-3 2-1-15,-6 13 5 0,3-20-1 16,1 3-5-16,-6 15-3 0,1-1-23 16,-4 2-5-16,8-19 0 0,1 0 0 0,-4 5 0 15,-1 16 0-15,1-1 0 0,6-14 0 16,0 1 0-16,0-2 0 0,0-2 0 0,3 1 0 15,2-2 0-15,1 0 0 0,1-4 0 16,0 1 0-16,0-5 0 0,0-2 0 0,2 0 0 16,1-2 0-16,3-11 0 0,-4-2 0 15,3 1 0-15,-1 0 0 0,1-2 0 0,0 2 0 16,-1-1 0-16,3-3 0 0,-3 0 0 16,0-3 0-16,3 1 0 0,0-5 0 0,0-3 0 15,2-5 0-15,-2 3 0 16,2 0 0-16,0-5 0 0,0 2 0 0,0-1 0 15,0-5 0-15,0 5 0 0,0-5 0 16,2-2 0-16,0 2 0 0,2 1 0 16,0-3 0-16,0 2 0 0,2-3 0 0,-1 1 0 15,3 0 0-15,-1 3 0 0,1-7 0 16,-2 3 0-16,1 0 0 0,1 0 0 0,0-4 0 16,-1 2 0-16,1-1 0 0,-1-3 0 15,2-2 0-15,-4 2 0 0,2-1 0 0,-1-1 0 16,4 0 0-16,-2-3 0 0,1 1 0 15,0-1 0-15,3-1 0 0,-3-2 0 16,-9 0 0-16,25-2 0 0,-12 2 0 16,1 0 0-16,-1-2 0 0,-1 1 0 0,1-1 0 15,-4 2 0-15,-9 0 0 0,16-2 0 16,-16 2 0-16,15 0 0 0,-15 0 0 0,12 0 0 16,-12 0 0-16,0 0 0 0,0 0 0 15,14 0 0-15,-14 0 0 0,0 0 0 0,0 0 0 16,0 0 0-16,4 4 0 0,-4-4-374 15,0 0-333-15,0 0-184 0,-13 12 20 0,9-9 91 16,4-3-774-16,0 0-996 0</inkml:trace>
  <inkml:trace contextRef="#ctx0" brushRef="#br0" timeOffset="4665.35">7590 11385 794 0,'-18'-2'120'0,"5"-1"-17"0,0 2-20 0,1-2 14 0,1 0 7 0,-1-1 9 0,3 3 5 0,0 0 0 15,9 1 6-15,-16-6 0 0,11 5-3 16,5 1-3-16,-10-4 1 0,10 4-3 16,-7-2 0-16,7 2-9 0,0 0-10 15,0 0-6-15,22-8-11 0,5 4-1 0,19 2-9 16,22 1-3-16,13-3-10 0,39 4-3 15,7 4-12-15,10-1-1 0,10 5-6 0,11 2 4 16,8-1-6-16,10 3-5 0,47 8-2 16,-53-5-3-16,-3-1-4 0,1 1-3 0,-5-5-1 15,-7-2 0-15,-7-3 1 0,-11-4-4 16,-12-1-2-16,-39-1-1 0,-11-4 2 16,-8-1 2-16,-20 0 4 0,-10 2-4 15,-4-1 28-15,-10-3 1 0,-9 2 1 0,-4 0-10 16,-5 0-2-16,-2 0-6 0,-3 1-1 15,-1 5-4-15,2-8-1 0,-2 8-40 16,-2-7-50-16,2 7-59 0,0 0-75 0,-1-7-93 16,1 7-171-16,0 0-64 0,0 0 70 15,-17 0-119-15,17 0-83 0</inkml:trace>
  <inkml:trace contextRef="#ctx0" brushRef="#br0" timeOffset="11997.17">25051 1841 1863 0,'0'0'131'0,"0"0"16"0,-5-10 32 0,5 10 37 0,-4-8 40 15,4 8 39-15,0-13 18 0,0 5 0 0,0 8-4 16,4-15 0-16,-4 5 19 0,0 4-4 16,2-2-1-16,-2 8-5 0,2-12-24 0,-2 12-26 15,0-11-33-15,0 11-28 0,0-6-21 16,0 6-21-16,0 0-12 0,0 0 3 15,-6 31-10-15,2-7-16 0,1-1-10 0,-3 10-7 16,0 1 7-16,0 2-9 0,1-2-7 16,-3 2-45-16,3 0-59 0,-6-3 0 15,6 0 0-15,-1-1 0 0,1-8 0 16,-2-3 0-16,6-1 0 0,-3-3 0 0,0 0 0 16,0 0 0-16,3-1 0 0,-1-4 0 15,-2 1 0-15,2-4-230 0,0 0-176 16,1-2-87-16,1-7-116 0,-2 4-167 0,2-4-69 15,0 0 80-15,0 0-618 0,3-29-837 16</inkml:trace>
  <inkml:trace contextRef="#ctx0" brushRef="#br0" timeOffset="12279.8">24924 1723 4018 0,'-9'-2'-15'0,"9"2"30"15,-16-4 64-15,16 4 63 0,-11-3 55 16,11 3 21-16,0 0 0 0,-12-3-7 0,12 3-2 16,0 0-6-16,0 0 1 0,0 0 2 15,0 0 11-15,0 0-9 0,0 0-21 0,27-6-18 16,-8 3-13-16,4 0-16 16,6 1-14-16,0-2-13 0,7 1-14 0,1-2-10 15,-8 4-13-15,-8-3-28 0,0 2-27 0,-8 0-23 16,2 2-35-16,-3 0-53 0,-12 0-43 15,21-3-56-15,-21 3-66 0,13-2-67 16,-13 2-61-16,0 0-60 0,13 5-85 16,-7-3-135-16,-6-2-66 0,5 10 76 15,-4-1-411-15,-1-1-535 0</inkml:trace>
  <inkml:trace contextRef="#ctx0" brushRef="#br0" timeOffset="12563.9">25368 2063 3262 0,'-8'0'174'0,"8"0"28"0,0 0 39 16,-15 4 59-16,15-4 38 0,0 0 6 15,0 0-17-15,0 0-28 0,0 0-30 16,0 0-27-16,0 0-25 0,0 0-23 0,0 0-20 15,42-7-16-15,-26 7-16 0,5 0-30 16,-5 0-53-16,6-2-71 0,-4 2-75 0,3 2-74 16,-1-2-86-16,-5 0-86 0,0 0-101 15,-2 0-126-15,1 0-205 0,-5 3 45 16,1-3 85-16,-10 0-419 0,12 8-528 16</inkml:trace>
  <inkml:trace contextRef="#ctx0" brushRef="#br0" timeOffset="12779.7">25387 2276 2864 0,'-13'8'113'15,"6"-7"60"-15,-4 2 22 0,11-3 43 0,-7 6 51 16,7-6 51-16,-6 4 14 0,6-4-15 16,0 0-22-16,0 0-14 0,0 0-14 15,0 0-19-15,0 0-28 0,36 3-20 0,-16-4-28 16,-2 2-20-16,9-2-32 0,0-1-53 15,-2 0-79-15,0-2-81 0,-7 2-79 16,7 0-84-16,-7-2-82 0,-2-2-96 16,-4-1-114-16,1 1-152 0,-3-3-76 0,-2 0 76 15,-4-1-457-15,-3 0-604 0</inkml:trace>
  <inkml:trace contextRef="#ctx0" brushRef="#br0" timeOffset="13263.69">26821 2069 3257 0,'-20'-2'15'0,"3"0"10"0,4 2 33 16,-3-2 44-16,16 2 70 0,-20 0 41 0,20 0 17 15,-14 0-10-15,14 0-6 0,0 0-11 16,-17 0-9-16,17 0-1 0,0 0 19 16,0 0 13-16,0 0-7 0,74 0-21 15,-20 2-16-15,16 2-19 0,10-2-16 0,10 0-15 16,3-2-13-16,22 4-12 0,-3-1-14 15,-2-2 1-15,5 3-19 0,-24-2-1 16,-5 0-4-16,-3-2-17 0,-9 0 2 0,-21 0-3 16,-10-2 0-16,-6 2 2 0,-13 0 23 15,0-2 13-15,-6 2 10 0,-2-2 3 0,-3 0 4 16,-1 1-9-16,-12 1-6 0,16-3-14 16,-16 3-77-16,16 0 0 0,-16 0 0 15,11-2 0-15,-11 2 0 0,0 0 0 0,9-4 0 16,-9 4-210-16,0 0-153 0,0 0-115 15,0 0-168-15,0 0-243 0,0 0 58 16,0 0 96-16,-20-11-639 0,20 11-827 16</inkml:trace>
  <inkml:trace contextRef="#ctx0" brushRef="#br0" timeOffset="14129.4">25048 3304 3668 0,'-2'-12'75'0,"2"12"47"0,-4-7 16 0,4 7 11 0,0 0 19 16,0 0 13-16,0 0 0 0,0 0 30 16,0 0 38-16,0 0 17 0,-11 32-11 0,9-12-19 15,-1 3-16-15,0 10-14 0,-1-4-11 16,2-1-26-16,0 7-14 0,2-3-20 16,-1-7-8-16,1 1-16 0,-2-1-9 0,2 0-33 15,-2-1-55-15,-2-4-69 0,2-1-83 16,1-1-98-16,-3-1-113 0,1-6-108 15,-1 1-103-15,2-3-106 0,1-2-82 0,-1-3 76 16,2-4-526-16,0 0-661 0</inkml:trace>
  <inkml:trace contextRef="#ctx0" brushRef="#br0" timeOffset="14414.23">25003 3231 3143 0,'1'-14'18'0,"3"-3"48"16,0 8 32-16,1-2 34 0,4 4 52 0,4-3 45 15,-1 3 30-15,2 2 19 0,5 3 11 16,2 0-4-16,0 6-7 0,4 4-9 16,6 4-14-16,-4 2-18 0,2 1-21 0,-4 4-19 15,-6-3-13-15,-2 5-11 0,-3-4-6 16,-7-1 2-16,1 2 0 0,-6-2-2 0,-2-1-10 16,-2 0-11-16,-2 2-14 0,-2-3-13 15,1 2-11-15,-2-3-41 0,-4 1-67 0,0-3 0 16,4-1 0-16,-3-2 0 0,0-1 0 15,1-2 0-15,4-2-8 0,5-3-231 16,0 0-81-16,-22-8-102 0,17 1-102 16,1-4-97-16,8-2-116 0,-2 1-53 15,1-1 80-15,3-1-589 0,1-1-758 0</inkml:trace>
  <inkml:trace contextRef="#ctx0" brushRef="#br0" timeOffset="14597.67">25458 3337 3638 0,'0'0'75'15,"4"5"30"-15,-4-5 35 0,0 0 62 16,0 0 54-16,0 0 47 0,0 0 9 16,0 0-20-16,7 5-29 0,-7-5-26 0,0 0-25 15,16 2-20-15,-3-2-38 0,-13 0-78 16,26 0-108-16,-7 1-107 0,-2-1-129 0,5 0-125 16,-4 2-145-16,2-2-211 15,-6 1 58-15,6 1 84 0,-6 2-427 0,-3-1-508 16</inkml:trace>
  <inkml:trace contextRef="#ctx0" brushRef="#br0" timeOffset="14763.71">25559 3543 3208 0,'-20'10'219'0,"7"-4"45"0,-1 1 47 0,7-2 61 16,-2-1 31-16,1-1 3 0,8-3-19 16,-10 6-29-16,10-6-36 0,0 0-30 15,-7 4-27-15,7-4-27 0,0 0-23 0,0 0-29 16,0 0-63-16,38 1-78 15,-38-1-116-15,30-7-116 0,-9 2-123 0,4-2-119 16,-3-3-145-16,10-1-171 0,0-1-38 16,1 0 84-16,-1 4-599 0,2-3-756 0</inkml:trace>
  <inkml:trace contextRef="#ctx0" brushRef="#br0" timeOffset="15163.14">26616 3563 3794 0,'-26'3'9'0,"1"1"20"0,5-1 30 15,6-1 51-15,2 0 50 0,0-2 25 16,12 0 1-16,0 0 0 0,0 0-3 15,0 0-7-15,47 5-8 0,19-5-20 0,16-2-13 16,8 0-18-16,27 2-10 0,10-1-13 16,4 1-4-16,2 3-8 0,1 2-11 0,-5-2-3 15,-8 1-6-15,-30-3-3 0,-14 1-3 16,-13 0-3-16,-17-2 49 0,-4-2 45 16,-14 0 26-16,-7 2 16 0,-7-1 2 15,0-2-12-15,-5 2-22 0,0-2-16 16,-10 3-16-16,11-7-14 0,-11 7-23 0,3-7-35 15,-3 7-49-15,0-8-78 0,0 8-92 16,0 0-90-16,-11-10-103 0,6 6-116 0,-9 3-132 16,1-1-211-16,-6-2 37 0,-2 4 87 15,-2-1-604-15,-5-1-757 0</inkml:trace>
  <inkml:trace contextRef="#ctx0" brushRef="#br0" timeOffset="29028.06">28614 2009 1747 0,'-7'-10'298'0,"5"1"-33"0,-1 3-17 0,1-2 7 0,2 8 16 0,-2-10 21 0,2 10-7 0,0-10-20 15,0 10 12-15,-2-9-8 0,2 9-10 16,-2-6-10-16,2 6-26 0,0 0-23 0,0-9-21 16,0 9-25-16,0 0 16 15,0 0 7-15,0 0-12 0,-3 24-20 0,-1-9-16 16,0 8-9-16,-4 8-9 0,-1 7-16 0,-4 8-7 16,3-7-6-16,0-1-3 15,1 2-11-15,-5-3-14 0,5-2-1 0,0-2-5 16,-1 0-1-16,2-8-37 0,3-4-57 15,-1-1-51-15,3-3-58 0,-2-2-56 0,-1-3-71 16,5-2-67-16,1-1-46 0,-2-4-78 16,2-5-101-16,-2 3-152 0,2-3 50 0,0 0-473 15,0 0-618-15</inkml:trace>
  <inkml:trace contextRef="#ctx0" brushRef="#br0" timeOffset="29360.43">28544 2017 2911 0,'-3'-16'-69'0,"3"0"64"16,0 2 46-16,0 2 54 0,2 0 44 16,-1 2 32-16,6-1 17 0,-3 2 11 0,1 0-9 15,3 2-14-15,3 1-5 0,-1 2-16 16,1 1-16-16,3 3-16 0,-14 0-7 0,30 5-18 16,-9 1-9-16,0 5-7 0,6 3-8 15,-1 1-5-15,-7-3-9 16,-3-2-6-16,-2 2-3 0,-2-3-8 0,-2-1 2 15,-1 3 25-15,-3-5 29 0,0 4 27 16,-2-4 29-16,-3 2 12 0,-1-1 9 0,0-7-8 16,-5 16-4-16,-1-7-20 0,0-1-10 15,-3 1-15-15,-2 0-11 0,-1-3-27 16,0 1-40-16,1-3-57 0,1 0-57 0,1 2-49 16,9-6-68-16,-21 0-79 0,21 0-78 15,-15-7-77-15,9 2-102 0,2-1-123 0,4 6-69 16,-2-9 62-16,2 9-421 15,0 0-549-15</inkml:trace>
  <inkml:trace contextRef="#ctx0" brushRef="#br0" timeOffset="29877.7">29029 2280 2871 0,'-15'8'65'0,"3"-4"65"16,1 0 56-16,3 0 40 0,8-4 22 15,-12 2-3-15,12-2-15 0,-5 3-26 0,5-3-21 16,0 0-14-16,-9 6-17 0,9-6-14 16,0 0-15-16,0 0-11 0,0 0-10 15,0 0-8-15,-8 3-7 0,8-3 5 16,0 0 11-16,0 0 18 0,0 0 22 16,0 0-5-16,0 0-4 0,0 0-1 0,0 0-1 15,8-29-12-15,-7 15-12 0,1-1-9 16,0-2-6-16,0-2-8 0,-2 0-6 0,0 0-8 15,-2 1-3-15,2 2-3 0,0 3-10 16,-4 1-4-16,4 1-3 0,0 3-11 16,-1-1-8-16,1 1-7 0,0 8-8 0,-2-10 1 15,2 10-11-15,-4-10-12 0,4 10-7 16,-2-7-8-16,2 7 3 0,0 0-4 0,2-9-4 16,-2 9 12-16,11-7 4 0,-2 3 4 15,9-2-1-15,-1 3-2 16,0 1-4-16,1-2 11 0,-4 2-8 0,0 0 0 15,-1 2-4-15,-13 0 9 0,23 2-8 16,-10 4 4-16,-1-1-6 0,-3 7 12 0,1 0-4 16,0 5 3-16,-1 3 5 0,-3 1 1 15,-1-2-4-15,1 3 3 0,-3 0 2 16,0-6 0-16,1 2 1 0,-2-1 1 0,0 0-3 16,-1-1-14-16,1-3-46 0,0-1-55 15,0 0-60-15,-2-5-82 0,0 3-71 0,2-2-68 16,0-2-82-16,1 1-118 0,2-1-145 15,-5-6 56-15,9 4-498 0,-1-1-647 16</inkml:trace>
  <inkml:trace contextRef="#ctx0" brushRef="#br0" timeOffset="30312.85">29600 2177 3024 0,'0'0'-29'0,"0"0"58"0,-14-1 42 0,14 1 57 0,0 0 33 0,-14-2 18 0,14 2-3 0,0 0-8 16,0 0-3-16,0 0 5 0,0 0-4 15,0 0-7-15,0 0-11 0,0 0-6 0,0 0-6 16,0 0-2-16,28-12 4 16,-20 10 0-16,0-3-1 0,0-2 2 0,-1 2-6 0,-2-3 1 15,4 1-9-15,-4 0 0 16,-1 0-13-16,0-1-14 0,-4 8-10 0,2-14-9 15,-4 7-9-15,2 7-14 0,-9-12-1 16,-4 8-10-16,2 2-3 0,-1 2-6 16,12 0-5-16,-37 4-8 0,14 2 2 0,0 2-4 15,-5 5 2-15,1 3-2 0,0 3-5 16,4 1-4-16,3 1 0 0,4 1-2 0,5-3 4 16,1-2 1-16,6-2-2 15,-2 1 6-15,6-1 14 0,0 1 11 16,4-1 4-16,2 1 2 0,4-1-1 0,1 1-4 15,1-3-9-15,-1-2-1 0,4 1-1 16,-3-3-5-16,1-1 0 0,-1-3-5 0,1 2-29 16,-2-4-47-16,1-1-58 0,-1 0-79 15,-11-2-93-15,23 0-89 0,-12-2-100 0,-1-3-137 16,-1 2-185-16,3-3 40 0,-2 0 96 16,-1 2-464-16,-2-1-591 15</inkml:trace>
  <inkml:trace contextRef="#ctx0" brushRef="#br0" timeOffset="30626.6">29919 1519 2947 0,'2'-19'-22'0,"0"6"58"0,-2 1 58 0,0 2 46 0,0 2 13 0,0 8-18 0,0-6-16 0,0 6 40 0,0 0 22 15,-8 22 6-15,-2 11 10 0,3 6 14 0,-11 17 22 16,7 4-5-16,-2 7-13 16,0 5-13-16,-4 23-20 0,-1 2-10 0,5 3-15 15,1-1-14-15,-1 0-9 0,0 0-11 16,2-9-12-16,1-18-36 0,2-6-42 16,-3 0-58-16,2-8-66 0,-2-4-52 0,-1-7-34 15,-2-9-44-15,3-5-50 0,0-5-45 16,0-9-40-16,6-6-58 0,-3-5-48 15,5-2-53-15,3-6-53 0,-8-2-448 0,8 2-490 16</inkml:trace>
  <inkml:trace contextRef="#ctx0" brushRef="#br0" timeOffset="30896.22">29726 2263 2690 0,'2'-19'-15'0,"-2"2"61"0,2 3 44 15,0 4 40-15,-2 2 32 0,1 1 24 0,2 0 9 16,3 0-3-16,1 2-5 0,1 0-13 15,-8 5-13-15,17 0-19 0,-17 0-11 16,21 5-13-16,-8 0-8 0,-2 5-7 16,3-1-4-16,-1 4-8 0,1 1-4 0,-7-2 4 15,3 0 6-15,-3 0 6 0,0-1 12 16,-4 0 6-16,1-1 8 0,-2 3-5 0,-2-5-4 16,0 2-8-16,-4 0-12 0,0-1-5 15,3-1-15-15,-3 0-23 0,-3-2-48 16,2 0-62-16,-3-1-65 0,8-5-90 0,-11 2-92 15,11-2-90-15,0 0-120 16,-12-9-181-16,11 3 3 0,2-4 73 0,-1 2-358 0,8-1-449 16</inkml:trace>
  <inkml:trace contextRef="#ctx0" brushRef="#br0" timeOffset="31392.79">30111 2392 2594 0,'-9'5'45'0,"3"0"42"0,0-1 36 16,6-4 37-16,0 0 20 0,-11 3 1 15,11-3-15-15,0 0-18 0,0 0-15 0,0 0-11 16,-7 5-11-16,7-5-13 16,0 0-3-16,0 0-8 0,0 0-7 0,0 0 8 15,0 0 14-15,0 0 8 0,0 0 11 16,0 0 12-16,14-19 4 0,-12 11 1 15,2-3-7-15,-4-1-7 0,0-1-10 0,0-7 4 16,-2 0 0-16,0-3 0 0,0 2-7 16,1 3-8-16,-1 1-5 0,-2 5-8 15,2-2-17-15,0 4-15 0,1 2-6 0,-3-1-4 16,4 9-15-16,-10-7-10 0,6 4-20 16,4 3-13-16,0 0-17 0,-9-5-7 0,9 5-3 15,0 0 2-15,0 0 1 16,0 0 8-16,0 0 11 0,0 0-1 0,32-5 0 15,-15 3 0-15,2-2 6 0,0 3-3 16,-2-3 4-16,-1 4-1 0,-3 0 2 16,-13 0-8-16,23 2 0 0,-12 0 8 0,-1 3-5 15,-3 2 5-15,3 3 1 0,-3 4 5 16,1-1 1-16,-4 3 3 0,2-1 0 16,-5 2-3-16,1 1 5 0,2-1-2 0,-2 1 0 15,0-1-21-15,-2 0-50 0,2-1-56 16,-2-2-74-16,2 0-73 0,-2 0-52 0,4-2-66 15,-2-2-82-15,3-2-121 16,-1-2-51-16,4-1 48 0,0-1-280 0,3 0-359 16</inkml:trace>
  <inkml:trace contextRef="#ctx0" brushRef="#br0" timeOffset="31709.54">30517 2268 2381 0,'0'-7'65'0,"0"7"58"0,-4-10 48 0,4 10 42 0,0 0 17 0,0 0 5 0,0 0 7 15,0 0 2-15,0 0-4 0,0 0-22 16,0 0-18-16,0 0-13 0,0 0-19 16,-18 22-14-16,18-13-9 0,0-1-23 15,2 2-9-15,-1-1-10 0,-1 1-12 0,6 2-20 16,-2-1-26-16,-1-1-22 0,5-2-15 16,-2 1-10-16,2-1 1 0,-1-2 3 15,0 0 0-15,0-1 27 0,-2 0 35 0,-5-5 21 16,0 0 24-16,12 3 14 0,-12-3 16 15,0 0-4-15,0 0-1 0,9-19-12 0,-9 9-12 16,0-5-11-16,-2 1-13 0,0-5-12 16,-2-1-6-16,3 3-10 0,-3 0-18 15,0 2-43-15,-1 0-57 0,-6 4-59 0,6 3-56 16,-4-1-74-16,-3 6-78 16,1 1-81-16,-2 2-108 0,-3 7-161 0,3 0-64 0,5 1 77 15,0-3-468-15,6 2-601 16</inkml:trace>
  <inkml:trace contextRef="#ctx0" brushRef="#br0" timeOffset="31929.67">30954 2159 3128 0,'-7'-11'24'16,"6"4"58"-16,-1 1 56 0,2 6 33 0,-9-7 8 15,9 7 3-15,0 0-1 0,-24 3-1 16,24-3-13-16,-20 12-11 0,4 2-25 15,5-2-16-15,-3 5-9 0,3 0-13 0,4 0-23 16,-3 4-47-16,2-3-49 0,3 1-62 16,-1-3-49-16,6-3-55 0,0 5-55 0,4-3-66 15,0 1-93-15,-1-4-146 16,7 0-33-16,0-3 55 0,1 1-167 0,3 0-192 16</inkml:trace>
  <inkml:trace contextRef="#ctx0" brushRef="#br0" timeOffset="32812.15">31164 2237 1901 0,'0'0'56'0,"-20"2"41"16,20-2 26-16,-11 5 23 0,11-5 12 16,-12 5-11-16,12-5-5 0,-7 6-18 15,7-6-5-15,-4 4 0 0,4-4-21 16,0 0-7-16,0 11-7 0,0-11-10 0,0 0 1 15,11 6-7-15,-11-6-5 0,14 4-7 16,-14-4-1-16,17 0-4 0,-17 0 20 0,0 0 9 16,21-4 25-16,-14-2 26 0,-1 3 17 15,2-5 9-15,-2 4 1 0,-6 4 2 16,7-13-10-16,-3 8-18 0,-1 0-10 0,-3 5-19 16,0 0-11-16,-1-10-15 0,1 10-8 15,0 0-6-15,0 0-16 0,0 0-4 16,-38 15-7-16,29-10-8 0,-4 4-9 15,6-1-2-15,0 0-4 0,-1-2-3 16,2 1-4-16,2 1-4 0,0 0 6 0,4-8-4 16,0 9 3-16,0-9 2 0,11 9-1 15,-2-6 0-15,4-1 0 0,1-4-2 0,6-1-8 16,3 0-7-16,2-3-1 0,9-3 4 16,2-3 0-16,-3-2 3 0,-1-3 3 15,0-1 9-15,-1 0 12 0,-1-1 14 0,-5 2 13 16,-5 5 11-16,-6 0 9 0,0 5 3 15,-6 0-10-15,1 2-5 0,-6 0-14 16,4 2-10-16,-7 3-6 0,0 0 1 16,0 0-2-16,0 0-5 0,-2 18 1 15,-4-2 2-15,0-3 24 0,-3 6 31 0,2 0 54 16,-6 0 26-16,1 6 15 0,-2 1 11 16,1 0 12-16,0-1 2 0,-3-1-7 0,-1 1 3 15,4-4-106-15,2-4-88 0,-5 5 0 16,3-3 0-16,3-4 0 0,-1-1 0 15,1-2 0-15,0 0 0 0,5-3 0 0,-3-1 0 16,5 0 0-16,-3 1 0 0,1-4 0 16,5-5 0-16,-3 11 0 0,3-11 0 0,-4 4 0 15,4-4 0-15,0 0 0 16,0 0 0-16,29-12 0 0,-4-5 0 0,1-3 0 16,10-11 0-16,0-8 0 0,5-9 0 15,1 2 0-15,-1-1 0 0,-2 3 0 16,-7 3 0-16,-1 6 0 0,-11 8 0 0,-6 10 0 15,-3 1 0-15,-3 6 0 0,0-1 0 16,-4 5 0-16,-4 0 0 0,0 6 0 0,0 0 0 16,-22-3 0-16,22 3 0 0,-28 11 0 15,11 4 0-15,0-3 0 0,-7 10 0 16,8 0 0-16,0-3 0 0,-1 5 0 0,5 2 0 16,3-2 0-16,4-6 0 15,-1 3 0-15,0-3 0 0,2-3 0 0,2 1 0 0,-2-5 0 16,4 3 0-16,-1-2 0 15,-1-1 0-15,0-3 0 0,0 1 0 16,0-2 0-16,0-2 0 0,2-5 0 0,-3 13 0 16,1-8 0-16,2-5 0 0,-9 11 0 15,4-6-43-15,-4-2-442 0,-3 2-86 0,-1-1-120 16,-5-1-202-16,0 1 56 0,-4 3 102 16,-1-1-604-16,-7 3-794 0</inkml:trace>
  <inkml:trace contextRef="#ctx0" brushRef="#br0" timeOffset="33992.76">24345 2697 3768 0,'-11'15'-126'0,"0"1"38"0,6-3 38 0,1-1 37 0,2 1 51 0,6-2 66 16,3 1 43-16,13 0 14 0,16 2 9 16,17-2 2-16,14-3 5 0,8-3-1 0,6-6-9 15,11-3-16-15,20-6-14 16,5-3-12-16,-6-3-13 0,0-2-12 0,-5-2-10 15,-6-5-5-15,-1-3-13 0,-9-2-6 16,-10-4-8-16,-21 4-3 0,-3-2-6 0,-9-4-5 16,-3-4-6-16,-8-4-2 0,-3-4-7 15,-8-7-1-15,-7-5-5 0,-2 1 0 16,-13-8-5-16,3-1-4 0,-10-5-5 0,-3-6-6 16,-11-19 1-16,-7 3-3 0,-5 6-2 15,-12 6-3-15,-8 8 0 0,-2 14-1 0,-14 10-2 16,7 20-1-16,-9 11 0 0,-16 10 3 15,-6 12 2-15,-30 18-3 0,-9 16 4 16,-3 14 0-16,-32 28 3 0,10 4 1 0,42-13 0 16,5 0 1-16,13 7 3 15,17 3 0-15,13 3 0 0,21-1-3 0,16-2 3 16,19-13-1-16,18 2 6 0,18 12-4 16,22-8-2-16,15-8-33 0,19-7-40 0,11-4-54 15,9-11-62-15,7-4-63 0,-3-6-60 16,1-6-63-16,-13-8-72 0,-28-9-92 15,-9-3-123-15,-18-5 58 0,-13-2-293 0,-4-2-375 16</inkml:trace>
  <inkml:trace contextRef="#ctx0" brushRef="#br0" timeOffset="34992.54">25334 3214 2346 0,'-23'-26'-86'0,"-7"-3"29"0,1 4 24 0,-2 4 28 0,-3 4 34 0,4 3 18 0,-6 4 9 0,-1 5 10 15,3 7 13-15,-10 7 8 16,-9 14 20-16,-1 10 13 0,-11 18 11 0,4 10 2 15,8 7 14-15,4 7 3 0,6 7-1 16,9 6-5-16,7 0-7 0,18-18-13 0,5 5-5 16,12 3-9-16,17 5-10 0,11-8-5 15,14-9-9-15,13-7-8 0,9-10-3 16,10-9-8-16,9-12-7 0,4-6 12 0,-16-9-7 16,0-5 12-16,2-8 18 0,-4-4 26 15,2-9 21-15,-4-3 24 0,-9-9 5 0,12-14-4 16,-21 6-10-16,-3-2 3 0,-6-7-8 15,-9-1-22-15,-3-7-12 0,-3-1-9 0,-6-5-12 16,-6-7-12-16,-10-1-5 0,0-2-33 16,-11-2-30-16,-6-2-27 0,-3 0-22 15,-14-13-25-15,-2 20-19 0,-15-7-19 16,6 23-12-16,-10 5-13 0,-3 5-7 0,-3 10-15 16,-4 7-14-16,-2 7-24 0,-1 8-31 15,5 7-33-15,-13 5-37 0,4 6-51 16,0 9-72-16,10 3-101 0,4 2-135 0,8 0 53 15,5 0-292-15,10-5-361 0</inkml:trace>
  <inkml:trace contextRef="#ctx0" brushRef="#br0" timeOffset="35525.26">25812 3420 2509 0,'0'0'13'0,"0"0"2"0,-34-17 9 0,23 10 27 0,-2-5 25 0,1-1 17 0,1-3-7 16,-2-2-3-16,2-2-2 0,4-9-10 0,1-1-16 15,2 2 2-15,4 3-5 0,4-11-9 16,2-3-4-16,1 0-3 0,8-10-4 15,3-4-8-15,-2 1-4 0,6-3-5 16,-5 0 2-16,2 2-2 0,-2 2-3 0,1 1-2 16,-5 16 2-16,-4 0-5 0,-1 9 0 15,0 6-1-15,-7 4-1 0,5 3-3 0,-4 5-5 16,0 4 3-16,-2 3-2 0,0 0-1 16,-8 27 8-16,5 10-4 0,-8 12-4 15,0 8 4-15,0 6 7 0,1 5-2 0,1 5 2 16,2-3 1-16,3-1-1 15,0-6-3-15,6-4 10 0,-2-10-10 0,2-9 6 16,-2-1-12-16,4-10 10 0,-3-7-10 0,-1-5 6 16,2-2 10-16,0-5 9 0,4-2 6 15,-1-3-5-15,3-3-6 0,-8-2-3 16,23-7 6-16,-11-1-4 0,2-6-5 16,8-9-5-16,-1-4-5 0,-4-2 1 0,-2 0 3 15,2-2-4-15,-3 4-9 0,-3 7-15 16,-2 5-17-16,-2 3-23 0,-6 5-27 0,3 0-30 15,-4 7-20-15,0 0-36 0,0 0-35 16,0 0-55-16,-25 14-66 0,16-5-120 0,-1 2-217 16,0 4-163-16</inkml:trace>
  <inkml:trace contextRef="#ctx0" brushRef="#br0" timeOffset="39891.86">12150 9099 1777 0,'-17'0'23'0,"17"0"25"0,-14 0 20 0,14 0 21 0,-12 2 27 0,12-2 23 0,-11 0 27 15,11 0 26-15,0 0 18 0,-13-2 6 0,13 2 6 0,0 0-7 16,0 0-7-16,-11 0-10 0,11 0-13 15,0 0-15-15,0 0-14 0,0 0 18 0,0 0 7 16,0 0 3-16,0 0-6 0,36 0-5 16,-13 0-5-16,3 2-7 0,17-1-1 15,2-2-18-15,9 1-13 0,12 0-10 16,5-2-6-16,1 2-7 0,0-2-21 0,1-2-1 16,-2 0-12-16,-3 0-1 0,3 1-24 15,-6 2-3-15,-12 1-3 0,-6-2-7 16,2 2 2-16,-6 0-10 0,1-2-1 0,-6 0 3 15,-4 2 14-15,-3-2 9 0,-2 1-13 16,-1-1 22-16,14 0-12 0,-3-2 1 0,-2-2 7 16,1 4-10-16,0-4 4 0,-1 0-10 15,-3 0-5-15,-3 2-4 0,-7-1 0 16,-1 2-6-16,0-1-1 0,0-1-3 16,-3 2-2-16,-2-1 0 0,1 1-1 0,2-1-6 15,-4 3 5-15,3-3-5 0,-4 1 0 16,4 1-3-16,-2-1-2 0,0 1-4 0,1 0 7 15,0 1-4-15,-2 1-1 0,3-2-1 16,-2 2 3-16,3 0 0 0,0-2-2 0,-4 0-2 16,4 2-1-16,-4 0 1 0,1-1-5 15,-4 2 0-15,2-1 3 0,-1 0-1 16,1 0 6-16,-2 0-8 0,2 2-8 16,1-2 8-16,0 0 4 0,3 2 4 0,2-2-3 0,-3-2 0 15,4 2-2-15,6 0 3 16,0 0-5-16,-2-2 2 0,14 1-1 0,0-1 1 15,2 0 1-15,-3 1-1 0,-6 1 2 16,7-2-2-16,-5 0-1 0,-11 2 3 0,2-2-2 16,2 1 2-16,-4-1-3 0,-4 2 3 15,-1-1 0-15,2-1 2 0,-3 0-12 0,-1 0 13 16,7 1-15-16,2-3 10 0,11-1 5 16,3 2-3-16,-1-1 2 0,1 2-5 0,2-1 9 15,-4 0-9-15,1 1-1 16,-6 2-3-16,-7 0 1 0,0-2 4 0,-8 2 0 0,0 0-6 15,-5 0 8-15,-2 0 1 0,2 0 0 16,-4 2 14-16,-10-2 11 0,15-2 15 16,-15 2 8-16,13 2 8 0,-13-2 2 15,11 0 0-15,-11 0-52 0,0 0-10 0,14 0 0 16,-14 0 0-16,0 0 0 0,13 0 0 16,-13 0 0-16,0 0 0 0,0 0 0 0,0 0 0 15,16 0 0-15,-16 0 0 0,0 0 0 16,0 0 0-16,0 0 0 0,0 0 0 0,0 0-290 15,0 0-142-15,0 0-141 0,0 0-179 16,0 0-101-16,0 0 88 0,-43 5-774 0,23 0-984 16</inkml:trace>
  <inkml:trace contextRef="#ctx0" brushRef="#br0" timeOffset="41274.89">7424 10224 1161 0,'0'0'236'0,"0"-8"-45"0,0 8-14 0,0-9 1 0,0 9 3 16,0-9-5-16,0 9-13 0,0 0-12 16,0-10-12-16,0 10-12 0,0 0-14 0,0 0 9 15,0 0 10-15,0 0 2 0,-17 19 3 16,11-7-6-16,-6 5-6 0,3 0-4 0,0 2-4 15,-7 6-8-15,5-3-6 16,4-5-8-16,-2 0-5 0,0-1-8 0,2-1-9 16,1-5-4-16,4-1-10 0,-4-2 1 15,2 0-3-15,2-1-5 0,0-1 0 16,2-5-3-16,-3 7 5 0,3-7-16 0,0 0 4 16,0 0-7-16,0 0-5 0,0 0 1 15,2-20-6-15,-2 8-2 0,1-1-7 0,-1-2-2 16,2 0-3-16,-2 1 0 0,0-2-1 15,2 3-1-15,-2-1-3 0,2 2 1 0,-2 3 0 16,0-1-2-16,0 2 0 0,0 0-7 16,2 3-5-16,-2 5 8 0,5-10-6 0,-5 10 4 15,7-2 2-15,-7 2-4 16,0 0 0-16,20 4 4 0,-10 2-4 0,0-2 5 16,-1 3 0-16,1 1-2 0,-1 0-2 15,0-2 2-15,-2-1-2 0,0 1-1 16,-1-2 5-16,-1-2-6 0,-1 2 11 0,-4-4 13 15,10 7 10-15,-10-7 12 0,6 4 6 16,-6-4 3-16,0 0-6 0,9 1-5 0,-9-1-1 16,0 0-5-16,6-10-1 0,-6 10-5 15,1-11-4-15,1 6 0 0,-2 5-4 0,3-13-3 16,-3 5-1-16,0 8-2 16,2-10 0-16,-2 10-4 0,0-9-2 0,0 9-1 15,-2-8-1-15,2 8-4 0,0 0 1 16,-8-6-1-16,8 6-1 0,-9 0 2 0,9 0-2 15,0 0 4-15,-24 4-5 0,17-2-2 16,-2 0 1-16,9-2 2 0,-18 4 0 16,18-4 1-16,-13 0-1 0,13 0 5 0,-15-2-1 15,15 2 0-15,-11-6 2 0,2 2-3 16,7 0 2-16,2 4 0 0,-5-9-5 0,5 9 1 16,-4-6-2-16,4 6-3 0,0 0 1 15,8-6-8-15,-8 6-25 0,6-4-29 0,-6 4-28 16,0 0-34-16,13-2-36 15,-13 2-47-15,0 0-41 0,19 3-51 0,-19-3-76 16,11 5-116-16,-5 1-128 0,-1-2 61 16,4 5-341-16,-2-1-382 0</inkml:trace>
  <inkml:trace contextRef="#ctx0" brushRef="#br0" timeOffset="42175.57">15655 10829 2936 0,'-12'16'302'0,"5"-4"-10"0,-1-4-1 16,3 3 8-16,1-5 1 0,1 0 11 0,3-6 1 0,0 9-11 15,0-9-12-15,14 6-21 0,1-4-17 0,4-4-22 16,15-7-18-16,4 0-24 16,10-8-23-16,0-4-12 0,-1-2-19 0,2 1-10 15,-8-2-16-15,-7 7-16 0,-3 0-5 16,-10 6-9-16,-4 1-7 0,-3 2-8 0,-3 3-4 15,-1-1-12-15,-3 0-27 0,2 2-25 16,-1 2-43-16,-4-4-41 0,2 2-67 0,-6 4-68 16,7-5-80-16,-7 5-102 0,4-8-103 15,-4 8-115-15,4-6-155 0,-4 6 59 0,3-6-671 16,-3 6-844-16</inkml:trace>
  <inkml:trace contextRef="#ctx0" brushRef="#br0" timeOffset="49024.19">24535 6032 3492 0,'0'0'-118'0,"0"0"46"0,0 0 21 0,0 0 38 0,0 0 43 0,0 0 55 0,0 0 37 15,0 0 18-15,-20 9 13 0,20-9 8 16,0 0 5-16,-9 3 8 0,9-3 8 16,0 0 11-16,0 0 12 0,0 0 18 15,0 0 26-15,0 0 18 0,0 0 18 0,0 0 12 16,0 0-9-16,0 0-20 0,-9-10-18 15,9 10-20-15,-2-13-18 0,2 5-17 0,0-1-20 16,2-3-18-16,2 0-16 0,0-2-36 16,-1 1-105-16,6-1 0 0,-6 0 0 0,6 3 0 15,-3 0 0-15,4 1 0 0,-1 2 0 16,2 2 0-16,3 1 0 0,-1 3 0 0,5 2 0 16,-2 4 0-16,8 3 0 0,2 6 0 15,3 5 0-15,-4 0 0 0,-5 5 0 16,2-3 0-16,-5 6 0 0,-4-6 0 15,-4-3 0-15,0 2 0 0,-4-3 0 0,-1 2 0 16,-2-7 0-16,0 1 0 0,-2-1 0 16,0 1 0-16,0-4 0 0,0 1 0 15,0-9 0-15,0 13 0 0,-2-8 0 0,2-5 0 16,0 0 0-16,0 0 0 0,0 0 0 16,0 0 0-16,0 0 0 0,0 0 0 0,9-43 0 15,7 13 0-15,-2 1 0 0,6-3 0 16,-1 3 0-16,1 2 0 0,4 3 0 0,-5 2 0 15,-2 6 0-15,-5 4 0 0,-1 4 0 16,0 3 0-16,1-1 0 0,-1 6 0 16,0 0 0-16,3 6 0 0,-1 1 0 15,1 3 0-15,-1 2 0 0,6 9 0 0,-1 0 0 16,0 2 0-16,-2 3 0 0,-3 0 0 16,-2-4 0-16,1-3 0 0,-5 1 0 0,1-1 0 15,-3-3 0-15,2-1 0 0,-4 0 0 16,1-1 0-16,0-4 0 0,-3 1 0 0,1-3 0 15,2 2 0-15,-2-5 0 0,2 2 0 16,-3-2 0-16,-1-5-148 0,5 4-475 0,-5-4-119 16,0 0-159-16,0 0 78 0,17-10-862 15,-10 3-1120-15</inkml:trace>
  <inkml:trace contextRef="#ctx0" brushRef="#br0" timeOffset="49239.87">25501 6071 4746 0,'0'0'89'0,"0"0"56"0,-28-1 54 0,28 1 68 0,0 0 39 16,0 0 18-16,0 0-4 0,0 0-14 0,0 0-33 15,0 0-25-15,0 0-27 0,34-14-24 16,-17 11-27-16,8-2-50 0,11-2-66 0,-1 0-80 16,-1-1-88-16,2 3-91 0,-4-3-89 15,-3 2-102-15,-6 0-105 0,-7 0-111 16,-2 2-142-16,2-3 2 0,-7 3 82 15,2-1-575-15,-5 2-707 0</inkml:trace>
  <inkml:trace contextRef="#ctx0" brushRef="#br0" timeOffset="49556.48">25731 5816 3504 0,'-13'-7'109'0,"8"2"73"16,5 5 57-16,-9-8 54 0,9 8 37 0,-6-4-9 15,6 4 1-15,0 0-21 16,0 0-11-16,0 0-17 0,31 2-15 0,-17 3-16 0,2 0-20 16,3 5-18-16,6 5-18 15,0 3-19-15,-4 2-16 0,-1 1-8 0,-1 3-18 16,-2 0-9-16,-3 1-8 0,-1 3-3 16,-8-8-105-16,2 1 0 0,-3-1 0 15,-4-3 0-15,0 1 0 0,-4-1 0 0,-4 2 0 16,0 2 0-16,-3-4 0 0,-1 0 0 15,-6 3 0-15,-5 1 0 0,-1-4 0 0,-1 0 0 16,7-2 0-16,0-7 0 0,4-2 0 16,-2 2 0-16,3-1 0 0,-1-5-350 0,3 0-135 15,2 0-98-15,9-2-117 16,-20-6-140-16,15 1 73 0,-1-1-752 0,6-3-964 16</inkml:trace>
  <inkml:trace contextRef="#ctx0" brushRef="#br0" timeOffset="49906.16">26588 5678 3999 0,'-8'-22'34'0,"2"5"74"15,0 3 64-15,3 5 63 16,-1-2 58-16,-2 4 4 0,5 0 0 0,1 7-23 0,-6-10-28 15,6 10-17-15,0 0 24 16,0 0-4-16,-3 24-24 0,1-5-19 0,2 6-19 16,0 13-11-16,0 5-8 0,-1 2-12 15,1 1-7-15,-2 11-8 0,0-11-44 0,0-2-97 16,0-1 0-16,-1-4 0 0,1-4 0 16,-2-7 0-16,2-6 0 0,0-3 0 0,0-4 0 15,1 2 0-15,-2-7 0 0,3 2 0 16,-2-3 0-16,2-2 0 0,0-7 0 0,0 12 0 15,0-9 0-15,0-3 0 0,0 0-468 16,0 0-178-16,0 0-152 0,0 0-67 16,19-14 90-16,-8 5-803 0,3-7-1019 15</inkml:trace>
  <inkml:trace contextRef="#ctx0" brushRef="#br0" timeOffset="50306.5">26918 5961 4028 0,'0'0'-38'0,"0"0"94"16,0 0 57-16,-18 17 55 0,18-17 52 15,0 0 42-15,-4 4 29 0,4-4-1 16,0 0-11-16,0 0-17 0,0 0-21 0,22 4-20 16,-22-4-19-16,18-4-25 0,-6 2-15 0,1 0-19 15,1-4-13-15,1 0-10 16,-1 1-12-16,-5-1-6 0,4 0 13 0,-3-2-5 15,-3-1 0-15,1 1 0 0,-5 0-6 16,1-3-7-16,-2 2-89 0,-4 1-8 0,-4-2 0 16,1 3 0-16,-4-2 0 0,-5 4 0 15,-3 2 0-15,2 1 0 0,-4 4 0 0,0-2 0 16,-3 6 0-16,4 3 0 0,-1 1 0 16,1 2 0-16,3 2 0 0,1 1 0 0,5 1 0 15,2-1 0-15,3 0 0 16,2-1 0-16,2 1 0 0,2 1 0 0,4-1 0 0,1 0 0 15,0-2 0-15,9 0 0 16,-1-3 0-16,2 0 0 0,5-1-233 0,0-3-97 16,3 0-65-16,-2-5-51 0,0-1-27 15,0 0-27-15,-3-5-14 0,3 0 0 0,1-2-5 16,-4-1 10-16,3-9 21 0,-4 4-624 16,0 1-582-16</inkml:trace>
  <inkml:trace contextRef="#ctx0" brushRef="#br0" timeOffset="50689.65">27230 5997 2785 0,'16'-17'-109'0,"-7"3"68"0,-2 1 68 0,-1 3 70 16,-3-1 58-16,2 3 50 0,-1 0 46 15,-2 0 34-15,-2 8 17 0,1-10 17 16,3 3 12-16,-4 7-6 0,2-6-7 16,-2 6-21-16,0 0 15 0,0 0-5 0,0 0-17 0,0 0-22 15,0 0-22-15,0 0-20 16,-9 29-18-16,5-19-21 0,1 2-14 0,0 1-17 16,1 4-20-16,-4-5-9 0,3 5-119 15,1-5-8-15,-2 2 0 0,0-1 0 0,2-3 0 16,-2 0 0-16,2-1 0 0,0-2 0 15,0 0 0-15,2-7 0 0,-2 10 0 0,2-10 0 16,0 0 0-16,0 0 0 16,0 0 0-16,0 0 0 0,12-22 0 0,-2 7 0 15,3 1 0-15,6-11 0 0,0 3 0 0,2-1 0 16,-2 3 0-16,-2 5 0 0,-3 1 0 16,-3 5 0-16,1 1 0 0,-1 3 0 0,-2-1 0 15,-1 3 0-15,2 3 0 16,-10 0 0-16,19 3 0 0,-12 1 0 0,3 3 0 15,-3 0 0-15,1 2 0 0,-2-1 0 16,-1 4 0-16,1-2 0 0,-2 2 0 0,-1-2 0 16,4 0 0-16,-3 0 0 0,1-1 0 15,-1 1 0-15,-1-4-234 0,3 2-281 0,-1-3-84 16,0 1-98-16,6-2-96 0,0-2 14 16,7 2-777-16,-1 0-998 0</inkml:trace>
  <inkml:trace contextRef="#ctx0" brushRef="#br0" timeOffset="51022.92">27866 5796 3918 0,'-11'-4'-91'0,"-1"2"89"0,12 2 70 0,-25 2 65 16,14 2 43-16,2 0 36 0,-3 4 20 0,1 2 19 16,0 0-10-16,1 2 13 0,0 2-5 15,5-1-15-15,-1 1-17 0,2 1-14 0,0 1-13 16,6-3-21-16,-2-1-13 15,2 0-15-15,2 0-12 0,2-1-10 0,-1-3-12 16,3 0-12-16,2-1-5 0,-1-5-9 16,0 0-9-16,5 0-5 0,-14-2-5 0,23-4-5 0,-11 2-8 15,-3-2-1-15,-2-5-6 16,2 2-2-16,-4-2-5 0,-1 1-3 0,-1-1-6 16,-3-4-4-16,0-1-2 0,0 2-4 15,-3-3-19-15,1 1-26 0,-2 2-43 0,-1-3-47 16,0 6-47-16,-2 2-42 0,-3 0-40 15,5 4-56-15,-5 0-68 0,10 3-66 16,-17 0-64-16,17 0-72 0,-19 4-73 0,11 0-43 16,8-4-598-16,-5 5-748 0</inkml:trace>
  <inkml:trace contextRef="#ctx0" brushRef="#br0" timeOffset="51322.58">27818 5883 3322 0,'7'10'-88'0,"-3"2"84"15,-3-1 79-15,-1-2 58 0,0 3 42 16,0 4 48-16,0 1 25 0,-3 5 14 0,1 3 3 15,-5 8 29-15,2-1 7 0,-1 4 10 16,4 0 15-16,1 1 0 0,-1-1-19 0,0 3-20 16,2-2-5-16,0-2-11 0,-2-3-19 15,-2-7-25-15,4 0-19 0,-4-3-20 16,-2-2-188-16,2-3 0 0,1-1 0 0,-5-3 0 16,3-1 0-16,-3-1 0 0,-2-5 0 15,1 2 0-15,-1-4 0 0,-1-2 0 16,-2-2 0-16,13 0 0 0,-32-8 0 15,10-1 0-15,-3-5 0 0,0-6 0 0,0 1 0 16,3-3 0-16,1 0 0 0,2-1 0 16,2 0 0-16,-1-1 0 0,7 7 0 0,6-3 0 15,-3-1-422-15,6 0-329 0,2-1-179 16,3-1 77-16,11-10 99 0,6 1-770 0,9-6-969 16</inkml:trace>
  <inkml:trace contextRef="#ctx0" brushRef="#br0" timeOffset="51988.29">28446 5593 3938 0,'-4'-12'35'0,"-2"2"76"0,5 3 45 16,-3 2 47-16,4 5 29 0,-8-5 27 16,8 5 28-16,0 0-2 0,-17 13-8 0,10 1-6 15,-4 3-22-15,-2 10-20 0,1 1-23 16,1 3-18-16,-2 2-19 0,0-2-16 0,0 0-16 15,-1-1-27-15,1-1-3 0,-1-1-16 16,1-3-5-16,4-6-15 0,-3 0-2 0,1-3-23 16,2-1-17-16,-4-1-12 0,4-4-11 15,2 1-13-15,-3-5-20 0,2 0-7 0,1-4-45 16,7-2-27-16,-12 0-14 0,12 0-7 16,-9-6-9-16,9 6-6 0,-4-14-4 0,6 5 0 15,0-3-7-15,5 0-7 16,5-3-18-16,8-4-17 0,2-1-5 0,4 3-9 15,-1-2-7-15,8 2-1 0,6-7-1 16,4 3 6-16,0-4 1 0,5-1 1 16,-1 1 8-16,2-2 14 0,-2-4 15 0,-1-2 13 15,-3-1 16-15,-2-2 28 0,-5-2 30 16,-6-1 38-16,-1-1 27 0,-12 8 30 0,-3-1 23 16,-3 6 22-16,-8 3 23 15,1 7 0-15,-6 3 12 0,-2 2 4 0,-1 5 9 16,-4 1 2-16,-3 2 11 0,-3 4 8 15,-8 4-1-15,0 2 6 0,-11 10 5 0,3 1-2 16,1 3-2-16,-6 9-8 0,3 2-3 16,5 0-9-16,4 0-6 0,-1 6-12 0,9-8-6 15,-4 3-10-15,9 0-9 0,-1-3-6 16,5-2-5-16,1-9-7 0,5-1-2 16,1-2 2-16,1-1 3 0,1-2 8 0,6 1 12 15,0-1 3-15,3-5 6 0,4-1 6 16,1 0 15-16,-4-4 8 0,2 1 6 0,-3 0 4 15,3 1 8-15,-3-2 10 0,0 1 2 16,2 1-5-16,-4 2-3 0,-2-2-11 0,5 6-6 16,-3-2-16-16,-1 1-11 15,2 1-7-15,-3-1-5 0,3 3-12 0,-5-4-15 16,3 2-48-16,0 1 0 0,-3-3 0 16,1 1 0-16,-1-1 0 0,4 0-27 0,-6-2-129 15,3 1-42-15,1-2-59 0,-1-2-91 16,4 1-117-16,-3-2-135 0,6-2-204 0,-13 0 31 15,33-6 83-15,0 0-627 0,10-5-775 16</inkml:trace>
  <inkml:trace contextRef="#ctx0" brushRef="#br0" timeOffset="52341.44">29753 5711 3690 0,'-20'0'56'0,"2"0"53"0,0 4 58 0,4-1 45 0,0 0 29 0,1 4 10 0,-1 3 4 0,3-2-3 16,2-1-6-16,0 7-14 0,2-2-8 15,3-3-22-15,2 2-20 0,1-1-28 0,1 2-20 16,1-2-13-16,1 1-12 0,4-1-10 16,0-2-8-16,5 1-4 0,-1-4-24 0,0 0-14 15,3 1-14-15,0-5-10 16,1-1 0-16,-2 2-2 0,-12-2 4 0,25-5-2 15,-15 1 9-15,0-1-1 0,-1-2 1 16,-2-1 0-16,2-4 0 0,-6 0-9 0,-1-5-3 16,0 1 0-16,0-2-9 0,-2 1-2 15,-4-2-19-15,2 3-28 0,2 2-46 0,-1 0-38 16,-3 2-50-16,1 4-56 0,-2-2-60 16,-1 4-77-16,2 4-70 0,-1-3-97 15,5 5-147-15,0 0-48 0,0 0 83 0,0 0-497 16,0 0-608-16</inkml:trace>
  <inkml:trace contextRef="#ctx0" brushRef="#br0" timeOffset="52655.76">29978 5618 2968 0,'0'0'-7'0,"0"0"66"16,0 0 63-16,0 0 65 0,0 0 57 0,13 14 24 16,-11-3 22-16,0 2 17 0,-2 1 17 15,0 3 7-15,0 3-8 0,0-3-11 16,0 3-12-16,-2 3-17 0,-2-5-18 0,3 1-19 15,-3-2-22-15,-2-1-18 0,2-1-16 16,0-3-12-16,0-2-14 0,2 1-5 0,-1-3-3 16,-1-3-64-16,4-5-92 0,-7 9 0 15,7-9 0-15,0 0 0 0,0 0 0 0,0 0 0 16,-20-14 0-16,17 4 0 16,1-2 0-16,2-2 0 0,0-6 0 0,3-17 0 15,5-2 0-15,6-13 0 0,0-3 0 16,8 1 0-16,3-3 0 0,-1 0 0 0,2 9 0 15,3 2-76-15,-2 7-343 0,-4 11-76 16,0 5-67-16,-4 4-74 0,-2 9-102 16,-4 4-44-16,-1 6 83 0,-12 0-588 0,9 9-746 15</inkml:trace>
  <inkml:trace contextRef="#ctx0" brushRef="#br0" timeOffset="52824.32">29989 5656 3506 0,'-17'16'-19'0,"4"-4"44"0,2-1 44 15,3-5 36-15,2 0 28 0,0 2 10 16,6-8 1-16,0 9-9 0,0-9-14 0,0 0-13 16,13 10-38-16,-1-8-56 0,-1-2-67 15,11 0-87-15,-2-2-83 0,7-2-85 0,14-2-66 16,2 0-92-16,12-5-74 0,4 1 54 16,2-2-182-16,4-3-164 0</inkml:trace>
  <inkml:trace contextRef="#ctx0" brushRef="#br0" timeOffset="53056.52">31135 5120 2006 0,'-7'-11'130'0,"0"-1"43"0,2 4 42 16,-1 2 32-16,1 1 32 0,5 5 14 0,0 0 16 16,0 0 23-16,-31 17 7 0,15-3 3 15,2 11-10-15,-2 2-26 0,-1 6-27 16,-2 10-26-16,3 3-25 0,-1 2-20 0,2 1-22 15,0 1-19-15,1 2-9 0,1-5-24 16,2-7-31-16,1-4-60 0,-1 2-68 0,-3-6-68 16,5 0-62-16,1-1-61 0,3-8-59 15,-1-2-65-15,2-7-53 0,-2-1-75 16,1 1-93-16,-1-8-116 0,4 2 39 16,0-3-458-16,2-5-565 0</inkml:trace>
  <inkml:trace contextRef="#ctx0" brushRef="#br0" timeOffset="53222.01">30689 5701 2804 0,'-9'-9'0'16,"0"1"80"-16,4 2 67 0,-1 3 42 16,6 3 45-16,-7-7 21 0,7 7 10 0,-6-5-4 15,6 5-16-15,0 0-26 0,0 0-13 16,9-12-35-16,3 7-61 0,3 0-73 16,6-2-102-16,9-3-81 0,5-2-89 0,3 2-93 15,0-1-118-15,3 1-150 16,15 2 1-16,1 1-362 0,-11 1-434 0</inkml:trace>
  <inkml:trace contextRef="#ctx0" brushRef="#br0" timeOffset="53589.71">31194 5614 2672 0,'-16'2'41'0,"4"0"38"15,-1 2 36-15,6 1 31 0,7-5 26 16,-11 5 4-16,11-5-3 0,-8 4 11 0,8-4 5 15,0 0-2-15,0 0-7 0,0 0-10 0,0 0-19 16,0 0-16-16,0 0-10 0,0 0-13 16,0 0-12-16,0 0-8 0,44-9-14 15,-31 0-3-15,-3 3-8 0,-1-4-7 16,-1 3-8-16,-1-2-1 0,-2 1-2 16,-2 1-3-16,-3 0 1 0,0 7 5 0,0 0 7 15,-6-10 13-15,6 10 22 0,-13 0 13 16,13 0 14-16,-23 10 3 0,12 0 10 0,-3 2 3 15,1 4 6-15,0-1 4 0,1 2-1 16,1 2-11-16,4-4-10 0,-2 4-15 16,4-5-7-16,1 2-13 0,2-3-6 15,2-1-12-15,2-1-35 0,0 3-39 0,2-6-72 16,3 2-85-16,5-1-82 0,-1-3-82 16,7 0-83-16,-2-1-87 0,4-3-104 0,1-1-144 15,1-1 13-15,3-1 71 0,0-3-498 16,0-1-621-16</inkml:trace>
  <inkml:trace contextRef="#ctx0" brushRef="#br0" timeOffset="53856.02">31537 5574 2941 0,'0'0'-28'0,"-2"-10"62"0,2 10 39 16,0 0 49-16,-4-7 52 0,4 7 50 16,0 0 39-16,0 0 23 0,0 0 21 0,0 0 8 15,13 22-17-15,-9-13 1 0,0 1-1 16,-3 2-10-16,-1 0-10 0,0 2-11 15,0-1-18-15,-1 4-13 0,-3-3-15 16,-2 1-3-16,3-1 2 0,-6 1-7 0,-4-1-5 16,2 1-21-16,-4-1-187 0,-2-2 0 15,-1-5 0-15,2 3 0 0,-4-2 0 0,6-1 0 16,-2-2 0-16,-2 0 0 0,9-1 0 16,-6-4 0-16,5 3 0 0,10-3-127 0,-15-3-427 15,15 3-151-15,0 0-194 0,4-9 54 16,4 2 86-16,9-6-704 0,15 1-912 15</inkml:trace>
  <inkml:trace contextRef="#ctx0" brushRef="#br0" timeOffset="54338.22">31914 5506 4253 0,'-19'-6'34'0,"4"6"73"0,2 2 61 15,-3 2 46-15,1 3 35 0,-2 3 11 0,-6 5 16 16,-1 6 7-16,0 1 0 0,5 4-13 15,1-1-17-15,0 1-26 0,0 3-21 16,7-3-20-16,2-3-20 0,4-6-16 0,-2 3-11 16,2-3-17-16,3 1-7 0,0-5-16 15,2-1-12-15,0 0-43 0,2-3-44 16,1 3 0-16,8-4 0 0,-4-3 0 16,4 1 0-16,1-5-46 0,1-1-58 0,6-1-24 15,0-5-14-15,4-1-10 0,7-6-7 16,1-8-1-16,3-6 1 0,2-7 4 0,1-9 1 15,1-7 3-15,5-16 5 0,0-3 8 16,-3-3 18-16,-3-8 9 0,-4-2 18 0,-5 2 20 16,-6 12 23-16,-9 8 26 0,-3 2 37 15,-6 16 25-15,-4 4 9 0,0 11 7 16,-4 4 8-16,0 8 1 0,-2 1 9 0,-4 6 21 16,3 4 30-16,-7 6 21 15,-1 6 19-15,-4 11 15 0,1 11 7 0,-2 14-5 16,1 9-13-16,4 8-15 0,1 3-13 15,3 10 7-15,5-4 1 0,3 5-48 0,1 0-99 16,6-3 0-16,3-1 0 0,4-4 0 16,5-6 0-16,-1-1 0 0,-2-11 0 0,-2-11 0 15,2-9-159-15,-4 0-162 0,-2-9-24 16,2-9-38-16,0-3-58 0,-2-2-40 0,-1-5-53 16,-6-1-19-16,0 0-43 0,19-14-22 15,-13 2-661-15,-1-3-738 0</inkml:trace>
  <inkml:trace contextRef="#ctx0" brushRef="#br0" timeOffset="54438.42">32219 5804 3176 0,'-6'-12'-151'0,"2"5"53"0,3-1 38 0,-3 2 43 0,4 6 34 0,-4-6 15 0,4 6 8 16,0 0-2-16,-2-8-4 0,2 8-25 15,0 0-53-15,0 0-78 0,11-4-125 16,-11 4-188-16,11-3-45 0,-11 3-96 16,11-9-76-16</inkml:trace>
  <inkml:trace contextRef="#ctx0" brushRef="#br0" timeOffset="57040.56">24655 7320 1731 0,'-2'-7'225'0,"0"0"48"0,2 0 22 0,-1 0 34 0,1 7 38 0,-4-10 35 16,4 10 19-16,-4-8-12 0,4 8-22 0,-3-7-40 16,3 7-35-16,0 0-11 15,0 0-4-15,0 0-12 0,-11 22-20 0,9-5-28 16,2 2-23-16,-1 5-20 0,-1 1-18 15,2 0-18-15,-2-2-12 0,2 1-16 0,-2-3-13 16,2-4-6-16,-2 2-49 0,4-5-62 16,-2-2 0-16,2-2 0 0,-2-1 0 0,0-1 0 15,2-1 0-15,-2-7 0 0,2 11 0 16,-2-11 0-16,0 0 0 0,0 0 0 0,0 0 0 16,25-28 0-16,-16 9 0 0,7-8 0 15,-4-2 0-15,8 0 0 0,-4-1 0 16,0 4 0-16,2 1 0 0,-5 4 0 15,-2 6 0-15,-3 3 0 0,1 2 0 0,1 1 0 16,0 6 0-16,-1 1 0 0,-9 2 0 16,18 5 0-16,-7 3 0 0,-2-2 0 0,-2 7 0 15,3-1 0-15,-2 4 0 0,-3 1 0 16,3-2 0-16,-5 3 0 0,2-5 0 16,-1 3 0-16,-1-6 0 0,-1 1 0 0,0-3 0 15,2 0 0-15,-2 0 0 0,-1-3 0 16,-1-5 0-16,4 6 0 0,-4-6 0 15,0 0 0-15,0 0 0 0,18-19 0 0,-9 7 0 16,-2-5 0-16,5-2 0 0,8-3 0 0,-7 1 0 16,0 7 0-16,-1-3 0 15,-1 2 0-15,-2 5 0 0,3 0 0 0,-5 6 0 16,4 2 0-16,-2-1 0 0,-9 3 0 16,18 4 0-16,-8 1 0 0,2 5 0 0,-1 0 0 15,-1 2 0-15,-1 4 0 0,0-1 0 16,1 0 0-16,0-1 0 0,-3 0 0 0,-1 0 0 15,2-2 0-15,-3-3 0 0,-3 0 0 16,4 0 0-16,-1-2-130 0,-1-3-368 0,3 0-82 16,0-2-140-16,-7-2-130 0,18-3 73 15,-4-3-800-15,6-2-1018 0</inkml:trace>
  <inkml:trace contextRef="#ctx0" brushRef="#br0" timeOffset="57238.48">25526 7265 4121 0,'-9'-2'94'0,"9"2"85"16,-17 0 54-16,17 0 56 0,-15-1 50 0,15 1 25 0,0 0 0 0,0 0-24 0,-16 0-19 15,16 0-22-15,0 0-32 0,0 0-23 16,0 0-30-16,0 0-62 0,50-2-73 0,-32 0-93 16,2 0-99-16,3 0-90 0,4-2-82 15,-3-2-93-15,1 1-87 0,5-7-88 16,-1-2-80-16,-4 5-115 0,-6 0 61 15,0-4-612-15,-4 4-758 0</inkml:trace>
  <inkml:trace contextRef="#ctx0" brushRef="#br0" timeOffset="57488.18">25803 7054 3250 0,'-10'-2'-88'0,"10"2"85"16,-14-2 72-16,14 2 60 0,-9-1 43 0,9 1 30 16,0 0 13-16,-9-4 3 0,9 4 14 15,0 0 0-15,0 0-7 0,4 19-6 0,1-11-10 16,3 5-3-16,-3-1-3 0,3 1-6 15,0 5-4-15,-3-3-1 0,-1 3-16 16,2-4-9-16,-5 3-9 0,1 1-7 0,3-1-6 16,-5-4-3-16,-2 1-7 0,-3 4-3 15,2-3-12-15,-5 2-10 0,-5-1-11 16,1-1-9-16,-2 0-8 0,0-3-10 0,-5 0-14 16,4-3-28-16,-4 1-42 0,0-3-66 15,1-1-71-15,3-3-83 0,2-2-105 16,1-2-134-16,1-1-166 0,3-2-209 0,3-4 75 15,3-1 89-15,5 0-653 0,8-4-790 16</inkml:trace>
  <inkml:trace contextRef="#ctx0" brushRef="#br0" timeOffset="57771.55">26464 6867 4087 0,'-7'-6'216'0,"-2"4"49"15,4-2 52-15,5 4 37 0,0 0 28 16,-15 8 19-16,7 4 11 0,-2 8-15 0,-2 6 7 16,-1 9-10-16,2 3-25 0,-1 10-176 15,7-7-193-15,-3 10 0 0,3-7 0 0,1-1 0 16,2 1 0-16,2-3 0 0,-1-2 0 16,1-3 0-16,-2-7 0 0,2-4 0 15,0-7 0-15,0-2 0 0,0-3 0 16,2 1 0-16,-2-2 0 0,1-1 0 0,-1-5 0 15,4 1 0-15,0-3 0 0,-4-4-313 16,0 0-534-16,0 0-94 0,25-17 100 0,-14 5-944 16,3-5-1215-16</inkml:trace>
  <inkml:trace contextRef="#ctx0" brushRef="#br0" timeOffset="58154.47">26690 7188 4568 0,'0'0'-61'0,"0"0"92"0,0 0 55 0,0 0 64 16,0 0 56-16,-28 14 45 0,28-14 18 16,0 0 6-16,0 0 3 0,0 0-5 15,0 0-8-15,14 11-17 0,-14-11-17 16,11 4-16-16,-11-4-16 0,17-2-18 0,-17 2-15 16,21-5-16-16,-11 2-15 0,1-4-60 15,3-3-75-15,-5 2 0 0,-2 0 0 0,2-5 0 16,0 1 0-16,-5-1 0 0,-3 1 0 15,-1 0 0-15,-1 0 0 0,-3 0 0 0,-3 2 0 16,0 0 0-16,-2 3 0 0,-2 3 0 16,-5 3 0-16,-2 2 0 0,2 3 0 0,-5 5 0 15,-4 6 0-15,2 3 0 16,2-1 0-16,5 1 0 0,5-1 0 0,4-1 0 16,0-1 0-16,2-1 0 0,1 1 0 15,4-1 0-15,4-3 0 0,1 2 0 0,-2-3 0 16,5 2 0-16,3-4 0 0,3 0-192 15,2-2-167-15,5 0-63 0,4-5-44 0,2-1-53 16,9-2-62-16,0-4-63 0,2 2-14 16,-4-9 3-16,0 4-602 0,-2-3-717 15</inkml:trace>
  <inkml:trace contextRef="#ctx0" brushRef="#br0" timeOffset="58538.42">27043 7161 3307 0,'9'-12'-20'0,"-1"1"83"16,-3 2 74-16,-4 0 53 0,1 3 58 0,-2 6 33 15,4-8 28-15,-4 8 33 16,0-9 2-16,0 9-7 0,0 0-9 0,0-7 2 15,0 7 2-15,0 0-15 0,0 0-19 16,0 0-23-16,-14 25-22 0,8-14-22 0,3 2-24 16,-5 1-125-16,1 4-82 0,-1-1 0 15,-2-1 0-15,5 0 0 0,-2-2 0 0,0 0 0 16,0 0 0-16,1-4 0 0,1 0 0 16,1-1 0-16,-1-3 0 0,2 1 0 15,3-7 0-15,-6 9 0 0,6-9 0 0,0 0 0 16,0 0 0-16,0 0 0 0,0 0 0 0,0 0 0 15,9-26 0-15,3 11 0 16,3-9 0-16,-1 5 0 0,-3 1 0 0,1 3 0 0,-1 0 0 16,-4 5 0-16,4 0 0 15,-4 4 0-15,0 0 0 0,1 2 0 0,-3 2 0 0,-5 2 0 16,0 0 0-16,23 6 0 16,-15 0 0-16,0 2 0 0,0 2 0 0,-5-1 0 15,6 1 0-15,-2 1 0 0,-1-3 0 16,-5 2 0-16,7 1 0 0,-5-1 0 0,3-3 0 15,-1 0 0-15,-2 0 0 16,3-2-150-16,-2 1-308 0,-4-6-90 0,9 3-102 0,1-3-153 16,-10 0 10-16,15-3 89 0,-4-1-685 15,3-1-843-15</inkml:trace>
  <inkml:trace contextRef="#ctx0" brushRef="#br0" timeOffset="58871.92">27605 7020 3764 0,'0'0'-7'0,"-22"3"66"0,10 1 56 0,-1 2 40 0,5-1 26 0,-4 4 16 0,1 3 3 15,-3 0 2-15,11 0-11 0,-8 4-10 16,3-3-11-16,2 3-17 0,2-3-6 0,0 3-24 16,1-4-10-16,1 0-16 0,2-3-24 15,2 1-15-15,0-3-12 0,-1 1-9 0,5 1-6 16,1-4-6-16,-2-3 2 15,-5-2 0-15,13 1-5 0,-13-1 5 0,0 0 12 16,21-5 16-16,-13-1 9 0,-3 0 5 16,2 1-5-16,-4-3-1 0,1-4-2 0,-2 0-3 15,0 1-8-15,0-3-1 0,-1 2-9 16,-1 0-20-16,0 0-20 0,-1 2-29 16,-1 3-32-16,0 0-47 0,-4 2-42 0,6 5-49 15,-10-3-61-15,10 3-59 0,0 0-50 16,-16 6-52-16,5-2-55 0,6 1-65 0,-3 3-78 15,3-2 31-15,-2 6-401 16,0-4-464-16</inkml:trace>
  <inkml:trace contextRef="#ctx0" brushRef="#br0" timeOffset="59154.06">27461 7190 2509 0,'0'10'-47'0,"2"-3"59"16,1-3 53-16,-1 4 36 0,4 2 42 16,-4-1 33-16,-1 2 39 0,3 5 27 0,0 1 19 15,1 4 25-15,-4 4 30 0,5 8 34 16,-1 3 13-16,1 2 1 0,-2-2-4 0,-1-3-19 15,2 4-1-15,-3-6-19 0,-2-6-16 16,-2-1-17-16,-5 0-12 0,-2 5-28 0,0 0-9 16,-3-10-122-16,1-3-117 0,0-1 0 15,-1 1 0-15,1-4 0 0,-3-3 0 16,-1-3 0-16,4 2 0 0,-7-2 0 16,6-2 0-16,-4-4 0 0,-4 0 0 0,4-4 0 15,-5-2 0-15,-3 0 0 0,-6-10 0 16,1-1 0-16,5-2 0 0,-2-3 0 0,1-3 0 15,1 0 0-15,6 0 0 0,0-3 0 16,7 3-270-16,1 3-263 0,6-2-83 0,4 6-120 16,0 1-87-16,8-6 71 0,6-4-765 15,2 0-963-15</inkml:trace>
  <inkml:trace contextRef="#ctx0" brushRef="#br0" timeOffset="59753.98">27807 6843 3940 0,'-2'-15'-11'0,"2"2"79"0,-3 5 44 16,-1 1 39-16,4 7 34 0,-4-9 18 0,4 9 4 15,0 0 5-15,0 0 9 0,0 0 16 16,0 0-1-16,-25 23-5 0,13-5-16 0,1 11-12 16,-2 0-18-16,1 6-15 0,-1-2-11 15,0 3-13-15,0-2-15 0,-1 0-14 0,-1-1-11 16,2-2-10-16,-3-4-7 15,3 1-12-15,0-5-8 0,-4 2-9 0,5-6-14 16,-7 0-16-16,6-3-12 0,0-2-17 0,2-5-6 16,2-1-12-16,6-1-14 0,-5-3-19 15,8-4-28-15,0 0-14 0,-2 3-16 16,2-3-11-16,0 0-15 0,29-20-17 0,-9 3-23 16,11-2-23-16,5-9-18 0,3-3-20 15,0 0-15-15,3-2 7 0,-1 4 6 16,0-6 17-16,-1 0 20 0,-1 3 22 0,-5-2 31 15,-4-1 23-15,-3 1 39 0,-7 7 25 16,2 0 17-16,-7-2 20 0,-4 7 23 0,-1 5 17 16,-5 2 20-16,4 3-1 0,-8 2-4 15,1 3-2-15,-2 3-5 0,0 4 16 0,0 0 10 16,0 0 11-16,0 0 8 16,-30 16 5-16,18 1 6 0,1-4 6 0,0 4 2 15,-1 3 0-15,1 5-6 0,-1-3-3 16,6-2-9-16,-1-2-7 0,3 2-1 0,0-5 0 15,2 2 0-15,1-3 1 0,1 1-1 16,0-1 0-16,1-1-2 0,-1-1 1 0,6 4 1 16,-2-3 5-16,1 2-5 0,2-6-4 15,0 2 6-15,0 0-5 0,3 1 2 0,-2-3 0 16,-1 1-6-16,1 0 3 0,-1-4-12 16,1 0-2-16,-2 2-6 0,-1-3-8 0,1-1-12 15,0 2-39-15,0 0-49 16,-2-1-62-16,-1-2-78 0,-3-3-110 0,13 5-124 15,-5-5-144-15,-8 0-149 0,15-3 64 16,-2-1-596-16,1-4-728 0</inkml:trace>
  <inkml:trace contextRef="#ctx0" brushRef="#br0" timeOffset="60104.78">29012 7020 3589 0,'-19'12'62'0,"2"-2"44"0,-8 7 48 0,7-4 37 0,6 1 21 0,-2 3 14 0,3 0 1 15,1-1-4-15,4 0-12 16,2 1-9-16,0-2-18 0,4-1-18 0,0-1-9 16,2-3-2-16,4 5-33 0,0-5-12 15,4 0-8-15,-1-1-5 0,3-2-4 0,3-1-20 16,-1-2-17-16,-2-3-1 0,1-1-6 15,-13 0-8-15,27-4 8 0,-15 2 0 16,-3-5 8-16,2 0 0 0,0-2 5 0,-4-1 6 16,-1-5 4-16,-5 1-22 0,3-3-1 15,-2-3-5-15,-2 3-17 0,0-3 0 16,-2 1-43-16,-2 0-32 0,3 4-37 16,-3-1-43-16,-2 5-53 0,3 2-61 0,-8 0-68 15,6 3-93-15,-2 1-111 0,1 1-180 16,6 4-22-16,0 0 80 0,0 0-555 0,0 0-655 15</inkml:trace>
  <inkml:trace contextRef="#ctx0" brushRef="#br0" timeOffset="60419.84">29333 7016 3333 0,'7'-8'146'16,"-7"8"62"-16,0 0 38 0,6-5 21 15,-6 5 22-15,0 0 28 0,0 0 11 0,0 0 7 16,0 0-6-16,0 0-15 15,7 20-22-15,-7-12-19 0,4-1-20 0,-4 2-22 16,0-9-17-16,0 14-21 0,0-5-16 16,-2-2-17-16,2-7-17 0,-4 13-9 0,0-6-125 15,1-1-9-15,3-6 0 0,-9 5 0 16,9-5 0-16,-7 2 0 0,7-2 0 0,0 0 0 16,0 0 0-16,-18-13 0 0,15 6 0 15,1-4 0-15,2-2 0 0,2-3 0 0,2-7 0 16,6-10 0-16,1-5 0 0,8-7 0 15,0-5 0-15,2-1 0 0,2 3-248 16,2 2-66-16,-5 9-59 0,0 7-70 16,-3 5-44-16,-6 2-83 0,2 10-107 0,-3 3-61 15,1 0 65-15,-3 5-575 0,-2 3-708 16</inkml:trace>
  <inkml:trace contextRef="#ctx0" brushRef="#br0" timeOffset="60588.34">29398 6884 3482 0,'-22'18'46'0,"4"-3"48"0,2-5 41 16,4 1 37-16,1 0 26 0,2-2 6 16,0-2-10-16,4-2-20 0,3 2-12 0,2-7-16 15,2 8-35-15,-2-8-61 0,15 9-75 0,-4-9-93 16,7 2-117-16,0-4-121 16,7-1-140-16,11-4-121 0,4 0 51 0,1-3-371 15,12-4-417-15</inkml:trace>
  <inkml:trace contextRef="#ctx0" brushRef="#br0" timeOffset="60838.1">30317 6379 2723 0,'-13'-6'132'16,"1"4"45"-16,1-2 33 0,11 4 28 15,-17 0 36-15,8 6 19 0,-5 6 13 0,-7 11 8 16,2 6 0-16,-4 13-5 15,0 5-24-15,1 5-17 0,-1 6-28 0,-1 3-25 16,3 4-17-16,-5 16-35 0,1 1-16 16,8-13-12-16,-2-1-23 0,4-1-35 15,-3-4-60-15,1-2-67 0,2-6-43 0,2-2-54 16,2-5-48-16,-1-12-56 0,2-3-74 16,5-8-60-16,-1-4-63 0,2-9-70 0,0-2-104 15,-1-6-21-15,3 0 59 0,2-4-398 16,0 0-458-16</inkml:trace>
  <inkml:trace contextRef="#ctx0" brushRef="#br0" timeOffset="61088.65">30000 6992 2669 0,'6'-10'7'0,"-1"-1"44"0,-3 7 34 16,-1-1 32-16,5 1 35 0,-6 4 17 15,9-2 6-15,-9 2 3 0,0 0 1 0,0 0-4 16,20 6-3-16,-20-6-3 0,11 9-6 15,-8-3-8-15,2 1-7 0,-1 0-5 0,-4-1-3 16,0-6-9-16,0 16-8 0,-4-6-9 16,-1 0-11-16,2-1-11 0,-3-1-10 0,1 1-7 15,-1 0-14-15,-2-3-28 16,2-1-46-16,1 1-56 0,5-6-74 0,-10 6-84 16,10-6-94-16,0 0-94 0,0 0-105 15,0 0-89-15,2-20 15 0,11 6-409 16,8-5-480-16</inkml:trace>
  <inkml:trace contextRef="#ctx0" brushRef="#br0" timeOffset="61404.31">30328 6903 2589 0,'0'0'38'0,"-11"14"73"0,6-7 50 16,-2-2 35-16,2 2 32 0,-3 1 18 16,5 1 1-16,-3-2-5 0,2 1-5 15,2-1-19-15,0 0-13 0,2-7-19 16,-2 14-16-16,2-7-19 0,0-7-12 15,6 11-13-15,-4-5-11 0,6-1-12 0,-1 1-7 0,1-4-10 16,-8-2-11-16,19 4-4 16,-10-3-9-16,-9-1-5 0,21 0 0 0,-21 0 8 15,20-1 11-15,-20 1 3 0,13-5 18 16,-8 0-3-16,1-1 0 0,-3-1-11 0,0 1-3 16,-3-3-19-16,2-1-7 0,-2-1-3 15,-2 3-30-15,-1-4-29 0,2 3-24 0,-5-2-32 16,2 6-39-16,-3-3-46 0,0 4-49 15,-4 3-74-15,11 1-68 0,-18 0-74 16,4 1-106-16,-1 7-152 0,0-1-2 16,-4 1 75-16,5 1-429 0,1 0-502 15</inkml:trace>
  <inkml:trace contextRef="#ctx0" brushRef="#br0" timeOffset="61887.43">30458 6949 2784 0,'0'0'76'0,"-6"-5"41"0,6 5 29 0,0 0 28 0,0 0 37 0,0 0 24 0,0 0 5 15,0 0-10-15,0 0-17 0,2 21-19 16,-2-21-20-16,7 13-18 0,0-4-19 0,-5 0-12 16,2-1-13-16,1 1-32 0,-1-1-33 15,-1 4-42-15,4-2-50 0,-3-1-51 0,1 1-62 16,1-1-73-16,-3-1-75 15,3-1-105-15,2-2-117 0,2-1-73 0,-1 0 56 16,3-3-317-16,-12-1-347 0</inkml:trace>
  <inkml:trace contextRef="#ctx0" brushRef="#br0" timeOffset="62153.52">30947 6336 2435 0,'-5'-6'47'16,"-1"1"36"-16,6 5 40 0,-13-1 49 16,13 1 40-16,-13 12 18 0,3 0 12 0,1 6 7 15,-3 8 3-15,-1 5 0 16,-1 3-13-16,3 2 0 0,-5 10-17 0,9-10-11 16,-4 2-23-16,6-2-21 0,-4 0-14 15,4 0-12-15,1-1-17 0,-2-8-48 0,5-3-53 16,-1-5-47-16,2 0-48 0,0-1-56 15,0-3-63-15,0-1-68 0,2 1-43 0,1-5-52 16,1-2-61-16,1 0-53 0,-1-5-63 16,5 1-34-16,-9-4-378 0,20-4-421 15</inkml:trace>
  <inkml:trace contextRef="#ctx0" brushRef="#br0" timeOffset="62389.61">31110 6584 2408 0,'15'-38'-9'15,"-5"6"68"-15,-4 8 47 0,-1 3 31 16,-3 6 28-16,0 3 21 0,0 1 4 15,-1 5-7-15,-1 6 9 0,-1-9 15 16,1 9 16-16,0 0 1 0,0 0-2 0,-19 27-10 16,11-8-12-16,-1 10-3 0,-1 2-4 15,2 2-9-15,1 0-15 0,1 0-14 16,1 2-18-16,-1-2-21 0,2-4-10 0,-2 3-13 16,2-4-14-16,2-4-40 0,0-2-31 15,-1 3-45-15,1 0-43 0,0-9-45 0,-2 3-35 16,3-3-41-16,-1-1-47 0,0-2-42 15,-3-3-40-15,2 0-48 0,-1-1-51 16,-2 0-76-16,1-4-73 0,-4-2 32 16,4 0-296-16,5-3-326 0</inkml:trace>
  <inkml:trace contextRef="#ctx0" brushRef="#br0" timeOffset="62570.79">30676 6849 2284 0,'-31'-15'38'0,"5"1"39"0,1 2 34 15,7 4 39-15,1 1 42 0,7 2 27 16,1 0 18-16,0 0 6 0,0 1-2 0,9 4 9 15,0 0-1-15,0 0-3 0,0 0-21 16,25-3-23-16,-1 3-8 0,4 0-18 16,14-2-42-16,4 2-45 0,1-3-50 0,5-1-80 15,9 1-81-15,-2-4-92 16,0 2-89-16,-11 0-81 0,-1 0-109 0,10-2-132 16,-10-2 43-16,-6 2-381 0,-1-3-442 15</inkml:trace>
  <inkml:trace contextRef="#ctx0" brushRef="#br0" timeOffset="63088.45">31413 6689 2661 0,'-14'5'42'0,"3"-2"46"0,2 2 35 0,1-3 42 16,8-2 33-16,-12 7 19 0,12-7 2 16,-7 5-1-16,7-5-6 0,-5 5-5 0,5-5-5 15,0 0-8-15,0 0-13 16,0 0-12-16,5 12-14 0,-5-12-14 0,0 0-11 15,15 4-14-15,-15-4-11 0,14 1-9 16,-14-1-8-16,0 0 4 0,18-1 1 0,-18 1-2 16,12-5 14-16,-12 5-2 0,9-5 5 15,-9 5-19-15,0 0-7 0,4-7-8 0,-4 7-7 16,0 0-9-16,0 0-6 0,0 0-2 16,0 0-10-16,-30 0 7 0,30 0-17 15,0 0 3-15,-22 8-2 0,17-4-1 0,5-4-2 16,-9 8-2-16,5-5 7 15,4-3 3-15,-6 7 2 0,6-7 17 0,0 0-3 16,6 12 0-16,-6-12 0 0,11 9-6 16,-1-6-1-16,3 0 1 0,0-1-8 0,3 0-3 15,-1-2-1-15,0 2 12 0,3-2 11 16,-3 0 12-16,0 0 16 0,-15 0 17 0,22 0-88 16,-9 0-14-16,-13 0 0 0,12 3 0 15,-2 1 0-15,-4 1 0 0,0 0 0 0,-3 2 0 16,1 0 0-16,-2-1 0 0,0 6 0 15,1-5 0-15,-1 3 0 0,2-2 0 0,1 0 0 16,-4-1 0-16,3 1 0 0,-2 0 0 16,0-1 0-16,-2-7 0 0,4 9 0 15,-3-6 0-15,1 3 0 0,2 0 0 0,-4-6 0 16,2 8 0-16,-2-8 0 0,2 6 0 16,-2-6-548-16,0 0-120 0,-8 9-177 15,5-3-16-15,-9-4 89 0,-7 6-757 16,0-3-975-16</inkml:trace>
  <inkml:trace contextRef="#ctx0" brushRef="#br0" timeOffset="68286.03">29224 8357 3871 0,'0'0'-204'0,"0"0"60"0,0 0 57 0,0 0 54 16,0 0 52-16,0 0 44 0,0 0 28 0,0 0 25 0,0 0 17 15,0 0 20-15,0 0 14 16,0 0 13-16,0 0-4 0,0 0 6 0,0 0-10 16,0 0-3-16,0 0-15 0,0 0-2 15,0 0 7-15,0 0-4 0,0 0 3 0,0 0-8 16,0 0 16-16,0 0 4 0,0 0 10 16,0 0 13-16,0 0 0 0,0 0-10 0,0 0-16 15,0 0-19-15,0 0-12 0,-11-5-19 16,11 5-7-16,5-17-14 0,-1 6-9 0,-1-2-8 15,3-1-11-15,-1-1-6 16,5-5-6-16,0 3-28 0,1 0-28 0,-2 0 0 0,1 0 0 16,1 2 0-16,2 3 0 15,-2 1 0-15,0 5 0 0,1-1 0 0,1 5 0 16,0 2 0-16,-13 0 0 0,28 13 0 16,-12 1 0-16,3 5 0 0,-4 5 0 15,1 4 0-15,-3 1 0 0,0 0 0 0,-5 4 0 16,-3-2 0-16,-1 1 0 0,0-4 0 15,-2-5 0-15,-2-2 0 0,0-1 0 0,0-4 0 16,0-2 0-16,-2-1 0 0,2-2 0 16,0-1 0-16,0-2 0 0,2 1 0 0,-2-9 0 15,0 10 0-15,0-10 0 0,0 0 0 16,0 0 0-16,0 0 0 0,0 0 0 16,14-31 0-16,-7 14 0 0,4-10 0 15,5-2 0-15,-1 0 0 0,2-2 0 0,3 2 0 16,-4 3 0-16,-3 7 0 0,-3 4 0 15,-2 3 0-15,-3 4 0 0,4 2 0 0,-4 4 0 16,-5 2 0-16,0 0 0 0,25 14 0 16,-18-2 0-16,3 3 0 0,-1 6 0 0,3 5 0 15,-3 5 0-15,0-2 0 0,1 1 0 16,-2-6 0-16,-3-1 0 0,1-3 0 16,-2 1 0-16,0-4 0 0,0-1 0 0,0-1 0 15,-2-3 0-15,-1-1 0 0,1 1 0 16,0-4 0-16,0-1 0 0,0-1 0 15,0 2 0-15,-2-8 0 0,3 6-188 0,-3-6-206 16,0 0-85-16,0 0-70 0,0 0-81 16,0 0-141-16,14-14 3 0,-6 6 80 15,3-2-579-15,2-2-726 0</inkml:trace>
  <inkml:trace contextRef="#ctx0" brushRef="#br0" timeOffset="68504.5">30056 8504 3424 0,'-11'-2'30'0,"11"2"64"0,-12-3 49 0,12 3 49 0,0 0 42 0,-11-3 29 16,11 3 18-16,0 0 6 0,0 0-14 0,0 0-19 0,0 0-25 15,28-10-23-15,-8 6-21 16,4-1-10-16,-1 1-30 0,2-1-43 0,2 0-59 16,-4-1-47-16,-3 0-44 0,-1 3-48 15,-2-2-40-15,-1 1-52 0,-3 1-70 0,-1-1-78 16,-3 1-84-16,-2-1-94 0,-7 4-158 15,12-3 26-15,-12 3-457 0,8 0-572 0</inkml:trace>
  <inkml:trace contextRef="#ctx0" brushRef="#br0" timeOffset="69152.03">30475 8315 3248 0,'-7'-12'124'16,"-1"8"55"-16,4-4 46 0,4 8 37 0,-7-5 15 16,7 5-5-16,-6-4-30 0,6 4-11 15,0 0 6-15,0 0 0 0,0 0-16 16,0 0-21-16,7 29-2 0,-3-17-8 0,0 3-16 16,-4 3-13-16,2 0-10 0,-2 1-17 15,-2-2-9-15,2 4-14 0,-2-4-6 16,0 0-13-16,2-1-6 0,-4-4-7 15,4-1 9-15,0 0 12 0,-1-2 13 0,1-2 16 16,0-7 13-16,0 12-84 0,0-12-58 16,0 0 0-16,0 0 0 0,0 0 0 0,0 0 0 15,15-28 0-15,-5 9 0 0,1-9 0 16,4 1 0-16,0-2 0 0,3 2 0 0,-2 0 0 16,0 4 0-16,-3 6 0 0,-3 2 0 15,-3 3 0-15,1 4 0 0,-3 1 0 0,4 5 0 16,-9 2 0-16,13 0 0 0,-13 0 0 15,15 12 0-15,-7-7 0 0,-1 7 0 16,-1 3 0-16,1-1 0 0,0 4 0 16,-2-1 0-16,-3 1 0 0,2 0 0 0,-4 0 0 15,1-3 0-15,-2 2 0 0,1-3 0 16,0 0 0-16,0-4 0 0,0 0 0 16,-2-1 0-16,2-9 0 0,2 12 0 0,-2-12 0 15,0 4 0-15,0-4 0 0,0 0 0 16,0 0 0-16,23-25 0 0,-12 11 0 0,1-3 0 15,4-7 0-15,4 2 0 0,-5 5 0 16,-3 3 0-16,-3 4 0 0,2 0 0 0,-6 2 0 16,6 4 0-16,-4 1 0 0,-7 3 0 15,16 3 0-15,-16-3 0 0,13 12 0 16,-10-2 0-16,5 2 0 0,-5 3 0 0,4 0 0 16,-5 3 0-16,1-1 0 0,-3 0 0 15,0 0 0-15,2 0 0 0,-2-2 0 16,-2 2 0-16,2-3 0 0,0-3 0 0,0 3 0 15,0-1-36-15,0-2-414 0,2 1-84 16,-2-3-84-16,2-4-103 0,0 1-102 0,4-2 67 16,-6-4-691-16,12 2-895 0</inkml:trace>
  <inkml:trace contextRef="#ctx0" brushRef="#br0" timeOffset="69335.99">31040 8461 3868 0,'0'-5'-44'0,"0"5"56"0,0 0 60 0,-3-13 54 0,3 13 48 0,0 0 29 0,3-10 13 0,-3 10-2 0,13-8-4 0,-4 5-18 0,5-2-16 0,2 0-21 16,4 0-10-16,3-2-20 0,9-3-25 0,-7 5-37 15,-3-2-61-15,3 2-53 0,-2-3-42 16,-1 4-59-16,-6 0-49 0,0-3-54 0,-5 2-54 16,-2 0-62-16,-5 1-90 0,1 0-139 15,-5 4 1-15,0 0-393 0,0 0-469 16</inkml:trace>
  <inkml:trace contextRef="#ctx0" brushRef="#br0" timeOffset="69568.85">31173 8182 2625 0,'-7'-12'27'0,"0"2"55"0,3 3 43 0,1 0 36 16,-1 2 29-16,4 5 8 0,-6-8 4 16,6 8 43-16,0 0 26 0,0 0 16 0,-5 25 1 15,3-13 11-15,-2 7 0 0,1 7-12 16,2-1-19-16,-3 11-22 0,2 3-24 0,-2-4-22 15,4 3-18-15,-1-7-17 0,1-4-12 16,0 0-19-16,-2 1-12 0,2-3-17 16,0-2-10-16,0-2-32 0,0-1-57 0,0-1-81 15,0-3-85-15,2 1-85 0,-2-5-108 16,1 1-115-16,-1-2-112 0,2-3-191 16,2-1 29-16,0 0 90 0,2-4-539 15,3-1-655-15</inkml:trace>
  <inkml:trace contextRef="#ctx0" brushRef="#br0" timeOffset="69837.05">31714 8015 3077 0,'6'-18'18'0,"-4"4"79"0,-2 5 54 16,1-1 40-16,-1 3 21 0,0 7 2 16,0 0 14-16,0 0 51 0,0 0 29 0,0 0 13 15,-3 29 1-15,-1 7-1 16,-1 3-1-16,-4 14 1 0,0 1-7 0,0 3-17 15,0 0-24-15,0-3-20 0,2 0-28 16,-2-3-21-16,0-10-18 0,4-3-127 0,-1-1-59 16,1-5 0-16,-1-6 0 0,1-6 0 15,4-3 0-15,-3-2 0 0,4-1 0 0,-4-3 0 16,2-1 0-16,1-2 0 0,-3 3-301 16,-4-3-155-16,0 1-114 0,-3 1-142 0,-7-2-142 15,-7 8 74-15,-6-3-757 0,-1-4-980 16</inkml:trace>
  <inkml:trace contextRef="#ctx0" brushRef="#br0" timeOffset="70702.14">30397 9687 4182 0,'0'0'-24'0,"-20"-5"46"0,11 2 65 0,9 3 78 0,-11-5 71 0,11 5 52 15,-7-9 12-15,7 9 9 0,2-12-3 0,3 3-4 16,2 1-15-16,4-1-16 0,0 1-19 15,0 1-22-15,5 1-26 0,-4 0-24 0,2 4-22 16,-1 2-15-16,-13 0-16 0,25 8-13 16,-12 0-62-16,1 4-52 0,-3 5 0 0,-4 4 0 15,-2 0 0-15,-7 5 0 0,-4 7 0 16,-5 3 0-16,-2-1 0 0,-7 7 0 16,5-7 0-16,-2-3 0 0,1-5 0 15,5-4 0-15,4-6 0 0,1-3 0 0,2-1 0 16,0 0 0-16,2-4 0 0,2 0 0 15,2-2 0-15,3 0 0 0,2-1 0 0,2-3 0 16,-9-3 0-16,29-3 0 0,-10-3 0 16,3-1 0-16,11-6 0 0,-1-4 0 15,1 2 0-15,2-2 0 0,2-7 0 0,3-1-103 16,1-3-506-16,-5 1-36 0,2-4-6 16,-2 0-64-16,-2 1-24 0,0-3 24 0,-3 0-650 15,-5 0-820-15</inkml:trace>
  <inkml:trace contextRef="#ctx0" brushRef="#br0" timeOffset="71001.67">31045 9617 3432 0,'15'-13'-110'0,"-5"2"77"0,-4 3 45 15,-2 1 52-15,-3 2 23 0,-1 5 53 16,0 0 44-16,0 0 30 0,0 0 26 16,0 0 17-16,-25 25 24 0,14-9 23 15,-4 6 6-15,0 4-7 0,1-1-7 0,-3 2-13 16,9-3-19-16,-1-5-20 0,1 1-20 16,5-1-19-16,-1-2-21 0,2-2-17 0,-1-1-15 15,6-2-9-15,1 0-6 0,0-3-10 16,3-1-47-16,0-3-80 0,5 0 0 0,-1-3 0 15,2-2 0-15,-13 0 0 0,32-9 0 16,-14 4 0-16,0-5 0 0,-2-2 0 16,0-1 0-16,3-10 0 0,-5-1 0 15,-2-1 0-15,-3-2 0 0,-4 6 0 0,-3-2 0 16,-2 2 0-16,0 3 0 0,-3-2 0 16,-1 5 0-16,-5 1 0 0,-2 1 0 15,-4 1 0-15,-2 1 0 0,-1 7 0 0,4 0-23 16,-8 1-358-16,6 3-87 0,-5 1-106 15,-3 3-122-15,0-1-149 0,0 4 76 0,-5 5-739 16,-3-1-955-16</inkml:trace>
  <inkml:trace contextRef="#ctx0" brushRef="#br0" timeOffset="72051.74">29557 9798 4082 0,'-2'-8'-64'0,"2"8"56"0,-2-10 59 0,1 5 48 0,1 5 41 0,-3-6 6 16,3 6-10-16,0 0-11 0,0 0 13 0,0 0 6 16,0 0 0-16,6 21-10 0,-4-7-8 15,0 7-7-15,-2 4-6 0,0 1-17 0,0 12-2 16,0-1-11-16,0-7-7 0,-2-2-5 15,2-3-15-15,-4 1-26 0,4-4-26 0,-1 2-43 16,-4-5-44-16,5-2-52 0,-4 0-43 16,2-5-59-16,1 0-44 0,-1-3-61 0,2-4-69 15,0-5-91-15,0 0-99 16,0 0 26-16,0 0-361 0,11-16-415 0</inkml:trace>
  <inkml:trace contextRef="#ctx0" brushRef="#br0" timeOffset="72251.59">29520 9571 2587 0,'-11'-9'2'0,"2"4"21"16,1 2 22-16,2-1 21 0,0 1 16 15,6 3 11-15,-5-5 9 0,5 5 16 0,0 0 18 16,0 0-6-16,0 0-7 0,0 0-11 16,0 0-17-16,0 0-4 0,40 0-7 0,-21 0-19 15,2 0-49-15,1 0-59 0,3 2-70 16,4-2-75-16,-2 0-116 0,0 0-168 15,-1 0-61-15,1 3 64 0,-3 2-160 0,1-1-126 16</inkml:trace>
  <inkml:trace contextRef="#ctx0" brushRef="#br0" timeOffset="72436.42">30000 9734 1914 0,'-16'6'285'0,"2"-2"33"16,3-1 25-16,2-1 26 0,9-2 38 15,-16 4 6-15,16-4-8 0,-11 2-27 16,11-2-36-16,0 0-36 0,0 0-30 16,0 0-46-16,0 0-68 0,0 0-81 0,0 0-88 15,40-11-84-15,-25 7-97 0,4 4-120 16,-2-4-129-16,4 2-146 0,-7 0-115 16,-2 2 58-16,2 4-475 0,-6 0-583 0</inkml:trace>
  <inkml:trace contextRef="#ctx0" brushRef="#br0" timeOffset="72635.87">29850 10074 3272 0,'-11'8'151'0,"2"-4"35"0,2 2 30 15,3 1 40-15,4-7 19 0,-9 4 29 16,9-4 22-16,0 0-6 0,0 0-7 0,0 0-22 16,0 0-28-16,0 0-27 15,0 0-26-15,36-2-41 0,-36 2-61 0,31-7-72 16,-16 3-73-16,4 0-78 0,-2 4-86 15,0-4-100-15,-3 4-85 0,-3 0-89 0,3 0-93 16,-5 2-135-16,-9-2 46 0,13 5-530 16,-6 0-651-16</inkml:trace>
  <inkml:trace contextRef="#ctx0" brushRef="#br0" timeOffset="73501.36">29120 11426 3555 0,'-7'-25'128'0,"-3"4"16"0,7 2 49 0,-2 5 66 0,1-1 54 0,1 5 5 0,1-1-9 0,0 3-29 15,-2 1-25-15,4 7-29 0,0 0-17 0,0 0-17 16,0 0-14-16,0 0-21 0,22 15-14 16,-15 3-8-16,-1 3-18 0,1 8-11 0,-1-3-16 15,-2-1-23-15,-2 0-22 0,-2 0-43 16,-2 2-38-16,-3 6-52 0,-6-1-24 15,4 0-38-15,-2-9-33 0,0-4-34 0,0-1-39 16,2-6-35-16,-1-1-30 0,2-2-15 16,0-6 0-16,6-3-9 0,0 0 9 15,0 0 11-15,-7-19 38 0,9 3 32 16,0-8 43-16,1-11 52 0,5-5 42 0,2-11 46 16,1 1 54-16,0-2 52 0,5 4 50 15,-3 1 50-15,-1 9 33 0,-1 3 32 0,3 5 10 16,-3 2 6-16,-2 7-7 0,3 7-7 15,-3 2-15-15,2 5-8 0,1 1-16 0,-2 6-11 16,-10 0-13-16,21 7-13 0,-10-1-5 16,1 6-19-16,-5 1-3 0,1 1 0 0,-3 1-6 15,-1 1-1-15,-4 1-7 16,0 1-8-16,0 0-3 0,-4-3-12 0,2 2-3 16,-1-1-8-16,-1-4-5 0,0 1-25 15,1-4-28-15,-1-2-48 0,-1 0-62 0,5-7-75 16,-7 3-88-16,7-3-86 0,0 0-121 15,-11-11-196-15,9 0 20 0,4-3 74 16,2-5-422-16,7-12-488 0</inkml:trace>
  <inkml:trace contextRef="#ctx0" brushRef="#br0" timeOffset="73684.63">29563 11064 2769 0,'0'0'160'15,"5"5"62"-15,-5-5 33 0,0 0 33 0,0 0 15 0,0 0 12 0,0 0-1 0,0 0-30 0,25-5-27 16,-10 1-35-16,1-4-55 0,-2 3-74 16,8 0-77-16,-3 0-88 0,-2 0-110 0,2 0-114 15,-2 1-109-15,-2-1-125 0,3 2-109 16,-5 3 47-16,-2 0-411 0,-11 0-479 0</inkml:trace>
  <inkml:trace contextRef="#ctx0" brushRef="#br0" timeOffset="73851.67">29635 11310 2952 0,'-15'11'167'0,"3"-5"31"16,3-1 31-16,-1 0 24 0,7-2 12 0,3-3-10 15,-9 6-11-15,9-6-18 0,0 0-22 16,0 0-20-16,0 0-26 0,0 0-51 0,45-6-66 16,-22 1-77-16,11-5-86 0,-2 0-90 15,4-4-107-15,-1 0-129 0,1-4-179 16,0 4 10-16,-1-2 68 0,4-4-320 0,-4 2-351 15</inkml:trace>
  <inkml:trace contextRef="#ctx0" brushRef="#br0" timeOffset="74268.44">30275 10963 2493 0,'-2'-6'109'0,"2"6"42"15,0 0 41-15,0 0 34 0,0 0 35 16,0 0 7-16,0 0 1 0,-18 18-6 15,14-1-9-15,1-3-10 0,-1 3-16 0,3 2-20 16,1-1-13-16,0-2-13 0,0 4-17 16,1-4-11-16,1 2-12 0,5-3-20 0,-4 1-9 15,1-3-10-15,2-2-1 0,-3-3-6 16,7-1-9-16,-2-4-6 0,-1 1-1 16,-7-4-20-16,23-4-6 0,-10 1-15 15,3-4-7-15,1-6-19 0,6-3-12 0,-2-3-4 16,-1-1 3-16,2 0 2 0,-3 0 2 15,-4 4 18-15,-3 5 0 0,-3 0 28 0,-3 3 11 16,-1 2 18-16,-1 2-11 0,-4 4-1 16,0 0 15-16,0 0 4 0,0 0 1 15,10 23-9-15,-12-6-9 0,-3 7-5 0,4 2-5 16,-3 10-6-16,0 2-4 0,2 0-5 16,1-1-4-16,-1-5-7 0,0-7 0 15,2-4-3-15,0 0-8 0,0-5-19 16,0 0-18-16,0-5-39 0,0-2-51 0,0 0-55 15,0-3-57-15,0-6-73 0,0 8-91 0,0-8-107 16,0 0-126-16,0 0-200 0,0 0 54 16,0 0 93-16,0 0-566 0,0 0-696 15</inkml:trace>
  <inkml:trace contextRef="#ctx0" brushRef="#br0" timeOffset="75068.5">29564 9744 3184 0,'0'-16'-94'0,"0"2"48"0,2 1 43 0,0 1 60 0,0 2 57 0,-4 1 48 0,2 1 27 16,0 2 8-16,0-2-13 0,0 8-20 0,0-7-16 16,0 7 8-16,0 0 12 0,0 0 8 15,0 38 1-15,-2-16-5 0,0 5-10 0,1 14-6 16,1-2 1-16,0 0 14 0,0 0-15 15,-2-1-15-15,2-6-10 0,2-7-11 0,-2-1-13 16,0-1-10-16,0-2-14 0,0-1-8 16,0-3-22-16,0-4-56 0,1 1-61 0,-1-2-63 15,2 0-69-15,0-3-75 0,0-1-73 16,2-1-66-16,-2 0-71 0,3-4-141 0,2-1-48 16,-7-2 73-16,11 2-399 15,-11-2-473-15</inkml:trace>
  <inkml:trace contextRef="#ctx0" brushRef="#br0" timeOffset="77134.07">29509 12266 2494 0,'0'0'-127'0,"0"0"42"0,2-6 46 0,-2 6 52 0,4-6 50 0,-4 6 43 16,0 0 36-16,5-11 40 0,-5 11 22 15,3-8 25-15,-3 8 23 0,0 0 10 16,4-8 10-16,-4 8 7 0,0 0 3 16,3-5-25-16,-3 5-4 0,0 0-14 0,0 0-16 15,4-7-20-15,-4 7-21 0,0 0 25 16,0 0 4-16,0 0 3 0,13 26-2 15,-7-9-6-15,0 5-8 0,-1 11-3 0,1 1-13 16,-2 4 3-16,-1-1-11 0,1 3-7 16,1-4-13-16,-5-5-154 0,-2-4 0 0,2-1 0 15,0-3 0-15,-3 0 0 0,1-4 0 16,0-2 0-16,2-3 0 0,0 0 0 16,0-4 0-16,-1 0 0 0,1-1 0 15,0-2 0-15,0-7 0 0,1 12 0 0,-1-9 0 16,0-3 0-16,0 0 0 0,0 0-440 15,0 0-255-15,0 0-209 0,25-21 28 0,-11 8 98 16,-1-1-752-16,7-6-974 0</inkml:trace>
  <inkml:trace contextRef="#ctx0" brushRef="#br0" timeOffset="77466.42">29805 12243 4150 0,'0'0'-22'0,"-14"-4"66"0,14 4 52 16,-9-4 54-16,9 4 35 0,0 0 20 0,0 0 28 16,-8-5 19-16,8 5 4 0,0 0-3 15,0 0-16-15,29-8-21 0,-16 2-18 0,2 4-19 16,6-6-18-16,2 3-15 0,-2 0-18 16,0 0-15-16,-2 3-13 0,-3 2-9 15,-2 3-10-15,4 5-8 0,-3 4-6 0,4 9-6 16,-8-2 0-16,1 9-3 0,-6-3-4 15,1 9-5-15,-3 0-2 0,-2 2-3 0,-2-5-6 16,0-6-5-16,-4 11-2 0,0-8-4 16,2-4-3-16,-1-1-8 0,1-2-22 15,-2-1-35-15,2-5-62 0,1-3-56 16,1-1-47-16,0 0-51 0,0-2-48 0,-3-2-75 16,3-1-82-16,0-6-62 0,0 0-77 15,0 0-64-15,0 0-26 0,0 0-579 0,0 0-731 16</inkml:trace>
  <inkml:trace contextRef="#ctx0" brushRef="#br0" timeOffset="77634.37">30000 12593 3175 0,'-3'-4'-90'0,"3"4"78"0,0 0 55 16,-9-7 75-16,9 7 56 0,0 0 46 15,0 0 27-15,-4-6 16 0,4 6-1 0,0 0-9 16,0 0-14-16,13-12-23 0,-1 8-24 16,1-3-16-16,3 1-25 0,2-4-50 15,1 0-59-15,2 1-69 0,-2-1-79 16,8-7-87-16,-8 5-98 0,0 0-112 15,2-5-164-15,-4 1-103 0,-4 3 67 0,0-3-387 16,1 1-466-16</inkml:trace>
  <inkml:trace contextRef="#ctx0" brushRef="#br0" timeOffset="78000.77">29697 11933 2858 0,'-59'19'-6'0,"2"9"62"16,-15 14 58-16,2 4 80 0,3 3 34 16,6 10 28-16,8 6 10 0,7 9 9 15,8 1 15-15,9 4-1 0,14-13 9 0,9-2-9 16,9 1 2-16,9 0-13 0,12-2-33 16,6-5-23-16,13 7-19 0,11-9-23 0,-9-15-15 15,11-5-16-15,1-7-11 0,4-5-16 16,0-7-6-16,4-6-17 0,-3-11-8 0,3-5-9 15,1-7-10-15,-2-6-4 0,-3-5-11 16,0-2-2-16,-1-7-6 0,-5-4-9 16,-4-2-6-16,-5-5-6 0,-5-3-28 15,-6-1 0-15,-5-9 0 0,-9-2 0 16,-4-4 0-16,-9-2 0 0,-4-2 0 0,-9 1-54 16,-11 1-43-16,-9 3-15 0,-17-4-17 15,-1 22-18-15,-7 8-22 0,-7 6-28 0,-8 8-32 16,-1 10-47-16,-6 5-73 0,-2 8-86 15,2 7-119-15,-1-3-227 0,11 7 52 0,2 0 93 16,7 3-485-16,17-2-591 0</inkml:trace>
  <inkml:trace contextRef="#ctx0" brushRef="#br0" timeOffset="80316.75">24242 10842 2727 0,'-17'1'-226'0,"-3"-1"37"0,5 0 48 0,-2 2 29 16,2-4 38-16,-1 2 27 0,0 0 27 15,-2 2 22-15,3-4 5 0,0 4 12 0,2-4 6 16,-5 2 11-16,5 2 10 0,-1-2 1 15,3 2 4-15,-3-2 4 0,3 2-9 0,11-2 0 16,-14 2 6-16,3-2 8 0,11 0-6 16,-11 2 9-16,11-2 11 0,-9 2 17 0,9-2 23 15,-5 6 13-15,5-6 12 16,0 0-2-16,20 7-7 0,-4-3-8 0,6 2-7 16,17-2-8-16,2 0-10 0,7 0-1 15,11-1-1-15,4 1-9 0,6-2-7 0,-1 0-10 16,0 2-5-16,2-2-5 0,-6 0-5 15,-1-1-1-15,-14 0-12 0,1 2-4 0,-9-2-4 16,2 1 0-16,-11-2-7 0,-3 0 0 16,-8 2-6-16,-2-2 3 0,-4 0-6 0,-2 2-1 15,1-2-1-15,-3 0-3 0,-11 0-1 16,20 0 0-16,-11 0 0 0,-9 0 0 0,15 1-3 16,-15-1 3-16,14 0-6 0,-14 0 1 15,14 0 3-15,-4 2-3 0,-10-2-1 16,23 0-2-16,-9 2 1 0,-2-2 3 15,6 0 0-15,-1 2-4 0,4-2 0 0,-4 0-5 16,6 2 6-16,-2-2-5 0,2 2 3 16,2 0-3-16,2-2 2 0,-1 0-2 15,0 2-3-15,3-2 1 0,0 2 4 0,-3-2-3 16,5-2 2-16,-2 2 0 0,-3-2 5 16,5 0-4-16,-3 0-3 0,-1 0 2 0,4 0 2 15,-4 0-5-15,-2-1 3 0,2 1 1 16,-2-2-2-16,-4 3-1 0,-1-2 2 0,-2 2-2 15,0 0 3-15,-2-1-3 0,2 0 1 16,-3 2 1-16,0 0-1 0,9-2 1 16,-2 2-4-16,6 2 5 0,3-2 1 15,11 2-1-15,4-2-5 0,2 0 3 0,-1 2 3 16,1-2-2-16,4 0-2 0,-2 1 1 16,2-1-2-16,2 0 3 0,-5-1-5 0,2 2 2 15,-3-2 1-15,-2 1 1 0,-12 0 2 16,-5 0-3-16,-6-2 3 0,-4 2-2 0,-1 0 2 15,-2-2-1-15,-1 2-1 0,-3-2-2 16,-1 2 4-16,-4-2 1 0,6 0-2 0,-13 2-1 16,14 0 3-16,-6-2-1 0,-8 2 2 15,12 0-2-15,-12 0-1 0,0 0-1 16,13-4 0-16,-13 4 2 0,0 0-5 16,0 0 5-16,0 0-5 0,0 0 0 0,0 0 1 15,-40-5 3-15,20 5-4 0,-3 0 3 16,-2-2 2-16,-6 2-2 0,-13-1 2 0,-3-2-10 15,-17 1 8-15,1 2-2 0,-4-2 3 16,-1 0-2-16,2 0 0 0,-6 2 2 16,4-3-2-16,-2 3 0 0,-3-3-2 0,1 0 4 15,3 2-1-15,-4 1-2 0,7-3 4 16,-1 1-2-16,3 0 1 0,-3 0 1 0,3-2-2 16,-6 4 5-16,4-2-4 0,-1 0 1 15,3 2 0-15,-5-2-3 0,0 2 2 0,1 0 3 16,-4 0-4-16,0 2 4 15,4-2-2-15,0 2-1 0,-1 0 1 0,6-2 2 16,2 0-5-16,8 2 0 0,-1-2 7 16,4 0 0-16,-2 0-5 0,2 0-1 0,2 0 2 15,3 0 3-15,-2-2-4 0,4 2 3 16,0 0 1-16,7 0-6 0,6 0 3 0,1 0 2 16,1 0 0-16,-1 0 0 0,7 0 2 15,-1 0-2-15,3 0-1 0,4 2 3 0,-2-2 0 16,3 0 0-16,2 0 2 15,1 2-2-15,12-2-3 0,-21-2 6 0,21 2-3 16,-15 2 3-16,15-2-8 0,-13 0 3 16,13 0 4-16,-13 2-2 0,13-2-1 0,-11 0 0 15,11 0-3-15,0 0-1 0,-12 0 4 16,12 0 0-16,0 0 14 0,0 0 5 0,-13 0-1 16,13 0 9-16,0 0 1 0,0 0 8 15,0 0 7-15,0 0-1 0,0 0 5 16,0 0-2-16,0 0-3 0,0 0 0 0,0 0-1 15,0 0-1-15,0 0-2 0,47-2-4 16,-24 2-6-16,17-4 0 0,8 4-4 0,5 0-4 16,17 0-2-16,11 0-1 0,0 2-2 15,9 0-2-15,26 2-3 0,0-1 0 0,5 0 0 16,-5 0-5-16,-2-3 2 16,-18 0 1-16,-3 3-3 0,-2-3-1 0,3-3 0 0,-5 3-1 15,1-3-4-15,-7 0 3 16,-4 0-2-16,-7 1 0 0,-11 0 3 0,-11-2-3 15,-7 4-2-15,0 0-1 0,-6-4 1 16,-4 4 1-16,-5-2-2 0,-3 2 1 0,4 0-1 16,-2 0 1-16,0 0-1 0,-2 2-1 15,0 0 1-15,-2 0-1 0,-1-2 0 0,-8 0-2 16,4 2 1-16,-3-2 1 0,-1 2 1 16,-5-2-2-16,-9 0 2 0,17 2 1 0,-17-2 9 15,13 0 1-15,-13 0 3 0,11 0 3 16,-11 0 6-16,0 0-4 0,14 2 3 15,-14-2 1-15,0 0-4 0,0 0-4 16,10 0 0-16,-10 0-1 0,0 0-3 0,0 0 0 16,0 0-6-16,0 0-3 0,7 3-26 15,-7-3-41-15,0 0-56 0,0 0-102 16,-17 10-109-16,10-8-132 0,-3 4-227 0,1-4 12 16,-3 4 77-16,-1-1-397 0,0-1-473 15</inkml:trace>
  <inkml:trace contextRef="#ctx0" brushRef="#br0" timeOffset="85519.73">26959 10783 2644 0,'-11'-2'-69'0,"3"1"23"0,8 1 20 0,-8-2 32 0,8 2 13 0,0 0 27 0,0 0 12 15,33-5 3-15,-10 3 0 0,5 0-5 0,12 1-8 16,6-3-4-16,-2 4-4 15,4-2-3-15,-5 1-3 0,3 1-5 0,-11 0-2 16,-7 0-2-16,-3 0-4 0,-3 0-2 16,0 0-3-16,-7 0 0 0,-2 0-2 0,-2 0 0 15,-11 0 2-15,16 1 3 0,-16-1 2 16,0 0 8-16,0 0 1 0,0 0 2 16,0 0-4-16,0 0 0 0,-34 5 1 0,14-4-1 15,-3 0-7-15,1 1-1 0,3 2 0 16,1-3-4-16,4 1 0 0,1 0 7 0,2-1 16 15,11-1 25-15,-11 6 17 16,11-6 1-16,0 0 4 0,0 0 7 0,0 0-3 0,33 6-5 16,-20-6-2-16,2 0-1 15,2 0 1-15,-1 0-11 0,-3 0-2 0,2 0-4 16,-4 0-2-16,-11 0-6 0,22-3-2 16,-15 3-7-16,-7 0-6 0,16-1-1 0,-16 1-4 15,0 0-3-15,0 0-5 0,0 0-2 16,0 0-3-16,0 0-5 0,0 0-1 0,0 0-26 15,0 0-32-15,0 0-65 0,0 0-91 16,-33 13-114-16,19-10-168 0,0 2-184 16,-8 1 70-16,-1 0-351 0,-2-2-422 0</inkml:trace>
  <inkml:trace contextRef="#ctx0" brushRef="#br0" timeOffset="90265.37">22652 11085 2392 0,'-27'2'-130'0,"1"-2"24"0,3 2 32 0,2-2 25 0,2 0 34 0,-1 1 35 0,2-2 22 16,1 1 23-16,3 0 17 15,2-2 10-15,-1 0 16 0,13 2 8 0,-16-2 6 16,10-1-3-16,6 3-1 0,-4-7-12 16,4 7-3-16,0 0-10 0,17-9 4 0,1 3-4 15,4 0-8-15,5 4-11 0,13-2-1 16,4 2-10-16,6 0-7 0,14 2-3 0,5 2-5 16,5-2-4-16,4 3-1 0,3 4-6 15,4 0-6-15,-1 1-4 0,19 4-3 0,-22-3 3 16,0 1-6-16,-7 0-4 0,-3-1 3 15,-5-2-5-15,-3 0-1 0,-4-1 0 16,-13 0 4-16,-6-3-8 0,-6 0-1 0,-9-3 0 16,-3 2-3-16,0-2 1 0,-5 0 0 15,0 0 0-15,-1 2-2 0,-2-2 4 16,0 0-2-16,-1-2-8 0,3 0 10 16,-3 2-1-16,3 0-4 0,-3 0 1 0,2-3-3 15,0 3 0-15,4 0 0 0,2 0-3 16,0 0 4-16,0 0-1 0,8 0-4 0,0 0 2 15,-1-1 3-15,14-1-5 0,-3 0 4 16,8 2-7-16,-2-1 8 0,3-2-1 0,-3-1-3 16,1 2 0-16,1 1-1 0,-2-3 2 15,-4 1 0-15,-2 0-6 0,-5 3 4 16,-7-3 2-16,-1 2-2 0,3-1-4 16,-4 0 5-16,1 0-1 0,1 0 1 0,0 2 2 15,0-3 1-15,1 3 4 0,3-2-7 16,9 1 2-16,-8 1 1 0,-1-2 0 0,-1 2 1 15,0-2-2-15,8 0-4 0,-2 1 1 16,-7 1-2-16,0-1 6 0,-1 1-2 0,3 0-4 16,-3-3 5-16,1 3-3 0,0 0-1 15,-1 0 4-15,14-3-4 0,0 2-1 0,0-1 1 16,-1-2-5-16,0 2 3 0,3-1 2 16,-2 1-1-16,3 1 6 0,2-1 0 15,-4-2-3-15,3 3-6 0,1-3-1 16,1 4 8-16,-1-4 0 0,0 2-2 0,1-2-5 15,-5 1 7-15,1 2-11 0,2 1-11 16,-1-3 4-16,3 2-3 0,-5-1 5 0,4 0 2 16,-2 2 1-16,-1-2 0 0,3 1 3 15,-4-1-1-15,-3 0-9 0,-6 0-15 0,-7 1-11 16,-1-1-7-16,-3 1 0 0,1 1-1 16,-4-2 7-16,-1 0 3 0,3 2 3 15,-2-2-3-15,-1 2 3 0,3 0 0 0,-2 0 7 16,3 0 1-16,4 2 5 0,0-2 1 15,1 2 5-15,14-2-1 0,-1 0 4 16,7 0-1-16,-1 0 5 0,0 0 1 16,1 2 0-16,-1-2 2 0,-1 1 6 0,1 1-6 15,-3-2 3-15,2-2 1 0,-4 4 2 16,-8-2 0-16,-9-2 2 0,-1 1 0 0,-1-1-4 16,-5 0 3-16,-1 0 3 0,-2 1 0 15,0 0 0-15,1-3-2 0,0 0 1 0,0-1 1 16,1 1-1-16,-1-1 2 0,1 2 1 15,0-1-3-15,0-1 3 0,2 2-1 0,-4 0-2 16,4-1 0-16,-3 2 4 0,-2 1-3 16,0-1 3-16,-1 2 0 0,1-3-4 0,-3 3 2 15,-11 0 0-15,21 0 0 16,-10 0 0-16,-11 0 1 0,22 0-2 0,-11 0 3 16,-11 0 0-16,21 0 0 0,-8-1 5 15,3 0-5-15,-3-1 4 0,2-1-2 0,2-1 1 16,1 1-2-16,-2 0 3 0,5-3-2 15,1-1 1-15,-3 0 1 0,0 1 1 0,0-3 1 16,-1-1-5-16,0 0 5 0,0-5-2 16,0-3 5-16,1-3 0 0,-8 2-2 15,9-5 2-15,-7-1-1 0,1-4-3 0,-1-2 1 16,-2-2 1-16,3-1-3 16,-2-3-1-16,69-213-1045 15,-68 208 1029-15,1 4 28 16,-3 6-113-16,3-5 104 0,-1-9 35 0,-1 10 79 15,0-8-189-15,1 6 46 0,3-7 84 16,-3 10-177-16,-5 0 225 0,3-1-268 16,-1 5 207-16,-2-2 27 0,-1 8-117 0,-3 3 103 15,0 5-58-15,-1 1-48 0,-1-1 80 16,0 5 15-16,0-1-108 0,0 1 16 16,-2 0 47-16,2 4 24 0,-2 1-68 0,0-1 47 15,0 0 72-15,3 0-129 0,-3 8 56 16,0-12 27-16,-3 5-65 0,1 0-30 15,0 2 147-15,0-2-85 0,-2 1-54 0,3-1 44 16,-3 2-2-16,-2-1 65 16,3-1-93-16,-6 3 75 0,2-2-136 15,-2 1 199-15,0 2-109 0,-4-1-47 0,2 3 40 16,-4-1 20-16,0 4 63 0,-6-1-138 16,-4 3 156-16,-9 4-109 0,-2-1-62 15,-4 2 227-15,-3 1-173 0,2-1 57 0,-13 2-54 16,2 1 66-16,9-3 98 0,-3-2-110 15,1 0-53-15,-2-1 37 0,4 0 28 16,0 0-74-16,-2 0 79 0,5-3-42 0,-2 1 22 16,2 0 18-16,0-2-40 0,3 2-12 15,1-2-18-15,-3 2 24 0,-1-4 41 16,8 2-38-16,-9 0-31 0,-1 0 86 16,5 0-96-16,2-2 36 0,3 0 50 15,-10 0-35-15,0 0-42 0,-1 0 53 0,9 0 29 16,4 0-70-16,-12-2 25 0,10 0 29 15,-11 0 99-15,6 0-176 0,-3 2 124 16,-3-3-70-16,4 2 1 0,-3-3-45 0,-2 0 38 16,-3 4 1-16,0-4 27 0,0 2-31 15,-3-1-24-15,0 1 74 0,2 0-93 16,-4-2 68-16,-9 1-29 0,-4 0 14 0,2-1-2 16,1 2-33-16,-1-1 49 0,9 1 23 15,4 1-119-15,1-1 116 16,3 0-27-16,3 0-22 0,-2 1-32 0,6-1 66 15,4 0-42-15,9 2 1 0,-3-3 47 16,0 2-78-16,4-1 74 0,-1 2-29 16,-3-2-31-16,1 0 21 0,0 0 22 0,-13 1 16 15,7 1-43-15,-6-4 7 0,-2 3 22 16,-2-1-43-16,1 0 35 0,-4-1-3 16,2 1 15-16,-5-3-21 0,2 4-10 0,-11-7 36 15,0 5-40-15,10-2 16 0,-1 3 17 16,1-3 131-16,-1 1-145 0,-11 1 57 15,2-2-48-15,9 2-31 0,1-1 39 0,1 2-41 16,-2-1-16-16,3 1 77 0,-3 1-56 16,5-1 21-16,-1 0 9 0,-3 2-21 15,1-3-20-15,-6 3 43 0,4-5 1 16,0 5 86-16,-2 0 119 0,-1-2-186 16,3-1-49-16,-3 3 36 0,1-2-21 0,-1 0-34 15,2 2 48-15,-3 0 16 0,-11 0-46 16,12 0 3-16,-2 0 33 0,4 0-29 15,-12 2 20-15,9-2-40 0,4 0 61 0,3 0-36 16,-5 2 0-16,1-2-23 0,2-2 27 16,-7 2 15-16,6-2-23 0,0 2 18 15,-2 0-45-15,-2-2 68 0,3 2-65 16,-2-1 39-16,-10 1 1 0,11-2 7 16,2 0-42-16,2 1 48 0,1 2-25 15,4-2-28-15,2 1 52 0,9-2-48 0,3 2 28 16,7 0-3-16,1-2 9 0,0 2 30 15,2-2-71-15,3 2 22 0,2-2 36 16,0 1 6-16,1 1-23 0,13 0-41 0,-21-3 55 16,11-1-16-16,0 1 21 0,10 3-3 15,-15-9-73-15,8 6 78 0,2-4 10 16,-2 2-68-16,7 5 50 0,-9-12 22 0,5 7-33 16,4 5 8-16,-5-10-45 15,5 10 73-15,-9-8-84 0,9 8 55 0,-2-6 56 16,2 6-57-16,-3-7-24 0,3 7 4 15,0 0-19-15,-6-8 24 0,6 8-43 16,0 0 42-16,0 0-14 0,0 0 20 0,2 27-1 16,0-2 23-16,2 14-2 0</inkml:trace>
  <inkml:trace contextRef="#ctx0" brushRef="#br0" timeOffset="90499.47">22317 10864 5489 0,'5'21'60'0,"4"-3"5"0,-4 1 20 0,1 2-20 0,-2-2 14 0,-1-2-5 0,3-2-12 0,-2 1-3 15,2-1 15-15,-1-1-4 16,-3-2-9-16,2-2 1 0,0-2-5 0,-2 1 20 16,-1-2-4-16,1 1 11 0,3-4 1 15,-3 3-1-15,0-1-6 0,-2-6 0 0,1 6-6 16,-1-6-6-16,0 0-17 0,0 0 0 16,0 0-5-16,0 0-9 0,0 0-19 0,0 0-54 15,0 0-55-15,0 0-78 0,0-20-114 16,0 20-111-16,-7-11-129 0,1 4-249 0,-4 0 17 15,-1 0 91-15,-3-7-540 0,0-1-671 16</inkml:trace>
  <inkml:trace contextRef="#ctx0" brushRef="#br0" timeOffset="131239.74">26965 10751 2300 0,'-21'0'458'0,"0"-4"-102"0,4 4-38 0,0-1-29 0,3-1-17 15,3 2-12-15,11 0-24 0,-21-4-24 0,21 4-19 16,-17-1-10-16,17 1-14 0,0 0 2 16,0 0 13-16,0 0 1 0,0 0 0 0,0 0-16 15,29 12-19-15,-5-9-9 16,4-1-21-16,13 2-9 0,4-3-10 0,2 0-8 16,0-1-7-16,3-1-10 0,-2 0-9 15,-1-3-11-15,-1 0-4 0,-3 1-1 0,-7 0-2 16,-5-1-6-16,-6-1-7 0,-6 3-3 15,0 0 8-15,-5-1 4 0,-2 1 0 0,-12 2-8 16,20-1-4-16,-20 1-4 0,9-2 2 16,-9 2-3-16,0 0-7 0,0 0-1 0,0 0-1 15,0 0-2-15,-55 7-1 0,30-6 7 16,-1 3 0-16,-5-2 6 0,-7 1 3 0,-2-1 2 16,2 1 11-16,6-1 3 15,5 0 11-15,2-1 1 0,5 1-9 0,4 0-51 16,2 0 0-16,1-2 0 0,2 3 0 15,11-3 0-15,-18 1 0 0,18-1 0 0,0 0 0 16,0 0 0-16,0 0 0 0,0 0 0 16,0 0 0-16,49 5 0 0,-24-8 0 15,16 1 0-15,1 0 0 0,2-4 0 0,-1 4 0 16,-1-1 0-16,0 0 0 0,-9 1 0 16,-8 0 0-16,-5 0 0 0,-2 1 0 0,-6-1 0 15,2 0 0-15,-4 0 0 0,-10 2 0 16,0 0 0-16,19-1 0 0,-19 1 0 0,0 0 0 15,0 0 0-15,0 0 0 0,0 0 0 16,-57 5 0-16,32-2 0 0,-2-1 0 16,-2 2 0-16,1-1 0 0,1-1 0 15,3 1 0-15,3-1 0 0,3 2 0 0,3-3 0 16,1 0 0-16,3 1 0 0,11-2 0 16,-14 4 0-16,14-4 0 0,0 0 0 0,0 0 0 15,0 0 0-15,0 0 0 0,0 0 0 16,0 0 0-16,34 5 0 0,-19-5 0 0,-15 0 0 15,30-2 0-15,-14 2 0 0,-1-2 0 16,-2 2 0-16,-13 0 0 0,19 0 0 16,-19 0 0-16,17-1 0 0,-17 1 0 0,0 0 0 15,10 1 0-15,-10-1 0 0,0 0 0 16,0 0 0-16,0 0 0 0,-33 11 0 16,20-10 0-16,0 3 0 0,-6-2 0 0,2 1 0 0,-3 0 0 15,3 0 0-15,4-2 0 16,2 0 0-16,-1 1 0 0,12-2 0 0,-15 2 0 15,15-2 0-15,-15 3 0 0,15-3 0 16,-8 5 0-16,8-5 0 0,0 0 0 0,0 0 0 16,0 0 0-16,0 0 0 0,0 0 0 15,37 6 0-15,-19-6 0 0,1 0 0 0,6 0 0 16,-1 0 0-16,3-2 0 0,2 0 0 16,-2 0 0-16,1-1 0 0,-1 0 0 0,-2-1 0 15,0 0 0-15,-5 1 0 0,2-3 0 16,-3 2 0-16,-2-1 0 0,2 2 0 15,-2-4 0-15,2 0 0 0,-1 2 0 0,-4-2 0 16,2 0 0-16,-1 2 0 0,-2-2 0 16,2 0 0-16,-2-1 0 0,1-1 0 15,1 1 0-15,1-3 0 0,-1 1 0 0,-2 1 0 16,-2-1 0-16,3 2 0 0,-3-3 0 16,-1 2 0-16,2 0 0 0,-3-2 0 15,-2 0 0-15,3 0 0 0,-2 1 0 0,-3 0 0 16,3-2 0-16,-3 3 0 0,2-2 0 15,-2 1 0-15,1 0 0 0,-1-2 0 16,1 0 0-16,0-2 0 0,-2 4 0 0,0-2 0 16,1-2 0-16,-1 4 0 0,-2-2 0 15,2 0 0-15,-3 0 0 0,-1 2 0 16,2-2 0-16,-2-1 0 0,0 4 0 0,-2-3 0 16,2 0 0-16,-1 1 0 0,-1 1 0 15,0-3 0-15,-4 4 0 0,3-2 0 0,1-1 0 16,-4 1 0-16,3 3 0 0,-2-2 0 15,-1-1 0-15,3 1 0 0,-3 0 0 0,3 1 0 16,-3-1 0-16,-1 0 0 0,2-1 0 16,-1 3 0-16,1-2 0 0,-3-2 0 0,2 1 0 15,-1 3 0-15,-3-2 0 16,3 1 0-16,0 1 0 0,-4-1 0 0,0-1 0 16,3-1 0-16,-3 3 0 0,0 0 0 15,1-1 0-15,-1 0 0 0,0 1 0 0,-2 1 0 16,4-1 0-16,2 3 0 0,-3-2 0 15,0 2 0-15,-1 1 0 0,3 0 0 0,-3-2 0 16,2 3 0-16,-1-2 0 0,-1 1 0 16,-1 1 0-16,0 1 0 0,-1-1 0 0,1 0 0 15,0 1 0-15,-1 0 0 0,-3 0 0 16,1-1 0-16,1 3 0 0,-1-1 0 0,0 1 0 16,0 0 0-16,-3 0 0 15,4 0 0-15,0-2 0 0,-1 4 0 0,1-2 0 16,1 0 0-16,-1 1 0 0,3-1 0 15,2 3 0-15,9-3 0 0,-23 0 0 0,11 4 0 16,1 0 0-16,0-3 0 0,-1 2 0 16,1 2 0-16,0-1 0 0,-3 4 0 0,1-2 0 15,1-2 0-15,1 0 0 0,0 3 0 16,-1-2 0-16,1 0 0 0,-2 1 0 0,2 0 0 16,0 1 0-16,-3 1 0 0,3 2 0 15,-1-3 0-15,1-1 0 0,0 1 0 0,-1 2 0 16,1-2 0-16,2 0 0 0,-1 0 0 15,0-3 0-15,3 4 0 0,-3-2 0 0,2 1 0 16,-1 0 0-16,4-2 0 0,-4 2 0 16,4 0 0-16,-3 0 0 0,3 0 0 15,-2-1 0-15,0 1 0 0,2 0 0 16,-3 0 0-16,4 0 0 0,-3 0 0 0,1 1 0 16,0 2 0-16,-1-2 0 0,-1 0 0 15,2 1 0-15,-2-1 0 0,3 0 0 0,-3 3 0 16,3-1 0-16,-2-1 0 0,0 3 0 15,2 0 0-15,-3 2 0 0,3-1 0 0,0 1 0 16,-1 1 0-16,3 1 0 0,-1 1 0 16,2 2 0-16,0 0 0 0,2 0 0 0,0-1 0 15,4 5 0-15,-2-1 0 0,2 0 0 16,1-2 0-16,5 9 0 0,0-5 0 16,4 1 0-16,2 1 0 0,3 0 0 15,-2-2 0-15,2-4 0 0,0 1 0 0,-2-4 0 16,-5-4 0-16,0-1 0 0,-3-5 0 15,0 0 0-15,-1 0 0 0,0 1 0 0,-3-3 0 16,1 1 0-16,-1-3 0 0,0 0 0 16,-5-3 0-16,7 6 0 0,-7-6 0 0,6 6 0 15,-6-6 0-15,5 2 0 0,-5-2 0 16,0 0 0-16,6 6 0 0,-6-6 0 0,0 0 0 16,0 0 0-16,0 0 0 0,7 2 0 15,-7-2 0-15,0 0 0 0,0 0 0 16,0 0 0-16,0 0-325 0,0 0-689 15,0 0 92-15,0 0-1095 0,0 0-1432 0</inkml:trace>
  <inkml:trace contextRef="#ctx0" brushRef="#br0" timeOffset="145920.6">27085 9906 1674 0,'-8'-4'799'0,"8"4"-181"0,-3-5-123 16,3 5-63-16,0 0-29 0,0 0-4 0,-9-7-22 0,9 7-21 15,0 0 3-15,0 0-5 0,-5-7-9 0,5 7-9 16,0 0-15-16,0 0-28 0,0 0-20 16,-4-5-12-16,4 5-165 0,0 0-96 0,0 0 0 15,0 0 0-15,0 0 0 0,0 0 0 16,-4-5 0-16,4 5 0 0,0 0 0 0,0 0 0 15,0 0 0-15,0 0 0 16,0 0 0-16,0 0 0 0,0 0 0 0,0 0 0 16,0 0-195-16,0 0-453 0,0 0-146 0,0 0-97 15,-3-5 87-15,3 5-849 0,0 0-1089 16</inkml:trace>
  <inkml:trace contextRef="#ctx0" brushRef="#br0" timeOffset="147370.79">24838 9056 4250 0,'-11'-3'-38'0,"11"3"81"0,-12-5 37 0,12 5 30 0,-7-2 23 0,7 2 16 0,-6-3 5 0,6 3-12 16,0 0-13-16,0 0 12 0,-18 13 4 15,13-1 0-15,-1 1-12 0,-3 5 7 16,2 5 2-16,-5 4-1 0,3-4-19 0,-4 6-6 16,4-7-4-16,2-3 9 0,0-2-4 15,0-2-7-15,1-1 10 0,3-4 4 0,-1 0-15 16,0-1 5-16,3-2 8 0,-3 0 4 15,2-2 10-15,2-5 5 0,0 8 2 0,0-8 5 16,0 0-77-16,0 0-71 16,0 0 0-16,0 0 0 0,0 0 0 0,0 0 0 0,18-23 0 15,-9 9 0-15,0-1 0 16,0-3 0-16,3 3 0 0,-1 0 0 0,-1 3 0 16,0-1 0-16,-1 5 0 0,-3 0 0 15,1 3 0-15,1-1 0 0,0 3 0 0,-8 3 0 16,14-3 0-16,-14 3 0 0,0 0 0 15,22 4 0-15,-22-4 0 0,13 8 0 0,-9-5 0 16,4-1 0-16,-5 4 0 0,-3-6 0 16,10 6 0-16,-7-2 0 0,4 0 0 15,-7-4 0-15,0 0 0 0,7 9 0 0,-7-9 0 16,6 3 0-16,-6-3 0 0,0 0 0 16,0 0 0-16,0 0 0 0,19-10 0 15,-12 3 0-15,1-2 0 0,1-2 0 0,1-1 0 16,-1 2 0-16,3 3 0 0,-4-2 0 15,-1 2 0-15,1 1 0 0,-1 4 0 16,-7 2 0-16,0 0 0 0,0 0 0 0,27 10 0 16,-21-2 0-16,2 1 0 0,-3 1 0 15,1 2 0-15,-3-3 0 0,1 6 0 0,3-1 0 16,-6-2 0-16,3 1 0 0,0 1-136 16,-2-2-49-16,0 0-36 0,-1 1-41 0,1-2-52 15,0-1-76-15,2 0-70 0,-4-3-82 16,3 0-104-16,0 0-92 0,3-2 70 15,-1-2-566-15,3 1-697 0</inkml:trace>
  <inkml:trace contextRef="#ctx0" brushRef="#br0" timeOffset="147570.75">25410 9278 3392 0,'-11'-2'81'0,"11"2"74"0,0 0 35 0,-16-5 28 0,16 5 22 0,0 0 6 0,-9-3-4 0,9 3-19 0,0 0-18 16,0 0-17-16,0 0-19 0,0 0-18 16,0 0-32-16,27-5-54 0,-14 3-57 0,0 0-70 15,6 0-91-15,-1 1-105 0,0-3-108 16,0-1-97-16,3-2-113 0,-5 4-60 16,2-4 62-16,-1 2-380 0,-5 1-432 15</inkml:trace>
  <inkml:trace contextRef="#ctx0" brushRef="#br0" timeOffset="147736.56">25401 9102 2510 0,'-9'-1'-55'0,"9"1"24"16,-5-7 2-16,5 7 1 0,-4-3 3 16,4 3 3-16,0 0 2 0,0 0 1 0,0 0-8 15,0 0-21-15,18-6-40 0,-18 6-51 16,9-4-48-16,-2 2-53 0,-7 2-288 15,18-2-32-15</inkml:trace>
  <inkml:trace contextRef="#ctx0" brushRef="#br0" timeOffset="148103.01">25654 9033 1540 0,'-9'-4'143'0,"9"4"47"0,0 0 38 0,-11-3 43 15,11 3 23-15,0 0 10 16,0 0 2-16,0 0-11 0,0 0-11 0,0 0 20 16,0 0 10-16,0 0-11 0,0 0-28 15,0 0-19-15,0 0-25 0,14 30-21 0,-3-21-16 16,3 5-26-16,1 1-8 0,-1-1-20 16,-3 2-14-16,2-1-12 0,-3 3-12 15,-3-6-7-15,-1 3-2 0,-2-3 33 0,-4 1 28 16,-4 3 17-16,-3-3 11 0,-3 5 1 15,-4-3-6-15,-4 6-3 0,-5-1-90 16,2-3-84-16,-1-2 0 0,6-3 0 0,-4 0 0 16,6-3 0-16,-4-1 0 0,3 1 0 0,1-4 0 15,1 1 0-15,1-3 0 16,3-1 0-16,9-2 0 0,-16-2 0 0,5-1 0 16,11 3 0-16,-11-11-346 0,8 4-120 15,1 1-62-15,4-3-84 0,5 1-116 0,2 0-57 16,11-2 78-16,8-1-660 0,12-2-821 15</inkml:trace>
  <inkml:trace contextRef="#ctx0" brushRef="#br0" timeOffset="148553.25">26118 9221 4069 0,'-11'-6'114'0,"0"0"53"15,5 3 53-15,6 3 47 0,-11-5 34 16,9 2 10-16,2 3-5 0,0 0-22 15,-9-6-21-15,9 6-20 0,0 0-28 0,0 0-20 16,0 0-12-16,0 0-12 0,0 0-14 16,0 0-14-16,0 0-17 0,0 0-9 0,18 19-11 15,-9-15-12-15,-4 4-7 0,1-1-35 16,-3 0-52-16,3 0 0 0,-1-1 0 0,0 1 0 16,-1 0 0-16,-2 0 0 0,-1-2 0 15,-1-5 0-15,6 9 0 0,-6-9 0 16,4 7 0-16,-4-7 0 0,0 0 0 0,7 6 0 15,-7-6 0-15,0 0 0 0,19-8 0 16,-6 1 0-16,5-3 0 0,-1 0 0 16,2-3 0-16,-3 5 0 0,-2 1 0 0,-2 0 0 15,1 0 0-15,-2 4 0 0,1 0 0 16,-2 3 0-16,-10 0 0 0,21 3 0 0,-8 0 0 16,-1 1 0-16,-1 1 0 0,-2 0 0 15,5 2 0-15,-5-2 0 0,2 2 0 0,1-2 0 16,-2 0 0-16,-1 2 0 0,-1-2 0 15,0-2 0-15,-3 1 0 0,2-1 0 0,-7-3 0 16,11 7 0-16,-8-5 0 0,-3-2 0 16,11 3 0-16,-11-3-357 0,0 0-336 0,12-8-142 15,-8 3-32-15,2-2 90 0,-1-3-809 16,3-2-1026-16</inkml:trace>
  <inkml:trace contextRef="#ctx0" brushRef="#br0" timeOffset="148919.79">26464 8782 4500 0,'-30'-10'-102'0,"3"5"57"0,-2 1 60 0,-1 6 62 0,-12 5 50 15,-10 6 39-15,1 8 20 0,-1 4 11 0,5 10 14 16,-1 8 14-16,8 4-8 0,4 5-2 16,9 2-17-16,10 2-8 0,11 0-22 0,10-2-12 15,10 1-12-15,12-3-11 16,9-5-12-16,10-3-15 0,19 2-13 0,13-9-6 15,7-6-6-15,-12-12-12 0,9-7-12 16,-2-5-26-16,2-7-24 0,-8-5-20 0,-5-7-5 16,-5-5-2-16,-6-4 13 0,-6-6-4 15,-3-6 0-15,-7-2 3 0,-5-4 7 0,-9-6 5 16,-6-6 16-16,-6-2 8 0,-5-3 3 16,-6 0-1-16,-8-4 5 0,-3 0-5 0,-11 4-6 15,-5 5 3-15,-3 7-3 0,-9 5-9 16,-4 12-3-16,-9 8 0 0,-3 7-10 15,5 8-21-15,-6 4-36 0,-9 7-28 0,3 3-37 16,-1 6-52-16,-1 1-58 0,9 3-92 16,1-1-75-16,8 4-66 0,10-7-84 15,7 3-138-15,6-7-23 0,6 1 72 0,5-1-520 16,5-5-622-16</inkml:trace>
  <inkml:trace contextRef="#ctx0" brushRef="#br0" timeOffset="150137.29">23317 9864 2983 0,'8'-7'-68'0,"-2"2"28"0,0-1 27 0,-1 0 25 0,-1 1 34 0,0 0 35 0,-2 0 22 15,1-2 27-15,-1 0 5 0,1 0 12 0,-3 1 2 16,0-6 2-16,-7 3-9 0,2-3-7 16,-6-4-9-16,-12-2-10 0,-8-2-12 0,-7-2-11 15,-10 5-6-15,-5-2-10 0,-4 2-7 16,-6 2-7-16,-6-2-7 0,3 3-5 15,-6 0-4-15,-3 0-7 0,-1 1-4 0,-1-3-3 16,2 1-3-16,-19-5-5 0,21 2 1 16,-16-5-5-16,-1-3 1 0,22 5-4 0,1-4-2 15,4 0-3-15,2 0 2 16,2 0-6-16,6 1 1 0,3 2-2 0,5 2-1 16,10 6 0-16,5 2-1 0,7 3-8 15,3 3-22-15,7-1-30 0,2 1-29 0,1 5-47 16,3 1-27-16,7 0-36 0,-20 7-40 15,17 0-59-15,1-1-76 0,0 4-155 0,6-1-40 16,-1 0 63-16,4-2-250 0,0-1-239 16</inkml:trace>
  <inkml:trace contextRef="#ctx0" brushRef="#br0" timeOffset="151135.89">20316 9463 2046 0,'-6'6'36'0,"3"-1"26"0,-5-1 20 0,5 0 36 0,3-4 29 0,-9 4 36 15,9-4 22-15,-7 6 14 0,7-6 7 0,-8 4 9 16,8-4 10-16,0 0 12 0,-10 2 10 15,10-2-3-15,0 0-18 0,0 0-8 16,0 0-3-16,-15-12-4 0,14 6-14 16,1 6-16-16,-4-13-16 0,2 3-16 0,4 2-10 15,0-1-16-15,0 0-10 0,-1-2-16 16,5 1-10-16,-2 3-14 0,1 1-11 0,4 0-10 16,0 0-4-16,0 6-10 0,5-3-4 15,-14 3-4-15,27 5-4 0,-13 5-5 0,4-1-2 16,0 1-3-16,4 10 0 0,-1 1-8 15,-3-2 4-15,-4-1-5 0,-1-3 7 16,-1 1 5-16,-4-1 15 0,-3-1 12 16,1 1 7-16,-3 1 1 0,-3-4 2 0,2 1-36 15,1-1-40-15,-3-1 0 0,0-3 0 16,0 1 0-16,2-3 0 0,-2-6 0 0,2 12 0 16,-2-12 0-16,2 8 0 0,-2-8 0 15,0 0 0-15,0 0 0 0,13-32 0 0,-6 14 0 16,-1-2 0-16,4-1 0 0,3-7 0 15,-1 8 0-15,-3 4 0 0,-2 4 0 0,0 2 0 16,-4 0 0-16,5 3 0 0,-5 3 0 16,-3 4 0-16,0 0 0 0,0 0 0 0,29 12 0 15,-22 1 0-15,6 2 0 16,-4 2 0-16,5 9 0 0,0-1 0 0,-1 1 0 0,-3-3 0 16,-2-2 0-16,-3-1 0 15,1-5 0-15,-1 3 0 0,-3-1 0 0,3-3 0 16,-3-3 0-16,0 1 0 0,-2-1-66 15,0-5-466-15,0 0-86 0,0-6-96 0,0 0-136 16,0 0 73-16,0 0-799 0,0 0-1018 16</inkml:trace>
  <inkml:trace contextRef="#ctx0" brushRef="#br0" timeOffset="151405.2">20789 9317 4034 0,'0'-22'-84'0,"-2"3"73"0,2 4 38 0,-2 1 55 0,4 2 45 0,0 2 33 0,0 0 22 0,0-2-2 15,1 3-2-15,6 1-7 16,2 4-10-16,0 0-1 0,-11 4-2 0,23 4 10 16,-12 4 20-16,3 5 6 0,-7 5 1 15,1 3 5-15,-7 3 10 0,-1 3 14 0,-3 9 13 16,-5 0 11-16,-4 0 7 0,3-3 4 16,2-4-3-16,-3-8-224 0,6-6-32 0,2 1 0 15,-2-6 0-15,4 0 0 0,6-3 0 16,2-2 0-16,3 0 0 0,5-5 0 0,2-2 0 15,17-6 0-15,-1-2 0 0,1-7 0 16,5-8 0-16,-1-4 0 0,-1 0-552 0,-1-4-171 16,-5-2-191-16,-3 0 73 15,-10 4 95-15,-4 1-756 0,-4-3-947 0</inkml:trace>
  <inkml:trace contextRef="#ctx0" brushRef="#br0" timeOffset="151819.9">20343 8514 3997 0,'-56'12'-94'0,"-5"5"23"0,-2 10 50 0,-16 16 68 16,0 8 57-16,-1 12 52 0,2 9 29 16,7 21 23-16,7 10 11 0,13 10 5 15,8 9-4-15,16 4 8 0,16 0-12 0,13-1-12 16,16-1-27-16,14-6-15 0,17-9-9 15,19-11-15-15,5-10-12 0,19-14-2 0,7-10-20 16,2-10-14-16,0-13-5 0,2-14-10 16,-4-11-12-16,-17-15-9 0,-2-11-3 0,15-14-8 15,-12-8-6-15,-8-12-4 0,-4-7-2 16,-8-9-1-16,-7-5 2 0,-13-7-2 0,-5-9 12 16,-9-9-1-16,-12-10-6 0,-8-7-4 15,-10-5-1-15,-11-1-5 0,-11-3-5 16,-13 7 0-16,-10 2-11 0,-9 1-1 15,-14 9-6-15,-5 11-10 0,-8 14-24 0,-4 20 1 16,-9 20-24-16,13 22-27 0,-6 13-16 16,-22 17-19-16,5 16-30 0,0 9-50 0,0 9-47 15,8 14-58-15,9 6-71 0,11 6-71 16,7 1-107-16,14-6-178 0,8 1 63 0,21-20 72 16,11-6-445-16,2-1-511 0</inkml:trace>
  <inkml:trace contextRef="#ctx0" brushRef="#br0" timeOffset="173547.96">6566 10639 2088 0,'0'0'545'0,"-11"-5"-76"0,11 5-82 0,-4-4-60 0,4 4-51 0,0 0-41 16,-7-4-49-16,7 4-32 0,0 0-19 0,0 0-14 16,0 0-10-16,0 0-10 15,-5 18-6-15,7-9-7 0,-4 1-1 0,2 4 4 16,2 1 5-16,-2-3-7 0,0 2-4 16,0 0-8-16,0 0-6 0,-2-2-9 0,2-1-5 15,0 0-7-15,0-2-5 0,0-1-3 16,0 0-2-16,0-8-9 0,0 13-9 0,0-13-9 15,0 8-28-15,0-8-32 0,0 5-38 16,0-5-43-16,0 0-61 0,0 0-71 0,0 0-60 16,0 0-69-16,0 0-77 0,0 0-103 15,0 0-50-15,0 0 65 0,-9-21-342 0,5 13-379 16</inkml:trace>
  <inkml:trace contextRef="#ctx0" brushRef="#br0" timeOffset="173981.49">6385 10510 2415 0,'-11'-10'21'15,"6"2"56"-15,-6-1 50 0,4 2 43 16,1 2 24-16,-3 1 11 0,1-1 10 0,0 4-5 16,8 1 3-16,-23 3 6 0,10 6-3 15,-4 3-1-15,-3 10-3 0,-2 2-6 16,6 7-17-16,0 1-14 0,3 4-16 0,1 2-11 15,6 4-14-15,1 0-9 16,5-1-16-16,4 2-10 0,1-1 9 0,4-3-30 16,3-3-1-16,3-2-13 0,8 4 3 15,0-9-8-15,2-7-7 0,6-2-21 0,-1-4-12 16,5-6-12-16,-1-2-8 0,-4-6 12 16,-3-4-1-16,11-6 2 0,2-4-3 0,-3-1 6 15,-1-4 8-15,1-9 9 0,1-1 16 16,-7-4 22-16,1 0 25 0,-9 4 25 0,0-12 29 15,-8 8 6-15,-1-8 6 0,-5 0-2 16,-5-4-6-16,-6-3-8 0,-3-9-4 0,-11 0-72 16,-1 3-69-16,-6 5 0 15,-4 4 0-15,-5 7 0 0,-6 5 0 0,0 9 0 16,4 6 0-16,-5 6 0 0,1 2 0 16,-3 8 0-16,2 4 0 0,3 4-278 0,-2 2-183 15,6 3-108-15,-1 1-93 0,3 3-134 16,5 4 6-16,2-4 79 0,6 7-624 15,1 0-790-15</inkml:trace>
  <inkml:trace contextRef="#ctx0" brushRef="#br0" timeOffset="176314.83">7231 6370 3460 0,'-36'-4'-141'0,"-2"1"26"0,8 0 26 0,3-1 24 0,0 2 32 16,4-2 31-16,5 4 26 0,0-2 18 0,5-2 13 15,13 4 12-15,-14 0 7 0,14 0-7 0,0 0-3 16,52 2 7-16,17 2-10 15,36 4-12-15,22 1 0 0,20 3 3 0,24 0-13 16,69 6-4-16,6 2 1 0,10 3-3 16,6 1-2-16,4-5-6 0,-7 3-4 0,-6-3 5 15,-7 0-7-15,-9-8-4 0,-64-3 1 16,-6-2-14-16,-2-2 12 0,-13-2 0 0,-13-4 18 16,-13 0 8-16,-39-2 17 0,-12-4 28 15,-8 1 24-15,-26 5 11 0,-3-8 3 16,-6 0-7-16,-10 3-15 0,-7 1-8 15,-4-2-9-15,-7 3-8 0,-2 2-7 0,-2 3-11 16,0-10-5-16,0 10-6 0,0 0-9 16,-7-9-3-16,7 9-11 0,0 0-29 15,0 0-50-15,-22 2-86 0,22-2-119 0,0 0-122 16,-14 10-188-16,8-7-83 0,6-3 66 16,-6 7-339-16,6-7-407 0</inkml:trace>
  <inkml:trace contextRef="#ctx0" brushRef="#br0" timeOffset="177631.34">6538 6843 2666 0,'0'0'60'0,"0"0"27"0,0 0 21 0,0 0 28 0,0 0 12 0,0 0 13 15,-8 10 5-15,8-10-1 0,0 0-11 16,0 0-15-16,0 0-2 0,2 8 4 16,4-6 3-16,4 2-8 0,6 1-7 0,7 1-17 15,13 2-8-15,5-2-15 0,4 0-23 16,3-1-30-16,13-1-15 0,4-2-1 15,0-2-10-15,-1 0-7 0,-12-2-14 0,-3 2 2 16,-3 0-6-16,-12-3 7 0,-9 3 2 16,-4-1 8-16,-6 1 1 0,0 0 6 0,-3 0-1 15,-3-1 12-15,-9 1 6 0,16 1 12 16,-16-1 1-16,8 1 2 0,-8-1-1 16,0 0 1-16,7 3-5 0,-7-3-4 0,0 0-5 15,9 4-3-15,-9-4-9 0,12 4-26 16,-12-4-45-16,13 0-67 0,-1 0-91 15,1 0-96-15,3-2-119 0,0 0-148 0,9-2-47 16,2 4 63-16,2-4-318 0,11 1-363 16</inkml:trace>
  <inkml:trace contextRef="#ctx0" brushRef="#br0" timeOffset="178014.95">7089 6531 2509 0,'0'0'58'15,"-12"-2"19"-15,12 2 7 0,0 0 39 0,0 0 58 0,-17 10 5 0,11 0 9 0,-1 2-7 0,-1 5-12 0,3 1-15 16,-4 3-15-16,2-2-13 0,1 7-15 16,1-4-12-16,-1 0-7 0,0 0-10 0,2 0-21 15,0-5-31-15,1 1-48 0,1-1-40 16,-2-2-49-16,2-3-58 0,1 0-54 0,1-4-57 15,0 2-70-15,1-4-79 0,1-3-106 16,-2-3-2-16,17 2-197 0,-1-4-216 16</inkml:trace>
  <inkml:trace contextRef="#ctx0" brushRef="#br0" timeOffset="178214.19">7439 6613 1967 0,'4'-6'88'15,"-2"0"46"-15,-2 6 34 0,0 0 36 16,0 0 18-16,0 0 10 0,-31 12 3 15,20-1-13-15,-5 1-17 0,2 1-21 16,-8 9-19-16,10-4-16 0,0-3-14 0,2 2-14 16,3-3-27-16,1-2-45 0,5 0-43 15,1-2-46-15,0-1-45 0,3-1-47 0,5 1-44 16,1-2-44-16,7-4-36 0,-4-1-42 16,6-2-30-16,7-4-33 0,9-2-34 0,0-5-14 15,2-1-231-15,-1-3-136 0</inkml:trace>
  <inkml:trace contextRef="#ctx0" brushRef="#br0" timeOffset="178464.41">7670 6694 1689 0,'15'-10'37'0,"-3"3"65"0,-5 1 44 16,-1 0 18-16,-6 6 15 0,0 0 29 16,0 0 18-16,0 0 11 0,0 0-4 0,0 0-14 15,-18 26-16-15,9-15-21 0,0 1-18 16,2 1-16-16,-4-2-17 0,2 3-11 0,5 0-15 16,-1-2-38-16,3-2-35 0,2 4-31 15,2-6-30-15,3 2-49 0,3-4-31 0,8 0-27 16,-2-1-18-16,6-3-4 0,-6-2 2 15,4 0 16-15,0 0 13 0,-4-2 13 16,1 1 18-16,-3 1 30 0,-12 0 22 16,20-2 17-16,-13 2 8 0,-7 0 11 15,11 2 11-15,-11-2 1 0,7 3 0 0,-7-3 3 16,2 7-3-16,-2-7-4 0,0 7-35 16,0-7-59-16,4 8-85 0,-4-8-126 0,2 9-180 15,2-7 29-15,-4-2-88 0,13 6-48 16</inkml:trace>
  <inkml:trace contextRef="#ctx0" brushRef="#br0" timeOffset="178664.28">8510 7129 1524 0,'-7'3'42'16,"-1"1"-4"-16,8-4-12 0,0 0-29 16,-3 3-53-16,3-3-50 0,0 0-81 0,0 0-248 15,0 0 56-15</inkml:trace>
  <inkml:trace contextRef="#ctx0" brushRef="#br0" timeOffset="179015.81">9390 7138 1260 0,'-9'8'28'0,"4"-5"-7"0,-3 1-4 16,2 0-17-16,6-4-68 0,-8 4-110 0,8-4-190 16,0 0 120-16</inkml:trace>
  <inkml:trace contextRef="#ctx0" brushRef="#br0" timeOffset="181213.95">6225 12668 1314 0,'0'0'294'0,"0"0"-30"0,4-5-33 0,-4 5-34 0,0 0-42 0,0 0 6 16,0 0 7-16,0 0-17 0,0 0 9 0,0 0 5 15,-15 30-3-15,7-16 6 0,-1 1-8 16,-2 4 1-16,-1-2-7 0,-5 6-4 0,3-4-14 16,3-1-11-16,0-3-13 0,3-3-12 15,-2 0-7-15,1-3-12 0,2 1-7 0,0 0-6 16,4-3-6-16,-3-3-7 15,0 4-6-15,6-8-6 0,-7 6-15 0,7-6-9 16,-10 2-15-16,10-2-20 0,0 0-7 16,0 0-8-16,-17-14-6 0,15 8 3 15,-6-1 10-15,4-3-3 0,1 0 2 0,-1-1 5 16,0-1 10-16,1 3-4 0,-1-1 15 16,-1 4 10-16,3-2 9 0,2 8 6 0,-3-14-3 15,1 9-1-15,2 5 0 0,-2-8-7 16,2 8 0-16,0 0 7 0,0 0 5 0,0 0 2 15,20-2-3-15,-20 2-1 0,14 8-4 16,-4-3-1-16,2 1-4 0,-1 0 4 16,2 4-5-16,-1-4-1 0,0 2 0 0,1 1-2 15,-6-1-4-15,0-2 0 16,2-1 0-16,-4 1-5 0,1-2 1 0,-6-4-3 16,9 8-4-16,-9-8-10 0,6 8-4 15,-6-8 1-15,4 7-4 0,-4-7 4 0,0 0-5 16,0 0 6-16,0 0 0 0,0 0 0 15,0 0 6-15,0 0 3 0,0 0 1 0,-34-11 19 16,24 1 15-16,1 2 12 0,-3-3 17 16,2 1 13-16,1 2 10 0,0-1 8 15,0 3-3-15,4-2 0 0,-1 2-11 0,6 6-11 16,-9-6-13-16,9 6-4 0,0 0-3 16,0 0-1-16,0 0-7 0,0 0 0 15,-2 18-5-15,2-18 3 0,11 17-1 16,-3-5 1-16,2 0-6 0,-1-1 1 0,2 0-4 15,-1-1-2-15,2 0-3 0,-1-4-2 16,-3 4 0-16,-1-3 1 0,1-3-6 0,-3 2 0 16,4-1-2-16,-9-5-17 0,12 3-24 15,-12-3-29-15,12 2-37 0,-12-2-46 16,0 0-61-16,15-2-61 0,-15 2-74 0,0 0-77 16,11-3-105-16,-11 3-164 0,0 0 42 15,4-5-440-15,-4 5-553 0</inkml:trace>
  <inkml:trace contextRef="#ctx0" brushRef="#br0" timeOffset="182063.73">6125 14508 2858 0,'0'0'13'0,"0"0"54"0,-2-13 40 0,2 13 27 0,0 0 16 0,-2-7 2 0,2 7 9 0,0 0 17 16,0 0 10-16,0 0 6 0,-7 29-15 15,4-13-16-15,-5 3-10 0,3 1-18 16,-3-1-11-16,-4 8-12 0,1-3-10 0,6-7-11 16,-4 1-11-16,2-2-8 0,3-1-10 15,-1-3-2-15,1 0-17 0,0-3-16 16,0-2-18-16,0 2-14 0,2-5-17 15,2-4-15-15,-2 7-19 0,2-7-11 0,0 0-10 16,0 0-4-16,0 0-2 0,0 0 7 16,-11-26 13-16,11 13-1 0,-1-4 13 15,-3-2 6-15,0 0 8 0,1 2 9 0,1 2 21 16,-1-1 12-16,1 4 5 0,0 3 13 16,0 1-11-16,2 8-1 0,0 0 7 0,0 0-10 15,0 0 7-15,0 0 0 0,0 0-5 16,0 0 3-16,0 0 3 0,8 32-2 15,-5-21-7-15,4-3 5 0,0 1-1 0,1 1-4 16,-3-1-2-16,5-1 0 0,-4 1 2 16,-2-4 0-16,-1 0-4 0,-3-5 6 0,9 10-1 15,-9-10 4-15,7 6-6 16,-7-6-2-16,0 0 5 0,5 3-6 0,-5-3 4 16,0 0 2-16,0 0-4 0,0 0-4 15,0 0 8-15,0 0 7 0,0 0 8 0,0 0 10 16,0 0 6-16,0 0-3 0,0 0-3 15,0 0-5-15,0 0-1 0,0 0-7 16,0 0-2-16,0 0-2 0,0 0-3 0,0 0-10 16,0 0-21-16,0 0-36 0,0 0-37 15,0 0-56-15,0 0-55 0,0 0-67 0,0 0-81 16,0 0-106-16,-3 8-164 0,3-8 32 16,0 0-319-16,5 11-387 0</inkml:trace>
  <inkml:trace contextRef="#ctx0" brushRef="#br0" timeOffset="182779.8">5779 16564 2589 0,'0'0'72'0,"-2"10"26"0,2-10 26 0,-2 13 19 0,-1-2 10 15,-1 1 4-15,2 2-5 0,-2 1-6 16,1 4-16-16,-1-2-12 0,-1 2-11 16,0-2-10-16,3 0-14 0,0 3-4 0,0-3-15 15,1-1-10-15,-1-3-16 0,-2 4-27 16,2-5-31-16,-2 0-21 0,3-6-32 0,-4 2-16 16,5-8-13-16,-6 5-2 15,6-5-1-15,0 0 12 0,0 0 10 0,0 0 17 16,-23-19 31-16,18 8 25 0,-3-2 27 15,3 0 23-15,-3 1 37 0,2 3 34 16,2-1 20-16,-1 2 17 0,1-1-3 0,0 4-14 16,4 5-12-16,-5-9-11 0,5 9-10 15,0 0-11-15,0 0-11 0,0 0-5 0,0 0-9 16,0 0-12-16,32 14-20 0,-23-11-27 16,2 3-30-16,-2 0-32 0,-2-2-29 15,1 0-18-15,-8-4-1 0,13 6-4 0,-13-6-12 16,12 3-6-16,-12-3-19 0,7 4-19 15,-7-4-28-15,0 0-29 0,8 2-29 16,-8-2-28-16,0 0-32 0,0 0-36 16,0 0-62-16,6-9-272 0,-6 9-177 0</inkml:trace>
  <inkml:trace contextRef="#ctx0" brushRef="#br0" timeOffset="201344.13">6631 13298 1435 0,'-13'-2'314'0,"13"2"-44"0,-13-4-3 0,13 4-3 0,-12-5 24 0,12 5-6 0,-9-5-2 16,9 5-26-16,-8-4-1 0,8 4-2 16,0 0-3-16,-10-3-11 0,10 3-3 0,0 0 12 15,0 0-23-15,-9-4-14 0,9 4-5 16,0 0-9-16,0 0-17 0,0 0-12 0,0 0-4 16,0 0-11-16,-6-7-8 0,6 7-12 15,0 0-5-15,0 0-13 0,0 0-9 16,44 0-12-16,-23 0-5 0,8 0-10 15,12-1-10-15,7-3-2 0,13 3-7 0,6-1-9 16,-1-1-5-16,1 1-3 0,2-3-3 16,0 5-6-16,-3-2-8 0,-3 0 3 0,-10 2-3 15,-4 0 1-15,-6-2-3 0,-11 2-6 16,-3 2-2-16,0-2 2 0,-8 0-3 0,-1 0-2 16,1 0 3-16,1 0-4 0,-8 0 0 15,2 2-3-15,-1-4 1 0,2 4 0 0,-2-2 3 16,3 0-10-16,3 0 7 0,-1-2-7 15,11 2 2-15,9 0 1 0,4-2-3 16,4 2 2-16,1 0-4 0,4-1 7 16,14 1-7-16,-1 0-2 0,-1-5 2 15,4 5-9-15,-8 0-4 0,-10-2-10 0,3 2 0 16,-4-2 6-16,-7 2 12 0,1-1-4 16,-7-1 3-16,-13 2 5 0,0 0-3 0,-10-2-2 15,1 2 2-15,-1 0 2 0,-14 0-2 16,21-2 0-16,-10 2-1 0,-11 0 0 0,0 0-1 15,22 0 2-15,-22 0-4 0,14 0 2 16,-14 0 3-16,18 2 3 0,-9 0-3 0,-9-2-7 16,27 2 2-16,-8-1-2 0,3 1 6 15,7 0-2-15,2 1 0 0,7-1-1 0,4-1 4 16,1-1-1-16,2 2 5 16,-2-2-8-16,3 0 2 0,-4 0 1 0,0 0-4 15,-11 0-8-15,-5 0-5 0,-5 0 0 16,-3 0 1-16,-4 0-3 0,-2-2 6 0,1 4 3 15,-2-2 1-15,-11 0-2 0,18 0 3 16,-18 0 3-16,18 0 4 0,-9 2-6 16,2-2 6-16,1 0 1 0,6 2-4 0,7-1 2 15,13 1-2-15,8 0 6 0,3 1 2 16,17 2-2-16,2-1-4 0,2-1 2 0,2 2 0 16,3-1-18-16,4-3-4 15,-2 3-8-15,-2-1-6 0,-3-3 4 0,-9 2 8 16,-15 0 0-16,-4-2 5 0,-14 0 4 15,-5 1 9-15,-6-1 0 0,-4 0 14 0,-2 0 9 16,-13 0 6-16,21 0 7 0,-13-1 6 16,-8 1 5-16,16 0 0 0,-16 0-4 0,11-2-9 15,-11 2-3-15,0 0-2 0,0 0-5 16,19 0-36-16,-19 0-62 0,7 0-69 0,-7 0-87 16,0 0-106-16,0 0-106 0,0 0-119 15,0 0-170-15,-30 9-7 0,15-6 84 0,-2 2-542 16,-7 0-671-16</inkml:trace>
  <inkml:trace contextRef="#ctx0" brushRef="#br0" timeOffset="202326.47">5720 14899 3108 0,'-15'2'-32'0,"-1"1"43"0,4-2 37 0,-3 1 41 0,15-2 45 0,-18 0 37 0,18 0 19 16,0 0 25-16,0 0 7 0,0 0 1 15,0 0-4-15,0 0-11 0,0 0-10 16,40-7-11-16,-4 4-21 0,5-1-13 0,-2-2-18 16,3 6-7-16,-9-3-30 0,-5 2-39 15,-1 1-36-15,-1 1-58 0,-8-2-50 16,0 0-85-16,-2 1-88 0,-1 0-93 0,-3 0-135 16,-3-2-195-16,-9 2 32 0,11 0 80 15,-11 0-339-15,0 0-389 0</inkml:trace>
  <inkml:trace contextRef="#ctx0" brushRef="#br0" timeOffset="202609.57">6014 14763 2779 0,'-9'-2'166'16,"9"2"11"-16,0 0 6 0,-16-2 7 0,16 2 20 15,0 0 18-15,0 0-3 0,0 0-21 16,42 14-23-16,-21-4-15 0,-2-1-19 0,0 3-7 15,-2 0-22-15,1 1-10 0,-4-1-11 16,-3 0-6-16,-6-1 4 0,1 3 17 16,-5-2 14-16,-1 2 21 0,-5 0-5 0,-4 2-7 15,-3 0-9-15,-3-3-13 0,-8 6-12 16,2-1-16-16,-3-1-8 0,4-5-30 16,4-4-60-16,4 1-61 0,-6 2-75 15,5-5-93-15,1 2-106 0,5 0-107 0,-1-1-147 16,1-2-123-16,3-1 56 0,-1 1-501 15,5-5-635-15</inkml:trace>
  <inkml:trace contextRef="#ctx0" brushRef="#br0" timeOffset="203176.17">5728 16837 3533 0,'-19'0'120'0,"1"0"19"0,7 0 18 0,11 0 14 0,0 0 8 0,-15 0 4 0,15 0-7 0,0 0-13 15,0 0-13-15,0 0-17 0,40-4-14 16,-13 2-41-16,2 2-76 0,8-4-91 0,3 1-109 16,3-2-120-16,-5 2-157 0,-2-5-197 15,-8 4 45-15,-5-2-368 0,-6 2-470 16</inkml:trace>
  <inkml:trace contextRef="#ctx0" brushRef="#br0" timeOffset="203409.58">6028 16740 2660 0,'0'0'-29'15,"0"0"34"-15,0 0 35 0,9 12 18 0,-9-12 23 16,9 9 13-16,-2-3 9 0,0 1 4 16,0 1-4-16,-1 1 2 0,-1 2 12 15,-3-1-8-15,0 2 11 0,-2 1 3 0,-4 2-4 16,-3-1-14-16,-2 4-7 0,-3-3-10 15,-5 8-15-15,1-6-19 0,4-3-65 0,-4-1-71 16,7-2-85-16,-2 0-92 0,-2 0-132 16,6-4-195-16,2 0 36 15,-1-1-228-15,1-2-267 0</inkml:trace>
  <inkml:trace contextRef="#ctx0" brushRef="#br0" timeOffset="204859.91">6446 15172 2013 0,'0'-8'-71'0,"0"8"25"0,-2-9 18 0,2 9 24 0,-2-4 17 16,2 4 17-16,-7-6 10 0,7 6 12 0,-6-7 8 15,-1 6 8-15,7 1-3 0,-14-2 1 16,14 2 6-16,-23 3 0 0,8 4 4 0,-4 3 6 15,-6 5 3-15,-1 5 9 0,-9 8 6 16,5 2 4-16,-5 8 0 0,7 1 8 16,-3 7 13-16,4 5 11 0,3 0-1 0,-1 6 3 15,6-1-8-15,2 4-10 0,0 3-7 16,4 3 4-16,1 0-7 0,1-1 4 0,4 0-1 16,-2 0 8-16,5-2 12 0,1-3 6 15,-1-4 3-15,2-11 7 0,0-2 10 16,2-2 10-16,0-5 7 0,0-7 8 15,0-2-3-15,2-8-1 0,-2 3-11 0,2-5-10 16,0 0-2-16,0-1-13 0,1-2-17 16,-1-1-8-16,0-3-11 0,0 0-11 15,0-1-12-15,1-1-3 0,-1-1-12 0,-2 0-7 16,0-7-10-16,0 10-27 0,1-5-46 16,-1-5-63-16,-1 7-66 0,1-7-79 0,0 7-86 15,0-7-105-15,1 7-122 0,-1-7-213 16,0 0-31-16,0 0 78 0,0 0-552 0,0 0-720 15</inkml:trace>
  <inkml:trace contextRef="#ctx0" brushRef="#br0" timeOffset="205691.78">12895 15164 3732 0,'-3'-15'84'0,"1"-1"35"0,2 7 45 0,-2 0 38 0,2 2 22 0,0 7 12 0,0-11 6 15,0 11-27-15,0 0-2 0,0 0-11 0,0 0 12 16,20 27 5-16,-6 4-12 0,1 14-17 16,-1 9-14-16,-5 5-10 0,-1 5-8 15,-7 0-6-15,-1 6 30 0,-3 1 11 0,-1-3-16 16,-2-2-9-16,-1 0-1 16,-5-5 14-16,3-6-173 0,-5-5-8 0,5-12 0 15,-1-2 0-15,-2-5 0 0,5-6 0 16,2-4 0-16,-3-4 0 0,4-2 0 0,-2-1 0 15,2-4 0-15,2 1 0 0,-1-4 0 16,1-1 0-16,0-1 0 0,0 2 0 0,2-7 0 16,-2 11 0-16,1-7 0 0,1-4 0 15,-8 7 0-15,3-3-394 0,-2-1-350 0,0 2-198 16,-9-1 66-16,1 4 102 0,-1-4-743 16,-4 3-963-16</inkml:trace>
  <inkml:trace contextRef="#ctx0" brushRef="#br0" timeOffset="211057.46">16177 11863 1523 0,'0'0'262'0,"4"6"-89"0,-4-6-44 0,0 0 10 0,0 0 18 0,0 0 33 0,0 0 15 16,0 0 4-16,0 0 22 0,0 0 5 15,0 0 3-15,0 0-9 0,0 0-7 0,0 0-15 16,0 0-8-16,0 0-6 0,-22-14-9 15,13 9-15-15,-2-4-16 0,-6 1-15 16,-5-3-11-16,-6-1-4 0,-7 0-6 16,-1 0-6-16,0 1-9 0,-5 0-8 0,-9-2-19 15,8 2-2-15,-2 3-7 0,1-2-4 16,-11 0-5-16,10 3-10 0,0 1-4 16,-1 0-4-16,1 3-3 0,0-2-5 0,0 3-2 15,4 0-5-15,6 2-2 0,5 0-6 16,-3 0-1-16,3 2-1 0,-1 0 0 0,-11 0 2 15,11 1-9-15,2 0 5 0,-1 0 1 16,4 0-4-16,-5 1-4 0,-6 1 5 0,5-3 0 16,5 2-1-16,-11 0 13 15,1 0 8-15,-2 2 2 0,2 1-2 0,2-2-8 16,-1 2-5-16,-3 1 0 0,3 0-2 16,1 2-3-16,2 0 4 0,0-1 2 0,-3 3 1 15,7-2-1-15,3-2 5 0,5 1 0 16,0 0-2-16,3-1-1 0,-2 1 3 0,1 1 0 15,1 0-1-15,0 0-5 0,2 1-1 16,-2 2 6-16,5-2-5 0,-3 0-1 0,-1 0 8 16,4 3 13-16,-4-2 1 0,1 1-2 15,1 3-3-15,1-1-2 0,-6 8 2 16,0-3 16-16,0 3-3 0,2-3-2 0,2-1-6 16,-2 3-1-16,-1 0-8 0,6-3-1 15,0-1 3-15,0 0-7 0,0-1-2 0,1-1 0 16,4-3-4-16,0 5 0 15,-4-3-1-15,6-1 1 0,-3 5-1 0,3-3 2 0,0 1 9 16,0 2 0-16,-1-1-21 16,1 3-8-16,1-6 0 0,0 2 0 0,1 2 0 15,-2-2 0-15,3 0 0 0,0-2 0 16,2 1 0-16,2 1 0 0,0 1 0 0,3-1 0 16,-4-1 0-16,5 1 0 0,1 1 0 15,-1 1 0-15,1 0 0 0,3 0 0 0,-2-2 0 16,-1 3 0-16,3-2 0 0,0 2 0 15,-3-1 0-15,2 0 0 0,0 1 0 16,-2 1 0-16,0-2 0 0,1-1 0 16,0 2 0-16,-1-2 0 0,1 2 0 0,-1-3 0 15,3 2 0-15,0-3 0 0,1 2 0 16,-1 0 0-16,5 6 0 0,2 1 0 0,-2-2 0 16,3 0 0-16,-2 1 0 0,2-1 0 15,-1-2 0-15,2 0 0 0,-2 0 0 0,5-1 0 16,-6 1 0-16,2-4 0 0,2 0 0 15,-1-2 0-15,-1-1 0 0,-1-2 0 0,0-2 0 16,4 0 0-16,5 4 0 0,5-2 0 16,-1 1 0-16,6-3 0 0,3-1 0 0,1 5 0 15,1-4 0-15,7 3 0 16,-6-1 0-16,8 2 0 0,-2-1 0 0,-8 0 0 16,-1-1 0-16,1 0 0 0,3 0 0 15,-4-2 0-15,2 0 0 0,-1-1 0 0,-1 0 0 16,4-3 0-16,-3 1 0 0,1-2 0 15,2-2 0-15,-2 3 0 0,3-3 0 0,-2 0 0 16,5-1 0-16,1 2 0 0,2-3 0 16,-1-1 0-16,3 2 0 0,-5 0 0 15,1-2 0-15,-2 0 0 0,-2 0 0 0,-1 0 0 16,2-2 0-16,-4 0 0 0,3-1 0 16,-2-1 0-16,2 1 0 0,0-2 0 0,-3 1 0 15,4-1 0-15,-2 0 0 0,0-2 0 16,-2 3 0-16,1-2 0 0,0-1 0 15,-2 2 0-15,0-4 0 0,-1 5 0 16,-3-3 0-16,-2 0 0 0,-6 0 0 0,5-3 0 16,-8 5 0-16,-2-2 0 0,4-6 0 15,-3 2 0-15,-5 2 0 0,8-6 0 0,-7-2 0 16,3-1 0-16,0-3 0 0,-1 2 0 16,-2-5 0-16,-3-1 0 0,5 1 0 0,-6-4 0 15,4 3 0-15,-4-1 0 0,2 1 0 16,-2 0 0-16,-2 2 0 0,1-1 0 0,-1 3 0 15,-5 4 0-15,3-2 0 16,-3 1 0-16,1 1 0 0,2-3 0 0,-5 1 0 0,6-7 0 16,-3 4 0-16,-1 2 0 15,3-9 0-15,-7-2 0 0,3-1 0 0,-4-2 0 16,0-4 0-16,-2-6 0 0,-8-11 0 16,1 1 0-16,-9-6 0 0,-5 0 0 0,-6-3 0 15,-14-8 0-15,-9 2 0 0,-10 5 0 16,-5-2 0-16,-7 7 0 0,-5 6 0 0,1 6 0 15,-8 1 0-15,2 9 0 0,15 11 0 16,1 2 0-16,1 7 0 0,2 2 0 0,-2 6 0 16,4 2 0-16,11 4 0 0,1 1 0 15,0 4-167-15,4 3-395 0,1 2-131 16,4 1-190-16,3-1 44 0,-1 3 98 16,11-5-724-16,6 1-912 0</inkml:trace>
  <inkml:trace contextRef="#ctx0" brushRef="#br0" timeOffset="-200542.96">23567 12940 1104 0,'-13'-1'342'0,"2"1"-98"0,-1-2-49 0,12 2-22 0,-15 2-8 0,15-2-6 15,-12 0-8-15,12 0-10 0,0 0-1 0,0 0 10 16,-13 0 2-16,13 0 17 16,0 0 14-16,0 0 6 0,0 0 7 0,27 10-2 0,-9-6-3 15,9-3-11-15,4 1-14 16,-3-2-4-16,3 2-11 0,8-2-9 0,-2 3-8 15,5-1-10-15,-8-2-10 0,7 1-11 16,0-1-9-16,3 0 11 0,-2 2-1 0,4 0-5 16,0 1 3-16,1-1-2 0,3 1-5 15,2-3 0-15,-2 2 5 0,18 2-4 0,-4-3 0 16,5 4-10-16,-3-5 0 0,1 0-9 16,-3 0-5-16,4 0-1 0,-3-1-9 15,-4 2-2-15,-11-2-6 0,11-3-9 0,-11 3-2 16,0-1-3-16,-3 0-2 0,3 0-9 15,-5 1-4-15,5 1-5 0,4 0 6 16,11-2-2-16,3 4-12 0,5-1 6 0,5 1-3 16,4 3-7-16,4-1 3 0,1 1-3 15,29 1-7-15,-2 3 8 0,-3 0-5 0,-3 3 0 16,-4 0-3-16,-20-6-4 0,-3 6 3 16,1-5 0-16,-3 0 4 0,-5 0-6 15,-8-2 3-15,-5 0 0 0,-13-1-1 0,-6-1 5 16,-13-1 0-16,-4 0 4 0,-6-2 19 15,-4 0 14-15,-1 1-2 0,-3-1-4 16,-11 0-1-16,16 0-5 0,-7 3-7 16,-9-3-5-16,0 0-5 0,14-3-41 0,-14 3-53 15,0 0-74-15,11 3-84 0,-11-3-116 16,0 0-125-16,0 0-141 0,0 0-211 0,0 0 79 16,0 0 79-16,-29-10-556 0,17 5-692 15</inkml:trace>
  <inkml:trace contextRef="#ctx0" brushRef="#br0" timeOffset="-199940.91">26435 11350 3245 0,'-1'-4'-82'0,"1"4"59"0,-2-7 58 0,2 7 68 0,-4-7 46 0,4 7 26 0,-2-5-2 0,2 5-16 16,0 0-14-16,0 0-17 15,0 0 15-15,0 0 18 0,0 0-9 0,-16 24-3 16,11-6-5-16,-2 3 5 0,-7 11 7 16,3-3-4-16,-5 3-3 0,3-1-12 0,-1 1-10 15,-3-3-4-15,4 0-8 0,0-4-14 16,2-4-4-16,0-4-11 0,4-4-8 0,0 0-13 15,-2 2-5-15,4-5-5 0,1-2-2 16,0 0-19-16,1-2-29 0,-1-1-47 16,2 1-43-16,2-6-71 0,0 0-87 0,0 0-84 15,0 0-70-15,0 0-83 16,34-14-82-16,-11-4-106 0,4-2 50 0,7-11-417 16,1-2-510-16</inkml:trace>
  <inkml:trace contextRef="#ctx0" brushRef="#br0" timeOffset="-199759.23">26652 11350 2718 0,'10'-11'1'0,"-2"4"52"0,-2 0 28 0,-3 3 25 16,1 0 21-16,-4 4 22 0,0 0 36 16,0 0 16-16,0 0-2 0,0 0-9 0,-6 22-11 15,1-7-14-15,-3 6-14 0,-4 7-14 16,0 1-13-16,-2 0-12 0,-1 0-14 0,-1 2-27 16,0-2-51-16,-4 1-60 0,-1-2-77 15,-2 1-87-15,-3 4-86 0,-6-2-129 16,5-10-213-16,0 0 50 0,0 0 67 15,0-5-257-15,4 1-260 0</inkml:trace>
  <inkml:trace contextRef="#ctx0" brushRef="#br0" timeOffset="-199559.06">26009 11673 2351 0,'-11'-5'169'15,"4"1"26"-15,1 4 24 0,6 0 26 16,-11-4 11-16,11 4-6 0,0 0-10 0,0 0-8 15,0 0-23-15,0 0-22 0,-1 12-19 16,1-12-15-16,9 15-32 0,-6-6-52 16,7 3-58-16,-2-2-73 0,-1 0-84 15,4 1-88-15,3 1-92 0,3 0-114 16,-3-4-177-16,2 1 46 0,0-4-340 0,4 3-393 16</inkml:trace>
  <inkml:trace contextRef="#ctx0" brushRef="#br0" timeOffset="-199392.48">26554 11785 2518 0,'9'-2'60'0,"-9"2"31"0,0 0 32 16,0 0 42-16,16 0 23 0,-16 0-4 0,0 0 2 15,0 0-12-15,3 9-25 0,-3-9-7 16,0 0-13-16,-3 13-14 0,3-13-11 16,-11 14-23-16,6-5-63 0,-4-3-87 0,-2 4-97 15,-3 1-106-15,0 1-143 16,-5-3-178-16,-6 6 53 0,2-2-267 0,-4-1-294 15</inkml:trace>
  <inkml:trace contextRef="#ctx0" brushRef="#br0" timeOffset="-194509.68">12817 8388 2506 0,'-7'2'459'0,"-3"-2"-77"0,10 0-64 0,-10 5-36 0,10-5-22 0,0 0-15 16,-5 3-22-16,5-3-24 0,0 0-11 16,0 0-14-16,0 0-17 0,0 0-17 15,0 0-14-15,28 5-12 0,-12-3-12 16,1-2-25-16,-4 2-43 0,2-1-44 0,-1-1-53 16,-3 2-57-16,-2 0-67 0,-9-2-63 15,14 0-57-15,-14 0-77 0,11 2-94 16,-11-2-158-16,6 3 49 0,-6-3-421 0,0 0-484 15</inkml:trace>
  <inkml:trace contextRef="#ctx0" brushRef="#br0" timeOffset="-163933.53">20621 11876 850 0,'0'0'505'0,"-11"-1"-162"0,11 1-99 0,-16 9-37 0,7 0-17 0,-1 3-23 0,0-1-19 0,1 8-31 0,-4 8-4 15,5-4-12-15,2 0-12 0,1-1-12 16,1-1-5-16,0 1-4 0,2-3-12 16,4-2-3-16,-2-4-5 0,0-1-5 15,2 2-8-15,2-4-2 0,-2 1-7 0,1-4-6 16,1 1 5-16,0-3-11 0,0-2 2 16,-4-3-2-16,11 2 2 0,-11-2 4 0,0 0 3 15,0 0 8-15,27-7 9 0,-18 4 8 16,-9 3-5-16,14-7-3 0,-6 6-2 0,-8 1-8 15,13-5 1-15,-13 5-6 16,15 1 1-16,-15-1-6 0,19 5 0 0,-9-1-3 16,-1 1 5-16,2 0-6 0,3 0-1 15,-3 0-2-15,1 0-5 0,1 1 8 0,1-3 9 16,-3 0 15-16,0-3 17 0,-11 0 12 16,23-2 4-16,-10 1 11 0,3-4 7 15,-3-4-1-15,-1 0 2 0,1 3-7 0,-3-3-4 16,-3-1-5-16,3-2-6 0,-3 0-4 15,1-2-6-15,-4-1-8 0,3-2-3 0,-3 0-10 16,2 0-4-16,-3 1-7 0,4-1-18 16,-5 3-23-16,1-1-27 0,1 5-37 0,-2-5-51 15,0 7-71-15,0 2-75 0,-1-2-94 16,-1 4-73-16,0 4-129 0,0 0-8 0,8-6 58 16,-8 6-261-16,0 0-270 15</inkml:trace>
  <inkml:trace contextRef="#ctx0" brushRef="#br0" timeOffset="-163616.14">21132 11908 2134 0,'0'0'66'0,"-10"-7"36"0,10 7 14 0,0 0 14 0,0 0 2 0,0 0-7 0,0 0-5 0,-21 10-18 0,21-10-5 15,-4 12-7-15,4-5-17 0,0 2-5 16,0-9 5-16,6 15-18 0,-2-7-7 15,-1-2-1-15,4-1-4 0,-2 2-8 16,5-2-2-16,-3-1-1 0,-7-4-6 0,16 4 2 16,-16-4-4-16,14 0 0 0,-14 0 9 15,0 0 14-15,22-4-3 0,-22 4 3 0,9-8 0 16,-4 3 3-16,-5 5 1 0,3-12-10 16,-3 6-2-16,0-2-1 0,0 8-8 0,-2-15 1 15,2 5-14-15,-1 3-18 16,-8 0-37-16,6 2-46 0,-3 3-59 0,6 2-61 15,-18 0-82-15,7 4-72 0,-2 3-125 16,1 0-27-16,1 1 48 0,1-3-140 16,5 4-101-16</inkml:trace>
  <inkml:trace contextRef="#ctx0" brushRef="#br0" timeOffset="-162900.46">21406 11966 1706 0,'0'0'126'0,"0"0"46"15,0 0 24-15,0 0 24 0,0 0-1 0,0 0-15 16,0 0-19-16,0 0-20 0,0 0-17 16,0 0-16-16,0 0-15 0,19-4-10 15,-19 4-12-15,8-6-13 0,-8 6-4 16,0 0-4-16,5-6-4 0,-5 6-5 0,2-11-1 16,-2 5 0-16,0 6 4 0,-7-17-2 0,3 7 0 15,0-2-6-15,-6-2-8 16,6 3-2-16,-3-1-6 0,0-1-7 0,-1 3 1 15,4 2-7-15,-2 1-2 0,2 0-3 16,1 2-7-16,1-2 1 0,2 7-7 0,-6-8-2 16,6 8 1-16,0-6-5 0,0 6-1 15,0 0 0-15,10-6 4 0,-10 6-6 0,14 0-2 16,-14 0 2-16,14 0 0 0,-14 0-1 16,16 6 10-16,-9-2 10 0,-1 0 19 15,-1 4 15-15,1-3 17 0,-1 2 4 0,-4 1 4 16,1-1-6-16,0 2-4 0,-2 1-8 0,2-1-7 15,0-1-6-15,0-1-6 16,-2-7-9-16,3 14-19 0,-1-7-29 0,4-2-24 16,-3 2-27-16,6-4-36 0,-9-3-44 15,15 3-43-15,-6-4-35 0,-9 1-33 0,27-9-18 16,-8 1-5-16,0-3 13 0,4-8 27 16,-2 2 31-16,-4-3 37 0,-2 3 45 15,-1 0 48-15,-5 0 46 0,0-3 47 0,-3 5 55 16,-2 1 40-16,0-2 28 0,-4 5 13 15,2 1 7-15,-4 0-6 0,2 1-10 16,-4 3-13-16,2 2-18 0,2 4-9 16,-11-6-6-16,11 6-14 0,0 0-14 0,0 0-4 15,-21 10-5-15,15-2-7 0,2-1-9 16,2-1-14-16,1 2-16 0,1 4-13 0,0-3-5 16,1 3-14-16,3 2-3 0,0 0-4 15,1 1 2-15,2 4-2 0,-2-3 1 0,1-1 0 16,-1 0 4-16,-1 1 11 0,2-1 9 15,-2-1 22-15,-4 0 18 0,2-2 15 0,-2-1 5 16,-3 6 4-16,-2-6-3 0,1 1-6 16,0-2-7-16,-1 0-3 0,-2-1-19 0,-2-1-25 15,4 0-28-15,-3-4-39 0,8-4-63 16,-11 6-59-16,11-6-46 0,0 0-42 16,-14-14-49-16,13 6-28 0,1-5-13 15,0-1-19-15,1-7-26 0,1 1-433 16,7-1-328-16</inkml:trace>
  <inkml:trace contextRef="#ctx0" brushRef="#br0" timeOffset="-162583.06">21728 11776 2103 0,'21'7'-104'0,"-15"-4"44"0,0-1 37 0,-1 2 40 0,4-2 28 0,-2 2 23 0,0 0 16 16,-7-4 17-16,17 7 13 0,-9-6 13 16,-8-1 13-16,21 4 10 0,-9-4 1 0,-12 0-3 15,25-2-3-15,-12-1-17 16,1-1-9-16,4-3-12 0,-1 1-3 0,-4-1 6 15,0-2 15-15,-1-2 22 0,-1 0 32 16,-3-1 35-16,-4-2 17 0,-2 2 13 0,0 1-1 16,-4-4-8-16,0 4-12 0,-2 2-20 15,-4 1-22-15,-3 2-22 0,-1 2-18 0,-1 4-13 16,13 0-15-16,-30 8-14 0,10 0-8 16,4 3-12-16,-2-1-4 0,4 2-7 15,0 1-16-15,3 1-5 0,1 0-16 0,2-2-15 16,2 2-28-16,5-2-23 0,1 0-28 15,0 0-40-15,1-1-44 0,3 2-62 16,4-5-79-16,4 2-63 0,0 2-70 16,8-3-92-16,9 1-125 0,-3-1-29 0,7-2 76 15,1 4-450-15,0-7-514 0</inkml:trace>
  <inkml:trace contextRef="#ctx0" brushRef="#br0" timeOffset="-162266.33">22374 11905 2786 0,'-34'-1'115'0,"15"3"96"0,-16 7 45 0,-4 1 37 15,-20 8 29-15,-6 3 22 0,-21 6-16 16,-6 4-8-16,-4 8-14 0,-10 0-10 16,-2 1-19-16,-3 4-15 0,0 5-13 15,1-2-21-15,3 3-9 0,7 0-10 0,4-2-21 16,5 0-16-16,7-6-16 0,8-2-17 15,21-11-17-15,5 1-12 0,8-7-13 0,12-6-10 16,3 2-10-16,8-7-55 0,4-3-22 16,1-1 0-16,5-2 0 0,-1 0 0 0,0-1 0 15,7-1 0-15,-5-1 0 0,8-3-6 16,-5 5-106-16,5-5-38 0,0 0-47 0,0 0-56 16,0 0-87-16,0 0-89 0,0 0-100 15,0 0-108-15,30-1-142 0,-30 1 64 16,22-4-660-16,-8 1-830 0</inkml:trace>
  <inkml:trace contextRef="#ctx0" brushRef="#br0" timeOffset="-160366.7">20802 12845 4006 0,'-21'0'-4'0,"9"2"0"0,1-2 23 0,11 0 10 0,-14 0 0 0,14 0 11 16,0 0-9-16,0 0-2 0,0 0-4 0,0 0-6 15,60-6-34-15,-20 2-55 0,4 2-65 16,-3 0-84-16,4-1-100 0,-6 3-100 15,-5 0-114-15,-9 0 43 0,-1 3-197 0,-8-1-181 16</inkml:trace>
  <inkml:trace contextRef="#ctx0" brushRef="#br0" timeOffset="-160233.04">21147 12882 1905 0,'-8'4'75'0,"8"-4"47"16,-7 2 32-16,7-2 28 0,0 0 16 0,0 0 15 16,-10 1-6-16,10-1-14 0,0 0-22 15,0 0-18-15,0 0-17 0,0 0-22 16,17-13-42-16,-9 11-68 0,0-2-87 15,1-2-91-15,1 4-108 0,1-2-142 16,0 1-103-16,-2 1 53 0,-9 2-184 0,14 2-155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11:03.6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4514 14291 6270 0,'-15'10'491'0,"2"-2"-24"0,5-3-51 0,0-1-40 0,2 0-205 0,6-4-171 0,-7 6 0 16,7-6 0-16,0 0 0 0,0 0 0 16,0 0 0-16,32 2 0 0,-7-3 0 15,15-4 0-15,6-3 0 0,12 1 0 0,0-3 0 16,-3 0 0-16,-1 0 0 0,-15 1 0 15,0-1 0-15,-11 5 0 0,-5 0 0 16,-3 0-670-16,-6 1-159 0,-4 4-92 0,-2 0 93 16,-8 0-853-16,0 11-1117 0</inkml:trace>
  <inkml:trace contextRef="#ctx0" brushRef="#br0" timeOffset="181.86">4577 14754 5171 0,'-14'12'341'0,"5"-3"37"16,0-1 33-16,0-4 31 0,2 1 8 15,3-2-7-15,4-3-22 0,-7 5-287 16,7-5-134-16,0 0 0 0,0 0 0 16,23 2 0-16,-4-4 0 0,11-10 0 0,4 3 0 15,3-5 0-15,5-7 0 0,1-1 0 16,3-4-85-16,-8-3-837 0,0 0-47 0,-6 2 109 16,-1-6-961-16,-10 5-1249 0</inkml:trace>
  <inkml:trace contextRef="#ctx0" brushRef="#br0" timeOffset="467.14">4631 13955 5511 0,'-20'-5'226'0,"9"3"24"0,1 0 41 16,10 2 16-16,-11-3-4 0,11 3 7 16,0 0-8-16,0 0-31 0,63 7-10 0,-2-2-102 15,9 2-159-15,5 3 0 0,18 9 0 16,-7 8 0-16,-5 5 0 0,-22-2 0 0,-5 5 0 15,-11 6 0-15,-14 5 0 0,-13 7 0 16,-12 5 0-16,-16 0 0 0,-7 1 0 16,-15 13 0-16,-12 1 0 0,-7-5 0 0,-6-3 0 15,-2-3 0-15,6-6 0 0,8-12 0 16,8-7 0-16,4-3 0 0,7-12 0 0,5-1 0 16,6-7 0-16,5-5 0 0,6-1 0 15,-1-3 0-15,5-3 0 0,2-2-276 16,0 0-760-16,0 0 103 0,0 0-1089 15,36-9-1438-15</inkml:trace>
  <inkml:trace contextRef="#ctx0" brushRef="#br0" timeOffset="3299.07">9559 14216 5106 0,'9'-2'-265'0,"-9"2"59"0,0 0 44 0,0 0 44 0,0 0 49 0,0 0 45 15,3-5 30-15,-3 5 30 0,0 0 14 0,0 0 15 16,0 0-1-16,0-7 7 0,0 7 4 16,0 0 5-16,0 0 4 0,-1-10-4 15,1 10-6-15,-8-9-8 0,3 4-5 0,-6-2-9 16,0-3-5-16,-8 1-4 0,-7-6-2 15,-2 1-6-15,-7-1-1 0,-9-4 1 0,1 1 3 16,-4 0-2-16,-2 1 1 16,0-3-3-16,0 8-2 0,-3-5 0 0,-2 2-5 15,3 3 0-15,-3-2-2 0,1 5-4 16,2-2-1-16,4 2-1 0,2 3-5 0,-3 1 3 16,-6-4-4-16,-2 0-1 0,8 3 0 15,-11-1-1-15,14 3-3 0,-13-6-1 16,-1 5 1-16,2-2-3 0,0 0 1 0,-1 1 3 15,-1-1-4-15,12 0 2 0,-12 2-1 16,9 1 12-16,-11 0 5 0,9 0 9 0,-9 4 1 16,13-2 9-16,-4-1 3 0,2 3-2 15,1-2-5-15,1 2 0 0,-1-2-4 0,1 2-3 16,3-2-2-16,-2 2-3 0,6 0-2 16,0 0-5-16,9 0 0 0,1 0 2 0,3 0-5 15,-3 0-2-15,3 0 4 16,-1 0-8-16,0 0-2 0,5 2 2 0,-2 0 0 15,-3 0 4-15,4-1-5 0,0 3 4 16,0-1-1-16,3 0 0 0,3 1 1 16,-1-1 8-16,3 1-2 0,0-1 4 0,2 1 7 15,-1-1-2-15,0 2-16 0,-2-2 0 16,2 3 10-16,-2-3-6 0,-3 4-4 0,2 0 0 16,-4 1 11-16,-7 3-19 0,1-1 5 15,0 0 1-15,-1 2-4 0,0 3 1 0,-1-3 8 16,1 2 12-16,1 1 3 15,-2-1 1-15,3 1-3 0,1 0 2 0,0-1-4 0,0 1-4 16,3 1 18-16,-1 1-18 16,2 0 3-16,7-2 6 0,-6 6-7 0,-1 1 4 15,2 0-4-15,4 2 13 0,0 2 5 16,4-3-4-16,-1 6 2 0,3 0 5 16,4-5-1-16,-4 7-3 0,4-6 0 0,3-1 2 15,3-2 6-15,-5 2 2 0,4 1-2 16,2-4 1-16,4 0-6 0,0 3 4 0,1-1-6 15,4 6-3-15,9 0-8 0,1 0 1 16,8 3-6-16,-5-4-2 0,7 5 0 0,1-2-5 16,-5-6-1-16,6 6-7 15,-8-5 0-15,-2 0 0 0,1-1 0 0,-2-1-9 0,1-1 3 16,-3 2-4-16,0-2-3 16,0-3-6-16,-4-3 4 0,-3-2-11 0,1 1-2 15,0 0 3-15,-1-3 2 0,-1-1 0 16,-1 1 4-16,2 2 5 0,1-1-9 0,1-2 3 15,-1 2 4-15,-1-1 1 0,2 1 1 16,-1-2 2-16,3-1-3 0,1 3 3 16,-2-3-1-16,4 2 0 0,9 1 4 0,-11 0-5 15,6-3 2-15,-5-2 0 0,0 1 0 16,0 1-2-16,2-1-1 0,0 1 0 16,-4 0 0-16,4-1 2 0,-1 2-3 15,0-3 2-15,-2 2 1 0,3-1-1 0,0 0 3 16,2-1-2-16,8 5 2 0,1-4 1 15,3 0-2-15,1-1 3 0,2 1-2 0,2-3 0 16,-2 0-3-16,4 1 3 0,-4-1-22 16,-1 0-3-16,-1 1-14 0,0-1-3 0,3 0 3 15,-3 0-6-15,4 1 4 0,-4-1 4 16,2-1 3-16,0-1 0 0,1 1 5 0,1-2 4 16,0 1 10-16,5-1-3 0,-2 0 5 15,2-2-1-15,7 2 8 0,0-1-7 16,11 2 5-16,0-1 1 0,2 1 1 0,-2 1 0 15,-2 0-3-15,-10-2 4 0,8 2 11 16,-9-2-7-16,-2 2-7 0,-2-3 1 16,3 1 4-16,-2 0-3 0,-6-1-1 15,3 0 4-15,0 1-3 0,5 0 6 0,-4-2-4 16,0 0 4-16,2 1-4 0,0-1 12 16,1 2-11-16,1 0 2 0,3 0-4 0,9 0 2 15,4 2 1-15,0 2 2 0,0-1-2 16,-2 0 0-16,-2-2-2 0,-2 2 7 0,-12-4-4 15,2 1 14-15,1-1-14 0,-5 1-3 16,2-4 0-16,0 5 4 0,-4-4-3 0,5 1-6 16,-4 2-10-16,2-3-8 15,-4 3 5-15,3-3-5 0,2 3 1 0,-2-1 0 16,3 1-2-16,-4-2 4 0,4 1-4 16,-1 2 1-16,0-3-8 0,2 3 0 0,-1-3-1 15,3 1-9-15,-1-1-3 0,1 1-4 16,1-1-7-16,0-2-3 0,2 2-8 15,2-2-6-15,2 1-3 0,6-2-4 0,-10 2 1 16,2-1 3-16,-4-1 0 0,0 2 3 16,0-1-2-16,1 0 8 0,-3 0 4 0,1-1 6 15,-1 1 9-15,-3-2 5 0,3 0 1 16,-1 0 0-16,-4-1 11 0,0 1 3 0,0-1 4 16,-1-2 6-16,-2-1 0 0,0 0 5 15,-2-1 2-15,1-2-4 0,2 1-5 16,3-1-13-16,-4-1-8 0,2-2-10 15,5-2 0-15,-5 4-4 0,0-2 7 0,6-3 7 16,-8 2 6-16,-1 2 6 0,-2-2 5 16,1-1 19-16,-4 1 8 0,3-3 3 15,-3 2 6-15,-2-1 2 0,0-2 2 0,4 0 5 16,-6-3 4-16,2 2-4 0,1-2 3 16,-5-2-4-16,6-4 5 0,1-2-4 0,-10 5-2 15,5-7 7-15,-5 4-2 0,-3 1 4 16,7-8-3-16,-6 6-2 0,0 0-2 0,-3-1-3 15,3-1-1-15,-3 2-1 0,1 1 1 16,-1 0-1-16,-2 0-1 0,0 0-5 16,4 2 0-16,-5-1 1 0,2 0 6 15,-4 2 13-15,-4 2 6 0,0 2 11 0,-4 1 4 16,0-6 7-16,-1 3 9 0,1-12 3 16,-4 6 3-16,-1 2-11 0,0 2-2 15,-4-3-12-15,0 0-2 0,-4-6-8 0,-2 1 1 16,-1 0-7-16,-3 2-1 0,1 1-4 15,-4 2-3-15,-1-3 1 0,-5 4-3 0,1-3-3 16,-1 1-2-16,-12-5-3 16,-3 1 0-16,2-2-4 0,-7 2 2 0,-2 0-2 0,-1-2 0 15,-2 3 1-15,-2 1-2 16,-1-3-2-16,-2 2 0 0,1 2-1 0,-3 1-1 16,1 0 0-16,-5 2 3 0,2 1 2 15,-6 5-8-15,0-1 4 0,-4 1-2 0,0 2-1 16,-5 2 0-16,-1 1 4 0,1 4-7 15,2-2 3-15,-4 1 2 0,8 3-3 16,-1 1 0-16,2-1-2 0,6 0 3 0,1 2-2 16,9-1 2-16,3 4 3 0,2-2-4 15,0 1 0-15,0-1 4 0,3 1-7 0,-6 1 5 16,6-1 1-16,-3 1-3 0,-1 0 0 16,0 0 0-16,-3 3 1 0,1 0 3 0,-2 0-4 15,0 0 3-15,-1 0 1 0,1-2 0 16,3 2-4-16,0 0 4 0,2 2-3 15,6-2 1-15,7 0-4 0,-1 0 3 16,-1 0 2-16,3 0 0 0,-3 0-3 0,2 0 1 16,-1 0-1-16,1 0 9 0,-1 0-8 15,-1 0 6-15,-1 3-10 0,-8-3 3 16,2 1-1-16,-2 1 3 0,7-1-2 0,-8 3 7 16,1 0-9-16,-4-3 6 0,-1 0 10 15,-2 3 8-15,-4-2-2 0,-14 2 4 0,0-2-1 16,1 3-2-16,-3-4-2 0,2 1 2 15,3 2-4-15,10-3-3 0,2 1 3 16,3 0-7-16,4-2-1 0,7 3-2 16,10-3-24-16,1 1-43 0,4 1-66 0,2 2-87 15,2-2-115-15,3-1-144 0,3 3-204 16,-1-4-41-16,1 1 78 0,11-1-518 16,-15 4-623-16</inkml:trace>
  <inkml:trace contextRef="#ctx0" brushRef="#br0" timeOffset="20210.49">12720 14086 1595 0,'0'0'732'0,"-9"-19"-190"0,9 19-165 0,0 0-105 0,0 0-68 0,0 0-27 16,0 0 5-16,-18 12-15 0,14-3 3 0,-1 1-8 16,-1 1-6-16,0 3-12 15,0 0-13-15,-1 1-9 0,1-1-14 0,1 0-9 16,-2 0-11-16,6-2-8 0,-3-2-8 16,0-1-8-16,2-1-7 0,0 0-15 0,2-3-11 15,0-5-16-15,0 0-24 0,-1 6-27 16,1-6-16-16,0 0-8 0,0 0-1 0,5-27 4 15,-1 14 0-15,0-5 7 0,0 2 2 16,-2 1 0-16,2-1 17 0,-2 5 8 0,-1-2 17 16,-1 5 11-16,2 0-2 15,-2-1-1-15,0 9-1 0,0 0 14 0,0 0 10 16,0 0 1-16,0 0 4 0,0 0-7 16,0 0 6-16,-11 22-2 0,11-12-1 15,0 1-1-15,0-3-4 0,2 4-1 0,-2-3-4 16,2-1 0-16,-2-1 1 0,2 2-1 15,0-3-3-15,-2-6 0 0,0 8-4 0,0-8 1 16,1 8 1-16,-1-8-2 0,0 5 0 16,0-5-2-16,0 0 1 0,0 0-1 0,0 0-2 15,0 0 1-15,0 0-1 0,-17-15 1 16,13 9-2-16,0 0 12 0,-1 0 4 0,5 6 0 16,-6-8-5-16,6 8 0 0,-1-5-2 15,1 5-2-15,0 0-3 0,0 0-3 16,0 0 3-16,11-5-2 0,-11 5 0 15,17-2-2-15,-4 2 1 0,5-3 0 0,-5 1 2 16,0 2 0-16,-1-2 1 0,-3 0 2 16,0 1 21-16,-9 1 13 0,14-4 3 15,-14 4-2-15,7-3-5 0,-7 3-5 0,4-4-5 16,-4 4-22-16,0 0-44 0,0 0-39 16,0 0-50-16,0 0-68 0,0 0-83 0,0 0-78 15,0 0-96-15,0 0-177 0,-13 19-35 16,11-14 77-16,0 1-368 0,1 0-432 15</inkml:trace>
  <inkml:trace contextRef="#ctx0" brushRef="#br0" timeOffset="21260.61">13421 15946 2881 0,'0'-12'103'0,"0"12"-2"0,0-9-11 0,0 9 2 0,0 0 29 15,0 0 45-15,0 0 29 0,0 0 18 0,-36 25-3 16,19-5-11-16,-4 3-15 0,-2 2 0 16,2 1-2-16,2-2-2 0,-4 0-15 0,2-3-16 15,3 2-13-15,4-7-13 16,3-3-12-16,0-5-10 0,4-2-2 0,3 1-12 15,1-3-6-15,3-4-11 0,0 0-30 16,0 0-25-16,0 0-18 0,2-24-9 0,3 8-12 16,2-4-2-16,2 1 0 0,-2-2 3 15,2 4 6-15,-3 3 2 0,0-1-2 16,-4 7 4-16,4-3-1 0,-2 6-1 0,-4 5 0 16,3-5 9-16,-3 5 5 0,0 0 4 15,14 14 0-15,-7-6-3 0,-1 2-1 0,5 2 2 16,3 2-4-16,4 7-26 15,4-6-51-15,-3 4-63 0,0-6-64 0,-4-1-71 16,2 1-65-16,-3-6-92 0,-1 1-144 0,-3-3-78 16,-3 0 58-16,-1 0-321 15,-3 3-400-15</inkml:trace>
  <inkml:trace contextRef="#ctx0" brushRef="#br0" timeOffset="21779.83">10199 17925 2799 0,'-2'-10'224'0,"2"2"55"0,0 8 21 0,2-11 1 0,-2 11-16 0,0 0-27 15,0 0-9-15,0 0 6 0,0 0 20 16,0 0-8-16,11 40-30 0,-5-16-25 0,0 7-17 15,3 4-24-15,0 1-21 16,2 0-23-16,-6-2-76 0,2 1-95 0,4 0-102 16,-8-10-116-16,3-2-96 0,-1-3-92 15,-1-3-134-15,-2-3-158 0,-2-3 66 0,0-4-471 16,0-7-615-16</inkml:trace>
  <inkml:trace contextRef="#ctx0" brushRef="#br0" timeOffset="21943.9">10267 18260 3288 0,'-4'-12'152'0,"1"2"68"15,1 1 54-15,0-1 43 0,4-3 8 16,3-3 8-16,5-2-14 0,7-6-9 0,5-4-34 16,1 3-26-16,11-4-33 0,2-2-57 15,-2 4-83-15,0 0-102 0,-5 8-102 16,-8 1-133-16,-3 5-106 0,-5 1-124 16,-2 6-164-16,-6 0-87 0,-1 5 80 0,-4 1-425 15,0 0-558-15</inkml:trace>
  <inkml:trace contextRef="#ctx0" brushRef="#br0" timeOffset="22093.48">10335 18122 3319 0,'-11'9'199'16,"4"-3"28"-16,3-1 13 0,-1 1 7 15,5-6 11-15,-3 10 6 0,3-10-18 0,12 15-9 16,1-6-33-16,5 1-32 0,6 5-50 16,3 0-75-16,4-2-92 0,-9-4-114 0,1-1-122 15,0 0-127-15,2-6-180 16,-7 2-106-16,2-2 67 0,-1-4-387 15,-2-2-488-15</inkml:trace>
  <inkml:trace contextRef="#ctx0" brushRef="#br0" timeOffset="22561.75">10807 18102 3166 0,'0'0'270'0,"0"0"35"0,0 0 17 0,0 0 13 15,0 0 22-15,0 0-7 16,0 0-16-16,0 0-35 0,13 22-28 0,-1-14-30 15,1 7-24-15,0-4-25 0,0 3-18 16,3-2-15-16,-5-2-18 0,-2 0-19 16,2-1-16-16,-2 0-13 0,-6-2-12 0,1-1-7 15,2-1-7-15,-6-5-5 0,10 10-8 16,-8-6-8-16,-2-4-5 0,0 0-6 0,0 0-7 16,0 0-1-16,0 0 0 0,0 0-7 15,0 0 2-15,0 0-2 0,0 0-2 0,0 0-1 16,0 0 1-16,0 0-10 0,0 0 1 15,0 0-6-15,0 0 1 0,0 0-3 16,0 0-6-16,0 0-12 0,0 0-21 16,0 0-30-16,0 0-18 0,0 0-18 15,0 0-15-15,0 0-15 0,0 0-11 0,0 0-8 16,0 0 3-16,34-10-2 0,-23 3 10 16,1-3 9-16,1 2 13 0,-4-2 14 0,1 3 19 15,1-1 36-15,-3 1 31 0,-2 0 28 16,0 4 14-16,-6 3 14 0,7-5 14 15,-7 5 12-15,0 0 13 0,0 0 0 0,13 10-11 16,-6-2-4-16,-6 0-10 0,5 0 2 16,1 1-17-16,-1-1-38 0,-1 2-41 0,6-3-52 15,-6 1-52-15,4-2-58 0,2 0-56 16,0-6-47-16,-2 0-54 0,7 0-56 16,-2-8-66-16,6 0-116 0,3-11-57 0,2 3 49 15,-3-6-307-15,3 0-396 16</inkml:trace>
  <inkml:trace contextRef="#ctx0" brushRef="#br0" timeOffset="22727.34">11481 17974 2644 0,'7'-7'126'0,"-2"6"84"0,-5 1 59 0,0 0 41 0,0 0 28 0,9 19 6 0,-9-7-6 15,2 3-29-15,0 3-34 0,0 1-15 16,0 4-37-16,0 2-31 0,-1-2-49 0,3-1-58 16,-2-3-57-16,3 0-57 0,-4-3-70 15,1-3-72-15,-2 0-60 0,0-4-56 16,2-2-63-16,-2-1-74 0,0-6-127 15,0 0-111-15,0 0 51 0,0 0-300 16,0 0-393-16</inkml:trace>
  <inkml:trace contextRef="#ctx0" brushRef="#br0" timeOffset="22945.28">11463 17929 2707 0,'1'-10'69'16,"1"0"32"-16,6 3 31 0,-1 1 36 15,-7 6 14-15,19-9 8 0,-4 4 1 0,1 1-16 16,-3 1-14-16,1 3-24 0,-14 0-8 15,28 2 5-15,-28-2 4 0,17 7 14 16,-7-1 12-16,-4 2 14 0,-3 3 10 0,-3-1 22 16,-1 2 4-16,-7 2-14 0,-2 3-18 15,-1-2-18-15,-7 7-21 0,2-5-38 16,-2-5-66-16,5 0-92 0,-1 0-109 16,0-3-128-16,-2-3-116 0,5 3-150 0,0-4-214 15,1 0 60-15,0-3 82 0,10-2-385 16,0 0-488-16</inkml:trace>
  <inkml:trace contextRef="#ctx0" brushRef="#br0" timeOffset="23361.37">10452 17459 2556 0,'-108'10'-73'0,"-16"5"59"16,4 8 50-16,-9 9 58 0,-2 6 55 16,6 12 72-16,8 10 35 0,11 10 6 0,18 12 1 15,13 10-15-15,21 9-16 0,21 11-21 16,22 4-21-16,22 0-21 0,26-5-17 0,17-3-15 16,46 17-14-16,-3-43-19 0,52 1-7 15,-26-30-33-15,16-11-35 0,6-21-21 16,4-19-4-16,0-8 0 0,7-13 44 15,0-11 55-15,41-16 42 0,-11-8 22 16,-48 8-16-16,25-25-13 0,-56 7-35 0,-16-9-49 16,-12-8-10-16,-15-6-8 0,-12-7-14 15,-14-13-23-15,-11-6-23 0,-14-9-19 0,-12-7-21 16,-10-1 1-16,-12 1 3 0,-11 6 6 16,-19 11 5-16,-18 17 2 0,-13 14 10 15,-7 25-5-15,-13 17-6 0,-10 20-31 0,-2 19-25 16,-3 11-54-16,-3 15-53 0,6 12-54 15,9 8-59-15,12 5-71 0,18 7-116 0,17 0-146 16,23-11 49-16,14 1-307 0,11-13-395 16</inkml:trace>
  <inkml:trace contextRef="#ctx0" brushRef="#br0" timeOffset="24377.99">5869 14555 2552 0,'0'0'64'0,"0"0"-16"0,-40 3 74 0,4 11 49 0,-16 3 30 0,-12 7 22 0,-21 10 18 16,0 3-2-16,-9 9-3 0,3 7 20 15,3 5-5-15,7 8 8 0,8 1-5 16,12 5 0-16,16 2-21 0,21-10-16 0,13 0-18 15,15 1-20-15,17 1-21 16,21 9-15-16,11-6-26 0,10-8-62 0,7-1-65 16,4-2-61-16,5 1-47 0,-13-2-48 15,-10-1-13-15,-20-5 15 0,-11 5 18 0,-20 4 37 16,-12 8 69-16,-20 18 75 0,-11-2 80 16,-13-4 85-16,-7 1 49 0,-5-4 33 0,1 1 16 15,1-7-9-15,5-4-12 0,22-16-29 16,5-4-24-16,13-2-22 0,12-9-99 15,11 0-103-15,15 6 0 0,12-2 0 16,7-5 0-16,8 2 0 0,1-4 0 16,4-2-98-16,1 6-132 0,-1-1 22 0,-11-3 21 15,-5-1 20-15,-9 0 40 0,-10-6 59 16,-10 3 72-16,-5-4 63 0,-4-4 32 0,-4-1 19 16,-5 1-4-16,0-4-13 0,-3 1-10 15,3-4-12-15,1-2-17 0,2-3-41 0,0-1-53 16,5-1-80-16,-3 0-76 0,2 0-81 15,2-7-80-15,0 7-80 0,0-7-82 0,6 6-92 16,-6-6-157-16,5 2 45 16,-5-2-609-16,0 0-782 0</inkml:trace>
  <inkml:trace contextRef="#ctx0" brushRef="#br0" timeOffset="25143.49">5802 14890 3412 0,'16'-7'-153'0,"-11"2"29"0,-5 2 21 0,0 3 40 0,0 0 57 0,-57 29 63 0,7-3 65 16,-4 7 42-16,-21 16 38 0,3 2 11 0,1 4 4 0,2-1-12 0,7 2-8 0,4-1-9 15,20-11-21-15,4-5-17 0,9 3-13 0,16-9-17 16,7-4-12-16,13 6-11 16,14 3-11-16,15 1-23 0,14-4-44 0,19 8-59 15,6-1-71-15,0 1-59 0,-6 2-41 0,-12 5-11 16,-23-4 24-16,-11 8 39 0,-20 4 82 16,-18 5 108-16,-21 19 113 0,-18 2 104 15,-16-3 105-15,-13-2 55 0,1-4 30 16,-4-2 7-16,7-9-4 0,5-4-23 0,27-13-28 15,7-4-40-15,11-6-112 0,17-4-238 16,10-7 0-16,13 3 0 0,19 0 0 0,9-2 0 16,9-3 0-16,12-3 0 0,-3-2 0 15,-2-2 0-15,-4 2 0 0,-7-1-22 16,-14-1-247-16,-4 1 46 0,-12 3 82 16,-7-2 84-16,-9-2 93 0,-6-1 59 0,-5 4 42 15,-12 5 16-15,1-2 3 0,7-5-21 0,0-4-135 16,1-4 0-16,3 1 0 15,1-4 0-15,2-1 0 0,5 1 0 0,1-3 0 16,0-4-48-16,5 10-300 0,3-6-95 16,-2 0-97-16,1-2-111 0,3 0-190 0,-10-2 50 15,15 0 98-15,-15 0-612 0,20-2-762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6T03:38:50.6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19676 2995 2359 0,'0'-8'218'0,"-2"-2"-10"0,0 5-16 16,2 5-18-16,-2-12-24 0,2 12-11 0,-2-6-18 16,2 6-31-16,0 0 3 0,0 0 33 15,0 0-2-15,-7 23 15 0,0-1 11 16,2 9 17-16,-3 6 3 0,-1 1 10 15,1 3 4-15,-1-3 3 0,-1 3-14 0,-2-3-9 16,5-2-7-16,0 0-14 0,-3-4-12 0,2-3-9 16,2-7-14-16,3-2-4 15,-3-5-16-15,4-3-10 0,1-2-1 0,-3 0-12 16,2-1-16-16,0-3-1 0,2-6 0 16,-3 10-80-16,3-10-66 0,0 0-82 0,-9 0-100 15,9 0-102-15,0 0-119 0,-7-25-156 16,3 11-77-16,0-7 80 0,1-5-437 0,0 0-562 15</inkml:trace>
  <inkml:trace contextRef="#ctx0" brushRef="#br0" timeOffset="218.83">19378 3062 2798 0,'-13'-3'-36'15,"13"3"63"-15,-16-2 50 0,16 2 36 16,-9-4 32-16,9 4 35 0,0 0 29 0,0 0 19 15,0 0 6-15,0 0-3 0,18-11-19 16,-2 6-23-16,8-2-15 0,8-4-23 0,6 1-12 16,4 0-14-16,11-2-14 0,0 2-34 15,-8 1-41-15,-4 0-70 0,1 2-68 16,-1 1-88-16,-13 4-85 0,-1 2-77 0,-8 2-94 16,-4 2-135-16,2 4-45 0,-5 6 66 15,-5-3-207-15,2 3-256 0</inkml:trace>
  <inkml:trace contextRef="#ctx0" brushRef="#br0" timeOffset="452.05">19986 3371 2379 0,'-11'5'182'0,"4"-3"24"15,7-2 1-15,-11 3 11 0,11-3 13 16,0 0-4-16,0 0-17 0,0 0-22 16,0 0-16-16,47-9-20 0,-13 3-23 0,2-3-50 15,4 4-66-15,2-5-81 0,0 1-110 16,-2 0-113-16,-2 1-150 0,-2-1-179 0,-9 6 50 16,-6-2-255-16,-2 3-311 0</inkml:trace>
  <inkml:trace contextRef="#ctx0" brushRef="#br0" timeOffset="833.79">20150 3162 2171 0,'-3'-9'53'0,"-1"2"62"0,1-1 48 0,3 8 11 16,-2-8 12-16,2 8 4 0,0-10-10 15,0 10-15-15,0 0-15 0,0 0-19 0,0 0 1 16,0 0-1-16,0 0 5 0,-22 18 11 16,8-3 7-16,-12 5 7 0,-3 3 5 15,-5 6 4-15,-4-2 1 0,-4-1-4 0,4-3-5 16,9-5-2-16,5 0 1 16,4-6-20-16,8-2-4 0,0-3-7 0,2-1-5 15,5 0-2-15,-2 0-11 0,7-6-3 0,-5 11 8 16,5-5-14-16,3 6-15 0,2-5-4 15,4 5-11-15,2 1-9 0,3-2-2 16,8 6-5-16,5 1-33 0,4-3-38 0,-5 0-60 16,3-2-66-16,0-1-64 0,-4-4-76 15,-2 1-83-15,-3-2-89 0,0-4-108 16,-3 1-160-16,-2-3 11 0,1 3 69 0,-2-4-411 16,-1 2-523-16</inkml:trace>
  <inkml:trace contextRef="#ctx0" brushRef="#br0" timeOffset="1267.37">20922 3066 2676 0,'0'0'-98'0,"0"0"55"0,0 0 43 0,0 0 29 15,0 0 19-15,0 0 19 0,0 0 40 16,5 12 36-16,-5-3 6 0,0 4 17 0,-3 5 8 16,-1 6-2-16,0 1-8 0,1 8-9 15,-3 2-18-15,4-6-9 0,-1-5-8 0,-2 1-18 16,1-1-5-16,2-6-12 0,2-1-11 16,0-2-4-16,-1-1-6 15,-1-2-9-15,4-1-11 0,-2-3-7 0,-2 2-43 16,2-10-50-16,0 9-85 0,0-9-85 15,0 0-91-15,0 0-104 0,0 0-162 0,0 0 5 16,3-24-304-16,-1 10-366 0</inkml:trace>
  <inkml:trace contextRef="#ctx0" brushRef="#br0" timeOffset="1433.51">20735 3048 2291 0,'-5'-5'-19'0,"-3"2"55"15,8 3 41-15,-8-7 44 16,8 7 41-16,-4-5 50 0,4 5 29 0,0 0 0 0,0-9-17 15,0 9-18-15,10-7-24 16,2 4-20-16,0 0-19 0,6-1-44 16,5-1-71-16,2 2-99 0,6 1-104 0,6-2-122 15,3 8-184-15,0 1-131 0,-3 2 60 16,-5 3-203-16,1 2-244 0</inkml:trace>
  <inkml:trace contextRef="#ctx0" brushRef="#br0" timeOffset="1818.44">21255 3371 2121 0,'-13'5'120'0,"3"-1"66"0,5-3 39 16,5-1 9-16,-11 3 13 0,11-3 9 16,0 0 1-16,0 0-7 0,0 0-17 15,0 0-23-15,0 0-21 0,0 0-21 0,0 0-22 16,0 0-30-16,26-13-30 0,-13 8-24 15,1-2-24-15,-1 0-8 0,1 0-3 0,-3 0-3 16,-4 0-4-16,1 0 0 0,-2-1-1 16,0 4-7-16,-2-6 7 0,-4 10 9 15,3-10 5-15,-3 10 1 0,-2-9-2 0,2 9-6 16,-5-6 0-16,5 6 9 0,0 0-1 16,-27 3 3-16,18 4 6 0,-1 1 4 0,0 1 2 15,-1 3-2-15,1-2-1 16,5 5-3-16,-3-4-4 0,6 1 1 0,-1 0-1 15,3 1-7-15,0-2 1 0,3 2-2 16,-1-2-5-16,6-3-17 0,1 2-36 16,5-1-63-16,-1-4-93 0,4-2-105 0,5 1-118 15,0-5-149-15,3-2-157 0,1-1 58 16,9-3-438-16,-1-5-561 0</inkml:trace>
  <inkml:trace contextRef="#ctx0" brushRef="#br0" timeOffset="2067.21">21752 3198 2794 0,'0'0'-49'0,"0"0"64"16,0 0 51-16,0 0 54 0,0 0 42 15,0 0 10-15,0 0 12 0,0 0 5 0,0 0-2 16,0 0-2-16,0 31-12 0,1-25-7 16,1 3-5-16,2-1-7 0,-2 3 0 15,0 1 3-15,-2-4-3 0,-2 4 2 0,0 0-1 16,-4-2-4-16,2-1-13 0,-4 2-11 15,3-1-9-15,-6 0-19 0,-1 0-15 0,1 1-5 16,-3-5-16-16,3 1-47 0,0-2-47 16,0-1-66-16,11-4-95 0,-14 0-84 15,14 0-83-15,-8-13-88 0,8 0-106 0,8-6-131 16,6-8 48-16,6 0-403 16,3 1-513-16</inkml:trace>
  <inkml:trace contextRef="#ctx0" brushRef="#br0" timeOffset="2266.56">21875 3110 2667 0,'0'0'-86'0,"0"0"69"0,0 0 49 16,0 0 43-16,0 0 44 0,-3 20 44 16,-6-8 23-16,4 5 12 0,-3 1 4 0,-2 1-3 15,5 2-8-15,-3-1-12 0,5 1-15 16,1-4-15-16,2-3-14 0,0 3-12 0,3-4-12 16,-1 3-14-16,6-4-24 0,0 0-31 15,1-4-46-15,4 1-59 0,3-5-58 16,0 0-65-16,4-7-48 0,1 0-49 15,-1-4-53-15,11-7-35 0,-2-5-4 0,-3-3-2 16,5-9 23-16,-4-6-428 0,1-9-270 16</inkml:trace>
  <inkml:trace contextRef="#ctx0" brushRef="#br0" timeOffset="2483.63">22261 2935 1934 0,'31'-64'-128'0,"-2"3"28"0,5-16 43 0,3 2 43 16,-10 18 59-16,-5 7 29 0,-5 7 22 16,-6 11 19-16,-3 8 15 0,-4 5 7 0,-2 7 13 15,-4 3 25-15,-2 7 33 0,4 2 20 16,0 0 10-16,-26 23 5 0,12 10 10 15,-4 14 8-15,2 11-4 0,5 5-9 0,1 9 1 16,2 10-23-16,4 20-15 16,4-17-20-16,4 18-19 0,0-25-12 0,6 18-15 15,-3-24-18-15,4-5-35 0,-3-7-74 16,0-1-74-16,-2-20-78 0,-3-4-67 0,-1-12-57 16,4-6-55-16,-3-6-65 0,6-8-84 15,-4-4-106-15,-5 1-55 0,21-23 61 0,-6-6-298 16,-2-5-345-16</inkml:trace>
  <inkml:trace contextRef="#ctx0" brushRef="#br0" timeOffset="2650.48">22469 3130 2148 0,'-20'-3'-86'0,"1"1"56"0,1 4 44 15,5-2 50-15,13 0 38 0,-19 5 47 16,11-1 31-16,8-4 38 0,-7 6 5 16,7-6-7-16,0 0-19 0,7 13-19 0,4-9-18 15,1 0-19-15,7-2-48 0,-2 2-50 16,5-2-63-16,2 0-81 0,1 0-99 15,-2 3-144-15,-6-1-226 0,0 3 15 0,-3 2 68 16,-9 4-103-16,-3 5-89 0</inkml:trace>
  <inkml:trace contextRef="#ctx0" brushRef="#br0" timeOffset="3000">19428 4374 1806 0,'2'-9'292'16,"-2"3"47"-16,0 6 18 0,2-9-29 0,-2 9-34 0,0 0 27 15,0 0 31-15,0 0 32 0,-4 41 1 16,2-5-22-16,0 5-31 0,0 2-31 16,2 1-28-16,0 0-27 0,0-1-23 15,2-4-18-15,2 0-24 0,0-5-15 0,-2-5-35 16,-1-5-37-16,1-5-52 0,0-4-62 16,0-1-73-16,1-2-58 0,-1-1-64 15,-1-5-88-15,-1-2-99 0,0-4-84 0,0 0-82 16,0 0-124-16,0 0-6 0,0-23 67 15,-1 3-443-15,-8-13-544 0</inkml:trace>
  <inkml:trace contextRef="#ctx0" brushRef="#br0" timeOffset="3249.35">19410 4381 2883 0,'5'-19'-7'0,"1"2"59"0,-1 2 50 16,3 4 47-16,2 1 37 16,1 2 25-16,2 3 19 0,4 1 18 0,3 0 9 15,0 4 8-15,5 2-8 0,9 4-4 16,-7-1-10-16,3 7-6 0,-5-2-1 0,-3-1 8 15,-8 4-9-15,2 1 0 0,-5-2 2 16,-3 3 4-16,-7 2-14 0,-1-2-18 0,-3 2-16 16,-10 11-19-16,-5-2-12 0,2-1-17 15,-7 2-58-15,-1-3-87 0,-1-5 0 0,0 0 0 16,5-5 0-16,4-3 0 0,2-6 0 16,-2-5 0-16,-1-2-234 0,2-8-115 15,-2-4-101-15,1-9-119 0,9-2-122 16,5 2-146-16,6 1 71 0,1 4-695 15,9-10-909-15</inkml:trace>
  <inkml:trace contextRef="#ctx0" brushRef="#br0" timeOffset="3432.76">19975 4576 4240 0,'4'8'51'0,"-3"0"64"0,3-1 47 15,3-1 45-15,-2-2 45 0,-5-4 17 16,11 7 2-16,0-4-23 0,3 1-24 0,6-2-24 15,0-2-26-15,7 0-55 0,0 0-80 16,-1-4-79-16,5 2-98 0,1-4-127 16,2-2-160-16,-5 2-172 0,-6-1-162 15,-3 1 70-15,0 0-555 0,-4 0-706 0</inkml:trace>
  <inkml:trace contextRef="#ctx0" brushRef="#br0" timeOffset="3753.6">20158 4434 3515 0,'-11'-3'89'0,"-1"-3"79"0,12 6 60 0,-13-5 45 15,7 2 43-15,6 3 21 16,0 0 9-16,-14-5-17 0,14 5-26 0,0 0-26 16,-11-4-34-16,11 4-25 0,0 0-20 15,0 0-15-15,-25 12-2 0,11 0-9 16,-11 10 0-16,-2 1-5 0,-5 4-4 0,-3 4-10 15,3-1-8-15,0-2-130 0,9-5-15 16,-2-4 0-16,5-4 0 0,9-3 0 0,4-3 0 16,-2-3 0-16,4 1 0 0,1 0 0 15,4-7 0-15,2 11 0 0,-2-11 0 0,9 11 0 16,3-6 0-16,1 2 0 16,1 0 0-16,6 2 0 0,4-1 0 0,6 4 0 15,0-2 0-15,3-1 0 0,-1 0 0 16,0-1-248-16,5 0-326 0,-11-4-121 0,1-2-204 15,0 1 68-15,-2 1 91 0,2-2-690 16,-2 3-880-16</inkml:trace>
  <inkml:trace contextRef="#ctx0" brushRef="#br0" timeOffset="4120.25">20857 4489 3738 0,'0'-9'-52'16,"0"9"85"-16,-2-14 71 0,2 14 45 0,-3-8 39 15,1 3 38-15,2 5 25 0,-6-7 7 16,6 7-9-16,0 0-31 0,0 0 29 0,0 0 9 15,-14 27 14-15,11-3-4 0,-5 14-9 16,5 7-15-16,-6 10-23 0,6-1-15 0,-3 3-22 16,2 2-17-16,1 1-17 0,-1-2-6 15,0-4-15-15,2-9-23 0,1-4-104 16,-2-1 0-16,1-11 0 0,0-4 0 16,0-7 0-16,0 1 0 0,1-4 0 0,-1-1-220 15,2-6-111-15,0-1-113 0,0-7-112 16,2 5-120-16,-2-5-151 0,0 0 69 0,0 0-731 15,17-27-937-15</inkml:trace>
  <inkml:trace contextRef="#ctx0" brushRef="#br0" timeOffset="4416.56">20842 4590 4024 0,'-6'-6'-18'0,"2"4"78"16,4 2 44-16,0 0 28 0,0 0 35 15,0 0 19-15,0 0 8 0,0 0 2 0,0 0-12 16,0 0-20-16,48 11-10 0,-29-3-19 16,0 4-10-16,6 0-8 0,-4 1-16 15,-2-3-6-15,-2 2 1 0,-4-1-10 0,-1 1 1 16,-2-2 25-16,-5 2 13 0,1-2 19 16,-5 2 4-16,-2 0 0 0,-5 2-5 0,1-1-24 15,-5-2-13-15,-2-1-11 0,1 0-10 16,-3-1-7-16,1-3-18 0,1 2-30 0,-2-4-61 15,1-7-72-15,1 2-90 0,1-5-97 16,1-2-114-16,4-6-106 0,2 2-120 16,4-2-165-16,6-4 65 0,0-1-663 15,3 2-846-15</inkml:trace>
  <inkml:trace contextRef="#ctx0" brushRef="#br0" timeOffset="4799.76">21194 4601 3800 0,'0'0'-11'0,"0"0"58"0,11 6 32 0,-11-6 40 16,1 6 47-16,-1-6 36 0,4 12 17 16,0-4 5-16,-1 1-7 0,1 1 0 0,0 0-9 15,0 2-5-15,-3-2-5 0,1 2-2 16,-2 0-10-16,0-2-11 0,0 1-11 16,-2 1-18-16,1-2-12 0,-3 0-12 15,0 0-12-15,-1-1-10 0,-3 0-9 16,5-2-8-16,-6-2-11 0,9-5-7 0,-13 6-10 15,13-6-14-15,0 0-17 0,-15-10-11 16,11-2-19-16,4-5-7 0,2-8-9 0,3-5 6 16,5-2-7-16,3 5 0 0,1 1 2 15,-3 7-1-15,0 6 0 0,0 1 3 16,-2 8-3-16,2-2 8 0,1 6 5 0,-12 0 11 16,18 8-1-16,-4-2-2 0,-3 5 8 15,3 1-4-15,-1 2 2 0,1-1-3 16,-1 3 1-16,-4-2 0 0,3 2 4 15,1 2-29-15,-4-3-36 0,3 0-51 0,-2-4-67 16,-5 0-71-16,3 1-76 0,-2-7-93 16,-2 2-121-16,-1-2-186 0,1 3-14 0,-4-8 88 15,6 4-531-15,-6-4-644 0</inkml:trace>
  <inkml:trace contextRef="#ctx0" brushRef="#br0" timeOffset="5066.02">21601 4093 3274 0,'-12'-18'31'0,"1"6"68"0,3 4 44 16,-2-1 52-16,7 5 46 0,-1-2 35 15,4 6 9-15,-8-6 32 0,8 6 25 0,0 0 10 16,-7 24-6-16,7-7-13 0,2 12-20 16,0 12-23-16,1 13-24 0,3 6-26 0,1 1-24 15,4 0-19-15,-4-1-18 0,-2 0-23 16,3-2-56-16,-4-2-100 0,-1-12 0 15,-3-3 0-15,3-1 0 0,-6-10 0 0,3-5-99 16,-2-2-112-16,2-1-51 16,-1-5-66-16,1-3-79 0,0-7-76 0,0-1-79 0,0-6-83 15,0 0-111-15,0 0 69 0,0 0-589 16,30-39-735-16</inkml:trace>
  <inkml:trace contextRef="#ctx0" brushRef="#br0" timeOffset="5285.55">21955 4007 3380 0,'10'-23'-67'0,"-5"5"73"15,-3 7 61-15,0-1 50 0,2 4 38 16,-4 3 35-16,0 5 47 0,0 0 43 0,0 0 52 16,0 0 0-16,-6 32 20 0,4-6 11 15,-3 16 1-15,-3 12-7 0,4 3-23 0,-4-1-25 16,-1 2-28-16,6 3-26 0,-2-3-22 16,3 0-28-16,4 1-96 0,3-16-109 0,-2-1 0 15,3-5 0-15,-3 0 0 16,-1-10 0-16,0-2 0 0,0-2 0 0,0-6 0 15,-2-5 0-15,0 2 0 0,2-4-326 16,-2-1-144-16,-2 0-117 0,-2-4-137 0,2 0-118 16,2-5 75-16,-11 3-755 0,11-3-967 15</inkml:trace>
  <inkml:trace contextRef="#ctx0" brushRef="#br0" timeOffset="5483.84">21438 4689 3981 0,'-32'2'0'15,"1"-2"88"-15,8 0 57 0,5 0 50 16,2 0 59-16,3 0 77 0,13 0 39 16,-23-2 14-16,23 2-9 0,-13-3-37 0,13 3-25 15,0 0-36-15,0 0-28 0,38-18-48 16,-4 10-70-16,8 0-99 0,2 1-143 0,14-2-150 16,-11 4-173-16,2 4-207 0,12-4-213 15,-11 3 70-15,-4 2 91 0,0 2-629 16,-5 1-778-16</inkml:trace>
  <inkml:trace contextRef="#ctx0" brushRef="#br0" timeOffset="6149.11">22123 4695 3940 0,'-14'-4'111'0,"7"2"43"0,7 2 1 15,-11-3 20-15,11 3 28 0,0 0 24 0,-11-3 6 16,11 3-5-16,0 0-36 0,0 0-26 16,0 0-13-16,0 0-11 0,0 0-18 0,0 0-13 15,18-15-16-15,-18 15-11 0,11-4-21 16,-11 4 1-16,12-4-13 0,-12 4 0 0,7-3-8 16,-7 3-6-16,8-5-6 15,-8 5 4-15,2-7-10 0,-2 7-2 0,0 0-6 16,-8-12-4-16,8 12 14 0,-13-5-18 15,13 5 2-15,-25 3-1 0,10 2 18 0,-6 4-1 16,4 1 13-16,-6 9 11 0,2 2 12 16,6 1 16-16,4-3 5 0,0-1 5 15,8 3 4-15,3-4 2 0,0 2-5 0,3 2-11 16,8-3-2-16,-2 2-10 0,2-4-7 16,3 0-2-16,1-1-8 0,2-4-1 15,3-2-40-15,-6-4-9 0,8-2 0 0,-4-2 0 16,3-2 0-16,2-2 0 0,0-1 0 15,-2-4 0-15,-2 1 0 0,0-5 0 16,4-5 0-16,-8-1 0 0,-3-1 0 0,1-10 0 16,-2-2 0-16,-5 0 0 0,0-4 0 15,-5 7 0-15,1 4 0 0,-2 5 0 0,2 5 0 16,-4-1 0-16,2 5 0 0,-2 0 0 16,2 0 0-16,-1 5 0 0,1 5 0 0,-6-6 0 15,6 6 0-15,0 0 0 0,-4-6 0 16,4 6 0-16,0 0 0 0,0 0 0 0,18-2 0 15,-5-2 0-15,4 0 0 0,2 2 0 16,2 1 0-16,0 0 0 0,0 2 0 16,0 0 0-16,2 5 0 0,-3 0 0 0,3 6 0 15,-3-3 0-15,3 9 0 0,-6-3 0 16,-4-1 0-16,0 1 0 0,-3 2 0 16,0 1 0-16,-3-2 0 0,2 3 0 15,-3 0 0-15,0-2 0 0,-2-1 0 0,0 0 0 16,-1-3 0-16,1-3 0 0,-2 0 0 15,2 1 0-15,-1-5-240 0,-1 2-286 0,-2-4-146 16,0-4-216-16,7 7 67 0,-7-7 86 16,0 0-731-16,14-2-913 0</inkml:trace>
  <inkml:trace contextRef="#ctx0" brushRef="#br0" timeOffset="6617.04">22734 4671 4000 0,'0'-16'27'0,"2"1"76"0,2 3 66 16,0 3 44-16,-1 1 49 0,1 2 53 0,-4 6 28 16,10-6 13-16,-10 6 4 0,13-3-10 15,-13 3-12-15,0 0-21 0,25 7-15 16,-16-1-19-16,3 1-24 0,-1-2-65 0,2 2-194 15,-2 0 0-15,1 0 0 0,-1 1 0 16,-2-3 0-16,-2 0 0 0,3 2 0 0,0-3 0 16,-1 2 0-16,-2 0 0 0,3-3 0 15,2 2 0-15,-1-3 0 0,3 0 0 0,-2-1 0 16,0-1 0-16,0 0 0 16,1-1 0-16,-13 1 0 0,24 0 0 0,-12-2 0 15,-1 2 0-15,3 0-404 0,-14 0-212 16,17 2-103-16,-11 1-157 0,-3 1 72 0,4 0-819 15,-5 3-1062-15</inkml:trace>
  <inkml:trace contextRef="#ctx0" brushRef="#br0" timeOffset="6931.89">23533 4993 4307 0,'-8'9'-39'0,"-1"1"113"0,-3-2 69 0,-5 3 64 16,-9 0 77-16,-10 1 22 0,-18 6 31 15,-13-3 1-15,-26 7-1 0,-14 3-13 0,-11-2-10 16,-13 2-1-16,-15 6-1 0,-51 13-5 16,-9 4-8-16,-11 1-271 0,-14 4-28 0,-2-5 0 15,3 3 0-15,6-7 0 0,19-5 0 16,58-10 0-16,13-2 0 0,23-6 0 0,34-3 0 16,16-7 0-16,18-3 0 0,8 0 0 15,10-1 0-15,11-4 0 0,5 0 0 0,9-3 0 16,0 0 0-16,0 0 0 0,0 0 0 15,34-3 0-15,-20 0 0 0,5 0 0 16,-3-3 0-16,0 0 0 0,2 0 0 16,-2 0 0-16,2-1 0 0,-1 1-345 0,-4 0-535 15,3 0-53-15,-5-4 90 0,0 5-922 16,-1 0-1196-16</inkml:trace>
  <inkml:trace contextRef="#ctx0" brushRef="#br0" timeOffset="42508.54">6765 4088 1021 0,'-2'-9'186'0,"2"1"-6"15,-2 2-2-15,2 6-27 0,-2-8-26 16,2 8-23-16,-3-3-3 0,3 3 1 0,0 0 5 15,0 0 6-15,0 0 1 0,-34 13-1 16,23-5 7-16,0 2-8 0,-1 5 3 16,-1-3-7-16,-3 1-13 0,2 1-1 15,-2-2-8-15,3 1-9 0,0 0 2 0,1 1-11 16,1-5-24-16,-1 2 9 0,5-2-1 16,-1-3-1-16,-1 1-11 0,3-2 2 15,-4-2-7-15,10-3 1 0,-9 2-3 0,9-2-4 16,0 0-13-16,-14-14 9 0,12 3-8 15,1-3-11-15,2-5 9 0,-1 0-5 16,2-5 3-16,2 0-10 0,2 2 2 0,0 1-3 16,-2 5 9-16,-3 3-14 0,1 1 2 15,2 3 5-15,-2 1 0 0,-2 8-2 16,4-7 7-16,-4 7-2 0,0 0 4 0,0 0 2 16,0 0 3-16,19 24 3 0,-12-12 12 15,4 2-3-15,-4 5 4 0,2 0-5 16,7 5 4-16,-5-4-5 0,-2-2 0 15,3 0-14-15,-3-1 4 0,-3-5 0 0,-1 2 2 16,0-4 1-16,-1 1-3 0,1 0 2 16,-1-5-2-16,0-1-3 0,-2 2 4 0,-2-7-2 15,0 0 3-15,0 0 3 0,0 0-8 16,0 0-7-16,0 0 0 0,-6-33 0 16,2 16-7-16,4 0 3 0,-3 0 24 0,-1 1 12 15,-1 3 11-15,3 1-4 16,-1 0-5-16,1 5-5 0,0 2-1 0,2 5-2 0,0 0-9 15,0 0-2-15,0 0 3 0,-23 15-4 16,17-6-2-16,3 3 2 0,-1 0-4 16,0 0 4-16,4 1 0 0,-1 1-6 15,1 1 3-15,1-1-6 0,5 3-2 16,-1-5-5-16,1 1-25 0,2-3-27 0,0-4-29 16,-1 1-52-16,0-1-51 0,2-2-64 15,-4-4-83-15,-5 0-113 0,13 0-165 0,-13 0 47 16,0 0-226-16,0 0-273 0</inkml:trace>
  <inkml:trace contextRef="#ctx0" brushRef="#br0" timeOffset="43209.71">6498 5175 2193 0,'4'-8'22'0,"-4"8"31"16,1-4 18-16,-1 4 0 0,0 0 1 16,0 0 19-16,0 0 36 0,0 0 19 0,0 0 1 15,-16 16-4-15,9-7 0 0,-4 3 2 16,0 1-6-16,-3-1-9 0,1 5-17 0,-1-7-3 15,0 4-8-15,0-2-7 16,5-2-8-16,-2-2-5 0,0-1 10 0,4-2 3 16,1-1-8-16,-1-1-7 0,7-3-7 15,0 0-9-15,-19-5-11 0,13-2-6 16,2-1-4-16,-1-1-3 0,1-3-6 0,-1 2-8 16,5 0 5-16,-3-1 1 0,1 3 2 15,0 1-12-15,2 0-3 0,0 7-1 0,0-8-3 16,0 8 6-16,0 0 9 0,0 0 5 15,0 0-1-15,21 18-1 0,-11-9-5 0,-3 3 0 16,5-2-1-16,1 2-3 16,-1 0-4-16,-1 0 0 0,0-3-1 0,-1 1-4 15,0-3 0-15,-5 0 1 0,1-1 2 16,-5 0-5-16,4-1 5 0,-1-2-2 0,-4-3-2 16,5 5 0-16,-5-5-5 0,0 0 0 15,0 0-4-15,0 0 2 0,0 0-5 16,0 0-5-16,0 0-3 0,-21-13-2 0,17 6-5 15,-1 2-4-15,1-2-6 0,0 1-2 16,3 1-8-16,1 5-11 0,-7-10-17 0,5 5-20 16,2 5-28-16,-3-7-42 0,3 7-39 15,0 0-45-15,-6-5-40 0,6 5-56 0,0 0-58 16,0 0-93-16,0 0-94 0,0 0 49 16,0 0-187-16,-13 12-206 15</inkml:trace>
  <inkml:trace contextRef="#ctx0" brushRef="#br0" timeOffset="44158.55">7387 4592 1840 0,'-23'1'-105'0,"1"-1"23"0,3 0 8 15,4 3 12-15,3-3 2 0,12 0-2 16,-17 0-13-16,10 3-16 0,7-3-31 16,-8 2-66-16,8-2-125 0,-2 8 171 0</inkml:trace>
  <inkml:trace contextRef="#ctx0" brushRef="#br0" timeOffset="44493.57">7222 4870 1056 0,'-16'6'107'0,"3"-2"22"0,1 0 11 0,1-2-5 16,4 2 4-16,1 0 13 0,6-4 24 15,-7 6 18-15,7-6 12 0,2 9-12 16,-2-9 0-16,13 7-19 0,0-4-17 16,4 3-23-16,3-6-12 0,7 5-6 15,-2-4-13-15,4 1-7 0,2-2-14 0,-1 2-8 16,0-2-6-16,-3 0-43 0,-2-2-14 16,-2 4-42-16,-8-2-28 0,1 0-39 0,-1 0-43 15,-3 2-46-15,-3-2-74 0,-9 0-86 16,16 0-182-16,-16 0 24 0,0 0-124 15,0 0-127-15</inkml:trace>
  <inkml:trace contextRef="#ctx0" brushRef="#br0" timeOffset="45458.32">10712 4720 1570 0,'-10'0'-106'0,"10"0"23"0,-10 2 30 0,10-2 43 16,0 0 34-16,0 0 21 0,0 0 14 16,34 15 16-16,-5-13 3 0,15 1-2 0,19 1-6 15,4-1-9-15,5-1-3 16,4-2-6-16,5 0-5 0,-4 0-3 0,2 0-4 0,-3-2-1 15,-8 1 3-15,-2-4 3 0,-17 1 2 16,-5 1 9-16,-4 1 0 16,-12-1 3-16,-5 1 2 0,-2 0-4 0,-7 0-4 15,-2 2-9-15,-1-1-2 0,-11 1-16 16,13-2-29-16,-13 2-52 0,0 0-66 0,9 0-83 16,-9 0-150-16,0 0-305 0,0 0-155 15</inkml:trace>
  <inkml:trace contextRef="#ctx0" brushRef="#br0" timeOffset="46157.81">12969 4042 2048 0,'0'0'145'0,"-3"-12"48"0,3 12-7 0,7-9-8 15,3 4-2-15,5-1 9 0,4-1-3 16,6 3-6-16,2 1-4 0,1 3-19 15,2 3-16-15,9 1-15 0,-3 6-10 0,-2 5-10 16,-5 3-10-16,-4 3-4 16,-7 3-3-16,-4 2 27 0,-8-2 16 0,-8-2 14 15,-2 0 8-15,-10 7 12 0,2-1-3 16,-6-3 10-16,-1 1 0 0,0-3-17 0,1-1-19 16,2-6-13-16,7-3-12 0,-2-3-6 15,6-1-6-15,1 0-16 0,2-4-7 16,2-5-25-16,0 12-55 0,0-12-69 0,13 2-78 15,3-3-92-15,7-4-103 0,13-7-97 16,9-7-99-16,5-3-142 0,2-5 1 0,5-1-484 16,4-1-635-16</inkml:trace>
  <inkml:trace contextRef="#ctx0" brushRef="#br0" timeOffset="46509.56">14045 4028 3080 0,'7'-5'-58'0,"-5"-1"68"15,-2 6 58-15,6-7 22 0,-6 7 19 16,1-7 35-16,-1 7 3 0,0 0-3 15,0 0-11-15,0 0-17 0,0 0-13 0,0 0-17 16,0 0 7-16,0 0 7 0,0 0-1 16,0 0 0-16,-7 35 5 0,1-18 4 0,1 2 0 15,-2 3-7-15,-2-1-3 0,0 8-7 16,3-7-5-16,2-1 2 0,2-3 1 16,4 1 4-16,1 4 3 0,2-2 5 0,2 8 0 15,6 0 50-15,3 0 5 0,1-2 20 16,2 1-2-16,1-1-6 0,-4 0-15 15,0-4-17-15,-5-6-10 0,1-2-9 0,-3-2-13 16,-1-2-8-16,-5-1-4 0,3-2-5 16,-1-1 3-16,-4-3 0 0,-1-4 4 15,4 10-6-15,-4-10-4 0,0 0-13 0,0 0-8 16,0 0-15-16,-14 6-48 0,14-6 0 16,0 0 0-16,-38-12-1 0,25 6-147 15,-6 1-76-15,1 1-80 0,-4-2-91 0,-3 4-98 16,0-4-112-16,0 2-155 0,-1 1-24 15,2-1 78-15,2 2-577 0,1 0-741 0</inkml:trace>
  <inkml:trace contextRef="#ctx0" brushRef="#br0" timeOffset="47091.92">13831 4003 3531 0,'0'0'-6'0,"-19"2"79"0,19-2 65 15,0 0 33-15,-13 0 21 0,13 0 28 16,0 0 35-16,0 0 31 0,0 0 26 0,0 0 1 15,0 0-8-15,0 0-23 0,0 0-24 16,0 0-24-16,0 0-25 0,42 8-22 16,-30-4-20-16,2 0-18 0,-1 0-15 0,3 1-38 15,1-1-60-15,-3 1-72 16,-2 1-84-16,4 1-84 0,-3 1-98 0,-1 0-127 16,-1-1-126-16,-2 3-182 0,-3-2-46 15,0-1 83-15,-6-7-550 0,-1 8-712 0</inkml:trace>
  <inkml:trace contextRef="#ctx0" brushRef="#br0" timeOffset="48340.81">13575 5130 3103 0,'4'-5'-201'0,"-4"5"62"16,7-7 52-16,-7 7 46 0,3-7 41 16,-3 7 31-16,4-4 19 0,-4 4 14 0,4-6 2 15,-4 6 1-15,0 0 36 16,0 0 38-16,0 0 22 0,0 27 17 0,-4-10 9 16,0 5 8-16,1 13-3 0,-4 0-3 15,3 1-5-15,3-2-12 0,-1 2-15 0,2-7-14 16,0-6-13-16,2 2-10 0,-1-3-10 15,1-5-3-15,2-1-7 0,2-1 1 0,-2-3-2 16,2-1-1-16,-1-7-6 0,4 0-11 16,3-2-12-16,-12-2-3 0,27-6-5 15,-10 0-8-15,2-5-11 0,0-1 2 0,2-5-6 16,2-1-3-16,-2 3-5 0,-8 3-5 16,-2 4-7-16,1 1-3 0,-2 3-3 15,-3 0-5-15,-7 4 1 0,12 0 2 16,-12 0-1-16,7 10-2 0,-3 1-1 0,0 1 2 15,-2 0-1-15,-1 3-5 0,-1 1 2 16,0 1-2-16,-1 0 1 0,2-1 3 0,-2 2-1 16,1-3-31-16,0-1-37 0,0-1-46 15,0-2-54-15,0-3-72 0,1 1-72 16,1-4-94-16,3 0-134 0,-5-5-189 0,9 0 57 16,-9 0 73-16,21-7-373 0,-8 1-443 15</inkml:trace>
  <inkml:trace contextRef="#ctx0" brushRef="#br0" timeOffset="48577.09">14364 5099 2581 0,'12'-19'-13'0,"-8"5"61"15,2-1 55-15,-5 6 42 0,1 3 3 0,0-1-5 16,-2 7 29-16,0 0 36 0,0 0 26 16,0 0 12-16,-16 31 0 0,2-2-18 0,-3 6-23 15,-4 8-6-15,-2 1-15 0,-2 2-22 16,0 0-11-16,-1 2-11 0,1-2-17 15,2-1-14-15,2-3-3 0,4-10-45 16,1-1-36-16,5-5-41 0,2-4-43 0,4-7-44 0,0-1-38 16,1-6-34-16,2-1-46 0,2-7-53 15,8 6-35-15,-8-6-26 0,25-11-15 16,1-6-6-16,14-11 0 0,5-7 11 16,3-3 16-16,12-15 40 0</inkml:trace>
  <inkml:trace contextRef="#ctx0" brushRef="#br0" timeOffset="48874.89">14519 5308 1922 0,'55'-42'-103'0,"-12"5"59"0,-4 4 41 16,-4 7 45-16,-9 5 52 0,-3 4 42 15,-8 3 38-15,-4 5 38 0,-1-3 18 0,-6 7-7 16,0 0-1-16,-4 5-4 0,0 0 4 16,0 0-2-16,0 0-4 0,-33 4-5 0,16 4-3 15,-7 11-12-15,1 1 0 0,0 3-1 16,0 4-7-16,0 1-16 0,2 2-11 16,4 0-16-16,4 1-17 0,5-2-7 0,4-4-14 15,7-1-6-15,2 7-12 0,6 1-3 16,7-3 2-16,2-2 0 0,1 0 3 15,2-1-4-15,-4-5-8 0,-3-6-8 16,-5-1 9-16,-5-4 5 0,1-2 3 0,-3-1 10 16,-2-2 2-16,-2-5-8 0,-2 12-5 15,2-12-12-15,-14 4-4 0,3-1-10 0,-2-1-10 16,-2-4-11-16,-5 0-52 0,-4-1-57 16,-8-5-68-16,0-1-67 0,-2-1-81 0,4-2-102 15,-1 2-108-15,4-3-123 0,2 5-164 16,-6-4 59-16,6 5-639 0,2-1-817 15</inkml:trace>
  <inkml:trace contextRef="#ctx0" brushRef="#br0" timeOffset="49040.06">13722 5767 3737 0,'-7'6'-83'0,"1"0"41"16,2-6 40-16,4 0 2 0,0 0 0 15,0 0 1-15,0 0-4 0,25 6-31 16,-4-7-61-16,6-4-76 0,14-1-128 16,7 0-178-16,6-6-33 0,0 3 53 0,4 1-76 15,-5 0-35-15</inkml:trace>
  <inkml:trace contextRef="#ctx0" brushRef="#br0" timeOffset="51040.45">13726 5666 1128 0,'-30'0'415'0,"5"0"-90"16,4 0-40-16,6 0-35 0,3 0-33 16,12 0-42-16,0 0-2 0,0 0-7 0,0 0 22 15,35 12 17-15,4-8 0 0,8 3-17 16,12-1-15-16,2 0-19 0,3 0-15 0,5 0-20 15,-3-1-53-15,4-2-56 0,-9 0-85 16,-1 1-100-16,-9-4-118 0,-1 0-151 16,0-2-165-16,-5-3 59 0,-1-1-278 15,-5-2-315-15</inkml:trace>
  <inkml:trace contextRef="#ctx0" brushRef="#br0" timeOffset="57222.68">8560 6934 2123 0,'0'0'-59'0,"-8"2"39"16,8-2 27-16,0 0 35 0,0 0 26 16,-10 4 23-16,10-4 15 0,0 0 23 0,0 0 8 15,0 0 13-15,0 0 2 0,0 0 1 16,-11 4-2-16,11-4-9 0,0 0-7 0,0 0 1 16,-3 2-8-16,3-2-8 15,0 0-5-15,0 0-8 0,0 0 0 0,0 0 7 16,0 0 5-16,0 0 6 0,0 0-1 15,16 14-5-15,-4-11-4 0,-1-1-7 0,7 3-8 16,5-2-13-16,-1 2-2 0,3 1-9 16,9 1-5-16,-1-2-8 0,4-2-4 0,-7 0-7 15,10-1-5-15,-6 0-3 0,-4 0-2 16,1-2-7-16,10 0-2 0,0 0-4 16,-7 1 1-16,-1 1-9 0,-7-2 5 0,1 2-7 15,-5-2 1-15,0 0-2 16,-3 0 2-16,-4 1-5 0,-1-1 0 0,-1 0-3 0,-13 0 1 15,21 2-2-15,-12-2 1 16,2 2-2-16,-11-2 4 0,21 3-5 0,-9-3 0 16,0 4 5-16,0-4-5 0,2 2 2 15,3 2 11-15,6-2 5 0,0 3 4 0,2-3-2 16,2 3-3-16,9-1-4 0,0 3 9 16,-9-6-12-16,0 3-2 0,-5-1-1 0,3 3 10 15,-6-4-17-15,0 0 3 0,0 2-2 16,0-3 0-16,-2 3 12 0,2-1 6 15,-4-1-6-15,-1 0-1 0,-1-2-5 0,-1 1 0 16,-12-1-2-16,20 2-3 16,-10 0 4-16,1 0-4 0,3 0-5 0,-3-1 1 15,2 2 3-15,1 0-3 0,5-1-4 16,0 0 4-16,6 2-1 0,2-1 0 0,9 0-6 16,4 3 4-16,-2-3 8 0,8 2-8 15,-3-3 3-15,7 3 0 0,0-1-6 0,7 0 0 16,-10 2-2-16,1-2 4 0,-2 0-3 15,-2-2 0-15,-4 2-3 0,-12-2 6 0,-3 1-4 16,-5-3 3-16,-2 1-2 0,-5 2 0 16,1-3 2-16,-1 0-1 0,-13 0 0 0,19 3 4 15,-19-3-5-15,21 0 3 0,-9 0 0 16,-12 0 0-16,17 0 1 0,-17 0-1 16,20 0 2-16,-20 0-3 0,22 0-2 15,-8-3-1-15,0 3 1 0,1 0 0 0,6 0 1 16,1 0-1-16,-1 0 0 0,-1 0-1 15,1 0-3-15,4 3 5 0,-3-2-3 16,2 1-2-16,1 0 3 0,0 2 4 0,1-4-6 16,1 5 9-16,2-4-4 0,-2-1 0 15,14 4-6-15,-3-2 2 0,2-1 1 0,-10 0 3 16,1 2-4-16,-5-3 6 0,-1 0-8 16,0 0 3-16,-5 0-2 0,-2 3-1 0,0-3 4 15,-3 0 4-15,-2 0-5 0,2 0-1 16,-1 1 4-16,-14-1 0 0,26 0 0 15,-12-1-1-15,1 1-3 0,4-3 6 16,2 3-1-16,4 0-4 0,4-4-2 0,-2 4 0 16,4-1 5-16,13-1-4 0,-2-2 0 15,0 3-2-15,4-2 3 0,-2 3 3 0,-1 0 1 16,2 0-2-16,-4 0 2 0,1-2-7 16,-8 2 4-16,-3 0-2 0,-5 0 3 15,3 0-3-15,0 0 3 0,-3-2 0 0,-2 0 0 16,1 2-3-16,-2-4 2 0,2 3 0 15,-1-2-5-15,-3 0 1 0,-3 1 2 0,2 2-1 16,-6-2 7-16,2 2-4 0,-1-2 2 16,-1 2-3-16,1-2 4 0,-2 2-4 15,-13 0 0-15,25-2 2 0,-14 2-3 16,5-2-2-16,-1 0 6 0,4 2 0 0,2 0-2 16,0-2-5-16,2 2 5 0,4-2 2 15,3 2-6-15,-1 0 4 0,13 0-10 0,-6 0-1 16,-6 0 1-16,13 0 0 0,-11 2 0 15,-2-2-3-15,-3 2 0 0,-1-2 2 0,-5 0 5 16,1 0-1-16,-8 0-2 0,2 0 4 16,-1 0-4-16,-15 0 5 0,21 0 0 15,-21 0 0-15,19 0 7 0,-19 0-5 0,13 0 0 16,-13 0 4-16,16 0-4 0,-16 0 2 16,11-2-3-16,-11 2 1 0,11-4 0 15,-11 4 1-15,14-2-2 0,-14 2-1 16,13-4 4-16,-6 1-2 0,5 0 0 0,0 1 1 15,1-1-3-15,2-3 0 0,5 2 0 16,3-2-6-16,-1 1-10 0,5 2-6 0,7-4 1 16,5 3-2-16,-9 0-4 0,8-2-2 15,-8 4-2-15,-1-1-2 0,7-2 1 0,-4 3 4 16,-5 0 4-16,2 4-1 0,0-4 4 16,-3 1 1-16,-4 0 0 0,0 1 4 0,3-3 1 15,-4 1 4-15,-3 2 1 16,0 0 1-16,-3-1 2 0,0 1 2 0,0-1 0 15,-1-1 0-15,-3 0 5 0,3 0 0 16,-14 2 0-16,26-2 3 0,-14 1-6 0,1-3 5 16,1 1-3-16,-1 1 1 0,1 0-2 15,-2 1-18-15,1-1-11 0,3 0-4 16,2 0-11-16,-2 1-2 0,4-3-4 0,-2 3 4 16,3-1-2-16,1-1-1 0,-4 2 0 15,7-5-2-15,0 2-6 0,0-1 6 0,2 0 2 16,5-3-1-16,0-3 6 0,3 1 1 15,-1-2 1-15,-4-2-3 0,4 0 4 0,-1-3 4 16,-1-1 1-16,7-9 3 0,-1 2 5 16,0-4 0-16,-2 0 5 0,0-2 1 0,3-2 1 15,-5 0 2-15,2 0 2 0,-4 2 1 16,2 2 1-16,-1 0 5 0,-8 6 1 16,-1-1 3-16,0 3 3 0,-6-1-1 15,0 5 4-15,-5 5-1 0,0-2 4 0,-3 2-3 16,1 0 0-16,-3 0 0 0,-1-1 5 15,1 2-5-15,-3 1 1 0,2-2 4 16,-2 2 4-16,-3-1-2 0,4 1-3 0,-3-1 0 16,-1 1-4-16,2 2 10 0,0 0-7 15,-1 1 0-15,-2-1 3 0,1 0 2 0,0 2-4 16,-2-3 3-16,0 9 1 0,2-14 7 16,0 7 5-16,-2 0-1 0,0 7 4 15,0-13-4-15,0 13 2 0,0-13-1 16,0 13 1-16,0-10-1 0,-2 3 3 0,2 7 0 15,-4-12-12-15,4 12 5 0,-2-8 1 16,2 8-6-16,-4-7-1 0,4 7 0 0,-8-9-5 16,1 6 5-16,0 1 0 0,7 2 1 15,-24-2 3-15,12 1-5 0,-8-1 1 0,1 2-1 16,-2-2 1-16,-4 2-3 0,-3-1 0 16,-1-1 2-16,-11-2-4 0,0-2 4 15,0 4 2-15,0-5 0 0,0 4 1 16,-2-1-4-16,2 3-3 0,-2-3 1 0,0 2 2 15,3-1 1-15,-6 3-7 0,4-3 8 16,-4 3-1-16,0 3-2 0,-3-3 3 16,-1-3-2-16,1 3 1 0,-2 0 1 0,3 0-1 15,-1 0 0-15,3 0 1 0,-2-2 2 16,2-1 1-16,1 1 1 0,0 0-4 0,0 0 0 16,3 1 3-16,1-4 0 0,1 5 0 15,7-4-4-15,3 2 8 0,0 0-5 0,1 2 5 16,0-4-5-16,1 4 0 0,-1-2 1 15,-1 0 1-15,2 2-3 0,-1-2 2 16,-1 0-2-16,0 0 1 0,1 1 0 16,-3-1-3-16,2 1-1 0,-8-2-1 0,-3 1 1 15,-1 0 2-15,9 0-1 0,3 0 0 0,1 1-4 16,-3-2 4-16,4 3-5 0,3-2 3 16,-2 2-2-16,-1 0 1 0,5 0 1 15,-1 0 1-15,1 0-1 0,3-2 0 16,-1 0 3-16,4 2-5 0,-2 0 0 0,3 0 2 15,-2 0-1-15,-2 0-1 0,0 0 0 16,0 0 5-16,-3-2-4 0,-2 2 0 0,1-2 0 16,-4 2 5-16,1 0-5 0,-3-2-3 15,0 0 3-15,-1 2 3 0,1-3-1 0,0 3-3 16,-14-4 1-16,11 4 1 0,1 0-3 16,1-2 1-16,-8-2 4 0,6 0-1 15,5 4 0-15,-2-3-2 0,2 0 5 16,-1 1-7-16,1-2 6 0,0 1-7 0,0 2 6 15,2-1-4-15,-2 1-2 0,-2-1 0 16,2-2 0-16,-1 2 1 0,-1 0 0 0,0 2 2 16,3 0 2-16,-3-3-6 0,0 2 1 15,3-1 3-15,-3-2-1 0,1 2 5 0,-11-3-6 16,9 2 1-16,3 0 2 0,-9-3-1 16,0 0-3-16,6 2 1 0,-6-1 1 15,-2 2-6-15,4 1 6 0,-3-3 0 16,-1 3-1-16,-2 0 2 0,8 2 0 0,-11 0 0 15,13-3 3-15,-1 6-7 0,4-3 7 16,-1 0-5-16,-1 0-2 0,5 0 3 16,1 0 3-16,4 0-3 0,-2 2 0 0,6-2 3 15,-3 2-1-15,3-2 0 0,-1 0-1 16,4 1 0-16,-1 1 0 0,-3-2-4 0,3 2 6 16,-1 0 1-16,1-1-2 0,-3-1 1 15,-2 2-3-15,-1 1 0 0,-3-1-1 0,0 0-2 16,1-2 3-16,-6 2 3 0,0 0 1 15,-1-1-3-15,-1 2 2 0,-11-3 3 16,6 2-6-16,-4 0 0 0,5 0 0 16,5-1 4-16,2-1-6 0,-3 2 5 0,4-2-2 15,4 2-2-15,-1-2 5 0,4 0 0 16,-1 1-7-16,4-1 3 0,-1 2-1 16,3-2 2-16,-1 0-1 0,1 3 1 0,-1-3-1 15,3 0-4-15,0 0 5 0,11 0 1 16,-19 2-2-16,12 0 4 0,7-2-4 0,-18 0 1 15,18 0 3-15,-13 2 20 0,13-2 8 16,-14 0-2-16,14 0 4 0,-13 0-3 0,13 0-2 16,0 0-2-16,-17 0 1 0,17 0-5 15,-15 0-6-15,8 2 1 0,7-2-1 0,-20 0-3 16,20 0 1-16,-21 0 1 16,6-2-5-16,-4 2-1 0,-3 0 1 0,-3 2-2 15,-6-2 2-15,3-2-1 0,-15 0-1 16,3 0-1-16,-1 0 2 0,-4 2-3 0,0-5 1 15,-5 4 2-15,0-3 6 0,-11 1 2 16,11 1-1-16,-11 0 1 0,11-1-2 0,0 2 0 16,5-1 2-16,-2 2-4 0,8 0 4 15,4 0-5-15,7-2 0 0,-1 2-1 16,6 0-1-16,3 0-6 0,-2 0 5 0,1 0 2 16,6 0-5-16,-2 0 0 15,2 0 1-15,1-2 0 0,1 2-1 0,13 0 1 0,-19-2-5 16,12 2 6-16,7 0-2 15,-18 0-1-15,18 0 4 0,-13-1 1 0,13 1 2 0,-11-2 4 16,11 2 4-16,0 0 4 16,-14-2-2-16,14 2 1 0,-5-3 2 0,5 3 0 15,-6-4 1-15,6 4-2 0,0 0 1 16,-6-5 3-16,6 5 3 0,0 0 11 0,-6-4 1 16,6 4-4-16,0 0 3 0,-4-6-6 15,4 6-1-15,0 0 3 0,-3-5-5 0,3 5-5 16,0 0 0-16,0 0-5 0,0 0-5 15,0 0-5-15,0 0-4 0,0 0-1 16,0 0-1-16,0 0-2 0,0 0 2 0,-15 17 0 16,6-2 0-16,-2 14 2 0,-8 2 13 15,2 10 5-15,-8 3 3 0,0-1 3 16,1 3-2-16,0-1-4 0,-1-4-1 16,1-1 9-16,7-7-7 0,0-2-1 0,2-1 3 15,2-3-7-15,3-7-2 0,0-1-5 16,7-5 0-16,-5 0 0 0,4-4 0 0,-1 0 5 15,2-1-9-15,-1-1 1 0,3-1-3 16,-3 0-1-16,2-2-2 0,0 0 2 0,2-5 1 16,-3 9-5-16,3-9 3 0,-4 6-10 15,4-6-35-15,-2 4-39 0,2-4-42 0,0 0-57 16,-4 5-83-16,4-5-83 0,0 0-63 16,0 0-88-16,-6 5-126 0,6-5-72 15,0 0 63-15,0 0-439 0,0 0-537 16</inkml:trace>
  <inkml:trace contextRef="#ctx0" brushRef="#br0" timeOffset="58007.24">23787 3730 2350 0,'5'-11'171'15,"1"1"-36"-15,-3 2-50 0,-1 3-40 16,-2 5-5-16,0 0 30 0,0 0 32 16,-11 23 2-16,-3 3 10 0,-2 3 12 0,-5 9 5 15,-3 5-2-15,4-3-14 0,-1 6-7 16,0 0-8-16,4-5-16 0,1-6-6 0,3-2-8 16,1 0-7-16,1-4-8 0,4-5-16 15,-2-4-45-15,4-4-51 0,-1-3-48 16,1 1-54-16,1-4-52 0,1-2-86 0,3-4-116 15,0-4-149-15,0 0 48 0,0 0-163 16,0 0-172-16</inkml:trace>
  <inkml:trace contextRef="#ctx0" brushRef="#br0" timeOffset="58622.84">23864 3570 1904 0,'-14'-10'2'0,"-2"4"35"15,3 0 21-15,3 0 11 0,2 1 2 0,3-1 16 16,-1 2-1-16,6 4-8 0,4-9-8 16,5 4-7-16,18-2-6 0,28-1-7 0,17-2 0 15,37-3-8-15,28 3-3 0,26 4-7 16,20 0-5-16,75-2 0 0,19 2-4 16,9 3 0-16,-1 5-7 0,13-1-5 15,-4 2-6-15,-12 3-4 0,-14 2 0 16,-18 1 3-16,-19 1-1 0,-68-2-3 0,-8 0 2 15,-20-1-4-15,-11 0 4 0,-36-6-3 16,-12 3 3-16,-15-2 0 0,-15-1 9 0,-14 0 7 16,-5 2 2-16,-10-2 10 0,-2 2 17 15,-5 5 17-15,-9 0 19 0,-1 4 9 16,-5 9 15-16,-13 10-5 0,-7 10-8 0,-3 1 7 16,-5 1 1-16,1 1-12 0,0 5-2 15,1-5-1-15,4 5-22 0,3 0-7 0,7-1-5 16,-4-1 3-16,2-4-12 0,3-9-1 15,5-4-1-15,-4-2-3 0,2 0-8 16,-1-7 0-16,-5-1-1 0,2-7 5 16,-8 5-14-16,-6-7-3 0,-5-1 4 0,-11-2-8 15,-16-4 6-15,-11 1-7 0,-18-3 2 16,-43 2-4-16,-19-4-1 0,-25-2-4 16,-69 0 4-16,-21-2-4 0,-3-3 2 0,-6 3 0 15,9 0 20-15,2 2 3 0,19 0 2 16,69 0-2-16,13-2 8 0,17 4 14 0,22-2 10 15,39 2 13-15,16 0 3 0,20 2 2 16,7-4-8-16,11 4-5 0,7-4-11 16,4 4-1-16,5-2-9 0,3-2-4 15,1 2-7-15,14 0-5 0,-22 0-18 16,22 0-21-16,-15-1-27 0,15 1-31 0,-10-1-39 16,10 1-43-16,0 0-74 0,0 0-57 15,-2-11-69-15,2 11-86 0,12-12-133 0,-2 6-46 16,1-5 59-16,0 1-244 0,-1 3-285 15</inkml:trace>
  <inkml:trace contextRef="#ctx0" brushRef="#br0" timeOffset="58990.34">24329 3588 2312 0,'8'-20'0'0,"0"5"43"0,-5 3 40 0,3 0 19 16,-4 4-6-16,0 1-9 0,-2 7 4 15,0 0 39-15,0 0 27 0,0 0 8 0,-26 49 8 16,12-17 4-16,-9 15 1 0,-1 2 4 15,3 5-11-15,-4-1-15 0,3 4 5 16,4 1-16-16,-2-4-12 0,8-2-13 0,-2 0-10 16,3-5-11-16,0-9-9 0,6 1-9 15,-1-6-6-15,-1-2-11 0,1-6-19 16,3-6-35-16,-2-3-38 0,3-3-39 16,0 0-45-16,2-4-41 0,2-3-67 0,3-2-65 15,-5-4-67-15,17-4-74 0,0-6-117 16,10-10-43-16,9-11-320 0,5-9-388 0</inkml:trace>
  <inkml:trace contextRef="#ctx0" brushRef="#br0" timeOffset="59239.85">25001 3672 2382 0,'14'-13'-52'16,"0"3"45"-16,-4 2 46 0,-5 2 27 0,1 2 5 16,-6 4 6-16,0 0 38 15,0 0 47-15,0 0 13 0,-6 26 19 0,-12 1 19 16,-4 13 13-16,-4 4 0 0,-7 8-7 15,-3 1-4-15,-6 17-8 0,0 0 0 0,0-4-21 16,11-13-14-16,2 0-21 0,2-3-8 16,4-1-20-16,0-8-16 0,8-6-5 15,-1-2-14-15,5-6-36 0,3-5-37 0,0-6-50 16,5-3-45-16,1-2-40 0,2-4-79 16,0-7-83-16,7 3-75 0,-7-3-95 15,31-14-121-15,1-6-65 0,11-11 56 16,4-10-288-16,15-15-352 0</inkml:trace>
  <inkml:trace contextRef="#ctx0" brushRef="#br0" timeOffset="59473.62">25768 3624 2283 0,'11'-10'-32'0,"-5"2"41"0,-3-1 50 16,-3 4 46-16,0 5 22 0,0 0 20 0,-16-5 29 16,16 5 34-16,-29 14 19 0,3 8 13 15,-9 10 7-15,-1 4-3 0,-1 7-29 16,0 2-13-16,-1 5-4 0,-6 13 3 0,2 2-18 15,8-12-15-15,-1 4-12 0,7-4-15 16,-1-2-16-16,6-2-14 0,3-3-12 16,4-12-32-16,3 0-36 0,3-6-52 15,4-4-53-15,3-7-54 0,-1-2-43 0,2-4-65 16,4-5-62-16,4-2-60 0,-6-4-70 16,23-5-63-16,-6-4-115 0,14-10 17 0,7-12-296 15,7-6-365-15</inkml:trace>
  <inkml:trace contextRef="#ctx0" brushRef="#br0" timeOffset="59690.59">26220 3609 2359 0,'19'-17'-46'0,"-6"5"46"0,-1 0 45 0,-7 4 39 0,2 2 23 15,-2 0 5-15,-1 1-8 16,-4 5 17-16,0 0 61 0,0 0 19 0,-14 30 21 16,-5 1 19-16,-5 12 10 0,-7 6 4 15,-3 5-4-15,-11 13-18 0,-2 5-10 0,3 1-15 16,-3 1-19-16,-1-2-16 0,1-3-14 15,2-3-16-15,9-13-16 0,2-3-11 16,2-3-36-16,1-3-44 0,3-6-42 0,3-2-72 16,4-6-66-16,4-6-69 0,5-5-79 15,1-7-75-15,3-3-114 0,3-5-168 0,1-2-8 16,4-2 73-16,0 0-336 16,9-19-401-16</inkml:trace>
  <inkml:trace contextRef="#ctx0" brushRef="#br0" timeOffset="60942.59">28272 4357 2456 0,'-18'-5'-45'0,"18"5"33"0,-4-10 41 0,4 0 48 16,0 10 29-16,2-16 26 0,-2 3 32 15,3 3 5-15,-1-1 16 0,2 0 14 0,1 1 13 16,-3 2-2-16,2-2-18 0,1 5-16 16,-5 5 6-16,0 0 24 0,0 0 21 15,0 0 28-15,13 25-4 0,-12-10-9 0,-1 6-1 16,0 3-3-16,-1 3-12 0,-1 7 1 16,-4 2-13-16,2-2-11 0,-4 1-10 15,3-4-17-15,-5-4-12 0,3-2-13 16,-1-5-10-16,-2-3-13 0,3-1-10 0,2-1-10 15,-4-5-58-15,4 0-50 0,3-3 0 16,-2 0 0-16,4-7 0 0,0 0 0 0,0 0 0 16,0 0 0-16,21-26 0 0,1 1 0 15,15-6 0-15,0 2 0 0,0 1 0 16,-4 11 0-16,-5 1 0 0,-5 6 0 0,-4 1 0 16,-5 4 0-16,-1 2 0 0,-3 3 0 15,-10 0 0-15,18 5 0 0,-7 2 0 0,-4 2 0 16,0 2 0-16,-1 3 0 15,-1 0 0-15,2 1 0 0,-2 2 0 0,-1 0 0 0,0-2 0 16,-1 2 0-16,1-3 0 16,0-2 0-16,-2 1 0 0,2-1 0 0,2-2 0 15,-2 1-260-15,5 1-359 0,1-4-143 16,1-3-148-16,6-1 83 0,-2-3-810 0,7 1-1075 16</inkml:trace>
  <inkml:trace contextRef="#ctx0" brushRef="#br0" timeOffset="61289.91">28894 4654 4426 0,'0'0'-68'0,"-4"-14"64"0,4 14 83 16,-5-12 66-16,2 7 37 0,3 5 29 16,-4-12 27-16,4 4-4 0,0 8-16 15,0-15-19-15,4 5-23 0,2 2-22 0,3-1-13 16,2 1-9-16,9-2-51 0,3 2-62 16,9-2-70-16,4 1-64 0,4 2-66 15,1 0-55-15,-3 2-40 0,0-3-19 0,-2 1-4 16,-4 0 6-16,-2-2 23 0,-5-1 25 15,-3 2 37-15,-8 1 47 0,0 1 56 0,-1 0 48 16,-3 1 44-16,0 1 23 0,-3 1 24 16,-7 3 25-16,0 0 55 0,0 0 55 0,9 10 29 15,-13 4 22-15,-5 5 15 0,-6 10 7 16,-2 2-8-16,-3 2-16 0,-2 4-24 16,-1 3-20-16,6-10-20 0,2 3-11 0,-3-2-17 15,7-1-11-15,-3-2-17 16,7 2-38-16,-2-1-10 0,1-5-64 0,2-5-64 15,2-4-57-15,1-1-65 0,-5 1-56 16,3-3-77-16,-6 0-78 0,-5-2-88 0,-4-1-143 16,-16-5-4-16,-3 0 60 0,-9-4-368 15,-15-5-433-15</inkml:trace>
  <inkml:trace contextRef="#ctx0" brushRef="#br0" timeOffset="61870.66">23778 4199 2494 0,'-5'15'-66'16,"-4"2"52"-16,-11 9 48 0,0 1 49 0,-12 5 33 16,3 0 25-16,0 3 5 0,8-10 16 15,2 2 13-15,2-2 3 0,5-5 7 0,5-3-3 16,3-2-12-16,0-2-4 0,4-3-4 16,4 0-7-16,3 0-12 0,2-4-9 15,5 0-13-15,3-6-11 0,1 0-9 16,-1 0-13-16,2-4-7 0,-2-4-8 0,0 2-5 15,-7-5-9-15,-5-1-7 0,-3-2-6 16,-5-2-9-16,-11-14-3 0,-8 5-9 16,-11-10-12-16,-4 3-10 0,-1 0-13 0,-3 3-14 15,-2 4-6-15,7 9-3 0,0 5 2 16,0 3-11-16,6 4-17 0,3 2-30 0,0 4-46 16,2 4-48-16,5 2-45 0,-7 9-50 15,10-4-76-15,4 1-85 0,11 0-152 16,4-5 10-16,3 3-286 0,12 1-352 0</inkml:trace>
  <inkml:trace contextRef="#ctx0" brushRef="#br0" timeOffset="71002.39">16236 7832 2149 0,'-19'-5'-146'0,"0"-1"22"0,2 2 32 0,-3-1 20 15,2 1 11-15,-2 0 15 0,-1 0 19 16,3 0 13-16,-2 1 18 0,6 0 6 0,0 1 15 15,3-2 2-15,0 2-2 0,0 1-5 16,11 1 1-16,-13-2 3 0,13 2-8 0,0 0-1 16,0 0 0-16,0 0-3 0,44 2 2 15,0-1-1-15,23 5-3 0,8-4 2 16,11 6-1-16,27-2 0 0,9 2-2 16,9 1-3-16,1-1 3 0,1-1-5 0,-2 0 3 15,3-2-1-15,-12 0-1 0,-14 0 1 16,-25-2 1-16,-15 1-2 0,-16-1-1 15,-11-1-8-15,-10 0 0 0,-10 0 0 0,-5-2 1 16,-9 0-1-16,-7 0 3 0,0 0-2 16,0 0-2-16,0 0-1 0,0 0 1 0,-53-7-1 15,15 3 3-15,-5 1-1 0,2-1 5 16,-7-2-2-16,-13 4-2 0,-6-3-4 16,-3 1 5-16,-9-2-2 0,2 2 6 15,-5 0 0-15,-2-1-3 0,-2 2-1 0,1-2 1 16,-5 0 0-16,8 1-1 0,0-1 0 15,8 0 2-15,2 2-1 0,11-1 4 0,18 0-2 16,11 3-1-16,9-1 2 0,2 1 2 16,7 1-4-16,9-3-3 0,5 3 6 0,0 0-3 15,0 0 2-15,0 0-2 0,66 7 1 16,-17-3 6-16,12 0-7 0,7 1-2 16,6 0 2-16,6-1-4 0,6 0-4 15,2 0 8-15,0-1-5 0,-9 1-1 0,-2-2 0 16,-13 1 5-16,-17-3 1 0,-11 1-6 0,-12-1 3 15,-11 0-2-15,-1 0-3 16,-12 0 4-16,0 0-1 0,0 0-3 0,0 0 4 0,-51-8-2 16,6 3-2-16,-5 3 5 15,-10-4-5-15,-7 4 3 0,1-4 2 0,-5 5 1 16,-4-4-1-16,7 5-1 0,0-2 5 16,14 0-3-16,6 0-1 0,16 2-2 0,3 0 5 15,13 0-4-15,0 0 5 0,8 2-4 16,8-2 0-16,0 0 2 0,0 0 4 15,35 9-2-15,9-4-8 0,21-1-7 0,14 0-8 16,34 2 0-16,7-1-2 0,7-3 3 16,7 4 4-16,7-2-1 0,-2-3 13 15,4 3-8-15,-2-2 3 0,-9 1-2 16,-10-1 3-16,-29-2 0 0,-10 1 3 0,-6-1 1 16,-10-1 3-16,-19 1 4 0,-14 0 18 15,-7-2 16-15,-4 2 2 0,-5-2 3 0,0-1-2 16,-5 0 4-16,-1 1 0 0,-3-2-6 15,-2 2 0-15,1-2-8 0,-8 4-3 0,10-2-4 16,-10 2-2-16,9-2-4 0,-2 0-3 16,-7 2-1-16,24-1 1 0,-7 1 1 0,12 0-14 15,12 1-14-15,5 1-19 0,5 0-6 16,21-1 1-16,9-1 3 0,5 1 7 16,3 2-4-16,3-3 4 0,-4 0 1 0,-4-4 3 15,-1 4-2-15,-7-3 1 16,-7 0 2-16,-8-3 1 0,-17 1 0 0,0 2 0 15,-8-2 10-15,-10 0 0 0,-3-1 2 16,-6 3 12-16,1-3-3 0,-5 2 9 0,-3-2 8 16,-5 2-9-16,1 0 3 0,-2-1-5 15,-4 5 1-15,0 0 2 0,-10-10-5 0,1 4-2 16,-9 2-1-16,-1 4 5 0,-8-4-6 16,-12 2 5-16,-7-2-2 0,-4 4 2 0,-16-2-3 15,-7 2 1-15,-3 0-3 16,-4-2 0-16,-3 2 1 0,-3 0 0 0,0 0-3 15,-4-3 3-15,4 3 3 0,4 0 1 16,4-2-3-16,14 0-2 0,14 2-1 0,6 0 2 16,16-2 7-16,7 2 4 0,8 0-4 15,6 2 5-15,7-2-9 0,0 0 2 16,0 0-1-16,68 4 0 0,-21 1 3 0,17 1 0 16,8 0-4-16,1-2-12 0,8 2-11 15,-5 1-15-15,0-3-9 0,-4 1-7 0,-3 1-17 16,-8-5-23-16,-15 3-14 0,-14-2-9 15,-5-2-12-15,-9 2-227 0,-2-4 134 0</inkml:trace>
  <inkml:trace contextRef="#ctx0" brushRef="#br0" timeOffset="71436.97">17683 9114 1149 0,'0'0'121'0,"0"0"6"0,18-23-8 0,-10 17-12 15,4-4-10-15,1-1-9 16,4-2-5-16,8-2-6 0,6 1-9 0,-3-1-6 16,6 3-7-16,1 0-11 0,-1 2-36 15,-2 1-53-15,-5 4-64 0,-6 2-70 0,0 3-98 16,-9 0-266-16,-12 0-45 0</inkml:trace>
  <inkml:trace contextRef="#ctx0" brushRef="#br0" timeOffset="71619.88">17568 9201 1484 0,'-14'6'37'0,"11"-2"9"16,3-2 4-16,0-2 12 0,0 0 19 0,0 0 8 16,39-4 17-16,-15-2 17 0,8 1 7 0,2-7-11 15,3 4-7-15,1-1-9 16,0 0-14-16,0 0-10 0,0 2-8 0,-1-1-7 16,-3 0-8-16,0 2-28 0,-5 0-41 15,-6 1-51-15,0 0-60 0,-7 0-65 0,4 3-81 16,-4-4-168-16,2 0-185 0,-5 4-121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42:46.8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9394 6907 1556 0,'-11'0'218'0,"11"0"-55"0,-19 0-20 0,9-3-12 0,10 3 5 0,-21-1 10 16,14 1 1-16,7 0 0 0,-15-1 10 15,15 1-5-15,-12 0-9 0,12 0-7 0,0 0-10 16,-13-2-9-16,13 2-9 0,0 0-9 16,0 0-14-16,0 0-8 0,0 0-6 15,0 0-4-15,0 0-12 0,45 2-2 0,-18 0-4 16,12 1-10-16,2-3-4 0,-1 2-4 15,3 0-8-15,-4 0-8 0,-3 0-12 16,-7-2-7-16,2 2-6 0,-8-2-2 16,-2 0 0-16,-3 0-5 0,0 0 1 0,-3 0-4 15,-15 0-7-15,21 0-22 0,-21 0-10 16,19 0-28-16,-13 0-36 0,-6 0-44 0,0 0-41 16,11-2-55-16,-11 2-59 0,0 0-102 15,0 0-83-15,0 0 51 0,0 0-104 0,0 0-61 16</inkml:trace>
  <inkml:trace contextRef="#ctx0" brushRef="#br0" timeOffset="1033.36">12869 6948 1551 0,'-10'0'48'0,"10"0"14"0,-12 1 9 0,12-1 11 15,0 0 19-15,0 0 4 0,0 0 3 0,0 0 1 16,0 0-2-16,0 0-6 0,38-1-9 15,-16-1-15-15,-1 2-7 0,7 0-7 16,14-4-4-16,-1 2-4 0,-9 2-9 16,-1-2-4-16,-6 0-5 0,2 2-3 0,-2-2-2 15,-4 1-1-15,-4-1-8 0,-1 2 3 16,-3-2-3-16,-1 0-3 0,-5 0-4 0,-7 2-1 16,18-4-2-16,-18 4-7 0,9-1-24 15,-9 1-31-15,7-1-37 0,-7 1-49 0,0 0-64 16,8-6-88-16,-8 6-147 0,3-6-17 15,-3 6-82-15,5-4-36 0</inkml:trace>
  <inkml:trace contextRef="#ctx0" brushRef="#br0" timeOffset="2366.66">17196 6346 1543 0,'0'0'84'0,"0"0"34"0,0 0 23 0,0 0 27 0,0 0 42 0,-18 2 32 15,18-2 19-15,0 0 19 0,0 0 5 16,0 0 6-16,-13-2-1 0,13 2-15 0,0 0-14 16,0 0-18-16,-9-10 1 0,9 10-5 15,-2-11 4-15,2 5-16 0,0 6-17 0,4-15-24 16,-2 6-14-16,3-2-16 0,4-1-13 15,-2 1-16-15,2-1-17 0,3 2-7 0,-2 3-15 16,1-1-5-16,1 0-13 0,-1 2-8 16,1 4-8-16,-12 2-11 0,22 6-6 15,-6 0 2-15,-1 6-7 0,2 9-1 16,-4-2-3-16,5 8-4 0,-9 2-2 0,0 3 0 16,-1-1-4-16,-2-8-2 0,-2 1 6 15,-3-1-10-15,-1-3 3 0,-1-1 4 16,1-2 0-16,-2 0 2 0,2-2 7 0,-2-3-4 15,2-5 5-15,-2 3 12 0,4 0 11 16,-2-2 19-16,0-1 19 0,0-3 18 0,0-4 11 16,0 0-119-16,5 10 0 0,-5-10 0 15,0 0 0-15,18-19 0 0,-5 7 0 0,8-9 0 16,2 1 0-16,1 1 0 16,1 0 0-16,0 2 0 0,-4 3 0 0,-6 4 0 15,-1 3 0-15,-3 2 0 0,0 1 0 16,-1 3 0-16,0 1 0 0,-10 0 0 0,17 7 0 15,-8-1 0-15,-3 1 0 0,1 2 0 16,2-1 0-16,-4 4 0 0,3 0 0 0,-1 0 0 16,0 0 0-16,-2 0 0 0,1 1 0 15,-1-4 0-15,-1 3 0 0,-1-2 0 0,1-1 0 16,-2 1 0-16,5 1 0 0,-6-2-329 16,3 0-150-16,0-1-90 0,-2-1-120 0,1-2-153 15,5 0 73-15,-2-3-766 16,3 0-980-16</inkml:trace>
  <inkml:trace contextRef="#ctx0" brushRef="#br0" timeOffset="2599.92">18014 6619 4222 0,'-11'0'35'0,"11"0"53"0,-13 0 48 0,13 0 37 0,0 0 23 15,0 0-1-15,0 0-7 0,0 0-18 0,0 0-27 16,0 0-10-16,34-8-14 0,-16 6-16 16,9 2-37-16,2-2-58 0,10-1-58 15,2 3-83-15,-1-3-101 0,-4-2-108 16,1-1-97-16,-10 2-107 0,0-2-114 16,-6 0 61-16,1 2-412 0,-9-1-486 0</inkml:trace>
  <inkml:trace contextRef="#ctx0" brushRef="#br0" timeOffset="3217.82">18585 6332 2789 0,'-5'-8'133'0,"-1"3"64"15,5-1 21-15,1 6 9 0,-4-6 8 16,4 6 0-16,0 0 32 0,0 0 17 15,0 0 9-15,0 0-1 0,-12 27-12 0,8-13 0 16,2 1-13-16,0 4-18 0,2 1-22 16,-3-1-18-16,1 3-16 0,-2-3-14 0,2 0-19 15,1-2-15-15,-3-1-16 0,-1-2-14 16,3-3-10-16,0 1-7 0,2-2-10 0,-1-1-5 16,-1-1-5-16,2-8 9 15,-2 12-38-15,0-6-49 0,2-6 0 0,0 0 0 0,0 0 0 16,0 0 0-16,0 0 0 15,21-22 0-15,-10 5 0 0,13-8 0 0,-1 0 0 0,2 1 0 16,0 2 0-16,0 3 0 16,-5 6 0-16,-5 4 0 0,-3 0 0 0,-1 4 0 15,-2 3 0-15,-9 2 0 0,17 2 0 16,-17-2 0-16,17 10 0 0,-9-1 0 0,0-1 0 16,-5 1 0-16,5 3 0 0,-4 0 0 15,2 1 0-15,0-1 0 0,-5 0 0 0,3-1 0 16,0-1 0-16,-1 0 0 0,-1-3 0 15,0 1 0-15,2-2 0 0,-4-6 0 16,6 6 0-16,-6-6 0 0,11 2 0 0,-11-2 0 16,22-6 0-16,-8-2 0 0,8 0 0 15,3-7 0-15,1 1 0 0,-3 2 0 16,-6 3 0-16,1 3 0 0,-5-1 0 16,-4 1 0-16,1 3 0 0,-3 0 0 0,-7 3 0 15,13 0 0-15,-13 0 0 0,12 6 0 16,-6-2 0-16,-1 3 0 0,-1 0 0 0,2 1 0 15,-3 1 0-15,2-1 0 0,1 1 0 16,-3-1 0-16,3 1 0 0,-1-1 0 0,1-2 0 16,2 2 0-16,0-1-335 0,3 1-153 15,4-2-51-15,4 0-89 0,6-1-129 16,14-1-32-16,-1 0 81 0,-4-4-634 0,5 1-799 16</inkml:trace>
  <inkml:trace contextRef="#ctx0" brushRef="#br0" timeOffset="3383.61">19584 6543 3708 0,'0'0'77'0,"-5"-7"69"0,5 7 62 0,0 0 41 0,-6-10 30 0,6 10 2 0,-2-9-23 0,2 9-24 15,8-10-22-15,-1 5-24 0,3-2-21 16,1 3-59-16,4-1-61 0,6-2-57 0,2 2-65 16,2 2-49-16,2-2-57 15,9 0-90-15,0 1-88 0,0-3-84 0,0 2-111 16,-7-2-92-16,-10 2 52 0,-2-1-394 15,-5-3-465-15</inkml:trace>
  <inkml:trace contextRef="#ctx0" brushRef="#br0" timeOffset="3615.21">19948 6191 2584 0,'-4'-20'5'15,"-1"5"66"-15,-1-1 66 0,5 4 77 16,-4 4 46-16,1-1 32 0,0 4 15 0,4 5-4 16,-3-10-23-16,3 10 31 0,0 0 27 15,0 0 8-15,-25 18-6 0,17-1-12 16,-6 11-23-16,0 4-28 0,1 1-28 0,-7 9-23 15,6 1-20-15,0 2-20 0,3-5-19 16,1-3-17-16,0 1-18 0,5-4-39 16,-3 0-52-16,4-6-60 0,-2-5-65 15,4-2-73-15,1-1-69 0,-1-1-69 0,0-4-77 16,-2-3-56-16,6 0-25 0,-2-3-30 16,2-3-45-16,3-2-59 0,-5-4-34 0,20-2-8 15,-5-3-482-15,10-12-580 0</inkml:trace>
  <inkml:trace contextRef="#ctx0" brushRef="#br0" timeOffset="3799.39">20116 6354 2848 0,'29'-30'-63'0,"-11"13"72"16,-4 1 75-16,-5 5 50 0,-1 3 26 0,-4 2 16 16,-3 6 44-16,-1 0 23 0,0 0 7 15,0 0-14-15,-5 22-13 0,-3-11-15 16,3 9-12-16,-2-1-19 0,-5 10-25 16,0 4-11-16,2-2-13 0,3 2-13 0,-2-2-22 15,3-4-53-15,2-3-46 0,0-2-38 16,-2 0-40-16,3-3-56 0,-5 1-56 15,3-1-54-15,-7-2-59 0,-1-3-74 0,-9 4-99 16,-4-1-132-16,-7-3 43 0,-5-4-344 16,-3-1-397-16</inkml:trace>
  <inkml:trace contextRef="#ctx0" brushRef="#br0" timeOffset="3983.28">17873 6803 2754 0,'-32'0'79'0,"7"0"17"0,5-1 35 16,6 1 26-16,6 0 31 0,8 0 9 0,0 0-12 16,0 0-17-16,38 1-14 0,7 3-20 15,25-3-48-15,7 1-54 0,11 0-80 0,25 0-90 16,3 1-94-16,-6 0-125 0,-17-3-201 16,-7 0 11-16,-9-3 73 0,-10-2-209 0,-26 0-177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03:43.6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26726 5893 3200 0,'0'0'297'0,"-1"-8"-118"0,1 8-62 0,0 0 9 0,0 0 46 16,0 0 14-16,0 0-11 0,0 0-23 0,-19 15-7 15,14-5-17-15,-6 2-7 0,6 2 3 16,-3-1 0-16,1-2-11 0,1 1 2 0,2-2-2 15,-4 0-4-15,7 1 10 0,-1-5 31 16,-2 0 54-16,4-6 24 0,-4 6 7 16,4-6-24-16,0 0-22 0,0 0-20 15,0 0-14-15,8-32-21 0,1 13-11 0,7-12-11 16,6-10-15-16,8-7-7 0,6-3-17 16,9-12-21-16,-6 12-22 0,4 3-31 15,-3 9-41-15,-1-2-38 0,-3 9-46 0,-4 3-35 16,-5 12-53-16,-5 8-55 0,-5 2-68 15,-2 5-64-15,-1 4-58 0,-3 2-91 0,-4 4-154 16,4 3-33-16,-9 7 100 0,-4 3-502 16,-10 8-607-16</inkml:trace>
  <inkml:trace contextRef="#ctx0" brushRef="#br0" timeOffset="403.99">26649 5927 3021 0,'-23'5'35'0,"1"0"33"16,10-3 24-16,0 2 45 0,2-4 62 0,10 0 41 15,-15 3 18-15,15-3-12 0,-10 3-19 16,10-3-20-16,0 0-17 0,0 0-18 0,0 0-15 16,48-15-22-16,-12 10-12 0,7-2-15 15,0 1-27-15,5 0-29 0,-1 1-22 0,3 0-17 16,-8 1-17-16,-12 3-19 0,-5 1-3 16,-3 0-2-16,-8 3 5 0,-2 2 4 0,-4 2 2 15,-5 0 0-15,-1-2 11 0,-2 4 3 16,0 1-1-16,-2 2 8 0,-3-2 2 15,1 2 0-15,2-1 7 0,2 0 10 16,2-1 8-16,4 4 9 0,3-1 6 0,7 1 0 16,-2-5 6-16,10 1-2 0,10-2-7 15,-6-4 1-15,1-4-3 0,-2 0-7 16,9-8 2-16,-4 0-9 0,-1-2-2 0,-8-2 12 16,0-5 4-16,-5-3 3 0,-6 0 7 15,-6-1 1-15,-2-1-6 0,-6-3-5 0,-4-8-2 16,0 2-3-16,-2 4-5 0,-5 2-5 15,1 7-1-15,1 3-8 0,0 5 17 16,-3 3-28-16,0 5-10 0,0 2-38 0,-1 2-56 16,-3 1-67-16,4 3-88 0,-2 2-111 0,5 0-104 15,-1-1-145-15,6-3-102 16,4 2 69-16,2-6-492 0,0 0-606 0</inkml:trace>
  <inkml:trace contextRef="#ctx0" brushRef="#br0" timeOffset="616.69">27540 5920 3460 0,'0'0'159'0,"0"0"38"0,0 0 40 0,0 0 41 0,0 0 10 0,0 0 7 0,0 0-18 0,0 0-33 0,0 0-26 0,-20-22-20 16,20 22-19-16,0 0-16 0,0 0-22 16,-8-5-15-16,8 5-7 0,0 0-20 15,-11-4-7-15,11 4-18 0,0 0-30 16,-16-3-42-16,16 3-57 0,-9-5-69 0,9 5-80 15,-6-7-102-15,6 2-104 0,0 5-104 16,4-15-187-16,-1 10-6 0,5 1 87 16,2-1-485-16,-3 2-575 0</inkml:trace>
  <inkml:trace contextRef="#ctx0" brushRef="#br0" timeOffset="1067.07">28543 5978 3197 0,'-29'-3'-20'0,"7"3"35"0,1-1 47 15,3-1 50-15,3 0 35 0,1 2 16 0,5-4 5 16,9 4 8-16,-11 0-12 16,11 0-6-16,0 0-13 0,29-5-16 0,16 2-15 15,25 0-7-15,37-3-12 0,23 0-12 16,18-1-7-16,17 3-11 0,11 3-2 0,14 1-11 15,-2-2-5-15,1 2-5 0,-12 2-3 16,-12-1-9-16,-14 1-2 0,-21 0-3 0,-40-2-3 16,-14 3 1-16,-25-5-3 0,-5 2 0 15,-14 2-2-15,-9-4-4 0,-5 1-2 0,-9-1-1 16,-4 2-3-16,-5 0-8 0,0 0-43 16,0 0-81-16,0 0-112 0,0 0-131 0,0 0-188 15,-36 7-132-15,2 1 74 0,0 6-409 16,-18 1-497-16</inkml:trace>
  <inkml:trace contextRef="#ctx0" brushRef="#br0" timeOffset="1849.8">28514 6561 2624 0,'0'0'-48'0,"-15"-4"31"0,15 4 28 0,-14-2 40 0,14 2 47 0,-9-4 39 0,9 4 31 15,-9-2 8-15,9 2 5 0,0 0 0 16,-7-4 5-16,7 4 9 0,0 0 7 0,0 0-8 16,0 0-8-16,0 0-9 0,27-9-6 15,2 7-17-15,19-1-18 0,17 1-10 16,15 2-14-16,8 0-15 0,1 2-9 15,27-1-13-15,-3 1-4 0,-1 3-9 0,-24-3-5 16,-2 0-5-16,-8 0-5 0,-4-1-5 0,-21-1-4 16,-9 3-3-16,-8-3-1 15,-7 0-1-15,-8-3 12 0,0 3 11 0,-2 0 4 16,-4-1 0-16,-1 1-5 0,-3 0-5 16,1-2-5-16,-12 2-3 0,16 0-14 0,-16 0-11 15,12 0-36-15,-12 0-57 0,0 0-77 16,0 0-101-16,0 0-124 0,0 0-138 0,0 0-224 15,0 0 36-15,-44 12 92 0,19-6-455 16,-13 1-540-16</inkml:trace>
  <inkml:trace contextRef="#ctx0" brushRef="#br0" timeOffset="2734.12">28351 6607 2746 0,'7'-8'-57'0,"-2"-1"38"0,4 3 36 0,-4 0 45 0,1 0 49 0,-2-1 36 0,-1 3 36 0,1-4 19 15,-4 8 9-15,10-8-8 0,-10 8-9 16,6-8-12-16,-6 8-16 0,0 0 2 16,0 0 12-16,0 0 2 0,11 16-12 15,-9-1-10-15,-6 3 3 0,2 3-13 0,-4 14-14 16,-1-4-6-16,-3 2-15 0,3 1-4 16,1-8-18-16,-1 5-11 0,0-6-4 0,3-2-12 15,-1-3 0-15,1-3-10 0,1-1-6 16,3-3-3-16,-4 0-3 0,2-1-7 0,0-2 15 15,0-3 31-15,2 0 14 0,0-7 3 16,0 10 4-16,0-10-8 0,10 7-10 0,-5-5-9 16,-5-2-9-16,18 5-8 0,-7-2-8 15,3-3-6-15,6 2-3 0,7 1-5 16,-1-1-5-16,20 3-1 0,2-1-27 16,15-1-21-16,7 4-32 0,5-2-26 0,0 0-24 15,8 3-11-15,1-4 6 0,0 4 12 16,-3-1 8-16,3 0 12 0,-5 0 4 0,-7-1 9 15,-6 1 4-15,-16-6 6 0,-5 4 12 16,-9-3 10-16,-11 1 22 0,-2-3 7 16,-1 2 12-16,-6-1 13 0,2 1 10 0,-2 0 14 15,-2 0 1-15,1-2 8 0,-1 2 7 16,-1-1 3-16,-1 2 3 0,-1-3 8 0,-2 0 9 16,-9 0 1-16,20 0 4 0,-20 0-2 15,15 0 0-15,-15 0-1 0,13 0-3 0,-13 0-5 16,11-3 0-16,-11 3-5 15,11-1-52-15,-11 1-28 0,11-6 0 0,-8 3 0 16,3-1 0-16,0-4 0 0,2 0 0 16,-1-5 0-16,2-6 0 0,3-6 0 0,3-6 0 15,-1-1 0-15,1-1 0 0,4-9 0 16,3 3 0-16,-10 8 0 0,1 3 0 0,-1 0 0 16,-1 7 0-16,-3 6 0 0,-2 1 0 15,-2 4 0-15,0 0 0 0,-1 4-204 0,-3 3-172 16,0 3-92-16,-7-7-79 15,7 7-114-15,-18 2-172 0,18-2 69 0,-28 6-711 0,-5 2-924 16</inkml:trace>
  <inkml:trace contextRef="#ctx0" brushRef="#br0" timeOffset="3282.77">28661 6716 3926 0,'0'0'-82'0,"2"-8"50"0,-2 8 56 0,3-12 43 0,1 5 66 0,-1 2 31 0,-1 0 22 0,0-1 1 16,-2 6-6-16,0 0-12 15,3-11-5-15,-3 11-14 0,4-8-24 0,-4 8-1 16,0 0 1-16,0 0 3 0,0 0-1 16,0 28 6-16,-4-11 20 0,-1 4 1 0,-4 9 2 15,-2 3-11-15,2-1 5 0,1 2-12 16,-1-3-5-16,-1 2-12 0,5-8-12 16,-2-3-8-16,4-3-10 0,-1-1-11 0,-2-1-9 15,5 0-4-15,-3-3-7 0,0-2-6 16,2-1-5-16,1-2-5 0,1-3-2 15,-3 1-4-15,3-7-5 0,-2 10-14 16,2-10-31-16,-2 8-54 0,2-8-70 0,0 0-66 16,0 0-71-16,0 0-103 0,0 0-105 15,0 0-117-15,12-18-150 0,-12 18-10 0,7-11 83 16,-3 9-592-16,-4 2-725 0</inkml:trace>
  <inkml:trace contextRef="#ctx0" brushRef="#br0" timeOffset="3682.26">29156 6711 3460 0,'0'0'-24'15,"0"-12"36"-15,0 12 59 0,3-10 67 0,-3 5 44 16,0 5 34-16,0 0 16 0,-3-13-2 16,3 13-2-16,0 0-7 0,0 0-9 0,0 0-24 15,0 0 23-15,0 0 14 0,0 0-4 16,0 0-14-16,-11 37-17 0,4-17-4 0,-3 9-11 16,-2 2-7-16,5 1-13 15,-4 0-3-15,1-2-12 0,1-1-10 0,-3-2-12 0,4-2-5 16,3-4-12-16,-3-2-9 15,5-4-9-15,-3-1-10 0,-1-3-8 0,6 0-45 16,-3-1-20-16,2-3 0 0,-2 0 0 16,4-7 0-16,-3 12 0 0,1-7 0 0,2-5-143 15,-4 5-102-15,4-5-80 0,0 0-90 16,0 0-91-16,0 0-114 0,0 0-183 16,0 0 45-16,0 0 85 0,19-19-587 0,-11 15-719 15</inkml:trace>
  <inkml:trace contextRef="#ctx0" brushRef="#br0" timeOffset="4015.76">29502 6767 3463 0,'0'-8'4'0,"0"1"37"15,0 0 48-15,1 2 47 0,-1 5 54 0,0-10 35 16,0 10 21-16,4-10-5 0,-4 10-4 16,0 0-9-16,2-9 11 0,-2 9 19 0,0 0 13 15,0 0 1-15,0 0-5 16,-4 38-8-16,-1-18-19 0,1 1-20 0,-4 11-18 16,-1 3-17-16,-1-2-18 0,3-2-17 15,-1 1-14-15,-2 0-14 0,3-8-19 0,1-1-103 16,-2-5 0-16,3 0 0 0,1-5 0 15,-2 1 0-15,3-3 0 0,1-2 0 0,-3-2 0 16,1 0 0-16,4 2-220 0,0-9-114 16,-3 7-104-16,3-7-105 0,-2 4-123 0,2-4-150 15,0 0 60-15,0 0-747 0,0 0-948 16</inkml:trace>
  <inkml:trace contextRef="#ctx0" brushRef="#br0" timeOffset="7331.99">28702 6970 3836 0,'0'0'-190'0,"-5"-5"43"0,5 5 41 0,-6-5 48 0,6 5 41 0,0 0 37 0,-5-7 28 16,5 7 14-16,0 0 10 0,-6-5-11 0,6 5-6 15,0 0 15-15,0 0 16 0,-28 15 9 16,3 4 0-16,-2 5-13 0,-7 8 6 0,-2 4-3 15,0 2-3-15,-1-1-3 16,3 2-10-16,-1-2-7 0,5-2-3 0,3 1-5 16,5-9-4-16,4-3-7 0,1 0-2 15,0-2-7-15,3-5-5 0,7-5-3 0,0-2 0 16,1 0-6-16,2-3-18 0,3-1-28 16,-4 0-36-16,5-6-47 0,-6 4-59 0,6-4-56 15,0 0-45-15,0 0-95 0,0 0-111 16,12-16-73-16,-4 7 45 0,-3 1-234 15,3-4-227-15</inkml:trace>
  <inkml:trace contextRef="#ctx0" brushRef="#br0" timeOffset="7650.71">28886 7042 2020 0,'2'-7'96'16,"0"3"16"-16,-2 4-6 0,2-8 0 15,-2 8 7-15,0 0 26 0,0 0 15 0,0 0 7 16,0 0-13-16,-27 27-10 0,10-3-12 16,2 1-6-16,-5 2-4 0,6 0-12 0,-4 1-11 15,0 1-8-15,0 0-9 16,0-3-8-16,4 0-5 0,0-6-6 0,-1 4-5 15,4-7-10-15,1-1-5 0,2-5-19 16,3 0-48-16,-3-1-54 0,4-1-53 0,0-3-64 16,0-1-71-16,4-5-106 0,0 6-163 15,0-6 36-15,0 0-244 0,0 0-240 0</inkml:trace>
  <inkml:trace contextRef="#ctx0" brushRef="#br0" timeOffset="7964.29">29330 7079 2228 0,'0'0'87'0,"3"-5"13"15,-3 5 14-15,4-4 9 0,-4 4 24 0,0 0 11 16,0 0-7-16,0 0 3 0,0 0 8 15,0 0 1-15,-4 18-9 0,-1-3 2 16,-4 2 0-16,-7 6-1 0,-6 5-13 0,2-1-10 16,-1 4-12-16,1-6-11 0,-3 0-10 15,2 2-11-15,-3-2-6 0,4-4-10 16,1 1-9-16,6-6-7 0,-1 0-10 16,3-2-37-16,3-2-41 0,0-2-57 0,3-3-65 15,1-1-63-15,-2 0-57 0,5-2-60 16,1-4-162-16,0 0-93 0,0 0 53 0,0 0-316 15,0 0-337-15</inkml:trace>
  <inkml:trace contextRef="#ctx0" brushRef="#br0" timeOffset="8315.9">29856 7134 2390 0,'-4'-6'26'15,"4"6"9"-15,0 0 30 0,0 0 44 0,0 0 50 16,-17 13 32-16,1 1 12 15,5 2 5-15,-8 8-4 0,-1 2-10 0,-3 1-10 0,-1 0-19 16,-6 6-7-16,7-6-15 16,-1-1-14-16,1-1-13 0,1-1-13 0,6-2-7 0,0-2-11 15,7-5-17-15,-3-1-40 16,3-3-44-16,1 0-54 0,3-3-76 0,-2 0-70 16,4-2-73-16,-1-4-98 0,4-2-145 15,0 0-44-15,0 0 66 0,0 0-278 0,0 0-277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16T03:40:28.7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8637 9033 1439 0,'0'0'260'0,"-7"-12"-79"0,7 5-18 0,-2 1 8 15,0 0-10-15,2-1-11 0,0 7 8 16,-3-14 7-16,1 7 7 0,0 0 6 15,0 1 0-15,0 1 0 0,2 5 1 16,-2-12-4-16,2 12-5 0,0-8-8 0,0 8-16 16,-3-6-16-16,3 6-14 0,0 0-6 15,0 0 16-15,0 0 8 0,-10 29 7 16,2 0 13-16,1 12 10 0,-1 15 11 0,-2 10 2 16,-1 6-2-16,-1 24 0 0,1 3-20 15,0-2-16-15,1 3-12 0,2 7 10 0,1-1 8 16,2-7-6-16,-1-19-11 0,1-3-6 15,3-4 7-15,2-1-3 0,-1-4-5 0,-1-8-7 16,0-2-2-16,0-14-4 16,2-6-7-16,-2-8-6 0,0-6-65 0,2-5-30 0,0-1 0 15,-1-5 0-15,1 0 0 16,0-3 0-16,-2-2 0 0,2 0 0 0,-2 2 0 16,2-3 0-16,0-1 0 0,0-6 0 15,-2 11 0-15,-2-8 0 0,4-3 0 0,-4 5 0 16,4-5 0-16,0 0 0 0,-13 2-35 15,13-2-354-15,0 0-94 0,-18-5-95 0,11 1-99 16,-1-3-153-16,1-1 77 0,2-4-759 16,-4-8-958-16</inkml:trace>
  <inkml:trace contextRef="#ctx0" brushRef="#br0" timeOffset="4799.13">8651 9034 3841 0,'-2'-8'-198'0,"-1"3"29"0,1-2 36 0,0 0 28 15,0 2 28-15,2-2 29 0,-2 0 32 16,2 7 24-16,-1-14 10 0,1 14 1 16,0-7 0-16,0 7-6 0,0-6-2 15,0 6 0-15,7-5 8 0,-7 5 5 0,11-2 1 0,-11 2 3 16,23 2 5-16,-8-2-4 16,6 1 4-16,4 1 11 0,2 0-10 0,0 0 4 15,3-2-9-15,10 1 1 0,1-1-4 16,4 0-4-16,-4 0-1 0,6-1 3 0,-4 1-5 15,1-2-1-15,2 0 5 0,-2-1-3 16,-1 1-4-16,3 0-2 0,-6 0 8 16,2-1 1-16,-1 0 4 0,-12 3 0 0,0 0-4 15,-3 0-2-15,1-4 2 0,0 4-2 16,0 0 5-16,0 0 6 0,-1 0-8 16,3-2 7-16,2 2 5 0,-5-2-2 15,2 2-2-15,11-4-1 0,1 4-1 0,-8-2-5 16,9-1 3-16,2-1-4 0,0 0-4 15,4 3-1-15,0-2 2 0,3 1-3 0,1 0-9 16,-4-2 7-16,5 0-3 0,-4 4-10 16,-2 0 8-16,-2-4-3 0,-3 4 0 0,-8-1-2 15,-5 1 0-15,-1 0-2 0,-4 0 0 16,-2 0 0-16,0-2-2 0,0 2 6 0,-1 0-4 16,5-2 1-16,2 0-7 15,0 0 3-15,11-2 4 0,2 0-3 0,0 0 1 0,0 0-2 16,2 2 2-16,-4-1-3 15,-3 2 6-15,-9 1-4 0,1 0 0 0,-1 0-7 16,-3 0 2-16,0 0 0 0,0 1 3 16,-1 2-5-16,2-3-2 0,0 0 8 0,5 2-1 15,0-2-6-15,10-2-3 0,0-1 2 16,1 2-5-16,2-1-6 0,-2 1-3 16,0-1 7-16,0-1 3 0,-8 0-14 0,-3 3-4 15,-3 0 4-15,-4-2 1 0,-2 0-9 16,-1 2 3-16,-3 0-3 0,-1-2 1 0,1 2 5 15,-3 0 6-15,2-2 5 0,0 2 2 16,4-2-5-16,0 0 9 0,2 1 1 0,8 0-5 16,11-5 10-16,0 2-5 0,2 2 4 15,1-1-1-15,3-1 0 0,0 2-6 16,-2 0 5-16,1 2 4 0,1-2-1 0,-6-1-6 16,5 3 4-16,-11 0-3 0,-6 0-4 15,5 0-5-15,-3-1 8 0,12 1-3 16,-3 0 5-16,0-3-1 0,1 2-4 0,2-1 5 15,-4-2 4-15,0 2-5 0,-4 1 0 16,-7 1 1-16,0-2 5 0,2 2 3 16,-9 0-4-16,1 0 2 0,0-2-4 0,3 2 5 15,1 0-2-15,2 0 3 0,4 0 2 16,-1 0-2-16,13-4-1 0,0 2 2 0,1 0-3 16,5-2-2-16,-1 1 4 0,1 2 0 15,12-3-4-15,-9 2 0 0,-2 2 8 16,-3 0-8-16,1-2 1 0,-3 2 2 15,-4 0-3-15,-9 0-8 0,-5 0 3 0,0-1-2 16,-1 1 1-16,2 0 5 0,1-2-3 16,14 2 1-16,-4-2-2 0,9 2 6 0,0-3 2 15,1 1 0-15,12 1-2 0,0-3 2 16,-9 4-6-16,1-2-1 0,10 2 0 0,-10 0-6 16,10 0-15-16,-9 0-9 0,-3-3 1 15,2 3-3-15,1 0-3 0,-3 0 3 16,1-2 0-16,1 1-5 0,-3-3 3 0,-1 2-5 15,-3 1-1-15,0-4 4 0,3 1 5 16,-1 1 5-16,-3-2 3 0,1 1 2 16,-6 3 3-16,-8-1 8 0,-3 0-5 15,-6 2 2-15,-2-2 5 0,2 2-1 0,3-1 5 16,-1-1-1-16,6 0-2 0,-1 2-3 16,10-3-7-16,4-1-6 0,3 3-4 0,3-3 3 15,0 2-10-15,-1-1-12 0,1 2 1 16,4 1 4-16,-4 1 0 0,0-1 6 0,2 0 0 15,-1 3 8-15,1-3-1 0,7 6 5 16,-9-5 4-16,0 3 3 0,2-3 1 0,9 3 6 16,0-1 4-16,2 1-1 0,4-4 9 15,-3 0 0-15,2 0 6 0,-2 2 1 16,1-2 2-16,0 0 4 0,-13 0 0 0,-2 0 1 16,0-2-2-16,-5 0 0 0,-2 0-1 15,-1-1 2-15,-2-2-4 0,5 1 3 16,-3-1 2-16,4 2-6 0,2-2 0 15,-1 1-1-15,3-1 2 0,-3 2-2 0,3 1-1 16,2 0-2-16,1 2 1 0,-2-1-5 16,-3 1-3-16,-4 0-5 0,-3-2-7 0,-7 0 6 15,-8-2-1-15,0 3 4 0,-3-2-3 16,1-1 2-16,1-1 3 0,-3 2 1 16,3-4-2-16,0 1 4 0,0 0 2 15,-1 1 0-15,11-2 3 0,-1 0 6 0,-6 2-4 16,-3 0 2-16,-1 1 7 0,1 2 3 15,-2-1 4-15,-1 0 7 0,-6 0 8 0,4 1 6 16,-4 0 5-16,0-2 10 0,0 2 4 16,-1 0 4-16,-3 0 4 0,2-2 2 0,-1 2 6 15,3-2-7-15,-1 2 4 0,-3-1 10 16,-1 1 6-16,0 0 2 0,1-2 2 0,-1 2 1 16,-1 0 1-16,-1 2 7 0,3-2-8 15,-12 2-3-15,21 0-6 0,-8 2 21 16,1-2 3-16,0 4-3 0,4 4-18 15,0-3-5-15,-2 5-7 0,-1-2-8 16,1 2-3-16,-5 3 1 0,1 5 5 0,-5 1 3 16,0 2-3-16,-3 3 9 0,0 1-4 15,-4 15 10-15,0 4 5 0,-6 9-7 0,1 6-5 16,-4 2-2-16,-4 5 10 0,2-2 16 16,0-1-9-16,-3 2-4 0,3 3-1 0,-1-1 1 15,-1 1 10-15,1-2-7 0,0-1-8 16,0 2-1-16,0-2 16 0,1 1-9 0,4 2-19 15,0-3-4-15,-2-2-1 0,4-1-2 16,-1-3-1-16,2 0 6 0,3-2 9 0,-3-2-13 16,-3-3-2-16,4-5 0 0,-3-4 15 15,1 9 1-15,-5-13-10 0,2-1-8 16,1-3 2-16,-1 0-2 0,-3-4 13 16,1 0 1-16,5-10-2 0,-3-1-4 0,3-5-2 15,-2-1-6-15,3 0-5 0,3-4-1 16,-5-1-8-16,4 0 3 0,-1-2-9 0,1-1-4 15,-4-1 4-15,6-5-1 0,-5 11 0 16,5-11 3-16,-1 8-13 0,1-8-28 0,-2 5 0 16,2-5 0-16,0 0 0 15,-8 8 0-15,8-8 0 0,0 0 0 0,0 0 0 0,-5 2 0 16,5-2 0-16,0 0 0 0,0 0 0 16,0 0 0-16,-7 6 0 0,7-6 0 15,0 0 0-15,0 0 0 0,-11 0 0 16,11 0 0-16,0 0 0 0,0 0 0 0,0 0 0 15,-18-2 0-15,18 2 0 0,-10-2 0 16,10 2 0-16,-13-2 0 0,13 2 0 0,-22-2 0 16,10-1 0-16,-6 1 0 0,0-1 0 15,-6 1 0-15,-2-1 0 0,-10-1 0 16,-7 0 0-16,3 0 0 0,1 0 0 0,-4 4 0 16,13-1 0-16,-3-1 0 0,5 2 0 15,-5 0 0-15,5 0 0 0,-14-2 0 0,10 2 0 16,-8-1 0-16,-1-1 0 0,-2 0 0 15,-3-1 0-15,-1-1 0 0,1 0 0 0,-3 0 0 16,-11-3 0-16,1 2 0 16,2-2 0-16,11 0 0 0,1 4 0 0,0-1 0 15,6 3 0-15,-1-3-28 0,7 3-19 16,7 1 7-16,-3-2-4 0,0 2 1 0,4 0 3 16,-1 0 9-16,-1 0 7 0,-2 0-3 15,3 0 4-15,-2 2 4 0,-3-2 2 0,3 0 0 16,-5 0 4-16,-13-2-4 0,6-2 6 15,-6 3 3-15,3-3 7 0,-2 1-5 0,4-2-3 16,-3-1 3-16,4 3 1 0,-4 0 0 16,2-2 2-16,0-1-5 0,3 3 9 0,-4-1-3 15,3 1 0-15,-1-1-1 16,-2 4 6-16,4-1-6 0,-6-1-2 0,5 1 3 16,1 1 4-16,5 0 6 0,3 0-13 15,-10 0-5-15,9-2 11 0,5 2-3 0,1-2 2 16,-2 2 4-16,1-1-5 0,0-1 0 15,0 0 4-15,6 2-6 0,-6-2-1 0,3 2 6 16,1 0-3-16,0 0-4 0,-2-2 3 16,5 2-1-16,-3 2-1 0,0-4 2 0,1 4 0 15,-2-4-5-15,-1 4 4 0,2-2 2 16,2 0-3-16,-1 2 10 0,1-2-7 0,-1 0 0 16,-1-2 2-16,3 2-17 0,-1-2-3 15,-6 2-10-15,0 0 3 0,0-1 5 16,5 1 0-16,-5 0 3 0,1 0 2 15,-3 0-3-15,2 0 3 0,0 0 2 0,1 0-10 16,3-3 19-16,-3 3-2 0,3 0-1 16,-1 0 2-16,1-1-1 0,3 1 3 0,-1 0-7 15,0 0 8-15,0 0-3 0,0 0 6 16,3 0-5-16,-2 0 4 0,1 0-5 16,-3 0 3-16,4 1-2 0,-1-1 1 0,2 0 0 15,1 0 2-15,1 3 0 0,0-3 4 16,0 0-3-16,-3 0 0 0,6 0 3 0,-4-3 1 15,3 3-9-15,-3-1-4 16,1 1 8-16,15 0 2 0,-28-1 3 0,8-1-8 16,-1 2 2-16,1 0-1 0,-2 0 2 15,-1-2 3-15,-3 2 7 0,-1 0-5 0,-1 0-15 16,1 0-4-16,1 2 25 0,-1-2 2 16,-2 0-22-16,6 0 17 0,0 0-6 0,1 2-1 15,-1-2 6-15,0 0-3 0,-1 0-6 16,4 0 4-16,-3 0 2 0,2-2 0 0,0 2-6 15,-2 0 2-15,0 2-4 0,0-2 12 16,1 0-5-16,1 0-4 0,-2 0 5 16,0 1-1-16,0-1-4 0,-2 0-6 0,2 0-2 15,0 0-5-15,1 0-1 0,-1 0-2 0,0 0 1 16,0 0 1-16,2 0 2 16,-2 0 6-16,2 0 2 0,-2 0-7 0,1 0-3 15,1-1 10-15,-3 1-3 0,4 0-9 16,-3 0-5-16,2 0 1 0,1-2-2 0,-2 2-4 15,1 0 1-15,0 0 5 0,0 2 4 16,0-2-7-16,2 0 10 0,-2 0-4 0,2 1 6 16,1-1-3-16,2 0 0 0,0 1 0 15,1 2-1-15,1-3-1 0,0 1-1 0,0-1 2 16,1 2 1-16,2-2-6 16,-3 2-2-16,3-2 1 0,2 2-1 0,9-2 1 15,-22 2 9-15,15-2-7 0,7 0 6 16,-18 1-3-16,7-1 6 0,1 2-2 0,1 0-1 15,9-2-2-15,-21 1 1 0,10 1 1 16,0-1 1-16,-1 1 3 0,-1 0-1 0,1-2 4 16,-1 2 0-16,2 0 0 0,0-2 4 15,-1 5-5-15,-2-4 5 0,3 1-4 16,-2-2 2-16,-3 2 7 0,5 0-1 0,-3-1-3 16,3 1 0-16,-3 0 4 0,3-1 1 15,2 1-4-15,-3 1-1 0,2-3 2 0,10 0-1 16,-14 2-1-16,5 0 4 0,9-2 0 15,-13 2-2-15,13-2 0 0,-9 1-6 0,9-1 4 16,-10 2 1-16,10-2-2 16,0 0-2-16,-11 2 3 0,11-2 4 0,0 0-2 15,-12 5 0-15,12-5-2 0,-6 2 1 16,6-2 2-16,-7 3 1 0,7-3-4 0,-4 5 2 16,4-5 1-16,-7 5-1 0,7-5-1 15,-5 5 1-15,5-5 2 0,-3 5-1 0,3-5-1 16,-2 6-3-16,2-6 1 0,-4 7 2 15,4-7-1-15,-2 6-1 0,2-6 1 0,0 8-3 16,0-8 2-16,2 8-1 0,-2-8 2 16,2 7-2-16,-2-7 2 0,5 6-2 0,-5-6-2 15,2 8 1-15,-2-8 1 16,5 7 2-16,-1-5 1 0,-4-2-2 0,3 7 1 16,-3-7-1-16,6 11 0 0,-2-8 2 15,-4-3-1-15,3 8 1 0,-1-2 1 0,5 0-1 16,-7-6-4-16,5 6 2 0,-5-6 5 15,7 6-2-15,-5-2 1 0,-2-4 1 0,6 6-2 16,-6-6 1-16,5 3 1 0,-5-3 1 16,0 0 3-16,5 4-6 0,-5-4 1 15,0 0-3-15,4 6-1 0,-4-6 4 0,0 0-4 16,0 0 0-16,0 0 0 0,2 6-3 16,-2-6-2-16,0 0 3 0,0 0-2 15,0 0-1-15,0 0 3 0,0 0-2 0,-11 6 1 16,11-6 4-16,0 0-3 0,-11 2 4 15,11-2 1-15,0 0-5 0,-19 0 3 16,19 0 2-16,-19-3 1 0,9 3 2 0,1-3-4 16,-4 1 2-16,-1 2-2 0,1 0 1 15,-1 0 2-15,-4-4-1 0,-1 2 0 0,0 0-2 16,0 1-2-16,-4 1 2 0,-2-3-4 16,1 3 4-16,-3-4-3 0,0 2 5 0,0 1-3 15,0-1 5-15,1 2-2 0,-3-2 1 16,4 0-3-16,3 2 6 0,-5-2-8 15,6 2 5-15,1 0-2 0,2 0 1 16,2 0 1-16,2-2 0 0,0 4-2 0,-1-4 0 16,6 4 1-16,-5-2 0 0,3 0 0 15,11 0 2-15,-25 2-4 0,14 0 2 0,-1 0 1 16,1-2 1-16,-3 2-1 0,1-2-1 16,-3 1 0-16,-1-1 1 0,2 0 1 0,-6 0-1 15,0 0 3-15,-2 0-4 0,0-1 0 16,-3 1 0-16,-2 0-4 0,-3-2 4 0,1 2 0 15,-13-2-2-15,9 2 6 0,3-2-4 16,3 2 2-16,-5-2-1 0,5 2 0 16,-1 0-2-16,0-2 2 0,4 2 1 0,3 0-1 15,1-2-1-15,-2 2 1 0,5-2-1 16,-4 0 0-16,5 0 2 0,-2 2-3 16,0-1-4-16,4-2 6 0,-1 3-5 0,2 0 7 15,-4 0-2-15,3-3-4 0,1 3 0 16,-2 0 2-16,-2 0 2 0,2 0-2 15,-4-1 1-15,1 1 1 0,0-2-2 0,0 0 2 16,-2 2-1-16,0-2-1 0,-2 2 1 16,2 0-1-16,-2 0 2 0,3 0-3 0,-4 0 3 15,1 0-2-15,-3-2 2 0,2 4-3 16,0-4 4-16,0 4-1 0,0-2-2 0,-2 2-4 16,-3-2 6-16,2 0 2 0,5 0-4 15,-3-2 0-15,2 2 1 0,-2 0 3 16,3 0-6-16,-5 0 3 0,2 2-2 15,2-2 1-15,0 0-2 0,3 2 1 0,-7-2 2 16,6 0 2-16,-3 2-1 0,-1-2-4 16,5 1 3-16,-1-1 1 0,0 0-2 0,0 0 3 15,-2 0-4-15,4 0 2 0,-1 0-6 16,-2 3-5-16,-1-3 3 0,3 0 3 0,-1 0-7 16,-2 0 3-16,-6 0 1 0,2 0-2 15,-2 0 1-15,-1-3 2 0,3 6-3 16,-3-3 4-16,-1 0 1 0,-9 0 3 15,-1 3-2-15,7-2 1 0,3-1 2 0,3 0-3 16,-3 2 5-16,4-2-6 0,1 0 3 16,2 0 1-16,1-2-3 0,3 2 4 0,1-1 2 15,-3-2-2-15,4 3-2 0,-2 0-1 16,1 0 1-16,2-3 0 0,-2 2-2 0,1 2 3 16,-2-1-2-16,-1 0 2 0,2 3-5 15,-4 0 6-15,0-2-1 0,-2 1-2 0,1 0 0 16,3 0 1-16,-6 0 2 0,4 0 2 15,-2 0-3-15,1 2 2 0,3-2-2 16,-2-1 2-16,2-1-3 0,-2 2 2 0,2-2-1 16,-2 0 1-16,3 0 1 0,-3 1 2 15,0-1 1-15,-1 3-5 0,4-3-1 16,-1 0 2-16,0 0 2 0,2 0-1 16,0 3 0-16,1-3-1 0,2 1-3 0,0-1 6 15,3 0-3-15,-1 0 2 0,1 0-3 16,0 2 3-16,-1-2-3 0,3 0 0 0,-3 2-2 15,2-2 1-15,-2 2 2 0,-3 0-4 16,-1 0 1-16,0 2 2 0,0-2 0 0,-3 2 1 16,5-2 0-16,-6 1 0 0,-1 3 1 15,7-2-1-15,-4 0 4 0,4 0-4 0,-4 0 0 16,7-1-3-16,-1-1 6 0,3 0-5 16,2 0 4-16,1 0 0 0,-2 0 0 15,10-2 1-15,-12 2-3 0,3 0 1 16,9-2-1-16,-9 2 0 0,9-2 1 0,-9 2-2 15,9-2 3-15,0 0-5 0,-10 3 4 16,10-3 0-16,0 0 0 0,-10 1 1 0,10-1 5 16,0 0 6-16,0 0 3 0,0 0 3 15,0 0 5-15,0 0 0 0,0 0 4 0,0 0-7 16,-11-5 0-16,11 5-3 0,0-9-1 16,0 3-2-16,2-3-3 0,-2 1-1 0,2-5-1 15,0 1-3-15,2 1 3 16,-3-1-2-16,1 0 0 0,2 0 0 0,1 1-4 15,-3 3 0-15,0-1-1 0,3 2-2 16,-2 0-3-16,-3 3-1 0,0 4-8 0,2-11-9 16,0 6-23-16,-2 5-34 0,0 0-51 15,2-9-80-15,-2 9-88 0,0 0-96 16,2-4-111-16,-2 4-157 0,0 0 50 0,5-8-477 16,-5 8-557-16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43:07.7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18940 4030 1026 0,'0'0'336'0,"-14"-5"-128"0,9 3-64 0,5 2-10 15,-11-7-3-15,5 1-1 0,3 1-7 0,-6-4-10 16,4 3 1-16,-3-3 4 0,1-1-2 16,-2 1 2-16,0 0 11 0,2-2-6 0,0-1 15 15,-2 2-5-15,4-3 1 0,-3 3 0 16,5-3 7-16,-5 0-13 0,5 2-9 0,2 0-11 16,-1 1-10-16,0-2-7 0,2 2-13 15,2-1-10-15,0 1-3 0,-1-1-17 16,6 3-2-16,-2-1-4 0,3 3-5 0,-1 0-6 15,3 5-3-15,0-2-3 16,1 1-1-16,4 2-4 0,-4 2-2 0,5 0-2 16,1 0-1-16,0 5-2 0,-4 1 0 15,5-2-2-15,-3 5-7 0,-3-1 4 0,-3 2-1 16,0 3 5-16,-1 1-7 0,-6-1 3 16,4 4 3-16,-6-1 1 0,-2 7 6 0,-2 0 6 15,-1 10 1-15,-4 0 1 0,0 4 4 16,-2 0-3-16,3 0 3 0,-5 8-4 0,4-6-6 15,-2-2 5-15,4 0-6 0,2 1 1 16,1-1 1-16,2 0-1 0,4 0-6 16,2-3 5-16,1-5 1 0,2-1-6 0,5-2 2 15,1-7 2-15,-2-4-3 16,3-3-3-16,1-2 0 0,1-2 0 0,-3-3 2 16,2-4 4-16,0 1-1 0,3-4 2 0,-3-4 6 15,2-1 5-15,3-4 3 0,-6-1 2 16,6-3 7-16,-6 1 6 0,0-2 14 15,-1-1 3-15,-2 1 7 0,1 3 6 0,-4 1 5 16,-3 2 3-16,4 1-6 0,-6-2-12 16,3 4-8-16,-2-1-4 0,-4 6-2 15,7-7-19-15,-7 7-4 0,0 0-2 0,0 0-4 16,0 0-1-16,0 0 1 0,0 0-4 16,2 31 4-16,-8-10-2 0,1 12-7 0,-4 5-1 15,-2 0 2-15,2 12 13 0,2 2 7 16,-4 4-18-16,2 2-1 0,0 3 9 0,4 2 12 15,-4 1 6-15,4 0 8 0,-1-4-5 16,4 6 11-16,-1-3-2 0,1-3 8 16,2 3-6-16,0-3 0 0,-4-2 10 15,-1 0 11-15,2-2-4 0,-7-2-7 0,3 0-1 16,0 3 7-16,-3-4 9 0,-2-2-1 16,0-1-2-16,1 1-4 0,0-2-29 15,3-11-48-15,1 1 0 0,-1-3 0 16,3 1 0-16,-3 0 0 0,4-2 0 0,0 0 0 15,-2 1 0-15,1 0 0 0,1-3 0 0,0 1 0 16,1 0 0-16,-4 0 0 16,4 1 0-16,-1-2 0 0,0 1 0 0,-1 0 0 0,3-5 0 15,-5-5 0-15,5 12 0 0,-1-9 0 16,-3 7 0-16,4-5 0 0,1-5 0 16,-3 10 0-16,0-7 0 0,0-1 0 15,3-2 0-15,-1 1 0 0,-5 8 0 0,5-5 0 16,1-3 0-16,-1 0 0 0,-2 0 0 15,2 1 0-15,-1 8 0 0,1-5 0 0,-2-3 0 16,-1 8 0-16,3-5 0 0,1-3 0 16,-5 8 0-16,4 0 0 0,0 1 0 0,-3-3 0 15,-1 1 0-15,3-5 0 0,0-3 0 16,-1 1 0-16,-1 6 0 0,3-4 0 0,-2-4 0 16,0 2 0-16,1-3 0 15,-3 1 0-15,1 1 0 0,4 0 0 0,-5-1 0 16,2 12 0-16,3-9 0 0,-1-1 0 15,-2 3 0-15,4-4 0 0,-4 11 0 0,3 0 0 16,-1-7 0-16,-3-4 0 0,3 1 0 16,0 2 0-16,0-3 0 0,1 2 0 0,-1-2 0 15,2-1 0-15,-2-1 0 0,2 2 0 16,0-4 0-16,2 3 0 0,-2-7 0 0,0 5 0 16,0-2 0-16,0-1 0 0,0 2 0 15,2-2 0-15,-4 1 0 0,2 0 0 0,0 2 0 16,0-1 0-16,0 2 0 15,0-2 0-15,0 3 0 0,0-5 0 0,0 1 0 16,2 1 0-16,-2 1 0 0,1-2 0 16,3 3 0-16,0-1 0 0,1 0 0 0,-2 0 0 15,1 2 0-15,0-1 0 0,-1 0 0 16,1 1 0-16,0-1 0 0,-3 1 0 0,1 2 0 16,3-2 0-16,-1 0 0 0,-2 1 0 15,-1 1 0-15,-1-1 0 0,2-2 0 0,2 2 0 16,0 6 0-16,1 3 0 0,4-3 0 15,0 1 0-15,-2-3 0 0,0 4 0 0,4-2 0 16,-4 0 0-16,0 2 0 0,2-6 0 16,-4 4 0-16,3-6 0 0,-5-1 0 15,3-2 0-15,-2 2 0 0,-1-3 0 16,2-1 0-16,-1-1 0 0,-2-2 0 0,-1 1 0 16,3-1 0-16,0-1 0 0,-2-1 0 15,-1 1 0-15,1 1 0 0,2 0 0 0,-1 1 0 16,-1 0 0-16,-1 4 0 0,3 0 0 15,0 2 0-15,1 0 0 0,-1 1 0 0,0-1 0 16,2 7 0-16,2-6 0 0,-5 6 0 16,5-4 0-16,-3-4 0 0,5 6 0 0,0-6 0 15,-3-2 0-15,5 5 0 0,-1-3 0 16,-2-6 0-16,2 3 0 0,-8-5 0 16,5 1 0-16,-3-4 0 0,-1-1 0 0,0 2 0 15,-3-3 0-15,2-2 0 0,-3 0 0 16,0 2 0-16,-3-2 0 0,2 1 0 15,-7 1 0-15,-1-1 0 0,-3 1 0 0,-3 0 0 16,-4 2 0-16,-5 2 0 0,-7 0 0 16,1 0 0-16,-5-1 0 0,-1 1 0 0,1 1 0 15,-1-3 0-15,4 0 0 0,2 1 0 16,5-3 0-16,5-2 0 0,5-1 0 0,0-3 0 16,4 2 0-16,0 0 0 0,0-1 0 15,2-2 0-15,5 1 0 0,-1-1 0 0,5-3 0 16,-8 4 0-16,8-4 0 0,-10 4 0 15,10-4 0-15,-7 4 0 0,7-4 0 16,0 0 0-16,-12 2 0 0,12-2 0 0,0 0 0 16,-9-12 0-16,7 3-222 0,-2-3-802 15,2-3 107-15,4-5-1133 0,-2-3-1464 16</inkml:trace>
  <inkml:trace contextRef="#ctx0" brushRef="#br0" timeOffset="684.26">19715 9411 5509 0,'-13'-3'-46'0,"0"1"69"0,-2 2 57 0,-5-1 66 0,2-3 58 0,2 4 53 15,3-2 34-15,2 2 6 0,1 0-4 0,10 0-15 16,0 0-16-16,-17-2-20 16,17 2-18-16,0 0-93 0,0 0-131 0,38-4 0 15,-11 2 0-15,4 0 0 0,10 2 0 16,3 0 0-16,-2 0 0 0,-8 0 0 0,-1 2 0 16,-5-2-235-16,3 0-269 0,-5-2-111 15,-1 0-134-15,-6 0-92 0,-2-1 80 0,-4 0-765 16,-1-1-970-16</inkml:trace>
  <inkml:trace contextRef="#ctx0" brushRef="#br0" timeOffset="965.91">19979 9215 4134 0,'-4'-6'38'16,"4"6"65"-16,-7-3 44 0,7 3 31 15,0 0 20-15,0 0 1 0,0 0 6 0,0 0 28 16,0 0-6-16,0 0-8 0,0 0-4 15,11 31-16-15,-2-14-18 0,1 3-8 0,3 6-21 16,-3 1-8-16,-1-3-15 0,-3-2-11 16,-1 2-8-16,-5-3-1 0,0 1 1 15,-3 1-8-15,-3 0-5 0,-5 4-10 0,3-3-12 16,-5 0-4-16,1-4-6 0,1-3-10 16,-2-1-9-16,-1-3-25 0,1 1-37 0,-1-4-40 15,3-1-60-15,2-1-73 0,-1-2-80 16,0-3-107-16,1 1-108 0,9-4-113 15,0 0-155-15,-14-13-13 0,14 7 81 16,11-8-621-16,-2-5-762 0</inkml:trace>
  <inkml:trace contextRef="#ctx0" brushRef="#br0" timeOffset="1232.65">20635 9153 4010 0,'0'-16'233'0,"-4"7"49"0,-1-1 65 15,3 2 33-15,1-1 7 0,1 9-14 0,-4-8-31 16,4 8-6-16,0 0-1 0,-9 17 2 16,1 4-15-16,0 11-24 0,-1 6-89 15,-4 11-209-15,-1 6 0 0,-1 4 0 0,1 3 0 16,-1-4 0-16,3 0 0 0,1-3 0 16,-2-4 0-16,1-2 0 0,1-10 0 0,4-3 0 15,-3-4 0-15,4-6 0 0,3-6 0 16,-3-4 0-16,4-1 0 0,-2-6 0 0,4-1-288 15,-1-4-335-15,1-4-75 0,0 0-139 16,0 0 24-16,0-21 90 0,1 1-709 0,1-14-881 16</inkml:trace>
  <inkml:trace contextRef="#ctx0" brushRef="#br0" timeOffset="1498.72">20501 9147 3646 0,'0'-8'-53'16,"0"0"74"-16,1-1 53 0,1 1 40 15,5 2 28-15,-4 0 19 0,5 3 5 0,1 3 0 16,-9 0-6-16,23 2-1 0,-5 3-7 16,-4 5-1-16,11 6-4 0,-1 1 5 0,-8 1 8 15,0-5 22-15,-7 5 11 0,-2-1 9 16,2 1 9-16,-4-2 12 0,-5 1 3 0,0 0-2 16,-3 0-7-16,-6 4-10 0,2-3-17 15,0-1-20-15,-6-1-16 0,1-1-18 0,-1-1-15 16,1-4-104-16,1-1-17 15,0-1 0-15,-2-5 0 0,4-3 0 0,9 0-43 16,-17-9-158-16,7-2-76 0,7-3-95 16,1-4-102-16,2-1-110 0,5-2-144 0,5 4-54 15,2 0 80-15,10-2-668 0,3 4-824 16</inkml:trace>
  <inkml:trace contextRef="#ctx0" brushRef="#br0" timeOffset="1981.98">21015 9575 3720 0,'-20'11'190'0,"-5"-2"62"16,4 0 36-16,-1-3 64 0,0 1 43 0,7-2 16 15,0 0-10-15,3-1-38 0,3 0-33 16,-1-3-33-16,10-1-31 0,-12 5-25 0,12-5-24 16,0 0-23-16,0 0-21 0,0 0-72 15,0 0-101-15,0 0 0 0,0 0 0 0,0 0 0 16,29-14 0-16,-24 8 0 0,4-5 0 15,-4-2 0-15,1-1 0 0,-2-1 0 0,-1-4 0 16,-1-3 0-16,0-2 0 0,-2-3 0 16,-4 2 0-16,1-8 0 0,-3 6 0 15,2 4 0-15,-1 5 0 0,-4 3 0 0,4 1 0 16,-2 1 0-16,-3 7 0 0,2 1 0 16,-1 1 0-16,-1 3 0 0,10 1 0 15,-13 0 0-15,13 0 0 0,0 0 0 0,-13 5 0 16,13-5 0-16,0 0 0 0,0 0 0 15,0 0 0-15,28 10 0 0,-13-9 0 0,5-1 0 16,-3 2 0-16,2 0 0 0,2-2 0 16,-5 3 0-16,2 1 0 0,-3 1 0 15,0 2 0-15,-2 1 0 0,1-1 0 0,-5 3 0 16,4 2 0-16,-2 5 0 0,-2-3 0 16,-4 3 0-16,6 3 0 0,-6-3 0 0,1-1 0 15,-5 1 0-15,3-2 0 0,0-3 0 16,0 0 0-16,-2 0 0 0,0-5 0 15,4 3 0-15,-3-2 0 0,3-1-230 0,-1-1-266 16,4-3-114-16,2-2-141 0,0-1-89 16,3-3 85-16,2-2-779 0,6-5-977 15</inkml:trace>
  <inkml:trace contextRef="#ctx0" brushRef="#br0" timeOffset="2366.79">21486 9358 4489 0,'-15'2'59'0,"15"-2"62"0,-17 2 46 0,17-2 23 0,-12 2 6 0,12-2-13 0,0 0 1 0,-7 4 12 0,7-4 4 16,0 0-14-16,0 0-11 15,0 0-15-15,15 11-8 0,-15-11-8 0,17 2-7 16,-17-2-11-16,18 0-9 0,-18 0-7 16,20-2 1-16,-20 2 3 0,17-6 1 0,-7 1 2 15,-2 1-2-15,-1-4 9 0,1 3 15 16,-5-3-75-16,1 1-64 0,-2 0 0 0,-2 7 0 15,-4-15 0-15,4 15 0 0,-9-9 0 16,0 4 0-16,-3 3 0 0,-3 2 0 0,15 0 0 16,-32 6 0-16,12 2 0 0,4 1 0 15,-2 1 0-15,0 3 0 0,7 1 0 16,-1 1 0-16,1 1 0 0,6 0 0 16,1 1 0-16,0-1 0 0,4-3 0 0,2 3 0 15,6-1 0-15,-3-1 0 0,5 1 0 16,3-3 0-16,-2-2 0 0,7-1 0 0,-2-2 0 15,-2 0 0-15,6-6 0 0,-4 1 0 16,4 0-27-16,-2-6-396 0,5 1-78 16,0-7-85-16,6-1-122 0,0-1-108 0,-1-5 72 15,-3-1-748-15,-1-3-938 0</inkml:trace>
  <inkml:trace contextRef="#ctx0" brushRef="#br0" timeOffset="2632.24">21983 8669 3875 0,'-5'-27'-22'0,"-1"6"91"0,4 3 54 16,-1 1 61-16,-1 5 37 0,-1 0 19 0,5 7-6 15,-1-3-29-15,1 8 20 0,0 0 26 16,0 0 19-16,-12 33-9 0,11 3-12 0,-5 7-6 16,-2 13-19-16,4 12-19 0,2 8-16 15,0 7-19-15,6 21-17 0,0 5-15 0,0 0-5 16,4-5-23-16,-5-23-4 0,-3-2-39 15,2-3-40-15,-4-6-42 0,-1-3-26 0,-3-7-53 16,-2-6-68-16,2-14-62 0,-3-4-63 16,5-11-77-16,1-5-59 0,-4-7-81 15,5-7-73-15,1-2-92 0,1-4-33 16,0 0 66-16,0 0-538 0,-2-25-640 0</inkml:trace>
  <inkml:trace contextRef="#ctx0" brushRef="#br0" timeOffset="2882.35">22037 9336 3224 0,'2'-14'13'0,"-2"6"43"16,0 1 40-16,2 0 28 0,-2 7 37 16,3-8 24-16,-3 8 15 0,11-4 2 0,-4 2-4 15,-7 2 2-15,15 0 0 0,-15 0 4 16,17 4-8-16,-9-2 9 0,-1 1 0 16,1 0 15-16,-2 3 23 0,-2-2 15 15,-1 2 3-15,-1 1-3 0,-2-2-6 0,0-5-12 16,-4 13-13-16,-1-4-21 0,-1-1-22 15,-4 0-15-15,5-4-165 0,-5 3-4 0,0-3 0 16,3 2 0-16,-1-6 0 0,8 0 0 16,0 0-159-16,-17-4-206 0,15-4-133 0,2 0-106 15,7-1-133-15,0-3-76 0,6 1 87 16,4-1-733-16,2 3-907 0</inkml:trace>
  <inkml:trace contextRef="#ctx0" brushRef="#br0" timeOffset="3349.1">22376 9453 3774 0,'-9'4'67'0,"0"2"85"0,-2-2 58 16,6-2 51-16,5-2 51 0,-9 5 19 15,9-5 1-15,0 0-27 0,-11 2-26 0,11-2-32 16,0 0-22-16,0 0-23 0,0 0-22 16,0 0-15-16,0 0-18 0,0 0-18 0,0 0-13 15,0 0-19-15,25-13-9 0,-14 7-12 16,-6-4-6-16,2-1-5 0,1-1-7 0,-3-2-5 15,0-3-2-15,1-3-8 0,-5-2 0 16,5 0-2-16,-6 1-18 0,2 1 5 0,-4 3-7 16,-2 0-21-16,2 1 0 15,-1 1 0-15,-6 3 0 0,4 4 0 0,-3 3 0 16,-3 1 0-16,3 2 0 0,8 2 0 16,-15-2 0-16,15 2 0 0,0 0 0 0,0 0 0 15,-17 2 0-15,17-2 0 0,0 0 0 16,0 0 0-16,0 0 0 0,0 0 0 0,53 0 0 15,-31 0 0-15,-2 2 0 0,-1-2 0 16,4 4 0-16,-2 1 0 0,-4-1 0 0,3 4 0 16,-6 4 0-16,0-2 0 0,-3 0 0 15,0 6 0-15,1-3 0 0,-2 1 0 0,-5 4 0 16,3-2 0-16,-2 1 0 0,0 2 0 16,-3-4 0-16,3 3 0 0,-2-5 0 0,-3-1 0 15,1 1 0-15,3-4-45 16,-1 0-203-16,-3-1-74 0,3-2-99 0,4 0-91 15,-3-3-87-15,5-1-109 0,-10-2-50 16,22 0 71-16,-10-5-636 0,7-1-781 0</inkml:trace>
  <inkml:trace contextRef="#ctx0" brushRef="#br0" timeOffset="3666.61">22948 9203 3380 0,'-6'-4'-44'0,"6"4"85"0,0 0 74 0,-17 0 54 0,17 0 48 0,0 0 30 0,-21 10 12 0,11-4 2 0,5 2-11 15,-3 1-19-15,5 1-9 0,-1-2-18 16,-1 5-20-16,5-2-11 0,5 1-10 16,-1 0-10-16,1 0-20 0,3 0-11 0,3-3-7 15,-1-1-11-15,-3-3-10 0,6 1-15 16,1-3-7-16,1 0-4 0,1-3-7 0,-2 0-3 16,6-3-8-16,-7 1-1 0,0-1 37 15,-3-2 27-15,2 1 28 0,-7 0 16 0,3-4 7 16,-7 0-7-16,1-4-14 0,-2 2-143 15,-2-2 0-15,-3-4 0 0,-1 1 0 0,-2-4 0 16,-1 2 0-16,1 0 0 16,1 0 0-16,-1 5 0 0,-1 3 0 0,-3 3 0 15,0 4 0-15,0 0 0 0,-2 4 0 0,1 0-237 16,-5 4-228-16,3 0-102 0,-2 5-111 16,6-2-161-16,0 0 69 0,2-4 90 15,9 3-665-15,7-1-801 0</inkml:trace>
  <inkml:trace contextRef="#ctx0" brushRef="#br0" timeOffset="3898.46">23475 9169 3552 0,'-1'-4'133'0,"1"4"79"0,-12-8 53 16,12 8 50-16,-17 0 47 0,17 0 18 16,-24 3 4-16,8 4-6 0,-1 2-21 15,0 4-18-15,-6 7-34 0,4 4-29 0,0 0-29 16,1 2-23-16,7-1-17 0,2-2-28 15,3-3-103-15,2-1-76 0,0-2 0 0,2 4 0 16,2-3 0-16,2-4 0 0,2 3-98 16,1-5-153-16,4 3-85 0,-4-5-88 0,5 0-103 15,2-5-111-15,-3-1-171 0,0-2 74 16,3-2 73-16,3 0-600 0,2-4-723 16</inkml:trace>
  <inkml:trace contextRef="#ctx0" brushRef="#br0" timeOffset="4267.03">23729 9228 3458 0,'-12'0'18'0,"12"0"72"16,-14 2 49-16,14-2 44 0,0 0 16 16,-12 2 10-16,12-2 4 0,0 0 1 0,0 0-4 15,0 0-11-15,0 0-13 0,0 0-17 16,0 0-14-16,23 8-12 0,-23-8-17 0,17-2-11 15,-17 2-12-15,23-5-10 16,-13 0 5-16,-1 4 8 0,-2-5 21 0,2 0 11 16,-2 0 15-16,-2 0 14 0,-1-3 11 15,0 1 4-15,-2 0-8 0,-2 8-17 0,-2-11-17 16,-6 4-13-16,3 4-16 0,5 3-11 16,-29 0-89-16,12 3-11 0,-4 6 0 0,-9 6 0 15,1 2 0-15,4 5 0 0,2 2 0 16,5 2 0-16,-2-1 0 0,6 1 0 0,7-2 0 15,2-2 0-15,3 1 0 0,2-2 0 16,2-3 0-16,1 1 0 0,5-1-54 0,2-1-163 16,3-2-47-16,4-3-62 0,10 3-72 15,5-4-67-15,1-3-88 0,3-1-113 0,2-5-84 16,-8-2 70-16,-1 1-619 0,-2-1-756 16</inkml:trace>
  <inkml:trace contextRef="#ctx0" brushRef="#br0" timeOffset="5397.99">23920 9573 3499 0,'-16'2'64'0,"5"-2"82"16,0 1 53-16,3 1 46 0,8-2 32 0,0 0 10 15,-19 0 2-15,19 0-14 0,0 0-14 16,0 0-20-16,-9-5-26 0,9 5-22 0,0 0-14 16,7-14-19-16,1 5-18 0,1-1-12 15,1-2-13-15,3-3-17 0,8-8-20 0,4-2-20 16,6-8-14-16,-1-5-17 0,2-5 1 15,4-1-4-15,1 0-9 0,-1-4-1 16,-12 11-2-16,3 3 0 0,-7 10-1 16,-7 6 11-16,-2 3 3 0,-5 7-4 0,2-1-1 15,-7 3-7-15,1 2 4 0,-2 4-8 16,0 0 1-16,0 0-5 0,0 0 0 0,0 22-1 16,-2-10 1-16,-1 8 4 0,1 3-5 15,-2 1 2-15,2 4 4 0,-2 6 0 0,4-3 27 16,-2-6 25-16,-4 10 40 0,4-6 31 15,2-4 15-15,-1 0-44 0,-1 0-106 0,-2 0 0 16,0-3 0-16,1-1 0 0,-6-3 0 16,4 1 0-16,-3-2 0 0,-1-3 0 0,-1 1 0 15,-1 1 0-15,2-6 0 16,-3 1 0-16,2-3 0 0,-2 0 0 0,1-3 0 16,0 3 0-16,1-4 0 0,1-2 0 15,0 1 0-15,-2-1 0 0,11-2 0 0,-11 0 0 16,11 0 0-16,0 0 0 0,-13-7 0 15,12 1 0-15,2-3 0 0,3-1 0 0,7-7 0 16,7-7 0-16,10-9 0 0,8-1 0 16,8-3 0-16,2-4 0 0,13-14 0 0,4 1 0 15,2 1 0-15,-2-2 0 0,-15 16 0 16,-3 1 0-16,-7 6 0 0,-6 2 0 0,-9 6 0 16,-2 3 0-16,-8 4 0 0,-1 5 0 15,-2 2 0-15,-5 1 0 0,-1 1 0 16,-4 4 0-16,0 4 0 0,0 0 0 0,-11-3 0 15,11 3 0-15,-22 7 0 0,11 1 0 16,-3 6 0-16,2 1 0 0,-6 8 0 0,5-4 0 16,4-4 0-16,1 2 0 0,0 2 0 15,4-2 0-15,4-1 0 0,-1-1 0 0,1 1 0 16,0-3 0-16,1 5 0 0,1-1 0 16,2 2 0-16,-2-2 0 0,0 0 0 0,0 2 0 15,-2-2 0-15,-2 2 0 0,0-1 0 16,-4 1 0-16,-1 2 0 0,0-1 0 0,-7 7 0 15,1-8 0-15,3-3 0 16,-2-1 0-16,1 1 0 0,-1-4 0 0,3-1 0 16,2-1 0-16,-2-2 0 0,4-1 0 15,-1-3 0-15,6-4 0 0,-5 5 0 0,5-5 0 16,0 0 0-16,0 0 0 0,5-22 0 16,6 8 0-16,1-1 0 0,10-9 0 0,0 3 0 15,-3 0 0-15,4 3 0 0,-6 3 0 16,-3 3 0-16,-5 2 0 0,0 3 0 0,2-1 0 15,-4 2 0-15,-2 1 0 0,1 2 0 16,-1-2 0-16,-5 5 0 0,14-2 0 16,-14 2 0-16,15 0 0 0,-6-2 0 0,-9 2 0 15,14 0 0-15,-14 0 0 0,22 0 0 16,-13 0 0-16,0 0 0 0,3-3 0 16,-1 2 0-16,3-3 0 0,-3 2 0 0,0-1 0 15,-1-1 0-15,-2 4 0 0,-8 0 0 16,13-1 0-16,-13 1 0 0,0 0 0 0,13 6 0 15,-9 0 0-15,-2 0 0 0,-2 1 0 16,0 3 0-16,-4-1 0 0,2 3 0 0,2 0 0 16,-1-2 0-16,-3 1 0 0,0-1 0 15,1 2 0-15,2-1 0 0,-3-1 0 0,2-2 0 16,-2 0 0-16,4-3 0 16,-1 3 0-16,-3-1 0 0,2-2 0 0,2-5 0 0,-4 10 0 15,2-3 0-15,2-7 0 16,-3 4 0-16,3-4 0 0,-5 8 0 0,5-8 0 15,-4 5 0-15,4-5 0 0,-5 4 0 16,5-4 0-16,-11 3 0 0,11-3 0 0,-18 4 0 16,11-3 0-16,-4 1 0 0,-3 0 0 15,3-2 0-15,-3 5-436 0,1 0-392 0,-1 2-85 16,5 1 87-16,3-1-938 0,3 0-1196 16</inkml:trace>
  <inkml:trace contextRef="#ctx0" brushRef="#br0" timeOffset="5549.27">24796 9668 4445 0,'0'0'-186'0,"0"0"54"0,0 0 20 0,0 0 20 0,10 0 19 0,-10 0 19 0,0 0 15 0,0 0 0 0,-8 13 7 0,3-9-11 0,-5 2-22 16,-3 0-26-16,-7 4-41 0,0-3-60 16,-14 3-89-16,-5-2-144 0,-3 0-44 0,-8-4-207 15,-12 3-172-15</inkml:trace>
  <inkml:trace contextRef="#ctx0" brushRef="#br0" timeOffset="5864.67">21097 9947 1924 0,'-43'4'234'0,"0"1"30"0,15-3-8 15,5 0 1-15,6 2 33 0,12-3 25 16,5-1 19-16,0 0 0 0,0 0-12 0,100-5-25 15,11 1-24-15,18-2-35 0,26 3-19 16,18-5-12-16,71 4-24 0,6 2-22 0,-1 2-17 16,5 0-11-16,-1 2-12 15,-9 2-16-15,-57 0-9 0,-10 0-2 0,-7-1 14 0,-17-3 7 16,-18-3 8-16,-25-3 3 16,-36 4 13-16,-11-1 26 0,-17 0 18 0,-10-1 9 15,-9-1-5-15,-7 2-135 0,-6-1-52 16,-4-1 0-16,-5 0 0 0,0 4 0 0,-5 1 0 15,0 0 0-15,-3-9 0 0,3 9 0 16,0 0-194-16,-11-5-250 0,11 5-105 0,0 0-105 16,-23 1-163-16,23-1 38 0,-20 0 74 15,7 2-672-15,1 0-831 0</inkml:trace>
  <inkml:trace contextRef="#ctx0" brushRef="#br0" timeOffset="23377.59">7934 11740 950 0,'-13'0'356'0,"2"0"-111"0,1 2-55 0,10-2-31 0,-13 3-9 0,13-3-15 0,-14 2-5 15,14-2-6-15,-7 1 6 0,7-1 4 0,0 0 3 16,0 0 11-16,-9 3 7 0,9-3 3 16,0 0 1-16,0 0 1 0,0 0 0 0,0 0-1 15,0 0-3-15,0 0-13 0,0 0-10 16,32 0-6-16,-32 0-9 0,21 0-8 16,-10 3-7-16,2-2-11 0,3 1-8 0,1 0-5 15,2 0-6-15,4 1-9 16,2 1-4-16,-1-1-5 0,3 1 4 0,3-3 1 15,-3 3-3-15,2-4 0 0,0 0-8 16,-1 3-4-16,-1-3-4 0,3 0-1 0,-5 0-7 16,2-3-3-16,-5 3-1 0,3 0-1 15,0-2-6-15,0 0-2 0,-2 1 0 0,-2-1-6 16,0 2-1-16,0-2 1 0,-1 2-1 16,2-2-4-16,-3 2 1 0,1-1-1 0,0 1-2 15,-3 0 0-15,0-3-2 16,2 3 0-16,-2-1 1 0,2 0 2 0,1-1-1 15,-2 0-5-15,4 0 3 0,-6 0-2 16,5 1 1-16,-1-2-4 0,-2 3 2 0,4-3-2 16,-3 2 5-16,1-1-5 0,2 0 0 15,-1 2 2-15,-1-1-6 0,1 1 3 16,2-2-1-16,2 1 0 0,4 1 0 0,0-2-2 16,9-1 4-16,-6 1-3 0,8-2 3 15,-10 2-2-15,-1 1-3 0,-1-2-2 0,-3 3 3 16,-3-3 0-16,-4 2-3 0,1-1 2 15,-6 2 3-15,1 0-2 0,-1-2 0 16,-3 0 2-16,-10 2-1 0,19 0 1 16,-12-2 0-16,-7 2 1 0,20 0 2 0,-11 0-1 15,3 0-4-15,3-2 0 0,0 2 1 16,2 0 2-16,2-3 1 0,5 3 2 0,2 0-3 16,-4 0-1-16,5 0 0 0,2 0 2 15,1 0-3-15,-3 0-2 0,0 0 0 0,2 0 2 16,-3 0-3-16,-2 0 3 0,-2 0-3 15,-1 3 2-15,0-3 2 0,-1 0 0 16,0 0 1-16,-1-3 0 0,-2 3-2 0,-1 0 3 16,0 0-3-16,5 0 2 0,-6 0-1 15,7 0 0-15,-3-2 2 0,1 2 0 0,3 0-2 16,4 0 4-16,2 0-5 16,-1 2 5-16,3-2-3 0,9 0 3 0,-3 5-5 0,-6-5 0 15,-1 2 1-15,-3 0-1 16,2 0 4-16,0 0-3 0,-3-1 2 0,1 2-3 15,-2-3 2-15,-2 0 0 0,-3 3 1 16,4-3-7-16,-9 0 2 0,6 0 0 0,-2 0-1 16,-1 1 1-16,-2-1-1 0,-1 0 1 15,3 0 1-15,-6 0-3 0,-12 0 7 0,25 0-4 16,-13 2 1-16,-12-2 0 0,23 0 1 16,-10 0 2-16,2 2-2 0,3-2 0 15,1 0 2-15,1 0 2 0,4 2-1 16,2-2-4-16,3 2 0 0,2-2 2 15,6 1-7-15,-2 1-8 0,-7 0-1 0,12-1-6 0,1 2-1 16,-4 1 0-16,-4-3 1 16,-5 2-7-16,-1 0 6 0,0-2 0 0,-2 1 2 15,-3 0 0-15,-1 0-4 0,1-2 12 16,-4 2 2-16,3-1 2 0,-3-1-3 0,2 1 2 16,1-1-3-16,-1 3 9 0,0-3-5 15,1 0 5-15,1 0 2 0,-2 0-12 0,3 0 8 16,4 1 3-16,-4-1-4 0,0 0 5 15,1 2-1-15,3 0 3 0,-2 0-3 0,2-1-1 16,-1 3 3-16,1-4-1 16,2 3 0-16,1 0 1 0,-6-1 1 0,5 0-4 15,0 1 4-15,-1 1-1 0,-1-3-1 16,4-1-11-16,-3 2-2 0,10 2 4 16,-3-3-10-16,-7 1 1 0,2 0 1 0,-3-1 4 15,4-1-8-15,-5 2 0 0,-2-2 5 16,-5 2-1-16,1-2 0 0,-4 0-1 0,1 0 6 15,-3 0 2-15,-2 0-1 0,2 0 4 16,-3-2 1-16,-11 2 1 0,23-2 0 0,-11 1-1 16,0 1 5-16,2-2-4 0,2 0 3 15,3-1-2-15,4 3-2 0,-2-2 3 0,8 0 3 16,-4 1-6-16,4 1 5 0,1 0 4 16,-1 0-8-16,2 1-18 0,-3-1 4 0,5 0 0 15,-7 2 1-15,3 0-3 16,-2-2 5-16,-4 0 1 0,-2 0 3 0,-1 0 6 15,-4 0-5-15,-1 2 2 0,1-4 7 16,-16 2-2-16,20 0 1 0,-10 0 0 16,-10 0 0-16,20-2 2 0,-20 2 4 0,18-2-6 15,-9 1 5-15,3 1-2 0,-12 0-2 16,17-4 5-16,-10 4-3 0,5-1-1 16,-12 1-4-16,23-2 7 0,-10 0-6 15,-2 0 4-15,3 1-4 0,-3-1-2 0,1 2-4 0,0-3 4 16,-12 3 5-16,19 0-3 15,-8-2 0-15,0 0-1 0,3 1 1 0,-1 1-1 0,3-2 3 16,-2 2 2-16,4-2-5 16,0 2-4-16,-2-2 0 0,4 1 2 0,-6 1-2 15,0-3 4-15,-1 3 1 0,0-1 0 16,1 0-2-16,-3 1 2 0,-1-2-2 0,-10 2 3 16,20-2 4-16,-9 0-4 0,-4 0 4 15,-7 2 4-15,20 0-2 0,-8 0-8 16,-1 0 4-16,-11 0 3 0,25 0-5 15,-12 0 9-15,1 2-4 0,-3-2-2 0,1 0 4 16,-1 2-7-16,-11-2 5 0,20 0-1 16,-13 0 6-16,-7 0-2 0,13 2 12 15,-13-2 3-15,12 0 9 0,-12 0-5 0,0 0-2 16,17 0-6-16,-17 0 2 0,12 0-4 16,-12 0 1-16,0 0-4 0,14-2 1 0,-14 2 1 15,13 0 3-15,-13 0-1 0,11 0-1 16,-11 0-7-16,11-2 2 0,-11 2 1 0,10-3 3 15,-10 3-4-15,11-3 4 0,-6-1 2 16,-5 4 0-16,12-4-3 0,-4 1-6 0,-8 3 11 16,11-5 0-16,-6 0 7 0,2 0 3 15,0-1 1-15,-1-1-3 0,-1 0 5 16,3-2 2-16,-2-4-2 0,2 0 4 16,-3-3 5-16,1 1 5 0,-1-3-2 0,2-5-4 15,-2 0 4-15,-1 1 2 0,3-9-1 16,-1 6-2-16,0 2 0 0,-2 0-3 15,2-2 2-15,-5 2 0 0,3 0-3 0,0-3-1 16,0 7-5-16,-1-6-3 0,2 2 0 16,0 1-4-16,-3 5-1 0,2-2-3 0,2 0 15 15,-3 2-6-15,-1 0-3 0,2 4 0 16,-1-2-4-16,-2 3-3 0,3 2-2 0,-4 2 0 16,2 0 0-16,0-2-2 0,0 3-4 15,-2 7 0-15,1-13-3 0,-1 6-2 16,0 7-4-16,-1-9 2 0,1 9 1 15,-4-10 0-15,2 6-1 0,-2-2 0 0,3 1 0 16,-6-1 1-16,3 2-4 0,-3 0 3 16,7 4 1-16,-9-8-3 0,2 2 0 0,2 3 4 15,-1-2 0-15,1 1-2 0,-1-1-1 16,6 5 0-16,-12-10 0 0,8 7 0 0,-1-1 0 16,5 4 0-16,-11-8 1 0,4 4-2 15,4 1-1-15,3 3 1 0,-11-7 1 16,5 4-1-16,0-1 1 0,6 4 2 0,-12-5-1 15,5 1 0-15,7 4-1 16,-11-3-1-16,4-1-1 0,7 4 0 0,-12-6 3 16,4 4-1-16,3-1 1 0,-6-3 0 15,2 2-2-15,2 3 0 0,-3-4 1 0,0 3 0 16,1-4 0-16,-3 3-3 0,3 2 2 16,0-2 1-16,-3-1-3 0,2 0 2 0,-1 2-2 15,-1 2 2-15,1-4 1 0,-1 0-2 16,1 3-1-16,0-2 1 0,-3 0 1 0,3 2-1 15,0-1 2-15,-1 2 0 0,-1-1 1 16,-1 1-4-16,14 0 0 0,-22 0 2 0,8 0 1 16,1 1-3-16,-1-1 2 0,3 2-1 15,-3-1 4-15,3 2-2 0,-2-3-2 0,1 3 4 16,1-3-2-16,-3 3 1 16,14-3-2-16,-18 2 1 0,8 0-1 0,-1 0 1 15,2-2 1-15,-2 0 0 0,0 2 0 16,-2 1 0-16,1 0 2 0,1-1-4 0,-3 0 2 15,1-1-3-15,1-1 5 0,-2 1-2 16,-3-2-1-16,0 2 3 0,-1-1-3 16,-1 3-2-16,-4-3 3 0,4 0 1 0,-1 0-2 15,-2 0 0-15,3 0-1 0,1 0 1 16,0 2 1-16,3-2-1 0,-1-2 1 0,4 2-1 16,-2 2 1-16,-1-2 1 15,1-2-2-15,1 4 1 0,2 0-1 0,-3-2 1 0,-1 0 0 16,2-2-1-16,-2 2 2 15,-1 0-3-15,-1 0 1 0,-4 0-2 0,4-2 0 0,-4 2 2 16,0 0 0-16,0 0 0 16,1 0 2-16,-2 0-5 0,-1 0 4 0,5 0 0 15,-4 0-2-15,1-3 1 0,3 3 0 16,-4-1 1-16,9 1-2 0,-4 0 0 0,1-1 0 16,1 1 0-16,-2 0 5 0,2 0-5 15,-1 1-2-15,3-1 1 0,-4 0 3 16,2 0-1-16,-1 0 0 0,-2-1 3 0,4 1-2 15,1 1 0-15,-1-1-2 0,1 0 1 16,-1 1-1-16,0 2-1 0,-2-3 2 16,1 0-1-16,0 0 1 0,0 2-3 0,-5-2 5 15,0 0-2-15,1 2 1 0,-3-2-2 16,2 2 1-16,-5 0 4 0,2-2-5 16,2 0 1-16,0 2 2 0,0-2-2 0,2 0 0 15,4 0 0-15,-1 0-3 0,2 0 3 16,0 0 2-16,1 2-2 0,13-2-1 0,-22-2 2 15,11 2-4-15,11 0 5 0,-19 0-3 16,10 2 1-16,9-2 1 0,-25 0-4 16,14 0 4-16,-5 1-2 0,1-1 0 15,0 0 0-15,-6 0 0 0,2 0 4 0,-2-1-4 0,-6-1-1 16,-2 2 2-16,2-2 0 0,0 0 0 16,-4 2 0-16,3-2 0 0,-3 0 0 15,-10 0 0-15,9-1 3 0,3 2-4 16,1 0-1-16,-1-1 1 0,0 0 2 0,4 0-2 15,-4-2-2-15,6 2 3 0,2 2 0 16,-1 0 1-16,6-2-1 0,-4 0-1 0,7 2 2 16,0-2 3-16,0 0-5 0,2 2 1 15,11 0-2-15,-24 0 3 0,15 0 0 16,-3-1-3-16,12 1 1 0,-23-3 3 0,10 3-4 16,-3 0 2-16,4 0-1 0,-8-3-3 15,4 3 2-15,-6-1-2 0,1-1 3 0,3 2 0 16,-6 0-1-16,3-1 4 15,-3-3-2-15,3 2 0 0,0 0-3 0,-2 2 2 16,2-2 0-16,0 2 0 0,2 0 1 16,-2-2 0-16,2 0-1 0,2 2 1 0,3 0 0 15,0-2 1-15,-2 2 0 0,3 0 0 16,-1 0-4-16,3-2 2 0,-1 1 1 0,12 1-2 16,-22 0 1-16,12 0 2 0,-1 1-2 15,0-1 2-15,-3 0 1 0,-1 0-1 0,-1 0 0 16,0 0-1-16,-2 0-1 0,1 0 0 15,-6 0 2-15,0 0-1 0,2 0-2 16,-6 0 4-16,5-1-4 0,-3-2 2 16,2 3-1-16,2 0 2 0,-1 0-1 0,-3-3 2 15,1 2-2-15,5 1 1 0,1-4 2 16,-6 0-3-16,5 4 0 0,-1-3 3 0,-2 1-3 16,6 2 3-16,-4-3-3 0,3 2 0 15,0-3 1-15,-2 2 0 0,-1 0 0 16,2-1 0-16,0 0 0 0,2 1-1 0,2 2 0 15,-1-2 0-15,-2 0-1 0,-2 1 2 16,3 0-2-16,5 1 1 0,-3-3 1 0,2 3-1 16,1-3 0-16,-3 2-1 0,-1-1-1 15,1 2 3-15,1-2-4 0,1 2 2 0,12 0 1 16,-25-2-2-16,12 0 3 0,0 2-1 16,-2-1 1-16,3-1 1 0,-5 2-2 15,2-2-2-15,-1 2 1 0,3-1 1 16,-4-1 1-16,0 2-1 0,3 0-1 0,-7 0 1 15,3 0-1-15,-2 0-1 0,2 0 4 16,0 0-2-16,-3-2 1 0,3 4 0 0,0-2-1 16,0 0 0-16,-4 0 0 15,1 2 0-15,2-2-1 0,-2 0 2 0,2 1-2 0,0-2 1 16,0 2 0-16,1-1-1 16,2 0 1-16,-4 2 0 0,6-2-2 0,-2 0 2 15,1 0-3-15,-1 0 1 0,0 0 1 0,-4 0 2 16,3 0 3-16,0 0-4 0,3 0 0 15,-2 2 0-15,-2-4 1 0,2 2 1 16,-2 0-1-16,1-2-3 0,4 4 0 16,-2-2 2-16,-1-2-1 0,1 2 0 0,0-1 3 15,0 1-1-15,-1-2-2 0,-1 0 3 16,4 2-2-16,-7-3 2 0,7 3-1 0,0-1-3 16,-1 1 2-16,0-3 0 0,-2 1-2 15,3 1 2-15,1 0-1 0,1 1 3 0,-2-2-2 16,-1 0-2-16,5 0 5 0,9 2-3 15,-21 0 1-15,10-2-5 0,-1 1 4 0,0-1 0 16,1 2-3-16,-1-2 0 0,-2 2 3 16,-8-1-2-16,1-1-1 0,-1 0 3 15,-5 0-1-15,0 2 2 0,-3-1 0 16,1-1-3-16,-1 2 3 0,-1 0 0 0,-8-2-3 16,3 2 0-16,12-2 2 0,1 2-3 15,0 0 4-15,-2 0-2 0,5 0 0 0,-3 0 0 16,2-1 1-16,-1 2-2 0,0-1 2 15,3 0-3-15,-1 2 3 0,0-4 0 16,1 4 0-16,-3-2-2 0,4 2 0 16,0-2 2-16,0 2 2 0,2-2-2 0,1 0-2 15,2 0 1-15,-4 1 2 0,3-1-1 16,-1 2-2-16,1-2 1 0,0 2 0 16,-2-2-1-16,1 0 4 0,-2 2-5 0,0-2 2 15,3 1 1-15,-1 1-1 0,1-2 2 16,2 2-1-16,-8-2 1 0,5 0-2 0,1 0 0 15,0 0 1-15,-2 0 0 0,5 0 4 16,11 0-2-16,-21 0 0 0,11 1-1 0,10-1 3 16,-13 0-2-16,13 0 0 0,-13 0 2 15,13 0 0-15,0 0 0 0,-14 0 2 0,14 0-4 16,0 0 3-16,-9-3-2 0,9 3 0 16,0 0 0-16,-8-2-1 0,8 2 2 15,0 0 1-15,0 0 1 0,-7-5 2 16,7 5 1-16,0 0 4 0,0 0 5 0,-4-5 1 15,4 5 4-15,0 0 2 0,0 0 3 16,0 0-3-16,0 0 4 0,-3-5 0 0,3 5-3 16,0 0-5-16,0 0-2 0,0 0-6 15,0 0-1-15,0 0 0 0,-2-7-3 16,2 7-3-16,0 0-1 0,0 0-1 0,0 0 0 16,7 19 1-16,-5-9 4 0,1 3-8 15,1 3 5-15,0 5-2 0,1 14 2 0,1 0 0 16,0 1 5-16,2 4 4 0,-1-1-5 15,-3 2 4-15,1 0 6 0,0-2-1 0,1 4 3 16,-3-2 19-16,-1-1 3 16,0-1 3-16,2 3-2 0,-2-11 1 0,-2-6 4 15,0 3 8-15,0-5 1 0,0 2 5 16,0-4-10-16,1-3 4 0,-1 0-4 0,0-3-7 16,0 1-4-16,0-7 0 0,2 4-7 15,-2-1 4-15,0-2-4 0,0-2 3 0,0-1-12 16,2 0 2-16,-2-7-3 0,0 14 3 15,2-8 1-15,-2-6 9 0,0 0 3 0,0 12 2 16,0-12 6-16,-2 7 3 16,2-7-4-16,0 0 5 0,0 10-3 0,0-10 6 0,0 0-9 15,-2 6-2-15,2-6-5 16,0 0 1-16,0 0-8 0,0 0-1 0,0 0-7 16,2 8-4-16,-2-8-10 0,0 0-12 0,0 0 0 15,0 0 0-15,0 0 0 0,0 0 0 16,0 0 0-16,0 0 0 0,0 0 0 15,0 0 0-15,-2 9 0 0,2-9 0 16,0 0-99-16,0 0-116 0,0 0-115 0,0 0-139 16,-9 2-153-16,9-2-226 0,0 0 46 15,-23-7 97-15,12 3-690 0,2 2-847 0</inkml:trace>
  <inkml:trace contextRef="#ctx0" brushRef="#br0" timeOffset="27863.18">6978 11896 1455 0,'0'-9'200'0,"0"9"-29"0,0-10-10 0,0 5-11 0,0 5-10 0,0-12 3 16,0 7 6-16,0 5-9 0,0-11 10 0,0 11 11 15,0-8 6-15,0 8 5 0,-2-8 1 16,2 8-2-16,0-7 0 0,0 7-15 0,-5-7-12 15,5 7-16-15,-8-5-12 0,-2 3-13 16,10 2-13-16,-14-3-6 0,14 3-10 16,-25 0-4-16,5 3-8 0,4 0-9 0,-6 2-7 15,1 2 0-15,-8 5-7 0,-1 0-4 16,1 4-3-16,1-1-7 0,-3 6 0 16,4 2-1-16,-7 6-4 0,4 1-4 15,-1 2-1-15,4 2-2 0,5-7-3 0,1 2 1 16,3-2-2-16,2 2-4 0,0 0 0 15,5-1 1-15,2 2-2 0,2-5-2 0,5-2 3 16,2 2 0-16,0 1-3 0,5 8 0 16,2 2 1-16,-1 0 0 0,3-1 0 0,0-2 3 15,0-1-5-15,2-2 1 0,6-1-1 16,-4-1 6-16,7-2 7 0,-2-2 1 16,3 0 1-16,1-2 4 0,-3-1 6 15,1 0 3-15,0-2 5 0,-2 3 3 0,2-3 15 16,-5 4 12-16,0 1 15 0,-1 3 12 0,-3 4 14 15,-2 5-16-15,-3 0 14 16,-4 4 5-16,1 2 0 0,-6 3 5 0,-1 0-3 16,0 11 0-16,-1 0-8 0,-2 0 0 15,-4-2-8-15,2 4-10 0,0-4-6 0,1 3-1 16,-4-3-12-16,1 4-5 0,-3 5-7 16,0-2-4-16,-4-1 0 0,0-2-7 15,-4 2-4-15,5 1-2 0,-3-3 0 16,-4-1-5-16,5 1 2 0,2-3-6 0,-2-4-6 15,2-3-4-15,7-10-1 0,1-2-4 16,3-5-1-16,-1-5 5 0,2-5-5 0,5-3-2 16,0-3-9-16,0 1 1 0,0-3 2 15,2 3-2-15,3-5 1 0,2 4-1 16,3-1-1-16,-1 3 2 0,8 5-4 0,6 3 4 16,6 6 1-16,0 7-4 0,-1 3 4 15,1 6 2-15,-3 3-1 0,-3 6-1 0,-4 6 1 16,-8 2-3-16,-3 6 2 0,-2 7 21 15,-8-4 10-15,-2 2 13 0,-4-6 15 0,3-3 9 16,-1-1-27-16,-1-6-44 0,0-1 0 16,2-4 0-16,1-15 0 0,2 1 0 15,4-4 0-15,2-2 0 0,1-7 0 0,0-3 0 16,3-3 0-16,-1 0 0 0,2 0 0 16,3-5 0-16,-1 2 0 0,0-3 0 0,3-3 0 15,-3-1 0-15,1-3 0 16,1-1 0-16,-2-4 0 0,1-3 0 0,1-1 0 15,-1-4 0-15,-1-1 0 0,2-2 0 16,-3 1-123-16,2-2-264 0,-3-1-102 0,-3 0-118 16,-2 0-144-16,-2 1-89 0,-2 1 89 15,-2-1-692-15,-2 0-893 0</inkml:trace>
  <inkml:trace contextRef="#ctx0" brushRef="#br0" timeOffset="28760.2">5942 15166 3781 0,'-6'14'-44'0,"0"-1"35"0,0-5 30 0,1 0 37 0,1-1 18 0,0-2 31 0,4-5 31 16,-3 7 15-16,3-7 8 0,-7 5-6 16,7-5-13-16,0 0-16 0,0 0-12 15,0 0-9-15,-6-21-15 0,8 8-10 0,0-6-8 16,2-16-6-16,2-2-30 15,0-8-20-15,-1-10-17 0,-1-8-19 0,2-4-14 16,-5-3-14-16,-1-2-4 0,-3 3 0 16,1 3 3-16,0 6 0 0,0 14 5 0,0 5 0 15,-1 10 6-15,-1 8-1 0,2 3 5 16,0 4-5-16,-1-1 4 0,0 6-6 16,1 1 7-16,-2 2 4 0,2 4-2 0,2 4 7 15,-7-5 4-15,7 5-3 0,0 0-11 16,0 0 19-16,0 0-19 0,0 0 21 0,0 0 3 15,0 0 2-15,0 0 2 16,11 24 8-16,-1-15 7 0,1-1 2 0,5 4 3 16,-1 2 7-16,3-4 1 0,-4 2-6 15,4 0 8-15,-2 0 8 0,2 2 8 0,-5-2 6 16,1 1 11-16,-1 1 16 0,-1 1 9 16,-5-1 5-16,-1-1 3 0,-3 3-3 15,-1 0-1-15,-4-3-6 0,2 3-6 0,-5 1-7 16,-1-1-12-16,-2-3-2 0,1-1-16 15,-5-1-26-15,0-1-29 0,0-3-45 0,0-2-48 16,-3-5-58-16,15 0-57 0,-29-10-57 16,14-1-52-16,-6-15-55 0,5-5-111 15,0-11-100-15,0-7 44 0,9 0-265 0,5-8-308 16</inkml:trace>
  <inkml:trace contextRef="#ctx0" brushRef="#br0" timeOffset="28994.13">6162 13479 2502 0,'0'-28'128'0,"0"5"41"0,0 5 52 0,0 3 27 0,0 3 10 16,0 1-8-16,-1 3-8 0,1 8-23 0,-2-9-15 15,2 9 16-15,0 0 4 0,3 32-11 16,-1 3-12-16,0 8-9 0,4 12-25 0,2 1-18 16,1 1-12-16,0 1-16 0,5 1-5 15,-3-4-19-15,2-6-8 0,3-1-47 16,-1-2-32-16,2-13-36 0,-6-2-34 0,2-3-34 15,-4-6-45-15,0-5-51 16,-2-3-47-16,-2-2-47 0,2-4-28 0,-5-3-32 16,2-1-47-16,-4-4-59 0,0 0-66 15,0 0-67-15,0 0-367 0,0 0-429 0</inkml:trace>
  <inkml:trace contextRef="#ctx0" brushRef="#br0" timeOffset="29677.32">6189 14108 2599 0,'-19'10'18'0,"4"1"55"16,-1-3 51-16,3 1 58 0,0-3 37 15,0 1 22-15,3-1 9 0,2-1-6 0,1-2-20 16,7-3-21-16,-10 4-20 0,10-4-17 16,0 0-17-16,0 0-16 0,19-36-12 15,2 10-10-15,8-7-15 0,-1 1-34 16,5-2-33-16,-3-1-20 0,1 2-8 0,-3 1-6 16,-4 10 0-16,-6 1-2 0,-4 4 5 15,-3 7 0-15,-1 1-2 0,-2 1 3 16,-5 2 1-16,1 3 2 0,-4 3 3 0,7-5 4 15,-7 5 10-15,0 0 6 0,0 0 4 16,0 0 0-16,0 0 0 0,0 0-2 0,0 0-5 16,12 15-2-16,-12-15 0 0,6 9-1 15,-1-6-3-15,3 1 2 0,-8-4-1 0,21 5-2 16,-8-7 0-16,6-1-7 16,3-3-3-16,8-4-9 0,-1-3-19 0,-1-3-14 15,3-1-5-15,-2-2 3 0,-6 1 6 16,-7 5 6-16,-3 1 9 0,-1 4 15 15,-3-2 16-15,-3 3 18 0,-1 1 12 0,-3-1 7 16,-2 7 4-16,0 0 0 0,-5-12 0 16,5 12-5-16,0 0-5 0,-13-4 0 0,13 4-8 15,0 0-1-15,0 0-5 0,0 0-3 16,-25 7-2-16,25-7-6 0,-6 9-3 0,3-2-2 16,3-7-3-16,-6 8-7 0,6-8-5 15,0 7-13-15,0-7 3 0,0 0 2 16,0 0-2-16,0 0-3 0,17 2-1 15,-17-2 3-15,0 0 1 0,0 0-2 0,27-4 0 16,-27 4-1-16,12 4 4 0,-1 4 0 16,2 6 3-16,-1 2 2 0,2 12 1 15,4 3 11-15,2 15 9 0,3 3 15 0,0-3 14 16,1 1 10-16,0 0 7 0,0-1 18 16,1-3-1-16,-1-2-7 0,-8-9 13 0,2-3 5 15,-5-2 4-15,-5-6 4 0,-1-1 18 16,-5-3 9-16,-2 1 12 0,-2 1 9 0,-5 0 3 15,-3-2 2-15,-9 6-11 0,-4-3-12 16,-2-3-14-16,-2-3-12 0,3-4-46 16,1-4-56-16,-2-3 0 0,-1-5 0 15,-10-3 0-15,-3-7 0 0,-1-10 0 16,2-6-135-16,6-3-104 0,7-4-62 0,-2-3-87 16,12 4-86-16,5-6-92 0,6-1-129 15,6-1-93-15,10-7 71 0,-1-1-605 0,7 4-780 16</inkml:trace>
  <inkml:trace contextRef="#ctx0" brushRef="#br0" timeOffset="30010.22">6995 13571 3418 0,'0'0'7'0,"0"0"56"0,0 0 29 0,0 0 15 0,0 0 24 16,0 0 9-16,0 0-2 0,0 0-8 0,0 0-13 15,0 0-11-15,0 0-12 0,0 0-10 16,0 0-8-16,0 0-8 0,0 0-6 0,16 0-6 15,-16 0-12-15,5-6-12 0,-5 6-11 16,7-13-7-16,-2 7-4 0,-3-6-2 16,0 1 1-16,0-1-1 0,-4 1-5 0,0 0 14 15,0 1 5-15,-1 3 3 0,-2 0-1 16,5 7 1-16,-13-3 1 0,13 3 9 0,-18 8 10 16,9 4 11-16,-5 6 11 15,5 0 12-15,-4 10 2 0,3-1 2 0,4 0-6 0,4-6-7 16,1-2-1-16,2 5-6 0,3-4-6 15,5 0-7-15,-2 0-3 0,4-3-7 16,1-1-22-16,5-2-34 0,-2-5-49 16,4-1-46-16,-2-5-73 0,2-3-90 15,4-5-86-15,7-5-119 0,-1-7-177 0,2-3 9 16,3-7 75-16,-7 2-363 0,1-8-416 16</inkml:trace>
  <inkml:trace contextRef="#ctx0" brushRef="#br0" timeOffset="30193.8">7375 13379 2558 0,'0'0'131'0,"-16"-2"44"16,16 2 13-16,-13-2 24 0,13 2 1 15,0 0-13-15,-13 0-21 0,13 0-20 16,0 0-14-16,-5-6-26 0,5 6-46 0,0 0-73 16,12-14-89-16,-6 7-93 0,5-1-91 15,1-3-100-15,1-1-139 0,5 0-32 0,-6-1 59 16,4 1-159-16,-3-2-142 0</inkml:trace>
  <inkml:trace contextRef="#ctx0" brushRef="#br0" timeOffset="30478.28">7439 13172 2057 0,'0'0'196'0,"-16"-4"17"0,9 0 0 0,7 4-4 16,-9-5-17-16,7-3-20 0,2 8-16 15,0-16-17-15,4 10-14 0,1-1-11 16,1-1-5-16,0-2-14 0,2 6-1 0,-8 4 3 15,16 0 15-15,-16 0 18 0,18 12 14 16,-9 0 11-16,-1 7 13 0,-2 2 13 16,-4 6 18-16,-4 0 27 0,0 13 2 0,-3-2 10 15,-2-1-1-15,0-3 4 0,1 0-7 16,3-7-16-16,-1-8-23 0,0-1-20 0,-1-4-19 16,5 0-15-16,0-2-12 0,2-2-15 15,3-3-23-15,1 0-51 0,-1-4-61 0,-5-3-73 16,0 0-72-16,34-12-71 15,-7-3-68-15,2-2-78 0,-1-3-62 0,12-1-30 16,3-2-55-16,-9 5-101 0,7-1-78 16,-5 3 61-16,-3 3-471 0,-7 5-587 15</inkml:trace>
  <inkml:trace contextRef="#ctx0" brushRef="#br0" timeOffset="30828.57">8007 13298 2865 0,'0'0'-11'0,"0"0"62"0,0 0 41 16,0 0 54-16,-26 23 36 0,6-1 37 16,-8 10 28-16,-7 9 14 0,-6 2 11 15,-16 20 15-15,-8 2-15 0,-10 6 7 16,-4 12-6-16,-13 6-5 0,-40 27-2 0,-3 7-6 16,-1 3-5-16,-8-1-13 0,-5-1-10 15,4-2-4-15,0-2-3 0,3-4 0 0,8-6-3 16,35-29-22-16,4-5-67 0,7-4-133 15,10-6 0-15,11-8 0 0,22-16 0 0,8-7 0 16,7-4 0-16,9-9 0 0,7-5 0 16,5-4 0-16,4-3 0 0,1 0 0 0,2-1 0 15,2-4 0-15,2 2 0 16,2 0 0-16,-1-2 0 0,-3-5 0 0,4 9 0 16,0-4 0-16,-4-5-88 0,5 7-162 15,-3-4-28-15,-2-3-30 0,8 5-50 16,-8-5-44-16,0 0-52 0,0 0-63 0,19-7-122 15,-12 1-107-15,3-4 66 0,2-4-501 16,-5-2-645-16</inkml:trace>
  <inkml:trace contextRef="#ctx0" brushRef="#br0" timeOffset="32909.79">14746 5612 1218 0,'5'-2'210'0,"-5"2"-7"0,6-8-9 0,-6 2-4 0,0 6 0 0,0 0-8 16,-11-20 0-16,4 15-18 0,-4-2 11 15,0 2-3-15,-3 0-7 0,0 0-13 16,-2 3-7-16,-1-2-9 0,2 4-10 16,-6 6-17-16,0-1-8 0,-2 0-10 15,2 3-5-15,-5 6-11 0,5-2-7 0,5 0-8 16,1 0 1-16,4 0-3 0,3-2 0 15,0 2-3-15,5 3-1 0,3-3 4 0,1-1 6 16,5 3 4-16,6 1 0 0,-1 1-6 16,10 5-3-16,3 1-7 0,3-3-4 0,4 3-8 15,-3-2-2-15,5 1-2 0,-7-1-6 16,-1 1-2-16,-2-1-2 0,-6-3 15 16,-5-3 14-16,-3-2 22 0,-3 3 17 15,-2-4 15-15,-6 1 14 0,-4 2 34 16,-3-1 3-16,-5 1 4 0,-1 0-8 0,-8 1-9 15,2-4-18-15,3 1-12 0,-4-4-12 16,3-1-6-16,0 0-16 0,4-2-3 0,0-3-13 16,-1-4-24-16,3-1-45 0,-2-2-69 15,3-2-62-15,3-5-62 0,3-3-76 0,2-1-74 16,8-9-63-16,4-6-74 0,9-2-61 16,8-14-125-16,7 1-11 0,20-12 64 15,1 2-389-15,6 2-479 0</inkml:trace>
  <inkml:trace contextRef="#ctx0" brushRef="#br0" timeOffset="33143.07">15245 5289 2759 0,'5'-8'30'0,"0"0"58"0,-5 2 46 0,0 6 34 15,0-8 7-15,0 8 11 0,0 0 19 16,0 0 17-16,0 0 1 0,-19 30 5 0,8-2 0 16,-2 4 4-16,2 4-26 0,-2 11-19 15,3 0-7-15,1 3-25 0,4-6-6 0,0-1-18 16,1-1-16-16,2 1-8 0,1-3-8 15,1-4-32-15,1-5-39 0,-1-6-48 16,0-1-49-16,2 2-51 0,2-6-64 0,-4-1-47 16,2-2-58-16,-2-3-56 15,3-1-65-15,-3-4-97 0,0-2-111 0,0 0 18 16,0-7-390-16,-5 6-465 0</inkml:trace>
  <inkml:trace contextRef="#ctx0" brushRef="#br0" timeOffset="33309.94">15017 5972 2535 0,'-23'-4'-3'0,"1"-1"68"0,4 0 57 0,0 2 48 15,1-1 44-15,0 2 40 0,1-2 25 16,3 2 6-16,4 0-10 0,-1 0-26 0,10 2-20 16,-13-5-23-16,9 2-25 0,4 3-20 15,0 0-11-15,17-14-20 0,-1 9-11 16,7-4-35-16,9-3-51 0,6 2-64 16,2 0-71-16,0-2-76 0,9-4-87 15,3 2-83-15,2-1-103 0,-7 0-151 0,-9 1-32 16,-5 0 80-16,-1 2-321 0,-10 3-359 15</inkml:trace>
  <inkml:trace contextRef="#ctx0" brushRef="#br0" timeOffset="34343.12">15628 5600 2417 0,'0'0'72'0,"0"0"45"0,0 0 22 0,0 0 8 15,0 0 2-15,-12-4 3 0,12 4 23 16,0 0 10-16,0 0-5 0,7 21-10 0,-5-11-9 16,1 2-7-16,-1 3-4 0,2 1-11 15,-1 1-7-15,-3 0-9 0,-1 0-4 0,-1 3-5 16,-2-4-6-16,0 2-4 0,-3 1-2 16,-1 0-4-16,0-7-7 0,-3 5-4 0,3-5-8 15,-1-2-7-15,-1-2-12 0,-2 1 3 16,3-5-8-16,2-1-3 0,7-3-3 15,-20-2-6-15,20 2-12 0,-13-10-15 0,12 0-14 16,-1-6-17-16,0-1-12 16,6-7-1-16,-3 0-1 0,9-8 1 0,-3 11 2 15,1 2 1-15,2 1 4 0,-5 7-1 16,3 1 1-16,2 2 3 0,-5 2 3 0,6 2 0 16,1 2 2-16,-1 2 2 0,2 2 0 15,1 0 4-15,3 1 2 0,0 2 0 0,5-3 6 16,-6 2 1-16,4-1 13 0,-4 0 19 15,7-3 4-15,-5-3 9 0,0 2-2 0,6-7 2 16,4-4 1-16,1-1-6 0,-2-3 9 16,-4-1 1-16,-5-3 9 0,0 5 11 15,-5-1 7-15,-5-1 4 0,-1 2 7 0,-5 1 5 16,0 2-6-16,-2-1-13 16,-2 4-6-16,0-1-10 0,-3 6-7 0,5 4-3 0,-12-8-9 15,12 8-4-15,-15 0-10 16,15 0-6-16,-14 10-12 0,9-4-4 0,-1 2-3 15,2-3-15-15,4 3-4 0,0-8 0 16,0 14 5-16,0-14 1 0,6 10 0 0,-1-5-1 16,-5-5 8-16,16 4 0 0,-16-4 0 15,22-2 2-15,-8-2-2 0,-3-1 7 0,5 0 19 16,-5 2 38-16,-2-3 6 0,3 2 9 16,-4 2 9-16,-8 2-3 0,15-4-7 15,-15 4-11-15,0 0 2 0,13 12 8 16,-5 2 5-16,-5 3 15 0,1 7 6 0,1 12 3 15,-2 3-45-15,1 4-57 0,0 3 0 0,1 10 0 16,-1 2 0-16,2 0 0 16,-2-2 0-16,4 2 0 0,-8-15 0 0,-2-2 0 15,-4-3 0-15,-2 0 0 0,-3-2 0 16,-5-3 0-16,0-1 0 0,-6-3 0 0,-1-2 0 16,-1-3 0-16,-1-6 0 0,0 0 0 15,6-7 0-15,0-2 0 0,6-2 0 0,0-5 0 16,-1-1 0-16,14-1 0 0,-24-6 0 15,12-3 0-15,2 1 0 0,1-4 0 0,3-2 0 16,2-1 0-16,6 1 0 0,2-9 0 16,8-4 0-16,1-2 0 0,8-3 0 15,7-2 0-15,3-5 0 0,5 3 0 16,4-1 0-16,0 0 0 0,0-1 0 0,-2 0 0 16,3-1 0-16,-5-3 0 0,0-3 0 15,-8-1 0-15,-1-4 0 0,-2 1 0 0,-8 0 0 16,0 3-12-16,-8 12-3 0,-1 6 14 15,-6 7 0-15,-1 6 3 0,-1 5-2 0,-3 2-2 16,-5 6 3-16,8 2-3 0,0 0 1 16,-34 17 4-16,15 3-3 0,2 6 3 15,2 2 1-15,3 1 1 0,5 0-1 0,5-4 2 16,2-1 0-16,4 0-6 16,5 8 0-16,11-1 0 0,6 1 0 0,9-3 0 15,1-3-11-15,3-1-84 0,7-6-51 0,0-3-66 16,5-5-70-16,-5-7-81 0,2-1-69 15,2-3-55-15,9-7-70 0,-3-1-74 16,0-2-102-16,-5-4 55 0,-3-1-534 0,-12-1-676 16</inkml:trace>
  <inkml:trace contextRef="#ctx0" brushRef="#br0" timeOffset="34526.23">17109 5571 3246 0,'-17'-4'-13'16,"-1"-1"57"-16,3 3 57 0,4-1 42 0,1 3 27 0,1-3 10 0,9 3-5 0,-13-2-15 15,13 2-11-15,-10-3-16 0,10 3-13 16,0 0-11-16,0 0-8 0,0 0-26 16,23-9-48-16,-6 7-62 0,4-5-71 0,9-3-71 15,8 0-43-15,10-7-38 0,4 0-69 16,-3-7-72-16,2 3-80 0,-1-4-55 0,-4-4-277 16,-4-1-299-16</inkml:trace>
  <inkml:trace contextRef="#ctx0" brushRef="#br0" timeOffset="34925.82">17627 5178 2238 0,'4'-15'54'0,"-2"1"64"0,-2 3 70 0,-2 3 42 15,0-1 34-15,2 9 24 0,-3-12 8 16,1 6-16-16,2 6-8 0,-9-6-7 0,9 6 8 16,0 0 14-16,-11-2-4 15,11 2-13-15,-9 14-1 0,3-3-17 0,0 3-17 0,2 5-14 16,3 1-21-16,1 3-21 16,0 6-13-16,1 6-18 0,7 3-12 0,-2 1-15 15,3 2-10-15,3-6-13 0,-5 2-7 16,1-3-11-16,2-2-8 0,-7-6-5 0,5-4-8 15,-4 0-3-15,2-5-32 0,-4-2-24 16,-1 1 0-16,3-4 0 0,-4 0 0 0,2-4 0 16,0 0 0-16,0 0 0 0,-2-8 0 15,2 13 0-15,-2-13 0 0,-2 9 0 16,2-9 0-16,-8 7 0 0,8-7 0 0,-3 6 0 16,3-6 0-16,-6 4 0 0,6-4 0 15,0 0 0-15,-5 7 0 0,5-7 0 16,0 0 0-16,0 0 0 0,-5 8 0 15,5-8 0-15,0 0 0 0,0 0 0 0,0 0 0 16,0 0 0-16,0 0 0 0,0 0 0 16,0 0 0-16,0 0 0 0,-2 6 0 0,2-6 0 15,0 0 0-15,0 0 0 0,0 0-84 16,0 0-220-16,0 0-55 0,0 0-57 0,0 0-47 16,0 0-38-16,0 0-25 0,0 0-21 15,0 0-35-15,0 0-51 0,0 0 10 0,32-16-450 16,-20 10-543-16</inkml:trace>
  <inkml:trace contextRef="#ctx0" brushRef="#br0" timeOffset="35142.06">17945 5658 2598 0,'16'2'-187'0,"-7"-1"73"0,-3 4 67 0,-3-1 68 0,-3-4 52 0,-1 10 67 0,1-10 49 16,-12 17 43-16,0-7 30 0,-4 3 23 16,-7 3 15-16,-2 1 5 0,-4-3-22 0,0 3-2 15,2-5-13-15,-6 5 6 0,0-2-16 16,3 0-19-16,-3-4-27 0,3 6-19 0,-1-3-18 15,3-3-18-15,-3 5-19 0,4-4-13 16,5-2-16-16,5 1-39 0,-5-3-45 16,4-1-63-16,2-1-71 0,3 0-80 15,0 0-98-15,1-4-98 0,1-2-100 0,1 2-126 16,10-2-106-16,-15-2 62 0,15 2-497 16,-9-5-620-16</inkml:trace>
  <inkml:trace contextRef="#ctx0" brushRef="#br0" timeOffset="35575.82">18524 5867 3259 0,'0'0'47'0,"0"0"19"0,-36 11 20 16,2-3 25-16,-16 4 38 0,-12 4 24 16,-12 1 22-16,-28 7 22 0,-12 1 10 0,-8 2 5 15,-15 8 15-15,-14 2 5 0,-59 9-1 16,-5 1 14-16,-7-2-3 0,-8-2 2 0,-10-2-1 16,0 4-4-16,6-2-13 0,3-4-1 15,14 0-10-15,13-1-6 0,55-7-15 16,9-2-17-16,12-4-197 0,14 0 0 0,15-4 0 15,32-7 0-15,9-2 0 0,20-3 0 16,12-1 0-16,4-3 0 0,4-2 0 16,2-1 0-16,5 0 0 0,2-1 0 15,2 1 0-15,7-2 0 0,-18 2 0 0,12-1 0 16,6-1 0-16,-12 2 0 0,12-2 0 16,0 0 0-16,-14 0 0 0,14 0 0 0,0 0 0 15,-11 1 0-15,11-1 0 0,0 0-160 16,0 0-377-16,-12 2-98 0,12-2-118 0,0 0-100 15,0 0 76-15,0 0-745 0,-12 2-968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45:19.3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20669 5307 1532 0,'3'-7'289'0,"-3"7"-49"0,2-5-20 0,-2 5-22 16,0 0-3-16,0 0-5 15,0 0-14-15,0-11-22 0,0 11-16 0,0 0-5 16,0 0 10-16,0 0 0 0,0 0 2 16,-23 11 4-16,10-3-1 0,4-1-3 0,-5 3-7 15,3 1-3-15,-5 1-7 0,2-1-6 16,-2 1-7-16,-1 0-9 0,2 1-9 16,-2-3-9-16,-1 2-8 0,5-4-8 0,-2 3-5 15,2-2-10-15,-3-1-4 0,3-2-8 16,-3 2-1-16,5-4-17 0,-1 2-10 15,1-2-18-15,4-2-21 0,7-2-23 16,-16 0-20-16,16 0-21 0,-9-4-7 0,9 4-9 0,-6-10-4 16,6 0-3-16,0 1 11 15,0-3 8-15,2-1 7 0,2-1 12 0,0-2 4 16,-1 3 22-16,3-2 21 0,-1 1 21 16,-2 1 19-16,3 1 13 0,-3 1 10 0,1 1 4 15,0 0 16-15,-1 3-1 0,2 0 0 16,-1 2-11-16,0 0 0 0,-4 5-1 0,9-3 3 15,-9 3-2-15,0 0-1 0,17 12 4 16,-9-4 1-16,1 2-3 0,-2 4-3 16,3 1-3-16,2 3-1 0,-3-1 2 0,3 1-6 15,-5-1-5-15,2-3-1 16,2 1-3-16,-2-3-2 0,-4-2-3 0,1-3-3 16,-1 3 0-16,-2-3-1 0,1 0 3 15,0-2 0-15,-4-5-2 0,5 8 0 0,-5-8-3 16,6 2-6-16,-6-2 1 0,0 0-1 15,0 0-5-15,14-13 2 0,-13 5 2 0,-1-4-3 16,2 1-1-16,2-5 0 0,-2 0-1 16,1-1 0-16,-3 1 0 0,2 3 13 0,0 1 2 15,0 2-6-15,0 1-1 0,1 2-6 16,-3 7-9-16,0-10 4 0,0 10 4 16,0 0 3-16,0 0-5 0,0 0-1 0,0 0 0 15,0 0 1-15,-12 26-2 16,10-16 4-16,-2 0-4 0,2 0 0 0,0 1 2 15,1-3-2-15,-1 2 0 0,0-4-1 16,0 1 4-16,-1 1-2 0,1-2 1 0,2-6 2 16,-1 10 6-16,1-10-5 0,0 0 2 15,-4 9-1-15,4-9 0 0,0 0-6 0,-6 0 2 16,6 0-2-16,0 0 2 0,0 0-14 16,0 0-24-16,0 0-33 0,0 0-44 0,0 0-61 15,0 0-83-15,-14-9-98 0,14 9-126 16,0 0-219-16,-20 0 50 0,20 0 80 15,-17 2-369-15,4 0-415 0</inkml:trace>
  <inkml:trace contextRef="#ctx0" brushRef="#br0" timeOffset="17363.59">21707 6435 853 0,'0'0'417'16,"0"0"-72"-16,0 0-47 0,0 0-23 15,0 0-19-15,0 0-16 0,0 0-18 16,0 0-26-16,0 0 7 0,0 0-3 16,0 0 0-16,0 0-5 0,0 0-4 0,0 0-3 15,0 0-3-15,0 0-2 0,0 0-6 0,0 0-2 16,0 0-1-16,0 0-3 16,0 0 6-16,0 0 0 0,0 0-10 0,0 0-3 15,0 0-1-15,0 0 3 0,0 0-3 16,-4-10-11-16,4 10-8 0,-5-7-8 0,5 7-14 15,-7-10-12-15,2 4-4 0,-3 3-17 16,8 3-1-16,-9-12-10 0,4 4 4 0,-4 2-8 16,0-1 4-16,2 1-4 0,-1-1-2 15,-2 0-3-15,3-1-4 0,-2 2-9 0,-2-1-5 16,2 3-27-16,0-4-24 0,2 2 0 16,-4 0 0-16,0 2 0 0,4-1 0 15,-3 3 0-15,-1-2 0 0,1-2 0 0,-2 4 0 16,1-2 0-16,-1 2 0 15,1 0 0-15,0-2 0 0,-3 4 0 0,1-3 0 16,13 3 0-16,-25-2 0 0,13 1 0 16,-2 1 0-16,14 0 0 0,-23 0 0 0,11 0 0 15,12 0 0-15,-21 0 0 0,21 0 0 16,-18 1 0-16,8-1 0 0,10 0 0 0,-17 0 0 16,17 0 0-16,-19 2 0 0,19-2 0 15,-19 3 0-15,9-3 0 0,10 0 0 0,-19 2 0 16,7 0 0-16,12-2 0 0,-20 4 0 15,10-3 0-15,10-1 0 0,-19 3 0 0,11-3 0 16,8 0 0-16,-16 6 0 0,7-4 0 16,9-2 0-16,-16 5 0 0,8-1 0 15,-2-2 0-15,1 2 0 0,0 2 0 16,-2-4 0-16,2 4 0 0,0-2 0 0,0 2 0 16,-2-1 0-16,0 1 0 0,1-1 0 15,1 0 0-15,0-1 0 0,0 4 0 16,-2-3 0-16,2-1 0 0,0 4 0 0,-3-1 0 15,3-2 0-15,-1 2 0 0,-2-1 0 16,1 3 0-16,-1-2 0 0,1 0 0 0,0-1 0 16,1 3 0-16,1-2 0 0,-1 0 0 15,0-2 0-15,3 2 0 0,-2 1 0 0,-1-1 0 16,2 0 0-16,1 0 0 0,-1 0 0 16,-1 1 0-16,3-1 0 0,-2 2 0 15,3-1 0-15,-5 1 0 0,4-1 0 16,0 2 0-16,1-3 0 0,-1 2 0 0,1 2 0 15,-4-2 0-15,6-1 0 0,-3 2 0 16,1 1 0-16,-1-1 0 0,3 0 0 0,-4 0 0 16,1 1 0-16,3 3 0 0,-3-2 0 15,3-1 0-15,-3 3 0 0,1-2 0 0,2 0 0 16,-3 0 0-16,2 0 0 0,1 2 0 16,-1-1 0-16,0-1 0 0,3 5 0 0,-4-5 0 15,1-1 0-15,2 1 0 16,-1 3 0-16,1-3 0 0,-2 2 0 0,0-1 0 0,4-1 0 15,-1 0 0-15,-3-1 0 16,-1 3 0-16,3-2 0 0,2 0 0 0,-1 2 0 16,-1-2 0-16,0 1 0 0,2 1 0 15,-2 0 0-15,0-2 0 0,2-1 0 0,-2 2 0 16,2 1 0-16,2-3 0 0,-2 1 0 16,-2 0 0-16,4-1 0 0,-2 1 0 0,0 0 0 15,2-3 0-15,-2 3 0 0,0-4 0 16,0 4 0-16,0-3 0 0,-2 1 0 0,4 0 0 15,-2 0 0-15,2-1 0 16,-2 0 0-16,2-1 0 0,-2 2 0 0,2 1 0 0,-1-3 0 16,4 4 0-16,-1-1 0 15,-1-1 0-15,3 0 0 0,-1 3 0 0,1-2 0 16,2-1 0-16,-2 2 0 0,-1 1 0 16,3-2 0-16,-1 0 0 0,2-1 0 0,-2 1 0 15,0 1 0-15,5 0 0 0,-1 1 0 16,0-1 0-16,3 0 0 0,-3-2 0 0,3 1 0 15,-1-1 0-15,1-2 0 0,1 1 0 16,-2 0 0-16,1-2 0 0,-1 1 0 0,0-1 0 16,-1 0 0-16,0-1 0 0,-1-2 0 15,2 1 0-15,0 0 0 0,2-1 0 16,-1-1 0-16,-1 1 0 0,5 0 0 16,-6-3 0-16,4 2 0 0,1-1 0 0,-1-2 0 15,0 2 0-15,2-2 0 0,-4 0 0 16,4 0 0-16,1 0 0 0,-2 0 0 0,3-2 0 15,-4 2 0-15,4-2 0 0,-6 0 0 16,2 2 0-16,2-1 0 0,-6 1 0 0,3-1 0 16,-1-3 0-16,3 2 0 0,-3 0 0 15,-1 0 0-15,0-1 0 0,0 1 0 0,1 0 0 16,1-1 0-16,1-2 0 0,-2 2 0 16,-1-1 0-16,-1-3 0 0,1 2 0 15,1-3 0-15,-1 4 0 0,3-3 0 16,-5 0 0-16,3 0 0 0,-1-1 0 0,-2 1 0 0,1 0 0 15,-1 0 0-15,-4 2 0 16,3-2 0-16,0-2 0 0,-1 3 0 0,-1-2 0 16,1 2 0-16,-1 0 0 0,-1-1 0 15,3-3 0-15,2 2 0 0,-5 0 0 0,1 1 0 16,1-3 0-16,1 2 0 0,0-2 0 16,-5 3 0-16,5 1 0 0,-5-2 0 0,4 0 0 15,-2 1 0-15,-2-1 0 0,-1 2 0 16,3-2 0-16,2 1 0 0,-4 1 0 0,1-1 0 15,-2-2 0-15,-1 0 0 16,1 3 0-16,3 0 0 0,-6-2 0 0,5-3 0 16,-2 3 0-16,-3 0 0 0,3 1 0 15,0-4 0-15,-1 1 0 0,-1 0 0 0,3-2 0 16,-1 2 0-16,-2-1 0 0,-1-1 0 16,5 2 0-16,-4-3 0 0,1 1 0 0,-3 2 0 15,6-1 0-15,-4-2 0 0,2 1 0 16,-2-3 0-16,6-1 0 0,-5 3 0 0,3-3 0 15,-2 0 0-15,-1 0 0 0,2-1 0 16,1 1 0-16,-3 0 0 0,3 0 0 0,-3 1 0 16,1-3 0-16,0 3 0 0,0-3 0 15,-2 3 0-15,4 2 0 0,-4-5 0 16,0 4 0-16,-1-3 0 0,1 5 0 16,2-2 0-16,-2-1 0 0,-2 2 0 0,2-1 0 15,-1 0 0-15,1-1 0 0,-2 1 0 16,2 1 0-16,-2-1 0 0,0 2 0 0,3-1 0 15,-3 2 0-15,0 1 0 0,0-2 0 16,0 0 0-16,0 3 0 0,0 1 0 0,-3-2 0 16,3 3 0-16,-2 1 0 0,2 6 0 15,0-14 0-15,0 9 0 0,0 5 0 0,-2-10 0 16,2 10 0-16,-1-6 0 0,1 6 0 16,0-8 0-16,0 8 0 0,0 0 0 15,-4-5 0-15,4 5 0 0,0 0 0 16,0 0-686-16,0 0-301 0,-19 19-1230 0,7-8-1620 0</inkml:trace>
  <inkml:trace contextRef="#ctx0" brushRef="#br0" timeOffset="21961.98">21318 3775 5514 0,'-15'2'-316'15,"3"-2"54"-15,12 0 48 0,-20-2 56 16,20 2 55-16,-16-1 62 0,16 1 50 0,-13-3 19 15,13 3 35-15,0 0 0 0,-13 0 11 0,13 0 7 16,0 0-9-16,0 0-9 16,0 0-4-16,0 0-7 0,0 0-7 0,0 0-30 15,44 0-59-15,-26 0-58 0,4 0-66 16,1 3-65-16,0-3-88 0,-3 1-101 0,3-2-206 16,-1 1 40-16,-4-3-275 0,-4 0-348 15</inkml:trace>
  <inkml:trace contextRef="#ctx0" brushRef="#br0" timeOffset="22196.06">21614 3662 2246 0,'5'-3'-11'0,"-5"3"43"15,8-4 27-15,-8 4 25 0,0 0 15 16,0 0 13-16,0 0 12 0,14-3 6 16,-14 3 5-16,0 0 5 0,14 8-10 15,-5-2-14-15,-4-1-6 0,3 2-13 0,-5 2-1 16,3-3-15-16,-1 1-3 0,-4 0 3 15,-1-7-6-15,2 14 0 0,-4-8 0 0,-2 5-15 16,-4-3-11-16,-3 1 5 0,-1 1-16 16,-3 2-28-16,-2 0-54 0,-12-1-66 0,3 6-77 15,0-3-86-15,-1 1-128 16,-2-2-193-16,8-2 44 0,4-1-204 16,0-1-244-16</inkml:trace>
  <inkml:trace contextRef="#ctx0" brushRef="#br0" timeOffset="22411.29">21347 4342 2295 0,'-6'3'144'0,"3"0"20"0,3-3 16 16,-6 7 15-16,6-7 16 0,0 0 3 15,0 0-10-15,11 7-19 0,0-5-16 0,5-2-18 16,3 1-15-16,7 1-20 0,1 2-47 15,2-4-65-15,-3 0-75 0,5 0-75 16,-1 0-87-16,-3 0-115 0,4 0-194 16,-5-4-31-16,-2 1 67 0,-8-1-181 15,0 1-180-15</inkml:trace>
  <inkml:trace contextRef="#ctx0" brushRef="#br0" timeOffset="22661.62">21664 4225 1983 0,'0'0'68'0,"0"0"21"16,0 0 39-16,0 0 23 0,0 0 28 16,0 0 29-16,0 0 2 0,11 24 8 0,-8-9 0 15,-1-3 7-15,-2 5-11 16,2 1-12-16,-4 1-8 0,0-1-8 0,-1 2-8 16,-8 8-16-16,-3-2-9 0,-3-2-17 15,0-2-17-15,-5-1-8 0,0-4-12 0,-3 1-18 16,6-6-29-16,0-3-53 0,2 1-64 15,-3 0-95-15,4-5-93 0,0-3-102 0,1 2-128 16,1-4-194-16,2-2 54 0,1-1-379 16,0-1-479-16</inkml:trace>
  <inkml:trace contextRef="#ctx0" brushRef="#br0" timeOffset="28644.37">5836 3194 471 0,'-25'-2'120'16,"25"2"-29"-16,-14-1 3 0,14 1 3 15,-20-3 3-15,20 3-5 0,-15-4 5 0,8 4 2 16,7 0 6-16,0 0 3 0,-16-4 0 16,16 4-2-16,-9-3-2 0,9 3-3 15,0 0 2-15,0 0-3 0,-10-4-8 16,10 4-7-16,0 0-10 0,0 0-6 0,0 0-4 15,0 0-4-15,0 0-13 0,0 0 1 16,50 6-7-16,-31-5-7 0,8 1-3 16,13 1-2-16,3 0-7 0,5 3 1 0,11 0-3 15,4-1 0-15,4-2-6 0,1 2-1 16,5-1-3-16,-1-4 4 0,1 2-4 0,-1 2-3 16,-4-2 2-16,4-2-2 0,-2 4 0 15,-4-3-1-15,1-1-4 0,-2 1 1 16,-16-1-1-16,3 0-1 0,-3-1-2 0,-1 1 0 15,-3-1-3-15,0 1 7 16,-11 1-3-16,-4-1 0 0,-3 1-2 0,-2 2 0 0,2-2 0 16,-7-1-3-16,-2 2 3 15,0 0-2-15,0 1 2 0,-2-1-1 0,0 0 0 16,6 2 0-16,-4-4-2 0,9 4 4 16,0-2-2-16,12 1-2 0,4 1 5 15,2-3-3-15,5 3-2 0,13 0 3 0,0-1-2 16,1 0 1-16,1 1-1 0,2-1-1 15,-4 1 2-15,-2 4 2 0,-12-4-3 0,-1-1 1 16,-3 0-1-16,0-1 2 0,-6 2-8 16,-1-3 9-16,-2 1-5 0,-11-2 6 15,-2 1-3-15,2-1-1 0,-2 0 0 16,4-1 2-16,-1 1-3 0,-1-2 1 16,-2 2 3-16,-3-1-10 0,-2 0 10 0,0-2-2 15,-4 3-4-15,0-2 4 0,-1 2 1 16,-13 0 1-16,23-1-3 0,-14 1 5 0,-9 0-6 15,18-4 3-15,-9 3-1 0,3-1 4 16,1 0-9-16,0-1 4 0,1 1 1 16,5-1-1-16,0 1-1 0,4-2-2 0,2 1 2 15,7-5-2-15,2 0 0 0,-3 4 2 16,-4 2-1-16,5-4-1 0,0 2 0 0,-7 2-2 16,0-2 4-16,-1 1-2 15,1-1 0-15,-2 0 1 0,-3 2-1 0,-4-2 1 16,0 4 0-16,-3-2 0 0,5-2 1 15,-5 2 1-15,2-3-4 0,0 1 0 16,4-2 0-16,-2 2-1 0,2-2 1 0,3 5-5 16,0-5 1-16,1 3 2 0,2 1-1 15,2-1 0-15,0-1 0 0,-4 0-3 0,6 2 5 16,-2 0-4-16,10-4 5 0,-3 2-1 16,-3-2 0-16,-5 4 2 0,10-3-2 15,-5 2 3-15,7 0 0 0,-2-3-2 0,2 1 0 16,0-2 6-16,0 2-6 0,0 1 2 15,0 0 1-15,1-1 1 0,-5 3 0 0,4-1-3 16,0-1 3-16,3 1-1 0,-4-1-2 16,-2 2 4-16,2 1-7 0,4-2 7 15,-7 3 0-15,6-2-2 0,-8 0-1 16,1 2 3-16,4 0 0 0,-3-3 0 0,-7 3-3 16,2 0 2-16,14 0 1 0,-11 0 0 15,10-2 0-15,-10 0-2 0,7-1 1 16,-5 3 3-16,4-2-3 0,-6 0 0 0,-3 2-2 15,-2-1 1-15,-3 1 0 0,-1 0 4 16,-4 0-1-16,0-2-1 0,-6 0 0 0,1 2-2 16,-1-2 2-16,-4 1 0 0,-9 1-1 15,18 0 2-15,-18 0-1 0,0 0-2 16,21 0 2-16,-21 0-3 0,17-4 5 16,-10 4-3-16,5 0 1 0,-12 0-1 15,22-1 1-15,-8 1 1 0,1 0-3 0,3-2-1 16,-1 2 1-16,-4-2 0 0,5 2 2 15,-4-1-1-15,-4 1 0 0,-10 0 0 0,21 0 0 16,-14 0 8-16,-7 0-2 0,16-2 4 16,-16 2 6-16,17-2 0 0,-17 2-1 0,15-5-5 15,-5 3 0-15,-10 2 1 0,17-3 6 16,-10-1 8-16,-7 4 5 0,18-3-1 16,-11 1 2-16,-7 2-5 0,12-3-5 0,-12 3-4 15,10-4 2-15,-10 4-3 16,7-3-4-16,-7 3 0 0,0 0-1 0,0 0-3 15,0 0-3-15,20 5-2 0,-15 0 4 16,1 4-4-16,-3 1 7 0,6 2-7 0,0 0 5 16,-2 7-4-16,4 0 0 0,3 5-1 15,-1 3 2-15,-2 1-1 0,1 1 4 16,-1-2-3-16,0 2-2 0,0 1 0 0,-2-1 1 16,-4-3-1-16,-1-5 8 0,1 2-6 15,-4 1-2-15,1 1 1 0,0 1 1 0,0 0-4 16,-2 1 6-16,2 0 1 0,-2 0-6 15,-2-1 7-15,4-1 5 0,0 1-1 16,-2 0 11-16,3-1 15 0,-3-1-12 16,4 1 2-16,-2-3-5 0,2 2-2 15,-3-2-5-15,-1-3 4 0,3 2 0 0,1 3 2 16,-2-6-13-16,-4 0 8 0,4-3-13 16,-4-1 8-16,2-1-5 0,0-1 11 0,0-2-9 15,0-1-1-15,0-1 1 0,0 1-2 16,0 0 0-16,0-9 5 0,0 11-1 15,0-11 0-15,-2 9-2 0,2-9-3 0,-2 9 1 16,2-9 1-16,0 0 4 16,-4 7-8-16,4-7 6 0,0 0-5 0,-13 5-10 0,13-5 11 15,-16 2-6-15,16-2-5 16,-17 1 12-16,5 3-2 0,1-3-3 0,-2 2-4 16,-1-3-2-16,2 3 15 0,-6-3-12 15,1 1 4-15,-2-1-8 0,0 0 7 16,-2 2-3-16,-2-2-4 0,-2 2 4 0,-2-2 1 15,1 0-2-15,-3 0 5 0,1 0-8 16,1-2 1-16,-3 2 2 0,1-2 5 0,3 2-4 16,-5 0 0-16,2 0 0 0,3 2 2 15,3-2 0-15,-8-2-8 0,6 2-1 16,7 0 0-16,-4 0 3 0,-1 0 4 0,-1 0-8 16,5 0 11-16,-1 0-5 0,0 0 0 15,1 0-3-15,-3-1 3 0,4 2-2 16,-5-1 8-16,2 2 0 0,-6 0-4 15,-2 0 7-15,5 0-6 0,-3-1-4 0,4-1 5 16,-2 0-6-16,-5 1 6 0,3 2-2 16,-2-3-2-16,3 0 5 0,-3 1-5 15,7-1 3-15,-3 0-2 0,2 0-1 0,2 0 4 16,-5 0 3-16,4 2-2 0,1-2-3 16,-2 0-4-16,-1 2 2 0,3-2 0 0,0 0 1 15,-3 0 2-15,-3 1-8 0,-2-1 11 16,2 2-13-16,1-4 9 0,2 4 0 15,-6-2 0-15,3 2-2 0,-1-2 0 16,-1 2 3-16,9-2 2 0,-9 0-7 16,2 3 4-16,0-3-3 0,4 2-4 0,-4-4 12 15,2 4-9-15,3-2 6 0,-4 0-5 16,2 0 5-16,-2 0 0 0,-1-2 1 0,0 4 5 16,3-4-7-16,-3 4 0 0,1-2 2 15,-3 0-1-15,0 0-6 0,4 1 3 16,-2 1-6-16,1-2 7 0,-3-2-8 0,7 4 16 15,-3-2-8-15,2 2 1 0,-4-2 6 16,5 0-8-16,-5 2-1 0,2-2-1 0,-2 1 7 16,2-1-6-16,-1 4 9 15,-3-4-11-15,5 1 0 0,-5-1 5 0,3-1-8 16,-3 1 8-16,0 1 2 0,1-1-1 16,-3 0 1-16,2 0-12 0,-3 0 1 15,-12 0-5-15,11 2 4 0,-10 2 6 0,9-4-1 16,-4 1 6-16,3 1 1 0,4-2 0 15,-7 2-5-15,6-2 4 0,4 3 2 0,-3-3-2 16,2 0-1-16,-1 2-1 0,1-2 5 16,1 0-9-16,-1-2 3 0,-2 2 1 15,3-2-3-15,-3 1 1 0,6-1 0 0,-6 2-7 16,-10-3 14-16,7 1-2 0,6 4-2 16,-3-4-4-16,1 2 5 0,-10-2-6 15,4 2 5-15,7 0-1 0,-13-2 7 16,8 2-13-16,-6 0 8 0,7 0-1 0,3-1-9 15,3 2 12-15,0-1-2 0,-1 0 4 16,1 0-10-16,-2-1 0 0,2 1 0 16,1 0 3-16,-2 0 1 0,1 1-3 0,0-1 6 15,-3-1-13-15,1 1 14 0,3 1-2 16,-5-1-1-16,2 0-5 0,3 0 4 0,-5 0-1 16,1 0 5-16,-8 2-3 0,5 0 6 15,3-2-12-15,3 0 6 0,0 0 6 16,1 0-2-16,-3 0-5 0,2 2-13 0,5-4 11 15,-5 2-3-15,0-2 2 16,4 2 6-16,-4 0-2 0,1-2 2 0,-1 2-2 16,3-1-1-16,1 1 1 0,-6 0 5 15,2 0-6-15,2-3-3 0,-3 2 5 0,1 1 4 16,5 0-6-16,1 0 4 0,-8 0-2 16,6 0-1-16,3 0-4 0,-4-1 4 15,3 2-3-15,-2-1 1 0,3 0 7 0,-7-1-7 16,4 1-1-16,2 0-3 0,-3 0 1 15,-3 0 4-15,-2 0 2 0,1 0 0 0,-3 0-1 16,-10-2 1-16,7 2-8 0,-6 2 8 16,1-4-19-16,6 2 16 0,-5 3 4 15,3-3-2-15,10 0 1 0,-5 0 4 16,1 0-4-16,5 1-5 0,3-1 7 16,-6 3-16-16,6-3 14 0,1 1 4 0,-2 1-9 0,1-2 8 15,3 0-3-15,-4 2-1 16,8-2 1-16,-2 2-5 0,1-2 4 0,1 0-10 15,1 1 18-15,13-1-10 0,-19 2 1 16,19-2 4-16,-16 2 4 0,16-2-4 16,-13 0-5-16,13 0 1 0,0 0-9 0,-21 1 15 15,21-1-8-15,-13 2 1 0,13-2 2 16,0 0 5-16,-19 0-7 0,19 0 5 0,0 0-6 16,-15 0 6-16,15 0-5 0,0 0 5 15,-12-3 3-15,12 3-4 0,-6-7-8 16,6 7 4-16,-5-8 2 0,5 8 6 15,-4-11 0-15,2 4-1 0,2-4 2 16,0 0-6-16,0-3-5 0,0-4 7 0,-3-5-4 16,3-3 1-16,2-1-5 0,-4-13-5 15,0-2 1-15,2-1 0 0,4 2-1 0,-4 0-6 16,1 4 3-16,-2 2 8 0,2 3-3 16,-1 7 2-16,2-1 2 0,0 0 5 15,0 2-10-15,3 1 1 0,-3-2 5 0,2 2-5 16,3-1 6-16,-4 4 0 0,1-2 2 15,1 1-6-15,1 1 6 0,-1-3-5 0,2 5-2 16,-1 0 2-16,-5 5 2 16,5-2 1-16,-2 4 1 0,-3 1 0 0,1 0-1 15,0 2-2-15,0 0-1 0,1 1 4 16,-3 7-3-16,3-12 2 0,-3 12 1 16,2-9 2-16,-2 9-8 0,2-6 6 0,-2 6 2 15,2-8-2-15,-2 8-3 0,0 0-11 16,0-9 7-16,0 9-18 0,0 0-35 0,0 0-48 15,0 0-70-15,0 0-91 0,0 0-150 16,0 0-147-16,0 0 60 0,0 0-80 0,0 0-86 16</inkml:trace>
  <inkml:trace contextRef="#ctx0" brushRef="#br0" timeOffset="31246.17">5531 4293 1512 0,'0'0'-62'0,"0"0"17"15,6-5 28-15,-6 5 14 0,0 0 23 0,2-6 18 16,-2 6 7-16,0 0 6 15,0 0 7-15,5-6-3 0,-5 6-7 0,0 0-6 16,0 0-1-16,0 0-4 0,0 0-5 16,0 0 24-16,0 0 7 0,-13 23 4 15,8-11 6-15,-1 2 19 0,-1 6-3 0,-5 9 0 16,3 2 3-16,-2 1 0 0,1 1-4 16,-2 3-6-16,0 0-6 0,5-2-7 0,-2 1-8 15,1-4 1-15,0-2-12 0,4-2-4 16,-1-5-8-16,-1-1-3 0,4-2-1 15,-1-4-2-15,-1 2 2 0,-1-2-9 16,4 2-1-16,-3-3 2 0,0-3-4 16,2 1 8-16,-1-1-11 0,-1 3 3 0,0 0 2 15,2-1-5-15,-4-3 6 0,2-2-1 16,2 3-5-16,-1-3-3 0,1 1 0 0,-2-2 1 16,2 0-3-16,2-7 6 0,-3 13-11 15,1-8 2-15,2-5-10 0,-4 9-2 16,4-9 8-16,-2 10 3 0,2-10-3 0,-6 10-2 15,6-10-2-15,-4 11 1 0,2-6 3 16,2-5-7-16,-3 10 3 0,3-10 2 0,-4 8 5 16,4-8-12-16,0 12 10 15,0-12 5-15,0 9 1 0,0-9 5 0,5 7 1 16,-5-7-1-16,8 9-8 0,-2-5 13 16,2-2 9-16,1 4-14 0,2-2 3 15,3 1-13-15,2 1 10 0,4-3-3 0,1 4-3 16,2-3-1-16,3 2 2 0,-1-2 0 15,2-1-10-15,9 2-3 0,0 0 14 0,-6-1-9 16,7 2 5-16,1-4-4 0,0 2-2 16,-6 0-1-16,7-1-4 0,1 1 1 15,1-2 2-15,-3-2-3 0,-2 2 3 0,-11 2-3 16,6-2 7-16,-3 0-9 0,-1 0 12 16,9 4-7-16,1 0-5 0,-6-3 5 15,-4-1 0-15,-3 1-2 0,2 0 4 16,8 3-2-16,-1-2-1 0,-3-2-6 0,9 2-1 15,-1-2 7-15,2-1-1 0,0 3 1 16,0-1 1-16,-8-3-1 0,-3 1-1 0,3 1-3 16,-3-2-6-16,11 2 11 0,-6 0 0 15,-5 0 5-15,9-2-6 0,-7 3 5 16,-2-1-6-16,-4-2 6 0,0 0-7 0,0 0 3 16,-2 1-5-16,1-2 2 0,-4 2 2 15,3-1-4-15,-2 0-5 0,-1 0 11 0,0 0-6 16,1 0 7-16,-2 0-10 0,0 0 12 15,0 0-13-15,0 0 9 0,2-1-3 16,0 2-3-16,0-1-2 0,0 0 4 0,-2 0-5 16,2 0 11-16,-2 0 0 15,2 2-4-15,-2-4-7 0,0 2 11 0,-4 0 1 16,3 0-10-16,-7-1 4 0,-11 1-4 16,23 1 0-16,-23-1 1 0,17 0 10 0,-17 0-12 15,15 0 2-15,-15 0 3 0,14 2-6 16,-14-2 3-16,0 0 6 0,15-2-6 15,-15 2 5-15,0 0-4 0,15-1 3 0,-15 1 3 16,11-2-8-16,-11 2 4 0,0 0 7 16,13-3-6-16,-13 3-2 0,0 0 1 0,14-2-4 15,-14 2 0-15,0 0 4 16,11-4 5-16,-11 4-4 0,0 0 2 0,0 0-1 16,11-2-4-16,-11 2 0 0,0 0-6 15,0 0 4-15,9-4 8 0,-9 4-6 0,0 0 2 16,5-9-2-16,-5 9-3 0,4-8 4 15,-4 8-7-15,2-6 6 0,-2 6-7 16,4-8 3-16,-4 8-1 0,1-11 4 0,-1 11 4 16,2-10-6-16,-2 10 6 0,3-11-3 15,-1 5-5-15,0-2-9 0,1 0-8 0,-3 8 4 16,6-12-9-16,-1 5-1 0,-1-1 2 16,5-1-4-16,-6 0 2 0,3 1 3 15,-3 1 6-15,3 1 4 0,-2 0-2 16,-4 6 1-16,3-11 0 0,-3 11 5 15,7-8-4-15,-7 8 3 0,5-6 1 0,-5 6 5 0,2-7 2 16,-2 7-2-16,0 0-4 16,6-5 5-16,-6 5-1 0,0 0 0 0,5-7 5 15,-5 7-5-15,0 0 4 0,0 0 0 16,0 0 2-16,8-5-7 0,-8 5-1 0,0 0 4 16,0 0-1-16,0 0 3 0,0 0-3 15,0 0 3-15,0 0 2 0,0 0 0 16,0 0 2-16,0 0-6 0,0 0 7 0,0 0-4 15,0 0 2-15,0 0-1 16,0 0-2-16,0 0 7 0,0 0-2 0,0 0-3 0,26 8 4 16,-26-8-1-16,9 5-4 15,-4-1 6-15,-5-4-4 0,11 5 1 0,-11-5 3 16,12 8-1-16,-2-8 0 0,3 2-1 16,1 2-2-16,2-2 9 0,4-1-8 0,-1 1-1 15,-1-2 6-15,4 3-7 0,-3-1 4 16,0-1-1-16,-4-1 0 0,-2 2-3 15,-2 0-2-15,1 0 4 0,-12-2 2 0,17 2-1 16,-17-2 6-16,14 4 1 16,-14-4 1-16,11 2 6 0,-11-2 2 0,0 0-5 0,16 2 6 15,-16-2 4-15,0 0-8 16,0 0-2-16,14-2 2 0,-14 2-5 0,0 0-1 16,0 0-5-16,0 0 1 0,0 0-11 15,12 0-20-15,-12 0-48 0,0 0-62 16,0 0-90-16,0 0-102 0,0 0-198 0,0 0 20 15,0 0-131-15,-30 6-134 0</inkml:trace>
  <inkml:trace contextRef="#ctx0" brushRef="#br0" timeOffset="35328.94">5617 5496 1747 0,'0'0'15'0,"0"0"31"0,-1-6 20 16,1 6 27-16,0 0 18 0,0 0 18 0,-4-8-1 16,4 8-5-16,0 0-11 0,0 0 2 15,0 0 18-15,0 0 12 0,0 0 3 0,-27 14 7 16,16-2-3-16,-3-1-5 0,-1 3-8 16,0 0-5-16,0-2-8 0,1 2-11 15,-1-1-7-15,1 1-10 0,5-6-10 16,-2 2-13-16,-1 1-6 0,6-4-4 15,-1 0-6-15,0-1-8 0,2-2-7 0,5-4 0 16,-9 8-6-16,9-8 2 0,-4 5-7 16,4-5-6-16,0 0-15 0,0 0-1 0,0 0-8 15,0 0-4-15,0 0 1 0,11-32 1 16,-4 18-8-16,2-4 5 0,-2 0-3 0,3-2 1 16,-4 3 3-16,3-2 0 0,-3 5 1 15,-1 0 1-15,-1 2 4 0,1 3 9 16,-2 0 1-16,1 2-3 0,-2-1-3 15,-2 8-1-15,5-7-5 0,-5 7 6 16,0 0 0-16,0 0 4 0,25 15-4 0,-17-5 3 0,-1 3 2 16,5 3-2-16,-3 3-2 15,4 7 4-15,-1-6-1 0,-2-1-6 0,-3-2 1 16,3-2 4-16,-4-1-3 0,-1-1-5 16,1-4 6-16,-3 0-5 0,2-2-1 15,-1 1 2-15,0-4 5 0,-4-4 2 0,3 9-4 16,-3-9 0-16,0 0-2 0,0 0-2 15,0 0 0-15,0 0 0 0,0 0 2 0,-21-28-4 16,12 18 2-16,1 0-2 16,-4-2-2-16,3 3-2 0,-2 1 2 0,-1-1 0 0,3 6-4 15,-2-3 4-15,-1 6 0 16,12 0-2-16,-22-1 5 0,22 1-4 0,-14 3-3 16,14-3 4-16,-13 5 0 0,13-5 4 15,-9 7 0-15,9-7 2 0,-1 6 3 16,1-6 5-16,0 0 6 0,0 0 1 0,10 9-1 15,-10-9-10-15,0 0 3 0,14 2 0 16,-14-2-1-16,0 0-8 0,13 4-15 0,-13-4-22 16,0 0-34-16,0 0-46 0,0 0-58 15,14 0-47-15,-14 0-60 0,0 0-70 16,4 3-89-16,-4-3-140 0,0 0 3 0,0 0-273 16,0 0-331-16</inkml:trace>
  <inkml:trace contextRef="#ctx0" brushRef="#br0" timeOffset="38508.62">9890 6186 2312 0,'-23'-3'-36'0,"0"3"11"0,6-4 4 0,-2 1 20 16,2 1 16-16,0 0 24 0,1 1 21 16,3-3 4-16,0 3 4 0,1-1-2 0,5 0 1 15,7 2-5-15,-13-3 6 0,13 3 0 16,0 0 1-16,0 0 3 0,0 0-3 16,36 1-3-16,5-1-5 0,13 0-10 0,18 4-3 15,12-2-5-15,8-1-5 0,30 4-4 0,1 1-5 16,1 2 0-16,6-1-4 15,-4 0-5-15,0 0 0 0,-6-2 1 0,-4 0-1 16,-27-2-8-16,-5-1 3 0,-4 1-4 16,-9-1 0-16,-9 2 0 0,-19-4-4 0,-11 0 5 15,-7 0-1-15,-4 0 20 0,-8 0-3 16,-2-2-5-16,-1 0-4 0,-10 2-1 16,10-3 1-16,-10 3-3 0,5-4-5 0,-5 4-1 15,0 0 0-15,0 0-5 0,0 0-39 16,0 0-53-16,0 0-74 0,0 0-102 0,0 0-139 15,0 0-126-15,0 0 41 0,17 0-139 16,-17 0-123-16</inkml:trace>
  <inkml:trace contextRef="#ctx0" brushRef="#br0" timeOffset="51289.65">13550 4325 1577 0,'-1'-6'428'16,"1"6"-62"-16,-6-10-38 0,6 2-25 0,0 8-7 15,-4-13-4-15,4 9-14 0,0 4-10 16,0-13 11-16,0 13 5 0,0-10 14 16,0 10-3-16,2-8-4 0,-2 8-15 15,0-10-22-15,0 10-25 0,0 0-22 0,0 0-5 16,0 0-2-16,0 0-2 0,0 0-18 15,8 29-11-15,-8-9-7 0,0 1-5 0,-2 2-9 16,0 5-8-16,-2 8-54 0,4-5-86 16,-2-6 0-16,1-1 0 0,-1 2 0 0,2-4 0 15,-2-3 0-15,0-1 0 0,0-1 0 16,0-3 0-16,0-1 0 0,2-1 0 16,0-3 0-16,-1-1 0 0,1-1 0 15,0-7 0-15,-3 12 0 0,3-12 0 16,-2 10 0-16,2-6 0 0,0-4 0 0,0 0 0 15,0 0 0-15,0 0 0 0,0 0-47 16,0 0-415-16,0 0-69 0,0 0-69 0,0 0-93 16,0 0-134-16,8-19 68 0,-8 19-694 15,4-6-902-15</inkml:trace>
  <inkml:trace contextRef="#ctx0" brushRef="#br0" timeOffset="51988.89">13842 4403 3590 0,'0'0'-182'0,"0"0"66"0,-1-7 61 16,1 7 45-16,0 0 40 0,0 0 42 15,-6-8 15-15,6 8 18 0,0 0 20 0,-2-7 6 16,2 7 10-16,0 0 1 0,0 0 4 15,0 0 5-15,0 0 5 0,-3-7 2 0,3 7 0 16,0 0 3-16,0 0-5 0,0 0 0 16,0 0-7-16,0 0-12 0,0 0-8 15,0 0 0-15,0 0-6 0,0 0 5 16,0 0-6-16,-34 12 1 0,23-3-5 0,0-1-9 16,-3 1-7-16,1 4-3 0,-1-1-4 15,1 4-11-15,2 1 0 0,-1 0-7 16,1 3-9-16,4 1-6 0,0 0-8 0,0 1 3 15,5-3-8-15,2 0-4 0,2 0-4 16,4-1-4-16,0 3-5 0,3-4 2 0,2-1-7 16,3-1 1-16,-1-3-8 0,7-2 4 15,-6 1 1-15,8-6-3 0,-6 0-5 16,4-3-2-16,-3-1 5 0,2-1 3 0,-4-1 18 16,2-3 23-16,2-1 17 15,-3-4 10-15,3 1 8 0,-4-8-94 0,6-2-5 16,-4-7 0-16,-4 0 0 0,-1-6 0 15,-3 0 0-15,1 0 0 0,-7-2 0 0,2 6 0 16,-5 3 0-16,0 5 0 0,-5 2 0 16,2 0 0-16,-7 0 0 0,-1 2 0 0,-3 2 0 15,1 6 0-15,-4 1 0 0,0 3 0 16,0-1 0-16,-5 3 0 0,2 2 0 0,3 1 0 16,-5 0 0-16,2 3-388 0,2 2-152 15,-3-3-96-15,6 4-120 0,1-2-77 16,-2 1 64-16,7 3-683 0,-3-2-901 0</inkml:trace>
  <inkml:trace contextRef="#ctx0" brushRef="#br0" timeOffset="53706.14">14144 4025 3543 0,'0'0'-229'0,"0"0"72"0,-11 0 46 0,11 0 49 15,0 0 44-15,-11-2 38 0,11 2 38 16,0 0 29-16,0 0 26 0,-11-6 19 0,11 6 19 15,0 0 17-15,0 0 17 0,0 0 12 16,-9-4 1-16,9 4-4 0,0 0-7 0,0 0-9 16,-3-12-9-16,3 12-14 0,0 0-12 15,10-9-16-15,-10 9-9 0,10-11-13 16,-5 8-13-16,5-1-8 0,0 0-10 0,-10 4-5 16,19-4-10-16,-6 2-5 0,-2 2-6 15,-11 0-8-15,30 2-6 0,-14 2-5 0,-1 0-2 16,3 0 1-16,-7 2-3 15,3-2-5-15,-3 3 3 0,-4-1-7 0,1 2 5 16,-2-1-4-16,-2 0-1 0,-3 0-2 16,-1-1 5-16,0-6 6 0,0 18 6 0,-3-10 5 15,-3 1-9-15,2 1 11 0,-2-2 11 16,0 1-2-16,-1-2 1 0,3-2 0 16,4-5 3-16,-5 10 2 0,1-5 1 0,4-5 10 15,-5 9-12-15,5-9 5 0,-1 7-2 16,1-7-5-16,0 0 4 0,-6 7-22 0,6-7-4 15,0 0-2-15,0 10 0 16,0-10-7-16,6 13 7 0,-3-4-11 0,2 0 4 16,1 1-6-16,-3 0 4 0,-1 1-5 15,4-2-2-15,-5 3 6 0,1-4-4 0,0 0 0 16,0-1 26-16,-2 1 22 0,0-8 21 16,-4 14 13-16,2-7 15 0,-3 0-2 0,-1-2 3 15,-6 1-100-15,3-4-10 0,-2 4 0 16,-1-4 0-16,1 2 0 0,-2-4 0 15,13 0 0-15,-21 3 0 0,21-3 0 0,-22-3 0 16,11 3 0-16,11 0 0 0,-15-6 0 16,7 3 0-16,3 0 0 0,5 3-160 0,-12-4-188 15,12 4-101-15,-6-4-107 16,6 4-135-16,0 0-151 0,0 0 75 0,0 0-722 16,27 8-936-16</inkml:trace>
  <inkml:trace contextRef="#ctx0" brushRef="#br0" timeOffset="54472.59">14567 4509 3864 0,'-4'-5'-61'0,"4"5"71"0,-4-9 48 0,4 9 46 16,0 0 28-16,-4-10 16 0,4 10 2 15,0 0-9-15,0 0-11 0,0 0-9 0,0 0 13 16,0 0 14-16,0 0 14 0,0 0 16 16,-10 27-8-16,10-14 8 0,-1-2-14 15,-1 3 5-15,-2 3 4 0,0 0-8 0,1-2 3 16,-4-1-6-16,4 1-10 0,-1-1-7 15,0-2-5-15,0-2-9 0,1 0-3 16,-3-1-7-16,4-1-2 0,1-1-5 0,1-7-1 16,-7 12-1-16,5-9 1 0,2-3-78 15,0 0-35-15,0 0 0 0,0 0 0 16,0 0 0-16,0 0 0 0,0 0 0 0,6-25 0 16,0 8 0-16,3 1 0 0,3-1 0 15,0 2 0-15,-1-1 0 0,3 5 0 0,-3-1 0 16,0 2 0-16,1 3 0 0,-1 1 0 15,-2 2 0-15,3 2 0 0,-1 2 0 16,-11 0 0-16,23 6 0 0,-10 0 0 0,-1-1 0 16,-1 5 0-16,-2-2 0 0,3 2 0 15,-2 1 0-15,-3-1 0 0,1-1 0 0,-4-1 0 16,-2 2 0-16,2-3 0 16,-3 0 0-16,-1-1 0 0,0-6 0 0,2 11 0 15,-2-11 0-15,2 9 0 0,-2-9 0 16,4 7 0-16,-4-7 0 0,0 0 0 0,0 0 0 15,0 0 0-15,0 0 0 0,27-21 0 16,-13 7 0-16,4-4 0 0,5-1 0 0,0 1 0 16,-3 5 0-16,-4 1 0 0,3 2 0 15,-4 1 0-15,0 3 0 0,-1 1 0 0,-3 4 0 16,1-1 0-16,-12 2 0 0,20 8 0 16,-9-2 0-16,-4 0 0 0,2 7 0 15,0-3 0-15,-6 3 0 0,5 1 0 16,-5-1 0-16,1 2 0 0,-2-3 0 15,0-1 0-15,0 4 0 0,-2-2 0 0,0-1 0 0,0 0 0 16,-2-1 0-16,2-3 0 16,-2 1 0-16,2-9 0 0,2 12 0 0,-4-6 0 15,2-6 0-15,0 0 0 0,0 11 0 16,0-11 0-16,0 0 0 0,0 0-350 0,0 0-156 16,0 0-76-16,0 0-99 0,16-16-152 15,-9 8 59-15,0-3-745 0,5 5-963 0</inkml:trace>
  <inkml:trace contextRef="#ctx0" brushRef="#br0" timeOffset="54838.84">15277 4512 3802 0,'0'0'-142'0,"-5"-8"70"0,5 8 61 15,-8-5 44-15,8 5 52 0,0 0 34 16,0 0 35-16,-21 10 15 0,14-3 10 0,1 3 10 15,-2 0 1-15,0 4-2 0,5 1 1 16,-5 0-13-16,5-2-13 0,1-1 2 16,-2 0-16-16,4 2-8 0,0-3-14 0,0-1-2 15,4 0-33-15,-2-1-1 0,3 1-13 16,2-3-8-16,3-2 5 0,0-2-19 16,1-1 5-16,1 0 12 0,-12-2 16 15,22-2 19-15,-8 0 6 0,-3-1 14 0,0-2 13 16,-1-2 1-16,0-3-1 0,-3-1-11 15,-1-1-12-15,0-1-8 0,0-3-12 0,-5 0-10 16,1 1-18-16,0 1-70 0,-4 1 0 16,0 1 0-16,-1-1 0 0,-3 5 0 0,-6-2-43 15,1 3-130-15,0 2-47 0,-3 3-56 16,1 0-85-16,-1 2-99 0,1 2-111 16,-1 0-136-16,7-1-78 0,7-1 69 0,-13 5-603 15,13-5-777-15</inkml:trace>
  <inkml:trace contextRef="#ctx0" brushRef="#br0" timeOffset="55388.26">15832 4170 3495 0,'2'-14'-31'0,"0"1"82"0,0 4 57 16,0 2 46-16,-2 7 24 15,0-9 9-15,0 9-6 0,0 0-16 0,0 0 10 16,0 0 15-16,0 0 7 0,0 0 8 0,-6 42 8 16,-4-13 14-16,3 6 6 0,-4 4 9 15,-7 7-11-15,1 0-14 0,4-1-16 16,-7 1-14-16,5-3-19 0,2-7 4 16,1-6-8-16,0 1-15 0,-1-4-21 0,2-5-10 15,6-5-14-15,-1-3-10 0,2-5-9 16,-2 2-82-16,2-2-3 0,3-2 0 0,-1-1 0 15,2-6 0-15,-4 7 0 0,4-7 0 16,0 0 0-16,0 0 0 0,0 0 0 0,0 0 0 16,0 0 0-16,6-29 0 0,-6 17 0 15,0-3 0-15,0 1 0 0,-2-1 0 16,-2 1 0-16,0-1 0 0,-1 4 0 16,-5-1 0-16,-1 4 0 0,-3 1 0 0,-3 1 0 15,0 4 0-15,-4 2 0 0,2 0 0 16,-4 2 0-16,4 4 0 0,-2 1 0 15,3 3 0-15,4 0 0 0,2 0 0 0,2 3 0 16,1-1 0-16,4 1 0 0,1-1 0 16,1-2 0-16,3 1 0 0,7 2 0 0,-4 1 0 15,7-2 0-15,-1-2 0 0,1 1 0 16,1-1 0-16,3-2 0 0,-1-1 0 0,3 0 0 16,-4-2 0-16,1 0 0 15,-1-1 0-15,1-1 0 0,-2-1 0 0,0-2 0 0,-4 1-163 16,-7-1-169-16,18 0-81 15,-18 0-93-15,12-1-115 0,-12 1-153 0,0 0-12 16,14-2 76-16,-14 2-612 0,0 0-778 16</inkml:trace>
  <inkml:trace contextRef="#ctx0" brushRef="#br0" timeOffset="58821.06">16177 4545 3342 0,'0'0'-104'0,"-4"-4"54"15,4 4 41-15,-2-7 40 0,2 7 36 16,-3-9 40-16,3 9 27 0,-5-9 17 15,5 9 5-15,-2-9 7 0,2 9 4 0,0 0 4 16,-2-8 13-16,2 8 2 0,0 0 5 16,0-8 4-16,0 8 12 0,0 0 8 0,0-11 1 15,0 11 2-15,0 0-1 0,0-10-7 16,0 10-2-16,0 0-8 0,0-9-14 0,0 9-9 16,0 0-12-16,0 0-10 0,0-8-10 15,0 8-7-15,0 0-13 0,0 0-6 16,0 0-13-16,0-10-8 0,0 10-94 0,0 0-4 15,0 0 0-15,0 0 0 16,0 0 0-16,0 0 0 0,0 0 0 0,-9 23 0 16,6-12 0-16,-1 3 0 0,-2 1 0 15,4 3 0-15,-4 1 0 0,2-1 0 0,2-1 0 16,-1 1 0-16,3-1 0 0,-2-5 0 16,2 1 0-16,-2 1 0 0,4-4 0 0,0-1 0 15,-2-1 0-15,3-1 0 0,-1 0 0 16,-2-7 0-16,10 10 0 0,-4-8 0 0,-6-2 0 15,15 1 0-15,-15-1 0 0,19-4 0 16,-10-2 0-16,5-1 0 0,-3-1 0 16,2-2 0-16,1-2 0 0,-3 1 0 15,1 3 0-15,-3 1 0 0,-1-1 0 16,-3 4 0-16,-5 4 0 0,11-8 0 0,-11 8 0 16,0 0 0-16,0 0 0 0,0 0 0 15,-2 27 0-15,-3-15 0 0,1 3 0 0,-3 4 0 16,1 0 0-16,-1 0 0 0,1 0 0 15,-4 1 0-15,3-1 0 0,0-2 0 0,0-2 0 16,2-1 0-16,-1-1 0 0,0-5 0 16,5 2 0-16,-3-2-127 0,2-1-133 0,0-1-52 15,2-6-81-15,0 10-81 0,0-10-89 16,0 0-120-16,8 6-85 0,-8-6 64 16,0 0-625-16,0 0-785 0</inkml:trace>
  <inkml:trace contextRef="#ctx0" brushRef="#br0" timeOffset="59688.21">13455 5015 3410 0,'-25'3'-156'0,"5"-3"41"0,4 2 36 16,2-2 30-16,0 2 32 0,3-2 30 15,11 0 23-15,-20 0 14 0,20 0 4 0,-11 0-4 16,11 0-7-16,0 0-5 0,0 0 1 15,0 0-2-15,0 0-5 0,47-2-2 16,1-1-3-16,22 3-4 0,13-4-4 0,5 1-5 16,32 0-2-16,7-1-4 0,9 3-8 15,6-5-6-15,11 5 2 0,-1-1-2 16,2 0-4-16,3 0 7 0,-11 2-2 0,-4-3 4 16,-15 1-4-16,-7-3 6 0,-30 1 2 15,-8 2-4-15,-12 0 9 0,-7-3 11 16,-17 1 13-16,-13 2 25 0,-8 1 10 0,-7-1 1 15,-4-1-5-15,-1 3-13 0,-4-2-3 16,-9 2-5-16,10-4-25 0,-10 4-31 0,0 0-49 16,0 0-52-16,0 0-59 0,0 0-76 15,0 0-86-15,0 0-165 0,0 0 8 0,0 12-190 16,0-12-176-16</inkml:trace>
  <inkml:trace contextRef="#ctx0" brushRef="#br0" timeOffset="65536.28">5875 6636 1146 0,'0'0'541'0,"0"0"-91"16,0 0-49-16,0 0-23 0,-10-4-35 15,10 4-25-15,0 0-25 0,0 0-25 16,0 0-4-16,0 0-4 0,0 0-19 0,-9-5-6 16,9 5-19-16,0 0-12 0,0 0-24 15,0 0-17-15,0 0-15 0,0 0-18 0,0 0-13 16,0 0-3-16,0 0-14 15,0 0-12-15,0 0-9 0,0 0 5 0,0 0 2 16,-9-3 4-16,9 3-5 0,0 0-10 0,0 0-4 16,-7-7-7-16,7 7-4 0,0 0-4 15,-5-6-7-15,5 6-3 0,0 0-7 16,-10-4-9-16,10 4-1 0,0 0-1 16,0 0-3-16,-19 0-10 0,19 0 3 0,0 0-1 15,-15 6 4-15,15-6-8 0,-10 6 3 16,10-6-1-16,-6 5 3 0,6-5 2 0,-5 7 1 15,5-7 3-15,-4 5 11 0,4-5-11 16,0 0 10-16,2 12-4 0,-2-12 5 0,7 5-4 16,-7-5 0-16,9 5-3 15,-9-5-2-15,9 2 2 0,-9-2 0 0,0 0 13 16,15 2-13-16,-15-2-28 0,0 0 0 16,0 0 0-16,15-6 0 0,-15 6 0 0,0 0 0 15,8-7 0-15,-8 7 0 0,4-5 0 16,-4 5 0-16,0 0 0 0,1-8 0 15,-1 8 0-15,0 0 0 0,0 0 0 0,0 0 0 16,-11-9 0-16,11 9 0 0,0 0 0 16,0 0 0-16,0 0 0 0,0 0 0 0,-25 9 0 15,25-9 0-15,-7 8 0 0,5-3 0 16,2-5 0-16,-4 9 0 0,4-9 0 0,0 12 0 16,0-12 0-16,0 9 0 15,0-9 0-15,4 8 0 0,-4-8 0 0,7 7 0 16,-7-7 0-16,10 3 0 0,-10-3 0 0,12 2 0 15,-12-2 0-15,0 0 0 16,20-5 0-16,-20 5 0 0,12-5 0 0,-6 1 0 16,-6 4 0-16,5-6 0 0,-5 6 0 15,8-8 0-15,-8 8 0 0,1-6 0 0,-1 6 0 16,0 0 0-16,0-11 0 0,0 11 0 16,0 0 0-16,-5-10 0 0,5 10 0 0,-6-6 0 15,6 6 0-15,0 0 0 0,-9-4 0 16,9 4 0-16,0 0 0 0,-16-2 0 15,16 2 0-15,-13 4 0 0,6 2 0 16,1 0-472-16,-4 2-105 0,3 1-118 0,0 5-170 16,-2-1 65-16,6 3 84 0,-5-1-667 15,4 2-836-15</inkml:trace>
  <inkml:trace contextRef="#ctx0" brushRef="#br0" timeOffset="66420.63">5728 7561 3553 0,'0'0'-55'0,"-10"-3"73"0,10 3 63 0,0 0 38 0,0 0 35 0,0 0 23 0,-11-2 17 16,11 2 8-16,0 0-6 0,0 0-8 15,0 0 0-15,0 0-14 0,0 0-11 16,0 0-5-16,0 0-6 0,0 0-18 0,-11-3 1 16,11 3-10-16,0 0-9 0,0 0 4 15,0 0 3-15,0 0-8 0,0 0 5 16,0 0-3-16,2-10 0 0,-2 10 9 0,0 0-6 16,-2-10-4-16,2 10 1 0,0 0-4 15,0 0-8-15,-5-8-7 0,5 8-13 0,0 0-7 16,-5-6-12-16,5 6-1 0,0 0-8 15,0 0-6-15,-15 0-6 0,15 0-8 0,0 0-9 16,0 0-28-16,-18 10 0 0,18-10 0 16,-7 9 0-16,7-9 0 0,-4 10 0 0,4-10 0 15,-1 8 0-15,1-8 0 16,-2 9 0-16,2-9 0 0,0 0 0 0,3 9 0 16,-3-9 0-16,0 0 0 0,8 5 0 15,-8-5 0-15,0 0 0 0,0 0 0 16,0 0 0-16,0 0 0 0,27-9 0 0,-27 9 0 15,7-9 0-15,-3 4 0 0,-4 5 0 16,6-10 0-16,-4 5 0 0,-2 5 0 0,4-8 0 16,-4 8 0-16,0 0 0 0,3-8 0 15,-3 8 0-15,0 0 0 0,0-8 0 0,0 8 0 16,0 0 0-16,0 0 0 16,0 0 0-16,0 0 0 0,0 0 0 0,0 0 0 0,0 0 0 15,0 0 0-15,0 0 0 16,0 0 0-16,0 0 0 0,0 0 0 0,-14 21 0 15,14-21 0-15,0 0 0 0,0 7-141 16,0-7-306-16,0 0-82 0,0 0-90 16,0 0-132-16,0 0-43 0,0 0 64 0,0 0-692 15,0 0-872-15</inkml:trace>
  <inkml:trace contextRef="#ctx0" brushRef="#br0" timeOffset="73569.19">11653 9472 3659 0,'0'0'-96'0,"0"0"93"16,0 0 80-16,0 0 70 0,0 0 62 16,0 0 53-16,0 0 39 0,0 0 38 0,0 0 20 15,0 0 12-15,0 0 7 0,0 0-4 16,0 0 5-16,0 0-29 0,0 0-4 0,0 0-12 16,0 0-18-16,0 0-227 0,0 0-89 15,0 0 0-15,0 0 0 0,0 0 0 0,21-15 0 16,-21 15 0-16,0 0 0 0,0 0 0 15,0 0 0-15,4-2 0 0,-4 2 0 0,0 0 0 16,0 0 0-16,0 0 0 16,0 0 0-16,0 0 0 0,0 0 0 0,0 0 0 15,0 0 0-15,0 0 0 0,0 0-640 16,-2 19-305-16,-3-9 53 0,-2 4 103 0,0-1-886 16,-1 1-1111-16</inkml:trace>
  <inkml:trace contextRef="#ctx0" brushRef="#br0" timeOffset="137192.28">23592 5963 1110 0,'-17'-2'534'0,"3"1"-182"0,1-1-104 0,-1 0-37 0,5 1 2 0,9 1-8 0,-13-2-8 0,13 2-24 16,-14 0-13-16,14 0-16 0,0 0-14 15,0 0-2-15,0 0 3 0,0 0 2 0,0 0 1 16,38 13-9-16,-1-4-9 0,1 0-16 16,6-1-2-16,7 3-9 0,-9-3 1 15,0 2-3-15,2-5-3 0,-2 3-4 16,-14-4 5-16,-7 0 4 0,-1 0 7 0,-4-2 20 16,2 0-5-16,-7 2-3 0,3-4-3 15,-5 2-9-15,-9-2-10 0,18 0-7 0,-18 0-7 16,14 3-7-16,-14-3-7 0,10 2-8 15,-10-2-3-15,0 0-1 0,13 0-9 0,-13 0-6 16,0 0-14-16,12 4-21 0,-12-4-37 16,0 0-45-16,0 0-68 0,0 0-108 15,3 2-112-15,-3-2-137 0,0 0-192 0,0 0 24 16,0 0 79-16,0 0-438 0,0 0-512 16</inkml:trace>
  <inkml:trace contextRef="#ctx0" brushRef="#br0" timeOffset="159303.74">5535 5540 949 0,'-4'5'207'0,"4"-5"-25"0,0 0-21 0,0 0-20 0,0 0-5 0,0 0-16 0,0 0-11 16,0 0-12-16,0 0 7 0,0 0 7 15,0 0 10-15,0 0 7 0,25-10 13 16,-25 10 7-16,0 0 17 0,6-10 7 0,-6 10 2 16,2-8 3-16,-2 8-7 0,0 0-8 15,-4-11-7-15,4 11-7 0,-11-6-5 0,11 6-14 16,-16-1-11-16,16 1-7 0,-18 1-7 15,18-1-6-15,-20 8-9 0,9-3-7 0,1-2-8 16,3 2-4-16,7-5-5 16,-9 7-2-16,9-7-2 0,-8 7 11 0,8-7 16 15,-3 7 15-15,3-7 20 0,0 0 10 0,0 0 4 16,0 0-3-16,9 8-23 0,-9-8-6 16,0 0-8-16,16 0-3 0,-16 0-6 15,0 0-12-15,0 0-8 0,0 0-6 16,0 0 0-16,23-7-13 0,-23 7-26 0,0 0-47 15,6-5-30-15,-6 5-47 0,0 0-47 16,2-7-60-16,-2 7-56 0,0 0-89 0,0 0-90 16,0 0-107-16,0 0-168 0,-17 16 45 15,9-4-509-15,1 3-646 0</inkml:trace>
  <inkml:trace contextRef="#ctx0" brushRef="#br0" timeOffset="172018.66">5842 5372 2910 0,'-7'3'-181'0,"7"-3"30"0,-12 3 18 0,12-3 23 0,0 0 24 0,0 0 21 0,-9 2 19 16,9-2 8-16,0 0 4 0,0 0 6 15,0 0 8-15,0 0 12 0,0 0 15 16,0 0 11-16,0 0 7 0,31 7 5 16,-18-7-2-16,4 2 3 0,3-2 3 15,2 2 3-15,6-1-1 0,-1 2 2 0,2-3-1 16,1 0 2-16,1 2-8 0,-3-2-1 15,12 2-4-15,-8-2-2 0,-3 0-3 0,-2 0-1 16,-4 0 0-16,3 0-1 0,-5 0 1 16,0-2 4-16,4 0 1 0,-6 2 2 15,8-3-4-15,-6 3 0 0,0-1-3 0,3-3 0 16,1 2-2-16,-2-1-2 0,0 1-2 16,-1 0-2-16,0 2 1 0,1-3-1 0,0 2-4 15,-5-1 0-15,4 2 1 0,-3-2-4 16,-4 2 3-16,0-2-4 0,0 2 0 15,-1-2 0-15,-14 2 0 0,24 0 0 16,-14 0-2-16,-10 0 2 0,19 0 0 16,-19 0 0-16,15 0-3 0,-15 0 3 0,12-3-4 15,-12 3 3-15,12 0-1 0,-12 0 2 16,0 0-1-16,14 0-1 0,-14 0-3 0,0 0 0 16,11-2 0-16,-11 2 0 0,9-1 1 15,-9 1 2-15,0 0-1 0,15 0-2 0,-15 0 1 16,12 0-2-16,-12 0 0 15,14 0 2-15,-1 0-5 0,3 0-1 0,0 0-3 16,2-2-3-16,3 4-1 0,3-4 0 16,-4 2 0-16,3 0-2 0,0 0 0 15,0 0 5-15,-3 0 0 0,0-2 1 0,-4 2 1 16,0-2 4-16,-1 2-4 0,-1-1 2 16,-1 1 3-16,-1-2 0 0,-3 0 2 0,-9 2-2 15,19-1 1-15,-13-1-2 0,-6 2 2 16,17-3 1-16,-11 1 0 0,-6 2-2 15,13-2 0-15,-13 2 0 0,15-2 2 0,-15 2-3 16,15-1 1-16,-3-1 2 0,-12 2-3 16,19-2-12-16,-1 1 1 0,-4-3-5 0,4 2-9 15,0-1-2-15,4 1 4 16,-3-1-6-16,-1 1-2 0,2-1-2 0,-2 1 6 16,2-1 0-16,-5 1 3 0,-4-1 6 15,2 1 3-15,-1-2 3 0,-12 4 4 0,17-3 0 16,-17 3 5-16,16-2-3 0,-16 2 5 15,11-2-2-15,-11 2 0 0,10-3 1 16,-10 3 0-16,9-2-2 0,-9 2 2 0,0 0 2 16,13-5-7-16,-13 5 6 0,12-1-1 15,-12 1-6-15,0 0-2 0,19-4-7 0,-19 4 4 16,19-1 3-16,-6-1-2 0,1 0 6 16,2 0-9-16,2 1 3 0,1 1 0 15,4-2 4-15,3 0-1 0,-1-1-2 16,4 1 7-16,-2-1 0 0,1 3 1 15,-3-2-1-15,-2 0 1 0,-6 0 3 0,3 0 1 16,-8 1 1-16,-1 1-2 0,3-2 5 16,-4 2 2-16,-10 0 0 0,15-1 2 0,-15 1-3 15,15 0 0-15,-15 0-4 0,14-2 0 16,-14 2 2-16,17-2-1 0,-17 2 6 0,15 0-5 16,-5 0 0-16,-10 0 0 0,28-1 0 15,-7 1-2-15,2-2-1 0,0 2 1 16,5 0 6-16,10-4-13 0,3 4-4 0,0 0-1 15,-1 0-6-15,3 0-10 16,-4 2 5-16,5-2 2 0,-4 0-8 0,-4 2 4 0,-7-2 0 16,3 2 2-16,-3-2 3 15,-2 1 2-15,0-1 1 0,-7 0 2 0,-1-1 5 16,1 1 0-16,-5-2 3 0,-2 2 5 16,0-2 4-16,-13 2-1 0,23 0 2 15,-23 0 2-15,19-2-4 0,-9 2-1 0,-10 0 1 16,19-2-4-16,-19 2 4 0,19 0-1 15,-2 0 2-15,2 2 6 0,8-2 0 0,14 2 1 16,4 2-2-16,0-3 0 16,3 1 0-16,4 0-6 0,-1 1 0 0,11-2-12 0,-1 3-10 15,-9-2-5-15,11 0 0 0,-9-2-16 16,-5 0 0-16,0 5-1 0,-2-5 2 16,-4 1-7-16,0 1 3 0,-14 0 7 15,-2-2-6-15,-6 0 11 0,0 2 3 16,-2-2 8-16,-3 0 13 0,-2-2 4 0,-14 2 15 15,25 0 14-15,-13-2-8 0,-3 0-1 16,-9 2 5-16,22-1 0 0,-13-1-1 0,-9 2 2 16,21-3-6-16,-10 3-2 0,2-4-1 15,7 0-4-15,-1 1-2 0,5 0-7 16,1 0-8-16,2-1-9 0,11 0-5 0,1 3-2 16,0-2-5-16,1 3-1 0,2-2 15 15,6 2-12-15,-6 0-2 0,5-2 0 16,-1 2-3-16,1 2 6 0,3 0 2 15,-4-2 5-15,2 0 5 0,-5 0 5 0,1 3 1 16,-4-6 3-16,-6 3 3 0,-5 0 0 16,0-2 9-16,-1 0 5 0,-1 0 8 15,2-1 0-15,-3 0-5 0,-1-2 0 0,2 1 5 16,-3 2-2-16,3-4-4 0,-2 6 21 16,4-4-6-16,8-4 2 0,-1 3 0 0,0 4 1 15,3 0-8-15,-1-1 2 0,5-2-5 16,-4 0-1-16,3 4 1 0,1-4-5 15,-2 2 0-15,1 0 0 0,0-2-6 16,-8 3 1-16,-5 0-1 0,0-2-3 16,-3 2 11-16,-2-3 11 0,1 1 9 0,-5-1 11 15,-4 2 11-15,4-2 6 0,-3-2 3 16,0 4 0-16,1-2 0 0,-4-2 1 0,4 1-3 16,-2 3 0-16,0-4-3 0,-1 0-3 15,3 3 0-15,-4 0 1 0,-2-1-3 0,3 1-4 16,1-2-4-16,-3 2-6 0,2 1-2 15,0-2-7-15,-1 2 5 0,1-1-4 16,-1 1 0-16,1 1-3 0,-2-1 3 0,4 2 3 16,2 0 4-16,8 2-2 0,0-1 0 15,2 1-7-15,9 3 0 0,-1 1-2 16,-1 0-2-16,0 1 1 0,-7-2 0 16,3 4-3-16,-7-1-5 0,-5-3-2 0,-4 1-1 15,-4 0-3-15,-1 0 3 0,0 3-1 16,-4-1 8-16,-1 2 5 0,-3 2 5 15,-1 3 7-15,-2 3 5 0,0 1-1 0,-2 6 15 16,2 11-1-16,-2 4 12 0,-3 4 17 16,1 9 6-16,2 5-3 0,-1-2-9 0,-2 0 3 15,1 2 3-15,2-12 2 0,1 9-8 16,1-9-6-16,-4 12-3 0,4-14-1 0,0 3-3 16,-2-4-5-16,2-1-6 15,-2-5-5-15,0-4-2 0,1-5-5 0,-3-6-8 16,0-5-1-16,1 1-7 0,0-3-1 15,-3 1 1-15,2-5-4 0,-3 3-2 16,3-4-5-16,3 0-1 0,-6 1-2 0,3-1 2 16,-1-1-6-16,1-1 3 0,0 0-4 15,3-2-2-15,-3 2 0 0,0-2-2 0,4-6-1 16,-3 11-3-16,2-5 3 0,1-6-3 16,-4 10 1-16,4-10 3 0,-2 9-6 0,2-9 0 15,-4 8-2-15,4-8 7 0,0 8-4 16,0-8 3-16,-2 8-6 0,2-8 5 15,0 8-6-15,0-8-2 0,0 11 5 0,0-11 0 16,0 10-2-16,0-10 0 16,0 11 3-16,0-11 0 0,0 8 0 0,0-8-2 0,0 8 0 15,0-8 3-15,-7 9 2 16,7-9-2-16,-10 7-4 0,4-4 4 0,-5-1 2 16,-1 1-2-16,-1-1 2 0,0 0 0 15,-4-2-4-15,-3 0 0 0,-2 0 1 0,-3-2-3 16,-1 2 2-16,-5-2-2 0,-9-1-1 15,-2 1 0-15,-2 2 1 0,-4-1-9 0,-1-1-1 16,0 2 5-16,-5 2 2 16,0-1-5-16,-8-1 4 0,-1 2 3 0,-6 0-6 15,5-1 5-15,-5 4-1 0,5-3 0 16,-4 2 3-16,5-3-4 0,2 3 0 16,2 1 1-16,14-2-6 0,-5 1 10 0,3-1-2 15,-3-1 1-15,2 1 0 0,5-1 0 16,-4 0 0-16,2-1 0 0,2 1 0 0,-2 0-3 15,2 1 2-15,1-3 1 0,-2 2 3 16,2-2-7-16,-2 3 0 0,3-6-5 0,-6 6 8 16,4-6 0-16,-1 3 0 0,0-2-5 15,2 2 2-15,-2-1 0 0,3-1 2 0,-2-2 0 16,2 4 2-16,-4-1-3 0,6-1 0 16,-7-1 1-16,0 1-1 0,1-2-2 15,-1 1 1-15,-1 0-4 0,0-1 0 16,1 1-6-16,-1-1 1 0,-1-1-2 15,1 2-3-15,-1-2-1 0,3-2 1 0,-3 4-5 16,-1-3 1-16,6 1-2 0,-2 0 0 16,2 0 0-16,0-1-5 0,2 0-5 0,3 1 0 15,1-2 1-15,1 0-1 0,-3-1-4 16,4 3 3-16,1-1-1 0,-4-2-7 0,2 1-7 16,-2-2 5-16,0 2 4 0,0-3 1 15,0 2 6-15,-1 0 1 0,3 1 4 0,-2-3 0 16,2 2 5-16,0 0 0 0,-1-1 0 15,3 1 5-15,5 5-1 0,7-4 10 16,-3 2-4-16,0 1 9 0,2-4-10 16,3 3 9-16,2 2-4 0,3-3 6 15,0 3-6-15,2 0 4 0,-1-1-1 0,3 1 0 16,-1-1-3-16,1 4 3 0,-2-4 2 16,1 2 2-16,1 0-6 0,-1 0 2 0,1 0 7 15,-2 1-3-15,-3 1-2 0,1 0 1 16,2 0 2-16,-4-2 4 0,1 2-3 0,-3-2-2 15,-2 1 2-15,2 1 3 0,-4 0-4 16,-4-2-1-16,1 2 2 0,-2-4 3 16,-1 4-3-16,-12-1 4 0,9-1-6 0,-10 0 3 15,-1 2 3-15,1-5 3 0,2 4-5 16,-1-1 0-16,7 2-4 0,-6-2 3 16,8 0 1-16,3 1 0 0,1-1 0 15,-3 2-1-15,4-2-2 0,-3 2 0 0,1 0 4 16,2 0-6-16,-3 0-8 0,3 0 13 15,1 2-2-15,1-2 4 0,0 2-6 0,0-2 1 16,2 1 2-16,-1 3-9 0,3-2 8 16,-4-1-3-16,6 1 8 0,0 1 0 15,-2-1-4-15,4 1 3 0,-4 1-2 0,2-1 2 16,-2-1 2-16,-2 0-10 0,-2 1 6 16,-1-1-3-16,-1 2 4 0,0 0-3 0,0-4 7 15,-11 4-7-15,1-1-3 0,-1 1 3 16,-1-1 11-16,-1-1-14 0,8-1 6 15,3-1-5-15,0 2 6 0,-3 0-3 16,-8 0 6-16,8 0 4 0,3-2-2 0,1 0-5 16,-1 1 0-16,1-1 0 0,-1 3 1 15,0-3 2-15,2 0 1 0,-3 0-7 0,3 2 2 16,0 2-1-16,3-2-1 0,-1 0-1 16,2-1 5-16,0 2-2 0,-2 0-7 15,7-1 10-15,-2 0-2 0,0 0-7 0,3 0 3 16,-5 2-5-16,4-4 12 0,-2 4 2 15,-3 0-7-15,-2 0 8 0,3 1-4 0,-5-3-8 16,2 2 3-16,-3 2-5 0,-12-4 6 16,4 6 7-16,-3-4-4 0,0 0-2 15,1 1 2-15,-1-1 9 0,6 0 2 16,10-1 6-16,-4 0-6 0,2 1 7 0,4-2 5 16,2-2-4-16,3 0-1 0,2 3 0 15,0-3-4-15,1 1 4 0,4-1-3 16,-2 2-8-16,11-2 2 0,-14 2-7 0,14-2 9 15,-14 2-3-15,14-2-6 0,-9 0 6 16,9 0 8-16,0 0 7 0,0 0 19 0,-18 0 7 16,18 0 7-16,0 0-7 0,-7-6-8 15,7 6 1-15,-4-6-7 0,4 6-2 16,-2-14-6-16,4 5-4 0,-2-3-5 16,4-6 2-16,-3-3-7 0,5-14 1 0,2-4-3 15,0-2-5-15,1-12 4 0,2-3-5 16,1-2-7-16,-1-3 3 0,3-1-2 0,-3 4-2 15,5 2 1-15,-5 2-3 0,4 6-1 16,-5 11 4-16,-3 2 1 0,2 3-3 16,0 0 2-16,-4 9-2 0,-1 2-2 0,1 5 8 15,-1 1 1-15,0 3-1 0,0 2 0 16,-3-1 1-16,2 3-1 0,-1 2-3 0,0-4-2 16,0 5-2-16,0-1 4 15,-2 6-1-15,1-8-1 0,-1 8-4 0,2-8 3 16,-2 8-2-16,0 0-3 0,2-5 1 15,-2 5 4-15,0 0 1 0,0 0-2 0,0 0 3 16,0 0-3-16,0 0-2 0,0 0 5 16,0 0-6-16,0 0 8 0,0 0-7 15,0 0 2-15,0 0 3 0,0 0 2 0,0 0-4 16,0 0-2-16,18-2 2 0,-9 2 0 16,7 0-9-16,4 2-13 0,5-2-16 0,2 3-24 15,-1-3-30-15,3 4-33 0,9-3-33 16,-6 4-39-16,-5-5-50 0,-2 2-107 0,-5 0-250 15,-2-4 30-15,-7 0 76 0,1 2-197 16,-12 0-189-16</inkml:trace>
  <inkml:trace contextRef="#ctx0" brushRef="#br0" timeOffset="186265.37">8861 10253 1714 0,'0'0'179'0,"0"0"12"0,0 0 20 0,11 0 20 0,-11 0 31 0,0 0 20 16,0 0 21-16,0 0 11 0,0 0-1 16,0 0-10-16,0 0-20 0,0 0-18 0,0 0-22 15,12-6-23-15,-12 6-16 16,0 0-15-16,0 0-24 0,0 0-12 0,6-8-13 15,-6 8-13-15,0 0-5 0,0 0-6 16,2-8-12-16,-2 8-8 0,0 0-16 0,0 0-12 16,0 0 1-16,-25-4-6 15,25 4 8-15,-24 6 0 0,8 0-2 0,2-2 2 0,1 2-6 16,-1 1-2-16,3-1 7 0,2 0-2 16,3 0 5-16,-2 0 2 0,4 0 2 0,1-1 5 15,3-5 2-15,-8 12 4 0,8-12 7 16,0 8-36-16,0-8-59 0,0 0 0 0,6 8 0 15,-6-8 0-15,0 0 0 0,21-2 0 16,-21 2 0-16,0 0 0 0,22-10 0 0,-13 4 0 16,-2 2 0-16,-2 0 0 0,3-2 0 15,-2 1 0-15,-4-1 0 0,2 2 0 16,-4 4 0-16,5-10 0 0,-5 10 0 16,2-6 0-16,-2 6 0 0,0 0 0 0,0 0 0 15,0 0 0-15,0 0 0 0,0 0 0 16,0 0 0-16,-21 20 0 0,19-15 0 15,0 1 0-15,2-6 0 0,0 10 0 0,2-4 0 16,-2-6 0-16,4 8 0 0,-4-8 0 16,8 6 0-16,-8-6 0 0,9 3 0 0,-9-3 0 15,6 2 0-15,-6-2 0 0,0 0 0 16,0 0 0-16,0 0 0 0,16-11 0 0,-16 11 0 16,-2-4 0-16,2 4 0 15,0-10 0-15,0 10 0 0,-7-6 0 0,7 6 0 16,-7-4-254-16,7 4-303 0,-13-1-93 15,13 1-150-15,-19 5-34 0,8-3 84 0,-2 2-728 16,1 2-926-16</inkml:trace>
  <inkml:trace contextRef="#ctx0" brushRef="#br0" timeOffset="-192041.08">5558 5576 280 0,'0'0'102'0,"0"0"-13"0,0 0 2 0,0 0 12 0,0 0 11 16,2-5 5-16,-2 5-4 0,0 0 0 16,0 0 15-16,0 0 9 0,0 0 13 0,4-5 7 15,-4 5 4-15,0 0-8 0,0 0-1 16,0 0-11-16,0 0-14 0,0 0-8 16,0 0-13-16,0 0-11 0,0 0-9 15,0 0-8-15,0 0-10 0,0 0-14 0,0 0-7 16,0 0-3-16,0 0 1 0,0 0-5 15,0 0-9-15,0 0 2 0,0 0 0 16,0 0-8-16,0 0-1 0,-8 22-2 0,8-22-4 16,-5 7 2-16,5-7-5 0,-6 5-6 15,6-5-8-15,-3 7-13 0,3-7-13 16,-7 5-13-16,7-5-20 0,-4 5-15 0,4-5-16 16,0 0-12-16,0 0-2 0,0 0 3 15,0 0 8-15,0 0 10 0,0 0 6 0,0 0 8 16,0 0 13-16,0 0 12 0,0 0 10 15,0 0 10-15,0 0 5 0,0 0 6 16,0 0 5-16,0 0-4 0,0 0-1 16,-12-12 4-16,12 12-3 0,0 0 1 0,0 0-1 15,0 0-4-15,0 0-20 0,0 0-31 16,0 0-38-16,0 0-54 0,0 0-43 0,0 0-73 16,0 0-256-16,0 0-31 0</inkml:trace>
  <inkml:trace contextRef="#ctx0" brushRef="#br0" timeOffset="-187375.41">5537 5586 1436 0,'0'0'1'0,"0"0"22"0,0 0 17 0,0 0 11 15,0 0 15-15,0 0 11 0,0 0 8 0,0 0 6 16,0 0 0-16,0 0-6 0,10 3-2 16,-10-3-6-16,0 0-3 0,0 0-6 15,0 0-5-15,0 0 0 0,0 0-4 0,0 0 1 16,0 0 4-16,0 0 2 0,0 0 4 16,0 0 9-16,2 9 11 0,-2-9 12 0,-4 10 9 15,4-10-5-15,-8 14 16 0,1-4-3 16,-3 1 2-16,-2-1-5 0,1 3-2 15,-2-4-6-15,1 3-6 0,-1-2-13 16,1 0-2-16,1 0-9 0,2-3-8 16,2-1-10-16,-2 2-5 0,6-4-5 0,-5 0-6 15,8-4-1-15,-9 7-5 0,9-7-3 16,-6 4-5-16,6-4-25 0,0 0-34 0,-11 2-42 16,11-2-55-16,0 0-49 0,0 0-56 15,-12-9-55-15,12 3-51 0,-1 0-48 0,1-4-52 16,1 2-48-16,1-1-265 0,0-1-241 15</inkml:trace>
  <inkml:trace contextRef="#ctx0" brushRef="#br0" timeOffset="-187159.31">5385 5598 1932 0,'-2'-12'-50'0,"2"5"39"0,0 7 35 0,0-10 28 16,0 5 29-16,0 5 23 0,-2-10 20 16,2 10 11-16,0-11-2 0,0 11-9 0,0 0-10 15,0-10-10-15,0 10 0 0,0 0 4 16,0 0-4-16,0 0-1 0,0 0-12 15,0 0 0-15,27 19-11 0,-22-11-11 0,5 3-6 16,0-1-7-16,-3-2-10 0,3 3-12 16,-1-1-5-16,-1-2-22 0,1 1-22 0,3 0-26 15,-5-2-32-15,1-1-28 0,0-1-36 16,0 2-37-16,-3-2-48 0,-1-3-48 0,-4-2-72 16,9 4-79-16,-9-4-34 15,0 0-89-15,0 0-48 0</inkml:trace>
  <inkml:trace contextRef="#ctx0" brushRef="#br0" timeOffset="-186959.03">5520 5519 1452 0,'0'0'-4'0,"-3"-5"24"0,3 5 8 16,0 0 21-16,0 0 25 0,0 0 17 16,0 0 11-16,0 0 1 0,0 0 1 15,0 0-5-15,0 0-4 0,3 23-12 0,1-15-5 16,0 1-10-16,-1 1-6 15,1 0-6-15,0-1-7 0,2 1-18 0,-2 0-26 16,2 1-34-16,-3-3-41 0,1 1-55 16,-2-3-60-16,1 3-64 0,-3-4-427 0,2 2-171 15</inkml:trace>
  <inkml:trace contextRef="#ctx0" brushRef="#br0" timeOffset="-178028.49">8335 8167 1453 0,'0'0'348'0,"6"-4"-60"0,-6 4-32 0,0 0 3 0,0 0-17 0,0 0-10 15,0 0-13-15,0 0-17 0,0 0-11 0,0 0-13 16,0 0-13-16,0-9-16 0,0 9-16 16,0 0-16-16,0 0-16 0,0 0-14 15,0 0-31-15,0 0-43 0,0 0-54 0,0 0-71 16,0 0-86-16,0 0-91 0,0 0-100 16,0 0-183-16,0 0 13 0,0 0 68 0,0 0-202 15,0 0-188-15</inkml:trace>
  <inkml:trace contextRef="#ctx0" brushRef="#br0" timeOffset="-177261.3">11524 8146 1902 0,'0'0'86'0,"0"0"33"0,-22-2 11 0,22 2 16 0,0 0 28 0,-9-1 29 16,9 1 26-16,0 0 17 0,0 0 6 0,0 0-8 15,0 0-7-15,0 0-11 0,0 0-10 16,0 0-22-16,0 0-18 0,0 0-17 15,32 7-16-15,-21-7-12 0,2 1-16 0,3 1-13 16,-3-1-9-16,1-1-10 0,-5 2-9 16,3-2-6-16,-3 2-13 0,-9-2-13 15,13 2-8-15,-13-2-19 0,12 1-23 0,-12-1-32 16,8 2-39-16,-8-2-63 0,0 0-72 16,0 0-62-16,0 0-82 0,0 0-98 15,0 0-160-15,0 0-9 0,0 0 80 0,0 0-317 16,0 0-347-16</inkml:trace>
  <inkml:trace contextRef="#ctx0" brushRef="#br0" timeOffset="-176626.32">14205 7561 2632 0,'1'-11'146'0,"-1"11"46"0,4-7 34 0,-4 7 26 0,4-10 18 0,-4 10 3 16,2-6-10-16,-2 6-22 15,0 0-2-15,0 0 24 0,0 0 16 0,-2 26-1 16,-2-5 0-16,-1 11-9 0,-1 5-19 15,1 0-18-15,-2 1-25 0,1-1-18 0,3-2-16 16,-1 0-21-16,2-4-14 0,0-6-31 16,1-2-11-16,-1-6-4 0,-2 1-14 0,4-3-7 15,-3-1-9-15,3-2-5 0,0-2-34 16,0-1-36-16,0-9-59 0,-2 8-100 0,2-8-102 16,0 0-121-16,0 0-104 0,0 0-123 15,0 0-205-15,0 0 58 0,-7-24 94 16,7 13-587-16,-2-4-722 0</inkml:trace>
  <inkml:trace contextRef="#ctx0" brushRef="#br0" timeOffset="-176444.01">14011 7633 3546 0,'-9'-5'87'16,"9"5"53"-16,-7-7 28 0,7 7 22 0,2-10 23 15,-2 10 9-15,7-8 2 0,3 2-18 16,3 1-20-16,1-2-24 0,6 1-12 15,3-1-20-15,2 2-55 0,8-4-66 16,1 0-70-16,-2 1-88 0,-3 3-113 0,-6 0-99 0,2-1-106 16,-3 2-145-16,-2 3-21 15,-8 1 81-15,0 1-336 0,-12-1-371 0</inkml:trace>
  <inkml:trace contextRef="#ctx0" brushRef="#br0" timeOffset="-176045">14109 7248 2410 0,'-19'-9'98'16,"2"2"24"-16,-4 6 23 0,2 4 25 0,-15 7 31 0,-1 8 27 16,-13 9 28-16,3 9 18 0,2 7 5 15,-9 17-4-15,16-7 1 0,5 2 1 16,8 5-7-16,8 0-9 0,5 2-15 15,10-1-8-15,8-2-5 0,9-1-15 0,10-2-16 16,9-5-15-16,20 7-19 0,-9-21-15 16,8-3-18-16,6-5-12 0,2-5-11 0,2-8-12 15,-4-6-11-15,1-5-16 0,-1-7-8 16,-3-4-11-16,-3-10-19 0,-1-1 1 0,-9-7-9 16,-3-6 0-16,-7-6-5 15,-9-5-9-15,-7-4 2 0,-9-9-1 0,-6-4-7 16,-12-8-5-16,-6-2 1 0,-14-14-4 0,-6 3-5 15,-8 8-7-15,-6 3-3 0,6 22-16 16,-6 3-44-16,-1 11-25 0,0 6-31 16,-7 9-33-16,9 10-37 0,-1 3-50 15,2 5-70-15,-9 9-90 0,4 3-121 0,11-1-134 16,3 2-105-16,4 1 88 0,10 4-593 16,3-3-735-16</inkml:trace>
  <inkml:trace contextRef="#ctx0" brushRef="#br0" timeOffset="-173110.77">9110 16523 3252 0,'10'-15'-155'0,"-4"2"26"0,2 2 29 0,-7 1 20 0,3 1 28 0,0-1 27 16,-2 0 32-16,-1 1 9 0,-1-1 7 15,0 0 5-15,-1 1 3 0,-3 1 6 0,2 1 0 16,-3 0 6-16,-3 0 7 16,-2 4 2-16,-1 0 13 0,11 3 12 0,-38 5 5 0,4 8 21 15,-10 9 10-15,0 6 34 16,0 5 7-16,-3 5 5 0,0 5 10 0,-6 16-2 16,2 0 0-16,17-12 3 0,3 5 4 0,5-4-10 15,4-1-1-15,9-1 5 16,5-12 10-16,4 0-8 0,8-7 24 0,4 2 1 15,7 0 0-15,6-4-7 0,4-4-13 16,11-5-11-16,12 0-16 0,-6-5-16 0,3-7-12 16,5 2-12-16,-5-4-10 0,2-2-10 15,-8-2-6-15,-4 0-8 0,-11 0-7 16,3-2-11-16,-5 2-22 0,-6 0-27 0,-2-1-31 16,-1 3-48-16,-13 0-68 15,18-6-62-15,-15 3-78 0,1 0-69 0,-4 3-82 16,0 0-105-16,0 0-146 0,0 0-103 15,-13-12 86-15,13 12-508 0,-16-2-672 0</inkml:trace>
  <inkml:trace contextRef="#ctx0" brushRef="#br0" timeOffset="-172826.36">9109 16995 3565 0,'0'0'77'16,"1"-13"6"-16,1 6 8 15,4 0 19-15,2 2 19 0,3 0 21 0,0 3 4 16,5 0-12-16,2 6-7 0,2 3-5 16,10 6-10-16,-3 1-10 0,-4 5-7 0,-2 1 1 15,-7-1-7-15,-9 0 5 0,1 2 2 16,-5-3 0-16,-2 7 2 0,-9 6-1 16,-1-2-14-16,-3 0-10 0,0-2-6 0,-4-3-8 15,1 0-5-15,4-5-6 0,0-5-7 16,1 0-14-16,2-2-46 0,1-3-68 0,3-1-74 15,-4-2-93-15,5 2-83 0,-1-4-103 16,6-4-146-16,-12 0-162 0,12 0 74 16,0 0-390-16,-9-18-527 0</inkml:trace>
  <inkml:trace contextRef="#ctx0" brushRef="#br0" timeOffset="-169860.58">10638 12611 2538 0,'0'0'-221'0,"-12"0"33"0,2 0 44 0,10 0 31 0,-21 0 33 0,10-2 30 0,11 2 30 16,-19 0 19-16,9-1 15 0,-2 1 12 0,12 0 14 15,-14-3 8-15,14 3 1 0,-12 0 6 16,12 0 2-16,-12 0-5 0,12 0 0 16,0 0-1-16,0 0-1 0,0 0 10 0,0 0 1 15,0 0-4-15,0 0-5 0,29 6-3 16,-8 0-5-16,17-1-5 0,6-1 0 0,11 4-9 16,13-2 2-16,4 1-3 15,3-1-1-15,9-2-5 0,2 3-5 0,22 2 0 16,-22-2-2-16,0-2-3 0,-2 0 2 15,-6 0 1-15,0-2-4 0,-4 1-4 0,1-1 2 16,-10-3 1-16,1 0-3 0,-14 2 3 16,-4-2-4-16,-3 0 1 0,0-2-2 15,-5 2 0-15,-10-1-4 0,-5 1 4 0,-5 0-4 16,-2 0 0-16,-3-2-1 0,-3 2-1 16,-12 0 3-16,20 0-3 0,-20 0 0 0,17 0-2 15,-17 0 0-15,12 2-3 0,-12-2-2 16,0 0 4-16,0 0-4 0,0 0-4 0,0 0-12 15,0 0-4-15,-44 12-12 16,21-9-10-16,-15-1-1 0,-3-1 2 0,-6 1-3 16,-3-2 7-16,-16 0 4 0,-1 2 3 0,-5-4 7 15,-2 0-1-15,2 1 3 16,-3-3 5-16,4-1 1 0,1 0 1 0,4-2 3 16,0 0 2-16,3-1 1 0,4-1 3 15,0 1 1-15,14 1 2 0,0 0 1 0,0-1 3 16,4 1 2-16,-2-2 16 0,7 1 10 15,0 4 2-15,7-1 5 0,5 1-2 0,0 0-3 16,6 2 0-16,0 0-5 0,5 0-2 16,0 0-1-16,3 2-2 15,-1-1 1-15,11 1-4 0,-17 1 2 0,17-1-1 16,-8 4 1-16,8-4-3 0,0 0 3 16,0 0-1-16,22 12-3 0,2-8 0 0,18 1-3 15,14 5 1-15,14-3 2 0,5 0-3 16,11 0-1-16,23 1-2 0,3 0 1 0,-3 1 3 15,-23-4-4-15,-2 0 1 0,-3 0 1 16,-6-3-2-16,-4 1 0 0,-9-3 2 16,-12 2-1-16,-8-4-2 0,-12 4 0 0,-5-4 0 15,-3 2 0-15,-10 0-1 0,-1-1-1 16,-11 1 0-16,13-4 2 0,-13 4-5 16,0 0 1-16,0 0 1 0,0 0 1 15,-47-8 0-15,9 5-2 0,-7-1 0 0,-16 1 0 16,-10-1-2-16,-3 1 1 0,-6-1 0 15,-1 1 0-15,-4-1 0 0,0 1 0 0,-5 2 3 16,8-3-3-16,-1 4 1 0,4-3-1 16,2 3 0-16,9-2 0 0,3 0 1 15,15 0 4-15,7 2-3 0,13-1 0 0,3 2 4 16,5-1-2-16,10-1 1 0,-2 1 1 16,4 0 3-16,10 0 5 0,0 0-1 0,0 0 2 15,0 0-1-15,42 5-1 0,4-2-2 16,23 3 3-16,7-4-1 0,12 4 0 0,27-3-4 15,2 4 0-15,-1-5 0 16,-3 1 1-16,-25 3 0 0,-9-6-2 0,-6 3-4 16,-22-1 4-16,-3-2-3 0,-14 1 2 15,-7-1 2-15,-6 0 7 0,-6 0-3 16,-3 0-1-16,-12 0-1 0,0 0 0 0,0 0-2 16,0 0-1-16,0 0-2 0,0 0 1 15,0 0 0-15,-42-1-3 0,25 2-2 0,1-1-15 16,5 0-42-16,-1 2-58 0,12-2-49 15,-15 3-75-15,15-3-102 0,-7 2-138 0,7-2-56 16,0 0-37-16</inkml:trace>
  <inkml:trace contextRef="#ctx0" brushRef="#br0" timeOffset="-168262.9">15468 14299 1338 0,'-15'0'-67'0,"2"0"18"0,-3 0 30 0,3 0 28 0,13 0 29 0,-19 0 33 16,9-2 32-16,10 2 22 16,-15 0 14-16,15 0 5 0,-11-2-1 0,11 2 0 15,0 0 2-15,0 0 21 0,0 0 13 16,0 0 10-16,0 0-12 0,49 4-15 15,-3-3-17-15,20 4-14 0,13-3-15 0,2 2-14 16,3-1-7-16,0-1-8 0,-3 0-7 16,-7 0-10-16,-10 0-8 0,-14 0-3 0,-5 0-9 15,-12 0-8-15,-8-2-2 0,-6 1-7 16,-4-1-8-16,-1 1-12 0,-5 2-17 16,-9-3-44-16,7 1-68 0,-7-1-69 15,0 0-97-15,0 0-118 0,0 0-186 0,-22 13 53 16,16-9-192-16,-4-2-218 0</inkml:trace>
  <inkml:trace contextRef="#ctx0" brushRef="#br0" timeOffset="-164243.64">22030 16136 1908 0,'0'0'2'0,"-11"-6"42"0,11 6 27 0,0 0 24 0,0 0 34 0,0 0 35 0,0 0 31 15,-3-7 17-15,3 7 11 0,0 0 4 0,0 0-5 16,0 0 0-16,0 0-6 15,0 0-6-15,0 0-4 0,-8-5-8 0,8 5-23 16,0 0-27-16,0 0-14 0,-5-7-15 16,5 7-10-16,-8-7-11 0,8 7-13 15,-12-7-9-15,7 4-5 0,-4-3-8 0,-3 1-10 16,0 0-2-16,3 0-3 0,-3 0-7 16,1 2-1-16,-3-3-6 0,1 0-2 0,0 0-7 15,0 0 2-15,0 2 9 0,-3-1-17 16,3 2-4-16,1-2 1 0,-1 3-1 0,2-2-4 15,-1 2 0-15,-1 1-2 16,13 1-2-16,-27-3-1 0,13 3 3 0,14 0-4 16,-24 4 3-16,10-2-3 0,0 0-2 15,0 2 1-15,-5-1 0 0,4 0-1 16,-5 1 0-16,5-1 0 0,0 1-2 0,-4 0 0 16,4 0-1-16,0 0 2 0,-3 1-2 15,7-2 0-15,-1 1 2 0,-1-3-2 0,4 3 1 16,-1-1 1-16,1 0 12 15,-1 3-14-15,10-6 2 0,-15 5 2 0,7-2-3 0,1 1 1 16,7-4-2-16,-16 10 2 0,11-5 1 16,-5-2 1-16,5 3-1 0,-2 0-1 15,-2 0 4-15,5 2-2 0,-3-1 8 16,2 0-8-16,-6 2 1 0,6-1-4 0,-3 0-1 16,5 1 6-16,-6 0 1 0,6 0-4 15,-3-2 2-15,1 5 0 0,-1-2-1 16,1 1 1-16,0 1-3 0,-1-2 3 0,3 3-4 15,-3-3 6-15,2 2 2 0,3-1-6 16,-5 2-2-16,1-1 1 0,2 2 0 16,-3 0 0-16,2-2 0 0,-1 1 2 0,-1-2-1 15,5 0 0-15,-2 1 1 0,-1 0-2 16,0-1 3-16,3 1 6 0,-3-2-1 0,0 0 1 16,2 1 2-16,0-1-3 15,2-2 3-15,-1 3-2 0,-1-3 0 0,0 2-2 16,0-2 0-16,-1 1 2 0,3-1 0 15,-2 2-1-15,2-1-1 0,0-1 8 0,-1 1 6 16,-1 1 1-16,2 0-1 0,-2-1 4 16,2 0 10-16,-2-1-14 0,0 1-4 15,0-1-1-15,2 1 1 0,0-1 5 0,-1 2 3 16,1-3 11-16,-2 2-4 0,0 0 1 16,0-3-3-16,0 3-4 0,2-9-4 0,-2 16 1 15,0-10-2-15,2 3-1 0,-1-3 4 16,1 3 6-16,-3-1 13 0,3 1-9 0,-2 0 1 15,2-1 1-15,0 1-7 0,-2-1 2 16,2-8-5-16,0 16 1 0,0-5-4 16,2-1-4-16,-2 0-2 0,0 1 1 15,0-3 2-15,0 4-3 0,0-2 14 16,2 1 8-16,-2 1-1 0,0-2-1 0,0 0-4 16,0-1-3-16,0 1 5 0,3 1-3 15,-3 0-3-15,1-1 12 0,1 2-2 0,0-5-2 16,0 3-2-16,0 2-6 0,2-3 1 15,-3-1-1-15,1 4 1 0,2-2-2 0,-2-3 12 16,1 5-18-16,-3-2-24 0,2-3 0 16,3 3 0-16,-1 0 0 0,-3-1 0 15,3-3 0-15,0 2 0 0,-2 0 0 0,1 1 0 16,3-1 0-16,0 0 0 16,-2 0 0-16,2 0 0 0,-3 1 0 0,5-1 0 15,-5 1 0-15,8-1 0 0,-6 1 0 16,3-2 0-16,-1 1 0 0,1 1 0 0,1-1 0 15,3 1 0-15,0-1 0 0,-1 1 0 16,3-4 0-16,-5 0 0 0,4 2 0 0,-1-2 0 16,-1-1 0-16,2-1 0 15,-1 0 0-15,1 1 0 0,-1 0 0 0,1-2 0 16,0-2 0-16,-1 1 0 0,0-1 0 0,-12 0 0 16,25 0 0-16,-13 0 0 15,-12 0 0-15,23-3 0 0,-10 1 0 0,-1 0 0 16,0 0 0-16,-12 2 0 0,22-2 0 15,-10-2 0-15,-5 0 0 0,8 0 0 0,-5-1 0 16,1 2 0-16,5-4 0 0,-7 2 0 16,2-2 0-16,3 0 0 0,-5 0 0 0,2 2 0 15,3-3 0-15,-1-1 0 0,5-1 0 16,-5 2 0-16,1-3 0 0,-3 3 0 16,4-4 0-16,-2 3 0 0,5-1 0 0,-5 0 0 15,-2 3 0-15,3-3 0 0,-1 1 0 16,-1-2 0-16,-1 2 0 0,-2-3 0 0,1 4 0 15,-1-1 0-15,2 0 0 16,0-2 0-16,-2 1 0 0,-2-1 0 0,3 1 0 0,0-2 0 16,-3 3 0-16,0-3 0 15,4-1 0-15,-4 1 0 0,-2 0 0 0,3 0 0 16,0 0 0-16,0 0 0 0,-1 2 0 16,0-2 0-16,4 0 0 0,-6-2 0 15,2 2 0-15,-3-4 0 0,6-1 0 0,-2-4 0 16,-3-1 0-16,4-9 0 0,0 0 0 15,-4-6 0-15,3-1 0 0,-5 1 0 0,5-3 0 16,-4 1 0-16,-4 0 0 0,2 6 0 16,-4-2 0-16,0 6 0 0,-2 3 0 0,0 1 0 15,1 1 0-15,-5 2 0 16,5 1 0-16,-8 1 0 0,4-1 0 0,-10-4 0 16,3 8 0-16,3 5 0 0,-1-2 0 0,-2 5 0 15,-2 3 0-15,-3 4 0 0,-2-1-80 16,2 6-985-16,-3-1 93 0,-2 4 95 15,-10 5-890-15,2 5-1199 0</inkml:trace>
  <inkml:trace contextRef="#ctx0" brushRef="#br0" timeOffset="-161613.94">16665 17286 4307 0,'-11'-4'-330'0,"2"-1"58"0,9 5 40 0,-16-5 44 0,10 1 47 0,6 4 38 15,0 0 39-15,-10-5 32 0,10 5 28 16,0 0 21-16,-6-7 12 0,6 7 0 0,0 0-1 16,16-7 2-16,3 4 7 15,7-2-1-15,23 1 0 0,15 1 2 0,14-1-9 16,10 1-2-16,28 3-1 0,11 2 0 0,7-2-4 16,3 5 1-16,8 0-1 0,0 0-2 15,-8 0-5-15,1 1-2 0,-9 0-1 16,-11-2-1-16,-7 1-3 0,-32-2-3 15,-4 1 2-15,-8-3-4 0,-17 1-1 0,-11 0 1 16,-6-2 1-16,-10 2 16 0,-5 0 18 16,-2-2 18-16,-3 0 8 0,-13 0 3 15,19 0-10-15,-19 0 1 0,13-4-10 0,-13 4 3 16,11-4-8-16,-11 4-6 16,0 0-6-16,9-3-7 0,-9 3-36 0,0 0-59 0,11-3-68 15,-11 3-90-15,0 0-131 16,0 0-231-16,0 0 34 0,0 0 65 15,0 0-67-15,8 10-60 0</inkml:trace>
  <inkml:trace contextRef="#ctx0" brushRef="#br0" timeOffset="-160128.91">24503 17385 1683 0,'-33'-2'47'0,"5"-2"0"0,1 2 20 0,-2-1 23 0,7 0 26 16,3 1 28-16,-1-2 26 0,7 4 10 0,-1-3-9 15,3 2-4-15,11 1 8 16,-12-3-5-16,12 3-12 0,0 0-13 0,0 0-18 16,59-13-14-16,13 6-5 0,42 2-20 15,17 0-4-15,26 1-9 0,20 4-27 0,61 2-5 16,8 5-6-16,-2 0-4 0,4 3 2 15,-5 1-4-15,-2-3-6 0,-16 4 5 16,-56-4-15-16,-9-3-2 0,-10 3 5 0,-16-4-3 16,-15 2-5-16,-38-4 5 0,-14 0-7 15,-18-2 0-15,-8 0-5 0,-10 0-4 0,-7 0 7 16,-9 0-6-16,-4-2 0 0,0-1-7 16,-11 3-27-16,3-5-39 15,-3 5-55-15,0 0-64 0,0 0-75 0,-30-6-124 16,10 4-227-16,-3 2 44 0,-5 0-186 15,-1 0-249-15</inkml:trace>
  <inkml:trace contextRef="#ctx0" brushRef="#br0" timeOffset="-159914.34">25665 17621 2350 0,'-24'-2'135'0,"4"-1"1"16,15-2-14-16,5 5-11 15,0 0-7-15,41-16 18 0,17 3 14 0,10 3 13 16,14 1-13-16,29-1-9 0,9 3-18 16,0 3-21-16,2 1-58 0,0 1-55 0,-8 2-47 15,-24 2-58-15,-5 0-61 0,-8-1-61 16,-12-1-111-16,-18 0-155 0,-17 0 0 16,-8 0-90-16,-8 2-106 0</inkml:trace>
  <inkml:trace contextRef="#ctx0" brushRef="#br0" timeOffset="-153779.44">30464 17141 1588 0,'-37'0'-45'0,"-6"0"31"0,-7 2 31 0,-18-2 37 0,-3 0 40 15,-5-3 33-15,-8 0 32 0,-24-3 18 16,-5-2 10-16,-5 3 9 0,-6-5 7 16,-2 2 15-16,6 2 11 0,29 2 2 15,7 1-11-15,8 3-16 0,7 3-16 0,9 1-19 16,11 4-13-16,6 1-16 0,4-2-15 15,5 0-10-15,5-1-13 0,6 0-9 0,3 0-9 16,2 0-10-16,4-1-6 0,-2-1-6 16,7 0-6-16,-3 0-5 0,2-1-7 15,10-3-1-15,-12 5-11 0,3-3-21 16,9-2-53-16,0 0-80 0,-15 3-109 16,15-3-121-16,0 0-171 0,0 0-179 0,0 0 65 0,0 0-332 15,0 0-447-15</inkml:trace>
  <inkml:trace contextRef="#ctx0" brushRef="#br0" timeOffset="-142399.78">11045 15852 1023 0,'7'-9'194'0,"1"2"-45"15,-5 2 5-15,2-2-20 0,-1 2 3 0,-4-2-7 0,0 7-4 0,-2-13-8 16,2 13-3-16,-7-15-2 16,0 7-11-16,2 2-11 0,-5-3-1 0,-2 2-11 0,-1 0-1 15,-1 1-4-15,-4 0-7 16,-3 1-10-16,-2 0-5 0,-3 4 0 0,-1-1-10 16,-3 2-9-16,-11 0 0 0,-1 2-1 15,-4 1-7-15,1 2 0 0,-16 4-1 16,4-1-10-16,-3 4 2 0,3 2-3 0,-6-1 2 15,6 3-5-15,0 1 1 0,2 2 5 16,0 2 14-16,7-3-3 0,4 6-4 0,2 2 0 16,6 1-3-16,4 4 1 0,-1 2-3 15,6 3-1-15,2 0 2 0,3 2-4 0,3 5 23 16,5-8 1-16,-1 13 3 0,10-4-6 16,-5 5 5-16,-2 3-2 0,5-3 3 15,2-5 2-15,-2-1 14 0,3 1-1 0,-1-1 6 16,3 6 10-16,2 8 3 15,0-8-5-15,0 9 8 0,6-4 10 0,-1 1-8 16,2 0 13-16,-4-1-1 0,6-1-3 16,-1-1 4-16,4 0 5 0,3-5-13 0,0 0 3 15,2-5-3-15,6 1-11 0,4-3 10 16,5-2-6-16,4-4-5 0,7-1-7 0,4-4-4 16,6-2-8-16,8 0 1 0,6-4 15 15,3 0 8-15,3-7-9 0,1 1 2 16,-3-3-12-16,-2-2-4 0,-7-5-6 0,-18-2-3 15,-4-1-2-15,-9-1-1 16,-6-1-4-16,-5-2-4 0,-2 0-8 0,-3 0 0 0,-2 0 4 16,-2-2-15-16,-11 2-28 15,16-2-46-15,-16 2-66 0,9-4-87 0,-9 4-93 16,8-2-104-16,-8 2-139 0,2-7-219 16,-1-1 43-16,-1 0 84 0,2-4-350 15,2-7-463-15</inkml:trace>
  <inkml:trace contextRef="#ctx0" brushRef="#br0" timeOffset="-136902.39">10921 15912 2423 0,'-16'-4'-161'0,"4"1"40"0,-4 1 21 0,3-1 38 0,2-1 27 0,-1 2 11 0,1-4 20 15,1 2 13-15,-1 3 20 0,3-3 7 16,8 4 0-16,-14-3-4 0,14 3-2 16,-9-4-3-16,9 4-5 0,-4-5 1 0,4 5-4 15,0 0 10-15,0 0 7 0,29-5 2 16,-11 4 0-16,9-1 3 0,16 0-3 16,2 2-3-16,10 0-4 0,16 0-1 0,5 2-1 15,10 1-7-15,6 1 1 0,22 0-3 16,8 2-3-16,8-5-1 0,-3 1 2 0,8 2 1 15,6-1-4-15,1-1-5 0,-4 0 2 16,-2-1-3-16,-3 2 0 0,-4-1 0 0,2-2 0 16,-11 4-3-16,-2-2-1 15,-4 1 3-15,-21-3-3 0,-2 1 2 16,-3-1-3-16,-2 2 0 0,-4-2 2 0,-6-3-4 16,-3 1 2-16,-3 1-1 0,-1-3 2 15,-7 2-4-15,-8 1 1 0,-2 0-1 0,-2-3 2 16,-1 2 1-16,1 0-1 0,-2-1-2 15,13 1-2-15,0-2 3 0,2 3 1 0,5-1 1 16,-2-2 0-16,1 3-1 0,1-2-3 16,3-1 2-16,-1 1-1 0,2 1 0 15,1-2 2-15,1 1 0 0,-5 0 2 0,4-1-1 16,-1 1-5-16,-4 1 4 0,1 0-6 16,2 2 6-16,-5-3 0 0,1 1-2 15,-4 1 0-15,0 1 0 0,2 0 1 16,-2-4-2-16,-11 4 0 0,12-3-1 0,3 1 2 15,-3 0 0-15,1 1 2 0,1-4-1 16,4 3-1-16,-4 0-1 0,5-2-2 16,-1 1 1-16,1 0 1 0,-1-2 0 0,2-1 0 15,-3 1 0-15,2 0 2 0,-3 0-3 16,-2 2 4-16,6 1-1 0,-4-1-2 0,2-1 2 16,1 1-1-16,1 1 1 0,0 0 0 15,1 1 0-15,5 1-4 0,2-2 1 0,5 2 2 16,-3 0 2-16,3 2-4 15,2-2 1-15,1 0 0 0,2-2-4 0,1 2 5 16,3 2-1-16,-5-2-3 0,3 1-3 16,-3-1 4-16,-1 0 1 0,0 0 0 15,-6 0 4-15,-1 0 0 0,-6 0-2 0,-1 0-1 16,-4 0-2-16,0 0 1 0,0 0-1 16,-4-1 3-16,1-3 2 0,0 2-3 0,0 0 2 15,-4 1-1-15,1-2 2 0,-1 0-2 16,0 2 2-16,-9-1-3 0,7 1 32 15,-13-1 3-15,-7 0 10 0,-9 1 16 0,-7-1 15 16,-3 0 20-16,-8 2 7 0,-1-1 19 16,-1 1-6-16,-12 0-9 0,17-4-9 0,-17 4-2 15,10-2-10-15,-10 2-12 16,8-2-10-16,-8 2-9 0,0 0 2 0,0 0-9 16,12 0-11-16,-12 0 12 0,0 0-17 15,0 0 1-15,0 0-15 0,0 0 6 0,0 0 30 16,13 6 38-16,-13-6 26 0,0 0 10 15,0 0-5-15,11 2-4 0,-11-2 3 16,0 0 1-16,14 3 3 0,-14-3-10 0,0 0-7 16,14 0-15-16,-14 0-8 0,0 0-11 15,11 3-8-15,-11-3-2 0,0 0-11 0,12 2-6 16,-12-2-9-16,0 0-1 16,0 0-4-16,10 3-6 0,-10-3 1 0,0 0-7 15,0 0 3-15,0 0-4 0,-13 16-3 16,13-16 0-16,-11 7-4 0,11-7 1 15,-7 5 0-15,7-5 17 0,0 0-5 0,-5 5 1 16,5-5-1-16,0 0 1 0,-6 5 0 16,6-5-4-16,0 0-2 0,0 0-2 0,0 0-3 15,0 0 4-15,32 3-10 0,-19-1 1 16,7-2 1-16,3 0-3 0,7 2-1 0,16-2-2 16,2 2 2-16,2-1-1 0,18-1 3 15,-2 0 5-15,-3 0-9 0,-7 0-5 16,6 0-2-16,-8 0 1 0,-3 1 5 15,2-1-5-15,-3 0 2 0,-1 0-3 16,-1 3 1-16,-2 0 6 0,-12-3-5 0,-6 2 0 16,-3-2-9-16,-2 2 5 0,-1-2 3 15,-4 1-2-15,9-1-2 0,3 0 0 0,18 0-2 16,13-1 2-16,11 1 2 0,5 0-2 16,4-2-2-16,5 2 5 0,0-2-4 0,4 2 2 15,-4 0 3-15,-7 0-3 0,-6 0 1 16,-4 2 2-16,-19-2-1 0,-5 0 0 15,-3 0 0-15,-2 0 0 0,-8-2-1 0,10 2-1 16,0-2 2-16,4 1 0 0,4-3-2 16,12 3 2-16,9-1-2 0,-2 0 12 0,5 0-16 15,0 1 1-15,2 1 4 16,0 1-1-16,1-2 1 0,-9 1-2 0,1 0 2 16,-4 0 4-16,-12 0 0 0,-1 1-5 15,-1-1 2-15,12 4-5 0,0-1 2 0,3 2 6 16,5-1-2-16,0-1-4 0,1 1 1 15,5 2-3-15,6 1 3 0,3-1-2 16,1-1-2-16,1 0 5 0,0 0-3 0,-2-2 11 16,-7 1-11-16,2-1 0 0,-6 1 0 15,-2-1 2-15,-4 0-3 0,-3 1 3 0,2 1-1 16,-4 0-1-16,7 0-1 0,1 2-2 16,4 0 3-16,5 3 4 0,-2-1-8 15,3-1-1-15,2 4-1 0,0-3-14 16,19 3-4-16,-22-2-7 0,3 0-8 0,-1-1-3 15,-3-1 0-15,-1 2 2 0,2 0 6 16,-4-3-3-16,-2 3-1 0,-5-1 7 16,-1 0 1-16,-2 0 5 0,2 0 1 0,-1 1 0 15,5 4 6-15,1-2 3 0,3 2-2 16,2-2-2-16,18 3-16 0,-17-3-9 0,25 0 1 16,-4 0-5-16,-19-4-5 0,2-1-8 15,-6 0-1-15,-6-3 0 0,0-1 8 0,-11-1 2 16,-13 0 9-16,1 0 4 0,-6-2 1 15,-1 2 8-15,2 0 4 0,2-2 0 0,-1 3 4 16,3-1 5-16,1 0-1 16,12 2 1-16,2 0 0 0,2-2-18 0,0 0-2 15,-2 2-6-15,-10-2-6 0,-1-2-2 16,-2 0 2-16,-2-2 9 0,-1 0 4 16,-4 0-2-16,-4 0 15 0,-1-3-3 0,1 2 4 15,-3-3 3-15,3 3-4 0,5-1 3 16,2 0 8-16,-3-1-5 0,9 1 12 0,5 1-23 15,4-1-10-15,0-1-3 0,-10 2 15 16,-1 1-5-16,0-3 9 0,-3 1-6 0,-3-2 13 16,-2-1-6-16,-6-2-1 0,-2 2 7 15,-2-5 0-15,-3 0 5 0,-4-1 1 16,0-3 4-16,0-1-1 0,0 2 3 16,-3 0 1-16,3-3 0 0,-6 4-5 15,8-1-3-15,-7 3 11 0,2 1-7 0,6-1 9 16,-4 2-8-16,-4 3 0 0,1-3 12 15,-2 3-6-15,2 0 8 0,-2-1-2 0,1-1-7 16,-6 3 6-16,2-1-7 0,-1-2 19 16,-1 2 14-16,-1-1-7 0,0-1-1 0,0 0-4 15,0 4 2-15,-1-3 4 0,1 1-5 16,1-1 7-16,1 2-11 0,-1 1 7 16,-3 0-8-16,0 2-6 0,1-1-7 15,-1 1 8-15,-4 0-4 0,4 2 4 16,-11 1-9-16,16-3 5 0,-7 3-4 0,-9 0 2 15,16 3 5-15,-8-2-1 0,2 2-3 16,-3 0-4-16,1-1-4 0,-8-2 6 0,12 7 2 16,-3-5-3-16,-6 1 4 0,5 0-3 15,-3 1 4-15,2 3 0 0,-2-1 20 0,1 6 1 16,0-5 1-16,1 7-2 0,3 3-3 16,3 7 3-16,3 3 5 0,-2 0-8 0,6 0-6 15,-2 0-6-15,0-1 6 0,1 1-1 16,-4-1-7-16,3-4 14 0,-7-3 2 15,-2-4 10-15,1-3 14 0,-2 1 0 16,-3-5 5-16,1 0-1 0,-1 1 3 16,2-2-4-16,-4 1 11 0,3-3 4 0,-2 3-3 15,1 0-4-15,2 2-2 0,4 1 0 16,2 3-9-16,2-1-3 0,7 5-5 0,2 1-1 16,-1-1-5-16,-2 3-5 0,1-4-3 15,-4 0-2-15,-5-3-7 0,-1-1 0 0,-1 3-1 16,1 0-2-16,-5-1 1 0,0 3-5 15,1 0 0-15,-4-2 2 0,2 6-3 16,-2-1-1-16,-1 1 0 0,3 0 0 0,-2 0-1 16,-1 4-2-16,6 5 3 0,-2 1-2 15,-3-5-1-15,-1-6 0 0,1 1 0 16,-2-5-2-16,0 3 1 0,-2-3 0 16,0 2 0-16,0-5-3 0,0 1 5 0,-4-1 27 15,2 1 3-15,-1-1-1 0,1-1-2 16,-2-1 1-16,0 2 4 0,-1-2 1 0,0 0-3 15,0 0-1-15,-1 0-4 0,2-2 2 16,-1 5 4-16,-1-3 20 0,0-1 5 16,-2 1-4-16,5 2-2 0,-5-1 7 0,-2 3 8 15,1-1 14-15,0 1 11 0,-1 1-7 16,-2 0 8-16,1 2-2 0,-2 5-14 16,-2 2-4-16,3-6-8 0,3-2-2 0,1 2-9 15,1-2-6-15,-2 2-1 0,2-3-9 16,0-1 2-16,1-2-9 0,1 1-5 15,0-3-1-15,-1-3-5 0,3 1 1 16,-1-2 0-16,2-1-8 0,-2 0 4 0,1-2-2 16,-2 0-2-16,5-5-4 0,-5 7-3 15,3-4-3-15,2-3-2 0,-6 7-2 0,6-7 2 16,-9 7 2-16,2-5-2 0,2 2 1 16,-4 2-4-16,1-1 6 0,-2 0-6 0,3 0 1 15,-1 1-3-15,1-2 4 0,-1 2-1 16,-2-1 0-16,5-2-3 0,5-3 1 15,-14 7 0-15,8-2 1 0,6-5 2 16,-12 7-3-16,6-4-1 0,6-3 2 0,-14 7-1 16,7-3 1-16,-2-1 4 0,-2 3-4 15,2-2 0-15,0 1 2 0,-1 1-2 16,-1-1-1-16,0-2 0 0,-1 3 0 0,0-2 3 16,0 0-3-16,-2 2-1 0,-1-2 2 15,-5 1 0-15,5-3-1 0,-6 0 0 0,-2 0 2 16,-3-1 0-16,-3 2 6 0,-13-3-12 15,10 0 7-15,-9 0 0 0,7 0-8 16,4 0 6-16,-1 0 0 0,1 0 7 0,-1-3-7 16,-7 2 2-16,1-3-2 15,-4 2-1-15,1-3 4 0,-1 1 4 0,0 0 5 16,-1-2 2-16,1 0-1 0,-4 0-7 16,0 0 7-16,3-1-5 0,-4 0 1 0,2 0 0 15,-3 0-3-15,1 2 3 0,-12-2-4 16,1 2 0-16,-1 0 0 0,10 0 4 0,-2 1-3 15,1 1-1-15,-10-2 1 0,0 0-2 16,-2 0 0-16,-2 0-4 0,-2-2 0 16,0-2 5-16,0 1-3 0,-1 1-1 0,-1-2 4 15,1 0-6-15,1 3 2 0,-3 1 1 16,0-2 0-16,-2 0-3 0,2-1 0 0,-2 4 8 16,2-2-5-16,-1-1 2 0,0 1-1 15,1-2-2-15,-4 2 0 0,-1-3-3 0,-1 1-2 16,2-1 7-16,-3 0-3 15,-3-2 2-15,2 1 0 0,-5-3 2 0,6 3-1 16,-4 0-4-16,1 3 0 0,4 0 0 16,3 0 0-16,-1 7 0 0,3-6 0 15,4 4 0-15,4-2 0 0,12 3 0 0,3 1 0 16,3 0 0-16,-2 1 0 0,4-2 0 16,7 1 0-16,1 1 0 0,3-1 0 0,-1 2 0 15,3 0 0-15,-3-2 0 0,3 2 0 16,-5 0 0-16,-6-1 0 0,9 2 0 15,1-3 0-15,4 2 0 0,0 0 0 16,-2 1 0-16,0-1 0 0,-2 0 0 0,4-1 0 16,-1 1 0-16,2 1 0 0,-3-1 0 15,-12 2 0-15,7-2 0 0,-8-1 0 16,2 2 0-16,-4-1 0 0,-2-2 0 0,3 2 0 16,-6-1 0-16,4-1 0 0,-3 0 0 15,2-1 0-15,-4 1 0 0,3 0 0 0,-1-2 0 16,1 4 0-16,-2-1 0 0,2 3 0 15,1-2 0-15,0 1 0 0,2 0 0 16,-2 1 0-16,8 0 0 0,-4 0 0 0,2 0 0 16,2 2 0-16,5-3 0 15,5 1 0-15,-3-2 0 0,-2 0 0 0,-6 0 0 16,-3 0 0-16,-3 2 0 0,5-4 0 16,-1 0 0-16,4 0 0 0,-5 0 0 0,-2 0 0 15,8 0 0-15,4 0 0 0,-17 0 0 16,6 2 0-16,-2 2 0 0,4-2 0 15,-1 2 0-15,-1-2 0 0,3 1 0 0,4-1 0 16,-2 2 0-16,-2 0 0 0,10-2 0 16,1 0 0-16,-2 1 0 0,8-2 0 0,-8 3 0 15,3-2 0-15,1 0 0 0,-4-2 0 16,3 0 0-16,-2 0 0 0,-1 3 0 0,0-3 0 16,2 0 0-16,-3 0 0 15,-1 1 0-15,-10-1 0 0,4 0 0 0,-7 0 0 16,3 0 0-16,-2 1 0 0,0-1 0 0,0 0 0 15,9 0 0-15,-5-1 0 16,4 0 0-16,7 1 0 0,-13-3 0 0,1 1 0 16,1-2 0-16,-1 1 0 0,-3-2 0 15,6 1 0-15,-6-2 0 0,-2 1 0 0,1-1 0 16,2-2 0-16,-3 4 0 0,-2-4 0 16,-8 1 0-16,-2-1 0 0,11 3-5 15,0-2 2-15,3 5-2 0,-3-6 2 0,-1 3 3 16,0 1-1-16,6 0-2 15,-4 0 0-15,0-1 3 0,4 1-5 0,-4 1 1 16,-2-1 4-16,6 3-4 0,2-3 6 0,1 4-6 16,-5-3-1-16,5 0 3 0,4 3 0 15,-4-4 2-15,-2 2 0 0,7 1-3 16,5-1 2-16,-3 2-1 0,-7-3 3 0,4 1-5 16,-4 0-2-16,4 0 6 0,-5 1-11 15,5-1-4-15,-6 0-6 0,-1 0-1 16,-2 1-5-16,0-1 0 0,-1 1-1 0,-2-1 6 15,0 0-5-15,1 0 3 16,-1 2 5-16,-1-1 0 0,0-3-2 0,0 2 11 16,1 1-8-16,3 1 1 0,0-2 3 0,2 0-1 15,6 2 2-15,-5 0 0 0,4 0-10 0,5 0-1 16,-10 0 1-16,-1 2 1 16,1 0 1-16,4-1-1 0,-3 1-3 0,5 0 8 15,-5 0-3-15,0 1 7 0,2-1-5 16,6 1-1-16,4-1-1 0,-1-1 5 15,0 3 5-15,2-2 1 0,1 1-2 0,1-1 1 16,0 1-6-16,1 1 9 0,-1-3 1 16,0 5-4-16,0-3-1 0,0 0 15 0,-2 2-11 15,0 1-6-15,-5-1 3 0,-4 2 9 16,2-1-4-16,0 1 5 0,-2-2 0 16,1 2-4-16,-2 0-5 0,12-2 0 15,-2 1 5-15,2-1 0 0,0-1 11 16,2 0-9-16,-4 0 0 0,5 0 0 0,-3 0 9 15,2 0-5-15,-2-2-8 0,3 2 10 16,-3-1-9-16,0-1 2 0,0 0-1 0,-2 4-3 16,0-4 7-16,-9 4-5 0,8 0 10 15,1-4-2-15,2 3-3 0,-11 1 4 0,0 0 4 16,3-2-12-16,-1 4-1 0,0-3 4 16,5 0-2-16,-5 2 0 0,0-3-1 15,5 2 5-15,3-1 1 0,-1-2-1 16,-9 3-6-16,2-1 4 0,-3 1 4 15,1 1 0-15,5-2-2 0,4-1 2 0,-9 3-7 16,0-1 0-16,0 1 4 0,-1 0-2 16,1-2 1-16,0 2 3 0,-2-2 4 0,1 2-1 15,-2-2-7-15,-3 0-3 0,2 3 4 16,0-4 1-16,-2 1 1 0,3 1-6 0,-2-1 3 16,-1 2-2-16,3-1 6 0,-6-4-6 15,2 4-6-15,0-3 6 0,-2 3-1 16,1-4 6-16,-2 4-6 0,0-2 3 0,-3-4 5 15,3 4-7-15,1 0 9 0,0 0-6 16,-2-2-1-16,7 1 1 0,-4-3-1 0,3 0 1 16,-2 2-9-16,2 0-6 0,-4 0-2 15,6-2-1-15,-1 2-7 0,4-2-6 16,-7 1 1-16,4 2-2 0,-4-1 2 16,1 0-4-16,3 0 2 0,-6-2-4 15,8 2-3-15,-5 0-1 0,-1-2-3 0,4 2-1 16,6-2 1-16,-8 0-3 0,-2 0 2 15,7 0-4-15,8 0 7 0,-14 0 3 0,5 0 5 16,-3-2-1-16,1 2 1 0,-4-2-2 16,3 2 1-16,-3-2 2 0,2 2 3 0,-2-2 0 15,3-2-5-15,0 4-4 0,-2-6-6 16,4 2-5-16,-3-1-3 0,2 1-2 16,-1-4-3-16,-1 3 2 0,5 0 3 0,-1-2 5 15,0 3 5-15,-1-2-2 16,0 2 4-16,-2 1 3 0,0 2 3 0,-4-1 7 15,1 0 4-15,-4 4 0 0,0 0 1 16,1-2 2-16,5-2 6 0,-6 2 0 0,6 0 1 16,-2 2 2-16,5-6 2 0,4 2 1 15,6 2 2-15,-3-2-2 0,4 1 2 16,-1-1-2-16,-3 0 4 0,4 2 0 0,2-3-1 16,-4 1 2-16,0 2 1 0,2-2-2 15,1 2 0-15,-3-1 3 0,2 1 0 0,0-2-1 16,1 2-1-16,-3-2 5 15,2-1-2-15,1 3 1 0,1-1-2 0,-3-1 0 16,1 0 4-16,0 0-2 0,6 2 3 16,-1-2 2-16,-5 1-2 0,-2 1 0 15,2 0 3-15,3 0-6 0,-3 0 3 0,-2 0 0 16,5 1-1-16,-3-1 0 0,4 0-3 16,-4 2 2-16,-1-2-1 0,1 0 5 0,-2 0-2 15,3 0-3-15,-3 0 0 0,0 0 0 16,2-2-3-16,-4 2 5 0,2 0-2 0,-3-1 2 15,-7 1-5-15,5-2 2 0,4 2 6 16,-1 0-5-16,2-2-2 0,-12-1 3 16,10-1-1-16,1 4 0 0,-13-3-2 0,6 1-2 15,-5-1 4-15,1 3 1 16,2-2-2-16,-3 1 0 0,1-1 0 0,0 2 0 16,-3 0 1-16,2 2 0 0,-1-1-1 15,0 1 0-15,0 1 1 0,-1-3-1 0,3 2 0 16,-2-2 2-16,1 3-4 0,-4-1-1 15,2 0 4-15,1 1 0 0,-1 2 0 16,2-1-1-16,-4 1 0 0,2 0 1 0,2 2-2 16,-2-2 4-16,1 2-1 0,-2 1 1 15,6-4 0-15,-1 3 1 0,-3-1 1 0,2-2 5 16,-3 1 1-16,4-2 1 0,-2 1-1 16,2 2 1-16,2-3-3 0,-4 1 0 15,2 0-1-15,3 1-5 0,0 0 4 16,-1 1-4-16,0 0 0 0,-1-1 1 15,3 3 0-15,-2-4-7 0,2 2-2 0,0 0-1 16,4 2 6-16,-5-3-3 0,-1 2-2 16,4 0 1-16,-4-2 3 0,-1 2 2 0,1 0 10 15,-2-1 5-15,3 1-2 0,-6 0 2 16,1 4 1-16,-2-3-5 0,-9 4 4 16,2 2-3-16,7-6-3 0,-6 6 0 0,0-1 2 15,9-2-2-15,1-2 2 0,1 1 9 16,2-2 4-16,0 1-1 0,1 1 7 0,-1-2 0 15,5 1-6-15,6-1 0 16,3-4-1-16,2 2-4 0,4-2-3 0,2 0-3 16,-3-1-5-16,3 1-25 0,4-3-35 15,-1 2-56-15,1 1-73 0,-1 0-68 16,1 1-67-16,4 0-86 0,1 1-156 0,1-3-112 16,5-3 67-16,0 0-284 0,0 0-370 15</inkml:trace>
  <inkml:trace contextRef="#ctx0" brushRef="#br0" timeOffset="168855.96">8307 8173 1183 0,'-2'8'368'0,"2"-8"-57"0,0 0-31 0,-2 8-35 0,2-8-3 0,0 0-11 0,0 0-15 15,0 5-21-15,0-5-5 0,0 0-6 0,0 0-15 16,0 0-7-16,0 0-5 0,0 0-4 16,0 0-2-16,0 0-2 0,13-13-4 15,-13 13 5-15,0 0 2 0,2-11-3 16,-2 11-1-16,0 0-1 0,0-9-3 0,0 9-9 16,0 0 2-16,0 0-20 0,0 0-8 15,0 0-9-15,0 0-7 0,-11-5-3 0,11 5-3 16,0 0-10-16,0 0-12 0,0 0 6 15,-16 17-1-15,14-9-1 0,2-8 2 16,-2 8 5-16,2-8 8 0,0 10 9 0,0-10 13 16,2 9 7-16,-2-9 6 0,6 8 9 15,-6-8-1-15,8 4-2 0,-8-4-7 16,0 0-6-16,13 0-34 0,-13 0-78 16,0 0 0-16,18-6 0 0,-18 6 0 0,11-10 0 15,-10 5 0-15,3 0 0 0,-4 5 0 16,8-13 0-16,-8 7 0 0,0 6 0 0,1-10 0 15,-1 10 0-15,-1-9 0 0,1 9 0 16,-4-6 0-16,4 6 0 0,0 0 0 0,-9-6 0 16,9 6 0-16,0 0 0 0,0 0 0 15,-18-1 0-15,18 1 0 0,0 0 0 0,0 0 0 16,-15 7 0-16,15-7 0 0,-7 3 0 16,7-3-183-16,-5 5-297 0,5-5-103 15,0 0-129-15,-2 9-133 0,2-9 62 16,0 0-783-16,2 10-1009 0</inkml:trace>
  <inkml:trace contextRef="#ctx0" brushRef="#br0" timeOffset="173102.91">9488 9333 3898 0,'2'-6'-141'0,"-2"6"91"0,0 0 82 0,0 0 80 0,0 0 65 0,6-10 59 16,-6 10 52-16,0 0 47 0,5-7 31 15,-5 7 17-15,0 0 5 0,8-3-2 16,-8 3 2-16,0 0-24 0,0 0-12 0,0 0-8 16,7-5-24-16,-7 5-307 0,0 0-13 15,0 0 0-15,0 0 0 0,0 0 0 0,0 0 0 16,10-4 0-16,-10 4 0 0,0 0 0 15,0 0 0-15,0 0 0 0,0 0 0 16,0 0 0-16,0 0 0 0,0 0 0 16,0 0 0-16,0 0 0 0,11-1 0 0,-11 1 0 0,0 0 0 15,0 0 0-15,0 0 0 16,0 0 0-16,0 0 0 0,0 0 0 0,0 0 0 16,0 0-951-16,0 0-5 0,0 0 110 15,-21 13-1003-15,15-8-1276 0</inkml:trace>
  <inkml:trace contextRef="#ctx0" brushRef="#br0" timeOffset="173921.02">9490 10157 4636 0,'0'0'-139'0,"0"0"119"0,0 0 80 0,0 0 69 0,0 0 58 0,0 0 47 16,0 0 47-16,0 0 25 0,0 0 13 15,0 0 6-15,0 0-3 0,0 0-5 0,0 0-5 16,0 0-16-16,-3-11-26 16,3 11-9-16,0 0-166 0,0 0-95 0,0 0 0 15,0 0 0-15,0-7 0 0,0 7 0 0,0 0 0 16,0 0 0-16,0 0 0 0,0 0 0 15,0 0 0-15,0 0 0 0,0 0 0 16,0 0 0-16,0 0-84 0,0 0-563 0,0 0-189 16,0 0-51-16,0 0 92 0,0 0-886 15,0 0-1116-15</inkml:trace>
  <inkml:trace contextRef="#ctx0" brushRef="#br0" timeOffset="187033.64">13525 15632 450 0,'0'0'199'0,"0"0"-5"0,11-1 7 0,-11 1 1 0,0 0 4 0,0 0 7 0,0 0 12 15,0 0 8-15,0 0 26 0,0 0 24 16,0 0 13-16,0 0 5 0,21 5 6 0,-21-5-1 15,0 0-9-15,0 0-31 16,0 0-13-16,0 0-17 0,0 0-17 16,17 0-13-16,-17 0-21 0,0 0-15 0,12-4-17 0,-12 4-16 15,0 0-10-15,0 0-6 16,11-3-15-16,-11 3-15 0,0 0-5 0,0 0-5 16,0 0-4-16,0 0-15 0,7-4-4 15,-7 4-15-15,0 0 0 0,0 0-13 0,0 0 0 16,0 0-9-16,0 0-1 0,-29 11-2 15,29-11 1-15,-11 8-3 0,4-4-3 16,2 2 0-16,5-6-1 0,-9 9-4 0,5-3 3 16,4-6 4-16,-3 8 6 0,3-8 17 15,-4 9 10-15,4-9 11 0,0 0 8 16,6 12 2-16,-6-12 2 0,7 4-5 16,-7-4-2-16,12 4-5 0,-12-4-4 0,15 0-6 15,-15 0-5-15,0 0-2 0,23-6-8 16,-23 6-1-16,15-5-4 0,-9 3-3 15,-6 2 2-15,9-7-4 0,-3 4-4 0,-6 3 0 16,5-8-6-16,-5 8 1 0,0 0-8 16,0-9-3-16,0 9 3 0,0 0-6 0,0 0 0 15,-11-6 4-15,11 6-4 0,0 0-4 16,0 0-1-16,0 0 3 0,0 0-1 0,-25 9 0 16,25-9 0-16,-7 4 1 0,7-4-3 15,-4 10 11-15,4-10-7 0,-2 6 6 16,2-6 0-16,0 0 4 0,4 11 2 15,-4-11 5-15,8 8-4 0,-8-8-13 16,7 7 0-16,-7-7 0 0,7 3 0 0,-7-3 0 16,0 0 0-16,10 6 0 0,-10-6 0 15,0 0 0-15,0 0 0 0,0 0 0 0,0 0 0 16,0 0 0-16,0 0 0 0,15-12 0 16,-15 12 0-16,0 0 0 0,0 0 0 0,0 0 0 15,0 0 0-15,0 0 0 0,0 0 0 16,0 0-6-16,-32-4-286 0,32 4-87 15,-19 10-96-15,11-3-109 0,1 0-163 0,-2 2-88 16,-2 1 89-16,2 0-658 16,4-1-855-16</inkml:trace>
  <inkml:trace contextRef="#ctx0" brushRef="#br0" timeOffset="187933.14">10519 17660 4031 0,'-12'5'125'0,"5"-1"8"0,1 0-3 0,6-4 1 0,0 0-4 16,0 0 0-16,0 0-1 16,0 0-10-16,35-13-8 0,-1 1-11 0,4 0-6 15,8-5-12-15,5-1-8 0,-3 3-6 16,2-1-13-16,-14 2-16 0,-2 4-12 0,-9 3-2 15,-9 0-4-15,0 2-2 0,-5 2-1 16,1-1-7-16,-4 3-3 0,-8 1 2 16,0 0-3-16,0 0 2 0,0 0-3 0,0 0 0 15,0 0 1-15,0 0-1 0,-35 15-1 16,25-10 0-16,1 0 0 0,-2-1 2 16,3 1 9-16,0-2-1 0,8-3 5 15,-11 5 4-15,11-5 5 0,-5 5 2 16,5-5 6-16,0 0-1 0,0 0 0 0,0 0-4 15,0 0-5-15,0 0-3 0,0 0-21 16,0 0-37-16,41-8-48 0,-41 8-79 0,11-3-84 16,-11 3-86-16,16-6-118 0,-9 1-175 15,1 2-67-15,-8 3 69 0,15-9-334 16,-5 4-436-16</inkml:trace>
  <inkml:trace contextRef="#ctx0" brushRef="#br0" timeOffset="191749.86">21257 17716 2879 0,'-5'7'180'0,"5"-7"2"0,0 0-8 0,0 0 5 0,0 0 5 0,0 0 7 16,34-3-1-16,-34 3-13 16,32-4-14-16,-12 4-19 0,1-2-13 0,-3 0-14 15,0 2-11-15,-3-1-13 0,0 1-7 16,-4-3-13-16,-11 3-9 0,20 0-5 0,-20 0 12 16,0 0 19-16,0 0 12 0,0 0 6 15,0 0 10-15,-31 16 5 0,16-12 0 16,-4 1-3-16,2-2 10 0,2 1-6 0,-1-1-10 15,7 1 7-15,2-2-8 0,7-2 21 16,-13 6-13-16,13-6-8 0,0 0-8 0,0 0-15 16,25 7-7-16,-10-5-8 0,6-2-6 15,-1 2-9-15,0-4-12 16,1 0-28-16,-1 2-43 0,-4-3-70 0,0 3-92 16,-3 0-104-16,-13 0-97 0,21-2-97 15,-13 2-113-15,-8 0-168 0,14 0-8 0,-14 0 83 16,0 0-490-16,14 2-645 0</inkml:trace>
  <inkml:trace contextRef="#ctx0" brushRef="#br0" timeOffset="-107852.14">23342 10516 1012 0,'-21'-6'243'0,"3"0"-74"0,-2-1-43 0,7 3-20 0,-1 1-4 0,3 2-2 0,1-3 10 15,3 2 0-15,7 2 5 0,0 0-5 0,0 0-5 16,0 0-2-16,39 6-7 0,29-2-3 15,40 7-6-15,22-3-5 0,26 4-6 16,17-3-11-16,67 7-2 0,8-1-12 16,2 1-2-16,2 1-3 0,3-3-4 0,-5 1-6 15,-13-5-6-15,-59-6 5 0,-10 0-9 16,-17-4-2-16,-20-4-4 0,-22 2 0 0,-34-6 1 16,-14 2-4-16,-16 1 0 0,-9-3-5 15,-11 4-4-15,-10-2-18 0,-5-1-19 0,-5 4-26 16,-5 0-37-16,0 3-55 0,0 0-73 15,0 0-91-15,-32-2-183 0,13 4 31 0,-18 3-118 16,-5 3-80-16</inkml:trace>
  <inkml:trace contextRef="#ctx0" brushRef="#br0" timeOffset="-107188.05">23026 10624 1726 0,'-6'-10'38'0,"-1"1"7"0,1 3-2 0,0 4 5 0,6 2 17 0,-13-3 13 0,13 3 20 0,-21 15 17 0,7-1 6 15,-2 7 9-15,-4 7 3 0,5 1 7 16,0 2 2-16,2 4-11 0,-3 0 2 0,5 2-21 16,1-2-9-16,3 2-7 0,3 2-11 15,-2-5-2-15,5-5-7 0,-1-5-6 0,4 0-1 16,-2-4-7-16,1 3-11 15,3-5-4-15,0-4 1 0,5 3-7 0,5-2-1 16,9 5-3-16,7-7-2 0,6 1-3 16,20 0 0-16,7-3-6 0,12 2-3 0,31 1 0 15,9-2-4-15,16 1-6 0,3 3 0 16,15 6 5-16,11 6-5 0,57 11-5 0,3 3 0 16,-1 4-2-16,2-2 4 0,-4 0-4 15,3-2 2-15,-12-6-2 0,-49-8-1 16,-1-4-2-16,-5-5-2 0,-8 1 2 0,-10-7 1 15,-15-3 0-15,-31-4-1 0,-8-4 1 16,-15 0 4-16,-12-4 24 0,-11 0 27 0,-3-4 18 16,-11 2 17-16,-6-3 13 15,-6-2 4-15,0-1 2 0,-5 1-7 0,-5-3-5 0,-1-1-6 16,-2-5-12-16,-4-3-11 16,-8-14-8-16,-6-13-6 0,-4-3-4 0,-3-5-9 15,-2-4-9-15,-6-17-20 0,3-3-15 16,7 13-27-16,3-2-35 0,1 1-20 0,8-1-4 15,-2 1-16-15,8 5-15 0,-1 8-14 16,0 15-35-16,2 11-45 0,0 5-52 0,-2 7-71 16,-2 5-48-16,1 3-52 0,-5 5-137 15,0 3 29-15,8 1-265 0,-24 8-293 0</inkml:trace>
  <inkml:trace contextRef="#ctx0" brushRef="#br0" timeOffset="-106789.94">23914 10686 2385 0,'6'-14'21'0,"-4"2"-1"0,-2 4 3 0,0 2 3 0,0 6 22 0,-2-6 18 0,2 6 33 16,0 0 15-16,-22 20 6 0,10 6 2 0,-10 3 15 16,-1 14 8-16,-1 6 10 0,-3 5-4 15,-1 2-4-15,-1 2-15 0,-1-1-10 0,-1-2-13 16,4-3-11-16,-1-1-4 0,1-7-5 15,2-3-7-15,3-3-8 0,4-11-6 16,3 0-6-16,3-9-9 0,3 0-5 0,2-9-3 16,0 1-26-16,4-2-28 0,-1-3-81 15,4-5-113-15,0 0-109 0,0 0-118 16,0 0-176-16,25-32 37 0,-2 5-334 16,9-10-385-16</inkml:trace>
  <inkml:trace contextRef="#ctx0" brushRef="#br0" timeOffset="-106555.49">24484 10692 2803 0,'8'-10'162'15,"-1"3"-21"-15,-3 4-7 0,-4 3 47 0,0 0 40 16,0 0 9-16,-11 29 0 0,-1-3-4 16,-3 5-8-16,-5 13-15 0,-5 5-20 15,3 1-13-15,-1 1-19 0,2 1-15 16,-1 0-9-16,1-3-18 0,-1 3-5 0,4-4-14 15,-2-3-7-15,9-9-31 0,-3-4-25 16,3 0-38-16,1-9-41 0,5-3-47 0,-3-3-59 16,5-1-51-16,-1-6-46 0,2-3-80 15,2-2-124-15,0-5-198 0,0 0 47 16,0 0 59-16,45-23-328 0,-12 1-363 0</inkml:trace>
  <inkml:trace contextRef="#ctx0" brushRef="#br0" timeOffset="-106320.45">25143 10785 2703 0,'4'-5'118'0,"-4"5"-16"0,0 0 39 15,0 0 38-15,0 0 28 0,-15 25 16 16,6-4 8-16,-5 12-11 0,-5 7-2 0,-2 7-17 16,-2 3-19-16,-2 1-17 0,0 2-14 15,-1 0-15-15,-1 3-14 0,1-1-13 0,-1-2-7 16,2-1-11-16,2-3-8 0,1-4-7 15,0-6-32-15,7-8-36 0,0 0-40 0,-1-8-51 16,7-4-70-16,2-3-68 0,-1-5-59 16,3-4-92-16,5-3-128 0,0-4-142 0,0 0 49 15,0 0-406-15,25-15-474 0</inkml:trace>
  <inkml:trace contextRef="#ctx0" brushRef="#br0" timeOffset="-105872.9">25768 10740 2783 0,'10'-10'-2'0,"-3"2"41"0,1 1 39 0,-2 2 20 0,-2 1-3 0,-4 4 20 15,0 0 41-15,9 12 39 0,-6 3 11 16,-4 12 8-16,-3 13-4 0,-3 17-3 15,-3 10 3-15,-2 2-5 0,5 2-18 16,-2 1-13-16,-2 6-6 0,6 1 12 0,-1-5-9 16,5-2-10-16,-1-7-18 0,0-4-11 15,-4-5-16-15,5-15-10 0,-6-4-8 0,1-2-19 16,1-12-13-16,-1-2-41 0,5-6-53 16,-3 1-50-16,2-4-58 0,-3-4-115 0,2-1-135 15,-1-2-148-15,4-5-209 0,0 0 56 16,0 0 75-16,0 0-463 0,-9-24-546 15</inkml:trace>
  <inkml:trace contextRef="#ctx0" brushRef="#br0" timeOffset="-104621.99">26349 10615 2812 0,'-9'-8'-124'0,"9"8"25"0,2-8 23 0,-2 8 24 16,13-6 21-16,3 1 24 0,9 2 22 0,14-4 7 15,22 1 3-15,13 4 1 16,14 4 0-16,28 0-3 0,10 4-2 0,3 2-5 15,9 1 2-15,-1 3-4 0,-1-2 1 16,-2-3-6-16,-3 3 3 0,-7-2-3 0,-11 0-2 16,-27-5 1-16,-6 0 0 0,-9-1 23 15,-20-1 26-15,-4-1 23 0,-15 2 25 16,-6-2 4-16,-5 2-16 0,-3-2-7 0,-5 2-9 16,0 0 0-16,-2 8 9 0,-3 0 1 15,-3 5 9-15,-5 4 5 0,0 7 1 0,-1 14 4 16,-3 13 2-16,-2 4-6 0,1 6-9 15,-1-2-10-15,0 3-6 0,0-3-10 16,1 2-5-16,-3-2-4 0,5-3-3 0,-1-3-3 16,-1-10-6-16,2-4 45 0,-3-2-8 15,2-5-10-15,3-6-6 0,-1-7-4 16,2-5-9-16,-2-2-1 0,2-2 6 0,-2-1 12 16,0-1 5-16,0-2 11 0,2 0 5 15,0-1 5-15,0-7 4 0,0 10-2 0,0-6-5 16,0-4-11-16,-2 8-11 0,2-8-2 15,0 7-7-15,0-7-12 0,0 0-5 0,2 6-4 16,-2-6-8-16,0 0-1 0,0 0-7 16,-3 8-11-16,3-8-3 0,0 0 2 15,-12 4-4-15,2-2 3 0,-2 2-4 16,-1-1-1-16,-12-1 4 0,-11 3 2 0,-7-2-4 16,-9 0-2-16,-12 0-3 0,-8 0-1 15,0-2 4-15,-6-1 1 0,-3-4-6 16,-5 1 4-16,2-2 3 0,1 4-2 0,8-2 0 15,4-1-1-15,9 3 1 0,15 1-5 16,6 0 0-16,10 0-4 0,6 0 0 0,6 0 0 16,2 0 1-16,3 0 2 0,3 0 4 15,11 0 1-15,-19 0 1 0,19 0 3 0,-17 0-5 16,17 0-1-16,-14-2 2 16,14 2-2-16,-9 0-30 0,9 0-28 0,0 0-46 0,-14 0-65 15,14 0-85-15,0 0-115 0,0 0-121 16,-14 0-175-16,14 0-58 0,0 0 77 15,-16 0-508-15,16 0-615 0</inkml:trace>
  <inkml:trace contextRef="#ctx0" brushRef="#br0" timeOffset="-103257.33">23839 11439 3065 0,'12'-13'-68'0,"-2"3"34"0,-3 4 36 0,-3 0 14 0,0 1-1 15,-4 5-1-15,0 0 40 0,0 0 42 16,0 0 33-16,-8 27 8 0,-5 1 2 0,-3 1 5 15,2 5 10-15,-8 6-1 0,8-8-2 16,-4 2-1-16,1 1-10 0,5-3-9 16,-1 0-6-16,1-3-8 0,5 3-7 15,1-10-3-15,1-4-8 0,1 0-8 0,1-6-5 0,2 0-8 16,-1 0-4-16,0-2-5 16,0-1-8-16,0 0-1 0,4-3-5 0,-2 1-5 15,2 0-5-15,0 1-3 0,1-2-5 16,6-1-3-16,-2 1-4 0,4 0-6 0,3 0 2 15,5-2-4-15,2 2-3 0,6-2-2 16,12 1-15-16,6-1-7 0,4 0-5 0,16-2-7 16,5 0-4-16,11 1-1 0,8 0 0 15,31 1 2-15,6 1 3 0,4 3-2 0,3 1 4 16,4 0 5-16,2 1 1 16,-3 1-1-16,-2 0-1 0,-1-1 0 0,-10 2 4 15,-7-3 0-15,-11-1-1 0,-21 1 2 0,-2-4 0 16,-8-1 2-16,-3 2 1 0,-5-2 0 0,-12-4 0 15,-3-2 1-15,1 2 1 16,3 0 1-16,7-3-2 0,1 1-1 0,5 2 2 16,-2 0 0-16,1-3-3 0,-1 3-1 15,-1 5 5-15,1-4-5 0,-4 3 3 0,1-1 1 16,6 7 0-16,-5-3-2 0,5 3 0 16,0 2 3-16,-3-1-2 0,1 3 0 15,-1-2-2-15,-3-2 4 0,2 3-2 0,-6-5 0 16,-2 1 2-16,-14-1-2 0,-3-4 4 15,-14-2-2-15,-4 0 19 0,-6 2 12 0,-3-3 6 16,1 2 4-16,-7-3 0 16,-7 0-3-16,14 0-4 0,-14 0-5 0,10 3-4 15,-10-3 0-15,0 0-2 0,0 0-4 16,9 1-5-16,-9-1 2 0,0 0 1 0,0 0-3 16,0 0 7-16,10 2 14 0,-10-2 18 15,0 0 19-15,0 0 20 0,0 0-4 0,6-9 0 16,-6 9 2-16,0-15 1 0,1 4-6 15,-1-7-2-15,6-5-10 0,-2-11-6 0,3-4-5 16,1 1-10-16,2-6-5 0,-1 5-8 16,-1 3-8-16,-4 10-2 0,-1 4-7 15,-1 2-22-15,0 4-38 0,0 3-46 16,-2 2-50-16,-2 2-46 0,-2 2-54 0,-1 3-80 0,5 3-84 16,-18 1-74-16,7 3-74 15,-1 4-177-15,-1-1 45 0,-4 5 72 0,-4 7-412 16,-2 1-492-16</inkml:trace>
  <inkml:trace contextRef="#ctx0" brushRef="#br0" timeOffset="-102440.32">25404 10069 2647 0,'13'-8'-70'0,"1"2"39"0,1 0 37 0,1 5 27 0,-2-1 20 0,6 4 16 15,-4 3 4-15,2 3 6 0,-5 6 15 0,-1 3 13 16,-7 2 8-16,-5 0 17 0,-1 2 11 16,-9 9 9-16,-2-1-4 0,-1-3 5 0,-2 3-1 15,0-5-10-15,3-4-8 0,3-5 1 16,1 1-5-16,5-6-4 0,-1 0 1 0,0-3 26 16,6 3 22-16,4-3 0 0,1-1-7 15,9 2-15-15,6-2-13 0,10 0-15 0,5-5-18 16,5 1-16-16,3-2-3 15,-2 0-9-15,0 0-44 0,-1 0-46 0,-7 0-47 16,-9 2-63-16,1 1-89 0,-5 0-93 16,0 1-62-16,-8 1-68 0,-3 0-76 0,-4 0-152 15,-7 2 48-15,0 2-426 0,-6-1-512 16</inkml:trace>
  <inkml:trace contextRef="#ctx0" brushRef="#br0" timeOffset="-96092.09">7631 6142 463 0,'-11'1'115'0,"0"-1"-19"0,11 0 2 0,-15 2-3 0,15-2 0 0,-12 0 19 16,12 0 3-16,0 0-1 0,0 0 0 15,0 0-1-15,0 0 3 0,0 0 1 16,44-3-9-16,-3-1-10 0,2 3-10 0,18-3-2 16,4 0-14-16,3-2-7 0,1 3-8 15,1-4-3-15,-5 2-7 0,-2-3-6 0,-8 2-3 16,-13 3-3-16,-3-3-5 0,-11 3 0 16,-9 0-5-16,-2 3-3 0,-6-2-2 0,-5 0-5 15,-6 2-2-15,0 0 1 0,0 0-3 16,0 0-2-16,0 0 0 0,-61 7-3 15,23-4-2-15,-2 4-2 0,-4 0 3 0,-1 0 0 16,-11 0-3-16,10 1 0 16,3-1-4-16,5-2 4 0,9 0 1 0,8-1-4 15,4-1 0-15,4-1 2 0,1 1 11 16,5 1 28-16,7-4 18 0,-5 3 0 0,5-3-1 16,0 0-2-16,33 2-13 0,-12-2 2 15,17-3-7-15,6-1-1 0,3 2-4 0,12-5-6 16,-3 1 1-16,-10 2-3 0,-2-4-3 15,-7 4-3-15,-10-1 0 0,-6 0 0 0,-3 2 0 16,-5 1 0-16,-2-4 1 16,-3 2-1-16,-8 4-9 0,0-5 4 0,0 5-6 15,-25-12 6-15,0 8 1 0,-11-4-1 0,-6 6-5 16,-3-4 0-16,-2 4-4 16,0-1 4-16,3 2-5 0,10 1 14 0,7-3 3 15,9 3-6-15,0 0 1 0,3 0 0 16,15 0 9-16,-19 3-3 0,13-3 7 0,6 0-3 15,0 0-8-15,0 0 2 0,0 0-3 16,47-3 0-16,-22 3-3 0,2 0-4 0,2 0 0 16,-2 0 6-16,-11 0-3 0,4-2 1 15,-7 0-3-15,0 0 0 0,-13 2-7 0,11-2-2 16,-11 2-3-16,0 0 0 0,0 0 11 16,0 0-8-16,0 0 2 0,-37-4-3 15,37 4-4-15,-24 3-15 0,13-2-31 0,2 1-51 16,9-2-61-16,-16 4-66 15,9-2-85-15,2 1-148 0,5-3-85 0,-9 3 53 16,9-3-114-16,0 0-104 0</inkml:trace>
  <inkml:trace contextRef="#ctx0" brushRef="#br0" timeOffset="-95173.04">12255 6704 1616 0,'-12'-5'-28'0,"3"0"27"0,3 2 31 0,1-1 29 0,5 4 7 0,-2-10 0 16,2 10 2-16,9-12 3 0,2 7 3 16,7-6-1-16,12-2-9 0,6 2-5 15,4-3-4-15,10 1-7 0,2-1-4 0,-11 5-1 16,-3-1-7-16,-4 2-3 0,-7 0 0 16,-6 4-1-16,-5 0-1 0,-7 0-2 0,-5 1-3 15,-4 3-3-15,0 0-1 0,-29-6-6 16,-7 2 2-16,-10 2-1 0,-3 4 2 0,-2 0-4 15,-12 0 1-15,4 2 2 0,12 0 2 16,4 1 0-16,13-3 1 0,6 4 1 16,6-6-3-16,2 6 11 0,5-2 17 0,7-2 7 15,4-2 2-15,0 0-3 16,15 11-4-16,1-9-3 0,4-1-7 0,9 2-3 16,12-3-4-16,-7 0-1 0,5-3-2 15,-8 2-6-15,-6 1 4 0,-9-2 1 0,0 2 11 16,-7-2-5-16,-5-2-10 0,-4 4 0 15,0 0-4-15,0 0-4 0,-29-5 1 0,13 5 1 16,-5 0-4-16,-1 4-3 0,0 1 3 16,-1 0-13-16,6 2-32 0,-2 1-49 15,3 3-72-15,3-1-119 0,6-1-195 0,2 2-66 16,0-4 56-16,1 3-101 16,2-4-79-16</inkml:trace>
  <inkml:trace contextRef="#ctx0" brushRef="#br0" timeOffset="-61347.5">8497 5767 1101 0,'-9'0'221'0,"9"0"-18"0,-10-4-8 0,10 4 6 16,0 0 11-16,-15-4-3 0,15 4 6 0,-7-4-15 15,7 4 12-15,0 0 12 0,-13-2-3 16,13 2 1-16,0 0-7 0,0 0-11 0,-11-3-12 16,11 3-17-16,0 0-14 0,0 0-15 15,0 0-14-15,0 0-8 0,0 0-3 16,0 0-6-16,0 0-7 0,0 0-2 15,46 3-12-15,-18-3-10 0,18 4-5 0,3-4-5 16,12 2-9-16,5 0-7 0,1 0-8 16,-19 0-5-16,2-2-1 0,0-2-7 15,-8 2-2-15,-8 0-5 0,-7 0-5 0,-6 0-1 16,-6-2 2-16,2 2-3 0,-6 0 1 16,-11 0 7-16,18 0 1 0,-18 0 3 0,0 0-4 15,0 0 0-15,0 0-6 0,0 0-1 16,0 0 0-16,0 0-1 0,-55 6-2 0,26-6 5 15,-11 4-3-15,-2 0 0 0,-4-2 7 16,4 0 6-16,-1-2 17 0,1 3 5 16,-1-3 9-16,9 2 8 0,7-2 3 0,-1-2 6 15,8 2 9-15,-2 0 6 16,3 0-5-16,4 0 0 0,1 0 2 0,14 0 1 16,-20 0-4-16,20 0-2 0,-16-3-10 15,16 3-6-15,0 0-6 0,0 0-6 0,0 0-7 16,0 0-48-16,0 0-8 0,56 0 0 15,-13-2 0-15,11 4 0 0,8-2 0 0,1 3 0 16,-9-1 0-16,-2-2 0 0,-3 1 0 16,-5-1 0-16,-12 1 0 0,-5-1 0 0,-8 2 0 15,-4-2 0-15,-2 0 0 0,-3 0 0 16,-10 0 0-16,11 0 0 0,-11 0 0 16,0 0 0-16,0 0 0 0,0 0 0 15,-53-3 0-15,24 2 0 0,-12-4 0 16,-7 3 0-16,0-2 0 0,-11-2 0 0,-2 0 0 15,0-2 0-15,2 5 0 0,9-1 0 16,3-1 0-16,1 0 0 0,6 1 0 0,14 2 0 16,2 0 0-16,8 0 0 0,2 0 0 15,5 2 0-15,9 0 0 0,0 0 0 0,0 0 0 16,0 0 0-16,0 0 0 0,36 10 0 16,3-8 0-16,11 0 0 0,13 1 0 0,6-2 0 15,0 1 0-15,1 0 0 0,0-2 0 16,-5 0 0-16,-11-2 0 0,-8 0 0 0,-12 2 0 15,-7 0 0-15,-7-1 0 16,1-2 0-16,-5 3 0 0,-3-2 0 0,-4 0 0 16,-2-2 0-16,-7 4 0 0,3-6 0 15,-3 6 0-15,-14-9 0 0,-2 3 0 16,-16-2 0-16,-9-1 0 0,-3 1 0 0,-15-1 0 16,0 2 0-16,-4 0 0 0,2 0 0 15,11 6 0-15,3-3 0 0,5 1 0 0,11 3 0 16,6 0 0-16,5-1 0 0,4 1 0 15,3 1 0-15,1-1 0 0,3 3 0 0,9-3 0 16,0 0 0-16,0 0 0 0,0 0 0 16,34 17 0-16,2-11 0 0,12 0 0 0,17 1 0 15,3 0 0-15,4 0 0 16,-2 1 0-16,0-4 0 0,-2 2 0 0,-20-3 0 0,-5 1 0 16,-11-4 0-16,-8 2 0 15,-2 0 0-15,-9 0 0 0,-1 0 0 0,-5-2 0 16,-7 0 0-16,0 0 0 0,0 0 0 15,0 0 0-15,0 0 0 0,-56 0 0 16,17-2 0-16,-5 2 0 0,-6-2 0 0,-11 0 0 16,10 0 0-16,-3 2 0 0,3-3 0 15,1 2 0-15,7-1 0 0,9 2 0 0,9-1 0 16,4 1 0-16,3 0 0 16,3 0 0-16,15 0 0 0,-14 0 0 0,14 0 0 15,0 0 0-15,0 0 0 0,0 0 0 16,37 7 0-16,5-7 0 0,4 0 0 0,5 2 0 15,16-2 0-15,0 2 0 0,-1 0 0 16,-14-2 0-16,-3 0 0 0,-4-2 0 0,-13 2 0 16,-7 0 0-16,-7-2 0 0,-2 2 0 15,-5 0 0-15,-11 0 0 0,11-2 0 0,-11 2 0 16,0 0 0-16,0 0 0 0,-45-3 0 16,16 2 0-16,-12-1 0 0,-6 1 0 15,-4-1 0-15,-12-2 0 0,14 0 0 0,-3 1 0 16,7 2 0-16,4-1 0 15,11 0 0-15,10 2 0 0,0 0 0 0,4-2 0 16,16 2 0-16,-13 0 0 0,13 0 0 16,0 0 0-16,0 0 0 0,0 0 0 0,49 0 0 15,-24 2 0-15,18-4 0 0,0 0 0 16,0 4 0-16,-2-2 0 0,-5 0 0 0,-11 0 0 16,-2 0 0-16,-4 0 0 0,-5 0-96 15,-5-2-104-15,-9 2-35 0,0 0-49 0,0 0-58 16,0 0-65-16,0 0-69 0,0 0-103 15,0 0-215-15,-42 0 59 0,29-3 78 16,0 2-495-16,-3-1-618 0</inkml:trace>
  <inkml:trace contextRef="#ctx0" brushRef="#br0" timeOffset="-55281.48">18153 8878 3080 0,'0'0'-5'0,"0"0"53"0,0 0 41 0,0 0 55 0,0 0 40 0,0 0 37 0,0 0 28 16,-30-9 14-16,30 9 4 0,0 0 0 0,-11-6-4 15,11 6-8-15,-9-6-14 16,9 6-14-16,-2-8-26 0,2 8-16 0,2-10-17 16,-2 10-17-16,10-15-18 0,0 7-10 15,-1 3-16-15,1-2-11 0,3 2-8 0,1 3-13 16,-1-2-5-16,0 2-11 0,1 2-7 15,-14 0-3-15,28 6-7 0,-13-1-9 0,-1 4 1 16,-1 4 1-16,-6-2-4 0,1 5-7 16,-4 1-2-16,-2 5-5 0,-6 3 3 0,-1 12 1 15,-7-1-4-15,-5 10-4 0,1 1 1 16,-3-4-3-16,2 2 1 0,3-8 2 0,5 1-4 16,2 3 1-16,1 1 19 15,5-1-3-15,-1-1-1 0,4-1-1 0,-1 0-1 0,1-12-5 16,2-3 2-16,1-2-7 15,-1-2 2-15,2-1 11 0,-2-5 7 0,2-2 6 16,-2-1-3-16,1-3 7 0,2 0 10 16,-1-3-32-16,0 1-22 0,0 0 0 0,0-2 0 15,-6-4 0-15,9 7 0 0,-6-4 0 16,-3-3 0-16,5 11 0 0,-1-5 0 0,-4 6 0 16,2 3 0-16,-4 2 0 0,0 7 0 15,-2 12 0-15,0 1 0 0,0 6 0 16,0 0 0-16,4 3 0 0,0 0 0 0,2 1 0 15,5 9 0-15,-2-2 0 0,3-11 0 16,-1-1 0-16,-2-3 0 0,6 0 0 0,-8-5 0 16,3-5 0-16,-4-7 0 0,1-1 0 15,-3-3 0-15,2 1 0 0,-4-2 0 16,2-1 0-16,-1-3 0 0,-1 3 0 0,-6-1 0 16,5 1 0-16,-8-2 0 0,4 1 0 15,-2 1 0-15,-3-1 0 0,-1 1 0 0,-3-3 0 16,3 3 0-16,-3-3 0 0,4 1 0 15,-3-2 0-15,-1 2 0 0,0-2 0 16,3 0 0-16,2-1 0 0,1-3 0 16,3-2 0-16,-1 2 0 0,3-4 0 0,-2 0 0 15,7-4 0-15,-9 5 0 0,9-5 0 16,0 0 0-16,-15-9 0 0,14 1-79 0,-1-4-856 16,2-5-19-16,2-6 109 0,7-14-984 15,2-13-1256-15</inkml:trace>
  <inkml:trace contextRef="#ctx0" brushRef="#br0" timeOffset="-54682.83">18395 8876 4884 0,'-11'-4'-65'0,"11"4"36"0,-6-3 30 0,6 3 44 0,0 0 23 0,0 0 14 15,0 0 11-15,0 0-7 0,26-9-9 16,-12 9-8-16,-14 0-8 0,34 5-2 0,-10-1-7 16,-6 7-4-16,9 7-1 0,-6 7 7 15,-8 2 20-15,-6 8 17 0,-7 7 30 0,-5 12 29 16,-6 4 29-16,-9 6 9 0,-5 16 12 16,0 5 4-16,-2-6-5 0,2 4-4 0,7-16-3 15,5 0-10-15,8-3-2 0,-1 2-11 16,3-1-17-16,8-2-69 0,2-4-83 15,1 0 0-15,-1-1 0 0,3-7 0 0,-4-7 0 16,-1-1 0-16,-5 3 0 0,-1-2 0 16,-3 2 0-16,-10 5 0 0,3-1 0 0,-7-1 0 15,2-3 0-15,-5-3 0 0,-3-1 0 16,2-3 0-16,3-9 0 0,-1-1 0 16,0-2 0-16,4-5 0 0,2 2 0 0,0-5 0 15,6-5 0-15,-1-3 0 0,4-1 0 16,-2-2 0-16,3-1 0 0,1-1 0 15,-3 0 0-15,4-1 0 0,2-5 0 0,-3 7 0 16,3-7 0-16,-6 4 0 0,6-4 0 16,0 0 0-16,0 0-616 0,0 0-370 0,0 0 92 15,0 0 100-15,-19-11-873 0,19 11-1103 16</inkml:trace>
  <inkml:trace contextRef="#ctx0" brushRef="#br0" timeOffset="-53483.63">17271 14945 4244 0,'2'-9'-165'0,"-2"1"65"0,0 1 38 0,0 7 32 0,-2-9 18 0,2 9 4 16,0 0 4-16,0 0 5 0,0 0 43 16,0 0 25-16,-33 21 20 0,10 4 20 0,0 3 21 15,-4 11 21-15,2 1 20 16,-2 3 17-16,4 0 10 0,5 1 10 0,3-1 14 15,4-7 8-15,5 1-8 0,0 0-1 16,4-2-5-16,2-6-11 0,2-4-11 0,2-1-16 16,2-2-19-16,-2 0-17 0,4-3-13 15,-5-3-14-15,5-1-7 0,-7-3-16 16,3-2-7-16,1 1-9 0,-3-3-5 0,0-3-17 16,-2-5-21-16,1 12-28 15,1-6-51-15,-2-6-68 0,0 6-103 0,0-6-122 0,0 0-140 16,0 0-177-16,0 0-198 15,0 0 70-15,0 0 88 0,0 0-594 0,0 0-749 0</inkml:trace>
  <inkml:trace contextRef="#ctx0" brushRef="#br0" timeOffset="-53148.66">16688 15577 3911 0,'-16'-7'190'0,"5"2"46"0,6 1 53 15,3-3 17-15,2 7 7 0,2-13 7 16,7 6 0-16,4 3-1 0,4 0-2 16,6 4-13-16,6 2-16 0,9 4-25 15,3 3-13-15,-2 3-10 0,8 5-17 16,-11-3-121-16,1-1-102 0,-4 3 0 0,-3 0 0 16,-1-3 0-16,-3 1 0 0,-5-6 0 15,-3-1 0-15,-6 0 0 0,-1-1 0 0,3-3 0 16,-4 1 0-16,2-2 0 0,-1-2 0 15,-11 0 0-15,21 0 0 0,-10-4 0 0,3-4 0 16,-3 2 0-16,0-5 0 0,5-1 0 16,0-10 0-16,0-3 0 0,-1-3 0 0,1 1 0 15,-4-1 0-15,2 4 0 0,-4 6 0 16,-7 4 0-16,3 5 0 0,-6 3-822 16,0 6-168-16,-8-6 95 0,8 6-970 0,0 0-1290 15</inkml:trace>
  <inkml:trace contextRef="#ctx0" brushRef="#br0" timeOffset="-47767.85">21286 17505 4673 0,'-13'3'-183'0,"3"1"38"0,2-3 20 0,8-1 18 0,0 0 17 16,0 0 6-16,0 0 14 0,31-12 7 15,-8 6 9-15,15-1 3 0,3 0 8 0,-2 2 0 16,-3-2 6-16,-3 4 3 15,-10 3 1-15,-7-2 3 0,-2 0 1 0,-14 2 13 16,17 2 36-16,-17-2 53 0,0 0 43 16,0 0 35-16,-26 14 26 0,3-8 16 0,-13 5 11 15,-9-3 1-15,9 1-7 0,2-1-11 16,7-1-21-16,10-2-14 0,2-1-15 16,8-1-22-16,0 0-8 0,7-3-8 0,0 0-12 15,25 9-28-15,4-7-45 0,1-2-51 16,13-4-53-16,-2 4-50 0,-6-1-34 15,-9 1-11-15,-3-2 11 0,-2 2 14 0,-6-2 19 16,-3 4 10-16,-12-2 21 0,12 3 26 16,-12-3 21-16,0 0 12 0,0 0 6 0,0 0 9 15,-20 16-2-15,20-16 6 16,-11 7-16-16,11-7-30 0,-5 5-72 16,5-5-136-16,0 0-230 0,0 0-80 0,0 0 69 15,27 0-155-15,-9-2-176 0</inkml:trace>
  <inkml:trace contextRef="#ctx0" brushRef="#br0" timeOffset="-34003.82">11420 9184 1670 0,'0'0'365'0,"0"0"-82"0,0 0-33 0,0 0-17 0,0 0-16 0,-11-2-7 16,11 2-4-16,0 0-6 0,0 0 14 0,0 0 11 15,0 0 15-15,0 0 20 0,0 0 23 16,0 0 15-16,0 0 12 0,0 0 12 16,0 0 0-16,0 0-2 0,0 0-5 15,13 19-8-15,-13-19-5 0,0 0-31 0,0 0-7 16,0 0-8-16,10 2-208 0,-10-2-48 15,0 0 0-15,0 0 0 0,0 0 0 16,0 0 0-16,0 0 0 0,0 0 0 0,0 0 0 16,0 0 0-16,0 0 0 0,0 0 0 15,0 0 0-15,0 0 0 0,0 0 0 0,11 0 0 16,-11 0 0-16,0 0 0 0,0 0 0 16,0 0 0-16,0 10 0 0,0-10-19 0,-2 12-734 15,2-5-205-15,0 3 81 0,0 0 95 16,0 2-851-16,2-2-1072 0</inkml:trace>
  <inkml:trace contextRef="#ctx0" brushRef="#br0" timeOffset="-30121.68">12064 9257 4236 0,'0'0'-92'0,"0"0"65"0,0 0 48 0,0 0 33 0,0 0 32 0,0 0 26 0,0 0 18 16,0 0 13-16,0 0 7 0,0 0-6 15,0 0-12-15,0 0-9 0,-15 6-14 0,15-6-16 16,0 0-6-16,-3 6-15 16,3-6-31-16,0 0-38 0,0 7-59 0,0-7-70 15,0 0-90-15,-2 7-93 0,2-7-113 16,-6 9-174-16,3-4-16 0,1 2 67 0,-3-3-385 15,1 5-411-15</inkml:trace>
  <inkml:trace contextRef="#ctx0" brushRef="#br0" timeOffset="9938.1">8859 9420 4461 0,'0'0'-170'0,"9"2"55"0,-9-2 33 0,0 0 20 0,0 0 30 0,0 0 33 0,0 0 32 0,0 0 12 16,0 0 3-16,0 0 2 0,0 0-10 15,16-6-7-15,-16 6-1 0,0 0-7 16,0 0-30-16,0 0-33 0,0 0-42 16,0 0-64-16,0 0-98 0,0 0-145 0,0 0-197 15,0 0 53-15,0 0-250 0,0 0-270 16</inkml:trace>
  <inkml:trace contextRef="#ctx0" brushRef="#br0" timeOffset="79240.05">17715 14470 808 0,'-6'-4'391'0,"-4"1"-93"0,3-1-68 0,7 4-25 0,-14-5 2 0,7 2 12 16,7 3 16-16,-15-5-2 16,15 5 16-16,-12-5-1 0,12 5-2 0,-7-5-4 15,7 5 1-15,0 0 12 0,0 0 10 16,0 0-15-16,0 0-35 0,17-9-14 15,4 5-24-15,15 1-22 0,6 0-19 0,10-1-13 16,9-1-16-16,2 2-39 0,-1-2-29 16,1 3-23-16,-2-2-24 0,-12 1-19 0,-3 1-10 15,-4 1-11-15,-10-1 2 0,-7 0 5 16,-4 0 4-16,-8 2 0 0,1-2 1 0,-3 2-2 16,-1-1 1-16,-10 1 5 15,0 0 3-15,0 0 1 0,0 0 5 0,0 0 1 16,-49 3 1-16,4-1 6 0,-4-2 1 15,-2 0-2-15,-16 0 6 0,13 0-2 16,3 0 4-16,2 0 2 0,3 0-4 0,4 2 5 16,13 0-1-16,4-2 1 0,9 1 5 15,0 1 2-15,5-2 10 0,3 2 3 0,8-2-4 16,0 0 5-16,0 0-6 0,0 0 0 16,37 1 1-16,-9-1-3 0,14 0-1 0,3-1-3 15,3 1-3-15,0-2-1 0,1 0 1 16,-3 1-6-16,-2-1-10 0,-5 0-1 0,-5 2-4 15,-12 0 4-15,-3-2-3 16,-4 2 0-16,-3-2-2 0,-12 2 0 0,11 0 3 16,-11 0 8-16,0 0-1 0,0 0 1 15,-39 2 2-15,10 0 9 0,-2-2 5 16,-15 2 1-16,3 0 4 0,1-2-1 0,12 1 3 16,5 1 3-16,5 0 0 0,1-1 4 15,8 3 5-15,0-4 7 0,2 2 3 0,9-2-4 16,0 0-6-16,0 0 0 0,0 0-6 15,36 8-15-15,-18-8-27 0,11 4-44 0,-3-3-39 16,5 1-44-16,-2 0-28 16,8 1-14-16,-8-1-8 0,-6-1-1 0,-3 1 5 0,-6 0 4 15,-3 0 5-15,-2-2 15 0,-9 0 17 16,0 0 16-16,0 0 13 0,0 0 2 16,0 0-7-16,0 0-32 0,-36 5-62 15,18-5-100-15,2 0-161 0,2 0-148 16,-2 0-132-16</inkml:trace>
  <inkml:trace contextRef="#ctx0" brushRef="#br0" timeOffset="83006.43">4341 2369 1686 0,'-11'-1'210'0,"0"-4"-46"0,11 5-35 0,-13-3-10 16,13 3-11-16,-7-4 1 0,7 4-6 15,0 0 8-15,0 0-8 0,-10-4-4 0,10 4 6 16,0 0-18-16,0 0-11 16,0 0-5-16,42-6-2 0,-2 6-18 0,5-2-3 15,17-2-6-15,10 4 2 0,11 0-5 16,6 0-6-16,25 2 0 0,8-4-9 0,0 6-6 15,1-4 7-15,-1 2-7 0,0 0-1 16,-7 1 2-16,-24-3-2 0,-1 0-5 16,-8-3-1-16,-8 6 2 0,-4-8-5 0,-22 5-1 15,0-2-3-15,-8 0 2 0,-7 0 18 16,-7-2 13-16,-1 2 7 0,0-1 0 0,-3 1-1 16,3 0-4-16,11-6-16 15,3 2 8-15,5-2-10 0,2 1 10 0,5 3-16 16,6 0 0-16,9 2-5 0,0 2 2 15,2-3 7-15,4 6-18 0,3-1 4 16,-3 2 2-16,0 0-3 0,1-2 6 0,-2-1-9 16,-5 3 8-16,3-4-2 0,-6 0-6 15,-14 2 7-15,-3-4-8 0,-11 2 5 0,-11 2-5 16,-3-4-4-16,-4 4 9 0,-4 0 8 16,-13-2-8-16,20-2 1 0,-20 2-17 15,0 0-48-15,7-2-60 0,-7 2-67 0,0 0-89 16,0 0-124-16,0 0-208 0,0 0 52 15,0 0-166-15,0 0-212 0</inkml:trace>
  <inkml:trace contextRef="#ctx0" brushRef="#br0" timeOffset="87223.38">16632 13684 411 0,'-3'5'91'0,"-3"1"-17"0,2 3-6 0,-2 1 3 0,2-2-16 0,1 4 4 0,-3-1-12 16,4-1-5-16,0 4-2 15,-1-3-9-15,1 0-2 0,-1 1-2 0,1-4-6 16,2 3-1-16,0-4 2 0,-2 1-6 16,2 1-22-16,-1-3-62 0,1 0-79 15,0-6-161-15,-6 7 177 0</inkml:trace>
  <inkml:trace contextRef="#ctx0" brushRef="#br0" timeOffset="87406.19">16625 13722 921 0,'0'0'37'16,"-2"17"6"-16,2-17-3 0,-10 12-3 15,4-4-3-15,1 0-5 0,-1 1-4 16,1-1-2-16,0 1 7 0,2-1-11 0,-1 0-1 15,2 1-8-15,-2 0-52 0,4-2-64 16,-2 1-91-16,2-1-117 0,0-7 171 0</inkml:trace>
  <inkml:trace contextRef="#ctx0" brushRef="#br0" timeOffset="90538.14">21436 14634 1361 0,'-37'-6'234'0,"-1"0"-21"0,1 2-22 0,9 2-13 0,7-1 0 0,5 1 24 16,7-2 28-16,1 2-6 0,8 2-19 0,21-8-25 16,23 0-14-16,26 2-18 15,38-2-14-15,13 3-13 0,14-1-13 0,7 4-13 16,6 1-40-16,-3 1-49 0,-8 0-64 15,-13 0-72-15,-11 1-74 0,-38 1-47 0,-14 0-44 0,-16 0 2 16,-17 0 24-16,-15 0 32 16,-11 2 37-16,-2-4 41 0,-30 8 41 0,-28-1 44 15,-12 2 29-15,-12 2 34 0,-28-2 29 16,-5 1 14-16,6 0 18 0,3-2 19 16,31-3 10-16,13 0-2 0,18-1-3 0,14-1-5 15,8 3-4-15,13-3-9 16,7 0-7-16,2-3 0 0,25 9-9 0,13-4-3 15,23 0-23-15,9-1-44 0,9-4-50 16,7 0-71-16,-1-4-83 0,-3 1-161 0,-3-3-208 0,-9 1-103 16</inkml:trace>
  <inkml:trace contextRef="#ctx0" brushRef="#br0" timeOffset="94703.73">23024 1071 1800 0,'13'-15'68'0,"0"5"43"0,-2-2 31 0,-4 1 34 0,-2 0 57 16,5 0 48-16,-2-1 39 0,-2 2 17 15,-1 1 4-15,1 1-24 0,-3 1-37 0,-3 7-29 16,7-7-26-16,-7 7-1 15,0 0 2-15,0 0-12 0,-10 31-6 0,2-11 0 0,-3 15-7 16,-1 11-13-16,-1 0-27 16,6-7-8-16,-1 2-19 0,2 1-11 0,0-3-7 15,1-1-6-15,-1 0-14 0,2-6-12 16,2-5-5-16,-2-5-9 0,2-3-5 16,2-5-7-16,-1-2-4 0,1-1-1 0,1-2-4 15,-2 0 0-15,1-1-4 16,0-8 3-16,0 0-9 0,3 7-1 0,-3-7-7 0,0 0-11 15,0 0 2-15,10-29-6 16,-12 14-7-16,-2 1 7 0,-2-1-11 0,1 1-1 16,-3-1-7-16,-4 5 3 0,-2-2-5 15,-4 4 5-15,1 2-3 0,-2 4 0 16,0 2 2-16,-2 2 3 0,2 4-6 0,2-2 4 16,-2 5-1-16,3 1-1 0,3 0 2 15,4 2 2-15,1-1-3 0,0 3 2 0,5 0 7 16,1-1-8-16,4 1 3 0,1 3-1 15,8 1 5-15,-2-1-3 0,7 5-16 16,2-5-52-16,0-5-61 0,-4 0-73 0,8-2-81 16,-6-1-100-16,5 0-121 0,-3-3-148 15,-9-3-216-15,10-1 76 0,-5 0 86 0,-2-2-504 16,6 0-669-16</inkml:trace>
  <inkml:trace contextRef="#ctx0" brushRef="#br0" timeOffset="95170.51">23228 1653 3343 0,'-6'5'27'0,"6"-5"43"0,0 0 53 0,0 0 65 0,0 0 51 0,0 0 26 0,0 0 9 0,8 10-5 0,-8-10 0 0,15 3 0 0,-7-1-3 15,-8-2-17-15,17 0-23 0,-17 0-20 16,22-2-18-16,-10 1-23 0,0-5-13 15,-3 3-12-15,1 0-16 0,-1-4-8 16,-1-2-10-16,0-3-10 0,-4 2-11 16,-3-2-9-16,1-5-11 0,-4 0-3 0,1-5-9 15,-8-1-3-15,4 3-6 0,-3-2-7 16,1 4-6-16,-1 3-3 0,0 3-6 16,1 1-2-16,-1 4-6 0,-2 2-2 0,3 3 3 15,7 2-2-15,-15 0 2 0,15 0-8 16,0 0-2-16,-16 0 5 0,16 0 0 0,0 0 6 15,0 0-1-15,0 0 2 16,0 0 4-16,58-4-1 0,-33 0-2 0,1 2-2 16,1 0-1-16,-1 2-6 0,-5 0-9 0,1 2 0 15,-6 0 0-15,4 2 0 16,-5 2 0-16,-2 1 0 0,0 1 0 0,3 2 0 16,-7 0 0-16,1 1 0 0,0 4 0 15,-1-1 0-15,-4 2 0 0,6 1 0 0,-6 3 0 16,1-5 0-16,-3 0-155 0,1 1-95 15,1-1-96-15,0-1-79 0,1 1-88 16,-3-1-117-16,-1-2-220 0,4-2 64 16,-3-3 90-16,6-2-508 0,-4-2-668 15</inkml:trace>
  <inkml:trace contextRef="#ctx0" brushRef="#br0" timeOffset="95538.22">23922 1480 3181 0,'3'-13'52'0,"1"5"76"0,-2 1 40 16,0 1 44-16,-2 6 44 0,1-10 26 15,-1 10-16-15,0 0-18 0,3-6-23 0,-3 6 18 16,0 0-4-16,0 0-9 0,10 22-14 16,-9-10-10-16,1 1-8 0,0 2-11 15,0 2-12-15,-4 0-9 0,0 0-13 0,-1 2-10 16,-1 0-15-16,-5-1-10 0,-5 7-12 16,-2-7-8-16,3-1-9 0,-2-3-5 0,-2-2-11 15,-1-2-8-15,3-3-3 16,4-4-7-16,-3-7 1 0,5-4-8 0,2-5-13 15,0-8-35-15,6-4 0 0,1-11 0 16,5 0 0-16,2 5 0 0,0 6 0 16,0 4 0-16,-1 5 0 0,0 2 0 0,2 3 0 15,-1 1 0-15,2 2 0 0,0 4 0 16,2 4 0-16,-11 0 0 0,23 4 0 0,-12 0 0 16,5 2 0-16,-2 2 0 0,0 0 0 15,-1 0 0-15,2 1 0 0,-1-1-107 16,-3 0-144-16,3-1-75 0,-3-1-74 0,-4 2-58 15,3-2-50-15,0 1-92 0,-5-3-168 16,-1-1 1-16,-4-3 90 0,17-3-455 16,-4-2-601-16</inkml:trace>
  <inkml:trace contextRef="#ctx0" brushRef="#br0" timeOffset="95938">24217 1395 2990 0,'8'-11'18'0,"-1"-2"85"0,-5 5 89 16,2 1 59-16,-2 0 43 0,-2 7 20 15,2-8 6-15,-2 8-9 0,4-7-15 0,-4 7-30 16,0 0-32-16,0 0-19 0,0 0-7 15,0 0-11-15,0 0-19 0,0 0-20 16,0 0-10-16,0 0-10 0,5 29-14 0,-3-16-18 16,0-4-6-16,2 1-11 15,-1 0-5-15,-1 2-8 0,2-5-9 0,1 0-9 0,-2 0-3 16,-3-7-1-16,10 10-6 16,-7-7-1-16,-3-3-7 0,12 1-1 15,-12-1-5-15,0 0-4 0,0 0 1 0,21-4 1 16,-21 4-3-16,0 0-3 0,0 0-3 15,15 0-6-15,-15 0-8 0,0 0 4 0,0 0-10 16,0 0 1-16,13 0 3 0,-13 0-4 16,0 0 0-16,9 7 3 0,-9-7-6 15,13 5 6-15,-10-1 0 0,6-1-1 0,3 1 2 16,0-2 1-16,-12-2-5 0,23 4 6 16,-10-6-2-16,-13 2 1 0,26-4-4 0,-15 4 4 15,1-2-3-15,-12 2-3 0,20-4 3 16,-13 3-13-16,-7 1-18 0,15-7-39 15,-9 4-59-15,-2-3-67 0,2 2-72 16,-4-6-77-16,-1 4-77 0,1-3-62 16,2-5-79-16,0-3-123 0,3-3-105 0,7-7 61 15,1-1-468-15,2-1-658 0</inkml:trace>
  <inkml:trace contextRef="#ctx0" brushRef="#br0" timeOffset="96320.46">24834 994 3175 0,'10'-15'-27'0,"-6"1"76"0,0 4 89 0,-2 0 76 0,0 3 54 0,-1 0 20 0,-1 7 7 0,0-10-32 0,0 10-16 0,0 0-27 0,0 0 17 0,0 0 1 16,0 0-12-16,-24 31-5 0,9-2 4 15,1 0-22-15,3 5-17 0,-7 10-15 16,5 4-17-16,-2 0-14 0,0 3-12 0,-1 3-12 16,3-6-13-16,-1 0-8 0,5-14-8 15,0-1-11-15,0-4-5 0,2-6-10 16,3-6-2-16,1-3-6 0,1-4 2 15,-2-2 8-15,4-8 6 0,0 0-45 0,0 0-24 16,0 0 0-16,29-15 0 0,-11-5 0 0,4-2 0 16,1 3 0-16,-3-1 0 0,-4 7 0 15,-5 3 0-15,-3 2 0 0,-1 4 0 16,-1 3 0-16,-6 1 0 0,0 0 0 0,0 0 0 16,21 13 0-16,-15-3 0 15,-1 1 0-15,-1 5 0 0,2 0 0 0,-2-3 0 16,2 5 0-16,-4-5 0 0,1 3 0 15,-1-5 0-15,0 1 0 0,-2-1 0 0,0-3-111 16,0-1-198-16,-4 0-67 0,2-2-61 16,2-5-43-16,-3 5-45 0,3-5-44 15,0 0-37-15,0 0-47 0,5-22-36 0,1 7-480 16,3-5-634-16</inkml:trace>
  <inkml:trace contextRef="#ctx0" brushRef="#br0" timeOffset="97139.06">24972 1436 3089 0,'7'-8'-31'0,"1"1"56"0,-5 3 41 16,-1 0 35-16,-2 4 45 0,0 0 46 0,0 0 30 15,0 0 6-15,0 0-3 0,0 0-2 0,7 17-5 16,-7-17-16-16,-3 14-4 16,1-4-28-16,0-1-18 0,0-1-10 0,2-8-20 15,0 14-8-15,-1-7-15 0,1-7-10 16,0 10-4-16,0-10-4 0,0 7-6 16,0-7 6-16,0 0-17 0,0 0-4 0,0 0-5 15,0 0-5-15,0 0-6 16,12-29-4-16,-9 20 6 0,3 1 15 0,-2 0 14 0,-3 4 8 15,-1 4-14-15,6-9-15 16,-6 9-5-16,0 0-9 0,0 0 5 0,0 0-1 16,0 0-3-16,0 0-3 0,25 15-6 15,-21-9-1-15,3 0 1 0,-1 2-7 16,2-2 2-16,-3 0 4 0,5-1-6 0,-2 1-5 16,1 0 3-16,0-3-5 0,3-2-13 15,-12-1-11-15,23-1-8 0,-11-2-14 0,-1-1-12 16,1 0-5-16,-3-2-10 0,2-1 2 15,-4-1 4-15,4-2 3 0,-4 0 6 16,-1 4 2-16,-3-1 5 0,4-1 0 0,-7 8 1 16,5-8 6-16,-1 2 0 0,-4 6-5 15,5-5 8-15,-5 5-4 0,0 0 6 0,0 0 8 16,0 0-3-16,0 0 11 16,10-3-9-16,-10 3 1 0,0 0-3 15,0 0-20-15,0 0-23 0,0 0-17 0,0 0-18 16,15 7-17-16,-15-7-12 0,10-7-18 15,-3 0-17-15,3 2-13 0,1-5-26 0,5-2 7 16,-1-4 21-16,4-7 6 0,1-5 16 16,5-8 15-16,0-3 10 0,2-3 29 15,2-3 10-15,-1-1 41 0,-3-3 49 0,-1 5 23 16,-4 13 39-16,-4 2 28 16,-5 12 22-16,-2 1 7 0,-4 3-6 0,2 3-10 15,-3 6-13-15,-3 0-7 0,-1 4 3 16,0 0-8-16,0 0-6 0,-23 35-4 0,10-6-5 15,-4 3-7-15,-3 9-6 0,4 4-1 16,0 0-6-16,5 3-4 0,-4 1-6 16,7 1-23-16,1-11-28 0,-1-1-44 0,4-4-31 15,1-6-25-15,0-8-33 0,1-3-25 16,2-3 10-16,0-3 20 0,5-5 3 0,-2-2 15 16,-3-4 14-16,0 0 32 0,0 0 47 15,21-14 40-15,-18 6 33 0,6-3 41 16,-6 2 47-16,5 0 35 0,-4 4 15 0,-3-3-5 15,-1 8-15-15,6-10-11 16,-6 10-6-16,5-7 13 0,-5 7 12 0,0 0-11 16,0 0-7-16,0 0-11 0,0 0-10 15,0 0-9-15,24 10-10 0,-24-10-13 16,15 5-9-16,-4-1-8 0,1-2-23 0,1-1-42 16,3 2-61-16,-5-6-76 0,4 3-88 15,-3 0-93-15,-12 0-76 0,18 3-62 0,-18-3-91 16,9 0-141-16,-9 0-96 0,0 0 71 15,0 0-453-15,0 0-614 0</inkml:trace>
  <inkml:trace contextRef="#ctx0" brushRef="#br0" timeOffset="97403.37">26050 1721 3522 0,'0'0'172'0,"0"0"36"0,-43 0 50 0,-2-2 49 16,-5 2 36-16,-25 0-7 0,-9 2-21 0,-30 0-22 16,-10-2-18-16,-1 2-6 0,-6 1-23 15,-5 3-26-15,-9-4-23 0,0 6-20 0,-2 0-14 16,3 3-16-16,4-3-15 16,9 4-16-16,2 3-11 0,19-1-16 0,7 1-11 15,31-1-33-15,5 0-39 0,12 3-51 0,3-1-75 16,16-1-88-16,4 0-87 15,3-1-103-15,10 0-114 0,6-4-147 0,2-3-189 16,4-2 70-16,5-2-636 0,2-3-864 16</inkml:trace>
  <inkml:trace contextRef="#ctx0" brushRef="#br0" timeOffset="103186.31">10529 12683 1322 0,'-20'-1'232'0,"20"1"-88"0,-11-2-41 0,11 2-3 0,0 0 18 0,-12-2 9 0,12 2 1 15,0 0-13-15,0 0-11 0,0 0-11 0,0 0-6 16,0 0-4-16,0 0 11 15,68 9-11-15,-25-4-8 0,22 1-6 0,8 1-2 0,4 0-9 16,5 0-8-16,4-4-6 0,0 1 1 16,6-2-11-16,-4-1-5 0,-2-1 5 0,-7 2-6 15,-9-4-3-15,-20 1-1 0,-8 1 0 16,-12-2-5-16,-7 2 6 0,-3-2 0 16,-8 2-7-16,-12 0-7 0,13 2 9 15,-13-2-1-15,0 0-4 0,0 0-1 16,-24 10 0-16,3-6-9 0,-11 4 2 0,-6-1 4 15,-3 0-4-15,-4-2 5 0,-3 0-3 16,-1-2-6-16,-17-1 4 0,2-2-2 0,-3-2 2 16,1-1-3-16,-5 0-3 0,4-4-2 15,2-1 7-15,1 0 27 0,5-2 24 0,1 0 20 16,13 3 18-16,2-1 25 16,7-1 16-16,10 4 24 0,5 0 7 0,6 1-4 15,4 1-17-15,5 0-13 0,6 3-14 0,0 0-12 16,31-9-12-16,6 5-9 15,15 3-10-15,22 1-19 0,10 3-5 0,8 1-5 16,24 3-10-16,-1-2-14 0,-27 0-18 16,-4-4-13-16,-7 3-9 0,-10-3-4 0,-19 1-7 15,-5 0 10-15,-13-2 5 0,-6 0 2 16,-8 0-2-16,-2-2 0 0,-7 2 2 0,-7 0 2 16,0 0 0-16,0 0-2 0,0 0 1 15,-48-8 2-15,9 4 2 0,-9 4 1 0,-12-3-2 16,-10 0-1-16,-4-3 1 15,0 3 3-15,0-1 2 0,2-1-2 0,8 0 0 16,19 3 1-16,9 0 1 0,9 1-3 16,5 0 5-16,10-1 3 0,3-2-3 15,9 4 5-15,0 0 1 0,0 0 2 0,34-3 0 16,-2 3 0-16,13 0-1 0,18 2 0 16,3-1-3-16,1 3 0 0,2-2 1 0,-4 0 1 15,-13 2-2-15,-7-2-2 0,-5 1-2 16,-10-1 4-16,-7-2-1 0,-5 0 1 0,-5 0-1 15,-4 2-1-15,-1-2 0 0,-8 0-6 16,0 0-23-16,0 0-36 0,0 0-77 0,0 0-106 16,-28 7-114-16,12-9-179 0,1 2-148 15,-2 0 67-15,-4-2-382 0,2 0-477 16</inkml:trace>
  <inkml:trace contextRef="#ctx0" brushRef="#br0" timeOffset="105002.27">10869 11775 2425 0,'0'0'-209'0,"0"0"30"0,0 0 11 0,-7-6 23 0,7 6 12 16,0 0 20-16,-5-4 25 0,5 4 16 15,0 0 19-15,0 0 17 0,0 0 8 0,-14 0 20 16,14 0 9-16,0 0 4 0,-15 0 11 16,15 0 2-16,0 0 0 0,-18 0-1 0,9 3 3 15,0-2-2-15,-3 1 1 16,3 0-2-16,-5 0 10 0,3-1 7 0,-5 1-2 15,3 0 3-15,-2 1 7 0,1-1-3 16,-5-1-2-16,4 3 0 0,-2-2 6 16,2 0-1-16,-1 1 3 0,1-2-1 0,-4 3-7 15,2 1-2-15,2-2-2 0,-4 2-2 16,3 2-3-16,0-1-3 0,-2 2-2 0,3 0-1 16,2 1-2-16,-2 0-3 0,-1 1-2 15,3 0-5-15,-1 2 2 0,3-2 1 16,-1-1-3-16,1 5 2 0,-2 0-2 15,-1 1-1-15,5 1 5 0,-3-1-4 0,3 1 2 16,0 0 0-16,-2 0 4 0,0 0 6 16,2-1 3-16,-1-1-1 0,3 4-1 15,-3-4-3-15,5 0 0 0,-1 1 4 0,-2-1-5 16,2 2 0-16,1 0 1 0,1 1 1 16,1-3-2-16,-4 3 2 0,5-1-2 0,0 1 0 15,1 0 15-15,-1 1 1 0,-2-1-1 16,4 2-5-16,0-1-2 0,0 1-3 0,0 0 0 15,2 0 0-15,0 0-4 0,0-1-4 16,-1 2 3-16,3-4-2 0,3 5-3 0,-4-2 3 16,5 1-2-16,-1-1-3 0,1 1 0 15,2-1 1-15,-3-2 1 0,4 1-4 16,1-1-2-16,-1 1 2 0,3-3 0 16,-1-1 1-16,3-2 15 0,-3 0-1 15,4 0 9-15,2-4-1 0,0 1 0 0,2-3 5 16,1 2 1-16,2-4-6 0,0 2-12 15,3-3 9-15,-2 2-2 0,1-3 0 0,3-2-7 16,-3 1 1-16,-1 1-2 0,2 0 15 16,-5-2-1-16,0 0 16 0,-5 0 3 0,4-2-1 15,-6 2 1-15,1-2-2 0,-3 1-2 16,3-1-1-16,-5-3 0 0,2-2-3 0,0 1 1 16,0-3-8-16,3-1-4 0,-3-6-3 15,6-6-5-15,-4-5-6 0,1-6 6 16,1-10-8-16,-4-4-6 0,0-5 3 15,-1-3-7-15,-1-4-1 0,-3 1 2 16,-2 0-2-16,-2-2-2 0,-6 13-5 0,-3-9 3 16,0 13 1-16,-1 2 1 0,-10-3-7 15,-2 9-6-15,-1 4-1 0,-1 4-4 0,-7 4-10 16,-2 3-15-16,-1 5-13 0,-5 4-18 16,5 8-21-16,1 5-42 0,-10 1-43 0,0 7-62 15,1 0-71-15,2 4-141 0,4 1-78 16,-3 5 52-16,5 1-85 0,5-3-62 0</inkml:trace>
  <inkml:trace contextRef="#ctx0" brushRef="#br0" timeOffset="106151.84">12295 11865 1398 0,'-4'-5'-96'0,"4"5"26"0,-9-7 6 0,4 2 31 0,-2 1 23 0,0 0 12 16,-1 0 18-16,-2-1 5 0,3 0 4 16,-4 1 4-16,-1-1-2 0,1 2 2 15,-2-1-3-15,-3 1 0 0,3 1-3 16,-5 1-3-16,4-1-4 0,-6 0-1 0,3 2 1 16,-4 2-7-16,0-2 2 0,2 3 1 15,-3 1 0-15,-2 1-7 0,-1 2-1 0,2 0-3 16,-9 3 2-16,3 0 0 0,3 4 4 15,-5-1 1-15,9-2-4 0,-3 4 5 16,-2 0 3-16,2 4 3 0,2 0 11 0,1 6-3 16,3-3-3-16,-5 2 1 0,6 2 5 15,0 1-3-15,6 2 14 0,-2-2-3 0,3 6-1 16,0-2-2-16,6 1 1 0,-1 2 3 16,4 3 0-16,2 1-2 0,4-1-5 15,2 1-3-15,0-1-1 0,5-1-4 0,0 2 0 16,3-5-5-16,5 2-1 0,-4-6 0 15,7 2-3-15,-4-2 1 0,3-4 16 16,1 1 4-16,-2-2 11 0,5-2 9 0,0-1 6 16,2-3 10-16,-1-1-1 0,3 1 2 15,2-5 5-15,-1 1 2 0,2-5-4 16,1 1 9-16,-6-4 5 0,-2-3 0 0,2-2-6 16,2 1 3-16,-1-4-6 0,1 2-3 15,9-4-4-15,-1-2-2 0,-1-2-3 0,-2-1 0 16,0-1-4-16,0-4-2 15,-1-1 0-15,-1-3-6 0,0-1-1 0,4-6-4 0,-4-4 3 16,-3-4-2-16,-4-4-8 0,-1-5 2 16,-7-2-5-16,0-5-5 0,-7-4-2 15,-5 2-6-15,-3 3-9 0,-9-7 3 16,-5 4-2-16,-7 1-3 0,-7 5-2 0,-9 6-6 16,-3 5-7-16,-6 3-11 0,-6 5-14 15,-2 6-25-15,-6 4-23 0,-1 4-36 0,0 6-34 16,9 1-38-16,3 5-43 0,-1 5-54 15,5-4-64-15,0 4-134 0,5 1-73 16,2 2 58-16,9-1-121 0,6 0-108 0</inkml:trace>
  <inkml:trace contextRef="#ctx0" brushRef="#br0" timeOffset="119532.57">13215 12564 1286 0,'0'0'239'0,"8"-4"-74"0,-8 4-26 0,0 0-1 0,4-6-12 0,-4 6-13 0,0 0-15 15,6-4-17-15,-6 4-5 16,0 0-11-16,0 0-7 0,0 0-4 0,3-5-8 15,-3 5-1-15,0 0-5 0,0 0 7 16,0 0 9-16,0 0 10 0,0 0 8 0,0 0 9 16,0 0-2-16,0 0 7 0,0 0 9 15,-23 13 13-15,23-13-7 0,-16 6 0 0,2 2-4 16,-1-1-12-16,-1 0 13 0,0 3 5 16,-6-1-8-16,-8 6 5 0,3 2 2 0,-2 1-9 15,1 3 13-15,-1 1 5 0,-5 6-2 16,4 3 1-16,5-5 5 0,-2 9-2 15,8-8 2-15,2 2-11 0,2-2-2 16,8 4 1-16,0-7-4 0,3-2-1 16,4-3-5-16,0 1-3 0,4-3 10 0,3 3 0 15,0-2 2-15,0-1-6 0,4-2-17 16,3-3-9-16,-1 0 0 0,1-5-8 0,-1 1 4 16,1-4-17-16,1 2-3 15,-1-2 15-15,-5-2-9 0,0 1-5 0,-9-3-16 0,18 2-30 16,-18-2-54-16,13 0-68 0,-13 0-80 15,5 4-108-15,-5-4-117 0,0 0-119 0,0 0-161 16,0 0-21-16,0 0 70 16,-15 14-467-16,12-8-591 0</inkml:trace>
  <inkml:trace contextRef="#ctx0" brushRef="#br0" timeOffset="119850.94">13004 13065 2872 0,'1'-7'-46'0,"4"1"47"0,-1 2 13 0,-4 4 18 0,5-5 27 15,-5 5 24-15,0 0 19 0,0 0 11 0,0 0 10 16,25 7-2-16,-21 1 10 16,1-1 5-16,-1 3 5 0,0 2 10 0,0-3-4 15,-3 3 0-15,-1 1-4 0,0-1-5 16,-1 2 2-16,-5 1-11 0,0-1-6 0,1 1-13 15,-4-1-14-15,-3 3-5 0,-1-5-12 16,-1 3-9-16,-1-3-5 0,-1 0-6 16,2 0 3-16,0-3-19 0,-3 1-28 0,3-2-44 15,1-1-44-15,1 0-66 0,1-2-74 16,2 0-74-16,-3-1-86 0,3-3-102 0,1 1-186 16,8-2 54-16,-15 3-357 15,15-3-441-15</inkml:trace>
  <inkml:trace contextRef="#ctx0" brushRef="#br0" timeOffset="122032.26">10615 12833 2424 0,'-22'-3'-95'0,"1"0"38"0,6 1 2 0,-1 1 1 0,7-1 13 0,0 1 6 16,9 1 11-16,0 0 25 0,0 0 20 0,0 0 4 16,0 0 0-16,67 1 2 0,-1 1-3 15,14 1 1-15,34-3 0 0,15 2-5 0,5 2 0 16,11-3-7-16,0 0 1 0,-2-1-2 15,-4-2 3-15,-9-1-18 0,-12 0-18 16,-34-2-10-16,-10 1-3 0,-11 0 7 0,-19-2 6 16,-8 2 13-16,-11 0 6 15,-8 0 4-15,-11-1-2 0,-4 3 12 0,-2 2 4 16,-18-8 4-16,-5 2 9 0,-15 3 3 16,-10 0 6-16,-15 1 1 0,-7-2-2 0,-4 4-2 15,-12 0-3-15,1 2-5 0,-7 0 3 16,-1 0-6-16,-1 1 9 0,1 0 1 0,4-3 11 15,-1 4-4-15,10 0 3 0,8 0-2 16,7-2 6-16,19 0 0 0,6-1 8 0,11 1-6 16,8-2-1-16,6 2 1 0,8-4 1 15,7 2-8-15,0 0 0 0,0 0-9 16,45-3 4-16,5 1-12 0,22 0 5 0,16-1-9 16,28 0 3-16,8 1-1 15,-4-2-2-15,2 4-6 0,-7-3 3 0,-29 6-7 0,-13-3-11 16,-19 0-13-16,-11 0-10 15,-12 2 0-15,-10-2-1 0,-12 2 5 0,-9 0 1 16,0-2 4-16,-30 3 1 0,-13 0 0 16,-25-1 13-16,-11 1 10 0,-13 1-1 0,-22 0 0 15,-1 0 2-15,25-2-3 0,-1 2 2 16,13-2 7-16,16 0 8 0,15-2-5 16,13 2-4-16,11 0 0 0,8-2-5 0,13 0-1 15,2 0 8-15,0 0-3 0,42-2-29 16,4-2-36-16,21 0-43 0,7 0-45 15,6 0-73-15,6-4-83 0,22 0-197 16,-3-1-6-16,-27 5-114 0,2-4-109 0</inkml:trace>
  <inkml:trace contextRef="#ctx0" brushRef="#br0" timeOffset="123697.93">13511 12022 1715 0,'-13'0'35'0,"1"-3"24"0,1 2 29 0,11 1 35 0,-18 0 32 15,18 0 31-15,0 0 18 0,-15-2-2 0,15 2-4 16,0 0 20-16,0 0 23 0,0 0 17 15,0 0-6-15,0 0-17 0,0 0-22 16,47 6-17-16,-22-9-20 0,2 2-14 16,0 1-18-16,-4 0-10 0,-1-2-17 0,0 2-14 15,-5 3-12-15,-2 0-10 0,1 5-1 16,-7 1 10-16,-2 0 5 0,-1 6 9 0,-2 0-1 16,-5 4-5-16,-4 1 12 0,-1 3-6 15,1 0-12-15,-4 8-2 0,-2 0-21 0,2 0 0 16,0-4-3-16,3 0-5 0,-2-7-10 15,4 1-7-15,-3-3-3 0,3-1-6 0,2 1-5 16,-1-5 1-16,-1-1-14 0,-1 0-49 16,5-2-70-16,-1-1-89 0,-1 2-119 0,0-5-119 15,2 2-132-15,0-8-237 0,4 4 70 16,-4-4 80-16,0 0-463 0,0 0-581 16</inkml:trace>
  <inkml:trace contextRef="#ctx0" brushRef="#br0" timeOffset="123898.94">13566 12359 3145 0,'-21'-8'59'0,"2"4"40"16,2 1 50-16,4-2 52 0,3 3 36 15,10 2 20-15,-13-3 7 0,13 3-28 16,0 0-17-16,0 0-25 0,18-12-21 0,4 10-14 16,4-1-13-16,12-1-23 0,3 1-48 15,-1-2-81-15,-8 5-87 0,-3-2-97 16,-3 2-111-16,-1-2-115 0,-4 0-148 15,-6 0-114-15,-4 1 64 0,2-2-364 0,-6 3-454 16</inkml:trace>
  <inkml:trace contextRef="#ctx0" brushRef="#br0" timeOffset="124331.26">13733 11768 2870 0,'-14'-13'2'0,"-2"3"12"0,1 2 27 15,-1 3 31-15,0-1 40 0,-5 2 24 0,-4 4 12 16,-13 4 14-16,-2 5 11 0,-4 7 10 16,-3 8 9-16,0 1 10 0,4 8 11 0,-1 3 2 15,6 6 1-15,2 5-9 0,7-2-8 16,4 3-9-16,9 3 1 0,7-10-8 0,7 2-12 15,6 0-13-15,14 7-8 0,5-4-13 16,5-3-12-16,12-6-14 0,2-2-12 0,7-8-8 16,3-3-8-16,7-7-7 0,-1-7-10 15,0-7-2-15,-6-3-9 0,5-7-6 0,-2-6-2 16,1-3-12-16,-7-6-11 16,-7-3 0-16,-2-4-6 0,-6-2-9 0,-5-3-5 15,-8-5-4-15,-4 6-9 0,-5-6-13 16,-7-3-8-16,-7 1-11 0,-1-4-10 0,-8 6-13 15,-2 5-3-15,-4 3-7 0,-5 3-18 16,-7 6-16-16,-1 6-25 0,-9 4-33 16,1 4-34-16,-2 4-46 0,1 6-67 0,-2 3-69 15,3 2-102-15,6 3-149 0,1-1-74 16,8 1 73-16,6 0-407 0,4 5-515 0</inkml:trace>
  <inkml:trace contextRef="#ctx0" brushRef="#br0" timeOffset="125866.19">15042 12012 2691 0,'-14'-2'-16'0,"6"-3"52"0,1 3 32 0,7 2 23 0,-5-6 9 15,5 6 28-15,0 0 23 0,27-14 12 16,-4 10-4-16,11-5-9 0,7-1-20 0,14 0-11 16,0 1-12-16,-11 3-10 15,0 4-11-15,-5-1-6 0,-6 3-18 0,-12 3-4 16,-2-1 2-16,-6 7-10 0,-2 1-4 15,-10 6 3-15,-1-1-3 0,-12 14 15 0,-2 1 6 16,-11 6 4-16,-4 1-2 0,0-1-7 16,3 0-5-16,1-2-6 0,4-5-2 0,6 1-8 15,2-4-3-15,2-4-5 0,4-4-1 16,3-2-6-16,3 0-1 0,-1-3-26 16,2-1-55-16,0-1-62 0,3-1-105 0,3-3-94 15,-1-2-122-15,2 0-157 16,2-2-34-16,-9-3 70 0,15 0-275 0,-15 0-319 15</inkml:trace>
  <inkml:trace contextRef="#ctx0" brushRef="#br0" timeOffset="126048.16">15201 12317 2360 0,'-13'-7'78'0,"1"2"48"16,1-1 47-16,3 3 49 0,4-2 23 16,4 5 3-16,-7-9-13 0,7 9-19 15,0 0-19-15,13-16-19 0,3 10-19 0,5-3-16 16,5 5-16-16,11-4-28 0,2-1-58 15,3 4-66-15,0-2-93 0,-2 3-105 16,5-2-106-16,-8-2-133 0,1 0-160 16,-2-2 48-16,-2-1-274 0,1 0-334 0</inkml:trace>
  <inkml:trace contextRef="#ctx0" brushRef="#br0" timeOffset="126367.64">15492 11822 2190 0,'-49'-1'-65'15,"-13"1"45"-15,-10 5 47 0,4 2 42 16,2 6 52-16,-3 8 31 0,6 3 35 0,6 6 10 16,7 3 28-16,11 6-1 15,6 0 6-15,10 0 18 0,16-5 3 0,7-3 1 0,9 8-15 16,14 0-22-16,13 1-11 16,7-3-24-16,9-3-17 0,6-5-15 0,2-1-17 15,7-8-7-15,1-3-16 0,2-5-11 16,-8-5-12-16,1-4-6 0,-16-4-13 0,1-6-8 15,-6-2-2-15,-1-3-10 0,-9-2-7 16,-1-2-6-16,-9-5-5 0,-5-1 4 0,-8 1-8 16,-5 0-10-16,-4-4-5 0,-7-10-14 15,-4-1-13-15,-11-7-21 0,-3 2-18 16,-1 2-25-16,-9 8-23 0,-2 2-20 0,-7 7-41 16,-4 2-49-16,8 10-63 0,-2 4-59 15,-1 4-69-15,1 2-97 0,1 4-155 16,7 2 44-16,4 5-358 0,5-5-448 15</inkml:trace>
  <inkml:trace contextRef="#ctx0" brushRef="#br0" timeOffset="132047.31">14300 13389 2471 0,'0'0'-99'0,"-11"4"42"0,11-4 42 0,-11 2 34 0,11-2 37 0,-11 0 31 16,11 0 25-16,0 0 22 16,-13 2 16-16,13-2 8 0,-12 2 13 0,12-2 9 15,-11 2 7-15,11-2 3 0,-10 3-5 16,10-3-5-16,-9 2-3 0,9-2-4 16,0 0-5-16,0 0-5 0,-13 4-1 0,13-4-7 15,0 0-7-15,-5 4-8 0,5-4-5 16,0 0-2-16,0 0-10 0,0 0 12 15,-7 7 12-15,7-7 32 0,0 0-5 0,0 0-10 16,23 9-11-16,-9-6-9 0,3 1-13 16,2 0-12-16,-1 0-7 0,7-2-15 15,0 2-8-15,0-2-4 0,2 2-7 0,4-2-11 16,-5 1-4-16,0-1-9 0,5-1-5 16,-4 0-4-16,-3 1 1 0,0 0-9 0,-3-2-4 15,-3 4 2-15,5-2 14 0,-5-2 8 16,2 0 1-16,2 0-53 0,-5 3-5 0,5-2 0 15,-1-2 0-15,-1 1 0 0,-2 0 0 16,2 0 0-16,-4-3 0 0,6 3 0 16,-5 0 0-16,3-2 0 0,0 0 0 15,-1 0 0-15,2 0 0 0,-2 0 0 0,0 1 0 16,2 0 0-16,-4-1 0 0,-2-1 0 16,1 3 0-16,-1 0 0 0,-2 0 0 15,-13 0 0-15,24 0 0 0,-12-2 0 0,-12 2 0 16,24 0 0-16,-13 0 0 0,-11 0 0 15,23 2 0-15,-10-2 0 0,-13 0 0 0,23 0 0 16,-7 0 0-16,-4 0 0 0,3 0 0 16,3 0 0-16,-2 0 0 0,-2 0 0 0,2 0 0 15,-1 3 0-15,0-3 0 16,-15 0 0-16,26 0 0 0,-10 2 0 0,-5-2 0 0,5 0 0 16,-16 0 0-16,25 1 0 0,-12-2 0 15,-13 1 0-15,23 0 0 0,-14 0 0 16,5-2 0-16,-14 2 0 0,20-3 0 15,-10 3 0-15,-10 0 0 0,19-2 0 0,-12 0 0 16,-7 2 0-16,18-4 0 0,-18 4 0 16,11 0 0-16,-11 0 0 0,0 0 0 15,16-1 0-15,-16 1 0 0,0 0 0 0,0 0 0 16,12-3 0-16,-12 3 0 0,0 0 0 16,0 0 0-16,0 0 0 0,0 0 0 0,0 0 0 15,0 0 0-15,-43 4 0 0,22 0 0 16,-8-2 0-16,-9 3 0 0,-3-1 0 0,-7 0 0 15,-2 2 0-15,-9-2 0 0,10 2 0 16,-10-1 0-16,-1 0 0 0,0-1 0 16,10-1 0-16,-1-1 0 0,1 2 0 0,-2-2 0 15,5 0 0-15,-1 0 0 0,3-2 0 16,0 0 0-16,6 0 0 0,-6 0 0 16,6 0 0-16,-5 0 0 0,10 0 0 0,5 0 0 15,-1 0 0-15,-1 0 0 0,5 0 0 16,-1 2 0-16,4-2 0 0,1 1 0 0,0-1 0 15,1 0 0-15,3 2 0 0,-2 0 0 16,3-1 0-16,2-1 0 0,-1 2 0 0,1 0 0 16,1 0 0-16,0-1 0 15,2-1 0-15,-1 2 0 0,4 0 0 0,9-2 0 16,-20 0 0-16,20 0 0 0,-16 0 0 16,16 0 0-16,-11 3 0 0,11-3 0 0,0 0 0 15,-13 0 0-15,13 0 0 0,0 0 0 16,0 0 0-16,0 0 0 0,0 0 0 15,0 0 0-15,0 0 0 0,0 0 0 0,0 0 0 16,0 0 0-16,38 7 0 0,-15-7 0 16,10 0 0-16,16 0 0 0,15 0 0 0,9-2 0 15,7 2 0-15,4 0 0 0,5-2 0 16,1 2 0-16,2-1 0 0,-5-1 0 0,-3-1 0 16,-10-1 0-16,-7 1 0 15,-8-2 0-15,-15 3 0 0,-6-1 0 0,-7-1 0 0,-8 2 0 16,-7 0 0-16,-2 1 0 15,-1-2 0-15,-1 3 0 0,-3 0 0 0,-9 0 0 16,18-2 0-16,-18 2 0 0,11 0 0 16,-11 0 0-16,0 0 0 0,15 0 0 0,-15 0 0 15,0 0 0-15,10 0 0 0,-10 0 0 16,0 0 0-16,0 0 0 0,0 0 0 0,15 0 0 16,-15 0 0-16,0 0 0 0,0 0 0 15,0 0 0-15,10-2 0 0,-10 2 0 0,0 0 0 16,0 0 0-16,0 0 0 0,0 0 0 15,0 0 0-15,0 0 0 0,0 0 0 16,0 0 0-16,0 0 0 0,0 0 0 16,0 0-780-16,0 0-220 0,-43 0 99 0,43 0-973 15,0 0-1298-15</inkml:trace>
  <inkml:trace contextRef="#ctx0" brushRef="#br0" timeOffset="133814.38">18921 13406 4790 0,'-19'-2'-221'0,"19"2"42"0,-12 0 41 0,12 0 50 0,0 0 57 16,0 0 66-16,-13-3 45 0,13 3 21 16,0 0 14-16,0 0 0 0,0 0-12 0,0 0 0 15,0 0 3-15,0 0 1 16,0 0-5-16,22-12-8 0,-22 12-12 0,18-5-3 0,-2 2-12 15,0 1-5-15,6 0-5 0,17-3-5 16,9 4 0-16,17-1 3 0,5 2-4 16,3 2-6-16,1-1-4 0,8 2-4 15,-6-3-3-15,5 4-3 0,-8-2 1 0,0 1-7 16,-2 0 0-16,-5-3-2 0,-1 0-2 16,-13 2-2-16,-4-2 11 0,-5 0 15 15,-9-2 9-15,-5 2-1 0,-2-3 6 0,-2 2 2 16,-6-1-6-16,-1-2-8 0,7 2-4 15,0-2-7-15,2 0-1 0,13 1-7 0,-2-3 0 16,2 6 8-16,0-3-15 0,4 2-3 16,0 1-7-16,-1-2 6 0,5 2-4 15,-1 2 0-15,2-2 1 0,-1 1-2 16,-3-1-4-16,-4 0 4 0,-4 0 0 0,-4 0-5 16,-5 0-5-16,1-1 5 0,0-1 2 15,-5 2 1-15,-1-2-2 0,-2 0-4 0,4 0 4 16,-5 2-5-16,7-5 2 0,0 4-4 15,0 1-1-15,-1-2 2 0,1 2 9 16,2-2-13-16,-3 2 2 0,2 0 2 0,-1 2-5 16,2-2 5-16,-2 2 1 0,-4-1 0 15,-5-1 2-15,2 0-1 0,-5 0-1 0,2 0 7 16,-1-1-6-16,-2 1-2 16,2-2-1-16,4 2 1 0,2 0-2 0,4-2-1 0,1 2-1 15,0 0 0-15,2 0 2 16,-1 2 4-16,3 0-1 0,-3-1-8 0,10 4 2 0,-5-5-3 15,-7 2 7-15,-1 0 3 16,-4 0-4-16,-2 0 0 0,2-1 3 0,-6-1 5 16,3 0-3-16,-4 0 0 0,6-1-3 15,-2 1-4-15,4-2 0 0,1 2 1 0,2-2 1 16,1 2 2-16,2 0-8 0,3 0 7 16,11 2-4-16,0 0 3 0,-2-1-1 15,2 2 2-15,-2-1 3 0,0 3-6 0,-7-1-1 16,-7-2 0-16,0 2 7 15,-3-2-10-15,-1 0 10 0,-6 0 9 0,4-2-7 16,-5 2 2-16,-2-2-5 0,0 0 8 16,-13 0-5-16,29-2 0 0,-15 0 3 0,4 2-4 15,3 0-1-15,3 0-7 0,2 2 7 16,1-2 0-16,2 2-1 0,7 2 0 0,-4-2-3 16,-3 0 5-16,-4 2-13 0,-5-2 9 15,-1 1 7-15,-2-2-8 0,-1 2 5 0,-3-3 34 16,-1 0 12-16,-12 0 5 0,23 0-6 15,-23 0-7-15,20 0-5 0,-4 0-1 0,-3-3-9 16,1 2 0-16,4 0-2 0,2-1-3 16,-1 0-5-16,-1 2 4 0,2-2-9 15,-4 0 2-15,-2 2 20 0,1 0 17 16,-15 0 8-16,25 0 7 0,-16-2 5 16,-9 2 7-16,18 0 10 0,-18 0 0 0,15-2 0 15,-15 2-71-15,0 0-18 0,15 0 0 16,-15 0 0-16,0 0 0 0,13 0 0 0,-13 0 0 15,0 0 0-15,10-3 0 0,-10 3 0 16,0 0 0-16,0 0-105 0,0 0-387 0,0 0-210 16,0 0-228-16,0 0 78 0,0 0 100 15,0 0-730-15,-12 20-930 0</inkml:trace>
  <inkml:trace contextRef="#ctx0" brushRef="#br0" timeOffset="134946.56">25349 12937 3836 0,'-13'5'-12'0,"1"-1"75"0,5-3 34 0,3 3 41 0,4-4 35 15,0 0 29-15,0 0 23 0,0 0 22 16,29 0-16-16,-4-4-8 0,0 1-30 0,20-2-18 15,-4-2-18-15,4 1-13 0,-2 0-16 16,0-1-57-16,-6-1-61 0,-1 4-81 16,-5 0-101-16,-6 0-118 0,-7 2-134 15,5-3-153-15,-5 1-148 0,-7 1 67 0,3 0-493 16,-7 1-618-16</inkml:trace>
  <inkml:trace contextRef="#ctx0" brushRef="#br0" timeOffset="135112.6">25765 12810 3397 0,'-12'-9'102'0,"1"0"42"0,1 4 37 16,7-1 29-16,-4 0 19 0,7 6-7 15,-4-13-24-15,4 13-17 0,2-10-19 0,2 6-37 16,4 2-48-16,-8 2-67 0,19-5-91 16,-9 5-101-16,3 5-104 0,-2-5-103 15,5 8-131-15,-5-2-104 0,1 3 52 0,-1 1-307 16,-2 0-362-16</inkml:trace>
  <inkml:trace contextRef="#ctx0" brushRef="#br0" timeOffset="135331.35">25562 13041 2724 0,'-14'-1'190'0,"-2"-3"19"0,7 2 21 0,9 2 42 15,-16-1 38-15,16 1 44 0,0 0 25 16,-11-2-30-16,11 2-35 0,0 0-34 0,0 0-28 16,0 0-29-16,25-8-26 0,-7 6-78 15,7-2-106-15,4 1-135 0,7-2-159 0,5 1-162 16,-4-3-206-16,-1 1-96 16,0-1 77-16,-7 0-525 0,-4 2-657 0</inkml:trace>
  <inkml:trace contextRef="#ctx0" brushRef="#br0" timeOffset="135645.92">25840 12663 3569 0,'-11'-10'100'16,"4"3"31"-16,0 0 29 0,4 2 21 15,3 5 16-15,-2-4-18 0,2 4-15 0,0 0-16 16,29 7-17-16,-10 2-11 15,10 4-12-15,-4 1-11 0,0 3-12 0,0 2-9 16,-3 1-9-16,-5 5-8 0,-2-2-4 16,-10 0-5-16,-1-2-2 0,-6-3 6 0,-1 5 11 15,-10 4-4-15,-3 1 5 0,-2-1 3 16,-6-3 8-16,3-2-16 0,-2-3-7 0,3 0 2 16,-5-4-13-16,5 0-4 0,6-6-29 15,2-1-49-15,-1 0-82 0,2-2-110 0,-1-2-137 16,2-1-170-16,1-3-214 0,9 0 74 15,-14 2 73-15,14-2-432 0,0 0-510 16</inkml:trace>
  <inkml:trace contextRef="#ctx0" brushRef="#br0" timeOffset="136229.17">26782 12663 2936 0,'0'-10'7'0,"0"1"7"0,-2 4 25 0,2 5 41 0,-9-9 58 0,9 9 28 0,-18-2 16 0,5 2 1 15,-4 4 3-15,-5-2 1 0,-2 6 2 0,-1 1 6 16,-3 1-3-16,5 2-13 0,4-2-5 15,2 0-18-15,4 4-8 0,3-2 3 16,4 2 13-16,2-1 0 0,6-1-10 16,2 5-10-16,1-3-7 0,6 3-18 0,3 6-12 15,6-2-9-15,-5-5-10 0,-2 0-5 16,2-1-15-16,-1 1 3 0,-1-3-15 0,-1 3-12 16,-5-2-1-16,1-2 4 0,-3-2 13 15,-3 0 31-15,0-1 16 0,-4 1 8 0,-1 0 0 16,-1-1-4-16,-4-1-9 0,-2-1-6 15,1 0-11-15,-2 0-5 0,-3-2-8 16,3-2-9-16,-5-1-58 0,3-2-5 16,13 0 0-16,-26-3 0 0,9-1 0 15,1-2-32-15,1-3-163 0,3-1-69 0,1-4-79 16,-1-1-90-16,7 1-89 0,-1-3-89 16,4 2-106-16,2-3-48 0,0 1 82 0,4-1-550 15,2-1-696-15</inkml:trace>
  <inkml:trace contextRef="#ctx0" brushRef="#br0" timeOffset="136546.12">26765 12547 3160 0,'-2'-12'-49'0,"-4"4"42"15,-5 2 48-15,-2 3 68 0,-8 6 50 0,-15 1 49 16,-7 8 34-16,-10 9 23 0,2 5 2 0,-5 3 11 16,4 5 13-16,2 4-5 0,2 1-13 15,6 4-16-15,10 0-7 0,7 2-10 16,5-1-10-16,17-9-14 0,3 2-19 15,9-3-15-15,9 1-16 0,16 0-14 0,4-6-17 16,6-3-11-16,1-5-14 0,5-4-11 16,2-5-7-16,-5-6-12 0,1-6-10 0,1-2-13 15,-1-6-46-15,4-4-11 0,-13 1 0 16,5-9 0-16,-5-7 0 0,-11-4 0 0,-6 4 0 16,-2-4 0-16,-7-3 0 0,-3-5 0 15,-3-12 0-15,-7 5 0 0,-1-9 0 0,-9 4-52 16,-4 3-53-16,-2 8-35 0,-11 4-38 15,2 12-42-15,-7 3-54 0,-13 2-79 16,7 9-90-16,-5 2-116 0,2 8-185 0,0 0-23 16,-3 6 85-16,7 0-568 0,-4 3-710 15</inkml:trace>
  <inkml:trace contextRef="#ctx0" brushRef="#br0" timeOffset="141228.13">15781 11790 1417 0,'0'0'140'0,"0"0"-39"0,0 0-14 0,0-10-5 0,0 10-1 0,0 0-2 0,-6-15-8 15,4 11-8-15,2 4-4 0,-8-10-3 16,2 2 0-16,-1 4-3 0,0-3 8 0,-5 0 0 16,-5 0 1-16,-1 1 5 15,-3-1 9-15,-1 3 7 0,-1-1-5 0,-11-2 2 0,0 1 0 16,-5 2 2-16,-3 1-2 15,2 2-5-15,-4 1 0 0,1 0-4 0,-4 1-3 16,0 2-2-16,-1-1-1 0,-1 2-2 16,-1 1 0-16,-7 2-8 0,9-1-9 0,3 1-4 15,-9 2 2-15,13 2-5 0,-2-1-2 16,-4 5 4-16,9 1 3 0,-2 6 1 0,-2 4 3 16,2 5 10-16,3 5-2 0,3 7-4 15,4 4-2-15,-3 11-6 0,5 0 1 0,3 5-7 16,4 3-2-16,4-2-6 15,8-2 2-15,3-4-1 0,8-1 2 0,13-7 7 16,4-4 10-16,12-5 5 0,6-8 2 16,13-8 4-16,4-6 1 0,7-7 2 15,7-8-5-15,4-6-7 0,3-10-3 0,22-9-5 16,0-4-8-16,2-6 1 0,-6-6-5 16,-1 0 0-16,-6-3-6 0,-13-1-3 0,-7-3 0 15,-19 6-5-15,0-4-2 0,-10-4-3 16,-4-5 1-16,-6-2-3 0,-6-4-2 0,-8 1-1 15,-10-2-10-15,-3 11-12 0,-11-6-10 16,-8 5-5-16,-10 7-8 0,-5 7-11 0,-7 7-16 16,-11 11-16-16,-5 9-16 15,4 5-27-15,-15 11-25 0,0 7-32 0,0 6-36 16,-15 10-42-16,8 4-54 0,17-5-55 16,9 1-113-16,3-3-85 0,6 2 59 0,5-2-171 15,10-8-171-15</inkml:trace>
  <inkml:trace contextRef="#ctx0" brushRef="#br0" timeOffset="142662.03">26853 13381 1873 0,'-44'-4'79'0,"-3"-1"23"0,-13 0 17 0,1 0 20 0,11 1 12 0,1 4 25 16,5-3 19-16,9 2 11 0,12 1 8 0,3-2 5 15,4 2-1-15,14 0-10 0,0 0-13 16,0 0-16-16,0 0-16 0,73-4-16 0,-1 2-15 16,15-1-17-16,28 0-11 0,1-1-9 15,3 1-10-15,-31 1-9 0,-4 0-25 16,-11-2-15-16,-10 0-7 0,-19 2-6 0,-6-3-6 15,-14 3-8-15,-8-1-5 16,-10 1 1-16,-6 2-1 0,0 0 3 0,-48 0 0 16,-1 4-2-16,-26 1-2 0,-6 2 0 15,-7-1 1-15,2 1-2 0,2 0 2 0,3 2 6 16,9-3 6-16,6 1 3 0,7 0-1 16,19-2 0-16,11-1 4 0,8-2 6 0,7-1 6 15,9 2-5-15,5-3-3 0,0 0-2 16,0 0-3-16,46 0-3 0,-6 0-30 0,6-3-53 15,1 0-89-15,3 1-100 0,2 0-107 16,-5-3-129-16,1 2-203 0,-8-2 65 16,-12 1-402-16,-7-1-505 0</inkml:trace>
  <inkml:trace contextRef="#ctx0" brushRef="#br0" timeOffset="144843.94">28036 12827 3055 0,'-1'-9'76'0,"-4"-3"67"0,3 6 42 0,2 0 38 0,0 6 31 15,-4-7 8-15,4 7-16 0,0 0-27 16,0 0-25-16,0 0-15 0,0 0 24 0,0 0-3 16,-5 23-28-16,1-4-17 0,0 5-7 15,1 14 27-15,-6-1-10 0,6-1-14 0,-3 2-18 16,1-2 0-16,-1-5-19 15,1-6-2-15,2-3 23 0,-1-5 7 0,2-3 3 16,0-2 18-16,1-1 24 0,1-2 25 16,-2-2 26-16,2-7-166 0,0 10-72 0,0-10 0 15,0 0 0-15,0 0 0 0,0 0 0 16,5-32 0-16,4 9 0 0,2-10 0 0,2 0 0 16,4-11 0-16,3 1 0 0,-4 11 0 15,0 4 0-15,-3 3 0 0,-2 6 0 0,-1 5 0 16,-4 2 0-16,-1 4 0 0,1 5 0 15,2 1 0-15,-8 2 0 0,17 8 0 0,-6 3 0 16,3 4 0-16,7 7 0 0,-1 3 0 16,1 3 0-16,1-2 0 0,-2-2 0 15,-1-2 0-15,1-2 0 0,-5-4 0 16,-6-6 0-16,1 1 0 0,-3-5 0 0,-1-2 0 16,1-3 0-16,3-1 0 0,-10 0 0 15,21-7 0-15,-9-3 0 0,3-2 0 0,-2-1 0 16,6-10 0-16,0 1 0 0,3-2 0 15,-4-3 0-15,1-3 0 0,6-5 0 16,-1-1 0-16,-4 5 0 0,-3 3 0 0,-2 4 0 16,-1 6 0-16,-7 4 0 0,1 3 0 15,-3 6 0-15,0 2 0 0,-5 3-400 0,0 0-230 16,0 0-117-16,4 20-149 0,-4-9 81 16,-2 2-785-16,0 1-1039 0</inkml:trace>
  <inkml:trace contextRef="#ctx0" brushRef="#br0" timeOffset="145461.95">28812 12946 4593 0,'1'-4'-37'0,"-1"4"52"0,6-5 42 0,-6 5 36 0,0 0 12 0,6-3-6 0,-6 3-10 16,0 0-3-16,0 0 2 0,17 12-11 0,-10-2-7 16,0 2-9-16,-2 2-2 0,-1 1 0 15,-2 0 2-15,-2-1 1 0,-2 1 18 16,-2 2 9-16,-3-3 15 0,-3 3 11 15,-9 2 1-15,-6 1-10 0,0-3-23 0,-3-3-8 16,-4 1-10-16,1-5-2 0,6-3-8 16,4-2 4-16,2-5-2 0,5-2-10 0,2-3 5 0,2-4-18 15,4-7 0-15,6-1 15 16,6-6-2-16,4-7-6 0,1 3-7 0,1 6-4 16,-1 4-2-16,0 2-10 0,-1 3 4 15,1 3-9-15,0 4 2 0,1 2-12 0,1 3 3 16,3 3-5-16,-1 2 2 0,4 4 1 15,0 1 3-15,0 3 2 0,-2-2-4 0,0-1-3 16,-3-1-1-16,-3-2-2 0,1 0 8 16,-5-1-8-16,3 0 6 0,-5 0 1 15,4-4 3-15,-4 0-4 0,1 1 6 16,-6-3-1-16,9 6 9 0,-9-6-2 0,0 0-5 16,16-7-2-16,-7 1 3 0,-2-6-1 15,3 0-1-15,3-1-2 0,0-1 10 16,-3 4 7-16,1 0 1 0,-3 3 0 0,-2 0-15 15,2 3 4-15,-8 4-8 0,9 0 2 16,-9 0 0-16,12 7-2 0,-5-1-2 0,1 2-1 16,-1-1 0-16,1 3 0 0,2 0 10 15,1-2-4-15,1-2 6 0,1 3 21 0,-4-3 29 16,5-2 28-16,-3-2 6 16,1-2-7-16,1 0-6 0,4-4-6 0,-2-1-46 15,5-4-36-15,-6 0 0 0,6 1 0 16,-6-5 0-16,2 1 0 0,-3 0 0 0,1 1 0 15,-7 3 0-15,3 0 0 0,-2 1 0 16,-2 0 0-16,-1 2 0 0,-1 0-34 0,-1 0-156 16,-3 5-46-16,0 0-52 0,0 0-70 15,0 0-75-15,0 0-39 0,0 0-57 0,0 0-64 16,-25 1-107-16,25-1 2 0,0 0-547 16,0 0-706-16</inkml:trace>
  <inkml:trace contextRef="#ctx0" brushRef="#br0" timeOffset="145518.32">29435 12857 3293 0</inkml:trace>
  <inkml:trace contextRef="#ctx0" brushRef="#br0" timeOffset="145626.43">29455 12816 3044 0,'11'-18'-14'0,"-6"3"67"0,1 3 72 16,-3 1 51-16,-3 3 25 0,4 2 11 0,0 0-3 0,-4 6-15 15,4-11-27-15,-4 11-19 0,0 0-15 16,0 0-11-16,0 0-16 0,0 0-22 0,0 0-53 16,0 0-62-16,0 29-104 0,-2-16-115 15,-2-3-133-15,0 5-181 0,1-1-68 0,-3 3 74 16,-1 1-271-16,3-1-316 0</inkml:trace>
  <inkml:trace contextRef="#ctx0" brushRef="#br0" timeOffset="145861.25">29444 13012 2292 0,'0'0'95'0,"0"0"46"0,0 0 50 16,0 0 39-16,-3-30 28 0,3 30 10 15,2-9-14-15,-2 9-25 0,1-9-26 16,-1 9-19-16,0 0-17 0,0 0-17 15,15 0-12-15,-15 0-17 0,0 0-11 0,14 12-9 16,-8-6-13-16,-6-6-7 0,7 10-7 16,-3-5-9-16,-4-5-5 0,6 7-6 0,-6-7-1 15,7 7-5-15,-7-7-6 0,8 5-9 16,-8-5-21-16,12 0-45 0,-12 0-59 0,22-4-101 16,-6 3-126-16,-1-5-158 15,2-1-219-15,3-1 43 0,-4 3 69 0,-3 0-333 0,-1 1-397 16</inkml:trace>
  <inkml:trace contextRef="#ctx0" brushRef="#br0" timeOffset="146079.09">28259 13355 2798 0,'-32'-3'141'0,"5"-1"33"16,8 2 54-16,6 2 53 0,2-3 42 15,11 3-15-15,-5-9-31 0,5 9-31 16,48-11-27-16,15 2-22 0,17 0-35 0,32 0-45 16,12 1-78-16,10 2-117 0,-5 2-138 15,0 4-107-15,0 2-100 0,0 0-180 16,-11-1-46-16,-28-1 71 0,-12 2-320 0,-12-2-380 16</inkml:trace>
  <inkml:trace contextRef="#ctx0" brushRef="#br0" timeOffset="152441.94">9989 11973 472 0,'0'0'269'0,"0"0"-45"0,0 0-32 0,0 0-18 0,2-7-15 0,-2 7-14 0,0 0-14 16,0 0-9-16,0 0 8 0,4-2 0 0,-4 2 1 15,0 0 2-15,0 0 4 0,0 0 12 16,0 0 4-16,0 0 6 0,0 0 2 16,0 0-3-16,0 0-4 0,0 0-3 0,0 0-5 15,0 0-4-15,-19 12-6 0,13-1-11 16,-2 1-11-16,5 3-7 0,-7 5-14 16,5-3-8-16,-2 1-9 0,5-1-8 0,1 1-6 15,1-5-6-15,1 4-8 0,-1-1-4 16,6-1-5-16,-6-3-2 0,8 0-5 0,-2-1-4 15,1-3-3-15,2-1-7 0,-2-1-16 16,2-2-38-16,2 0-42 0,-1-4-64 16,3 1-65-16,-2-1-63 0,-11 0-70 0,18-1-92 15,-11-1-152-15,-7 2 20 0,0 0-274 16,16 2-324-16</inkml:trace>
  <inkml:trace contextRef="#ctx0" brushRef="#br0" timeOffset="152692.39">10094 12196 2304 0,'0'0'23'15,"0"0"14"-15,0 0 22 0,6-4 24 0,-6 4 26 16,9-1 10-16,-9 1 7 0,0 0 6 16,23 5 10-16,-14 0-1 0,1 0 7 0,-4 1-2 15,3 0-3-15,-5 3-6 0,2 1-11 16,-3 0-10-16,-1 3-12 0,-2-1-12 15,0 1-4-15,-2 5-14 0,2-3-32 0,-1 1-41 16,-5-2-35-16,2 2-54 0,1 0-46 16,-3-3-43-16,2 3-54 0,-4-6-69 0,2 0-80 15,1-1-147-15,1-4 12 16,2 0-202-16,2-5-208 0</inkml:trace>
  <inkml:trace contextRef="#ctx0" brushRef="#br0" timeOffset="155327.27">8638 9501 1953 0,'0'0'14'0,"0"0"30"0,0 0 31 0,0 0 32 0,0 0 26 0,6 17 26 0,-6-17 13 15,4 9 13-15,-3-4-5 0,-1-5 10 16,6 10-10-16,0-8-3 0,-6-2-1 0,10 10-7 15,-7-7-3-15,-3-3 2 0,11 5 5 16,-11-5 3-16,13 2-5 0,-13-2-4 16,0 0-11-16,0 0-10 0,20-7-12 15,-20 7 3-15,10-5-2 0,-10 5-2 16,7-5-6-16,-7 5-9 0,0 0 5 0,6-5-17 16,-6 5-14-16,0 0-8 0,0 0-7 15,0 0-8-15,0 0-6 0,0 0-12 0,-23 15-6 16,23-15-7-16,-8 11-3 0,5-6-8 15,-1 1 3-15,4-6-3 0,-4 13-11 0,4-7 4 16,0-6-1-16,2 9-4 16,-2-9-2-16,4 7 5 0,-4-7 0 0,11 5 13 0,-11-5 5 15,18-4 6-15,-18 4 12 16,18-8 20-16,-8 1 24 0,-1 2 24 0,-1-2 14 16,-1 0 5-16,2 2 1 0,-6-2-7 15,-3 7-12-15,2-12-73 0,-2 5-50 0,0 7 0 16,-4-11 0-16,-1 5 0 0,-2 1 0 15,0 0 0-15,1 1 0 0,-1 3 0 0,7 1 0 16,-16-3 0-16,16 3 0 0,-13 4-206 16,6 2-101-16,-3-1-95 0,4 4-107 15,-1-1-126-15,1 1-220 0,5 1 85 0,1-1 83 16,0 4-612-16,1 3-758 0</inkml:trace>
  <inkml:trace contextRef="#ctx0" brushRef="#br0" timeOffset="156678.54">8931 10305 3371 0,'0'0'-53'0,"0"0"68"0,0 0 52 0,0 0 36 0,0 0 16 0,-11-6 27 16,11 6 12-16,-2-5-1 0,2 5-1 15,-2-8-6-15,2 8-10 0,0-8 3 16,0 8-2-16,0 0-1 0,-1-10-4 0,1 10-2 16,0 0-9-16,0 0-9 0,-4-10-2 15,4 10-11-15,0 0-12 0,0 0-9 0,-10-2-6 16,10 2-8-16,0 0-5 0,0 0-11 15,-21 12-9-15,15-10 0 0,0 4 0 0,6-6-11 16,-7 10-1-16,5-5-10 16,2-5 6-16,-3 8-4 0,3-8 2 0,0 10 5 15,0-10 5-15,0 0 27 0,3 10 12 16,-3-10 8-16,0 0 15 0,11 1-2 0,-11-1 6 16,0 0 1-16,0 0 5 0,0 0-1 15,0 0-8-15,22-3-11 0,-22 3-6 0,0 0-12 16,0 0-24-16,0 0-45 0,0 0-49 15,0 0-71-15,0 0-56 0,0 0-64 16,0 0-62-16,3 3-73 0,-3-3-81 0,0 0-101 16,0 0-182-16,0 0 24 15,0 0 79-15,-13 10-489 0,13-10-593 0</inkml:trace>
  <inkml:trace contextRef="#ctx0" brushRef="#br0" timeOffset="162390.63">13107 14952 3269 0,'2'-16'3'0,"3"2"46"0,1 3 34 0,4-1 28 0,-1 3 34 0,4-1 12 0,5 5 12 0,0 0-4 16,4 7-1-16,8 8-6 0,2 7-4 15,4 10-6-15,-7 4 0 0,-8-2 1 16,-1 2 13-16,-9 6 9 0,-8 0-14 0,-4 4-18 16,-12 10-8-16,-10 4-17 0,-8 1-43 15,-13 10-82-15,-5-2-109 0,-3-4-148 0,12-11-161 16,3-3-219-16,-6-2-71 15,11-7 80-15,1-8-444 0,10-6-553 0</inkml:trace>
  <inkml:trace contextRef="#ctx0" brushRef="#br0" timeOffset="162806.92">13093 15334 2881 0,'0'0'26'0,"-7"-7"45"0,7 7-3 0,0 0 5 0,-15-2 17 16,15 2 34-16,-14 17 41 0,5 3 20 0,2 9 10 16,-4 4 0-16,6 2-17 0,3 0-11 15,2-5-8-15,2-4-5 0,3 6-3 16,6-9-5-16,1 3-4 0,12-5-10 15,6-7-10-15,8-3-13 0,3-8-10 0,6 0-51 16,0-11-73-16,10-1-86 0,0-5-111 16,-5-2-142-16,-7-3-220 0,-10 3-116 0,-9-1 66 15,-3 0-400-15,-5 4-508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47:06.3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19329 4902 2210 0,'-16'0'409'0,"16"0"-44"0,-9 0-33 0,9 0-47 16,0 0-31-16,0 0-20 0,-14-3-28 16,14 3-20-16,0 0-15 0,-2-9-14 15,2 9-9-15,0 0-14 0,13-12-12 16,-6 5-11-16,0 3-12 0,3-4-10 0,3 2-5 16,-2-4-7-16,5 5-12 0,-3-1-6 15,5 0-8-15,-5 1-3 0,0 4-7 16,0 1-3-16,-13 0-5 0,33 6-5 0,-18 2 1 15,-2-1-8-15,1 5-3 0,-3 2 2 16,0 3-1-16,-4 1-2 0,-3-1 1 0,-4 2-12 16,-2 3 6-16,-7 11 8 15,-4-2 5-15,1-2 0 0,-6 0 13 0,0-2 3 16,2 0 1-16,-4 0-1 0,6-6-2 16,-2-3-1-16,7-3 12 0,-1-3 6 0,2-3 7 15,4-1 23-15,3 0 13 0,-3-2 9 16,4-6 9-16,-2 11-12 0,2-11-3 0,6 10-14 15,-5-5-5-15,5 2-12 0,0 2-9 16,2-1-5-16,-1 2 4 0,2 2-10 16,2 2-6-16,-4-2-4 0,0 2-5 0,2-1 7 15,-4 3-5-15,3-3 15 0,-7-1 24 16,1 3 5-16,-2-3-70 0,0 0-12 16,-3 2 0-16,-3-1 0 0,-1 1 0 0,-5-4 0 15,2-1 0-15,-3 3 0 0,0-4 0 16,-7 1 0-16,6-4 0 0,-4 0 0 15,1 0 0-15,0-1 0 0,-3-4 0 0,6 0 0 16,-4-2 0-16,1-2 0 0,2-3 0 16,-2 1 0-16,3-1 0 0,1 0 0 0,2-2 0 15,1 3 0-15,1 0 0 0,1 1 0 16,-2-1 0-16,7 2 0 0,-1-1 0 0,4 5-334 16,-4-7-647-16,4 7 36 0,9-6 106 15,-9 6-893-15,22-4-1164 0</inkml:trace>
  <inkml:trace contextRef="#ctx0" brushRef="#br0" timeOffset="702.4">21022 5049 4396 0,'-3'-10'-198'0,"-1"0"57"16,2 1 57-16,0 2 56 0,2 1 61 15,0 6 50-15,-1-12 33 0,1 6 34 0,0 6 19 16,-2-10 11-16,2 10 4 0,0-10 18 16,0 10 9-16,0-9-11 0,0 9-12 0,0 0-25 15,0 0-13-15,0 0 2 0,0 0 23 16,0 0 5-16,0 0 4 0,-2 33 7 0,-2 5 13 15,-1 3-4-15,-5 13-4 16,-2 6-10-16,1-1-12 0,-4 3-17 0,0-1-19 16,-5-1-58-16,5-2-80 0,-4-1 0 0,0-7 0 15,0-6 0-15,4-7 0 16,0-4 0-16,1-6 0 0,5-6 0 0,1-3 0 16,0-5 0-16,4 1 0 0,-1-5 0 15,1 0 0-15,2-2 0 0,2-7 0 0,-1 8 0 16,1-8 0-16,0 0 0 0,0 0 0 15,0 0 0-15,0 0 0 0,0 0 0 16,16-24 0-16,-9 17 0 0,-6-3 0 0,7 2-606 16,-6 1-170-16,1-3-152 0,-3 2 89 15,0 2-876-15,0-1-1148 0</inkml:trace>
  <inkml:trace contextRef="#ctx0" brushRef="#br0" timeOffset="1198.24">22340 5167 4525 0,'0'-13'-111'0,"0"2"72"0,0 2 62 15,0 0 57-15,-2 0 50 0,2 9 16 0,-2-7-2 16,2 7-14-16,0-8-13 0,0 8 13 15,0 0 10-15,0 0 9 0,-3 25-2 16,-1-4 8-16,-4 10 14 0,0 4 4 0,3 4 1 16,-5 2-13-16,-2 9-14 0,1-1-10 15,-3 0-15-15,5-11-8 0,-2-1-16 16,-3-3-6-16,3-3-7 0,-3-2-14 16,1-3-5-16,4-6-10 0,1-4-6 0,0-3-12 15,-3-3-21-15,8-1-40 0,-4 0-43 16,3-4-51-16,4-5-60 0,-3 3-55 0,3-3-62 15,0 0-65-15,0 0-52 0,3-24-61 16,6 5-51-16,2-10-65 0,6-15-67 0,4-1 23 16,4-2-418-16,2-5-523 0</inkml:trace>
  <inkml:trace contextRef="#ctx0" brushRef="#br0" timeOffset="1481.77">22453 5082 2708 0,'3'-16'-64'0,"1"3"53"0,-2 2 49 15,-2 3 42-15,0 1 34 0,0 7 17 16,-4-10 23-16,4 10 11 0,-9-5 23 15,9 5 26-15,-27 5 17 0,6 2 11 0,-10 8 22 16,-10 6 23-16,-3 2 43 0,-2 5 8 16,7 2 6-16,0-1-2 0,6 1-8 0,8-5-14 15,4 0-15-15,5-1-12 0,0 0-6 16,8-4-24-16,7-2-23 0,1-3-186 0,1 0-54 16,7 1 0-16,4-1 0 15,8 2 0-15,5 1 0 0,6-6 0 0,-1-3 0 16,4-3 0-16,-1-2 0 0,-5 0 0 15,3-6 0-15,-3 2 0 0,-1-4 0 0,0 0 0 0,-2 2 0 16,-6 0 0-16,-2-1 0 16,-1 1 0-16,-5 2 0 0,0 0-177 0,-11 0-175 15,16-2-74-15,-16 2-83 0,9 2-110 16,-9-2-161-16,0 0-5 0,3 5 90 16,-3-5-614-16,2 8-766 0</inkml:trace>
  <inkml:trace contextRef="#ctx0" brushRef="#br0" timeOffset="1864.44">23100 5103 3606 0,'0'-16'33'16,"2"3"72"-16,-2 5 54 0,2 0 45 0,-2 1 26 15,0 7 4-15,0-10-10 0,0 10-18 16,0 0 11-16,0 0 19 0,0 0-5 16,2 25-9-16,-4-2 13 0,-4 13 5 15,3 6 0-15,-7 8-17 0,-2 6-14 0,0 0-16 16,-2 4-13-16,-1-3-15 0,-1-1-16 16,1 1-7-16,-2-6 13 0,4-1-11 15,-5-7-135-15,5-8-9 0,0-2 0 0,2-5 0 16,3-6 0-16,2-3 0 0,-2-7 0 15,6 0 0-15,-1-2 0 0,1-1 0 0,0-1 0 16,2-8 0-16,-2 9 0 0,2-9 0 16,0 0 0-16,0 0 0 0,0 0 0 0,0 0 0 15,0 0 0-15,23-12-469 0,-15 5-127 16,1-3-133-16,3-1-150 0,-3 1 72 0,2-3-795 16,7-1-1043-16</inkml:trace>
  <inkml:trace contextRef="#ctx0" brushRef="#br0" timeOffset="2381.8">24117 5310 4178 0,'7'-14'-100'0,"-2"4"71"15,-3 0 81-15,2 3 55 0,-2-2 51 16,-2 3 38-16,0 6 10 0,-2-11-8 16,2 11-19-16,-6-10-20 0,-1 6 1 15,-5 3-1-15,-5 1 0 0,-8 3 1 0,-11 3-3 16,-4 3 4-16,-9 9 7 0,-1-1-1 16,0 2 3-16,7 1-3 0,3 3 3 0,9-3-11 15,6 2-6-15,2 2-6 0,9-1-4 16,3-2-4-16,8-1-4 0,3-1-10 0,3 3-37 15,9 7-88-15,5-1 0 0,2-1 0 16,5 2 0-16,-4-3 0 0,-1-1 0 0,3 1 0 16,-4-4 0-16,-4-2 0 0,-3-3 0 15,-4-1 0-15,0-1 0 0,-5 0 0 16,-2-1 0-16,-2 0 0 0,-5-1 0 16,-6 3 0-16,2-3 0 0,-8-1 0 0,-6 4 0 15,-4-3 0-15,3-2 0 0,-5-3 0 16,-1 2 0-16,3-6 0 0,4 1 0 0,1-2 0 15,5-1 0-15,-3 1 0 0,10-3 0 16,-4 0 0-16,3 0 0 0,13 0 0 0,-21-3 0 16,11 1 0-16,10 2 0 0,-15-5 0 15,7 2 0-15,5-1 0 0,3 4 0 16,-10-6 0-16,7 2 0 0,3 4 0 16,-5-7-274-16,5 7-769 0,3-8 119 0,-3 8-1099 15,0 0-1440-15</inkml:trace>
  <inkml:trace contextRef="#ctx0" brushRef="#br0" timeOffset="5796.61">6297 10597 848 0,'-11'0'441'0,"11"0"-126"0,0 0-92 16,0 0-37-16,-7-3-16 16,7 3-19-16,0 0-3 0,0 0 2 0,0 0 11 0,0 0 8 15,0 0 8-15,0 0 1 16,-7 9 5-16,7-9 2 0,0 0-2 0,1 12 0 16,-1-12-9-16,4 9-3 0,0-5-6 15,-4-4 0-15,11 11 1 0,-3-4-17 0,3-1-8 16,4-3-7-16,4 2-15 0,6-4-11 15,4-1-25-15,1 0-6 0,10-3-8 16,6-2-9-16,-4-2-2 0,0 0-10 0,-4-2 0 16,-3 0-11-16,-5-2 3 0,-3 2-4 15,-9 5-4-15,-2-2-4 0,-3 3 0 16,-1 0-1-16,-3-2-1 0,-9 5-5 16,15-4-2-16,-9 2-5 0,-6 2-4 0,13-6-1 15,-13 6-8-15,10 0-38 0,-10 0-45 16,0 0-53-16,12-4-73 0,-12 4-94 0,0 0-98 15,0 0-127-15,0 0-161 0,0 0 50 16,0 0-483-16,0 0-591 0</inkml:trace>
  <inkml:trace contextRef="#ctx0" brushRef="#br0" timeOffset="6946.58">5974 12097 3029 0,'0'0'-47'0,"0"0"11"16,-16 5 39-16,16-5 44 0,-5 3 35 16,5-3 27-16,-4 9 20 0,4-9 2 0,-2 8 14 15,2-8-1-15,4 12-1 16,-2-5 3-16,1 0 1 0,5 0 5 0,2-2 4 16,1-2-1-16,7 1-4 0,2 1-5 15,3-5-14-15,15-3-8 0,4-1-10 0,10-8-13 16,5-3-11-16,-8-2-12 0,9 1-4 15,-3 1-6-15,-2-2-4 0,0-5-6 0,-5 5-11 16,-12 5-3-16,-5 0-2 0,-8 5-3 16,-5 0 15-16,-4 2 17 0,-3 1 20 0,1-2 12 15,-4 4 19-15,1-1 5 0,-9 3-6 16,14-8 2-16,-14 8-8 0,9-4-16 16,-9 4-6-16,9-2-7 0,-9 2-11 0,0 0-11 15,0 0-11-15,12-4 2 16,-12 4-36-16,0 0-48 0,0 0-43 0,12-2-67 0,-12 2-62 15,0 0-74-15,5-2-88 16,-5 2-96-16,0 0-98 0,0 0-152 0,0 0-1 16,0 0 75-16,0 0-497 0,0 0-601 15</inkml:trace>
  <inkml:trace contextRef="#ctx0" brushRef="#br0" timeOffset="8213.37">5535 14212 2901 0,'0'0'-31'0,"-7"-3"47"16,7 3 24-16,0 0 17 0,-13-1 8 16,13 1 4-16,0 0-4 0,0 0 28 0,-12 8 14 15,8-1 9-15,0 1-7 0,4 4 2 16,-1 0 12-16,1 1 3 0,1 0 4 0,3 1 0 16,-2 2-3-16,5-5 16 0,2 1 9 15,0 1 15-15,4-5 8 0,4-4 12 0,7 2-9 16,-4-4 4-16,8-5-16 15,13-4-15-15,10-7-8 0,3 0-19 0,-3-1-16 16,1 1-8-16,-3-3-11 0,-11 4-4 16,1-2-8-16,-5 3-14 0,-2 0-7 15,-7 4-3-15,-5 1-3 0,-4 0-4 0,-1 2-7 16,-3 3-4-16,-1 0 5 0,-1-1 14 16,-10 3 10-16,15-5 2 0,-15 5 5 0,11-4-3 15,-11 4-10-15,10-3-1 0,-10 3-3 16,9-3-4-16,-9 3-14 0,0 0-3 0,12-5-5 15,-12 5-11-15,0 0-35 0,8-4-42 16,-8 4-62-16,0 0-66 0,0 0-70 16,0 0-102-16,7-2-106 0,-7 2-126 0,0 0-157 15,0 0 12-15,0 0 82 16,0 0-506-16,0 0-628 0</inkml:trace>
  <inkml:trace contextRef="#ctx0" brushRef="#br0" timeOffset="9696.1">5320 15675 2979 0,'-6'-5'-29'0,"6"5"32"0,0 0 1 16,0 0 1-16,-7-7 25 0,7 7 23 15,0 0 40-15,0 0 40 0,0 0 12 0,0 0 10 16,-6 20-2-16,6-20 9 0,2 12 7 16,2-5 5-16,2 3 3 0,-3-2 0 0,6-1 1 15,0 1-5-15,7-2-7 0,6-2-25 16,4 0-10-16,1-2-11 0,17-6-9 15,11-5-14-15,2-2-5 0,3-4-10 16,0-2-7-16,-2-3-9 0,-3 3-3 0,-4-1-7 16,-3-2-7-16,-3 1-6 0,-14 6 7 0,-3 1 17 15,-4 1 19-15,-10 5 20 16,0-1 10-16,-3 3 4 0,-1-1-7 0,-2 2-9 16,-8 3-11-16,15-6-3 0,-15 6-12 15,10-4-6-15,-10 4-8 0,7-4-8 0,-7 4-9 16,9-3-6-16,-9 3-30 0,0 0-54 15,6-5-79-15,-6 5-75 0,0 0-106 16,6-9-97-16,-6 9-95 0,2-7-129 0,-2 7-156 16,-2-7 56-16,2 7-586 15,-6-8-768-15</inkml:trace>
  <inkml:trace contextRef="#ctx0" brushRef="#br0" timeOffset="10995.87">5198 17179 3781 0,'0'0'-52'0,"0"0"11"15,0 0 32-15,-23 4 51 0,23-4 39 0,-8 10 30 16,3 0 25-16,3 0 12 0,-2 1 1 15,6 2-3-15,0 1 2 0,2 0 2 0,3-1 8 16,7 1 4-16,11 1-2 0,-3-6-3 16,15-2-8-16,7-6-12 0,2-6-11 15,12-5-11-15,3-4-13 0,0-4-11 0,0-4-10 16,-2-3-5-16,-4 3-8 0,-5 0 0 16,-4 2 3-16,-14 3 10 0,-3 5 15 0,-8 0 19 15,-4 5 8-15,-4 1-1 16,-2 2-9-16,0 0-2 0,-4 0-16 0,-7 4-4 15,11-6-9-15,-11 6-13 0,10-4-4 16,-10 4-6-16,9-3-9 0,-9 3-8 16,0 0-5-16,10-6-24 0,-10 6-34 0,0 0-63 15,8-2-75-15,-8 2-73 0,0 0-86 16,4-6-97-16,-4 6-103 0,2-6-138 0,-2 6-149 16,0 0 73-16,0 0-606 0,0 0-795 15</inkml:trace>
  <inkml:trace contextRef="#ctx0" brushRef="#br0" timeOffset="17344.7">10683 13902 1631 0,'-2'-5'217'0,"2"5"-19"16,0 0-8-16,0 0 11 0,0 0 6 15,-12 34-4-15,5-1-13 0,-3 3-9 16,-1 4 5-16,-1 11 2 0,1 2 0 0,-1-2-4 16,3 2-5-16,-2-1-9 0,5-12-6 15,-4-1-5-15,5-5 3 0,-3-1 0 0,1-8-1 16,0-4 4-16,5-4-8 0,-3-1 6 16,3-4 5-16,-2-2 13 0,3 1-1 15,-3-5 7-15,2 0-9 0,2-6-18 16,0 0-19-16,0 0-12 0,0 0-17 0,0 0-14 15,0 0-15-15,0 0-17 0,0-29-12 0,0 13-4 16,0-1-7-16,-2-3-2 16,0 2-6-16,-2-3-7 0,0 1-2 0,-2-1-1 15,-5 2-1-15,-1 2-3 0,-1 2-1 16,-2 1-3-16,-4 4 2 0,-9-3 3 0,1 7 2 16,2 3 5-16,-2 3 5 0,-13 3 10 15,3 3 10-15,0 7 11 0,1 1 16 0,-4 10 7 16,6 1-30-16,1 6-58 0,12-4 0 15,2 4 0-15,6-2 0 0,5 4 0 16,5-8 0-16,3 0 0 0,1-2 0 0,3 0 0 16,7 5 0-16,1-8 0 0,-1-4 0 15,11 4 0-15,-6-5 0 0,2-5 0 0,0 1 0 16,3-4 0-16,-1-2 0 16,-2-1 0-16,4-3 0 0,-3 2 0 0,-1-3 0 15,0-3 0-15,0 2 0 0,-2-1 0 16,-3-2 0-16,1 1 0 0,-5 1 0 0,0 0 0 15,2 1 0-15,-11 1 0 0,13-4 0 16,-13 4 0-16,10-3 0 0,-10 3 0 0,9-4 0 16,-9 4-511-16,11-2-82 0,-5 0-93 15,-6 2-151-15,10-4 35 0,-10 4 74 0,11-5-644 16,-4 3-826-16</inkml:trace>
  <inkml:trace contextRef="#ctx0" brushRef="#br0" timeOffset="18194.72">11117 13772 3516 0,'-7'-8'-136'0,"3"3"59"0,4 5 49 0,-6-6 42 15,6 6 32-15,0 0 23 0,-8-7 27 16,8 7 10-16,-4-3 14 0,4 3 2 0,0 0 12 15,-3-7 6-15,3 7 1 0,0 0 5 16,-6-8 1-16,6 8 12 0,0 0 6 16,0-10 19-16,0 10-5 0,0 0 5 0,0 0-1 15,0-8-6-15,0 8-8 0,0 0-16 16,0 0 0-16,0 0 6 0,0 0-1 0,-11 23-11 16,5-9-6-16,-4 6-5 0,-1 9-9 15,3 2-6-15,2-6-8 0,5 1-13 0,-3-2-9 16,0 0-8-16,4-4-10 15,2 0-9-15,-2-3-4 0,4 0-5 0,-1-1-6 16,1-2-2-16,3-4-6 0,-2 0-4 16,3-3-5-16,-1-2-1 0,1-2-3 0,-8-3 0 15,21-1-20-15,-8-4-8 0,0-3 0 16,5-1 0-16,-1-5 0 0,2-6 0 0,2 1 0 16,-2-2 0-16,-4 5 0 0,-2 3 0 15,-2 3 0-15,-2-2 0 0,-2 4 0 16,-1 1 0-16,-3 2 0 0,1 4 0 15,-4 1 0-15,0 0 0 0,0 0 0 0,0 0 0 16,-6 25 0-16,-1-9 0 0,3 5 0 16,-3-2 0-16,2 3 0 0,2-3 0 15,-1 5 0-15,0-7 0 0,2 0 0 0,2 1 0 16,0-4 0-16,-1 1 0 0,1-2 0 16,0-2 0-16,0 1 0 0,0-1 0 0,0-3 0 15,1 1 0-15,-1-1 0 0,0-1 0 16,0-7 0-16,0 10 0 0,0-10 0 0,0 9 0 15,0-9 0-15,4 8-325 0,-4-8-194 16,2 2-133-16,-2-2-170 0,0 0-4 0,7 6 81 16,-7-6-718-16,3 8-912 0</inkml:trace>
  <inkml:trace contextRef="#ctx0" brushRef="#br0" timeOffset="18961.43">11590 14314 3885 0,'0'0'-15'0,"0"0"87"0,0 0 66 16,0 0 53-16,0 0 47 0,-16 33 38 0,7-15 26 15,0 5 13-15,-5 6-7 0,1 2-9 16,-1 0-10-16,1 2-16 0,-1-4-18 0,3 0-14 16,0 1-16-16,1-8-11 15,1-2-23-15,3-5-9 0,3-1-9 0,-3-1-34 16,1-3-139-16,2 1 0 0,-1-4 0 0,0 0 0 15,4-7 0-15,-1 10 0 16,1-10 0-16,0 0 0 0,0 0 0 0,0 0 0 16,0 0 0-16,0 0 0 0,7-43 0 15,9 15 0-15,0-1 0 0,0 0 0 0,2-1 0 16,4 5 0-16,-5 1 0 0,-4 7 0 16,3 1 0-16,-7 7 0 0,0-2 0 0,2 4 0 15,-6 3 0-15,2-1 0 0,-7 5 0 16,13-3 0-16,-13 3 0 0,0 0 0 0,23 8 0 15,-17-4 0-15,2 3 0 0,0 0 0 16,-3 1 0-16,1 1 0 0,-1-1 0 0,0 1 0 16,1-1 0-16,-3 1 0 0,1-3 0 15,0 1 0-15,-4-7 0 0,5 10 0 16,-5-10 0-16,7 6 0 0,-7-6 0 16,5 3 0-16,-5-3 0 0,0 0 0 0,20-9 0 15,-9 1 0-15,3-4 0 0,8-8 0 16,-1 3 0-16,1-2 0 0,3 3 0 0,-6 3 0 15,-4 3 0-15,-1 3 0 0,-5 2 0 16,2 1 0-16,0 1 0 0,-11 3 0 16,0 0 0-16,18 7 0 0,-10-2 0 0,-2 4 0 15,-1 1 0-15,-3 2 0 0,2 3 0 16,2-1 0-16,-5 3 0 0,2 0 0 0,-1 1 0 16,2 1 0-16,-2-2 0 0,-1-3 0 15,-1 2 0-15,2-3 0 0,-2-2 0 16,2 2 0-16,-2-5 0 0,2-1 0 15,0 1 0-15,0-1 0 0,-1 0 0 0,1-2 0 16,-2-5 0-16,9 3-440 0,-9-3-308 16,0 0-114-16,20-5 3 0,-8-3 84 0,1-1-758 15,6-1-977-15</inkml:trace>
  <inkml:trace contextRef="#ctx0" brushRef="#br0" timeOffset="19296.5">12247 14521 4088 0,'0'0'-63'0,"-2"-9"65"0,2 9 44 0,0 0 41 0,-4-8 23 0,4 8 28 0,0 0 15 16,0 0-1-16,0 0 2 15,0 0-2-15,-13 21-9 0,10-11-8 0,-1 0-13 16,-1 3-15-16,5-3-5 0,-1 4-7 16,2-3 13-16,-1 3-10 0,3-3-6 0,1 0-11 15,-2 0 12-15,0-3 5 0,1-1 6 16,-1 0-4-16,4-2-21 0,-6-5-10 0,12 5-4 15,-12-5-5-15,0 0-2 0,18-3 7 16,-18 3 6-16,14-11 7 0,-7 4 4 16,-1-4 0-16,1-3 5 0,-1-1 5 0,0-3-4 15,-2 1-8-15,-2-1-7 0,0 3-3 16,0 1-14-16,-4 1-7 0,0 1-8 0,-4 3-9 16,0 1-13-16,-1 1-42 0,-5 4-44 15,3-1-51-15,9 4-47 0,-21-2-59 16,21 2-69-16,-23 6-83 0,14-1-90 15,-7 0-108-15,7 0-148 0,-2 0-1 0,4 0 66 16,5-1-528-16,2-4-651 0</inkml:trace>
  <inkml:trace contextRef="#ctx0" brushRef="#br0" timeOffset="19844.37">12991 13987 3588 0,'-4'-17'167'0,"4"1"46"0,0 3 48 0,-2 5 35 16,0 0 28-16,0 0 8 0,2 8-15 15,-1-10-27-15,1 10-6 0,0 0 7 0,0 0-2 16,0 0-13-16,-16 39-15 0,7-8-16 16,-3 6-5-16,-3 8-9 0,-1 5-15 15,1 2-146-15,0 1-70 0,-4-1 0 0,3-2 0 16,0-2 0-16,0-2 0 0,3-10 0 15,-3-3 0-15,5-3 0 0,-3-4 0 16,7-3 0-16,0-11 0 0,1 2 0 0,3-5 0 16,-2-1 0-16,1-2 0 0,4-6 0 0,-2 6 0 15,2-6 0-15,0 0 0 16,0 0 0-16,0 0 0 0,6-26 0 0,-3 15 0 16,0-7 0-16,-3 1 0 0,0-1 0 15,0 1 0-15,0-1 0 0,-1 1 0 0,-8 4 0 16,4 3 0-16,-6 1 0 0,-7 6 0 15,1 1 0-15,-2 4 0 0,-4 4 0 0,-8 6 0 16,5 4 0-16,2 2 0 0,2 3 0 16,1-1 0-16,10 1 0 0,2-1 0 0,0-3 0 15,8 0 0-15,-3-5 0 16,4 5 0-16,4-5 0 0,-3 1 0 0,5-2 0 16,4-1 0-16,1-2 0 0,0-1 0 15,1-3 0-15,-1-1 0 0,3-1 0 0,1-2 0 16,-1 0 0-16,-14 0 0 0,27-2 0 15,-16 2 0-15,-11 0 0 0,16-1 0 0,-5-1 0 16,-11 2 0-16,11 0 0 0,-11 0 0 16,0 0 0-16,12-4 0 0,-12 4 0 0,0 0-353 15,0 0-522-15,0 0-63 0,0 0 91 16,0 0-914-16,0 0-1192 0</inkml:trace>
  <inkml:trace contextRef="#ctx0" brushRef="#br0" timeOffset="21395.9">13559 14326 5074 0,'-2'-26'-40'0,"2"4"47"0,0 4 66 0,0 4 58 15,-2 3 30-15,2 1 14 0,0 1-27 0,0 9-6 16,0 0 38-16,0 0 33 0,0 0 14 15,-23 34-4-15,9-1-9 0,-1 10-11 0,-2 2-12 16,0 1-17-16,1 2-15 0,5-11-17 16,-4 8-14-16,4-10-16 0,-2-3-10 0,2-1-50 15,0-2-52-15,1-7-2 0,3-3-137 16,1-4-83-16,4-3-79 0,1-2-81 16,-3 1-69-16,4-4-78 0,2-2-84 0,-2-5-151 15,0 0 33-15,0 0 81 0,0 0-509 16,28-18-625-16</inkml:trace>
  <inkml:trace contextRef="#ctx0" brushRef="#br0" timeOffset="21728.99">13661 14388 3111 0,'10'-12'-31'0,"-4"3"42"0,1 1 34 16,-3 2 36-16,4 3 31 0,-8 3 12 16,12-5 10-16,-12 5-1 0,0 0 5 15,18 2 2-15,-18-2 5 0,16 10 6 0,-13-3 15 16,3 3 5-16,-2 0 11 0,-3 2 17 15,1 2 3-15,0-1 3 0,-2 1-15 16,0 0-8-16,2 0-7 0,-2 0-13 0,0-1-8 16,2 3-2-16,1 1 0 0,-1-1 4 15,-1 1 9-15,1 3-3 0,2-1 5 16,-2-2 7-16,-2 3 4 0,0-1 9 0,-4 4 10 16,0-1 12-16,-8 7-199 0,1-2-10 15,-3-1 0-15,0-2 0 0,-6 1 0 0,0-3 0 16,1-3 0-16,-5 1 0 0,6-6 0 15,0-2 0-15,-1 0 0 0,2-2 0 16,0-1 0-16,2-4 0 0,-1 1 0 0,0-2 0 16,4-3 0-16,-3-1 0 0,1-1 0 15,3-4-959-15,-2-4-8 0,3-3 100 16,-1-3-969-16,-5-11-1262 0</inkml:trace>
  <inkml:trace contextRef="#ctx0" brushRef="#br0" timeOffset="22812.28">6342 6868 3085 0,'-9'2'208'15,"-2"-2"16"-15,11 0-4 0,-11 2-12 16,11-2-38-16,0 0-35 0,0 0-31 0,0 0-25 16,0 0-22-16,0 0-5 0,27-13-4 15,-4 7-3-15,13 2-9 0,4-2-19 0,1 0-37 16,6 3-41-16,-4 1-49 0,1 2-32 15,-9 0-37-15,-7 4-31 0,-3-1-13 16,-5 4 2-16,-6 0 19 0,-10 1 25 16,-8 3 13-16,-3 3 19 0,-18 4 15 15,-7 2 23-15,-15 2 26 0,0-1 23 0,-1-3 38 16,3 0 27-16,8-5 34 0,5-2 22 16,10-3 29-16,2-3 18 0,6 0 5 0,5-1-1 15,4-3-17-15,5-1-4 0,0 0-5 16,0 0-7-16,39-7-12 0,6 1 0 0,12-3-3 15,6 1-16-15,5-3-10 0,0 4-36 16,-1-3-20-16,-6 3-18 0,-17 1-8 0,-10 5-13 16,-12 0 6-16,-11 2 6 0,-8 0 3 15,-3-1 6-15,0 0 3 0,-36 13 15 16,0-6 18-16,-6 2 12 0,-1-1 18 16,-13 3 1-16,16-6 14 0,3 1 4 15,8-2 3-15,9-3-5 0,6 1-7 0,3 0-4 16,6 0-4-16,5-2-25 0,0 0-51 15,0 0-67-15,0 0-87 0,50-2-106 0,-23 0-198 16,0 0-5-16,12 1 56 0,-5 1-88 16,-7 0-41-16</inkml:trace>
  <inkml:trace contextRef="#ctx0" brushRef="#br0" timeOffset="25376.73">13595 14459 1005 0,'0'0'217'16,"-14"-1"-38"-16,14 1-29 0,0 0-1 15,0 0 0-15,0 0 3 0,0 0-1 0,-11-4-1 16,11 4 4-16,0 0 18 0,0 0 10 16,0 0 5-16,0 0 10 0,-7-5 10 0,7 5 0 15,0 0 0-15,0 0-4 16,0 0-10-16,0 0-7 0,0 0-9 0,0 0-9 16,0 0-9-16,-11-3-10 0,11 3-11 15,0 0-16-15,0 0-14 0,0 0-9 16,0 0-10-16,0 0-3 0,22-14-6 0,-17 11-3 15,-5 3-6-15,16-7 0 0,-7 3-4 16,0-1 4-16,3 2-9 0,1 0 0 0,5-1-4 16,-3 1-4-16,2-1 4 0,0-1 0 15,0 3 2-15,-1-1 6 0,-3 1-9 0,0-2 0 16,1 3 3-16,-14 1-4 0,16-2-13 16,-4 2-1-16,-12 0-2 0,0 0-5 15,22-1-3-15,-22 1 1 0,11 1 0 16,-11-1 1-16,9 5 2 0,-9-5 2 0,12 9 3 15,-6-4 6-15,-6-5-6 0,7 11 2 16,-3-5-3-16,-3 1 3 0,3 0 0 16,-2 2-7-16,0-1 12 0,1 0-1 0,-3 1 2 15,0 1 1-15,0 1 10 0,-5-1 6 16,3 0 3-16,-2 2 6 0,1-1 6 0,-3-1-3 16,1 0-47-16,-4 3-31 0,2-3 0 15,0 0 0-15,-3-1 0 0,2-1 0 0,1 1 0 16,-3-2 0-16,3-2 0 0,1 3 0 15,-4-2 0-15,5 2 0 0,-1-3 0 16,1 0 0-16,5-5 0 0,-12 7 0 16,12-7 0-16,-8 7 0 0,8-7 0 15,-5 5 0-15,5-5 0 0,0 0 0 0,-7 7 0 16,7-7 0-16,0 0 0 0,-3 5 0 16,3-5 0-16,0 0 0 0,0 0 0 0,6 14 0 15,0-7 0-15,-6-7 0 0,11 13 0 16,-6-4 0-16,5 1 0 0,-2 2 0 0,-1-2 0 15,1 2 0-15,0 2 0 0,-3 0 0 16,1 0 0-16,-1-1 0 0,-1-1 0 0,-2 0 0 16,0 1 0-16,-4-1 0 0,0 1 0 15,-2 1 0-15,-5 0 0 0,-3 1 0 16,-1-1 0-16,-1 0 0 0,-10 1 0 16,-2 0 0-16,3-5 0 0,-1-1 0 0,2-1 0 15,1-2 0-15,-2-1 0 0,6 0 0 16,0-2 0-16,-3 1 0 0,7-2 0 15,0-1 0-15,1 2 0 0,1-2 0 0,11-1 0 16,-17 1 0-16,17-1 0 0,-15 0 0 16,15 0 0-16,-12 2 0 0,12-2 0 0,0 0 0 15,-15 0 0-15,15 0 0 0,0 0 0 16,-11 0 0-16,11 0 0 0,0 0 0 0,0 0 0 16,0 0-610-16,0 0-385 0,0 0 74 15,0 0 92-15,34-4-816 0,-15 1-1082 0</inkml:trace>
  <inkml:trace contextRef="#ctx0" brushRef="#br0" timeOffset="25726.76">14603 14705 4515 0,'-13'-2'3'0,"-1"0"59"0,14 2 60 16,-17-1 55-16,17 1 54 0,-12-4 49 16,12 4 10-16,0 0 6 0,0 0 1 0,0 0-2 15,0 0-20-15,0 0-25 0,0 0-22 16,59 5-24-16,-32-5-22 0,2 0-22 15,0 0-19-15,-3 0-34 0,3 0-47 0,0-1-74 16,-11-1-88-16,0 2-83 0,-4 2-84 16,0-2-105-16,-1 0-125 0,-3 0-144 0,-10 0-207 15,13 3 72-15,-13-3 86 0,8 5-590 16,-8-5-741-16</inkml:trace>
  <inkml:trace contextRef="#ctx0" brushRef="#br0" timeOffset="25976.65">14605 14851 3647 0,'-31'3'140'0,"4"1"66"0,4 0 48 0,8-2 51 16,-4 2 43-16,6-2 23 0,2-2 13 15,5 5 8-15,6-5 17 0,0 0-4 0,0 0-30 16,0 0-31-16,34 15-38 0,-9-12-33 16,15 1-241-16,6 0-32 0,-5 0 0 0,2 2 0 15,-4-5 0-15,-10 0 0 0,-4-1 0 16,-6 3 0-16,-4-3 0 0,-1 2 0 15,-3-2 0-15,-2 1 0 0,-9-1 0 16,14 0 0-16,-14 0 0 0,0 0 0 0,9-3-111 16,-9 3-345-16,0 0-106 0,0 0-108 15,6-5-211-15,-6 5 73 0,0 0 84 0,7-7-629 16,-7 7-809-16</inkml:trace>
  <inkml:trace contextRef="#ctx0" brushRef="#br0" timeOffset="26609.83">15569 14322 3513 0,'-17'-6'-89'0,"-2"3"65"0,0-3 60 0,-1 3 64 16,4-1 54-16,-4 1 46 0,7 1 32 16,3 0 10-16,-3 0-14 0,13 2-2 0,-17-4-12 15,17 4-1-15,0 0 13 0,0 0 0 16,0 0-11-16,0 0-24 0,42-4-20 15,-10 4-13-15,10 0-19 0,6 1-16 16,-3-1-7-16,3 3-18 0,-6-1-13 0,-10 0-2 16,-5 2-18-16,-4 0-9 0,-3 2 1 15,-7 2 6-15,-4 3 23 0,-3 3 16 0,-6 3 21 16,-2 7 19-16,-8 9 11 0,-3 1 8 16,-2 8-54-16,-6 2-107 0,2-4 0 0,-1 4 0 15,6-10 0-15,-2 0 0 0,1-1 0 16,3 0 0-16,-1-6 0 0,2 2 0 0,3-6 0 15,2-5 0-15,3-3 0 16,-3 1 0-16,2-3 0 0,1 0 0 0,-1-4 0 16,-1 2 0-16,3-5 0 0,2 4 0 15,-1-3 0-15,1-7-193 0,0 7-459 0,0-7-154 16,0 0-95-16,0 0 76 0,0 0-812 16,0 0-1076-16</inkml:trace>
  <inkml:trace contextRef="#ctx0" brushRef="#br0" timeOffset="26793.25">15514 14829 4770 0,'-15'-4'48'0,"5"-1"70"0,2 1 61 0,8 4 56 15,-7-4 5-15,7 4 4 0,0 0-8 16,18-15-16-16,6 8-18 0,10 0-26 16,6-1-19-16,2-1-17 0,1 4-45 15,4-4-92-15,-2 3-93 0,-5 2-92 16,-4-2-103-16,0-1-125 0,-11 1-130 0,-3 3-192 15,-8-2-3-15,-1 1 73 0,-6 0-504 16,0-2-631-16</inkml:trace>
  <inkml:trace contextRef="#ctx0" brushRef="#br0" timeOffset="27260.1">15906 14022 3042 0,'-27'-17'-41'0,"-5"-1"39"0,-2 8 26 0,-2 3 43 15,-7 1 38-15,-4 6 49 0,-12 6 32 16,0 7 26-16,-4 9 18 0,-13 15 22 0,0 5 10 16,1 10 25-16,3 4 33 0,4 7 10 15,5 8 8-15,4 3 6 0,11-3-1 0,12 3-2 16,14-12-18-16,9 3-14 0,13 0-16 15,10 0-14-15,9 1-86 0,17 7-193 0,11-2 0 16,10-8 0-16,13-3 0 16,5-7 0-16,10-3 0 0,6-6 0 0,8-9 0 15,3-8 0-15,-2-9 0 0,-18-11 0 16,-2-6 0-16,-2-8 0 0,-6-5 0 0,-3-5 0 16,-4-9 0-16,-6-3 0 0,-6-7 0 15,-5-6 0-15,3-21 0 0,-7 0 0 16,-9-9 0-16,-10 7 0 0,-6-20 0 0,-12 9 0 15,-7-5 0-15,-10-16 0 0,-12 0 0 16,-8 10 0-16,-15 14 0 0,-7 7 0 0,-16 13 0 16,-8 13 0-16,-10 13 0 0,14 12 0 15,-4 8 0-15,-7 9 0 0,4 6-5 16,0 6-466-16,-8 11-91 0,4 4-102 16,23-4-165-16,5 4 14 0,11 4 76 0,6-3-658 15,7 3-848-15</inkml:trace>
  <inkml:trace contextRef="#ctx0" brushRef="#br0" timeOffset="27613.49">15089 15579 4383 0,'-44'-5'330'0,"4"0"4"0,5 1 23 15,12 4 30-15,7-4 38 0,-2 2 17 0,9 2 17 16,9 0-19-16,0 0-34 0,0 0-178 16,72-2-228-16,-3 4 0 0,14-4 0 0,5-3 0 15,27-2 0-15,-3 0 0 0,-3-1 0 16,-24 2 0-16,-6 0 0 0,-11-1 0 15,-7 1 0-15,-17 1 0 0,-7 2 0 0,-10 0 0 16,-5 1 0-16,-7-2 0 0,-4 3 0 16,2 1 0-16,-13 0 0 0,11-3 0 15,-11 3 0-15,0 0 0 0,0 0-491 16,0 0-397-16,0 0-36 0,0 0 88 0,-18 18-882 16,18-18-1152-16</inkml:trace>
  <inkml:trace contextRef="#ctx0" brushRef="#br0" timeOffset="27860.93">15067 15872 5295 0,'-11'-3'294'0,"11"3"18"16,0 0 20-16,0 0 23 0,54-22 16 0,-16 11 13 15,19-1-18-15,4 1-31 0,6 0-188 16,-1-1-147-16,5 4 0 0,-8-4 0 0,-4 1 0 15,-14 5 0-15,-2-2 0 0,-7 4 0 16,-7 0 0-16,-13 1 0 0,2-2 0 0,-7 3 0 16,-2 0 0-16,-1 1 0 0,-8 1 0 15,8-4 0-15,-8 4 0 0,0 0-407 0,0 0-464 16,0 0-65-16,0 0 85 0,0 0-892 16,-46 2-1176-16</inkml:trace>
  <inkml:trace contextRef="#ctx0" brushRef="#br0" timeOffset="34708.35">19066 4749 1275 0,'2'-12'272'0,"-2"0"-50"16,2 0-4-16,-2 2-2 0,0 0 3 15,0 1-4-15,-2-1 10 0,2-2-1 0,-2 0 8 16,0 0 4-16,-2 2 0 0,4 1 4 16,-2-1-7-16,2 2-4 0,0 8-18 0,0-11-24 15,0 11-20-15,-1-8-22 0,1 8-14 16,0 0-5-16,0 0 16 0,0 0 7 15,-8 46 15-15,2-12 10 0,-5 14-15 16,-5 8 16-16,-1 4 11 0,0 6 2 16,-12 19-1-16,0-1-11 0,4 0-9 0,-4-1-9 15,2-3-14-15,6-13-1 0,3-4-1 16,2-5-8-16,0-4-10 0,1-8-104 0,4-10-20 16,1-2 0-16,1-5 0 0,1-6 0 15,2-5 0-15,0-4 0 0,5-1 0 0,-3-5 0 16,0 3 0-16,0-3 0 0,4-2 0 15,-1 2 0-15,1-8 0 0,-6 7 0 0,6-7 0 16,0 0-148-16,0 0-285 0,0 0-91 16,0 0-102-16,0 0-116 0,7-34-65 0,1 14 65 15,3-11-676-15,5 0-869 16</inkml:trace>
  <inkml:trace contextRef="#ctx0" brushRef="#br0" timeOffset="36291.04">19287 4547 3648 0,'-21'-11'-161'0,"6"3"31"0,-4 0 34 16,3 0 40-16,-1 2 39 0,2-3 36 15,-1 3 30-15,3-2 23 0,1 3 13 0,1 2 2 16,2-2-2-16,9 5 0 16,-13-7-12-16,13 7 0 0,-6-3-10 0,6 3-6 15,0 0-12-15,0 0 4 0,37-9-9 16,-11 6 0-16,14 1-4 0,7-2-6 0,16 3-6 16,6-3 0-16,5 2 1 0,7 2-7 15,2-1 2-15,6 1-8 0,24 0 2 0,5 0-6 16,1 1 4-16,-3 1-9 15,1 2 7-15,-6-3-1 0,4 0 9 0,-26 2-12 16,5 0 1-16,-3-3-1 0,3 2 0 0,-3 0 1 16,0-1-3-16,1 1-1 15,-1-2 2-15,-3 2-4 0,2-2 1 0,-4-2 2 16,0 0-2-16,-3 2-3 0,-3 0 5 16,1 0 1-16,-8 0-2 0,0 0-4 0,-1 0 5 15,-3 2-7-15,-5-2-1 0,-8 0 2 16,-6 0 7-16,-3 0-4 0,-3 0 3 0,1 0-4 15,-4 2 5-15,-7-2-6 0,-3 0 1 16,-3 0-1-16,3 0 2 0,-1 0-2 16,10-2 6-16,5 2-5 0,-6-2 2 0,6 1 4 15,4-1-2-15,-2 0-1 16,1 1-2-16,3-4 3 0,9 3-4 0,-10 0 1 16,11 0-3-16,-5 2-2 0,7 0-2 15,-12 2 6-15,12-2-5 0,2 2 5 0,-2 0-2 16,-2 3-2-16,-2 0 5 0,0-2-1 15,-11 2 0-15,-3-3-1 0,0 1 6 0,-6 1-5 16,-6-1 17-16,-7-3 5 0,-6 2 12 16,-5 0 3-16,-3-1-1 0,2-1-3 15,-1 2-5-15,-13-2-4 0,20 2 4 0,-11-1 7 16,-9-1 1-16,17 2 2 0,-7 0-1 16,-10-2-5-16,15 8 3 0,-5-6 0 15,-1 1-3-15,1 1-6 0,-3-1 0 16,3 2-6-16,-3-1-1 0,1 1-4 0,0 0 2 15,-3 1-3-15,3 3 0 0,-4-1-4 16,0 2 1-16,-2 3-3 0,-2 5 4 0,0 3 15 16,0 4 6-16,0 13 4 0,-2 1 5 15,4 6 9-15,2 11 8 0,-1 4 10 16,3 3-5-16,-1 0-3 0,7-2 2 0,-1-1 0 16,-1 1 2-16,4-6-2 0,-3-3-1 15,-6-9 1-15,2 0-4 0,-4-2 5 0,-3-2 0 16,0 0 13-16,-1-2 12 0,-6 1 6 15,0-2 20-15,-1 2 3 0,-1-1 10 16,-1 1-2-16,-1-1-1 0,-2 10 4 16,-5-4-5-16,3 5-10 0,3-10-6 0,1-1-16 15,-2-2 4-15,1 0-6 0,0 4-6 16,1-2-5-16,-2-2-4 0,0-1-3 0,0 0-9 16,-3-2-63-16,5 1 0 0,-3-4 0 15,3 2 0-15,0-2 0 0,1-1 0 0,0-4 0 16,5-2 0-16,-1-3 0 0,1 2 0 15,-2-4 0-15,4 1 0 0,-3-4 0 0,2-2 0 16,3-1 0-16,-1 0 0 0,0-1 0 16,-2-2 0-16,2-2 0 0,-1 1 0 0,3-7 0 15,-1 10 0-15,1-10 0 16,-4 10 0-16,4-10 0 0,-4 6 0 0,4-6 0 16,0 0 0-16,-2 11 0 0,2-11 0 15,0 0 0-15,-5 4 0 0,5-4 0 0,0 0 0 16,-14 4 0-16,14-4 0 0,-18-2 0 15,4 2 0-15,14 0 0 0,-38-2 0 16,9 0 0-16,-12-4 0 0,-6-1 0 0,-10-3 0 16,-8-2 0-16,-1-1 0 0,-8 1 0 15,-21-9 0-15,-9 3 0 0,2-1 0 0,-2 1 0 16,-6 1 0-16,-4 1 0 0,-3 1 0 16,5 1 0-16,2 2 0 0,-5 0 0 15,4 0 0-15,2 0 0 0,-2-1 0 16,4 0 0-16,-2 1 0 0,-2 2 0 0,5-2 0 15,-1 1 0-15,3 1 0 0,-2-2 0 16,0 4 0-16,22-1 0 0,-20-1 0 0,21 4 0 16,3 0 0-16,3 1 0 0,3-1 0 15,4 3 0-15,6 0 0 0,14 1 0 0,4 0 0 16,4 2 0-16,10-2 0 0,5-1 0 16,7 3 0-16,-2 0 0 0,3 0 0 0,0-2 0 15,-2 1 0-15,0 1 0 16,-5-2 0-16,-1 0 0 0,-12-1 0 0,0-1 0 0,-5 4 0 15,2-4-8-15,-5-2-24 0,-12-1 12 16,-1 2-4-16,7-2 8 0,-6-3 1 16,0 0 4-16,1 3-1 0,3-1-5 15,-1-1 5-15,-4 2-2 0,3-2 4 0,2 3 11 16,7 1-15-16,-12-2 5 0,13 3-1 16,-1-1 4-16,-1-3-11 0,1 6 13 0,3-1 3 15,-3-3 0-15,5 0-1 0,-4 2-3 16,4-1 4-16,2 2 3 0,5-3 15 0,10 4 4 15,2 0 1-15,4 1 0 0,4-1-5 16,2 1 4-16,0-2 1 0,3 3 0 0,0 0-1 16,0-2 2-16,11 2-4 0,-18-2 3 15,18 2-13-15,-16-2-9 0,16 2 0 16,-11 0 0-16,11 0 0 0,0 0 0 16,-12 0 0-16,12 0 0 0,0 0-50 0,-5-3-86 15,5 3-86-15,0 0-90 0,0 0-110 16,5-13-109-16,4 6-126 0,3-7-165 15,13-7 78-15,10-9-717 0,4-6-909 0</inkml:trace>
  <inkml:trace contextRef="#ctx0" brushRef="#br0" timeOffset="36809.39">20450 4582 3674 0,'0'0'-207'0,"-4"-12"54"0,4 5 56 0,0 7 51 0,-5-10 48 16,5 10 45-16,-3-11 31 0,3 11 28 16,-6-8 7-16,6 8-8 0,-3-8-9 15,3 8-12-15,0 0 25 0,0 0 26 0,0 0 27 16,-13 19 26-16,4 1 15 0,2 11 9 16,-2 6 11-16,-9 13 20 0,3 6 8 0,-4 8 6 15,-8 23 3-15,2 4 4 0,0 8-10 16,-2 5 8-16,-2 5-7 0,0-1-18 0,2-1-11 15,4-7-10-15,0-1-6 0,7-2-20 16,-6-6-158-16,8-23-32 0,0-3 0 16,3-4 0-16,-3-8 0 0,5-14 0 0,-1-4 0 15,4-8 0-15,0-7 0 0,3-5 0 16,-1 2 0-16,0-8 0 0,2 4 0 16,-1-6 0-16,1-3 0 0,2-4 0 0,-4 8 0 15,4-8 0-15,0 0 0 0,0 0 0 16,0 0 0-16,0 0 0 0,-8-21 0 15,6 13 0-15,4-4 0 0,0-3-2 0,-1 1-646 16,1-9-124-16,5 0-133 0,0-11 78 16,4 0-886-16,5 0-1147 0</inkml:trace>
  <inkml:trace contextRef="#ctx0" brushRef="#br0" timeOffset="37258.19">21673 4841 4824 0,'5'-17'-175'0,"-1"0"43"0,2 5 40 0,-2 0 43 0,-2 2 67 0,4 0 50 16,-4 0 31-16,-1 3 9 0,1 0-4 15,0 2-12-15,2 0-11 0,-4 5-7 16,0 0 1-16,0 0 24 0,0 0 31 16,0 0 37-16,-8 37-19 0,-1 0 26 0,-5 13 26 15,1 10 13-15,-4 6 23 0,-3 21 7 16,-4 8-6-16,-1 4-17 0,4 7 4 16,3-2 2-16,-2 0-3 0,7-3-21 0,0 3-48 15,3-7-154-15,5-18 0 0,0 0 0 16,5-7 0-16,0-2 0 0,3-7 0 0,-3-3 0 15,2-17 0-15,-2-3 0 0,0-11 0 16,2-7 0-16,-2-5 0 0,0-1 0 0,0-3 0 16,0-2 0-16,0-1 0 0,-2-3 0 15,2-7 0-15,0 5 0 0,0-5 0 16,0 0 0-16,0 0 0 0,0 0 0 16,4-31-432-16,-4 16-284 0,5-6-195 0,4-10 58 15,3 1 89-15,1-4-772 0,8-5-979 16</inkml:trace>
  <inkml:trace contextRef="#ctx0" brushRef="#br0" timeOffset="37707.33">22880 4919 3872 0,'1'-17'-168'0,"1"1"42"0,2 4 37 0,0 3 40 0,-3-1 40 0,3 2 49 16,0-1 41-16,0 3 19 0,-2-1 3 0,2 2-3 16,-4 5-11-16,4-8-7 0,-4 8 29 15,0 0 35-15,0 0 24 0,0 24 4 0,-6-7 16 16,0 16 4-16,-7 16 20 0,0 7 40 15,-5 6 10-15,1 6 1 0,-4 22-10 0,2 4-9 16,1 2-17-16,-4 2-4 0,5-1-1 16,-2 4-6-16,2-4-18 0,-1-2-17 15,3-2-10-15,6-22-4 0,-1-3-108 16,3-3-61-16,-5-6 0 0,2-5 0 0,3-3 0 16,0-14 0-16,1-4 0 0,2-10 0 15,0-4 0-15,2-3 0 0,-2-4 0 0,2-2 0 16,0-2 0-16,2-1 0 0,0 2 0 15,-1-4 0-15,1-5 0 0,0 0 0 0,0 0 0 16,0 0 0-16,0 0 0 0,0 0-571 16,15-21-152-16,-7 8-198 0,1-4 89 15,0-2 91-15,7-11-757 0,1 1-943 16</inkml:trace>
  <inkml:trace contextRef="#ctx0" brushRef="#br0" timeOffset="38074.44">23683 5017 4358 0,'-2'-17'-12'0,"1"5"29"16,-1 1 30-16,2 5 12 0,-2 1 3 0,2 5 54 15,0 0 62-15,-16 17 32 16,3 12 23-16,-4 15 45 0,-4 11 17 0,2 12 12 15,-8 24 5-15,2 6-7 0,5-2-15 16,-1 4 4-16,-1 1 8 0,8-3-34 0,-4 5-16 16,3-10-232-16,8-19-20 0,-3-1 0 15,-1-4 0-15,3-5 0 0,2-2 0 0,-2-11 0 16,5-9 0-16,-1-7 0 0,-2-9 0 16,5-6 0-16,-1-4 0 0,0-1 0 0,-3-4 0 15,5 1 0-15,0-4 0 0,0-1 0 16,0-6 0-16,7 2 0 0,-7-2 0 15,0 0 0-15,0 0 0 0,24-14 0 16,-14 4 0-16,-1 2-291 0,23-39-737 16,-26 29 111-16,-2 2 96 0,-4 2-925 15,-4 1-1178-15</inkml:trace>
  <inkml:trace contextRef="#ctx0" brushRef="#br0" timeOffset="40009.03">18890 7391 1678 0,'-7'-6'406'0,"1"0"-71"0,-3 1-19 15,3 1 15-15,0-4-8 0,2 6-8 0,4 2-17 16,-7-13-23-16,5 8 7 0,2 5-1 16,0-9-2-16,0 9-2 0,9-12-8 0,2 7-6 15,5 2-10-15,6-2-24 0,1 5-16 16,11 0-25-16,6 3-15 0,-1 4-16 0,1 0-20 15,-1 1-12-15,-3 4-8 0,-6 3-15 16,-3-1-13-16,-7-2-9 0,-2 1-7 0,-5 0-7 16,-3-1-5-16,-4 2-2 0,-3 0-4 15,-5-1 7-15,1 3-38 0,-9 1-24 16,-7 6 0-16,-5 1 0 0,0-4 0 16,-3 2 0-16,-3-1 0 0,-1-2 0 0,6-1 0 15,-2-2 0-15,8-3 0 0,2-4 0 16,4-1 0-16,0 1 0 0,0-3 0 0,8-1 0 15,-5-1 0-15,5 1 0 0,-1-1 0 16,4-4 0-16,-2 11 0 0,4-2 0 0,2-4 0 16,-1 4 0-16,3 2 0 0,1-1 0 15,3 4 0-15,2-3 0 0,-1 5 0 16,1-3 0-16,1 4 0 0,-6-4 0 0,-1 1 0 16,2-1 0-16,-5 0 0 0,-3-1 0 15,-1 0 0-15,-7 1 0 0,-2 1 0 0,-3 0 0 16,0 0 0-16,-12 3 0 0,0-3 0 15,2-3 0-15,-4 1 0 0,2-3 0 16,2-2 0-16,-2-2 0 0,1-1 0 0,-1-4 0 16,2 3 0-16,7-3 0 0,-4-3 0 15,4 3 0-15,0-4 0 0,3-1 0 0,1-2 0 16,5 2 0-16,1-3 0 0,4 2 0 16,4 0 0-16,-2 6 0 0,9-13 0 0,7 5-742 15,3 0-230-15,4 3 88 0,2-1-1018 16,14 0-1325-16</inkml:trace>
  <inkml:trace contextRef="#ctx0" brushRef="#br0" timeOffset="40657.08">19773 7870 5165 0,'0'-14'17'0,"-2"4"78"0,0 0 79 16,-2 3 63-16,2-1 33 0,2 8 6 15,-1-7-18-15,1 7-28 0,0 0-23 0,0 0-15 16,0 0 10-16,0 0-10 0,0 0-12 16,0 0-3-16,-2 24-4 0,2-12-27 15,-2 5-146-15,0-1 0 0,-2 3 0 0,1-3 0 16,0 3 0-16,-3 1 0 0,4-3 0 16,-3-1 0-16,-1-3 0 0,3-1 0 15,-3-1 0-15,1-2 0 0,4 0 0 0,-1-3 0 16,2-6 0-16,-4 8 0 0,4-8 0 15,0 0 0-15,0 0 0 0,0 0 0 0,2-23 0 16,8 8 0-16,5-10 0 0,4 0 0 16,2 0 0-16,2-1 0 0,0 3 0 0,-2 4 0 15,-2 3 0-15,-6 5 0 0,-2 2 0 16,1 4 0-16,0 1 0 0,-3 4 0 0,-9 0 0 16,19 4 0-16,-10 1 0 15,1 0 0-15,0 2 0 0,-5 1 0 0,3 1 0 0,-1 3 0 16,2-4 0-16,-6 1 0 15,3 0 0-15,-4-2 0 0,-1-1 0 0,3 0 0 16,0 0 0-16,-2 0 0 0,-2-6 0 16,6 6 0-16,-2-2 0 0,-4-4 0 0,0 0 0 15,0 0 0-15,20-6 0 0,-4-2 0 16,0-2 0-16,9-5 0 0,4 1 0 0,2 0 0 16,-5 0 0-16,5 4 0 0,-8 2 0 15,-5 4 0-15,2 1 0 0,-4 3 0 0,-4 1 0 16,-1 5 0-16,3 2 0 0,-4 4 0 15,-5 1 0-15,2 1 0 0,-4 4 0 0,-1-1 0 16,0 2 0-16,-2 2 0 0,0-3 0 16,-2 3 0-16,0-3 0 0,2 0 0 15,-1-1 0-15,-1-3 0 0,-1-4 0 0,1 2 0 16,0-4 0-16,2 1 0 0,0-1 0 16,0-8 0-16,4 11 0 0,-1-8 0 0,-3-3 0 15,7 2-459-15,-7-2-505 0,0 0 51 16,27-9 94-16,-14 4-894 0,1 3-1146 15</inkml:trace>
  <inkml:trace contextRef="#ctx0" brushRef="#br0" timeOffset="40990.36">20842 7952 4431 0,'0'-5'-93'0,"0"5"80"0,0 0 62 0,-8-10 58 0,8 10 51 0,0 0 36 15,0 0 31-15,0 0 25 0,-29 8 5 16,22 1 1-16,0 1 9 0,-3 3-6 15,2 0-18-15,4 3-17 0,-3 2-20 0,3-2-15 16,1-1-18-16,1-1-14 0,4 0-14 16,-2-2-13-16,2-3-10 0,-1 2-2 0,9-2-19 15,-5-1-47-15,5-2-52 0,3-3 0 16,3 0 0-16,-1-3 0 0,0-1 0 0,4-3 0 16,-2-3 0-16,-2 0 0 0,3-3 0 15,-7-1 0-15,3-3 0 0,-3-2 0 0,-4-3 0 16,2 0 0-16,-6-2 0 15,-3-3 0-15,2 3 0 0,-6-2 0 0,3 3 0 16,-10 1 0-16,2 1 0 0,-5 5 0 16,1 3 0-16,-1 3 0 0,-2 1 0 0,-4 2 0 15,0 4 0-15,4 0 0 0,3 0-444 16,-4 4-148-16,4 0-138 0,1-1-140 0,6 1 81 16,6-4-832-16,-1 7-1060 0</inkml:trace>
  <inkml:trace contextRef="#ctx0" brushRef="#br0" timeOffset="41523.58">21835 7546 4539 0,'1'-25'77'0,"1"6"79"16,0 1 80-16,-2 7 71 0,0-1 14 15,0 4-6-15,0 4-30 0,0 4-4 16,0 0 24-16,0 0-4 0,-18 16-21 0,2 11-21 15,-2 13-8-15,-6 5-13 0,1 3-198 16,-2 1-40-16,1 1 0 0,-2 1 0 0,1-1 0 16,-2-1 0-16,2-4 0 0,2-3 0 15,4-14 0-15,5-2 0 0,2-6 0 0,0-5 0 16,2-4 0-16,5 1 0 0,-1-4 0 16,3-3 0-16,-1 2 0 0,4-7 0 0,-5 5 0 15,5-5 0-15,0 0 0 0,0 0 0 16,0 0 0-16,0 0 0 0,10-27 0 15,-8 14 0-15,-2 0 0 0,-2-3 0 16,1 0 0-16,-8-4 0 0,0 1 0 0,-2 5 0 16,-12-7 0-16,-2 7 0 0,-2 5 0 15,0 4 0-15,1 5 0 0,1 3 0 0,-11 2 0 16,6 7 0-16,-1 2 0 0,6 2 0 16,2 1 0-16,4 4 0 0,6-5 0 0,8 1 0 15,1-2 0-15,4-1 0 0,2 0 0 16,7 1 0-16,2 3 0 0,10 3 0 15,2-6 0-15,6 2 0 0,1-5 0 0,-1 0 0 16,-2-7 0-16,-7 1 0 0,1-3 0 16,-1-1 0-16,-4 1 0 0,0-3 0 0,-1 2 0 15,-1-2 0-15,-3 0 0 0,-2 0 0 16,-9 0 0-16,18 0 0 0,-18 0 0 0,14-2 0 16,-14 2 0-16,13 2 0 0,-13-2 0 15,0 0-396-15,11-2-520 0,-11 2-1 0,0 0 91 16,0 0-921-16,0 0-1178 0</inkml:trace>
  <inkml:trace contextRef="#ctx0" brushRef="#br0" timeOffset="42057.28">22250 7825 4584 0,'8'-17'-119'0,"-5"4"80"16,-1-1 74-16,5 4 66 0,-5 0 61 0,-1 2 32 0,1 1 5 15,-2 7-16-15,2-6-16 16,-2 6 47-16,0 0 19 0,0 0 5 0,-5 35 3 16,-4-12 3-16,2 11-1 0,-4 2-26 15,-3 11-14-15,-1-2-11 0,6-10-19 0,-3 2-16 16,3-5-15-16,-3-3-12 0,4-5-33 16,3-3-97-16,-3-5 0 0,5-2 0 0,-4 0 0 15,3-2 0-15,1-2 0 0,1 0 0 16,-2-4 0-16,4 0-115 0,0-6-196 0,0 7-116 15,0-7-111-15,0 0-106 0,0 0-171 16,0 0 47-16,0 0 79 0,33-13-632 0,-18 3-778 16</inkml:trace>
  <inkml:trace contextRef="#ctx0" brushRef="#br0" timeOffset="42523.31">22673 7827 3370 0,'10'-12'-60'0,"-7"0"78"15,6 4 72-15,-4-3 44 0,3 2 35 16,-3 5 10-16,7-6 2 0,-3 6-2 16,3 0-4-16,0 0-11 0,-1 4-13 0,-11 0-12 15,21 3-9-15,-10 0-11 0,-2 3-12 16,0 0-5-16,-2 2 10 0,-3 3 4 0,-3 1 9 16,-1-2-2-16,-1 3 2 15,-7 4 0-15,1-2-8 0,-5 4 3 0,-3 3-12 16,-4 2-2-16,4-7 3 0,-5 4 3 15,8-5 3-15,-1-2-10 0,4-5 0 0,4-1-10 16,-4 2-4-16,6-3-6 0,-1 5 12 16,4-4 10-16,2 1-3 0,2 0-4 0,6 2 1 15,-3 1 2-15,2 0 3 0,5 2-1 16,1 1-78-16,-1 1-27 0,-3-1 0 0,2 2 0 16,-3-1 0-16,-3-3 0 0,1 2 0 15,-5-1 0-15,-1-2 0 0,-2 1 0 0,-2-4 0 16,-1 3 0-16,-5 0 0 0,3-3 0 15,-7-1 0-15,-1 2 0 0,-3-3 0 16,1-3 0-16,-6 0 0 0,1 0 0 16,-3 0 0-16,2-2 0 0,-3-2 0 0,6 0 0 15,-3 0 0-15,-1-2 0 0,4-2 0 16,0 2 0-16,4-4 0 0,-2 3 0 0,5-3 0 16,-1 4 0-16,4-4 0 0,3 2-359 15,5 4-652-15,-7-4 88 0,7 4 104 0,0 0-908 16,0 0-1161-16</inkml:trace>
  <inkml:trace contextRef="#ctx0" brushRef="#br0" timeOffset="46688.86">23451 8107 2486 0,'-12'1'488'15,"5"1"-82"-15,7-2-70 0,-16 0-17 16,16 0 0-16,0 0 3 0,-15 2-14 0,15-2-24 16,0 0 10-16,-9 0-7 15,9 0-10-15,0 0-8 0,0 0-18 0,0 0-17 16,0 0-18-16,0 0-24 0,36 7-18 16,-19-5-18-16,0-1-15 0,3 2-16 0,0-3-30 15,1 2-40-15,3-2-54 0,-4 0-73 16,1 0-86-16,0 2-86 0,-4-2-103 0,2-2-96 15,-4 2-77-15,1 0-98 0,-9 0-125 16,-7 0 24-16,12 4 71 0,-12-4-550 0,2 5-663 16</inkml:trace>
  <inkml:trace contextRef="#ctx0" brushRef="#br0" timeOffset="46906.7">23451 8233 3369 0,'-19'2'97'0,"1"-2"66"15,5 2 63-15,0 0 49 0,13-2 47 16,-19 1 21-16,12-1 9 0,7 0 12 0,0 0 2 15,-16 3 11-15,16-3 7 0,0 0 2 16,0 0-5-16,0 0-40 0,0 0-26 0,27 13-185 16,-10-9-130-16,4-2 0 0,4 4 0 15,0-2 0-15,0-2 0 0,-1 2 0 0,0 0 0 16,-4-3 0-16,-4 2 0 0,0-3 0 16,-3 4 0-16,1-3 0 0,-5 1-236 15,0 0-229-15,-9-2-54 0,14 0-72 16,-14 0-93-16,0 0-108 0,0 0 65 0,0 0-694 15,0 0-871-15</inkml:trace>
  <inkml:trace contextRef="#ctx0" brushRef="#br0" timeOffset="49138.99">24578 7995 3883 0,'-13'-5'22'0,"4"1"63"16,6 0 37-16,3 4 31 0,-8-8 23 15,8 8 26-15,0-10 12 0,0 10-6 16,11-10-11-16,-2 3-5 0,7 3-13 15,3 0-3-15,-2 0-9 0,6 1-12 0,-1 2-10 16,2 1-18-16,-3-3-15 0,0 6-11 16,-1-1 1-16,4 2-19 0,-3 2-11 0,-3-2-4 15,0 5-12-15,-5-3-3 0,-1 2 0 16,-1 4 11-16,-6-1-1 0,1-1 4 0,-3 2 12 16,-3 2 7-16,-7 2 9 0,0 0-4 15,-4 2-7-15,-10 6-5 0,-3 0-2 0,4-3-6 16,4-4-4-16,2-3-5 15,-2-3-1-15,7 0-19 0,-2-1-42 0,6-1 0 16,1-1 0-16,2 1 0 0,2-1 0 16,0 0 0-16,4 0 0 0,2 1 0 0,-2-1 0 15,6 4 0-15,-3-1 0 0,0-1 0 16,3 2 0-16,2-3 0 0,-5 4 0 0,1-2 0 16,0-3 0-16,-3 1 0 0,1-3 0 15,-3 3 0-15,-1-2 0 0,2 0 0 0,-4-7 0 16,-4 12 0-16,2-5 0 0,2-7 0 15,-13 10 0-15,1-5 0 0,1-2 0 16,-3 1 0-16,0-1 0 0,-5-1 0 16,2 0 0-16,-3-4 0 0,2 2 0 0,-3-4 0 15,1 3 0-15,4-4 0 0,-2-1 0 16,1 1 0-16,2 0 0 0,0 0 0 0,3-2 0 16,1-1 0-16,3 1 0 0,-2 0-784 15,7-2-183-15,1 3 92 0,2-2 96 0,3-1-849 16,4 0-1066-16</inkml:trace>
  <inkml:trace contextRef="#ctx0" brushRef="#br0" timeOffset="49538.85">24693 7872 4350 0,'-36'-9'-102'0,"-4"4"52"0,-3 0 65 0,-3 5 65 0,-13 5 51 15,-2 7 37-15,0 5 32 0,0 11 18 0,-11 14 5 16,2 7 16-16,9 3 17 0,12 7 3 16,15-6-11-16,7 5-8 0,10 5-10 15,11 2-16-15,10-2-15 0,12-3-17 0,22 12-16 16,9-5-13-16,14-7-13 0,6-6-13 16,11-5-14-16,4-6-12 0,7-6-10 15,3-12-91-15,-18-5 0 0,-1-11 0 0,-3-5 0 16,-3-5 0-16,-6-4 0 0,-2-5 0 15,-8-7 0-15,-4-1 0 0,-4-6 0 0,-7-5 0 16,-5-7 0-16,-5-7 0 0,-3-7 0 16,-6-4 0-16,-3-4 0 0,-9-8 0 15,1-4 0-15,-10-7 0 0,-7 6 0 0,-4 3 0 16,-9 2 0-16,-2 8 0 0,-10 7 0 16,-10 10 0-16,-4 5 0 0,-5 9 0 0,-10 7 0 15,3 7 0-15,-3 7 0 0,11 6-373 16,-5 6-232-16,6 3-130 0,4 5-134 0,14 2 80 15,3-1-850-15,9 4-1078 0</inkml:trace>
  <inkml:trace contextRef="#ctx0" brushRef="#br0" timeOffset="50804.83">19855 9856 3611 0,'-15'-4'372'0,"5"4"-92"0,1-2 36 0,-1-1 6 15,10 3-25-15,-10-5-25 16,8 0-22-16,2 5-44 0,-3-9-19 0,3 9-10 15,5-13-14-15,5 4-10 0,1 2-13 16,2-2-20-16,3 5-4 0,5-3 2 0,-2 2-26 16,-2 0-11-16,2 5-7 0,0 0-10 15,-1 0-9-15,-3 5-5 0,0-2-7 0,-2 4-2 16,-4-1-5-16,2 2 0 0,-8 2-9 16,3 0 7-16,-4 2 8 0,-4 0 9 0,-4 5 9 15,-3 2 3-15,-8 9 4 0,-3-1 2 16,2 0 3-16,-4 0-38 0,3-3-34 0,2-1 0 15,4-6 0-15,1 1 0 16,3-8 0-16,4 1 0 0,-2-2 0 0,4 2 0 16,-1-4 0-16,4 1 0 0,0-1 0 15,4 1 0-15,-3 1 0 0,8 1 0 0,-4 0 0 16,4 2 0-16,4 4 0 0,1-3 0 16,-1 3 0-16,3-1 0 0,0 8 0 0,-2-6 0 15,-3-1 0-15,0-4 0 0,-6 1 0 16,3 1 0-16,-7 0 0 0,-1-3 0 0,0 2 0 15,-5-3 0-15,-1 2 0 0,-4-2 0 16,3 2 0-16,-6-2 0 0,1-1 0 0,1-2 0 16,-3 0 0-16,3-2 0 0,-2-2 0 15,-1-1 0-15,-1-1 0 0,0-1 0 16,-2-1 0-16,-1-3 0 0,4 1 0 0,-2-2 0 16,1-2 0-16,3 0 0 0,1-1 0 15,4 1 0-15,-4 0 0 0,6 0 0 0,-1 0 0 16,4 2 0-16,-1-2 0 0,1 2 0 15,2 5 0-15,5-13-284 0,1 5-735 0,1 2 97 16,7-1-1107-16,1-1-1444 0</inkml:trace>
  <inkml:trace contextRef="#ctx0" brushRef="#br0" timeOffset="52254.66">20236 10175 5008 0,'0'0'-262'0,"0"0"89"15,0 0 73-15,0 0 64 0,0 0 59 0,0 0 53 16,0 0 39-16,0 0 24 15,0 0 14-15,0 0 9 0,0 0 10 0,0 0 7 16,0 0-2-16,0 0 11 0,0 0-9 16,0 0-13-16,0 0-4 0,0 0-12 0,11-13-10 15,-11 13 4-15,0 0-8 0,13-5 0 16,-13 5-1-16,9-3 4 0,-9 3-3 16,0 0 9-16,7-7 1 0,-7 7-5 0,0 0-9 15,6-7-8-15,-6 7-65 0,0 0-59 16,0 0 0-16,0 0 0 0,0 0 0 0,0 0 0 15,-27-1 0-15,27 1 0 0,-17 7 0 16,9-2 0-16,0 0 0 0,-1 1 0 0,6 0 0 16,-6-1 0-16,9-5 0 15,-5 12 0-15,1-7 0 0,2 2 0 0,2-7 0 16,-2 9 0-16,2-9 0 0,0 0 0 16,10 12 0-16,-10-12 0 0,10 3 0 0,-10-3 0 15,13 1 0-15,-13-1 0 0,0 0 0 16,17-3 0-16,-17 3 0 0,15-1 0 0,-15 1 0 15,9-8 0-15,-2 5 0 0,-4 0 0 16,-3 3 0-16,8-9 0 0,-8 9 0 0,3-9 0 16,-3 6 0-16,0 3 0 15,0 0 0-15,0-8 0 0,0 8 0 0,0 0 0 16,0 0 0-16,0 0 0 0,0 0-480 16,-24 10-507-16,14-5 85 0,5 0 103 0,-3 2-909 15,2-2-1143-15</inkml:trace>
  <inkml:trace contextRef="#ctx0" brushRef="#br0" timeOffset="59986.91">20527 9953 268 0,'0'0'240'0,"0"0"-29"0,0 0-48 16,0 0-16-16,0 0-32 0,0 0-12 16,0 0-11-16,0 0-15 0,-1-8-8 0,1 8-6 15,0 0-5-15,0 0-2 0,0 0-11 16,0 0-4-16,0 0-4 0,0 0-4 0,0 0 2 15,0 0 3-15,0 0 8 0,0 0 12 16,0 0 3-16,0 0 15 0,0 0 11 0,0 0 15 16,0 0 9-16,0 0 10 15,0 0 16-15,0 0 12 0,0 0 5 0,0 0 1 16,0 0 2-16,0 0-5 0,0 0-7 16,0 0-2-16,0 0-4 0,0 0-6 0,0 0-3 15,0 0-3-15,0 0-2 0,0 0 7 16,0 0 1-16,0 0 10 0,0 0 2 0,0 0 9 15,0 0 5-15,0 0 6 0,0 0 5 16,0 0 12-16,0 0 10 0,0 0-2 0,0 0 4 16,0 0 5-16,0 0-4 0,0 0-4 15,0 0-7-15,0 0-7 0,0 0-11 16,0 0-12-16,0 0-9 0,0 0-15 16,0 0-10-16,0 0-16 0,0 0-36 0,0 0-68 15,0 0 0-15,0 0 0 0,0 0 0 16,0 0 0-16,0 0 0 0,0 0 0 0,-10 23 0 15,8-4 0-15,-1 14 0 0,-6 3 0 16,6 4 0-16,-5 3 0 0,1 10 0 0,1 4 0 16,0-5 0-16,0 2 0 0,1-10 0 15,-1-1 0-15,3-4 0 0,-3-2 0 0,1-4 0 16,4-6 0-16,-1-8 0 0,0-2 0 16,0-5 0-16,0 1 0 0,2-4 0 15,-2 0 0-15,2-1 0 0,0-8 0 0,0 12 0 16,0-7 0-16,0-5 0 0,0 0 0 15,0 0 0-15,-3 10 0 0,3-10 0 16,0 0 0-16,0 0 0 0,0 0 0 0,0 0 0 16,0 0 0-16,0 0 0 0,0 0 0 15,0 0-81-15,0 0-579 0,-10-20-107 0,10 20-136 16,-1-5 81-16,1 5-864 0,0 0-1122 16</inkml:trace>
  <inkml:trace contextRef="#ctx0" brushRef="#br0" timeOffset="60803.39">20802 10231 4214 0,'-4'-10'-219'0,"4"10"68"0,-2-7 58 0,2 7 56 16,-2-7 56-16,2 7 44 0,-1-9 36 0,1 9 22 15,-2-5 7-15,2 5 7 16,0 0-2-16,-6-5-5 0,6 5 19 0,0 0 14 15,0 0 6-15,-21 16 0 0,10-6-3 0,-3 5 0 16,-5 7-2-16,2 3-4 0,-1 0-11 0,4 2-8 16,-2 0-11-16,7 4-11 15,1-7-12-15,6-4-5 0,1-1-4 0,1-1-9 16,1-2-5-16,1 1-8 0,4-1-4 16,1-3-7-16,3 0-1 0,1-2 0 0,5-4-12 15,1-2 0-15,0 0-10 0,2-5-3 16,0-2-2-16,6-2-5 0,-3-4 6 0,9-3 17 15,-3-7 15-15,-4 1 4 0,-1-4 0 16,-4 0-3-16,-4-5 2 0,-2 1 1 0,-1-5-3 16,-7 6-3-16,-1 1-9 0,-2 3-6 15,-6-1-20-15,0 2-31 0,-1-1 0 16,-5 1 0-16,-3 4 0 0,-7 3 0 16,6 2 0-16,-2 3 0 0,-3 2 0 0,2 1-23 15,-2 4-137-15,6 0-58 0,-2 2-63 16,-3 1-77-16,5-1-75 0,5 1-66 0,-1 1-87 15,3 0-161-15,6-4 21 0,-2 8 76 16,2-8-544-16,17 8-658 0</inkml:trace>
  <inkml:trace contextRef="#ctx0" brushRef="#br0" timeOffset="61053.52">21578 10340 3652 0,'-21'-2'223'0,"8"-2"54"0,1 2 60 0,2-2 30 15,10 4 9-15,-13-2-8 0,13 2-16 0,0 0-34 16,0 0-31-16,0 0-27 0,0 0-28 16,0 0-29-16,46-2-56 0,-27 2-78 0,10 0-94 15,-2-4-106-15,0 4-95 0,12-3-106 16,1 0-90-16,-2-2-79 0,-6-3-66 0,-3 4-84 15,-8 0-43-15,-4 0 58 0,-2 0-481 16,1-1-585-16</inkml:trace>
  <inkml:trace contextRef="#ctx0" brushRef="#br0" timeOffset="61321.85">21777 10026 2910 0,'-3'-10'-18'0,"1"3"67"16,-2 1 62-16,2 0 41 0,2 6 31 15,-3-8 19-15,3 8 21 0,0 0 41 0,0 0 25 16,0 0 5-16,-11 22 10 0,2-2 2 16,4 0-3-16,-8 15-7 0,2 0-12 0,-3 13-22 15,-2 2-15-15,1 1-20 16,1 1-17-16,1-2-21 0,1-1-18 0,1-8-16 0,2-1-16 16,0-3-16-16,1-4-5 15,0-8-15-15,4-1-14 0,3-7-83 0,-5-2-6 16,4-3 0-16,0 0 0 0,2-3 0 15,0-3-55-15,2-2-141 0,4 1-88 0,-6-5-105 16,13 0-104-16,-13 0-103 0,23-9-148 16,-4-2-42-16,5-7 87 0,5-5-644 0,8-6-799 15</inkml:trace>
  <inkml:trace contextRef="#ctx0" brushRef="#br0" timeOffset="61619.75">22186 10044 3567 0,'3'-18'28'15,"-3"3"113"-15,2 1 58 0,-2 2 64 16,0 5 46-16,0-1 7 0,0 8-4 0,0-14-20 16,0 14 1-16,0 0 17 0,0 0 11 15,0 0 2-15,-13 31-8 0,1 0 8 0,1 7 5 16,-5 14 0-16,0 1-105 0,0 5-223 16,1 4 0-16,0-3 0 0,2 0 0 0,-5-2 0 15,9-6 0-15,-2-3 0 0,1-12 0 16,0-3 0-16,7-5 0 0,-3-8 0 15,3-3 0-15,0-2 0 0,-1-2 0 0,2-3 0 16,0-2 0-16,2-3 0 0,0-5 0 0,2 7 0 16,-2-7 0-16,10 2 0 0,-10-2 0 15,0 0 0-15,21-12 0 0,-16 5-16 16,7-2-631-16,-3-2-101 0,4 0-153 16,-4-1 69-16,-2 0 107 0,0 0-745 0,4-3-918 15</inkml:trace>
  <inkml:trace contextRef="#ctx0" brushRef="#br0" timeOffset="63452.58">22697 10411 3630 0,'0'0'-153'0,"0"0"83"16,-12 2 59-16,12-2 64 0,0 0 83 15,0 0 67-15,0 0 55 0,0 0 46 0,0 0 49 16,-17-3 27-16,17 3 16 0,0 0 15 16,0 0-7-16,0 0 10 0,0 0-4 0,0 0-32 15,0 0-36-15,0 0-35 0,0 0-261 16,30-6-46-16,-17 6 0 0,9-1 0 0,-4 1 0 16,3-2 0-16,2 0 0 0,-1 2 0 15,-6-1 0-15,2 1 0 0,-2 0 0 16,-2 0 0-16,-3 0 0 0,-11 0 0 15,22 0 0-15,-15 0-418 0,-7 0-129 0,16 1-68 16,-16-1-46-16,7 4-88 0,-7-4-14 16,0 5 83-16,0-5-598 0,0 0-738 0</inkml:trace>
  <inkml:trace contextRef="#ctx0" brushRef="#br0" timeOffset="63652.55">22778 10495 3314 0,'-15'7'-30'0,"1"-2"103"0,1-2 95 0,6-1 68 15,0 0 65-15,-4 0 61 0,11-2 27 16,0 0 25-16,0 0 8 0,-16 3-2 0,16-3-10 15,0 0-17-15,0 0-3 0,0 0-20 16,0 0-31-16,0 0-119 0,0 0-220 0,0 0 0 16,38 7 0-16,-24-7 0 15,0 0 0-15,3-2 0 0,0 0 0 0,3 2 0 16,-5 0 0-16,0 0 0 0,-4 0 0 16,0 0 0-16,-11 0-5 0,18 0-480 0,-11 0-83 15,-7 0-80-15,14 0-133 0,-14 0-30 16,15 2 93-16,-8 0-702 0,-7-2-871 0</inkml:trace>
  <inkml:trace contextRef="#ctx0" brushRef="#br0" timeOffset="64602.26">23638 10260 3840 0,'-7'-4'27'0,"2"-3"77"0,-1 3 54 0,5-2 55 16,1 6 43-16,-8-13 32 0,6 6-4 0,2 7 0 16,0-13-13-16,2 5-27 15,6 2-28-15,-1-3-19 0,1 2-20 0,3 2-15 16,0 0-19-16,5 0-16 0,-1 1-16 15,-1 3-10-15,1 1-11 0,-2 0-6 0,0 3-11 16,1-1-8-16,-1 3-9 0,-4 0-7 16,3 2-2-16,-2 1-6 0,-3-1-3 0,-1 4-5 15,-4-3 6-15,0 2 5 0,-4 1 2 16,0 1 5-16,-6 1-3 0,1 1-3 16,-1 0-2-16,-2-3-4 0,3 2 2 0,-1-1-25 15,3-4-16-15,-1 2 0 0,4-4 0 16,-2 3 0-16,4-9 0 0,2 12 0 15,2-4 0-15,-2-1 0 0,6 0 0 0,-1 0 0 16,-1 1 0-16,4-1 0 0,-3 0 0 16,2 3 0-16,1-1 0 0,0 1 0 15,-1 2 0-15,-2 0 0 0,2-2 0 0,-6-1 0 16,5 1 0-16,-6 0 0 0,-1-1 0 16,-1-1 0-16,-1 1 0 0,-1-2 0 0,-4 1 0 15,3-1 0-15,-8 3 0 0,4-4 0 16,-2 0 0-16,-5 0 0 0,1-1 0 0,-3 1 0 15,3-4 0-15,0 0 0 0,-2 0 0 16,2-4 0-16,-1 0 0 0,1 0 0 0,-3-4 0 16,9 1 0-16,-1-3 0 0,5-2 0 15,-2 0 0-15,8 3 0 0,1-5-855 16,-1 2-112-16,8-1 93 0,3 0-995 16,5 1-1293-16</inkml:trace>
  <inkml:trace contextRef="#ctx0" brushRef="#br0" timeOffset="64885.94">24309 10169 5111 0,'2'-17'23'0,"-2"2"77"0,0 5 83 0,-2 0 61 15,0 4 38-15,2-1 23 0,0 7-4 0,-2-10-2 16,2 5-39-16,0 5-16 0,0 0-11 16,0 0 20-16,0 0 0 0,-7 19-153 0,4-2-100 15,-1 4 0-15,-1 11 0 16,-1 4 0-16,1 1 0 0,-2-1 0 0,1 3 0 15,3-2 0-15,-1 1 0 0,0-4 0 16,1 0 0-16,3-6 0 0,-2-7 0 0,-2-3 0 16,2-1 0-16,2-2 0 0,-2-3 0 15,0-1 0-15,2-1 0 0,0-1 0 0,0 0 0 16,0-2 0-16,2-3 0 0,-2-4 0 16,2 6-413-16,-2-6-388 0,0 0-127 0,0 0 89 15,24-10-933-15,-13 7-1202 0</inkml:trace>
  <inkml:trace contextRef="#ctx0" brushRef="#br0" timeOffset="65751.42">24918 10326 4896 0,'-1'-11'44'0,"1"11"71"16,0-6 55-16,0 6 39 16,0 0 34-16,-4-6 2 0,4 6 26 0,0 0 15 15,0 0 0-15,0 23-3 0,-2-5-8 16,-3 3-12-16,2 3-11 0,-5 7-36 0,1 1-79 15,-2 1-137-15,-1-4 0 0,0-7 0 16,3-2 0-16,-1-2 0 0,2-4 0 16,1-1 0-16,-1-3 0 0,2 0 0 0,1-3 0 15,-2 1 0-15,5-8 0 0,-6 8 0 16,6-8 0-16,0 0 0 0,0 0 0 0,0 0 0 16,0 0 0-16,0 0 0 0,14-35 0 15,-3 17 0-15,7-8 0 0,0-3 0 16,4 3 0-16,-3-1 0 0,-1 3 0 0,-2 7 0 15,-3 2 0-15,-4 5 0 0,3-1 0 16,-4 4 0-16,-1 2 0 0,2 1 0 16,-2 1 0-16,-7 3 0 0,13 2 0 0,-13-2 0 15,14 7 0-15,-11-2 0 0,3 4 0 16,-1-1 0-16,-1 2 0 0,3 1 0 0,-6-1 0 16,1 2 0-16,2 2 0 0,-2-2 0 15,-2-1 0-15,-2 1 0 0,-2 0 0 0,2 1 0 16,1-3 0-16,1-2 0 0,-2-1 0 15,2 1 0-15,0-8 0 0,2 4 0 16,-2-4 0-16,0 0 0 0,24-12 0 0,1-3 0 16,1-4 0-16,10-7 0 0,3-1 0 15,3 3 0-15,-4 0 0 0,-8 9 0 0,-1-1 0 16,-6 4 0-16,-8 4 0 0,-1 1 0 16,-5 5 0-16,0 2 0 0,-9 0 0 15,16 9 0-15,-13-2 0 0,1 4 0 0,-2 1 0 16,-2 2 0-16,-2 3 0 0,-2 0 0 15,-1 4 0-15,3-2 0 0,-4 1 0 0,3 1 0 16,-2-3 0-16,1-1 0 0,3-3 0 16,-3 1 0-16,-2-1 0 0,5-2 0 0,-3-3 0 15,2 2 0-15,2-2 0 0,-2-1 0 16,4-3 0-16,-2-5 0 0,2 7-314 16,-2-7-541-16,9 2-80 0,-9-2 92 0,21-6-940 15,-2 1-1214-15</inkml:trace>
  <inkml:trace contextRef="#ctx0" brushRef="#br0" timeOffset="66086.14">25815 10444 5135 0,'-5'-5'-30'0,"-1"-1"62"0,6 6 60 0,-13-6 47 16,13 6 34-16,-12-4 22 0,12 4 14 16,0 0 7-16,-18 10 2 0,11-3 0 0,2 2-6 15,-1 1-18-15,3 0-19 0,-1 2-18 16,4 0-14-16,-4 2-16 0,6-3-11 15,0 0-8-15,0-1-9 0,3 2-3 0,1-5-13 16,1 3-11-16,5-6-60 0,-1 2-12 16,1-4 0-16,0-2 0 0,-12 0 0 0,26-2 0 15,-15-4 0-15,3 2 0 0,-1-6 0 16,-4-1 0-16,2-1 0 0,-2-5 0 0,-4 1 0 16,-1 1 0-16,-2-3 0 0,-2 3 0 15,-2 0 0-15,-3 1 0 0,-1 0 0 0,-5 4 0 16,-1-1 0-16,-3 3 0 0,-1 3 0 15,2 0 0-15,-6 2 0 0,5 3 0 16,0 0-105-16,0 0-293 0,-3 3-117 16,1 0-136-16,0 3-168 0,8-3 14 0,1 0 90 15,8-3-708-15,0 0-873 0</inkml:trace>
  <inkml:trace contextRef="#ctx0" brushRef="#br0" timeOffset="66568.25">26604 9991 3979 0,'2'-13'96'16,"1"5"69"-16,-3 0 57 0,2 2 49 15,-2 6 39-15,0-6-3 0,0 6 31 16,0 0 31-16,0 0 19 0,0 0-13 16,-18 35-6-16,5-4-4 0,0 2-6 0,-2 4-81 15,-5 5-278-15,1 1 0 0,-1-2 0 16,-2 0 0-16,3-1 0 0,-3-3 0 0,2-7 0 15,6-4 0-15,0-6 0 0,5-3 0 16,-2-5 0-16,4 2 0 0,1-6 0 0,1 2 0 16,1-4 0-16,1-1 0 0,-2 0 0 15,5-5 0-15,0 0 0 0,0 0 0 0,0 0 0 16,0 0 0-16,0 0 0 16,-11-19 0-16,5 9 0 0,4-2 0 0,-1 2 0 0,-6-2 0 15,2 0 0-15,0 3 0 16,-4 0 0-16,-1 3 0 0,-1 3 0 0,-3 1 0 15,-3 4 0-15,0 1 0 0,-4 5 0 16,-4 4 0-16,3 4 0 0,7-3 0 0,4 3 0 16,-1-3 0-16,6 1 0 0,3 0 0 15,-2-4 0-15,7 4 0 0,5-2 0 0,1 1 0 16,1-1 0-16,4-3 0 0,5 1 0 16,0 0 0-16,6-4 0 0,1 1 0 0,0-3 0 15,2-2 0-15,-1-2 0 0,-1 2 0 16,-4-2 0-16,-2 0 0 0,-1 0 0 0,-2 0 0 15,-2-2 0-15,-1 2 0 16,-1-2-658-16,0 2-145 0,-10 0-100 0,13-4 94 0,-13 4-898 16,9-2-1140-16</inkml:trace>
  <inkml:trace contextRef="#ctx0" brushRef="#br0" timeOffset="67569.11">27028 10268 4213 0,'-4'-6'-242'0,"2"0"35"16,-2 1 25-16,4 5 24 0,-2-6 30 15,2 6 21-15,0-9 10 0,0 9 13 16,2-9 19-16,4 4 39 0,-2 2 50 15,-4 3 63-15,6-7 56 0,-6 7 39 0,6-5 23 16,-6 5 55-16,0 0 49 0,0 0 48 16,1 20 21-16,-6-2 16 0,-5 11 1 0,-1 7-3 15,-7 9-13-15,-2 1-19 0,0-1-32 16,1-1-31-16,0-1-31 0,6-8-25 0,0-2-24 16,-1 0-157-16,1-4-60 0,2 0 0 15,1-8 0-15,0-2 0 0,5-5 0 0,-1-2 0 16,5-1 0-16,-1-4 0 0,-1-2 0 15,3-5-251-15,0 0-239 0,17-1-117 0,-4-4-122 16,12-12-104-16,4-1 69 0,7-7-772 16,6-6-981-16</inkml:trace>
  <inkml:trace contextRef="#ctx0" brushRef="#br0" timeOffset="67969.03">27531 10152 4049 0,'0'0'-79'15,"0"-10"48"-15,0 10 42 0,0 0 25 16,7-5 21-16,-7 5 4 0,0 0 1 0,0 0-7 16,18 12 5-16,-12-4-2 0,-1 3 6 15,-1 2 8-15,-1-1 13 0,-3 2 26 16,0 3 22-16,-3 2 24 0,-5 3 12 16,-3 6 6-16,1 1-3 0,-3-1-10 0,4-9-14 15,1 1-12-15,-2-1-6 0,7-4-6 16,-1-1-3-16,0 0-10 0,3 2-5 0,1-3-6 15,0 0 3-15,1 4 3 0,-1-1 5 16,2 1 1-16,0 2 9 0,-2-1 9 0,0-1 7 16,2 3 5-16,-2-1 1 0,0 0 4 15,-2 0 8-15,-2-1 4 0,3 1-149 0,-6 0-10 16,1-3 0-16,1-1 0 0,-6 2 0 16,3-5 0-16,-2 2 0 0,1-4 0 15,-1 0 0-15,-1 1 0 0,0-4 0 0,-1 0 0 16,-1-5 0-16,1 2 0 0,-1-2 0 15,-2-2 0-15,-1 0 0 0,3-2 0 16,0 0 0-16,-2 0 0 0,3 0 0 0,-3-2 0 16,3 1 0-16,1 0-611 0,0-3-372 15,1 2 88-15,2 2 92 0,8 2-863 0,0 0-1103 16</inkml:trace>
  <inkml:trace contextRef="#ctx0" brushRef="#br0" timeOffset="68585.95">22525 11546 4942 0,'-11'-3'113'0,"11"3"34"0,0 0 45 0,-16-5 59 0,12 3 38 0,4 2 15 15,0 0-6-15,0 0-23 0,0 0-19 0,0 0-27 16,0 0-23-16,0 0-22 15,36-7-22-15,-14 7-37 0,-1 0-58 0,7-1-72 16,-2 1-95-16,3-2-92 0,0-1-92 16,-3 2-117-16,-3 1-106 0,-3 0-110 0,-4 1-139 15,0 2-4-15,-5 0 91 0,-2 3-606 16,-5-1-735-16</inkml:trace>
  <inkml:trace contextRef="#ctx0" brushRef="#br0" timeOffset="68801.08">22519 11740 3449 0,'-19'5'149'15,"2"-2"78"-15,3 0 43 0,3 0 55 16,11-3 57-16,-14 3 29 0,14-3 17 0,-7 2 7 16,7-2-2-16,0 0-30 0,0 0-23 15,0 0-39-15,40 6-30 0,-14-2-64 0,13-4-247 16,-5 2 0-16,10-4 0 16,-10 2 0-16,-5 0 0 0,-1-1 0 0,1 1 0 15,-6 0 0-15,-2-3 0 0,-6 3 0 16,-1 0-7-16,-1 0-317 0,-6 3-69 0,-7-3-84 15,11 3-83-15,-11-3-126 0,0 0-111 16,0 0 69-16,1 7-707 0,-1-7-885 0</inkml:trace>
  <inkml:trace contextRef="#ctx0" brushRef="#br0" timeOffset="71284.36">24092 11416 3924 0,'11'-6'-5'16,"-2"-1"61"-16,-1 0 50 0,1 1 58 15,-1 1 44-15,-3 0 32 0,4 1 25 0,-6 1 16 16,-3 3 7-16,10-6 0 15,-10 6 5-15,3-7-6 0,-3 7-14 0,0 0-7 16,4-6-34-16,-4 6-26 0,0 0-7 16,0 0-32-16,-15-7-14 0,15 7-17 0,-23 0-14 15,6 3-80-15,-2-2-42 0,-4 2 0 16,0 3 0-16,1-2 0 0,-3 3 0 0,2 1 0 16,1-2 0-16,8 2 0 0,-2-2 0 15,-1-1 0-15,5 1 0 0,3 2 0 0,2-1 0 16,-1 0 0-16,0 0 0 0,4 5 0 15,2 0 0-15,1-1 0 0,2 3 0 16,1 2 0-16,6 3 0 0,2 2 0 0,3 7 0 16,4 0 0-16,-2-3 0 0,1 1 0 15,-1-4 0-15,-5-2 0 0,1-3 0 16,-6-5 0-16,1 3 0 0,-2-4 0 0,-3 2 0 16,-2-5 0-16,-3 3 0 0,-5 1 0 15,-2-2 0-15,-5-2 0 0,-4 3 0 0,-2-4 0 16,-10 1 0-16,-5 0 0 15,1-2 0-15,0-1 0 0,-2-2 0 0,9-1 0 0,3 0 0 16,4-1 0-16,0-1 0 0,5 2 0 16,1-2 0-16,1 0 0 0,2 0 0 15,13 0 0-15,-19 0 0 0,10 0 0 16,9 0 0-16,-14 0 0 0,14 0 0 0,-11 0 0 16,11 0 0-16,0 0 0 0,0 0 0 15,0 0 0-15,-12-2 0 0,12 2 0 0,0 0-225 16,0 0-789-16,0 0 79 0,30-6 100 15,-18 6-927-15,-12 0-1194 0</inkml:trace>
  <inkml:trace contextRef="#ctx0" brushRef="#br0" timeOffset="72984.47">19767 12702 1193 0,'12'-4'394'0,"-6"3"-69"15,-6 1-37-15,11-5-10 0,-6 1 19 16,-5 4-13-16,10-5-13 0,-10 5-11 0,6-5 8 16,-6 5 4-16,0 0-11 0,5-9-15 15,-5 9-17-15,0 0-5 0,-5-12-17 0,-2 8-23 16,-4-2-17-16,-2 1-16 0,-2 2-15 15,-6-2-11-15,4 3-18 0,-4 0-11 0,-2 0-5 16,2 2-8-16,2 2-13 0,0 2-9 16,-2-4-3-16,0 6-10 0,1 1 2 0,-2 1-11 15,5 3-4-15,-2-1 0 16,5 2-4-16,0 2 4 0,3-2-6 0,2 0-4 16,2 3 6-16,1 1 0 0,4 2 2 15,1-2 5-15,2-1 6 0,7 6 7 0,1-1 5 16,10 3 4-16,5 0-4 0,1-7 2 15,9 5 0-15,4 5-1 0,-8-9 5 0,2 0-1 16,-3-2 4-16,-9-3 8 0,-2-3 13 16,-7-1 18-16,-1-1 18 0,-1-2-30 0,-3 3-92 15,-2 0 0-15,-4-3 0 0,-4 3 0 16,-3 0 0-16,-5 0 0 0,0 1 0 0,-4 1 0 16,-2-2 0-16,-1 0 0 15,0-1 0-15,4-1 0 0,-4-2 0 0,2 0 0 16,0 2 0-16,-1-2 0 0,6-2 0 15,-2-2 0-15,3 5 0 0,0-5 0 0,2 2 0 16,9-2 0-16,-13 2 0 0,13-2 0 16,-14 0 0-16,14 0 0 0,0 0 0 0,0 0 0 15,0 0 0-15,-9-4-137 0,9 4-863 16,0 0 42-16,0 0 113 0,32-5-941 0,-12 1-1215 16</inkml:trace>
  <inkml:trace contextRef="#ctx0" brushRef="#br0" timeOffset="73200.61">20055 13054 5122 0,'0'-11'172'0,"0"1"92"16,-2 2 64-16,4 0 58 15,-2 8 45-15,0-12 3 0,0 12-15 0,0-10-21 16,0 10-161-16,0-8-237 0,0 8 0 16,2-7 0-16,-2 7 0 0,0 0 0 0,4-9 0 15,-4 9 0-15,0 0 0 0,4-7 0 16,-4 7 0-16,0 0 0 0,1-5 0 0,-1 5 0 15,0 0 0-15,0 0 0 0,0 0 0 16,0 0-69-16,4 17-637 0,-2-8-194 0,-2-1-3 16,4 3 99-16,-3-3-832 0,4-1-1073 15</inkml:trace>
  <inkml:trace contextRef="#ctx0" brushRef="#br0" timeOffset="73466.59">20371 12905 4670 0,'-5'-12'118'16,"-3"1"74"-16,5 1 63 0,-2 2 57 16,1 2 17-16,4 6-8 0,-3-8-26 0,3 8-30 15,-2-5-27-15,2 5-8 0,0 0 7 16,0 0-11-16,0 0-13 0,-6 23-19 0,4-9-98 16,2 1-96-16,-3 8 0 0,-1 1 0 15,-1-2 0-15,3 0 0 0,1 1 0 16,-1-5 0-16,-2-1 0 0,2 0 0 15,0-1 0-15,1-2 0 0,-1-3 0 0,0 3 0 16,0-4 0-16,2-1 0 0,0-1-56 16,2 0-486-16,-2-2-139 0,2-1-200 0,0 1 27 15,-2-6 105-15,7 9-757 0,-2-8-952 16</inkml:trace>
  <inkml:trace contextRef="#ctx0" brushRef="#br0" timeOffset="73866.71">20777 12879 3915 0,'-4'-9'-44'0,"-1"1"67"16,1 3 53-16,-2-1 35 0,1 2 33 0,5 4 22 15,-18 3 19-15,9 2 18 0,-7 4 3 16,-2 7 7-16,-3 5-4 0,-1 3 9 0,6 2-4 15,-4 1-3-15,7 2 2 0,-1 0-14 16,5-5-10-16,4-3-11 0,1-1-12 0,1 0-8 16,3-6-5-16,5 4 0 0,-1-5-11 15,1 1-11-15,2-1-7 0,4-7-13 0,-2 0-9 16,2-2-10-16,5-4-62 16,0 0-30-16,4-4 0 0,1-4 0 0,-3 0 0 15,0-2 0-15,-1-1 0 0,-2-2 0 16,-2-3 0-16,-3 1 0 0,-2-5 0 0,-3 3 0 15,-3-3 0-15,-4-1 0 0,2 3 0 16,-1 1 0-16,-1-1 0 0,-4 1 0 0,2 5 0 16,-2 2 0-16,0 3 0 0,-3 0 0 15,2 6 0-15,-2-1-382 0,9 2-167 16,0 0-148-16,-16 7-204 0,16-7 85 0,0 7 91 16,0-7-677-16,18 10-853 0</inkml:trace>
  <inkml:trace contextRef="#ctx0" brushRef="#br0" timeOffset="74084.23">21438 12998 3779 0,'-20'6'136'15,"8"-5"91"-15,12-1 49 0,-18 0 59 16,7 0 37-16,11 0 10 0,0 0-13 0,-16 0-18 16,16 0-23-16,0 0-33 0,0 0-25 15,0 0-27-15,0 0-26 0,34 11-35 0,-16-10-59 16,4-1-72-16,-1-1-90 0,-1-1-91 15,1-1-86-15,4-1-79 0,-2-1-79 0,2 0-66 16,-4-2-51-16,-4-1-68 16,-2 1-75-16,1 0-75 0,-5-2 53 0,-6 3-498 15,4-1-621-15</inkml:trace>
  <inkml:trace contextRef="#ctx0" brushRef="#br0" timeOffset="74317.09">21625 12789 3101 0,'-6'-12'-23'0,"5"6"56"16,-1 0 61-16,-2-1 60 0,2 3 39 0,2 4 22 15,0 0 10-15,-5-11 1 0,5 11-5 16,0 0 22-16,0 0 36 0,0 0 23 0,-12 20 1 16,10-2-4-16,-6 5-4 15,1 10-10-15,0 4-13 0,-4 4-24 0,6 0-21 0,-3 0-22 16,3 0-21-16,-2 0-18 16,4-2-19-16,-5 0-13 0,5-2-11 0,-3-4-83 0,2-7-40 15,3-6 0-15,-4-5 0 16,1-1 0-16,2-2 0 0,2-1 0 0,-1-3 0 15,1-1-257-15,1-1-96 0,-1-6-110 16,2 4-98-16,-2-4-118 0,0 0-142 16,0 0 72-16,23-12-716 0,-13 3-914 0</inkml:trace>
  <inkml:trace contextRef="#ctx0" brushRef="#br0" timeOffset="74617.03">21972 12792 4345 0,'-2'-17'120'0,"2"4"67"0,-1 1 71 16,-1 2 43-16,2 1 16 0,-2 4-18 0,2 5-21 15,0 0-13-15,0 0 23 0,0 0-3 16,0 0-11-16,0 0-18 0,-5 32-10 0,3-9-14 16,-3 12-6-16,-3 2-212 0,3 1-14 15,-2 1 0-15,-2 2 0 0,2-3 0 0,-1-1 0 16,-2 0 0-16,5-2 0 0,-3-6 0 15,1-2 0-15,1-7 0 0,2-3 0 16,-2-1 0-16,3-1 0 0,-1-4 0 16,0 0 0-16,2-2 0 0,1-2 0 0,1 1 0 0,0-2 0 15,0-6-83-15,0 6-555 16,0-6-149-16,0 0-120 0,0 0 87 0,0 0-866 16,0 0-1120-16</inkml:trace>
  <inkml:trace contextRef="#ctx0" brushRef="#br0" timeOffset="74984.64">22324 13055 4992 0,'-24'-3'121'0,"24"3"67"0,0 0 73 0,-8-4 54 0,8 4 39 0,0 0 16 16,0 0-18-16,0 0-11 0,0 0-23 0,0 0-23 15,0 0-38-15,0 0-230 0,0 0-27 16,32-2 0-16,-14 2 0 0,1 0 0 0,2 0 0 16,0 0 0-16,-2 2 0 0,1-2-371 15,0 2-141-15,-5-2-81 0,-1 2-113 0,-3 0-133 16,-3 2 77-16,-2 0-737 0,-6 1-946 16</inkml:trace>
  <inkml:trace contextRef="#ctx0" brushRef="#br0" timeOffset="75217">22204 13215 4227 0,'-15'3'119'0,"4"-1"79"0,11-2 76 0,-15 2 87 16,15-2 53-16,-10 1 42 15,10-1 19-15,0 0 10 0,0 0 3 0,0 0-14 16,0 9-254-16,0-9-220 0,25 10 0 16,-4-5 0-16,11 4 0 0,7-2 0 0,-1-2 0 15,1 0 0-15,-3-2 0 0,-3-1 0 16,-10 0 0-16,-4 0 0 0,0-1 0 0,-5 1 0 15,-3-2 0-15,-1 0 0 0,-10 0 0 16,11 2 0-16,-11-2 0 0,0 0 0 16,0 0 0-16,0 0 0 0,0 0 0 0,0 0-500 15,0 0-413-15,0 0-14 0,0 0 109 16,0 0-894-16,0 0-1145 0</inkml:trace>
  <inkml:trace contextRef="#ctx0" brushRef="#br0" timeOffset="77816.3">21940 12862 4208 0,'0'0'-261'15,"0"-11"56"-15,0 11 37 0,2-12 35 16,0 7 43-16,-1-2 45 0,3 1 44 0,2-1 45 15,-3-1 43-15,4 3 40 0,-3 0 19 16,-3 0 7-16,-1 5-1 0,6-7-11 0,-6 7-4 16,0 0 28-16,0 0 16 15,0 0 2-15,0 0-8 0,-29 30-5 0,6-11 0 16,-2 3-2-16,-1-1-7 0,0 4-1 16,-1-3 6-16,4 1 3 0,0-3-7 0,4-1-1 15,3-6 3-15,5 1-5 0,4-3 6 16,0-1 8-16,6-2 12 0,-1 1 6 0,4-1 1 15,1-3-11-15,9 3-14 0,1-2-36 16,10 0-131-16,2 0 0 0,15-2 0 0,3-1 0 16,-2-1 0-16,4 0 0 0,0-2 0 15,-4 0 0-15,-7 0 0 0,-5-2 0 0,-2 2 0 16,-6-2 0-16,-2 2 0 16,-4 0 0-16,-2-2 0 0,1 2 0 0,-5-1 0 0,-9 1 0 15,18-2 0-15,-18 2 0 16,11 0 0-16,-11 0 0 0,9-2 0 0,-9 2 0 15,0 0 0-15,0 0-2 0,0 0-595 16,0 0-170-16,0 0-148 0,0 0 87 0,0 0-900 16,0 0-1162-16</inkml:trace>
  <inkml:trace contextRef="#ctx0" brushRef="#br0" timeOffset="78949.72">22041 6085 1107 0,'0'0'547'0,"5"4"-108"0,-5-4-52 0,0 0-27 15,0 0-29-15,0 0-26 0,0 0-17 16,0 0-21-16,0 0 1 0,0 0-3 0,0 0-14 16,0 0-3-16,0 0-26 0,0 0-12 15,0 0-9-15,0 0-11 0,0 0-4 0,0 0-8 16,0 0 2-16,10 3 5 0,-10-3 6 15,0 0 2-15,0 0-7 0,0 0-5 0,0 0-7 16,0 0-2-16,0 0-7 0,0 0-10 16,0 0-12-16,2-17-127 0,-2 17-16 0,0 0 0 15,0 0 0-15,0 0 0 0,-32 4 0 16,20 1 0-16,-1 2 0 0,-3 1 0 0,9-1 0 16,-4 3 0-16,2-1 0 15,0 1 0-15,5-2 0 0,1 1 0 0,1-2 0 16,-2 0 0-16,6-1 0 0,0 1 0 15,2-1 0-15,-4-6 0 0,9 8 0 0,-4-6 0 16,6-1 0-16,-11-1 0 0,16 2 0 16,-16-2 0-16,18-2 0 0,-18 2 0 0,13-5 0 15,-13 5 0-15,12-5 0 0,-12 5 0 16,7-8 0-16,-3 2 0 0,-2 1 0 0,-1 0 0 16,-1 5 0-16,2-10 0 0,-2 10 0 15,0-7 0-15,0 7 0 0,0 0 0 0,-5-8 0 16,5 8 0-16,0 0 0 15,-9-4 0-15,9 4 0 0,0 0 0 0,0 0-354 16,0 0-393-16,0 0-193 0,0 0 77 16,-22 5 87-16,22-5-758 0,0 0-979 0</inkml:trace>
  <inkml:trace contextRef="#ctx0" brushRef="#br0" timeOffset="81431.16">23432 12990 1076 0,'0'0'179'0,"11"-5"-27"0,-5 2 11 0,-6 3 10 0,8-7-2 16,-4 3-5-16,-4 4-6 0,7-7 1 16,-5 2 24-16,2 0 4 0,-4 5 3 15,1-12 0-15,-1 7-10 0,-1-4 0 16,-3 3-8-16,-2-3-5 0,1 1-10 0,-3 0-14 16,-6 0-14-16,3 1-10 0,-6 1-14 15,0 2-10-15,-2 2-7 0,-2 0-4 0,-4 4-6 16,-1 2 0-16,-9 4-2 0,0 1-2 15,5 1-3-15,5 0-1 0,8 1 15 16,2 1 16-16,4-2 11 0,3 0 10 0,6 2 7 16,2 0 3-16,6 2-8 0,3 1-8 15,12 7-14-15,3 1-7 0,2 0-12 16,5-2-3-16,-1 1-13 0,-1-3-12 16,-1 3 2-16,-3-5-1 0,-2 4 2 0,-6-3 9 15,-4-4-3-15,-4-3-1 0,2 0 11 16,-4-1 10-16,-3 0 18 0,-3 1 26 0,1-3-3 15,-4 0 6-15,2 3 6 0,-5-3 10 16,-1 4 3-16,-2-5-126 0,-1 3-26 0,-2-2 0 16,-5-4 0-16,1 3 0 0,1-1 0 15,0-2 0-15,-2-2 0 0,3 0 0 0,-3 0 0 16,3-2 0-16,13 0 0 0,-25 0 0 16,14-2 0-16,11 2 0 0,-23-4 0 0,16 0 0 15,-2 0 0-15,9 4 0 0,-11-7 0 16,8 5 0-16,3 2 0 0,0 0-495 15,0-10-238-15,0 10-201 0,17-8 75 16,-6 2 102-16,7 1-744 0,2 1-947 0</inkml:trace>
  <inkml:trace contextRef="#ctx0" brushRef="#br0" timeOffset="82065.59">23817 13028 3712 0,'0'0'-241'0,"0"0"51"0,0 0 35 15,2-7 39-15,-2 7 31 0,4-9 25 0,-1 6 38 16,-3 3 41-16,8-9 41 0,-8 9 42 15,7-8 38-15,-2 1 34 0,0 4 21 0,-5 3 14 16,6-11 3-16,-6 11-9 0,4-7-1 16,-4 7-15-16,1-5-8 0,-1 5-14 0,0 0-14 15,0 0-23-15,2-10-8 0,-2 10-13 16,0 0-11-16,0 0-12 0,0 0-7 16,0 0-8-16,0 0-8 0,0 0-8 0,0 0-2 15,0 0-7-15,0 0-8 0,0 0 2 16,0 0-2-16,-3 33-4 0,-1-18-2 15,2 0 11-15,-2 2 6 0,4 2-4 0,-3 4-2 16,-2-1 2-16,3 1-3 0,0-4 17 16,-1 3 6-16,1-3-2 0,0-2-3 15,-2-2-9-15,2 0 2 0,1-1-6 0,-1 0-6 16,0-4-1-16,0 0-5 0,0-1-5 16,0-2 1-16,2-7-6 0,-2 13-4 0,0-6-3 15,2-7-2-15,-2 9 0 0,2-9-27 16,-4 9-33-16,4-9-38 0,-2 4-51 15,2-4-91-15,0 0-101 0,0 0-97 16,0 0-111-16,0 0-157 0,0 0-14 0,0 0 78 0,0 0-453 16,-2-20-553-16</inkml:trace>
  <inkml:trace contextRef="#ctx0" brushRef="#br0" timeOffset="84265.26">23943 13009 2793 0,'0'-5'-109'0,"0"5"34"0,0-11 29 16,2 5 32-16,0 1 26 0,-2 5 28 0,1-13 15 15,1 7 17-15,2 1 13 0,-4 5 3 16,4-7 6-16,-4 7-12 0,1-5-4 16,-1 5 14-16,0 0 29 0,0 0-1 0,0 0 0 15,-20 25 21-15,10-9 5 0,-3-1 14 16,-5 8-1-16,4-7-1 0,-2 1 2 15,3 0-3-15,-6 2-2 0,4-3-11 0,-1-2-9 16,3-1-13-16,1 0-7 0,3-4-8 16,0-2-12-16,1 3-8 0,2-4-8 15,0 0-8-15,3-1 5 0,-1-1 7 0,4-4 1 16,-4 8 4-16,4-8-11 0,10 4-13 16,-1-2 0-16,6 0-10 0,7-4 11 0,4 0-23 15,0 2-6-15,13-4 0 0,1 2 14 16,-2-4-8-16,-10 5 0 0,-3-1 0 0,-3-1-9 15,-6 1-4-15,0 1 3 0,-3-1-8 16,-6 2 0-16,-7 0-4 0,20-4-7 0,-20 4 2 16,14-2 1-16,-14 2-13 0,12-1-1 15,-12 1 2-15,10-3-30 0,-10 3-31 16,0 0-42-16,0 0-55 0,14 4-68 16,-14-4-86-16,0 0-93 0,0 0-112 0,0 8-156 15,0-8-37-15,0 0 84 0,-11 11-460 16,6-5-554-16</inkml:trace>
  <inkml:trace contextRef="#ctx0" brushRef="#br0" timeOffset="85881.5">24594 13168 2838 0,'-2'-4'-39'15,"2"4"51"-15,0 0 43 0,0 0 46 0,-7-9 47 16,7 9 13-16,0 0-2 0,0 0 3 16,0 0 32-16,0 0 13 0,0 0 4 0,0 0-4 15,-11 21-4-15,8-8-3 0,3 1-7 16,-6 1-19-16,6 1-16 0,-3 1-2 0,-3-2-5 16,3 1 1-16,-1-1-16 0,-3-1-10 15,6-2-13-15,-3-2-4 0,0 0-15 0,2-3-4 16,0 1-5-16,1-2 9 0,1-6 10 15,-4 11 14-15,4-11-4 0,0 0-12 16,0 0-10-16,0 0-6 0,0 0-11 0,0 0-4 16,18-23-11-16,-4 7-3 15,8-4-13-15,-4 0-5 0,1 4-2 0,-6 4-5 16,3 0-4-16,-5 3-5 0,-1 1-5 16,1 3 0-16,-1 1-7 0,-3 1-1 0,-7 3-3 15,0 0-2-15,0 0 0 0,29 7-3 16,-25-1 2-16,4 1 0 0,-5 0 2 0,3 2-6 15,-2-1 6-15,-3-1-4 0,3 0 0 16,-2 0 2-16,3-1 4 0,-5-6-6 0,1 11 2 16,-1-11-4-16,6 7 7 0,-6-7 5 15,7 7-2-15,-7-7 1 0,0 0-3 16,25-6-1-16,-12 1-4 0,9-3-2 16,-1 0-1-16,6-5 1 0,1 1 2 0,-6 4-1 15,-2-1-1-15,-5 4-5 0,0 2 2 16,-4-1-3-16,0 2 0 0,-11 2-1 15,18 0-3-15,-18 0 4 0,14 6-1 0,-9-1 4 16,3 0-4-16,-5 2-2 0,3-1 2 16,0 1-20-16,-2 2-37 0,2 0-37 0,-3-3-46 15,1 3-46-15,0-2-55 0,-1 2-66 16,0-5-74-16,1 3-59 0,0-2-72 0,1 0-92 16,3-3-110-16,-1 2 58 0,3-4-502 15,-10 0-630-15</inkml:trace>
  <inkml:trace contextRef="#ctx0" brushRef="#br0" timeOffset="86164.29">25293 13285 2944 0,'8'-2'-70'0,"-8"2"54"0,6-5 27 0,-6 5 40 16,0 0 40-16,0 0 33 0,0 0 18 0,0 0 5 15,0 0 3-15,0 0 8 0,0 0 0 16,-19 19 3-16,19-19-8 0,-6 10-3 16,6-3-3-16,0-7-9 0,8 15-7 0,-5-11-8 15,5 3-11-15,0-4-10 0,1 2-11 16,3-1-11-16,1-2-6 0,-2-2-9 0,7 0-5 15,-5-2-9-15,1 2-4 0,-1-4-5 16,-1 2 1-16,-3-3-9 0,-2 2 0 0,1-4-4 16,-2 1-3-16,0 0-1 15,-4-2-3-15,-2-1-2 0,0-3-3 0,-2 2-5 16,0-2 3-16,-5 2-5 0,6-1-4 16,-3 1-3-16,-2 5-4 0,-1-2-20 0,0 2-56 15,-4 3-70-15,11 2-93 0,-20 0-108 16,10 0-145-16,-3 2-203 0,1 1 54 0,5 1 71 15,-1-2-348-15,8-2-398 0</inkml:trace>
  <inkml:trace contextRef="#ctx0" brushRef="#br0" timeOffset="86598.09">25978 12946 2811 0,'-4'-12'167'0,"3"3"38"0,-1 2 33 15,-1 2 12-15,3 5-12 0,0 0 26 0,0 0 21 16,0 0-5-16,-15 17-5 0,10-1 12 16,-6 2-13-16,-2 11-20 0,2 1-24 0,-4 1-22 15,2-2-23-15,-3 0-16 0,1 0-17 16,3-2-14-16,5-4-14 0,-2-6-12 16,-2 0-10-16,4-3-11 0,2-2-11 0,-1-2-4 15,0-2-8-15,3-1-10 16,0 0-6-16,-3-2-6 0,6-5-6 0,-3 9-2 15,3-9-5-15,-8 0-9 0,8 0 1 16,0 0-4-16,0 0 0 0,-19-14-3 0,12 9-4 16,-3-2-4-16,0 2 2 0,-3 2-3 15,-2-1 0-15,-4 3 0 0,0 2-1 0,-3 3 2 16,0-1 2-16,-1 4 2 0,2 2-1 16,2-1 19-16,2 4 16 0,4 0 4 0,1 0-52 15,5 0 0-15,-1 2 0 0,6-2 0 16,0-1 0-16,4 3 0 0,2 1 0 0,3-1 0 15,3-2 0-15,3 1 0 0,0 1 0 16,5-5 0-16,-1 1 0 0,2 0 0 0,0-2 0 16,-2-2-361-16,2-1-134 15,3-2-113-15,-6 0-174 0,2-3-68 0,-2-2 91 16,4 1-716-16,-2-2-922 0</inkml:trace>
  <inkml:trace contextRef="#ctx0" brushRef="#br0" timeOffset="86831.41">26239 13126 4014 0,'0'0'-43'0,"0"0"33"0,0 0 93 0,0 0 61 16,0 0 51-16,0 0 30 0,0 0 21 0,-23 31 3 16,17-9-8-16,0 0-8 0,-5 7-23 15,-1 4-12-15,5-2-26 0,-4 1-17 0,2 0-17 16,-2-1-8-16,0 1-17 0,2-3-23 15,-1-7-51-15,3-1-67 0,1-3-74 16,-1 0-82-16,-2-3-107 0,6-1-125 0,-1-4-127 16,0-2-204-16,4 1 43 0,2-4 83 15,-2-5-463-15,9 4-554 0</inkml:trace>
  <inkml:trace contextRef="#ctx0" brushRef="#br0" timeOffset="87264.38">26459 13172 3011 0,'1'-10'2'0,"3"1"37"16,0 1 42-16,-1 0 37 16,3 1 23-16,-1 3 5 0,6-1-3 0,0 2-5 15,-2-1-10-15,-9 4-10 0,19-2-7 16,-19 2-8-16,20 6-4 0,-11-2 1 0,-2 4-6 16,-1 1 0-16,-1 2-3 0,-5 1 1 15,0 0 13-15,-3 2 11 0,-5-1 11 0,1 4 4 16,-2-1 6-16,-11 8 5 0,3-2 2 15,-2-2-3-15,-2 1 7 0,6-6-13 16,3-1 13-16,3-4 12 0,2 1 12 16,3-1 2-16,-3 0 3 0,7 0-1 0,0 3-6 15,2-1-14-15,3 3-16 0,-1 1-6 0,-1-1-20 16,5 2-11-16,-5-1-11 0,-1-1-8 16,2-1-68-16,1 1-16 0,-3-1 0 15,-2-1 0-15,0-1 0 0,0 0 0 16,0-1 0-16,-2-1 0 0,-1 0 0 0,-3-1 0 15,4-1 0-15,-3 2 0 0,-1-4 0 16,-1 1 0-16,-1-3 0 0,-3 2 0 0,1-3 0 16,-2 0 0-16,1-3 0 0,11 0 0 15,-21 0 0-15,21 0 0 0,-18-3 0 0,6-2 0 16,2 1 0-16,3-1 0 16,0-3 0-16,6 4-335 0,1 4-431 0,12-12-180 15,2 6 75-15,9 1 101 0,17-1-762 16,12 6-975-16</inkml:trace>
  <inkml:trace contextRef="#ctx0" brushRef="#br0" timeOffset="87464.32">27611 13503 4549 0,'-19'-14'97'0,"1"4"70"0,9 1 67 15,2 3 48-15,1-1 9 0,6 1-21 16,0 6-27-16,8-8-25 0,3 4-25 15,6 0-35-15,5 2-107 0,3 2-106 0,4 0-99 16,3-3-116-16,11 6-138 0,-13-3-153 16,-1 0-220-16,-9 2 69 0,-2 0 82 0,-7 4-452 15,-1-2-554-15</inkml:trace>
  <inkml:trace contextRef="#ctx0" brushRef="#br0" timeOffset="87631.06">27624 13576 2800 0,'-21'6'2'16,"3"-1"69"-16,0-4 68 0,3 3 59 15,3-2 39-15,3 0 29 0,9-2 15 0,-18 4 12 16,18-4 4-16,-5 4-1 0,5-4-17 0,-2 7-27 16,2-7-33-16,14 8-20 15,-1-2-27-15,3-2-85 0,-2 0-90 0,10 1-89 16,-4-2-111-16,5-1-133 0,-4 1-158 16,0-3-242-16,0-3 51 0,0 3 80 0,-2-3-393 15,2-1-474-15</inkml:trace>
  <inkml:trace contextRef="#ctx0" brushRef="#br0" timeOffset="88164.83">28333 13300 2980 0,'8'-13'77'0,"5"1"41"0,3 1 32 0,2 1 28 0,5 2 22 0,10-1 0 16,-6 4-4-16,-1 3-4 0,3 4-13 0,-4 3-13 15,6 7-12-15,-8 3-6 0,-5 3 1 16,-9 0 6-16,-5 3 12 0,-10 4 23 15,-8 8 18-15,-9 6 1 0,-6-2 20 16,-5-3 19-16,0-1 8 0,-2-4 10 0,11-7 2 16,1-3-7-16,9-4 9 0,2-1 7 15,5-4-177-15,3 0-100 0,7-1 0 16,5 3 0-16,13-2 0 0,17 5 0 0,17-1 0 16,7-5 0-16,6-3 0 0,3-1 0 15,5-4 0-15,-2-2 0 0,-1-2 0 0,2 1-41 16,-13-6-952-16,-14 4 10 0,-5 1 115 15,-11 1-937-15,-9 2-1232 0</inkml:trace>
  <inkml:trace contextRef="#ctx0" brushRef="#br0" timeOffset="90097.34">19417 14659 4504 0,'-8'-4'-225'0,"2"-1"64"16,2 0 66-16,4 5 74 0,-5-12 57 0,3 3 19 16,4-1 16-16,3-3 12 0,5 1 6 15,3 1 2-15,9-6 0 0,0 6-6 16,-3 2-7-16,3 5-2 0,-2 4-12 16,-1 2-8-16,4 2-1 0,4 11-7 15,-10 2-2-15,-6-1-1 0,-3 4 6 0,-4 2 1 16,-10 0 13-16,-4 12 1 0,-5 0 13 15,-10 9 12-15,-1-3 16 0,-7-1 8 0,5-1 19 16,-3-3 12-16,6-10 9 0,3 1 15 16,3-4 13-16,1-5-1 0,9-2 4 0,0-2 2 15,-2-3 1-15,8-2 1 0,-5-1-1 16,7 1-2-16,-3-4-3 0,4-4-6 0,2 10-145 16,-2-10-33-16,9 11 0 0,-2-10 0 15,5 4 0-15,1-3 0 0,5 4 0 16,-2-5 0-16,2 2 0 0,1 0 0 0,-6-3 0 15,3 1 0-15,-3 1 0 16,0-2 0-16,-3 0 0 0,1 2 0 0,-11-2 0 0,20-2 0 16,-20 2 0-16,14 0 0 15,-3-2-452-15,-11 2-136 0,11-4-153 0,-6 0-167 16,1 0 92-16,-6 4-778 0,12-7-1034 16</inkml:trace>
  <inkml:trace contextRef="#ctx0" brushRef="#br0" timeOffset="90314.26">19860 14940 4194 0,'-5'-6'42'0,"5"6"81"0,-9-10 69 15,5 7 65-15,4 3 45 16,-10-9 25-16,6 4 1 0,4 5-16 0,-4-7-25 16,4 7-31-16,0 0-25 0,-2-9-23 15,2 9-23-15,0 0-28 0,-3-7-44 0,3 7-66 16,-4-2-91-16,4 2-91 0,0 0-61 15,0 0-69-15,0 0-98 0,0 0-118 0,0 0-142 16,0 0-183-16,0 0 76 0,-5 17-603 16,5-11-788-16</inkml:trace>
  <inkml:trace contextRef="#ctx0" brushRef="#br0" timeOffset="90597.29">20177 14732 3635 0,'4'-7'-3'0,"-2"1"60"15,0 0 40-15,-2 6 20 0,1-6 7 0,-1 6 7 16,0 0 29-16,0 0 13 0,0 0-1 16,0 0 9-16,-7 39 0 0,2-19-6 0,-7 9-11 15,2 5-12-15,-2-5-19 0,5 4-11 16,-2 0-14-16,-1-3-8 0,2-5-10 15,4-3-9-15,-1-1-17 0,-1-1-8 0,3-3-45 16,-1-1-45-16,-1 0-59 16,3-3-86-16,1-1-89 0,1 1-107 0,0-5-136 15,1-1-195-15,4-2 22 0,2-1 79 16,5-3-356-16,3-1-440 0</inkml:trace>
  <inkml:trace contextRef="#ctx0" brushRef="#br0" timeOffset="90947.38">20565 14783 2882 0,'-11'-10'105'0,"4"3"55"0,-2 4 34 0,-3-1 16 15,2 3 14-15,10 1-1 0,-23 7-4 0,10-1-3 16,-1 6-3-16,3-3-8 16,2 3-3-16,1 2-4 0,2 0-6 0,4-1-7 15,2 0-18-15,4 4-12 0,3 1-31 16,7-2-16-16,1-1-11 0,8 2 0 0,0-4-14 15,-1-5-13-15,-2-1-7 0,3 0-5 16,-4-4 0-16,2-3-7 0,-4 0-9 16,3-2 2-16,-6-1-10 0,2 0 6 0,-7-3-1 15,2 0-2-15,-3 1-1 0,-5-4-5 16,-2 0-4-16,-1-3-3 0,-1 0 15 0,-4-3-19 16,-1-2-7-16,1-2 1 15,-2-1-4-15,-4 4-5 0,4 3 1 0,0-2-6 16,-3 4-4-16,2 0-33 0,1 4-48 15,-1 2-55-15,3 1-62 0,5 4-76 0,-14-1-104 0,14 1-123 16,0 0-182-16,0 0-69 16,-8 8 73-16,8-8-494 0,27 4-643 0</inkml:trace>
  <inkml:trace contextRef="#ctx0" brushRef="#br0" timeOffset="91166.31">21303 14806 3499 0,'-23'-6'123'0,"9"1"51"0,3 2 56 15,2 1 32-15,5-1-21 0,4 3-18 0,0 0-23 16,35-7-23-16,2 6-15 0,10-1-22 16,-2 0-44-16,7 0-73 0,-2 2-90 0,-5 0-109 15,-2 0-104-15,2 0-105 0,-11 0-123 16,-9-2-161-16,-9 2 56 0,0 0-357 15,-7 0-448-15</inkml:trace>
  <inkml:trace contextRef="#ctx0" brushRef="#br0" timeOffset="91432.81">21630 14558 2863 0,'-7'-8'62'0,"3"5"34"16,4 3 42-16,0 0 32 0,0 0 52 0,0 0 27 15,-14 17 8-15,8-1 9 0,1 4 11 16,-4 9 10-16,2 6-6 0,-1-1-1 0,2 4-12 16,-1 1-22-16,-1 1-13 0,3-1-40 15,-4-2-16-15,4 1-16 0,-3-4-18 0,3-1-14 16,-1-7-10-16,3-6-13 0,-2-3-10 16,1-1-15-16,1-2-10 0,1-3-13 0,-2 1-17 15,2-2-46-15,0-3-65 0,2 1-67 16,0-1-76-16,0-7-97 0,0 10-138 15,0-10-161-15,6 4-217 0,-6-4 62 16,9 0 93-16,-9 0-525 0,0 0-661 16</inkml:trace>
  <inkml:trace contextRef="#ctx0" brushRef="#br0" timeOffset="91880.33">22245 14587 3348 0,'0'-17'40'0,"0"1"75"15,2 3 66-15,-2 1 54 0,2 0 44 16,-1 3 31-16,1 1 19 0,0 0-16 0,0 1-32 16,-2 7-30-16,0 0-12 0,0 0 11 15,0 0-5-15,9 19-7 0,-6 6-9 16,-3 12-2-16,-3 4-10 0,-1 3-4 16,-1 13-8-16,-2 1-13 0,-5 1-1 0,2-2-128 0,1-5-63 15,0-2 0-15,0-9 0 16,-2-5 0-16,6-2 0 0,-5 0 0 0,2-12 0 15,5-3 0-15,-3-2 0 0,2-5 0 16,3 0 0-16,-1-4 0 0,2 1 0 0,-2-3 0 16,2 1 0-16,-2-1 0 0,2-6 0 15,-3 8 0-15,3-8 0 0,0 0 0 16,0 0 0-16,0 0 0 0,0 0-693 16,0 0-246-16,14-19 11 0,-8 12 108 0,-3 1-816 15,3-1-1075-15</inkml:trace>
  <inkml:trace contextRef="#ctx0" brushRef="#br0" timeOffset="92164.47">22988 14868 4806 0,'-21'-13'43'15,"7"5"58"-15,3 2 71 0,1 0 79 16,3 0 40-16,1 3 14 0,6 3-3 0,-5-6-14 16,5 6-18-16,0 0-33 0,0 0-19 15,21-8-26-15,-4 8-20 0,2 0-16 16,3 0-19-16,5 3-32 0,0-2-69 16,-4 3-98-16,-2-3-96 0,-1 1-104 0,-2 0-103 15,0 2-113-15,-6-4-131 0,-2 3-219 16,-10-3 30-16,12 3 84 0,-12-3-581 0,0 0-754 15</inkml:trace>
  <inkml:trace contextRef="#ctx0" brushRef="#br0" timeOffset="92347.11">22927 14962 3701 0,'-17'1'107'16,"5"1"51"-16,12-2 50 0,-17 2 61 15,17-2 59-15,-7 2 44 0,7-2 14 0,0 0-14 16,0 0-32-16,0 0-34 0,28 8-32 15,-7-6-27-15,2 3-29 0,2-1-50 0,2 1-77 16,-5-2-108-16,-3-3-104 0,1 4-95 16,-6-3-97-16,0 3-95 0,-4-2-114 0,-3-2-147 15,-7 0-125-15,0 0 85 0,0 0-575 16,0 0-744-16</inkml:trace>
  <inkml:trace contextRef="#ctx0" brushRef="#br0" timeOffset="94029.83">23570 14752 3699 0,'-3'-10'-8'0,"1"0"62"15,2 1 37-15,5-1 23 0,6-2 15 0,3 2 1 16,4 1-4-16,11-6-14 0,-3 6-11 16,-2 4-10-16,1 2-9 0,2 1-10 15,0 4-4-15,-4 3-11 0,-2-1-6 0,-2 6-4 16,-3 4 0-16,-7-1 0 16,-6 4 12-16,-3 0 9 0,-3 5 19 0,-8 9 14 15,-7-2 15-15,-1 0 20 0,-2 2 24 0,0-3-3 16,2-2 14-16,0-2 18 0,5-5 0 15,5-4 0-15,2-3 7 0,-2-1 6 16,8-3 1-16,-1 0 9 0,2 1-12 0,3 0-16 16,4 0-12-16,2-1-82 0,7 0-90 15,1-1 0-15,4 3 0 0,2-4 0 0,-3-1 0 16,3 1 0-16,0-4 0 0,-2 0 0 16,0-2 0-16,0 0-56 0,-1 0-272 15,-4-2-72-15,2 0-91 0,-5 2-99 0,0-5-124 16,-1 1-106-16,-1-1 74 0,-6-1-630 15,5 3-830-15</inkml:trace>
  <inkml:trace contextRef="#ctx0" brushRef="#br0" timeOffset="94348.31">24390 14719 3836 0,'5'-19'36'0,"-4"3"82"15,1 4 63-15,2 4 49 0,-4-1 24 16,2 4 4-16,-2 5-18 0,2-12-29 0,-2 12-11 16,0 0 18-16,0 0 5 0,0 0-13 15,2 29-15-15,-4-9-6 0,-2 6-8 16,0 11-33-16,1-1-2 0,-4 3-21 0,3 0-8 16,-1 1-15-16,-1-4-11 0,1-4-8 15,1-4-5-15,-1-5-10 0,4-4-6 16,-1-2-7-16,0 3-9 0,-4-5-1 0,6 0-10 15,-1-2-41-15,-1-2-44 0,0 0-70 16,-2-1-71-16,4-2-78 0,0 0-96 0,0 0-104 16,2-2-139-16,-2-6-240 0,6 8 75 15,-6-8 89-15,11 3-540 0,-11-3-686 16</inkml:trace>
  <inkml:trace contextRef="#ctx0" brushRef="#br0" timeOffset="94929.74">24972 14926 3618 0,'-8'-14'126'16,"4"2"42"-16,-2 3 38 0,5 2 26 16,-1 3-2-16,2 4-20 0,0 0 6 0,0 0 31 15,0 0-36-15,0 0 1 0,0 0-26 16,11 32-5-16,-7-16-17 0,-3 1-2 15,4 1-27-15,-3 5-8 0,-2-2-13 0,0-3-10 16,-2 1-6-16,0-2-3 0,-2 1-4 16,2-3-3-16,-2-3-8 0,2-2 2 15,-2 3-11-15,4-7 9 0,-1 0 9 0,1-6 11 16,-2 12 0-16,2-12-6 0,0 0-13 16,0 0-4-16,0 0-12 0,0 0-14 0,23-31-51 15,-7 9 0-15,4-3 0 0,3 1 0 16,-5 3 0-16,6 2 0 0,-9 4 0 0,-2 5 0 15,-4 3 0-15,5 0 0 0,-3 4 0 16,-1 1 0-16,-10 2 0 0,0 0 0 0,26 9 0 16,-15-2 0-16,-2 1 0 0,-2 1 0 15,1 3 0-15,0-2 0 0,-3 0 0 16,1 0 0-16,0-1 0 0,-3-1 0 16,1-1 0-16,1 0 0 0,-2 0 0 15,1-1 0-15,0-1 0 0,-4-5 0 0,7 6 0 16,-7-6 0-16,12 3 0 0,1-6 0 15,0-2 0-15,6-1 0 0,1-5 0 0,7-3 0 16,-5 4 0-16,-5 0 0 0,1 3 0 16,-7 0 0-16,0 2 0 0,-1 2 0 0,-2-1 0 15,-1 2 0-15,-7 2 0 0,0 0 0 16,17 7 0-16,-11-4 0 0,0 3 0 0,-3-1 0 16,3 2 0-16,-3 0 0 0,4-1-45 15,-2 1-182-15,5 1-48 0,-1-2-54 16,-1 2-62-16,3-2-55 0,3 0-55 15,-3-1-73-15,2-3-110 0,1 0-46 0,1 0 61 16,1 0-460-16,-4-4-598 0</inkml:trace>
  <inkml:trace contextRef="#ctx0" brushRef="#br0" timeOffset="95212.75">25865 15032 2950 0,'0'0'-71'0,"0"0"52"0,0 0 45 0,0 0 42 0,0 0 32 0,0 0 24 0,0 0 12 0,0 0 8 16,-32 18 12-16,28-14-3 0,1 3 3 0,-1 1 1 15,-1-2-2-15,5-6 4 16,-2 11 9-16,2-11 11 0,2 9 7 0,5-4 1 16,-7-5-13-16,15 6-7 0,-2-4-15 15,-13-2-11-15,31-4-8 0,-13 0-17 16,4-1-17-16,-5 1-6 0,2-4-8 0,-4 2-13 16,-2-1-3-16,-2-2-4 0,1 2-4 15,-4-3-10-15,-5-2-3 0,1 2-3 0,0-4-7 16,-4-1-3-16,-2-2-7 0,0-2-5 15,-2 3-5-15,1-1-9 0,-1 4-15 0,-1-1-59 16,-1 4-63-16,-2 1-76 16,-2 1-107-16,-1 4-123 0,-1-1-159 0,1 2-174 15,0 3 69-15,11 0-537 0,-16 8-696 16</inkml:trace>
  <inkml:trace contextRef="#ctx0" brushRef="#br0" timeOffset="95646.19">26763 14858 3715 0,'-12'-11'134'15,"1"5"47"-15,4 2 44 0,-3 2 36 0,10 2 28 16,-22 6 9-16,8 4-5 0,-1 3-10 16,-6 7-15-16,1 7-23 0,4-2-20 15,-2 2-19-15,3 3-20 0,1-3-16 16,1-1-17-16,6-3-15 0,1-6-13 0,0-3-13 15,2 2-10-15,3-3-10 0,-3-4-6 16,0 2-9-16,2-2-4 0,0-3-10 16,1 0 1-16,1-6-5 0,-3 10-7 0,3-10-36 15,0 0-16-15,0 0 0 0,0 0 0 16,0 0 0-16,0 0 0 0,0 0 0 0,0-29 0 16,-2 22 0-16,-4-2 0 0,1 0 0 15,-1 3 0-15,-6 1 0 0,1 2 0 0,0 0 0 16,11 3 0-16,-27 3 0 0,10 0 0 15,4 2 0-15,-3 0 0 0,3 3 0 16,6 0 0-16,-1 0 0 0,0 1 0 0,4-1 0 16,3 1 0-16,2 0 0 0,1 2 0 15,6-1 0-15,2 1 0 0,1 1 0 16,0-2 0-16,5-1 0 0,-2-1 0 16,6 0-221-16,1 1-148 0,-1-2-84 0,2 0-88 15,-5-5-90-15,4 0-77 0,0-4-76 16,-4 0 64-16,4-1-560 0,0-3-740 0</inkml:trace>
  <inkml:trace contextRef="#ctx0" brushRef="#br0" timeOffset="95813.53">26818 15133 3337 0,'17'-18'-61'16,"-6"-3"68"-16,0 10 74 0,-8-2 66 0,1 4 47 15,0 2 18-15,-4 1 2 16,0 6-14-16,3-8 6 0,-3 8 27 0,0 0-5 16,0 0-21-16,0 0-21 0,-16 29-19 15,7-12-13-15,-2 9-23 0,-1 0-15 0,-2 4-51 16,1 1-54-16,1 0-42 0,-1 4-98 15,2 0-107-15,0-1-109 0,0-3-123 0,6-7-130 16,-2-5-86-16,7-5 57 0,0-1-365 16,5-4-469-16</inkml:trace>
  <inkml:trace contextRef="#ctx0" brushRef="#br0" timeOffset="96212.35">27215 15007 2736 0,'20'-30'23'0,"-6"10"43"0,-3 4 24 0,-1 4 42 15,-2 4 14-15,-1-1-8 0,1 2-4 0,-5 3-8 16,-3 4-16-16,14-1-2 16,-14 1-1-16,0 0-1 0,11 11-3 0,-7-1 8 15,-4 2 8-15,-4 0 8 0,3 2 6 16,-5 3 6-16,-1 1 1 0,-7 8 8 0,-1-2 0 16,-3 2-2-16,-3-2-5 0,1-2-8 15,-1 3-11-15,-1-5-10 0,8-5-5 0,1-1 13 16,4-4 17-16,4 1 14 15,3-1 12-15,2-1 10 0,2 2 3 0,3 3-4 16,1-2-2-16,2 3 3 0,0-3-7 0,-1 1 0 16,0 0 4-16,-1 1-1 15,0 0-35-15,0 0-134 0,-4-3 0 0,1-1 0 16,-3 2 0-16,0-1 0 0,0-2 0 16,-1 2 0-16,-1-2 0 0,-2 0 0 0,-1 0 0 15,-2-1 0-15,1-1 0 0,-3-2 0 16,0 2 0-16,-1-4 0 0,-1 1 0 0,-3-1 0 15,1-1 0-15,2-2 0 0,-5 0 0 16,5-4 0-16,-7-1 0 0,7-2 0 16,-2-1 0-16,7-1-241 0,2-1-739 0,8-2 11 15,8-3 108-15,8-7-887 0,15 2-1180 16</inkml:trace>
  <inkml:trace contextRef="#ctx0" brushRef="#br0" timeOffset="96398.45">27884 15182 5122 0,'-5'-12'56'16,"3"6"75"-16,-1-3 101 0,3 1 54 16,0 8 25-16,0-12-6 0,2 6-27 15,1-3-30-15,9 1-26 0,5 2-22 0,2 0-36 16,16-5-58-16,-1 5-96 0,-6 0-115 16,-1 4-107-16,-2 0-111 0,-4 2-128 0,-6 2-125 15,1 0-152-15,-5 0-65 16,-6 2 81-16,-1 2-571 0,-6 0-741 0</inkml:trace>
  <inkml:trace contextRef="#ctx0" brushRef="#br0" timeOffset="96581.45">27757 15319 3425 0,'-13'4'51'16,"2"-2"79"-16,1 0 67 0,10-2 71 0,-9 3 72 16,9-3 36-16,0 0 17 0,0 0-11 15,0 0-31-15,0 0-38 0,0 0-29 0,38 7-29 16,-19-4-26-16,4-2-52 15,0 0-68-15,-2-1-99 0,0 0-115 0,-3 2-97 16,-4-2-95-16,-1 2-82 0,-1 0-77 0,-2 0-107 16,-10-2-169-16,7 1 7 0,-7-1 73 15,0 0-429-15,-4 9-553 0</inkml:trace>
  <inkml:trace contextRef="#ctx0" brushRef="#br0" timeOffset="98795.74">28623 14929 2755 0,'0'0'-66'0,"6"-11"39"15,1 4 39-15,5-3 37 0,5 0 26 0,2 2 26 16,2 1-4-16,1 1-5 0,0 4-7 16,-1 0-5-16,-3 4-8 0,4 0 9 15,-8 6 0-15,-2 1 21 0,-4 1 18 0,-4 5 26 16,-8 2 25-16,-4 4 13 0,-7 6 23 15,-6 4 17-15,-5 2 18 0,1-5 14 16,0-3-3-16,3 1-2 0,0-2-12 16,5-2-16-16,4-4-6 0,5-2-2 0,4-3-3 15,2 0-1-15,2-1-10 0,6 2-17 16,7-3-15-16,7 0-18 0,8 1-16 0,8-4-13 16,2-1-11-16,2-5-13 0,-8-2-38 15,-1 0-60-15,-8-5 0 0,0 1 0 0,-8-6 0 16,-5 0 0-16,-6-2 0 0,-8-2 0 15,-12-13 0-15,-2 1 0 0,-13-5 0 16,-6 2 0-16,5 0 0 0,3 6 0 0,4 3 0 16,1 1 0-16,5 4 0 0,4 3 0 15,5 0 0-15,1 1 0 0,3 1 0 16,5 0 0-16,1-1 0 0,5 2 0 16,6-4 0-16,1 5 0 0,7-1 0 0,2 3 0 15,0 0 0-15,-1 5 0 0,5 1 0 16,-2 2 0-16,1 6-622 0,-4-1-324 0,-3 1 10 15,1 3 109-15,-5 0-826 0,0 3-1090 16</inkml:trace>
  <inkml:trace contextRef="#ctx0" brushRef="#br0" timeOffset="102278.37">20055 16188 2336 0,'0'0'74'0,"-17"-4"52"0,17 4 31 0,-17-2 49 0,17 2 30 0,-12-3 21 0,12 3-3 16,0 0-19-16,-13-2-19 0,13 2-22 0,0 0-19 15,-12-3-17-15,12 3-15 0,0 0-9 16,0 0-15-16,0 0-12 0,-7-3-10 15,7 3-8-15,0 0-10 0,0 0-6 0,0 0-3 16,0 0-12-16,-6-5-2 16,6 5-7-16,0 0-4 0,0 0 2 0,0 0 3 15,0 0 0-15,0 0-4 0,0 0-1 16,0 0-3-16,0 0 0 0,0 0-3 0,0 0 0 16,0 0 0-16,0 0 2 0,0 0 6 15,0 0 10-15,0 0 5 0,0 0 13 0,0 0-24 16,0 0 0-16,0 0 2 0,0 0-4 15,0 0 10-15,0 0-10 0,0 0 4 16,0 0-9-16,0 0 2 0,0 0-8 0,0 0 0 16,0 0-8-16,11-11-4 0,-11 11-3 15,0 0-4-15,6-7-12 0,-6 7-8 16,0 0-22-16,5-10-26 0,-5 10-23 0,0-8-27 16,0 8-31-16,-5-9-56 0,5 9-64 15,-4-8-73-15,4 8-62 0,0 0-85 16,0 0-126-16,0 0-127 0,-18 13 74 0,12-6-420 15,1 1-542-15</inkml:trace>
  <inkml:trace contextRef="#ctx0" brushRef="#br0" timeOffset="102544.61">20328 16106 2768 0,'4'-7'-42'0,"-3"3"32"0,-1 4 7 0,0 0 9 0,4-8 10 15,-4 8 11-15,0 0 18 0,0 0 10 0,0 0-4 16,0 0-5-16,-11 25-2 0,4-14-4 16,6 2-7-16,-5-1-1 0,2 2-1 0,-1 0-11 15,-1 1 3-15,3 2-9 0,-4-2-38 16,3 2-51-16,1-1-61 0,-3 0-84 15,6-2-106-15,-2-5-153 0,2 4-180 0,0-5-154 16</inkml:trace>
  <inkml:trace contextRef="#ctx0" brushRef="#br0" timeOffset="102913.56">20568 16140 1979 0,'2'-12'112'0,"0"2"33"0,-2 3 52 16,0 7 34-16,2-10 15 0,-2 10-4 0,0-7-18 15,0 7-17-15,0 0-27 0,0 0-3 16,0 0 8-16,0 0-3 0,0 0-13 16,0 0-15-16,-11 34-8 0,8-17-2 0,-5 5-9 15,3 7-8-15,-3 4 3 0,4-8 1 16,-2 2-14-16,4-5-3 0,2 2-12 16,0-4-7-16,0 3-6 0,4-5-11 0,0 0-6 15,4 0-4-15,-1-4-7 0,5-2-4 16,-2 0-7-16,4-5-7 0,6 3-3 15,-2-8-10-15,0-2-7 0,1 0 6 0,0-2-4 16,4-4-6-16,-6-2-2 0,0-5-4 16,-1-3 1-16,-7-1 2 0,-2-1-21 0,-1-5 1 15,-1-1 4-15,-8-1-5 0,-3-9-1 16,1 3-1-16,-4 8-1 0,-2 2-2 16,-5 1 1-16,-4 4-12 0,4 5-44 0,-6 3-45 15,-3 2-55-15,2 2-56 0,-1 4-69 16,-2 0-75-16,-13 6-110 0,3-2-160 15,0 4-67-15,2 0 71 0,-1 5-349 16,7-3-457-16</inkml:trace>
  <inkml:trace contextRef="#ctx0" brushRef="#br0" timeOffset="103460.73">19272 16171 2512 0,'9'-12'-47'0,"3"0"37"0,3 1 23 0,2 1 32 0,-4 0 16 16,3 3 5-16,1 0-6 0,-3 2 1 0,0 2 1 16,-4 1 0-16,-10 2-10 0,0 0 5 15,19 10 21-15,-17-1 20 0,-4 1 22 16,-5 9 27-16,-9 6 24 0,-3 1 17 16,-2 0 14-16,2 3 7 0,-2-5 2 15,4 1-5-15,-1-2-9 0,7-2-10 0,6-4-8 16,3-1-14-16,2-3-15 0,5 3-3 15,8-3-20-15,12 3-13 0,9-6-8 0,9-2-9 16,2-4-21-16,9-4-29 0,9-4-35 16,-6-2-29-16,-2-5-6 0,-19 1-1 0,-1-2 7 15,-10-5-2-15,-14 0 2 0,-8 1 1 16,-6 0 8-16,-14-11 15 0,-14-6 14 16,-9-2 8-16,-5 2 13 0,-4 0-1 15,2 4-14-15,-1 2 5 0,9 3 1 16,6 5-2-16,8 2-4 0,4 4 1 0,8 1 2 15,4 7-11-15,2-4-21 0,6 2-33 0,1 7-44 16,14-17-54-16,4 9-61 0,12-4-64 16,7 2-76-16,5 6-93 0,4-3-147 15,1 3-138-15,1 4 79 0,1 2-412 0,1 1-519 16</inkml:trace>
  <inkml:trace contextRef="#ctx0" brushRef="#br0" timeOffset="103777.98">21485 16295 3152 0,'-13'-8'122'0,"6"4"36"0,7 4 48 0,-5-6 31 0,5 6-11 0,0 0-23 0,0 0-24 16,14-13-19-16,4 9-23 0,7 0-41 16,11 0-51-16,0-2-57 0,2 2-80 15,1 2-93-15,-2-1-88 0,-6-3-112 16,-6 0-199-16,0 4-27 0,-9-4 59 0,-2 2-206 15,-4-1-247-15</inkml:trace>
  <inkml:trace contextRef="#ctx0" brushRef="#br0" timeOffset="104012.56">21547 15867 2262 0,'-3'-5'64'0,"3"5"5"16,0 0 81-16,0 0 68 0,-14 19 39 15,12-4 18-15,-2 8 3 0,2 12-3 16,2 4-15-16,2 2-16 0,2 1-25 0,1 12-24 16,4-2-19-16,-4 3-17 0,5-15-16 15,-1 10-20-15,-1-12-34 0,-1-2-64 0,-1-1-70 16,-4-9-82-16,0-2-82 0,-2-2-93 16,-6-1-131-16,4-2-198 0,-1-3-17 0,-7 3 72 15,6-4-278-15,-4-1-338 16</inkml:trace>
  <inkml:trace contextRef="#ctx0" brushRef="#br0" timeOffset="105044.33">22153 16213 2346 0,'-10'-7'44'0,"3"-1"16"0,-4 5 15 0,-3-2 33 0,-5 1 49 0,0 0 20 15,1 3 18-15,-4-1-8 0,3 2-15 16,2 0-16-16,2 2-12 0,2-1-7 0,-3 3-7 16,5 0 2-16,2 1 4 0,0 4 5 15,4-2-3-15,1 7-10 0,4-2-12 0,2 5-11 16,3 3-7-16,6 1-10 0,-2 6-10 16,0-4-8-16,0 5-7 0,1-4-5 15,-2-3-3-15,-1-1-2 0,-1 1 3 16,-3-1 5-16,-2-4 1 0,-1 0 7 15,0 2 11-15,0-4 16 0,-1 1 20 0,-4 1 6 16,-2-3 19-16,-1-1 17 0,-1 1 2 16,-1-3 3-16,0 0-5 0,-2-1-11 0,-2-1-11 15,4-3-11-15,-3 0-15 0,2-1-9 16,-1-1-9-16,0 1-13 0,12-4-11 0,-21 0-12 16,21 0-33-16,-18-2-62 0,8-1-83 15,10 3-98-15,-13-7-109 0,5 2-92 0,6 1-131 16,1-2-190-16,1 6-91 15,1-13 93-15,10 5-596 0,5-2-792 0</inkml:trace>
  <inkml:trace contextRef="#ctx0" brushRef="#br0" timeOffset="105229.25">22453 16467 3745 0,'-20'-6'27'15,"7"0"70"-15,7 1 69 0,0 0 27 0,6 5-10 16,0 0-14-16,16-14-19 0,1 11-15 16,8-1-16-16,0 1-68 0,1 1-108 0,5 1-119 15,-3 1-134-15,-3 0-154 16,-1 0-206-16,-4 1 56 0,-5-1-319 0,-2 0-414 16</inkml:trace>
  <inkml:trace contextRef="#ctx0" brushRef="#br0" timeOffset="105960.92">22566 16453 2764 0,'2'-9'122'0,"1"1"53"0,-3 0 44 0,0 8 29 15,2-9 6-15,-2 9-12 16,0 0-22-16,0 0 11 0,0 0 9 0,0 0-9 0,0 0-14 15,-9 38-12-15,8-18-11 0,-3-1-15 16,0 4-16-16,2-2-18 0,-1-3-11 0,-1 0-11 16,0-3-15-16,2 1-8 0,0-5-3 15,0 1-11-15,2-3-5 0,-2-1-6 16,2 1 2-16,0-9 13 0,0 12 5 16,0-12 10-16,2 7 2 0,-2-7-9 15,0 0-10-15,0 0-8 0,0 0-9 0,0 0-9 16,25-24-9-16,-13 9-2 0,4-9 0 15,4-1-12-15,-2 2-4 0,5-4-5 0,0 3-6 16,-1 6-2-16,-8 2-4 0,0 6-1 16,-4 2-8-16,-3 0-2 0,0 3-5 15,0 4-2-15,-7 1 4 0,0 0-1 16,0 0-5-16,22 12 5 0,-15-4-3 0,-4 2-1 16,1-1 1-16,0 1 1 0,-1 2 6 15,1-1-7-15,-2-1 2 0,1 1-1 16,-3-3 0-16,2-2-1 0,3 4 3 0,-5-10-2 15,4 12 2-15,-2-7 2 0,-2-5 1 16,3 8 4-16,-3-8-6 0,8 4 3 0,-8-4 2 16,14 2-1-16,-14-2-3 0,20-6 2 15,-8 4-3-15,1-2-3 0,-2 2 5 0,-11 2-8 16,17-2-6-16,-17 2 3 0,20 2-2 16,-20-2 1-16,15 2-1 0,-10 1 6 0,5 2-6 15,-2-1 2-15,-3 2-2 16,4 0 4-16,0 0-2 0,-4-1-11 0,5 1-14 15,-7 0-16-15,5 0-32 0,-4-1-37 16,-4-5-43-16,11 8-52 0,-5-3-56 16,-1-3-70-16,2 3-76 0,-2-1-82 0,-5-4-115 15,11 5-190-15,-11-5 66 0,4 5-565 16,-4-5-757-16</inkml:trace>
  <inkml:trace contextRef="#ctx0" brushRef="#br0" timeOffset="106644.25">22740 16647 3441 0,'-15'7'-76'0,"3"0"44"0,-1-2 55 0,3 2 43 0,3-2 34 0,-3 0 20 0,7 0 10 16,1 2 1-16,2-7-4 15,0 12-5-15,0-12-8 0,9 12-8 16,0-5-5-16,3-2-13 0,1 0-9 0,5-5-8 16,-5 2-8-16,3-2-4 0,-2 0-3 15,4-2-7-15,-2-4 6 0,-2 0 0 0,-3 0 7 16,-1-5 5-16,-4 3 7 0,-2-4 8 16,-2 0 0-16,-4 0 1 0,-4-4-2 0,2 3-1 15,-6-1-4-15,-1 4-10 0,-3 1 0 16,0 3 5-16,-4 0 2 0,2 3-1 15,-2 3-1-15,3 0-2 0,1 3 5 0,3 1 3 16,-1 1 1-16,5 0-2 0,-1 0-2 16,3 3 4-16,1-2-13 0,4-6-5 15,4 14 5-15,1-6-19 0,3-1-11 16,1 0-30-16,5 0-71 0,4-2-79 0,0 2-94 16,7-2-108-16,7 0-124 0,2-4-174 15,-7-1-131-15,4-1 68 0,-3 1-503 0,10-5-673 16</inkml:trace>
  <inkml:trace contextRef="#ctx0" brushRef="#br0" timeOffset="106844.68">23355 16426 3453 0,'-9'-7'49'0,"2"4"45"0,1-2 57 0,6 5 67 15,0 0 42-15,-4-9 22 0,4 9-12 16,0 0-24-16,21-8-28 0,-4 6-19 15,6 0-25-15,3 0-30 0,3 1-61 0,1-1-68 16,1 2-78-16,-3 0-79 0,-1 0-94 16,2 2-92-16,-8-1-101 0,-1-1-147 0,0 4-104 15,-6-2 65-15,-3 3-333 0,-4 2-427 16</inkml:trace>
  <inkml:trace contextRef="#ctx0" brushRef="#br0" timeOffset="107044.84">23403 16603 2938 0,'-11'2'207'0,"5"-2"59"16,6 0 67-16,0 0 56 0,-11 3 21 0,11-3 2 16,0 0-12-16,0 0-23 0,0 0-25 15,0 0-34-15,38 5-32 0,-19-3-30 0,0-2-26 16,2 1-29-16,0-1-51 0,-2 2-63 16,-2-2-85-16,-3 0-83 0,-1 0-79 15,-13 0-62-15,17 2-59 0,-11 0-66 0,-6-2-69 16,5 2-89-16,-5-2-116 0,0 0-151 15,0 0 71-15,0 0-492 0,-14 10-658 16</inkml:trace>
  <inkml:trace contextRef="#ctx0" brushRef="#br0" timeOffset="108460.16">24314 16274 3504 0,'-7'-14'37'0,"1"4"47"0,3 1 48 0,3 5 37 0,0 4-9 0,3-14-18 0,5 8-15 16,1 2-13-16,7 2-13 0,-2 2-8 16,11 2-14-16,-2 4-8 0,6 6-10 0,-7 3-5 15,0 5-6-15,-10 5-3 0,-5 0-3 16,-11 2 9-16,-10 7 13 0,-5 8 31 16,-9 0 41-16,-5-3 47 0,-3-2 36 0,0-2 26 15,4-2 11-15,5-9 0 16,2-2-12-16,6-1-9 0,6-5-6 0,5-2 0 15,6-1-13-15,8-4-20 0,8 3-18 16,14 1-124-16,8-5-56 0,10-3 0 0,5-2 0 16,14-1 0-16,-2-4 0 0,-4-6 0 15,-13 0 0-15,-4-1 0 0,-8 0 0 0,-11-1 0 16,-6-2 0-16,-7 0 0 0,-8 0 0 16,-6-5 0-16,-15-8 0 0,-14-6 0 0,-6 0 0 15,-10 2 0-15,1 0 0 0,1 4 0 16,-3 6 0-16,7-1 0 0,9 5 0 15,3 2 0-15,8 5 0 0,7-1 0 0,5 4 0 16,0 2 0-16,6-2 0 16,5 5 0-16,2-9 0 0,-2 9 0 0,24-10 0 15,8 0 0-15,11-1 0 0,12 1 0 16,6 2 0-16,2-3 0 0,1 1 0 0,1 0 0 16,0 6 0-16,-2-1 0 0,-1 0-461 15,3 2-42-15,-4-1 18 0,-15-1 34 0,-4 2 50 16,-3-1 47-16,-14 0 62 0,0-1 76 15,-13 1 73-15,3 2 77 0,-3-4 55 16,-3 2 52-16,-1 2 37 0,-3 0 32 16,-5 2 19-16,12-6 9 0,-12 6 6 15,0 0 8-15,0 0 15 0,0 0 20 0,0 0 6 0,0 0 1 16,-32 16-9-16,15-6-13 16,2 1-14-16,-5 1-16 0,6 2-13 0,3-1-13 15,0 3-12-15,8-3-6 0,1 1-7 16,5 1-7-16,3 4-8 0,11 5-8 0,6-1-3 15,11 4-8-15,7 2-6 0,0-4-4 16,1-2-7-16,-10-5-6 0,-2-1-1 0,-5-5-6 16,-1 0-2-16,-12-4-6 0,1-1-1 15,-4 0-7-15,-4-2-11 0,-1 2 0 16,-4-2 0-16,0-5 0 0,-15 12 0 0,-1-7 0 16,2 0 0-16,-11 0 0 15,-2-1 0-15,-9-1 0 0,-2 2 0 0,0-3 0 16,5-2 0-16,2 0 0 0,4-2 0 15,-10-3 0-15,6 2 0 0,7-1 0 0,5-3 0 16,-1-3 0-16,8 0 0 0,2-4 0 16,7-2-139-16,3-2-570 0,9-4-218 0,4-6 9 15,8 3 106-15,4 2-782 0,5 2-1034 16</inkml:trace>
  <inkml:trace contextRef="#ctx0" brushRef="#br0" timeOffset="109309.51">25753 16419 4164 0,'-11'-8'-50'0,"1"-1"69"0,4 4 45 0,2 0 45 0,4 5 28 0,0 0 13 0,0 0 12 16,0 0 8-16,0 0-1 0,0 0-8 15,21 19-13-15,-13-6-8 0,2 3-9 0,-3 1-14 16,3 3-6-16,-7-1-12 0,4-2-10 15,-5 3-1-15,-2-4-1 0,-2 1 1 16,-5 0 4-16,4 1 3 0,-5-4 0 16,1 1-8-16,-2-1-9 0,0-2-5 0,4-2-3 15,-3-1-10-15,5-1-4 0,-2-1-6 16,1-2 6-16,4-5 3 0,0 0-8 16,0 0-6-16,0 0-2 0,0 0-3 0,31-22-8 15,-10 3-2-15,-2 6-3 0,4-4-2 16,-4 5 1-16,-3 1 0 0,-3 3-1 0,-2 1-3 15,-1 2-7-15,-3 2 0 0,3 1-4 16,-10 2 6-16,0 0 3 0,24 3-6 16,-14 1-2-16,0 0 1 0,-1 2-3 0,0 0 2 15,2 0 2-15,-2 1-7 0,-2-1-2 16,2-2 1-16,-2 1 5 0,-2-2 1 0,-5-3-4 16,11 7-4-16,-5-3 5 15,-6-4 5-15,12 3-2 0,-12-3 3 0,0 0-8 16,25-7-8-16,-10 2 12 0,2-5-4 15,4 1-2-15,-2-1-4 0,0-2-4 0,2 4 3 16,-4 1-1-16,-2 0-5 0,-5 4 1 16,0 1-4-16,-10 2-2 0,0 0 4 15,23 5-1-15,-20 0 2 0,5 2 1 0,-5 1 2 16,3 2 2-16,0-1-2 0,0 3 1 16,1-2-8-16,1 3-20 0,-2-3-38 0,3 0-34 15,1-1-30-15,-3-1-16 0,1-3-21 16,3 2-17-16,1-4-20 0,-2 1-5 15,1-2-9-15,-11-2-6 0,23 0 7 16,-12 0 6-16,3-4 15 0,-3 1 20 16,5-3 16-16,-5 1 26 0,-2 0 7 0,3 2 14 15,-5 0 13-15,-1-1 11 0,-6 4 15 16,0 0 36-16,0 0 25 0,0 0 23 0,0 0 15 16,0 0 14-16,4 15 4 0,-4-15 4 15,-8 14-2-15,6-5-3 0,-1-2 7 0,3 1 11 16,0-8-3-16,2 15-2 0,-1-9-4 15,5 0 1-15,1-2-9 0,3 1-3 16,2-1-6-16,0-4-1 0,2 1-3 16,1-2-3-16,1-1-6 0,0 0 0 0,2-2-1 15,-5 0-1-15,1-3 1 0,-5 1-4 0,0-2-1 16,0 1 4-16,-6-3 3 16,1-2-3-16,-2 0 0 0,-2 0-4 0,-4 0-2 15,-1-2-3-15,-7 1-5 0,-1 1-18 16,-5 0-37-16,0 3-59 0,-5 1-59 0,-1 4-90 15,8 0-117-15,-4 0-179 0,1 4-107 16,6 0 72-16,-3 0-301 0,9 4-375 16</inkml:trace>
  <inkml:trace contextRef="#ctx0" brushRef="#br0" timeOffset="109727.38">27291 16258 2712 0,'0'-14'122'0,"-2"5"23"16,2-1 31-16,0 10 35 0,-6-2 52 0,6 2 32 0,0 0 5 15,-15 21-7-15,7 1-3 0,-6 5-2 0,-2 5-9 16,3 1-20-16,-5 1-17 0,4-2-16 16,-2 1-25-16,1-2-21 0,-1 0-15 15,5-4-19-15,-1-4-15 0,5-5-9 16,0-2-16-16,1-3-10 0,0 0-16 0,2-3-9 15,-2-2-12-15,4-1-2 0,-1 0-8 16,3-7-11-16,-8 9-14 0,8-9-10 16,0 0-5-16,-8 3-7 0,8-3 7 0,0 0-9 15,0 0 4-15,-30-8-2 0,17 6 1 16,-7 0-2-16,0 2 2 0,-5 2 0 0,0 1 7 16,0 3 6-16,0-1 5 0,3 3 8 15,3 1-3-15,1 1 12 0,5 2 8 16,4-2 1-16,0 2-5 0,6-2 2 0,3-1-2 15,2 1-1-15,4 0-7 0,3-1-3 16,2-1-3-16,7 2-12 0,-1-6-54 0,2 2-71 16,2-3-82-16,3 0-82 0,-1-3-94 15,6 3-97-15,-2-6-112 0,1 2-141 0,-1-2-97 16,7-5 73-16,-3 4-584 16,-10-6-783-16</inkml:trace>
  <inkml:trace contextRef="#ctx0" brushRef="#br0" timeOffset="109892.78">27243 16706 3317 0,'-15'-7'-158'0,"15"7"49"0,0 0 49 0,-19 0 52 16,19 0 29-16,0 0 23 0,-17 8 4 16,12-4-7-16,5-4-1 0,-13 10-2 15,12-3-3-15,-5-2 2 0,2 4-10 0,3-2-5 16,-3 1-24-16,-3 0-55 0,5 0-69 16,2 0-119-16,-1 1-119 0,1 3-107 0,1 0-12 15,6 3-57-15,-1-1-43 16</inkml:trace>
  <inkml:trace contextRef="#ctx0" brushRef="#br0" timeOffset="110393.6">27671 16428 1619 0,'0'-19'71'0,"-3"2"20"0,6 5 32 16,-3 2 22-16,1 1 11 0,3 2 6 0,0 0 8 15,-4 7-17-15,11-6-4 0,-11 6 5 16,14 2-8-16,-14-2-3 0,0 0-5 0,16 13-1 16,-8-6 0-16,-4 3-8 15,2 5-3-15,-4 1-3 0,1-2 1 0,-3 1-1 16,0-1 0-16,0 4 3 0,-1-2 5 16,-3-1-2-16,-2 0 4 0,0 1 5 15,0 0-1-15,-5-1 3 0,-1 1-10 0,-1-1-5 16,0-1-16-16,0-1-13 0,-2 1-2 15,5-1-13-15,-1 2-6 0,-1-3-9 0,4-2 0 16,1 2-2-16,1 0-4 0,3-3-2 16,1 1 3-16,0 0 8 0,0 1-4 15,4-2-6-15,-2 3 14 0,2 0 4 16,0-1-1-16,-1 1 5 0,1 4-10 16,2 1 3-16,-2-1 4 0,-2-3 7 0,2 4-1 15,-2-1 8-15,0-1 6 0,-2-3 3 16,0 2 11-16,0-2 7 0,-2-2 10 0,-1-2 13 15,-2 3-97-15,4-2-45 0,-3-3 0 16,-1 3 0-16,-3-4 0 0,4 0 0 0,-3-1 0 16,9-4 0-16,-22 4 0 0,11-2 0 15,11-2 0-15,-25-2 0 0,14-1 0 16,-1 0 0-16,1-3 0 0,-2 0 0 0,5 0 0 16,-1-1-213-16,1 1-469 15,3-3-181-15,-2 2-60 0,9 0 101 0,-2 7-772 16,14-15-1036-16</inkml:trace>
  <inkml:trace contextRef="#ctx0" brushRef="#br0" timeOffset="110826.26">27634 16382 4083 0,'6'-26'-147'0,"0"7"74"0,-5 2 78 0,-1 4 78 0,2 4 40 0,2 0 16 15,-4 3-8-15,0 6-12 0,0 0 19 16,0 0 19-16,0 0 6 0,0 0-2 16,-21 44-2-16,8-13-6 0,-3 3-7 0,0 10-16 15,-4 1-13-15,2-1-11 0,-4 3-10 16,-1-3-12-16,0-1-13 0,3 0-12 15,0-1-41-15,5-7-53 0,0-3-65 0,-1-2-80 16,3-1-87-16,0-4-100 0,3-7-128 16,3-2-173-16,1-4-18 0,1 0 78 0,3-4-350 15,2 1-435-15</inkml:trace>
  <inkml:trace contextRef="#ctx0" brushRef="#br0" timeOffset="111060.29">28036 16524 2663 0,'-13'-9'151'0,"3"2"51"0,5 5 30 16,1-2 56-16,4 4 42 0,0 0 11 0,-5-8-22 16,5 8-33-16,22-6-23 0,-5 6-28 15,5 0-25-15,9 0-48 0,-1 0-84 16,13 2-83-16,-3-1-89 0,-12-1-98 0,1 3-110 15,-6-2-130-15,-1-1-154 0,-4 1-107 16,-3 3 69-16,-2 0-339 0,-3 0-442 0</inkml:trace>
  <inkml:trace contextRef="#ctx0" brushRef="#br0" timeOffset="111243.56">28008 16675 2897 0,'-14'2'113'0,"3"-2"73"0,11 0 68 16,-14 3 59-16,14-3 49 0,0 0 9 15,0 0-27-15,0 0-30 0,0 0-28 0,0 0-31 16,42 0-32-16,-21 0-25 0,2 0-62 16,0-2-87-16,0 2-93 0,-3 0-99 0,-2 0-108 15,1 0-98-15,-2 0-106 16,-3 0-138-16,-5 2-118 0,-9-2 65 0,0 0-412 16,15 3-529-16</inkml:trace>
  <inkml:trace contextRef="#ctx0" brushRef="#br0" timeOffset="112177.75">28998 16270 2921 0,'-29'-4'17'0,"6"0"47"0,-4 0 74 0,0 0 75 0,2 4 65 0,4-2 59 15,0 0 41-15,4-2 8 0,4 4-10 16,1-2-17-16,12 2-10 0,-13-3-6 0,13 3-28 16,0 0-31-16,0 0-27 0,30-16-27 15,8 10-23-15,6 2-19 0,4 0-21 16,0 4-17-16,-8 2-19 0,1 0-28 0,-5 6-103 15,-11 2 0-15,0 3 0 0,-6 10 0 16,-11 1 0-16,-10-1 0 0,-4 12 0 16,-13 6 0-16,-2 0 0 0,-1 0 0 15,-3-4 0-15,0 0 0 0,10-7 0 0,-3-3 0 16,5 2 0-16,0-4 0 0,5-2 0 16,3-4 0-16,1-2 0 0,-3-4 0 0,7 1 0 15,-1 0 0-15,1 0 0 0,0-5 0 16,0 3 0-16,-2-2 0 0,2-2-255 15,0-1-475-15,0-7-186 0,2 6 17 0,-2-6 96 16,0 0-757-16,0 0-1004 16</inkml:trace>
  <inkml:trace contextRef="#ctx0" brushRef="#br0" timeOffset="112361.07">28932 16709 4568 0,'-11'-5'51'0,"0"2"73"0,11 3 65 15,-9-6 72-15,9 6 40 0,0 0 3 16,0 0-5-16,21-12-23 0,4 7-24 0,13 0-31 15,4-2-21-15,4 2-24 0,-4 0-26 16,-1 0-49-16,0 0-53 0,-5-2-69 0,-9 5-87 16,-4-1-75-16,-9 1-79 0,0-1-79 15,-4 3-82-15,-10 0-73 0,9-2-111 16,-9 2-163-16,0 0 66 0,0 0-523 0,0 0-688 16</inkml:trace>
  <inkml:trace contextRef="#ctx0" brushRef="#br0" timeOffset="114208.79">25023 5885 3216 0,'-20'0'65'15,"-2"-2"62"-15,5 2 34 0,-2-2 34 0,2 0 43 0,4 2 36 0,13 0 45 16,-25 0 12-16,17 0 10 0,8 0-2 0,0 0-2 16,0 0-13-16,0 0-21 0,0 0-29 15,0 0-28-15,0 0-20 0,58 2-23 0,-15-2-25 16,5 2-28-16,-1-2-57 0,-1 2-64 15,2-2-74-15,-8 0-86 0,-6 1-93 0,-7-1-92 16,-7 0-92-16,-4 2-86 16,-1-4-88-16,-1 4-119 0,-7-1-49 0,-7-1 70 0,8 4-557 15,-8-4-700-15</inkml:trace>
  <inkml:trace contextRef="#ctx0" brushRef="#br0" timeOffset="114377.61">24972 6036 3566 0,'-19'2'115'0,"6"2"39"0,1 0 50 15,2-2 45-15,10-2 39 0,-13 0 56 16,13 0 13-16,0 0-5 0,-12 2-15 0,12-2-26 16,0 0-28-16,0 0-31 0,0 0-26 15,0 0-27-15,47 0-38 0,-20 3-82 0,5-2-99 16,9-1-125-16,5-1-136 0,2 1-155 16,-5-3-173-16,1-1-234 0,0-4 82 0,-5 2 88 15,-3-5-589-15,-6-3-721 0</inkml:trace>
  <inkml:trace contextRef="#ctx0" brushRef="#br0" timeOffset="114677.29">25431 5651 3647 0,'-19'-15'61'0,"-1"1"29"16,6 6 51-16,-1 1 42 0,3 0 33 0,3 2 22 16,-2-1 7-16,11 6 2 0,-5-3 29 15,5 3 15-15,0 0 3 0,25 21-24 0,3-1-14 16,10 9-14-16,5 4-22 15,-3 2-18-15,-3 8-11 0,-4-1-22 0,-6 3-9 0,-6 4-11 16,-10-1 0-16,-7-7 2 16,-6 3-48-16,-8 7-103 0,-7-3 0 0,-2-2 0 15,-9-3 0-15,-3-1 0 0,-1-1 0 16,-2-4 0-16,0-4 0 0,-2-1 0 0,11-8 0 16,-2 0 0-16,2-3 0 0,0-1 0 15,4-1 0-15,6-5 0 0,3-2 0 0,1-4 0 16,3 2 0-16,5-5 0 0,-6 3-293 15,9-2-389-15,0-6-164 0,0 0-40 0,22-2 101 16,-1-4-813-16,13-5-1039 0</inkml:trace>
  <inkml:trace contextRef="#ctx0" brushRef="#br0" timeOffset="115060.17">26462 6070 4707 0,'-30'-9'55'0,"-4"2"31"0,1 3 53 0,8 2 60 15,4 0 58-15,2-2 22 0,0 4 7 16,3-1-4-16,5-2-9 0,11 3 4 0,0 0 13 16,-15 6 6-16,15-6-37 0,0 0-30 15,26 10-12-15,1-5-157 0,16 1-60 0,2-1 0 16,16 4 0-16,0-1 0 15,0 1 0-15,-8 3 0 0,-11-2 0 0,-10 1 0 16,-1 2 0-16,-10 5 0 0,-12-2 0 16,-3 3 0-16,-8-2 0 0,-4 5 0 0,-6 5 0 15,-4 2 0-15,-3-2 0 0,2 0 0 16,-3-1 0-16,6-1 0 0,-4 0 0 0,3-2 0 16,3-4 0-16,3-3 0 0,2-3 0 15,-1-1 0-15,2 0 0 0,-2 1 0 0,5-4 0 16,-1 0 0-16,2-2-510 15,-2 1-196-15,4-4-144 0,0-4-10 0,-1 7 97 16,1-7-768-16,0 0-976 0</inkml:trace>
  <inkml:trace contextRef="#ctx0" brushRef="#br0" timeOffset="115244.34">26507 6431 4554 0,'-26'-6'113'0,"2"1"56"0,1 1 77 15,-1-1 91-15,7 2 51 0,0-1 21 16,6 0-2-16,-3 3-24 0,7-2-14 0,7 3-18 15,0 0-25-15,0 0-187 0,-6-2-139 16,6 2 0-16,0 0 0 0,53 2 0 0,-23 1 0 16,15-3 0-16,-2 0 0 0,5 0 0 15,-1-3 0-15,0 3 0 0,-2-4 0 16,-3 1-517-16,-2-4-174 0,0-4-156 16,-3 1-17-16,-3-1 98 0,-5-3-767 0,-3-5-976 15</inkml:trace>
  <inkml:trace contextRef="#ctx0" brushRef="#br0" timeOffset="115658.64">26857 5653 3888 0,'-33'-31'-119'0,"1"2"61"0,-7 3 52 0,-2 1 64 16,-7 4 62-16,-5 8 48 15,-6 9 43-15,-9 9 20 0,0 15 32 0,-27 18 24 16,2 13 30-16,-6 11 21 0,4 8 15 15,7 8 6-15,4 11 8 0,13 3-14 0,12 5 3 16,15 0-10-16,15 3-4 0,24-21-325 16,14 15-17-16,22-7 0 0,11-6 0 0,13-7 0 15,12-4 0-15,7-9 0 0,4-8 0 16,14-9 0-16,3-5 0 0,-4-13 0 0,-10-10 0 16,-4-11 0-16,-2-6 0 0,1-7 0 15,-3-4 0-15,-5-7 0 0,-1-5 0 0,-6-4 0 16,7-12 0-16,-16 1 0 15,3-19 0-15,-6-8 0 0,-4-6 0 0,-9-3 0 0,-8-3 0 16,-3-6 0-16,-15 12 0 16,-10 0 0-16,-10-2 0 0,-15-13 0 0,-16 12 0 15,-15 7 0-15,-17 15 0 0,-10 12 0 16,-6 9 0-16,-8 11 0 0,16 11 0 0,-1 3 0 16,3 7 0-16,4 4 0 0,5 1 0 15,7 7-308-15,5 1-391 0,12 4-187 0,16-1 1 16,5 1 103-16,12 3-793 0,4-1-1017 15</inkml:trace>
  <inkml:trace contextRef="#ctx0" brushRef="#br0" timeOffset="115891.75">26168 7175 4826 0,'-25'0'261'0,"2"3"42"0,7 0 67 0,5-3 63 0,-1 1 67 0,2 1 20 0,10-2-11 0,-12 2-40 0,12-2-469 16,0 0 0-16,0 0 0 0,48 4 0 16,2-2 0-16,17 2 0 0,7-2 0 0,4-2 0 15,8-2 0-15,6 1 0 0,-5-2 0 16,5 1 0-16,-2-2 0 0,-9 2 0 16,-5 2 0-16,-9 2 0 0,-22-2-44 15,-11 4-894-15,-14-4-24 0,-8 2 106 0,-5 4-977 16,-5-2-1261-16</inkml:trace>
  <inkml:trace contextRef="#ctx0" brushRef="#br0" timeOffset="125024.33">9524 2777 501 0,'0'0'191'0,"-12"-1"-34"0,12 1-10 0,-13-2-12 0,13 2 8 0,0 0-3 16,-21-2-11-16,21 2-7 0,-13 0 2 0,13 0-1 16,0 0-12-16,-15 0 1 0,15 0-6 15,0 0 1-15,-12 2-3 0,12-2 22 16,0 0 7-16,0 0-3 0,0 0-10 15,0 0-13-15,36 10-10 0,-12-8-7 16,2 0-8-16,3-2-7 0,13 0-12 0,-3-4-6 16,6 1 1-16,-6-1-7 0,1-1-11 15,-1 2-3-15,-10-2-4 0,-4 1 0 16,-5 1-6-16,-3-1-8 0,-6 1 4 0,3 0-21 16,-3-1-32-16,0-1-51 0,-5 2-69 15,-6 3-94-15,14-7-108 0,-9 3-190 0,1-1 3 16,-1 0-113-16,4 1-149 15</inkml:trace>
  <inkml:trace contextRef="#ctx0" brushRef="#br0" timeOffset="125390.8">10723 2774 1734 0,'-15'-2'-32'0,"-3"2"34"0,5-1 26 0,-2 1 28 0,-2 0 21 0,1-2 25 0,2 0 10 15,-2 2 1-15,16 0-1 0,-29 0-13 16,20 0-8-16,9 0-10 0,-18 0-8 16,18 0-4-16,0 0-6 0,-13 2-7 0,13-2-5 15,0 0-6-15,0 0 1 0,0 0-15 16,52 3-20-16,-26-1-19 0,13 1-35 0,2-3-32 16,1 2-40-16,-1 0-40 15,-9-2-34-15,-3 1-37 0,-8-1-8 16,-6 0-438-16,-4 2-167 0</inkml:trace>
  <inkml:trace contextRef="#ctx0" brushRef="#br0" timeOffset="125741.08">11403 2801 1923 0,'-12'2'39'15,"12"-2"5"-15,-12 2 7 0,12-2 7 16,0 0 14-16,0 0 12 0,0 0-1 15,0 0-10-15,0 0 1 0,0 0-11 0,0 0-3 16,53 0-12-16,-33-2-2 0,2 2-5 16,-3 2-9-16,-2-2-16 0,-2 0-17 15,0 0-16-15,-3 0-15 0,-12 0-20 16,21 2-29-16,-21-2-40 0,13 1-62 16,-13-1-55-16,11 0-99 0,-11 0-257 0,0 0-93 15</inkml:trace>
  <inkml:trace contextRef="#ctx0" brushRef="#br0" timeOffset="126073.56">12761 2853 1751 0,'-11'0'100'0,"11"0"14"0,0 0-1 0,-12 0 7 16,12 0 3-16,0 0 10 0,0 0 4 16,0 0-2-16,0 0-9 0,0 0-18 15,0 0-9-15,48-2-14 0,-34 2 2 0,1 0-8 16,-15 0-14-16,27 0 2 15,-16 0-35-15,-11 0-24 0,19 2-44 0,-19-2-53 16,13 0-60-16,-13 0-75 0,12 2-93 16,-12-2-109-16,11 0-85 0,-11 0-78 15,0 0-88-15</inkml:trace>
  <inkml:trace contextRef="#ctx0" brushRef="#br0" timeOffset="126389.85">13138 2824 1571 0,'0'0'-4'0,"-11"6"6"16,11-6 12-16,0 0 19 0,34 4 12 15,-14-2 8-15,21 4-2 0,-4-4-5 16,9 1-1-16,2 1-5 0,11 1 7 0,4-2 13 15,-6 3 11-15,-8 0 4 0,-3-4 0 16,-4 3 8-16,-12-3 9 0,-5 2 18 0,-5-4 13 16,-8 1 1-16,2-1 7 0,-3 0-6 15,-11 0 0-15,20 0-21 0,-20 0-8 16,15 0 3-16,-15 0-28 0,0 0-26 0,0 0-42 16,14-1-40-16,-14 1-64 0,0 0-84 15,5-4-146-15,-5 4-231 0,7-2 45 16,-7 2-103-16,0 0-118 0</inkml:trace>
  <inkml:trace contextRef="#ctx0" brushRef="#br0" timeOffset="127373.71">9578 2921 1559 0,'-16'-4'-49'0,"16"4"24"0,0 0 24 0,-9 0 29 0,9 0 20 15,0 0 22-15,0 0 14 0,0 0 9 16,-10-6 8-16,10 6 6 0,0 0-1 0,0 0 5 16,0 0-5-16,0 0 6 0,-8-3-1 15,8 3-8-15,0 0 1 0,0 0-1 16,0 0 3-16,0 0 2 0,0 0 12 16,0 0 4-16,0 0 3 0,0 0 5 0,0 0 1 15,0 0-6-15,0 0-7 0,0 0-8 16,0 0-15-16,-9-6-9 0,9 6-17 15,0 0 0-15,0 0-9 0,0 0-5 0,0 0-6 16,23 23-5-16,-8-13-1 0,16 7-5 16,8 8 2-16,17 0-9 0,20 8-14 0,14 1 6 15,9 2-7-15,15 1-8 0,12-2-7 16,3 0-1-16,4-5-7 0,-10 1 0 16,3-2-5-16,-6-5 6 0,-10-1-3 15,-8-5-4-15,-30-5 3 0,-11-2 6 0,-18-4-4 16,-2 0 6-16,-13-3 0 0,-7 0 12 15,-4-1 18-15,-6-2 19 0,0-1 3 16,-11 0-3-16,12 1 8 0,-12-1-1 0,0 0 1 16,0 0-4-16,0 0-6 0,16-2-7 15,-16 2-7-15,0 0-22 0,0 0-47 0,13-3-63 16,-13 3-100-16,13 0-130 0,-1-6-181 16,-1 2-180-16,7-3 73 0,-4 2-359 15,4-2-452-15</inkml:trace>
  <inkml:trace contextRef="#ctx0" brushRef="#br0" timeOffset="128256.51">13919 3072 2611 0,'0'0'-54'0,"4"-6"27"0,-4 6 27 0,4-7 28 0,-4 7 26 0,1-7 28 0,-1 7 6 16,0 0 14-16,-1-12-11 0,1 12-2 16,-8-7-7-16,8 7-14 0,-19-3-4 15,1 3-9-15,-11 1-6 0,-10 6 9 16,-5 0-1-16,-15 3-3 0,-4 7-3 15,1-1-3-15,-8 1 0 0,-16 10-2 0,16-6-9 16,-18 5 1-16,1-3-11 0,-5 5 4 16,-3-2 16-16,-2-2-16 0,-4-2-8 0,2-1 1 15,3-2 2-15,22-2-1 0,-27 2 2 16,6-2-14-16,19-3 3 0,-3-3-2 16,7-1-3-16,-6 2-1 0,8-4-2 0,3 1 3 15,6-5-2-15,6 4-2 0,13-4 3 16,1 2 1-16,11-3-3 0,8-2 0 15,2 2-5-15,1 0 0 0,4-3 8 16,1 1-4-16,0 1-7 0,-2 0 2 0,1 0-2 0,-2 0-22 16,-7 0 26-16,-1 2-4 15,-4 0 7-15,-10 0-2 0,1 0-4 0,6-1 0 16,-6 1-2-16,8 0 7 0,1-3-9 16,-11 0 26-16,12 2 17 0,4-2 6 15,3 1 11-15,5 0 4 0,-4 0 1 0,4-2-8 16,5 1 1-16,11-1-5 0,-19 0-3 15,19 0-5-15,-17 0-5 0,17 0 0 0,-14 1-3 16,14-1-2-16,0 0-2 0,-12 3-1 16,12-3-4-16,0 0-7 0,0 0 1 15,-13 0-30-15,13 0-35 0,0 0-30 16,0 0-55-16,0 0-73 0,0 0-92 16,0 0-131-16,0 0-220 0,0 0 51 0,0 0 70 15,0 0-181-15,0 0-200 0</inkml:trace>
  <inkml:trace contextRef="#ctx0" brushRef="#br0" timeOffset="129006.81">11513 3450 1900 0,'0'0'32'0,"-20"5"31"0,20-5 14 15,0 0 16-15,-14 1 16 0,14-1 22 0,0 0 16 0,0 0 4 16,-13 3-4-16,13-3-11 0,0 0-7 15,0 0-5-15,0 0-4 0,0 0 3 0,0 0 9 16,0 0 4-16,0 0 4 0,0 0-7 16,0 0-11-16,0 0-2 0,0 0-12 15,0 0-4-15,0 0 2 0,0 0-4 16,0 0-1-16,0 0-7 0,0 0-8 16,0 0-6-16,0 0-8 0,11-17-10 0,-11 17-5 15,-9-6-9-15,9 6-7 0,-17 0-5 16,17 0-2-16,-24 6-4 0,13-3-5 15,0 0 0-15,-1 2-1 0,3 1-4 0,2-2-2 16,-1 4 4-16,2-4-1 0,2 4 8 16,0-3 6-16,4-5 10 0,0 12 16 0,0-12 3 15,6 13 3-15,2-8-7 0,2 2-2 16,-1-3-2-16,0-2-4 0,3 1 3 16,-12-3 5-16,18 1 10 0,-7 1-23 0,-11-2 2 15,0 0-2-15,18-6 4 16,-18 6-9-16,10-4 0 0,-10 4-7 0,8-9-8 15,-8 9-2-15,3-8 1 0,-3 8-8 16,0-10-9-16,0 10-2 0,0 0-15 0,-7-9-21 16,7 9-17-16,-6-6-18 0,6 6-27 15,-10-2-33-15,10 2-44 0,0 0-64 0,-13-2-63 16,13 2-61-16,0 0-80 0,-19 4-95 16,19-4-167-16,-7 3 54 0,7-3-375 15,-10 3-494-15</inkml:trace>
  <inkml:trace contextRef="#ctx0" brushRef="#br0" timeOffset="129506.02">11470 3467 2511 0,'-7'6'-111'0,"-4"0"39"0,6 0 38 0,1 1 25 0,2 1 31 0,2-8 37 16,-3 10 25-16,3-10 29 0,-4 8 23 0,4-8 30 16,4 7 18-16,-4-7 16 0,3 6 11 15,-3-6 6-15,11 4-3 0,-11-4-14 16,16 4-12-16,-16-4-16 0,15-2-11 0,-15 2-7 16,0 0-1-16,23-3 1 0,-23 3-10 15,11-5-4-15,-11 5-10 0,7-6-12 16,-7 6-6-16,1-5-14 0,-1 5-15 15,0 0-8-15,0 0-15 0,-12-12-6 0,12 12-9 16,0 0 2-16,-14-4-7 0,14 4-8 16,0 0-1-16,-20 3-7 0,20-3-7 15,0 0-3-15,0 0-20 0,-21 1-23 0,21-1-28 16,-9 4-40-16,9-4-62 0,-8 7-81 16,5-4-85-16,3-3-105 0,-6 5-147 0,6-5-141 15,0 6 71-15,0-6-391 0,0 0-512 16</inkml:trace>
  <inkml:trace contextRef="#ctx0" brushRef="#br0" timeOffset="131372.03">10765 2885 2729 0,'0'0'-71'0,"0"0"23"0,0 0 20 0,0 0 21 0,0 0 21 0,0 0 12 0,0-10 16 16,0 10 8-16,0 0 6 0,0 0-1 15,0 0 9-15,0 0 10 0,0 0 0 0,0 0 9 16,0 0-1-16,0 0 0 0,0 0-7 15,0 0-15-15,0 0-4 16,0 0-12-16,0 0 3 0,0 0-7 0,0 0-2 0,0 0-7 16,0 0-2-16,0 0-3 0,24 19 1 15,-10-11-2-15,3 3-4 0,9 5-6 16,3 3 5-16,1-1-3 0,7-1-6 16,7 4-2-16,3 3 4 0,8 1 1 15,6 0 0-15,4 0-7 0,21 11 6 0,0-2-2 16,2-1-3-16,-1 0 2 0,1-2 2 15,0 1 0-15,3-3-13 0,3 2-9 0,1-2 9 16,2-2-4-16,5 1 4 0,7-1 6 16,2 0-4-16,-1 2 4 0,1-5 2 15,4 1-3-15,-7-4-1 0,-1 3 2 16,-6-2 3-16,-8-1-7 0,-20-6 0 16,-5-3 6-16,-5 0-4 0,-7-1 1 0,-19-3 0 15,-1-2-2-15,-9 0 7 0,-5-3 4 16,-10 0 23-16,2-3 9 0,-3 3 8 0,-1-2 1 15,-10-1 11-15,15 2 1 0,-15-2-1 16,11 4-7-16,-11-4-6 0,12 2-3 16,-12-2-7-16,0 0-6 0,12 2-2 0,-12-2-24 15,0 0-25-15,9 3-29 0,-9-3-58 16,0 0-71-16,0 0-87 0,12 0-160 0,-12 0-209 16,0 0 47-16,13-5-264 15,-6 1-330-15</inkml:trace>
  <inkml:trace contextRef="#ctx0" brushRef="#br0" timeOffset="131890">15114 3162 2268 0,'0'0'-44'0,"0"0"18"0,0 0 25 0,-33 1 22 0,10 7 23 0,-25 9 24 0,-3 3 30 16,-10 3 19-16,-15 12 20 0,-6 0 3 16,2-1 3-16,0 3 7 0,-2 4 12 15,6-4 8-15,2 1-2 0,18-8-11 16,-3 0-3-16,7-1-13 0,7 0-16 0,3-4-16 15,2 1-8-15,9-5-7 0,1-4-10 16,5-2-6-16,7-3-8 0,0-2-6 0,5 0-7 16,1-6-5-16,5 4-1 0,-3-3-10 15,0-1-2-15,5 0-12 0,5-4-18 0,-11 7-18 16,5-4-23-16,6-3-41 0,0 0-44 16,-8 2-59-16,8-2-69 0,0 0-90 15,0 0-134-15,0 0-155 0,0 0 54 16,0 0-253-16,0 0-308 0</inkml:trace>
  <inkml:trace contextRef="#ctx0" brushRef="#br0" timeOffset="132605.6">14149 3892 2264 0,'0'0'10'16,"0"0"30"-16,0 0 20 0,0 0 28 0,0 0 31 15,0 0 34-15,-15 0 32 0,15 0 10 16,0 0 2-16,0 0-5 0,0 0-11 15,0 0-2-15,0 0-7 0,0 0-7 0,0 0-7 16,0 0-10-16,0 0-11 0,0 0-12 16,0 0-15-16,0 0-9 0,0 0-6 0,-19 0-13 15,19 0-5-15,0 0-11 16,-11 3-1-16,11-3-9 0,0 0-3 0,-16 2-6 16,16-2-5-16,0 0-4 0,-11 2-1 15,11-2-4-15,0 0-3 0,0 0-3 16,0 0-2-16,0 0 0 0,0 0-7 0,0 0-4 15,0 0-3-15,-17-6 0 0,17 6-5 16,0 0-3-16,-10-4 0 0,10 4-1 0,-14-4-1 16,14 4-2-16,-18-1 0 0,4 1-1 15,-1 0 2-15,0 0 1 0,-6 0 1 0,7 1 0 16,0 1 5-16,-2-2 5 16,16 0 0-16,-20 2 4 0,9 0 4 0,11-2 7 15,-12 1 5-15,12-1 7 0,-13 1 8 16,13-1 3-16,0 0 3 0,0 0 2 15,0 0-1-15,0 0-7 0,0 0-7 0,0 0-1 16,0 0-6-16,0 0-1 0,0 0-1 16,27-15 4-16,-18 12-10 0,-9 3 1 0,0 0 5 15,11-7 3-15,-11 7 4 0,3-5-11 16,-3 5-10-16,0 0-4 0,0 0 1 0,-13-10 1 16,13 10-6-16,-15-4 3 0,15 4-1 15,-17-3-2-15,17 3 7 0,-16 0-6 16,16 0-4-16,-12-3-2 0,12 3 3 0,0 0-7 15,-18-1 2-15,18 1 2 16,0 0-9-16,0 0-17 0,-16 0-31 0,16 0-33 0,0 0-54 16,0 0-66-16,0 0-104 15,0 0-123-15,0 0-157 0,0 0-171 0,0 0 71 16,0 0-522-16,35 9-674 0</inkml:trace>
  <inkml:trace contextRef="#ctx0" brushRef="#br0" timeOffset="134140.21">11585 2906 2999 0,'0'0'-169'0,"0"0"39"0,0 0 39 0,0 0 37 0,0 0 27 0,0 0 16 0,0 0 11 0,0 0 8 16,0 0 8-16,0 0 2 0,0 0 8 0,0 0 4 15,0 0 7-15,0 0 6 0,48 4 4 16,-30-1 6-16,5 1 6 0,13 4 1 16,4 2-1-16,17 3 0 0,6-1-7 15,7 1-1-15,25 11-6 0,7 3-9 0,11-6 0 16,2 5-3-16,7 3-6 0,8 1 0 15,5 2-6-15,8-2-3 0,4 5-1 16,47 8-4-16,-41-12 4 0,45 9-2 0,-5-1-6 16,-37-12 1-16,46 8 3 0,4-4-4 15,-1 2-1-15,-42-8-1 0,47 10 7 0,-51-9-2 16,47 6-4-16,-51-4-3 0,-7-6 3 16,-4 3 0-16,-10-2-4 0,-12-3-1 15,-17-3 2-15,-27-2 6 0,-6-4-9 0,-9 0 7 16,-6-2-5-16,-21-4-1 15,0 2 27-15,-11-4 32 0,-3 0 11 0,-7-1 23 16,-2 0 8-16,-2 0 11 0,0-1-3 16,-11-1-10-16,14 1-9 0,-14-1-9 0,12 3-11 15,-12-3-9-15,0 0-8 0,13 3-20 16,-13-3-37-16,10 2-42 0,-10-2-54 16,0 0-72-16,12 3-73 0,-12-3-115 0,0 0-192 15,0 0-41-15,0 0 71 0,0 0-204 16,0 0-215-16</inkml:trace>
  <inkml:trace contextRef="#ctx0" brushRef="#br0" timeOffset="134705.04">16421 3113 1884 0,'7'-4'23'0,"1"0"27"0,-8 4 0 0,8-4-4 0,-8 4 0 0,0 0 24 16,0 0 38-16,-8 23 19 0,-7 2 12 16,-6 5 10-16,-4 8 10 0,-8 4 3 15,3 3 0-15,-1-2-6 0,-1 3-10 16,3 3-4-16,-1-7-4 0,1 1-14 0,5-4-15 16,-1-1-7-16,10-9-9 0,-2-2-13 15,1-3-3-15,5-5-11 0,4-3-3 0,-2-5-8 16,6 1-5-16,-3-4-6 0,3 1-3 15,-3-3-4-15,2 0-20 0,4-6-29 0,-4 10-37 16,2-7-85-16,2-3-121 16,0 0-156-16,0 0-225 0,0 0 40 0,0 0 73 15,0 0-191-15,0 0-207 0</inkml:trace>
  <inkml:trace contextRef="#ctx0" brushRef="#br0" timeOffset="136805.29">18689 8226 2146 0,'-8'-3'69'0,"8"3"-5"0,-19 0-6 0,19 0-6 0,-25 12 2 0,4 6 16 0,-1 3 14 16,-10 14 20-16,7 3 15 0,-4 5 10 0,0 0-5 15,2 9 5-15,2-2-11 0,2 5-2 16,1-1-1-16,3-2-8 0,1 2-11 0,5 0-6 15,6-1-13-15,0 5-3 0,10 0-9 16,3-2-4-16,3 2-5 0,4 4-9 0,4 2-1 16,1 1-5-16,1 1-4 0,0 4-2 15,-2-2 0-15,-2 2 1 0,0-1 17 0,-1 4 6 16,-9-2 6-16,-3 3 14 0,-4-1 9 16,-3-3 9-16,-4-1 8 0,-9-2 1 15,2-4 7-15,-4-1-5 0,3 0-3 16,-4-6 0-16,4-4-6 0,1-8-11 0,7-8-9 15,1-3-9-15,6-6-8 0,2-2-4 16,4-4-6-16,5 12-7 0,5-2-3 0,5-2-5 16,6 7-6-16,0 0 0 0,1-2-5 15,-1 3-1-15,-6-4-1 0,-3 0-7 0,-5 5 0 16,-6 2-3-16,-3-2-3 16,-6 3 7-16,-1-1 4 0,-12 13 10 0,-2-1 22 15,-6-2 29-15,-6 1 14 0,-1 1 16 16,0-1 15-16,-6 1 6 0,2-2-9 0,-1-4-6 15,4 5-12-15,5-7-13 0,4 2-3 16,3-3-15-16,1 1-11 0,7 1-5 0,3-6-12 16,4 2-6-16,3 15-7 0,-3 2-43 15,8-2-18-15,-2-11-10 0,0 4-26 0,4 8 1 16,-2-1-6-16,-1-1-2 0,1-9-1 16,0 1 1-16,0-1 8 0,-2-2 2 0,3 1 4 15,-1-2 10-15,-2 0 3 0,-2 1 5 16,-1-1 2-16,-1 0 4 0,2 2 8 0,-1 0 1 15,-5 7 1-15,5 4-5 0,-3-4 10 16,3-5 0-16,-2 5 0 0,1 3-16 0,0-3-7 16,3-4-7-16,-3 7 2 15,-2 2 3-15,3 0 3 0,-6-1 2 0,4 0 8 16,-4 1 4-16,-3-2 4 0,2 1 5 16,-3-2 12-16,1-1 3 0,-1 3 9 0,1-6-3 15,1 0 3-15,0 0 1 0,-1-2 3 16,7-7-4-16,-4 8-3 0,5-8 0 0,0 0-4 15,-1 0-2-15,4-1-2 0,-3-2 0 16,2 0-2-16,2-8-2 0,0-2 5 0,-2-1 2 16,2-4 1-16,0 0-3 0,-2-1 2 15,2-3 4-15,0-2 3 0,-1 3-1 16,-1-3 3-16,-2 1 0 0,0-3 0 16,4-1-8-16,-2-3 4 0,1 0-19 0,-1-3-14 15,-3 3-37-15,5-4-46 0,0-3-55 16,0-4-71-16,-2 11-78 0,2-11-62 0,0 0-76 15,0 0-91-15,0 0-109 0,0 0 35 16,-2-24-443-16,2 8-532 0</inkml:trace>
  <inkml:trace contextRef="#ctx0" brushRef="#br0" timeOffset="139721.2">16518 3943 2863 0,'-17'-1'-36'0,"3"1"32"0,1 0 31 0,0 0 28 16,13 0 38-16,-25-1 28 0,14 2 21 0,11-1-3 15,-24 0-3-15,24 0-8 0,-16 0-1 16,16 0-8-16,-12 3-6 0,12-3-3 0,0 0 1 16,-13 0 18-16,13 0 23 0,0 0 12 15,0 0-3-15,0 0 0 0,0 0-15 16,52 8-12-16,-30-11-15 0,5 3-13 15,-1-1-7-15,1 1-10 0,-6-2-6 16,0 2-11-16,-6 0-8 0,0 2-2 0,-15-2-13 0,23 0-7 16,-13 4 4-16,-4 0-4 15,-2 3 17-15,-2 3 8 0,-4 4 3 0,-4 1 14 16,-4 14-19-16,-3 1 13 0,-4 1-11 16,-2-2-2-16,3 2-1 0,2-1-4 0,-8 0-2 15,5-1 0-15,0-4 1 0,1 1-15 16,2-3 8-16,3-3-9 0,0-4 3 0,6-3-9 15,-2-1 0-15,-4 0-1 0,8-1-17 16,-3-1-13-16,1 0-39 0,1-3-38 16,-2-2-47-16,3 2-55 0,0-3-79 15,3-4-125-15,-6 5-153 0,6-5-193 0,0 0-53 16,0 0 85-16,0 0-531 0,6-23-686 16</inkml:trace>
  <inkml:trace contextRef="#ctx0" brushRef="#br0" timeOffset="140037.59">16222 4267 3651 0,'-15'-1'104'0,"4"1"27"0,1 0 26 0,10 0 30 0,0 0 27 0,0 0 21 0,-16 1 14 0,16-1 8 0,0 0 5 16,0 0-16-16,0 0-33 0,47 0-25 15,-19 0-17-15,20-1-13 0,3-1-14 0,10 1-20 16,-7-1-14-16,3-4-14 0,-9 6-15 16,-5-5-23-16,-10 4-18 0,-6-1-18 15,-6 2-10-15,-3-2-6 0,-2 0-28 0,-5 2-11 16,1-1-34-16,-4 0-31 0,-8 1-41 16,11-5-42-16,-11 5-53 0,0 0-61 15,0 0-67-15,0 0-75 0,0 0-84 0,0 0-158 16,0 0 0-16,-21-7 84 0,21 7-349 15,-14-1-422-15</inkml:trace>
  <inkml:trace contextRef="#ctx0" brushRef="#br0" timeOffset="140587.28">16375 3834 2419 0,'-21'-3'-33'0,"0"2"29"0,5 0 16 0,-8 1 12 0,-2 5 20 16,-12 3 31-16,-14 8 20 0,2 4 24 0,-1 6 8 15,0 5 27-15,1 6 8 0,3 4 18 16,4 5 5-16,9-2 3 0,7 4-6 0,9 0 10 16,9-6 6-16,7 1-8 0,11-2-1 15,7 5-6-15,15 0-9 0,7-3-15 16,4-7-11-16,12-4-18 0,2-3-10 15,8-6-8-15,2-4-14 0,6-7-8 0,-1-4-4 16,0-4-12-16,-1-10-9 0,-2 0-6 16,-3-6-7-16,-1-5-3 0,-10-4-5 15,-2-4 2-15,-4 0 0 0,-6-6 30 0,-6-3 4 16,-8-7 13-16,-3-2 2 0,-7-3-4 16,-11 4-27-16,-3-3-5 0,-10-9-4 0,-6-1-14 15,-4 6-2-15,-7 3-8 0,-8 5-9 16,-5 4-11-16,-6 6-7 0,-9 8-27 0,-5 7-25 15,-5 5-35-15,-1 4-36 16,6 7-57-16,-7 4-70 0,2 1-84 0,2 7-95 16,6 0-110-16,13 0-162 0,2 2-22 0,6-1 71 15,3 3-422-15,4 1-541 16</inkml:trace>
  <inkml:trace contextRef="#ctx0" brushRef="#br0" timeOffset="141187.29">16326 3792 2797 0,'-22'-1'-97'0,"1"1"22"0,-1 3 22 0,-3 3 26 0,-13 4 31 0,-10 7 30 16,-4 4 19-16,4 8 21 0,-2 3 14 15,-10 18 4-15,15-9 6 0,5 7 21 0,4 2 4 16,1 5 0-16,10-1 18 0,4 2-5 16,10 0 10-16,7 0-1 0,6 1-4 15,11-6 0-15,12 0-10 0,9-9-8 0,11-2-12 16,8-8-10-16,8-3-13 15,8-4-8-15,3-9 4 0,2-3-4 0,2-10-8 16,1-3-11-16,-5-7-9 0,-6-5-2 16,-3-3-5-16,-4-6-7 0,-5-4 1 0,-8-4-5 15,-4-8-4-15,-8-2-2 0,-5-4-5 16,-8-7-2-16,-6-3-4 0,-7-2 0 0,-8 8-3 16,-7-5-6-16,-7 2-2 0,-9 5-16 15,-8 5-21-15,-7 10-25 0,-6 5-32 16,-7 8-52-16,-4 3-51 0,3 11-61 0,0 3-79 15,-11 3-108-15,4 5-190 0,7 1 16 16,9 1 77-16,11 0-226 0,-1 2-252 0</inkml:trace>
  <inkml:trace contextRef="#ctx0" brushRef="#br0" timeOffset="147219.19">17145 3285 1705 0,'-12'-10'158'0,"3"-1"-13"0,2 3 3 0,-1 0-15 0,3 4-17 15,0-1-25-15,5 5-21 0,0 0-13 0,-6-8-7 16,6 8 2-16,0 0 9 0,0 0 7 16,35 17 0-16,-5-5-4 0,14 8-6 0,5-1-4 15,7 5-5-15,8-2-3 0,1 3-4 16,17 5 0-16,2-3-2 0,2 5-9 15,-2-3-1-15,-13-7 1 0,-5-2-11 0,-3 1 1 16,-6-6-20-16,-5-3-23 0,-16-1-22 16,-2 1-24-16,-9-6-34 0,-6-1-57 0,-4-4-103 15,-2 0-153-15,1-2-98 0,-3 0-122 16,1-4-132-16</inkml:trace>
  <inkml:trace contextRef="#ctx0" brushRef="#br0" timeOffset="147569.66">20025 3301 1836 0,'0'0'48'15,"0"0"-5"-15,15 0 1 0,-15 0-5 0,0 0-2 0,0 0-2 16,7 0-7-16,-7 0-5 16,0 6 17-16,0-6 8 0,-6 16 7 0,3-2 0 15,-10 2 7-15,-7 7 17 0,-5 2 14 16,-9 6 9-16,0-1 4 0,-6-1-1 16,0-3-11-16,-2 0-11 0,1 2-10 0,-6-2-4 15,8-2-3-15,-2 4-10 0,3-5-3 16,-2 4-5-16,8-9-21 0,2 1-30 0,-1 0-37 15,4-3-28-15,8-2-55 0,2-1-74 16,5-5-97-16,5-1-180 0,0-3-19 16,5-3-104-16,2-1-97 0</inkml:trace>
  <inkml:trace contextRef="#ctx0" brushRef="#br0" timeOffset="147819.34">22500 3366 1785 0,'7'5'25'0,"-2"2"-3"0,-5 2-1 15,-2-1-2-15,-3 2-3 0,3 1 0 16,-1 0 0-16,-3 4-4 0,4-1 3 0,1 1-5 15,-1 2 2-15,0-3-18 0,2 1-34 16,-4-3-58-16,4 0-72 0,0-2-136 0,0-2-153 16,4-1 33-16</inkml:trace>
  <inkml:trace contextRef="#ctx0" brushRef="#br0" timeOffset="148719.79">18443 3752 1536 0,'-27'0'139'0,"4"0"3"0,8 0 8 0,0 0 7 0,15 0 11 0,-20 0 6 0,20 0-19 15,-13 0 5-15,13 0-4 0,0 0-11 0,0 0-5 16,0 0-2-16,0 0-22 0,65-4-12 16,-20 2-20-16,2 2 9 0,3 2-13 15,-3 0-10-15,-1 2-8 0,-6 1-9 16,-4 3-1-16,-8 2-9 0,-7 2-11 16,-8-1 8-16,-2 3-9 0,-10 2-3 0,-1 2-2 15,-1 2 6-15,-8 1 20 0,-4 8-6 16,-1-4-3-16,1 4-8 0,1-2 1 0,-4-3-6 15,7-2 0-15,-2-5-5 0,8 2-16 16,-5 0-27-16,7-2-58 0,-1-2-68 0,2-4-66 16,2 2-87-16,-1-3-87 0,3-1-137 15,2-2-46-15,-2-2 58 0,2-1-133 16,-6-4-138-16</inkml:trace>
  <inkml:trace contextRef="#ctx0" brushRef="#br0" timeOffset="148885.66">18492 4071 1813 0,'-13'-6'95'0,"5"1"27"0,0 0 9 16,3 4 4-16,5 1-3 0,0 0 3 16,-7-8-10-16,7 8-12 0,0 0-13 15,0 0-8-15,25-12-13 0,-9 8-1 0,13-1-25 16,7-1-44-16,4 0-65 0,6 0-72 16,-4-1-106-16,11-3-128 0,-1-4-145 0,-2 0-148 15,-13 1-151-15</inkml:trace>
  <inkml:trace contextRef="#ctx0" brushRef="#br0" timeOffset="149218.82">18734 3573 1754 0,'-52'14'-35'0,"-4"6"17"0,-1 6 29 16,-6 3 18-16,-14 10 29 0,7 2 26 15,18-6 21-15,2 2 9 0,5 4-1 0,9-1-5 16,9 2 3-16,10 1 9 0,9-10 12 15,12 4 12-15,10 1-2 0,15 1-6 16,7-2-10-16,13-2-15 0,6-5-8 0,12-2 9 16,20-1-10-16,-10-10-15 15,-1-7-9-15,0-4-3 0,-2-4-8 0,-4-4-9 16,-6-4-12-16,-6-9 5 0,-9-3-10 16,-7-5 6-16,-8-7-8 0,-12 0-2 0,-8-1-10 15,-6-4-3-15,-8-3-6 0,-13-11-1 16,-7-1 3-16,-5 3-12 0,-9 2-2 0,-2 5-1 15,-5 5-11-15,-7 8-19 0,-4 8-18 16,-5 7-25-16,0 4-27 0,9 5-43 16,2 6-53-16,3 5-64 0,3 2-87 0,4 1-164 15,4 1-41-15,12 1 68 0,6-3-106 16,9 1-84-16</inkml:trace>
  <inkml:trace contextRef="#ctx0" brushRef="#br0" timeOffset="173486.02">9898 1364 574 0,'3'-8'169'0,"-1"1"-20"0,0 0-12 0,-2 7-7 0,4-10-17 0,-4 10-16 16,0-5-21-16,0 5-18 0,0 0 3 16,0 0 22-16,0 0 11 0,-15 22 2 15,9-5 7-15,-6 10 3 0,1 2 6 16,0 4 10-16,1 1-8 0,-1 0 3 15,2-1-10-15,-1 0-11 0,0-4-8 0,3 0-7 0,1-6-7 16,-2-3-7-16,4-5-2 16,1 1-7-16,-3-3-12 0,2 1-2 0,3-4-36 15,-1-3-43-15,-3 3-43 0,3-4-53 16,0 2-79-16,2-8-155 0,0 0-160 16,-1 3-122-16,1-3-143 0</inkml:trace>
  <inkml:trace contextRef="#ctx0" brushRef="#br0" timeOffset="174465.77">9924 1487 1701 0,'0'0'-19'15,"0"0"16"-15,0 0 3 0,0 0 1 16,-1-10 0-16,1 10 8 0,7-6 12 0,0 4 4 15,4 0 5-15,-11 2-5 0,22-2 2 16,-7 2 1-16,8 0 1 0,4 2-7 16,6-2 1-16,10 0-1 0,11-2-4 0,14 8 1 15,2-2 1-15,3-2-1 16,7 1-3-16,2-3-4 0,2 1-3 0,6-1 2 16,-3 0 2-16,3 2-7 0,-2-2 4 15,-2 0 0-15,-1 0-4 0,-5 2 0 16,-6-2 2-16,-5 4-1 0,-18-4-2 0,-5 0 0 15,-6 0-6-15,-10 3 5 0,-7-3-1 16,-4 0 2-16,-2 0 3 0,-4 0 12 16,-1 0-4-16,-1 0 10 0,2-3 0 0,-2 6-6 15,2-6-2-15,0 3 2 0,2 0-6 16,1 0-4-16,7 0 0 0,6 0 3 0,10 0-1 16,8 0 0-16,5 0 0 15,17 0-7-15,2 0 0 0,3 3 2 0,6-3-1 16,4 0-5-16,1 0 2 0,5 0-1 0,-3-3 2 15,1 3-2-15,-2-2-1 16,-4 0-1-16,-4 0 2 0,-5 0-2 0,-8-2 2 16,-18 4-3-16,-13 0 0 0,-7 0-1 15,-6 0 2-15,-2-2 6 0,-4 0 4 16,-1 2-5-16,-14 0 6 0,20 0-4 0,-10 0-2 16,-10 0 2-16,17 0-2 0,-17 0-4 15,16 0-3-15,-16 0-5 0,15 0-1 0,-15 0-2 16,15 0 0-16,-4-2-12 0,0 2-11 15,7-2 1-15,1 0 7 16,10 2 0-16,9-3 2 0,3 2 0 0,2-2-4 0,-1 2 4 16,-8 1 1-16,-6-2 0 15,-1 2 1-15,-2-2 1 0,-6 1 4 0,-4 1 3 16,0-2 0-16,-3 2 7 0,-1-1 14 16,-11 1 7-16,20-3 5 0,-13 3 2 15,-7 0-3-15,18-2-2 0,-13 2-3 0,-5 0-5 16,17-4 0-16,-12 2-1 0,-5 2-2 15,16-2 4-15,-9 0-3 0,-7 2-4 0,14-2-1 16,-14 2 4-16,9 0-5 0,-9 0 5 16,10-3-4-16,-10 3 2 0,8-3-2 15,-8 3 2-15,0 0-1 0,9-2-1 16,-9 2 3-16,0 0-5 0,9-2 4 16,-9 2-3-16,0 0-5 0,12-2 0 0,-12 2 6 15,0 0-3-15,0 0-3 0,13 4 3 16,-13-4 0-16,6 4-2 0,-6-4 1 15,5 8-3-15,0 0 3 0,-3-2 5 0,0 6-1 16,0-3 1-16,-2 5 5 0,-2-1 8 16,0 3 3-16,0 3-3 0,-1-2 0 15,1 1 1-15,2 3-1 0,-1-2-4 0,1 1 0 16,-4-1 1-16,2-2-1 0,2-1-3 16,0-3 0-16,0 1 0 0,0-2 1 0,-2-2-2 15,2 1-2-15,0-2 0 16,0 0 1-16,-2-4 2 0,2 3-2 0,0-8-3 15,0 10 4-15,-1-4 2 0,1-6-4 16,0 0 1-16,-2 9-17 0,2-9-32 16,-4 8-48-16,4-8-63 0,0 0-88 0,-7 0-165 15,7 0-139-15,0 0-48 0</inkml:trace>
  <inkml:trace contextRef="#ctx0" brushRef="#br0" timeOffset="176115.84">11325 1126 1362 0,'0'0'-71'0,"5"5"36"0,-5-5 22 16,0 0 26-16,2 9 21 0,-2-9 24 0,0 8 3 0,0-8 6 15,2 11 8-15,-2-11-3 0,0 12 3 16,0-12-5-16,2 9-3 0,-2-9 4 0,3 9-4 16,-3-9-2-16,0 11-4 0,0-11 3 15,2 6 6-15,-2-6 12 0,0 0 13 16,0 10 12-16,0-10 4 0,0 0 19 0,0 0 16 16,0 0-22-16,5 5-7 0,-5-5-20 15,0 0-14-15,0 0-8 0,15-17-9 16,-7 9-9-16,2 4-6 0,-3-5-2 15,2 3-9-15,-1 2 7 0,-2-2-27 16,-6 6-4-16,15-4-2 0,-15 4 4 0,16-3-4 16,-16 3 0-16,12 9-4 0,-6-3 5 15,4 0-4-15,-2 2-6 0,-3-1 11 16,1 3-8-16,0-2 1 0,0-1 1 0,-3-1-4 16,3 0 4-16,-6-6-9 0,9 8 7 15,-9-8 34-15,8 6 19 0,-8-6 9 0,10 3 3 16,-10-3-11-16,0 0-9 0,26-9-1 15,-14 3-10-15,0 2-5 0,-1-1-3 16,0 0-3-16,-1 0-5 0,-1-1 1 16,0 5-10-16,2-2-6 0,0-1-2 0,-11 4-2 15,21 0 4-15,-21 0-2 0,22 2 1 16,-10 0 0-16,1 1 7 0,3-2-12 16,-3 1-12-16,2 2-22 0,-2-1-33 15,-1-3-23-15,-12 0-10 0,22-1-16 0,-10 1-12 16,-12 0-27-16,21-8-16 0,-11 4-21 15,1 0-15-15,-2-4-6 0,1 0-6 0,0-3 9 16,-3 0 7-16,0-2 10 0,2-7 16 16,-4 2 15-16,-1 0 20 0,-4-1 24 15,0 1 28-15,-4 1 30 0,1 1 9 0,-3 1 24 16,-6 1 9-16,-3 2 11 16,-2 2 4-16,-2 6 15 0,-8 1 7 0,-1 5 7 15,-17 3 10-15,-7 8 9 0,-4 6 3 16,5 3 6-16,-1 4 0 0,8 5-6 15,2 1 1-15,10-1-8 0,9-4-4 0,8-2-1 16,4 2-1-16,5-2-3 0,8-5-4 16,7 1 11-16,12 1 0 0,8 0 1 15,13-1-1-15,1-3-6 0,13-4-1 0,-1-2-2 16,8-9-7-16,1-3-3 0,-3-4 1 16,0-9-1-16,-7-2-2 0,0-5-2 15,-15-3 0-15,-6 3-3 0,-8-6 2 0,-8-2 0 16,-9-1-2-16,-7 0 0 15,-8-5-6-15,-12-8-1 0,-6 3-1 0,-6 2-3 16,-7 4-2-16,0 5-4 0,-10 8-3 16,9 10-8-16,-6 3-13 0,-2 7-24 0,1 4-19 15,3 6-35-15,-7 4-33 0,15 1-47 16,5-1-67-16,11-1-174 0,7 1-137 16,9-4-61-16</inkml:trace>
  <inkml:trace contextRef="#ctx0" brushRef="#br0" timeOffset="-21525.36">9749 6270 1390 0,'0'0'301'16,"5"-7"-88"-16,-5 7-71 0,4-4-30 0,1-2-14 0,-5 6-11 0,9-7-13 0,-4 2-12 15,3 1-4-15,0 1-1 0,-2-2 1 16,1 0 0-16,1 1 2 0,-3 0 0 0,3 0 3 15,-8 4 19-15,10-9 13 16,-10 9 6-16,9-8 9 0,-4 4 5 0,-5 4-4 16,3-6 0-16,-3 6 3 0,4-13-8 15,-2 7-5-15,-2 6-10 0,-2-16-8 0,-2 6-2 16,2 1 3-16,-6-1-5 0,1 0-4 16,-1-1-7-16,-6 0-3 0,-10-8 5 0,-1 2 6 15,-3 0 2-15,-5 2-2 0,-1-3-1 16,-6-1-3-16,-6-2 4 0,0 4 0 0,3-2 0 15,-2 2-5-15,-2 0-2 0,11 3-8 16,-3-1-1-16,2 3-11 0,-3-2-4 16,2 4-2-16,-5 2-7 0,0 1-2 0,1 0-5 15,-6-3-4-15,2 6 1 0,1-2-1 16,-1 2-2-16,1 1-4 0,-4 1-1 16,4 0-3-16,1 0 4 0,0-1 2 15,0 0-2-15,-1 3-1 0,0 0 0 0,2 0-8 16,-5 0 5-16,1 0-1 0,1 0-3 15,-1 3-2-15,0-2 1 0,-2 3-1 0,1 0-1 16,2 1 2-16,3-1-1 0,1 2 1 16,-4-4-1-16,6 4 5 0,2-2 19 0,1-1-2 15,5 1-4-15,5 1-1 0,3-2-3 16,-1 1 0-16,-11 4-5 0,1-1-3 0,1-2 2 16,0 4-6-16,2-1 9 15,-3 1-12-15,3-1 1 0,-2 2 0 0,7-3 1 16,2-1-1-16,-11 2 0 0,4 2 2 15,5-5 6-15,4 1 2 0,6-3 4 16,0 0-2-16,0 1 0 0,3 0 1 0,1 0-5 16,1-2-2-16,-1 2 3 0,-1 2-6 15,1-1-4-15,1 1 2 0,-4 2-4 0,1 0 3 16,1-1-1-16,1 1-4 0,-1 4 3 16,3-3 1-16,-6 3 1 0,2 2-3 0,1-3 0 15,-1 5 4-15,-4 3-4 16,2 3 6-16,0 0 0 0,2-3 1 0,-3 5-5 0,6-5 5 15,-4 4-10-15,3-2 6 0,-3 5-1 16,1-3 12-16,3 3 13 0,-1-6 0 16,6 0-5-16,1-2-2 0,-4 3-2 15,3 2-3-15,1-3-1 0,-2 3 4 0,3 7 3 16,-1-4 5-16,0-2 11 0,3 0 2 16,-1-2-6-16,1 3-3 0,1-2 3 15,2-1-3-15,0 0-5 0,0 0 1 0,0 0-2 16,2 2-5-16,1-2 0 0,-1 3-3 15,3-4 13-15,-1 0-3 0,4 1-4 0,-3-1 0 16,3-1 0-16,0 10 4 0,7-2-4 16,-5-6-3-16,6 2 3 0,-4-5 2 0,1-3-5 15,0 0-8-15,3-1 2 16,-3 1 0-16,6 2 1 0,4 3-3 0,-8-5-6 16,3-2 0-16,3 5-1 0,-3-2-1 15,-2-5 2-15,9 5-2 0,-1-1-1 0,-1 2 4 16,0-1 8-16,2-1 21 0,2-1 0 15,-1 2 22-15,3-1-10 0,-6-1-53 16,3 1 0-16,-1-1 0 0,-6-1 0 0,-2-4 0 16,3 1 0-16,-2 1 0 0,2-2 0 15,-1 0 0-15,1-1 0 0,0 1 0 0,8 3 0 16,-3-7 0-16,-1 4 0 0,7-2 0 16,-1-1 0-16,1-1 0 0,1 4 0 0,-3-3 0 15,3 0 0-15,-3-3 0 16,-1 1 0-16,8 1 0 0,-2-1 0 0,4 2 0 15,0 0 0-15,-1-1 0 0,0 1 0 16,-1 0 0-16,-1 0 0 0,-7 1 0 0,-3-4 0 16,-1 1 0-16,1-1 0 0,-2 1 0 15,2-2 0-15,2 1 0 0,2 0 0 0,-3-2 0 16,5-2 0-16,10 0 0 0,1-2 0 16,2-2 0-16,3-2 0 0,13 0 0 0,-1 0 0 15,-2 1 0-15,2-1 0 0,-13 2 0 16,1 0 0-16,-2-1 0 0,-4 0 0 0,-1 2 0 15,-1-3 0-15,-1 2 0 0,0-3 0 16,-1 2 0-16,2-2 0 0,-1 0 0 16,2 0 0-16,2 0 0 0,0 0 0 15,0-1 0-15,0 1 0 0,1-2 0 0,2 3 0 16,-4 0 0-16,-1 0 0 0,-1-2 0 16,-9 4 0-16,-6 0 0 0,-6 1 0 0,1-1 0 15,-2 1 0-15,1 0 0 0,-4-3 0 16,2 0 0-16,-3 2 0 0,5-5 0 15,-6 1 0-15,8-3 0 0,-4 0 0 0,2-2 0 16,-1 3 0-16,-2-2 0 0,2-2 0 16,1 2 0-16,-6-1 0 0,4 1 0 15,0 0 0-15,-5 1 0 0,4-1 0 0,-1 1 0 16,-1 0 0-16,-3 1 0 0,3-4 0 0,-2 4 0 16,3-2 0-16,-1-2 0 15,-1 1 0-15,4-10 0 0,-2 5 0 0,-3 1 0 16,5-9 0-16,-1-1 0 0,-2-2 0 15,-1 0 0-15,-5-3 0 0,2-1 0 0,1-4 0 16,-4-4 0-16,-2-3 0 0,-3-2 0 16,-1 0 0-16,-1 0 0 0,-3-2 0 0,-2-5 0 15,1 1 0-15,-5 2 0 16,-3 0 0-16,-3 2 0 0,-2 3 0 0,-7 2 0 16,-4 2 0-16,-5-1 0 0,-11 6 0 15,-4 2 0-15,-8 1 0 0,-2 6 0 0,-6 3 0 0,-4 4 0 16,-1 6 0-16,0 2 0 15,1 5 0-15,2 3 0 0,2 6 0 0,16 2 0 16,-8 1 0-16,14 5 0 0,6 4 0 16,1-1 0-16,0 1-416 0,7 0-439 0,8-1-87 15,3-2 99-15,5-1-903 0,2-4-1179 16</inkml:trace>
  <inkml:trace contextRef="#ctx0" brushRef="#br0" timeOffset="73087.57">9135 2985 1318 0,'-7'-4'190'0,"7"4"-28"0,0 0-4 0,-12-4-10 0,12 4-1 16,-7-4 13-16,7 4-5 0,0 0 7 0,-8-5 4 15,8 5 13-15,0 0-3 16,0 0-1-16,0 0-12 0,-3-8-13 0,3 8-7 15,0 0 4-15,0 0-10 0,0 0-7 16,0 0-5-16,0 0-10 0,18-8-8 0,-18 8-12 16,19-2-10-16,-8 2-6 0,5 0-7 15,4 0-4-15,5 2-8 0,0 0-8 16,13 2-5-16,1 1-4 0,-1-2-3 0,2 3-3 16,-1-1-3-16,-2-1-2 0,-8 2 14 15,-2-4 6-15,-1 1 2 0,-1 0-2 0,-4 1 0 16,0-2-1-16,-2 1-5 0,-2-1-4 15,0-1-5-15,0 1-5 0,1 1-1 16,0 1-2-16,0-2-2 0,0 1-4 16,-2-1-3-16,3 1-1 0,0 1 1 15,0-1-3-15,0-1-1 0,0 1-3 0,4 1 0 16,-2-1-1-16,-2 0-1 0,1 1-2 16,-2-3 3-16,3 3-5 0,0-1-1 15,-4-1 3-15,2 2-2 0,1-3-4 0,-2 3 2 16,-2-1 0-16,-1-1-3 0,-1 0 2 15,-3-1-1-15,-2 1-2 0,-9-2-1 0,19 3 0 16,-9-3 3-16,-10 0-1 0,15 4 0 16,-5-1-3-16,-10-3 3 0,15 2 2 15,-15-2-1-15,15 2 2 0,-6-1-2 16,-9-1 1-16,22 2-3 0,-11 1-1 16,3-1 1-16,-3 0 0 0,3-2 4 0,-2 4-6 15,4-3 2-15,-1 2-1 0,4 1 0 16,-2-3 2-16,2 3-1 0,3-1 0 0,0 2 0 15,-3-3-2-15,6 4 1 0,-2-5 7 16,1 2-5-16,1-1 1 0,2 0-1 16,-6 1 0-16,-1-3 1 0,4 2 9 0,-7 0-8 15,-2-2 1-15,3 2-1 0,-6-2 3 16,2 0-1-16,-14 0 1 0,25 1-3 0,-16-1 1 16,-9 0 0-16,20 3-1 15,-20-3-1-15,18-3-1 0,-18 3 2 0,18-1 0 16,-18 1-4-16,25 0 0 0,-10 0 6 15,-1 0 0-15,8 0-4 0,-1 0 0 0,4-2 1 16,4 2 0-16,-1-2-2 0,12-2 1 16,1 6 0-16,2-4 1 0,2 2-4 15,0 0 1-15,-2-1 4 0,-1 1-3 0,-4-4 0 16,-3 4 0-16,-9 0 2 0,-4 0-3 16,-2-3 1-16,-1 3 2 0,-4 0-2 0,1-1 3 15,-16 1-4-15,22 0 1 0,-22 0 0 16,17 1 2-16,-17-1-1 0,18-1 2 15,-18 1-4-15,17-2 3 0,-17 2-5 0,17-2 1 16,-6 2-1-16,-11 0 2 0,27-2-1 16,-6 0-3-16,0 2 4 0,4-3-1 15,1 1-1-15,3 2 2 0,13-1-2 16,-2 1 9-16,4 0-9 0,-5-2 4 0,-2 2-5 16,3 0 3-16,-6 0-2 0,-3 0 0 15,-3-2 3-15,-1 2-4 0,-4 0 6 0,-1-2-3 16,0 2 2-16,-3-1-3 0,-4 2 1 15,1-2 7-15,-16 1-6 0,25 0-2 0,-16 0 5 16,-9 0-1-16,19-1-4 16,-19 1 6-16,19 0-5 0,-19 0-3 0,17-3 3 15,-8 3-1-15,-9 0-2 0,24 0 3 0,-12 0-1 16,12 0-2-16,-1 0-1 16,5 0 0-16,1 0 3 0,13 0 0 0,-1 0 0 15,3 4 2-15,-2-4-2 0,1 0 0 16,-2 0 2-16,-7 0-1 0,-1 1 0 0,-7-1 2 15,1 0 0-15,-4 2 1 0,-2-4-6 16,-6 2 4-16,0 0 1 0,-3 0-1 0,-12 0 0 16,22 0 0-16,-22 0 0 0,20-1 0 15,-20 1 2-15,15 1-1 0,-15-1 1 16,10 0 0-16,-10 0-1 0,0 0-3 0,0 0 13 16,17 0-12-16,-17 0 1 15,0 0 0-15,0 0 3 0,15 0 1 0,-15 0 1 16,0 0 0-16,0 0-4 0,0 0 5 15,18-1-4-15,-18 1 1 0,0 0-1 0,14-1 8 16,-14 1-9-16,16 1-2 0,-16-1-1 16,18-1 1-16,-18 1-1 0,20 1 0 0,-20-1 0 15,23 0 2-15,-10 1 1 0,5-1-5 16,-6 0 3-16,1 2 1 0,3 0-3 16,-3-2 10-16,3 2-9 0,-2-2 0 0,-2 1-1 15,3-1 3-15,-1 2 1 0,-14-2-2 16,25 0 3-16,-12 3-5 0,-13-3 6 0,19 0 4 15,-19 0 4-15,17 0 11 0,-17 0-1 16,18 0 9-16,-18 0-4 0,12 2 0 0,-12-2 1 16,0 0 0-16,16 0-6 15,-16 0 3-15,0 0-1 0,13 2 4 0,-13-2 2 16,0 0 2-16,0 0 0 0,12 2-1 16,-12-2-2-16,0 0 2 0,0 0-12 0,0 0-3 15,0 0-5-15,0 0-1 0,0 0 2 16,13 0-7-16,-13 0-4 0,0 0-3 15,0 0 3-15,0 0-3 0,0 0-3 0,0 0 3 16,0 0-3-16,-29 11 2 16,18-9 0-16,-4 0 10 0,-7 2-14 0,-2-3 0 15,-2 2 17-15,-7-3-6 0,-6 3-2 16,3-3 4-16,6 0-6 0,-12-3 0 0,3 3 3 16,-4 0-2-16,2-3 0 0,-6 2 0 15,0-1 0-15,-1-2-3 0,-13-1 4 0,11 3-3 16,1 2-3-16,0-4 1 0,-12 0 4 15,12 2-3-15,-5 0 0 0,-7-1 0 16,9 0 2-16,-11 1-2 0,12-2 5 0,-10 2-2 16,10-1-1-16,-1 0-1 0,0 2 4 15,2-1-6-15,-14-2 3 0,11 2 1 0,-10 1-4 16,12 1-2-16,-3-2 9 0,2 2-3 16,0-2-3-16,0 1-1 0,0 1-2 0,3-2 6 15,-1 2-7-15,3 0 5 16,1 0 0-16,1-2-3 0,0 2 9 0,2-2-6 0,8 2-3 15,-7 0 8-15,3-1-3 16,-2 0-2-16,9-2-1 0,3 3 0 0,3-2 2 16,-1 1 0-16,2 1 3 0,2-2-2 15,2 2 0-15,-1-1-3 0,-1-1 1 16,-4 2 3-16,-2-2-7 0,-1 2 8 0,-12 0-2 16,0 0-1-16,-3 0 0 0,-4 2-3 15,2 0-1-15,-2-1 0 0,-1 2 1 0,1-1 6 16,-1 2-3-16,-9 1-4 0,13-3 0 15,-2 3 3-15,1-4 2 0,3 1 0 16,0 0-1-16,2 2 3 0,0-4 1 16,5 1-4-16,-6 2 0 0,13-3 3 0,1 0 2 15,0 0-1-15,3 0 4 0,0 0-6 16,-1 0 1-16,0 0 5 0,4 0 1 0,2 0-8 16,-1 0 5-16,0 0 0 0,-1 0-4 15,5 0 2-15,-4 0-1 0,3 0 4 16,1 0-2-16,-4-3 0 0,8 3-6 0,-8 0 5 15,3 0-1-15,0-1 9 0,2 1-3 16,-1 0 2-16,0 0 1 0,-2 0 2 0,-1-2-5 16,3 2 2-16,-2-2-5 0,6 4 2 15,-2-2 0-15,16 0-1 0,-27-2 9 16,16 2-4-16,11 0 7 0,-20 0-2 16,20 0 1-16,-12-2-5 0,12 2 1 0,0 0 8 15,-16-2-6-15,16 2 9 0,0 0-3 16,0 0-4-16,0 0 0 0,0 0 3 0,0 0-5 15,0 0 5-15,0 0-8 0,0 0 0 16,61 8-5-16,-24-4 2 0,6-1 11 16,5-1-17-16,3 0 8 0,10 2-4 0,7-3-9 15,-6-1 12-15,1 2-10 0,2-2 7 16,-14 3-3-16,-2-3-2 0,3-3-1 0,-5 3 6 16,1 0-4-16,-1 3 7 0,-2-3-10 15,-4 0 3-15,-8 0-6 0,-5 0-1 16,-1 0 7-16,-4 0-1 0,-1 0 3 15,-4 0 4-15,1 0-6 0,-6 0-2 0,5 0-2 16,-2 0 2-16,-2 0-2 0,-1 0-1 16,3 0 2-16,-1 0 4 0,2 0 5 0,-2 0-12 15,6 0 3-15,1 0-1 0,4 0-1 16,5 0-2-16,10 0 5 0,6 0-2 16,3 0-5-16,2 0 3 0,17 0 4 0,0 2-2 15,3-2 1-15,0 2 1 0,5-2-1 16,-5 0-1-16,3 0 5 0,-5 2-9 0,-4-2 4 15,-3 0 7-15,-13 2-6 16,-5-1 6-16,-11-1-5 0,-7 0-6 0,-6 3 0 16,-1-3 5-16,-3 0-6 0,-4 0 7 15,0 0 2-15,-13 0-2 0,23 0 4 0,-23 0-2 16,17 2-1-16,-17-2-2 0,19 0 5 16,-19 0-4-16,18-2-4 0,-9 2 8 0,-9 0-8 15,23 0 0-15,-23 0 6 0,27 0-2 16,-7 0 0-16,4 0-7 0,4 0 6 15,12 2 3-15,6-4-4 0,-1 2 0 0,2 0 1 16,0 2 1-16,-1-2 2 0,1 2-2 16,1-1-4-16,0-1 2 0,-3 2 1 0,2 0-4 15,-4 0 3-15,-3-2 9 16,-8 3-11-16,-5 0-2 0,-8-3-1 0,1 0 4 16,-4 0 1-16,-2 0-2 0,-1 3 0 15,-13-3 4-15,19 0-2 0,-19 0-2 0,19 0 7 16,-19 0 1-16,17 0-7 0,-17 0-3 15,19 0 3-15,-7 0 4 0,-12 0-4 0,21 1 1 16,-10-1-5-16,-11 0 11 0,27 2-3 16,-12-2-7-16,2 2 1 0,0 0 4 0,2 0-1 15,-1-2-3-15,2 2 7 0,3-2-3 16,1 2-3-16,0-2 3 0,5 2-1 16,11 1-5-16,1-1 7 0,6 0 1 15,-6 2-6-15,5-4 1 0,0 4 4 16,-4 2-3-16,0-4 1 0,-4 3 4 0,-10 0-6 15,-3-3-4-15,-5-2 6 0,-8 1 0 16,1 0 5-16,1-1 17 0,-3 3-1 0,-11-3 14 16,16 2 9-16,-16-2 3 0,15 0 10 15,-15 0 11-15,14 2 4 0,-14-2 10 0,0 0 2 16,14 2 5-16,-14-2-73 0,0 0-16 16,13 2 0-16,-13-2 0 0,0 0 0 15,0 0 0-15,0 0 0 0,12 2 0 0,-12-2 0 16,0 0 0-16,0 0 0 15,0 0 0-15,0 0 0 0,0 0 0 0,0 0 0 16,0 0 0-16,0 0 0 0,10 0 0 16,-10 0 0-16,0 0-504 0,0 0-460 0,-40 8 10 0,21-4 113 15,-7-1-835-15,-21 3-1112 16</inkml:trace>
  <inkml:trace contextRef="#ctx0" brushRef="#br0" timeOffset="-129803.06">19801 10648 1328 0,'0'0'279'0,"4"5"-128"0,-4-5-26 0,0 0 5 0,6 4 18 16,-6-4 6-16,0 0-7 0,0 0-20 16,2 4-4-16,-2-4-11 0,0 0-11 15,0 0-2-15,0 0 11 0,0 0 1 16,0 0-7-16,0 0 2 0,0 0-8 0,0 0-5 16,0 0-14-16,0 0-3 0,0 0-12 15,6 6-5-15,-6-6-4 0,0 0-8 0,0 0-4 16,0 0-11-16,0 0-36 0,0 0-72 15,0 0-83-15,0 0-133 0,0 0-217 0,0 0-59 16,0 0 62-16,0 0-170 0,0 0-171 16</inkml:trace>
  <inkml:trace contextRef="#ctx0" brushRef="#br0" timeOffset="-128752.33">19805 10650 1906 0,'0'0'35'0,"0"0"28"0,0 0 24 0,0 0 35 16,8-18 22-16,-8 18 12 0,0 0 0 16,0 0-12-16,0 0 42 0,0 0 1 0,0 0 15 15,0 25 4-15,-2-8 6 0,-1 5-1 16,-2 10-2-16,0 4-4 0,-1 7-12 0,0 1-5 16,-4 4-4-16,3 5-14 15,-4-6-13-15,3-7-11 0,-2-4 5 0,5-1-10 16,-3-10-10-16,5-3-11 0,-6-3-8 15,6-3-14-15,-1-3-8 0,0-3-3 0,1 1 6 16,1-4 11-16,0 0-2 0,0-1 9 16,2-6-8-16,0 0-12 0,-6 7-15 0,6-7-3 15,0 0-11-15,0 0-13 0,0 0-5 16,4-32-21-16,-4 18-6 0,4 0-2 0,-4-3-15 16,2 2 1-16,-4-4 2 0,2 2-5 15,-6-1-1-15,3 4 1 0,-8-3-5 16,2 5 8-16,-2 0-11 0,-5 2-4 15,-1 3 12-15,-2 4-2 0,-2 1 4 0,0 4-1 16,-7 1-14-16,-5 6 14 0,1 3-1 0,3 5-1 16,0 3 4-16,7-1-15 0,5 4 22 15,6-1 8-15,3-3 0 0,3 2 10 16,4-3 3-16,2 0 19 0,6 2 11 0,2 0 1 16,9 5-1-16,-2-1-6 0,11-4-4 15,-4-2-1-15,2-3-5 0,-1-3-9 0,-4-3 23 16,-6-2 8-16,2-3-3 0,-1 1-1 15,-1-1-5-15,-3-1-6 0,-3 0-46 0,1 0-4 16,-1-2 0-16,-8-1 0 0,11 4 0 16,-11-4 0-16,8 2-81 0,-8-2-174 15,0 0-139-15,0 0-149 0,0 0-167 16,0 0-162-16,0 0 88 0,0 0-764 0,0 0-992 16</inkml:trace>
  <inkml:trace contextRef="#ctx0" brushRef="#br0" timeOffset="-127270.13">17347 7250 3911 0,'8'-11'-221'0,"-3"3"33"0,-1-2 52 0,0 2 43 0,-2 2 32 0,-1 1 42 0,-1 5 21 15,4-10 1-15,-4 10 3 0,0 0 4 16,0 0 53-16,0 0 18 0,7 21 32 0,-12-2 3 16,1 17 8-16,1 4 5 15,-3 13-7-15,1 3-10 0,-5 2-5 0,4 0-8 0,-2-4-8 16,1-2-9-16,3-11-8 15,-4-1-9-15,4-5-3 0,-1-8-9 0,1-2-5 16,0-5 0-16,3-3-6 0,-1-1-3 16,-2-4-4-16,2-2 18 0,-1 0 24 15,3-3 2-15,0-7-7 0,0 7-7 0,0-7-7 16,0 0-9-16,0 0 1 0,0 0-9 16,0 0-3-16,0 0-5 0,7-25-5 0,-5 12-4 15,-2-1-2-15,0 1-3 0,-4-4-3 16,2 1-4-16,-2 3 1 0,-4 0-4 0,-3 2 0 15,-3 1-2-15,-4 6-1 0,-5-1-1 16,0 5-1-16,-4 3 2 0,-9 3-4 0,2 4 4 16,3 1-4-16,10 2-1 15,4-1 1-15,3 2 3 0,3 3 1 0,8-1-1 16,1-2-2-16,5 3 7 0,5 4 3 16,8 5 3-16,4-2 1 0,5 0-2 0,2-4-1 15,3 0-2-15,1-4 1 0,-1-2-2 16,1-3-2-16,-7-3 1 0,-7-3-1 0,1 0-1 15,-5-1-3-15,-1-2-4 0,-1-2-27 16,-11 0-39-16,17-4-61 0,-9 1-98 16,-3-1-111-16,1-1-131 0,-2-3-223 0,4 2 24 15,-5 0 84-15,5-3-348 16,-3 1-410-16</inkml:trace>
  <inkml:trace contextRef="#ctx0" brushRef="#br0" timeOffset="-126969.55">17832 7690 2731 0,'-3'-5'35'0,"3"5"32"0,-6-7 39 0,6 7 27 0,-2-7 9 16,2 7 17-16,8-7-14 0,-8 7-9 0,17-7-13 0,-6 6-17 15,5 1-7-15,4-2-12 0,2 4-12 16,-3-1-30-16,6 3-61 0,-5-1-94 0,2 1-105 16,-8 2-137-16,2-3-227 0,-3 0 24 15,-3 0 69-15,-2 3-152 0,-7-4-136 16</inkml:trace>
  <inkml:trace contextRef="#ctx0" brushRef="#br0" timeOffset="-126803.67">17723 7850 1781 0,'-8'3'96'0,"8"-3"28"0,-8 1 2 16,8-1 14-16,0 0 29 0,0 0 15 0,0 0 0 15,0 0-19-15,0 0-18 0,0 0-18 16,44-4-12-16,-29 4-12 0,1 0-18 15,-2 0-76-15,6 0-103 0,-5 0-123 0,0 0-193 16,0 0-134-16,-1 0 63 0,-5 0-143 16,-9 0-121-16</inkml:trace>
  <inkml:trace contextRef="#ctx0" brushRef="#br0" timeOffset="-110140.5">25082 10686 1782 0,'-20'-4'70'0,"0"-1"6"0,4 2-9 0,4-2-6 0,1 4 1 0,0 0 26 0,6-3 43 16,5 4 23-16,-6-3-13 0,6 3-14 15,0 0-19-15,34 0-5 0,8 5-17 16,15 5-3-16,11 2-12 0,2 2-6 16,21 6-7-16,6-2-6 0,2 1-4 0,-4 1-7 15,-20-8-3-15,-5 2-5 0,-3-4-2 16,-1-2-5-16,-10 1 2 0,-12-4-5 0,-4 1 3 15,-10-5-6-15,-6 3-5 0,-7-2 7 16,-2-2-2-16,-2 0-3 0,-1 0-5 16,-12 0-17-16,15-2-40 0,-15 2-52 0,8-4-77 15,-8 4-116-15,0 0-210 0,6-4-23 16,-6 4 68-16,0 0-122 0,0 0-78 0</inkml:trace>
  <inkml:trace contextRef="#ctx0" brushRef="#br0" timeOffset="-105924.75">19822 4518 1438 0,'-12'-6'-66'0,"3"5"11"0,0-3 6 0,-2 1 12 16,-1-1 41-16,-1 1 18 0,-3 1 13 0,1-4 11 16,-2 4 2-16,-2-2 2 0,-2 4 6 15,0 0 9-15,-6 0 1 0,-9 6 8 16,-2 1 7-16,-1 1 7 0,-11 6 4 16,-2 3-3-16,-2 5 5 0,2 3 1 0,-2 4-5 15,0 2 0-15,6 1-4 0,-1 6-3 16,0 1 0-16,5 6-6 0,-8 14-1 15,15-10-4-15,-7 16-1 0,17-10-2 0,2 1 5 16,4 2-2-16,12 4 0 0,5 4-1 16,6-3 1-16,5 0-3 0,9-2-9 0,8 0 7 15,19 8-15-15,6-7-3 0,6-6-6 16,8-7 0-16,3-5 0 0,-6-13-3 0,-1-2-9 16,2-5-2-16,-2-6-8 15,0-6 0-15,-13-4 3 0,3-7 6 0,-3-4 19 0,1-4 22 16,7-9 15-16,-4-3 14 15,-5-8 7-15,-1-7 2 0,-2-10 4 0,8-16-10 16,-7-6-13-16,2-8-10 0,-6-9-9 16,-6-6-11-16,-5-3-5 0,-5 0-5 15,-8 1-8-15,-11 17-7 0,-10-1-3 0,-7 3-8 16,-6 3-8-16,-17-5 2 0,-10 11-7 16,-9 6 0-16,5 21 2 0,-9 3-3 0,-2 8-2 15,-5 4-29-15,-11 9-14 0,0 5-12 16,-6 5-25-16,8 6-32 0,0 6-54 0,8 6-41 15,8 7-48-15,6 2-52 16,4 2-76-16,6 3-156 0,9-3-77 0,13-3 71 0,4 0-193 16,8-5-223-16</inkml:trace>
  <inkml:trace contextRef="#ctx0" brushRef="#br0" timeOffset="-105041.39">26936 7385 4179 0,'0'0'126'0,"0"-11"-59"0,0 11-22 0,8-10 64 0,0 6 20 0,-3 0-13 15,6 0-19-15,1 2-22 0,1 4-10 16,1 0-11-16,1 4-4 0,1-2-3 0,-3 3-4 16,-1 3-5-16,-5 2-1 15,-1 4-1-15,-5 1-1 0,-2 3-3 0,-10 12-2 16,-3-2-8-16,-3 1 3 0,-1 0-3 16,4-2-2-16,-2 0-5 0,7-7 0 0,0-1-3 15,8-3 9-15,1-1 11 0,1 1 16 16,8 2 14-16,0-3 17 0,4 12 7 0,3-5 9 15,-2-2 8-15,0-5 25 0,-5 0 9 16,4 0 2-16,-4 2 9 0,-4-4 3 0,1 3 7 16,-4-3 17-16,0 3 25 0,-4 0 21 15,-2-1 0-15,-3 2-13 0,-9 4-5 0,-1 1-168 16,-2-4-35-16,-6 1 0 16,3-4 0-16,-5-2 0 0,-4 0 0 0,3 1 0 15,-3-6 0-15,6-1 0 0,6-2 0 16,2-2 0-16,2-3 0 0,2-1 0 0,-3-2 0 15,1-5 0-15,1 1 0 0,1-4 0 16,8 1 0-16,-2-6 0 0,5 2-611 0,4-5-196 16,1 0-119-16,14-7 104 0,2 1-887 15,12 1-1143-15</inkml:trace>
  <inkml:trace contextRef="#ctx0" brushRef="#br0" timeOffset="-104258.74">27356 7863 4461 0,'0'0'-38'0,"1"-5"55"0,-1 5 16 16,0 0 26-16,4-8 33 16,-4 8 19-16,0 0 3 0,0 0 26 0,0 0 14 15,0 0-9-15,0 0-4 0,0 0 0 16,4 20-2-16,-4-20-9 0,0 15-6 0,0-6 9 16,-2 0-8-16,2-1-1 0,-2 0 0 15,2 1 6-15,0-9-7 0,-4 11 15 0,4-11 18 16,0 10 17-16,0-10 19 0,0 0 8 15,0 0-36-15,0 0-15 0,0 0-18 0,0 0-13 16,23-22-70-16,-10 9-48 0,-1 1 0 16,3-1 0-16,-3 1 0 0,-3 5 0 0,3 0 0 15,-4 2 0-15,-1 1 0 16,1 4 0-16,-8 0 0 0,15 2 0 0,-5 3 0 16,-5 2 0-16,2 0 0 0,0 1 0 15,-1 1 0-15,3 2 0 0,-6-3 0 0,1-1 0 16,3 0 0-16,-4-1 0 0,3 0 0 15,-2 0 0-15,-4-6 0 0,9 2 0 0,-9-2 0 16,16 0 0-16,-16 0 0 0,24-10 0 16,-11 3 0-16,5-3 0 0,6-6 0 0,3-3 0 15,-2 1 0-15,0-1 0 0,0 5 0 16,-9 2 0-16,-2 4 0 0,-3 0 0 16,-2 6 0-16,2 0 0 0,-11 2 0 0,12 4 0 15,-6 4 0-15,1 0 0 0,-6 3 0 16,3-1 0-16,0 2 0 0,-2-2 0 15,-1 1 0-15,5-2 0 0,-1 2 0 0,2-1 0 16,0-3 0-16,3-2 0 0,2-2 0 16,-1-1-76-16,2-2-23 0,2-3 1 15,2 0 8-15,1-2 9 0,1-3 4 0,-1-2 12 16,4 0-1-16,3-5 1 0,0-2 21 16,-7 5 3-16,-2 1 11 0,-5 3-4 0,0 1 5 15,-1 2 4-15,-3 1-6 0,-1 3 8 16,-6 1 10-16,0 0 10 0,14 6-6 0,-14-6 6 15,4 11 4-15,-3-5-5 16,-1 5 3-16,0-3-3 0,2 1 3 0,0-1 3 16,0 3-1-16,3-2 7 0,-1-3-3 15,5 1-2-15,0 1 3 0,2-6-2 0,3 0 4 16,0 0-9-16,0-4 2 0,7-1 8 16,4-1-7-16,-8-1 5 0,3-2-7 0,-6 1 7 15,1-1 0-15,-3-4-3 0,-3 2 1 16,-1-2-4-16,-5 0-3 0,2 0 1 0,-5-3-4 15,0-3 6-15,0 0-9 0,-5-7-8 16,2 1-19-16,1 0-31 0,0 5-42 0,-2-1-55 16,2 0-65-16,1 3-96 15,-1-1-103-15,-2 2-110 0,2-1-172 0,0 3-6 16,2 1 87-16,4-1-490 0,3 0-588 16</inkml:trace>
  <inkml:trace contextRef="#ctx0" brushRef="#br0" timeOffset="-103874.91">29145 7342 3424 0,'4'-9'164'0,"-2"4"31"0,-2 5 19 0,0 0 34 0,0 0 36 0,0 0 28 0,0 0 0 0,-27 24-4 16,10 3-17-16,-2 3-21 0,-6 10-23 0,5-1-18 16,-4 2-23-16,3-2-20 0,6-4-18 15,-2-3-14-15,-2-1-15 0,5-2-18 0,2-2-12 16,-2 0-10-16,4-9-10 15,3-3-11-15,-1-2-10 0,4-5-7 0,-2 1-9 16,3-4-3-16,-1-1-8 0,4-4-23 16,0 0-8-16,-14 3-2 0,14-3-7 0,0 0-5 15,-26-16-12-15,13 8-8 0,-7 1-5 16,2 2 9-16,-5 1 4 0,-2 2-6 16,1 2 15-16,-3 4 2 0,-10 5-1 0,6 0 4 15,9 2-1-15,-1 6 2 0,5-3 12 16,7 0 7-16,4-2 8 0,3-1 3 15,4 2 4-15,0-3 1 0,6 3 4 0,1-1-36 16,2 0-2-16,2-3 0 0,3 3 0 0,4-2 0 16,-3-1 0-16,2-2 0 15,0-2-153-15,1 0-146 0,1-2-160 0,-1 0-196 16,2-3-234-16,-5 1 70 0,-2-2 93 16,0-2-699-16,-2 3-877 0</inkml:trace>
  <inkml:trace contextRef="#ctx0" brushRef="#br0" timeOffset="-103075.2">29502 7567 3856 0,'-2'-14'-45'0,"2"0"58"0,-2 4 52 15,2 2 44-15,0 4 41 0,0 4 21 0,-2-9 3 16,2 9 22-16,0 0 35 0,0 0 2 0,-12 24-13 16,7-3 16-16,-7 11-4 0,0 4-16 15,0-1-21-15,-4 12-22 0,3-12-17 0,0 1-11 16,-6 5-11-16,3-6-9 0,3-2-20 16,-3-2-27-16,1-5-34 0,3-2-61 15,-1-5-71-15,6-3-94 0,0-4-119 16,3-3-132-16,-1-3-169 0,3-3-191 0,2-3 71 15,0 0 73-15,0 0-516 0,0 0-631 16</inkml:trace>
  <inkml:trace contextRef="#ctx0" brushRef="#br0" timeOffset="-102709">29711 7661 3128 0,'0'-7'19'0,"0"7"32"15,0-11 13-15,0 11 32 0,2-8 21 0,-2 8 10 16,0 0-10-16,8-4-9 15,-8 4-3-15,0 0-11 0,0 0-5 0,26 14-12 0,-20-10 6 16,-1 4 4-16,2 1 7 16,-5-1 14-16,0 3 8 0,-2-3 2 0,-4 5 12 15,-3 1 5-15,4-2 7 0,-5 2 1 16,3 1-5-16,-4-2-8 0,6 1-12 16,-5 0-3-16,3-1 10 0,3 1-25 0,-3 0-7 15,3 1-1-15,-2 1-14 0,1 0-5 16,3 2-2-16,-2 2 3 0,0-3 0 0,1 8-5 15,1-6-1-15,-4 3-10 0,0-1-6 16,1 2 5-16,-3 0 24 0,1-5 5 0,-6 1 0 16,4-2 3-16,-2 1-5 15,-2-7-1-15,4 1-10 0,0 1-1 0,-2-5-8 16,-4 1-7-16,2-2-5 0,-4-2-25 16,-2-2-50-16,0-1-81 0,-5-2-91 0,4-2-105 15,0-1-126-15,0-4-167 0,4-2-245 16,7-3 58-16,3 0 93 0,8 0-619 0,3-8-765 15</inkml:trace>
  <inkml:trace contextRef="#ctx0" brushRef="#br0" timeOffset="-102505.6">30340 8026 4015 0,'-12'-11'220'0,"7"3"49"0,-2 1 104 0,3 2 54 16,4 5 17-16,-7-9-23 15,7 9-38-15,0-6-38 0,0 6-32 0,0 0-40 16,12-8-27-16,-1 6-48 0,5 2-73 16,3-2-82-16,0-2-115 0,2 4-127 0,1 2-118 15,2-2-142-15,-5 2-164 0,1 0-224 16,2 2 39-16,-3 2 94 0,-4 0-666 0,-3-1-832 16</inkml:trace>
  <inkml:trace contextRef="#ctx0" brushRef="#br0" timeOffset="-102339.94">30317 8167 3797 0,'-21'5'51'0,"4"0"59"0,4 0 47 0,2-1 47 0,0-1 45 16,4 0 53-16,7-3 12 15,-13 7 0-15,13-7-1 0,-4 5-7 0,4-5-26 16,0 0-25-16,0 0-28 0,19 11-28 16,-7-10-51-16,3 1-83 0,0-2-122 0,6 0-136 15,0-2-170-15,-2 1-214 0,3-4-266 16,3 1 68-16,0 1 84 0,-3 1-599 0,-2 2-748 15</inkml:trace>
  <inkml:trace contextRef="#ctx0" brushRef="#br0" timeOffset="-100940.83">30923 7858 3670 0,'0'0'59'0,"-5"-5"24"0,5 5 25 0,-7-5 42 0,7 5 29 0,0 0 15 0,4-10-4 16,-4 10-16-16,12-7-18 0,-12 7-13 15,17-2-19-15,-5 2-10 0,-12 0-11 16,27 3-11-16,-15 3-11 0,4 0-9 0,-1 3-4 15,-4-1-10-15,-1 5-5 0,-2-2-4 16,-7 1 2-16,-1 5 1 0,0-6 1 16,-7 9 3-16,-5-1 1 0,-5 6 1 0,0-3-7 15,0-1 5-15,3-1-11 0,1-5 0 16,1 1-2-16,1-1-6 0,4-1 6 16,1-1 13-16,-2 1 7 0,3 0 22 15,3 0 2-15,0 0 5 0,2-1 0 0,0 3 1 16,4 0-5-16,-1 5 15 0,4 0 14 15,-2 0-11-15,1 1-6 0,-2-1-3 0,-3-1 19 16,-1-1 12-16,0 0 13 0,0 1-81 16,-5 1-60-16,-3-4 0 0,0 2 0 0,-3-1 0 15,0-2 0-15,-3-2 0 0,-3-3 0 16,2 0 0-16,-2-1 0 0,-4-2 0 16,1-3 0-16,0-3 0 0,-1 0 0 15,-2 0 0-15,0-2 0 0,-1-2 0 0,2-1 0 16,1 2 0-16,3-2 0 0,2-3 0 0,3 2 0 15,1 2-151-15,5-3-813 16,1 2 6-16,6 3 102 0,-5-6-934 0,5 6-1218 16</inkml:trace>
  <inkml:trace contextRef="#ctx0" brushRef="#br0" timeOffset="-95025.75">26927 8804 2416 0,'-8'-5'151'0,"7"-1"12"0,-3-2 16 0,4 2 23 0,0 6 18 0,4-11 8 0,-1 5-11 15,5 0-18-15,1 0-18 0,5 0-16 16,2 1-22-16,0 2-12 0,4 1-13 15,-2 0-13-15,1 4-11 0,0 0-8 0,0 1-9 16,4 2-10-16,-6 1-6 0,-1 0-3 16,-2 1-11-16,-3 2 0 0,-4 0-4 0,-1-1-2 15,-5 2 6-15,1 1 6 16,-4-1 5-16,1 1 5 0,-5 3-4 0,1-2 1 16,1 0 0-16,-3-1 0 0,4 1 9 15,1-1 14-15,0-1 15 0,2-2 16 0,0 3 15 16,4 1 3-16,-3 1 3 0,8 1-6 15,-4 0-3-15,5-1-8 0,-3 3 0 0,1-1-4 16,3 2-2-16,-3 1-2 0,2-1-9 16,-3 1 2-16,-1-3 9 0,-4-1 7 0,0 1 10 15,-1-1 10-15,-1-2-137 0,-1 3-2 16,-1-3 0-16,-4 1 0 0,1 1 0 0,-6-4 0 16,4 1 0-16,-2-1 0 15,-3-3 0-15,3 0 0 0,-2-2 0 0,-2-2 0 0,2 0 0 16,-1-1 0-16,-2-2 0 15,1 0 0-15,-1-2 0 0,1 1 0 0,-1-3 0 16,3 3 0-16,0-3 0 0,-1 3 0 16,4-1 0-16,8 2 0 0,-17-2-493 0,10 1-301 15,7 1-127-15,0 0 89 0,-12-4-920 16,12 4-1183-16</inkml:trace>
  <inkml:trace contextRef="#ctx0" brushRef="#br0" timeOffset="-93343.76">26113 8923 4337 0,'0'0'-299'0,"0"-8"58"0,0 8 57 0,0 0 62 0,2-8 56 16,-2 8 46-16,2-8 48 0,-1 3 34 0,-1 5 43 15,0-8 31-15,0 8 27 0,2-8 22 16,-2 8 6-16,5-6-3 0,-5 6-13 0,0 0-21 16,2-7-13-16,-2 7 13 0,0 0 31 15,0 0-10-15,-9 29 3 0,6-8-4 0,-6 13-11 16,-1 3-3-16,4 3 1 15,-2-1-5-15,5 4-9 0,-5-4-16 0,5 0-11 0,-1-2-12 16,-1-6-13-16,3-7-5 0,2-2-14 16,-1-3-2-16,2-2-7 0,-2-3-7 15,1 0-5-15,-2-5-5 0,2 0-6 16,0 0-8-16,0-1-20 0,0-8-43 0,0 6-69 16,0-6-70-16,5 3-89 0,-5-3-131 15,0 0-136-15,0 0-173 0,23-15-91 0,-12 7 83 16,-2-2-648-16,0-1-806 0</inkml:trace>
  <inkml:trace contextRef="#ctx0" brushRef="#br0" timeOffset="-92976.67">26387 9003 3661 0,'-11'-3'-55'0,"11"3"20"0,0 0 25 15,-23 10 31-15,14-1 42 0,0 3 20 16,-1 0 9-16,4 1 3 0,-1 6 0 0,5-1 2 16,0-1-2-16,2 1-5 0,4-2 0 15,1 1-8-15,3 2-6 0,2-3-4 0,3 1-11 16,0-3-3-16,2-1-4 0,2-3-9 16,-1-3-2-16,-2-1-5 0,4-5-5 0,-2-1-1 15,-2 0-8-15,-1-1-2 16,-1-5 4-16,1-2-2 0,-3-1-2 0,0-3-4 15,-5-1 0-15,-1-4-4 0,-4-3 0 16,0 2 1-16,-4-5-6 0,1 2 2 0,-1 4-2 16,-2 3-6-16,-2 1-3 0,2 1 0 15,-5 3-1-15,2 4 2 0,1 3-13 0,-1 1-20 16,9 1-25-16,-22 1-53 0,13 5-74 16,0 0-72-16,0-2-84 0,4 0-116 0,5-4-151 15,-9 4 54-15,9-4-331 0,0 0-366 16</inkml:trace>
  <inkml:trace contextRef="#ctx0" brushRef="#br0" timeOffset="-92744.06">26749 9085 2879 0,'11'-3'286'0,"-11"3"22"15,0 0 37-15,0 0 65 0,0 0 39 0,0 0 12 16,0 0-12-16,-9-14-14 0,9 14-45 15,0 0-37-15,0 0-33 0,0 0-34 0,-3-6-26 16,3 6-31-16,0 0-25 0,0 0-77 16,0 0-127-16,0 0 0 0,0 0 0 15,0 0 0-15,0 0-1 0,0 0-314 16,0 0-144-16,0 0-148 0,0 0-205 0,0 0-32 16,0 0 93-16,0 0-746 0,0 0-944 15</inkml:trace>
  <inkml:trace contextRef="#ctx0" brushRef="#br0" timeOffset="-92260.5">27621 9019 4239 0,'-23'0'66'0,"6"0"25"0,3 0 17 0,7 0 34 0,7 0 43 0,0 0 32 16,-18 0 12-16,18 0-26 0,0 0-19 0,0 0-17 15,0 0-15-15,45 0-31 0,-22-2 2 16,2 6-22-16,18-8-26 0,-1 4-51 0,2 0-67 16,-3 0-101-16,-8-2-132 15,-5 2-141-15,1-3-167 0,-4-1-153 0,-8 3 76 16,-2-4-552-16,-4 3-675 0</inkml:trace>
  <inkml:trace contextRef="#ctx0" brushRef="#br0" timeOffset="-92027.46">27757 8844 3615 0,'0'0'135'0,"-7"-5"10"0,1 1 6 16,6 4 15-16,0 0 8 0,0 0 67 0,0 0 28 16,-9 16-3-16,7-4-20 15,1 5-9-15,1 2-16 0,-3 5-26 0,3 3-18 16,-2 11-10-16,2-2-20 0,-6-2-17 15,6-3-12-15,-1 6-15 0,-3-10-39 0,-2-4-56 0,3 0-46 16,-1-1-58-16,-1 1-87 16,2-8-117-16,1 0-120 0,-2-3-129 0,4-1-216 15,0-6 57-15,0-5 82 0,2 6-493 16,-2-6-588-16</inkml:trace>
  <inkml:trace contextRef="#ctx0" brushRef="#br0" timeOffset="-90960.96">28121 8802 2931 0,'0'-5'-25'0,"-1"-5"41"0,-1 5 35 0,2 5 60 0,-2-14 61 0,0 8 37 16,2 0 24-16,0 6 4 0,0-6-15 15,0 6-22-15,0 0-23 0,0 0 18 0,0 0 16 16,0 0 15-16,-6 31 7 0,3-10 9 16,-1 20-1-16,-4-2-8 0,2 2-18 15,1 3-5-15,-1-1-14 0,1-2-16 16,-1-3-8-16,0 1-1 0,0 0-6 0,0-7-9 15,3-6-5-15,-1-7 1 0,2-2-9 0,0-4-3 16,1-1-115-16,-2 0-25 16,-1-3 0-16,4-1 0 0,-4-1 0 0,4-7 0 15,0 11 0-15,0-11 0 0,0 0 0 16,0 0 0-16,0 0 0 0,0 0 0 0,0 0 0 16,0 0 0-16,0 0-556 0,20-18-203 15,-17 11-164-15,5 1 86 0,2-1 87 0,-1 0-735 16,6 0-932-16</inkml:trace>
  <inkml:trace contextRef="#ctx0" brushRef="#br0" timeOffset="-90743.82">28577 9085 4481 0,'-15'-8'150'16,"4"1"29"-16,1 2 43 0,4 2 47 15,1-1 8-15,5 4-12 0,-8-5-20 0,8 5-26 16,0 0-18-16,0 0-21 16,21-7-18-16,-7 7-38 0,-2 0-60 0,10 0-81 15,1 0-99-15,-3 0-119 0,5 4-149 16,-4-3-159-16,-2 1-198 0,0 3-5 0,2 1 82 16,-8 0-558-16,-2-1-684 0</inkml:trace>
  <inkml:trace contextRef="#ctx0" brushRef="#br0" timeOffset="-90560.65">28627 9230 3428 0,'-9'0'120'0,"-2"0"42"0,11 0 39 15,0 0 46-15,0 0 43 0,0 0 32 0,0 0 0 16,-18-3-18-16,18 3-28 0,0 0-24 16,0 0-25-16,0 0-25 0,0 0-24 0,0 0-36 15,0 0-64-15,32 5-80 16,-32-5-102-16,27 1-117 0,-14 1-148 0,1 0-163 15,1-2-223-15,2 0 33 0,2-2 80 16,0 0-516-16,0 1-624 0</inkml:trace>
  <inkml:trace contextRef="#ctx0" brushRef="#br0" timeOffset="-89844.54">29260 8936 3131 0,'-10'-9'39'0,"4"0"37"0,0 2 38 0,4 2 34 0,1 0 33 0,1 5 22 16,0-9 7-16,0 9-17 0,5-8-15 0,1 6-21 15,-6 2-15-15,17-4-13 0,-4 4-15 16,1 4-11-16,3 0-8 0,-2 0-14 16,3 4-5-16,-5 0 0 0,0 1-5 0,-1-1 3 15,-3 4 3-15,-2-3 12 0,0 1 13 16,-5 0 18-16,0 4 35 0,-4-2 7 0,-5 1 9 15,-2-1-2-15,-4 4-8 0,-3-1-13 16,4 1-5-16,-4-3-8 0,3 3-10 16,1-5-7-16,1 1-7 0,3 2-7 0,1-5-2 15,0 1 0-15,4 0 2 0,1 2-2 16,2-3-2-16,0 3-100 0,4 1 0 0,-1 2 0 16,4-1 0-16,2 3 0 0,-2 0 0 15,3 0 0-15,0 2 0 0,-3-2 0 16,-1-1 0-16,-1-3 0 0,0 3 0 0,-3-5 0 15,0 1 0-15,-2 0 0 0,-2-1 0 16,0-1 0-16,-5 1 0 0,6-2 0 16,-5-2 0-16,1 1 0 0,-5-2 0 0,2 0 0 15,-3-1 0-15,0-3 0 0,-5 0 0 16,1-2 0-16,1 0 0 0,-2-2 0 0,-4-3 0 16,8-3 0-16,0 0 0 0,6-2-183 15,6-1-775-15,4-7 4 0,11-5 109 16,9 0-941-16,3 1-1215 0</inkml:trace>
  <inkml:trace contextRef="#ctx0" brushRef="#br0" timeOffset="-89611.14">29645 9058 5204 0,'5'-17'22'0,"-1"3"80"0,-2 2 79 0,0 2 90 0,1 3 27 0,-3 1-3 16,0 6-28-16,2-9-27 0,-2 9-9 15,0 0 17-15,0 0-3 0,0 0-27 16,-13 36-14-16,5-14-39 0,-3 9-165 0,0 1 0 15,-3 4 0-15,5-2 0 0,-2 5 0 16,-1-3 0-16,2-2 0 0,3-2 0 0,-3 1 0 16,4-8 0-16,-1-1 0 0,1-5 0 15,3-1 0-15,-2-3 0 0,1 1 0 0,1-7 0 16,-1 3 0-16,2 0 0 0,0-2-439 16,4-3-396-16,2-3-105 0,1 0 109 15,4 0-919-15,-9-4-1182 0</inkml:trace>
  <inkml:trace contextRef="#ctx0" brushRef="#br0" timeOffset="-88561.25">30041 9368 5160 0,'-10'-8'57'15,"4"4"23"-15,3-2 32 0,3 6 30 0,0 0 36 16,-9-4 23-16,9 4 42 15,0 0 9-15,0 0-14 0,-13 18 4 0,10-12 8 16,1 3-10-16,0 1-7 0,-2 0-12 0,4 1-7 16,-1-1-86-16,-1 1-128 0,0-2 0 15,0-4 0-15,-2 3 0 0,4-8 0 16,-1 14 0-16,1-9 0 0,0-5 0 16,-3 8 0-16,3-8 0 0,0 9 0 0,0-9 0 15,0 0 0-15,0 0 0 0,6 5 0 16,-6-5 0-16,0 0 0 0,29-8 0 0,-18 4 0 15,0 0 0-15,-1 0 0 0,-1 2 0 16,2-1 0-16,-2 1 0 0,-9 2 0 0,13-4 0 16,-13 4 0-16,11 0 0 0,-11 0 0 15,16 2 0-15,-16-2 0 0,11 7 0 0,-3-5 0 16,-1 4 0-16,3 0 0 16,-3-3 0-16,1 2 0 0,0-1 0 0,-1-1 0 15,2-1 0-15,1 1 0 0,3-1 0 16,1-2 0-16,-1-2 0 0,5-1 0 0,-2-1 0 15,6-3 0-15,-4 1 0 0,3 0 0 16,-3 0 0-16,-2 1 0 0,-2 3 0 0,-3-2 0 16,0 2 0-16,2 1 0 0,-13 1 0 15,18-3 0-15,-10 3 0 0,-8 0 0 0,13 3 0 16,-5-2 0-16,-8-1 0 0,12 8 0 16,-7-3 0-16,1-3 0 0,-3 4 0 0,-3-6 0 15,12 7 0-15,-12-7 0 0,10 7 0 16,-10-7 0-16,7 5 0 0,-7-5 0 15,7 3 0-15,-7-3 0 0,0 0 0 16,0 0 0-16,14 2 0 0,-14-2 0 0,0 0 0 16,18-5 0-16,-18 5 0 0,13-5 0 15,-8 5 0-15,-5 0 0 0,8-4 0 0,-8 4 0 16,0 0 0-16,12-2 0 0,-12 2 0 16,0 0 0-16,13 6 0 0,-13-6 0 0,10 7 0 15,-5-2 0-15,-1-2 0 0,-4-3 0 16,7 10 0-16,1-4 0 0,0 0 0 15,1 0 0-15,1-1 0 0,4-2 0 16,-2 4 0-16,8-5 0 0,-2-1 0 0,4-2 0 16,3-1 0-16,9-8 0 0,0 5-12 15,0-11-233-15,-2 1 27 0,1-3 24 0,2-9 20 16,1-2 10-16,0-6 36 0,0 0 35 16,-2-3 26-16,0 2 22 0,0 2 33 0,-10 10 36 15,-9 7 33-15,-2 1 34 0,-4 6 9 16,0 1 8-16,-2 1-10 0,-1 3 4 15,-4 1 28-15,-2 4 24 0,0 0-1 0,0 0-6 16,-17 17-7-16,9-7-92 0,-3 3-48 16,-1 5 0-16,0-2 0 0,1 1 0 0,2 2 0 15,-3-2 0-15,5-2 0 0,-1-1 0 16,3 0 0-16,-2-4 0 0,4 0 0 16,-3-1 0-16,2-3 0 0,3 1 0 15,-3-1 0-15,0-2 0 0,4-4 0 0,-8 8 0 16,8-8 0-16,-13 4 0 0,-1-2 0 15,-4-2 0-15,-7 4 0 0,-4-1 0 0,-7 5 0 16,2 0 0-16,1 2 0 0,8-2 0 16,4 1 0-16,5 2 0 0,2-2 0 0,3 0 0 15,-1-1 0-15,6 2 0 0,2-3 0 16,4-1 0-16,0 0 0 0,6 2 0 0,-2-1 0 16,4-2 0-16,-1 0 0 0,4-1 0 15,0 1 0-15,2 0 0 0,-2-3 0 0,2-1 0 16,2 1 0-16,3-4-636 0,-2 1-348 15,9-3 70-15,-2-1 93 0,6 2-824 16,0 3-1082-16</inkml:trace>
  <inkml:trace contextRef="#ctx0" brushRef="#br0" timeOffset="-88361.31">31754 9557 4596 0,'-7'-10'59'0,"-4"3"50"0,8 2 38 0,-1 0 37 0,4 5 19 0,0 0-14 0,-7-7-26 0,7 7-18 0,0 0-15 16,0 0-18-16,0 0-21 15,0 0-44-15,0 0-62 0,0 0-78 0,0 0-91 16,11 24-101-16,-8-17-119 0,2 1-150 16,-1-1-158-16,-4 0 65 0,-2 2-469 0,2-9-585 15</inkml:trace>
  <inkml:trace contextRef="#ctx0" brushRef="#br0" timeOffset="129196.06">12133 10309 2900 0,'-2'-10'537'0,"2"4"-103"0,0 6-64 0,-1-11-59 0,1 11-56 16,0 0-54-16,0 0-24 0,0 0 15 0,0 0 24 15,0 0 22-15,-7 40 6 0,5-1 2 16,0 4 4-16,-5 14-5 0,3 1-2 0,1 3-2 16,-3-5-24-16,-2 0-11 0,2-1-12 15,3-2-13-15,-5-11-88 0,3-4-93 0,-2-1 0 16,2-4 0-16,1-8 0 0,0-6 0 16,2-3 0-16,1-5 0 0,-1-2 0 0,0 1 0 15,0-4 0-15,2-6 0 0,0 0 0 16,0 0 0-16,0 0 0 0,0 0 0 15,0-24 0-15,0 8 0 0,0-3 0 16,-2-6 0-16,-3-9 0 0,4-1 0 0,-7 3 0 16,3 0 0-16,-3 7 0 0,-2 4 0 15,-3-2 0-15,-4 0 0 0,0 8 0 0,0 4 0 16,-2 3 0-16,-4 4 0 0,2 4 0 16,-4 2 0-16,1 5 0 0,-10 6 0 0,4 3 0 15,1 3 0-15,5 3 0 0,3 4 0 16,5 3 0-16,5 0 0 0,6-1 0 0,3-3 0 15,2 0 0-15,5 0 0 16,3 4 0-16,6-1 0 0,0-3 0 0,4-1 0 16,2-5 0-16,3-2 0 0,-1-5 0 15,-3-3 0-15,1-2 0 0,2-3 0 0,-8-1 0 16,4-2 0-16,0 1 0 0,-6-2 0 16,1-2 0-16,3 1 0 0,-3-2 0 0,-1-1 0 15,1-1 0-15,-3 0 0 0,-1-1 0 16,1-1 0-16,-3 0 0 0,3 0 0 0,-1-2 0 15,1 0 0-15,-4 0-590 0,3-1-406 16,-7 0 99-16,2 1-1044 0,-2-1-1362 0</inkml:trace>
  <inkml:trace contextRef="#ctx0" brushRef="#br0" timeOffset="129829.23">12531 9974 5248 0,'-1'-18'-24'0,"-3"7"68"0,4-1 68 0,0 5 46 0,0 7 29 16,-2-11-6-16,2 11-7 0,0 0-15 15,0 0 31-15,0 0 34 0,0 0 0 16,0 0 3-16,11 38 4 0,-9-13-3 15,2 0-11-15,-4 3-15 0,2-2-18 0,-2 3-159 0,0-4-25 16,0 1 0-16,0-2 0 16,0-4 0-16,0-6 0 0,0 1 0 0,0-4 0 15,0-1 0-15,0 0 0 0,0-2 0 16,0-8 0-16,1 9 0 0,-1-9 0 0,0 0 0 16,0 0 0-16,0 0 0 0,12-37 0 15,0 6 0-15,-1-2 0 0,1 1 0 0,2 3 0 16,-2 2 0-16,-2 7 0 0,-3 5 0 15,0 3 0-15,0 1 0 0,0 5 0 0,1 0 0 16,-1 4 0-16,-7 2 0 0,19 0 0 16,-7 4 0-16,-2 2 0 0,3 2 0 15,1 3 0-15,-3 3 0 0,0-1 0 16,-1-1 0-16,-3 0 0 0,2 0 0 0,-3-3 0 16,2 3 0-16,-4-5 0 0,2-3 0 15,-3 3 0-15,3-3 0 0,-6-4 0 0,8 5 0 16,-8-5 0-16,13-10 0 0,-6 0 0 15,5-6 0-15,5-6 0 0,2-2 0 0,-2 1 0 16,-1 6 0-16,-7 3 0 16,3 4 0-16,-5 1 0 0,1 3 0 0,1 0 0 0,-1 6 0 15,-8 0 0-15,17 6 0 16,-7 3 0-16,-1 3 0 0,1 2 0 0,2 1 0 16,-3 3 0-16,-2-1 0 0,3 3 0 15,-2-5 0-15,-3 0 0 0,3-1 0 0,-5-4 0 16,1 1 0-16,3-1 0 0,-4-2 0 15,1 1 0-15,2-1 0 0,-5-6 0 0,-1-2-80 16,10 2-783-16,-10-2-102 0,0 0 97 16,19-12-974-16,-8 3-1267 0</inkml:trace>
  <inkml:trace contextRef="#ctx0" brushRef="#br0" timeOffset="129998.89">13296 10024 5004 0,'0'0'15'0,"0"0"78"0,0 0 68 0,0 0 60 0,0 0 7 0,0 0 19 0,0 0-2 15,0 0-8-15,0 0-18 0,0 0-13 16,11-6-22-16,-11 6-17 0,13-2-45 16,-13 2-69-16,25-5-83 0,-8 3-72 0,8-4-86 15,7 0-113-15,4 0-132 0,0 0-135 16,1-1-181-16,-10 1 7 0,-7 2 79 16,-6 0-570-16,-1 0-696 0</inkml:trace>
  <inkml:trace contextRef="#ctx0" brushRef="#br0" timeOffset="130212.58">13650 9784 3426 0,'-2'-15'75'0,"-6"6"82"0,4 2 68 0,3-2 64 0,-5 5 54 16,6 4 38-16,-4-12 15 15,4 12 0-15,-2-6-8 0,2 6-27 0,0 0-34 16,-1-8-37-16,1 8-24 0,0 0 0 16,0 0-26-16,0 0-18 0,11 33-79 0,-8-13-143 15,1 2 0-15,3 2 0 0,-6 10 0 16,3 0 0-16,-2-5 0 0,0 9 0 0,0-6 0 15,0-9 0-15,-2-2 0 0,0-1 0 16,0-1-284-16,0 0-220 0,0-2-134 0,0-5-184 16,-2 0-11-16,2-3 88 15,2-2-740-15,-1-2-931 0</inkml:trace>
  <inkml:trace contextRef="#ctx0" brushRef="#br0" timeOffset="131329.14">13484 10689 4490 0,'-15'5'179'0,"10"0"49"0,-6 0 50 0,4 2 34 0,2 3 8 16,-1-1-10-16,1 1-17 0,4 1-12 16,-1 0-13-16,0 2-14 0,2-3-19 15,-2 2-18-15,2-2-23 0,4 1-15 16,-4-2-26-16,0 0-153 0,2-2 0 0,-2-7 0 16,0 12 0-16,0-12 0 0,0 10 0 15,0-10 0-15,1 7 0 0,-1-7 0 0,0 0 0 16,0 0 0-16,0 0 0 0,0 0 0 15,0 0 0-15,9-25 0 0,-6 14 0 0,-3 2 0 16,4 4 0-16,0-3 0 0,-2 4 0 16,-2 4 0-16,3-10 0 0,-3 10 0 0,6-3 0 15,-6 3 0-15,0 0 0 0,0 0 0 16,16 10 0-16,-13-5 0 0,5 2 0 0,-5 3 0 16,6 0 0-16,-2-2 0 15,2 0 0-15,0-1 0 0,-4 2 0 0,3-2 0 16,-3-3 0-16,1 2 0 0,-3-2 0 15,6-2 0-15,-9-2 0 0,11 3 0 0,-11-3 0 16,19-5 0-16,-8-5 0 0,5-1 0 16,6-9-215-16,1 2-89 0,2-1 12 0,-5 5 21 15,-6 3 29-15,2-2 24 0,-3 6 14 16,-2 0 23-16,-1 3 37 0,-1 2 33 0,-1 0 29 16,-8 2 26-16,16 4 23 0,-9-1 22 15,0 3 15-15,2-2 9 0,-4 3 8 0,3-2 0 16,-3 2-1-16,2 0 4 0,2-2-3 15,-4 0 2-15,6-2-2 0,0 1 0 0,0-4-4 16,-2 0-3-16,-9 0-7 0,29-4-14 16,-14-2-10-16,0-1-10 0,1 0-2 15,0-2-5-15,-2 1 1 0,1-1 3 16,-1 1 2-16,-3-1 2 0,0 2 9 0,-3 2 4 16,2 0 11-16,-5 2 9 0,3 1 8 15,-8 2 15-15,12-2 8 0,-12 2 3 16,11 5 5-16,-11-5-2 0,7 11-3 0,1-4 2 15,-2 3-3-15,-1-2-5 0,1 1 1 16,1 3 5-16,4-1 8 0,0-2 1 0,1 0-5 16,-1-1 0-16,2-1-7 0,1-1-5 15,-2-2-1-15,0-4-1 0,1 0-2 16,-13 0-3-16,27 0 2 0,-14-3-5 16,-1 0-3-16,-3-1 0 0,1 1-3 0,-4-1-2 15,0 0-1-15,-5-2-5 0,-1 6-11 16,2-12-15-16,-4 5-26 0,1-5-33 0,-5 2-45 15,0-3-62-15,-2-1-100 0,-3-2-89 16,1 1-110-16,3 3-155 0,-3 0-48 0,1 4 66 16,3 1-487-16,-2 1-576 0</inkml:trace>
  <inkml:trace contextRef="#ctx0" brushRef="#br0" timeOffset="131749.92">14671 10285 3515 0,'0'-15'337'0,"0"5"64"0,2 1 49 0,-2 5 31 0,0 4 0 0,0-12-24 0,0 12-31 0,0-8-52 15,0 8-40-15,0 0-28 0,0 0-22 16,0 0-23-16,2 38-177 0,1-18-84 0,-3 9 0 16,0 10 0-16,-3 2 0 0,3 0 0 15,-4 2 0-15,0-2 0 0,3-2 0 0,-5 0 0 16,4-8 0-16,0-4 0 0,1-7 0 15,-1-3 0-15,0-5 0 0,0 1 0 0,2-5 0 16,-3 0 0-16,3-4 0 0,0-4 0 16,0 0 0-16,0 0 0 0,0 0 0 15,0 0 0-15,0 0 0 0,-26-15 0 16,14 8 0-16,-1 0 0 0,-2 3 0 0,-4 3 0 16,2 1 0-16,-6 5 0 0,-10 5 0 15,6 2 0-15,3 4 0 0,5-1 0 0,3 0 0 16,5 2 0-16,0-3 0 0,6 1 0 15,-2-2 0-15,5-1 0 0,2 0 0 0,2 0 0 16,2-3 0-16,0 1 0 0,2-3 0 16,3-1 0-16,0-2 0 0,2-2 0 15,2-2 0-15,0 0 0 0,0-2 0 0,7-2 0 16,-2-2 0-16,2 2-517 0,-6-1-487 16,-2 2 99-16,1 0-1056 0,-2 1-1379 15</inkml:trace>
  <inkml:trace contextRef="#ctx0" brushRef="#br0" timeOffset="132646.09">15079 10597 4833 0,'0'-9'-308'0,"0"9"66"0,0-8 58 0,0 8 57 0,0 0 48 15,0 0 48-15,0 0 48 0,0 0 70 16,0 0 40-16,0 0 40 0,-15 19 25 0,7-4 22 16,1-3 24-16,1 2 23 0,0 1 2 15,0-2-5-15,5 1-3 0,-1 0-9 0,2-2-4 16,0 1-11-16,0-4-16 0,3 3-15 16,-1-5-14-16,0 0-17 0,5-1-14 0,-4 0-16 15,-3-6-11-15,13 5-15 16,-13-5-9-16,18 0-12 0,-18 0-62 0,16-9-30 15,-5 3 0-15,0-3 0 0,-4-1 0 0,0-4 0 16,2-3 0-16,-6-2 0 0,1 2 0 0,-2-2 0 16,2 4 0-16,-2 1 0 15,-2 4 0-15,0 1 0 0,-6 1-76 0,6 8-164 16,-16 0-46-16,16 0-63 0,-26 13-65 16,3 3-67-16,-2 4-64 0,0 1-50 0,13-4-26 15,-1-3 42-15,10-4-783 0,3-3-817 16</inkml:trace>
  <inkml:trace contextRef="#ctx0" brushRef="#br0" timeOffset="132878.07">15019 10733 3504 0,'11'2'-93'15,"1"0"80"-15,-12-2 92 0,18 2 86 0,-9-1 62 16,-9-1 57-16,18 7 67 0,-11 0 42 16,2 0 34-16,-6 1 14 0,3 4-7 0,-3 0 25 15,-3 7-9-15,0 0-10 16,-1 7-19-16,-5 10-199 0,2-1-222 0,-4 0 0 16,4-1 0-16,-3 1 0 0,3-7 0 15,2-5 0-15,2-1 0 0,0-2 0 0,0-2 0 16,2 0 0-16,6-5 0 0,-3 1 0 15,5-4 0-15,1-3 0 0,2-5 0 0,1 0 0 16,8-6 0-16,0-3 0 0,12-3 0 16,1-2 0-16,-3-1 0 0,-3-2 0 15,-7 6 0-15,-4-2 0 0,-5 5-150 0,-5-2-602 16,-3 4-87-16,-3-1-35 0,-2 5 90 0,0 0-846 16,0 0-1068-16</inkml:trace>
  <inkml:trace contextRef="#ctx0" brushRef="#br0" timeOffset="133194.99">12460 11793 4405 0,'-95'21'-68'16,"19"-7"41"-16,0 1 55 0,6 0 46 15,3-4 54-15,12-3 47 0,19-3 38 0,9 0 33 16,9-5 19-16,13 0-13 15,5 0-10-15,36-22-18 0,26 1-11 0,48-11-12 16,29-5-19-16,64-13-20 0,23-2-19 16,12 2-8-16,10 0-20 0,-3 5-12 0,-1 5-10 15,-5 6-9-15,-13 2-24 0,-11 3-25 16,-57 11-14-16,-3 3-6 0,-16-5-12 16,-12 7-21-16,-17-1-31 0,-38 5-17 0,-13 1 2 15,-19 4 1-15,-11-2-19 0,-11 2-18 16,-4 3-39-16,-8 1-51 0,-6 0-51 0,0 0-72 15,0 0-71-15,-48 5-80 16,4 7-104-16,-13 3-147 0,-11 4 59 0,-24 9-572 0,-4 5-690 16</inkml:trace>
  <inkml:trace contextRef="#ctx0" brushRef="#br0" timeOffset="133512.67">12632 12147 3255 0,'-76'15'68'16,"9"-5"52"-16,0-1 20 0,-1 1 13 0,7-3 26 16,20-1 37-16,8-4 53 0,10 0 48 15,11-4 6-15,12 2 17 0,0 0-6 16,73-27-10-16,37 1-14 0,31-5-19 0,73-8-30 16,28-4-36-16,11 4-23 0,5 0-25 15,-1 2-16-15,-12 1-12 0,-3 4-15 16,-18 4-14-16,-62 6-13 0,-12 5-91 15,-14-2-16-15,-24 3 0 0,-37 4 0 0,-14 6 0 16,-20-1 0-16,-5-1 0 0,-11 4 0 16,-7 0 0-16,-15 0 0 0,-3 4 0 0,0 0 0 15,0 0 0-15,-34-7 0 0,11 5 0 16,-4 4 0-16,-12 0-224 0,-6 3-392 0,0-1-199 16,-9 4-75-16,8 0 94 15,3 1-853-15,-1-1-1088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49:40.3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10283 5910 1286 0,'0'0'514'0,"0"0"-101"0,0 0-77 0,0 0 8 0,11 0-36 16,-11 0-15-16,0 0-15 0,0 0-11 0,0 0 13 15,0 0 3-15,0 0 0 0,0 0-6 16,0 0-19-16,0 0-10 0,0 0-10 0,0-14-5 16,0 14-9-16,0 0-8 15,-4-10-10-15,4 10-8 0,-3-8-10 0,3 8-7 16,-8-9-4-16,3 4-8 0,5 5-1 16,-9-10-3-16,4 5-5 0,-3-1-160 0,-4 0 0 15,1-2 0-15,2 2 0 0,-5-1 0 16,1 0 0-16,-1 0 0 0,0 1 0 0,-2 0 0 15,-1 0 0-15,2 1 0 0,-6 1 0 16,4-1 0-16,-5 2 0 0,-3 3 0 16,5-2 0-16,-3 2 0 0,0 0 0 0,3 0 0 15,-3 0 0-15,-1 2 0 0,1-2 0 16,3 0 0-16,1 0 0 0,-3 3 0 0,0-2 0 16,5 3 0-16,-5 0 0 15,2-4 0-15,-3 5 0 0,4-3 0 0,-2 2 0 16,2 0 0-16,-2 1 0 0,-3 0 0 15,4 0 0-15,-1 2 0 0,0 0 0 0,0 1 0 16,0 1 0-16,0 1 0 0,-6 2 0 16,5 0 0-16,4-1 0 0,2-1 0 0,-2 0 0 15,3 2 0-15,-2 0 0 0,6-2 0 16,-3 0 0-16,3-1 0 0,-3 1 0 0,3 4 0 16,2-4 0-16,-2 1 0 0,0 1 0 15,2 3 0-15,-1 1 0 0,1-1 0 0,0 3 0 16,0-5 0-16,0 4 0 15,2-1 0-15,-3 2 0 0,2 1 0 0,2-3 0 16,1-1 0-16,-1 0 0 0,1 2 0 16,-2-1 0-16,5 0 0 0,-3 1 0 0,3 0 0 15,-2-1 0-15,3 1 0 0,-1 0 0 16,0-2 0-16,0 2 0 0,2-1 0 0,0 1 0 16,2 0 0-16,-2 2 0 0,2-2 0 15,0 0 0-15,-1 0 0 0,1 0 0 0,2 1 0 16,0-1 0-16,-1-1 0 0,4 1 0 15,-2 1 0-15,-1-3 0 0,3-1 0 0,3 3 0 16,-2-3 0-16,3 1 0 0,3 1 0 16,-1-3 0-16,2 1 0 0,-1-1 0 15,-2 0 0-15,6-3 0 0,-3 2 0 16,1-2 0-16,0 1 0 0,4-1 0 0,-1-1 0 16,1-3 0-16,1 1 0 0,4-2 0 15,-1 3 0-15,2-4 0 0,0-2 0 16,3 1 0-16,-1-1 0 0,1 0 0 0,0-2 0 15,-1-2 0-15,1 2 0 0,0-2 0 16,-3 1 0-16,-1-1 0 0,2 0 0 0,-3-4 0 16,-1 0 0-16,2 0 0 0,6-5 0 15,-4 5 0-15,-4-3 0 0,-3 2 0 16,1-2 0-16,8-2 0 0,-8 2 0 0,-1 0 0 16,-2 1 0-16,1 0 0 0,-2-1 0 15,-3 0 0-15,1 0 0 0,0 1 0 16,-2-2 0-16,5-1 0 0,-3 0 0 0,0-3 0 15,7-3 0-15,-4 1 0 0,-1 4 0 16,2-7 0-16,2 0 0 0,-6 5 0 0,3 1 0 16,-5-1 0-16,0 2 0 0,0-2 0 15,-3 4 0-15,2 0 0 0,-3 0 0 0,0-2 0 16,-1 1 0-16,2-1 0 0,-3 1 0 16,0-1 0-16,2-2 0 0,-2-3 0 0,1 0 0 15,0-5 0-15,3-5 0 0,0-2 0 16,-3 0 0-16,3 0 0 0,-1 5 0 15,-7 3 0-15,4 1 0 0,-2-1 0 16,-1-1 0-16,0 5 0 0,-2-3 0 0,-2 4 0 16,0-3 0-16,0 1 0 0,-4 1 0 15,-2-3 0-15,1-1 0 0,-7-6 0 0,-1 2 0 16,-3-2 0-16,1 4 0 0,-4-1 0 16,0 3 0-16,-4 2 0 0,-3 1 0 0,-3 1 0 15,-1 3 0-15,-5 5 0 0,-4 1 0 16,2 2 0-16,-7 2 0 0,0 2 0 0,-1 4 0 15,2 0 0-15,3 2 0 0,4 2 0 16,6-2 0-16,7 2 0 0,1 1 0 16,2-1 0-16,4 0-990 0,5 0 28 15,2 0-1160-15,1-3-1531 0</inkml:trace>
  <inkml:trace contextRef="#ctx0" brushRef="#br0" timeOffset="3083.64">10157 12476 5249 0,'0'0'-390'0,"0"-7"49"0,0 7 43 0,0-9 43 16,0 9 51-16,0-10 50 0,0 10 42 0,0-9 37 15,0 9 36-15,-2-8 20 0,0 1 19 16,-2 2 23-16,4 5 16 0,-11-12 28 0,3 3 24 15,-4 4 18-15,1-4 8 0,-2 3 7 16,0-3 5-16,-4 2-5 0,-4 0 11 0,1 1-10 16,-3-1-1-16,3 2-9 0,-1 0-9 15,-1-1-5-15,2 3 0 0,-5 0-6 16,6 3 1-16,-3-2-2 0,-2 2-3 16,-2 2-3-16,1 1 7 0,-2 2 3 15,-5 2-3-15,-1 3 1 0,1 2 1 0,0 4 7 16,-1 2 2-16,5 3-7 0,-8 6 1 15,1 4 0-15,0 2 0 0,3 1-14 0,3 1-3 16,5 0 7-16,5-4 2 0,1 0-7 16,2 0-9-16,0 0-1 0,3-1 7 0,4 1 5 15,2-3-2-15,4-5 4 0,-1 2 5 16,4-2-1-16,2 4 0 0,1 7 3 0,8 0-5 16,0 1-5-16,4-3 8 0,0 2-26 15,10 5-68-15,6-3 0 0,-1-1 0 16,4-2 0-16,6-1 0 0,3 0 0 15,4-7 0-15,4 0 0 0,7 0 0 0,-3-5 0 16,4 1 0-16,4-3 0 0,-2-1 0 16,2-5 0-16,-2-3 0 0,0-1 0 15,-14-4 0-15,-1-4 0 0,-4 0 0 0,-5-4 0 16,2-2 0-16,-4-5 0 0,-3-1 0 16,-2-2 0-16,-1-3 0 0,-4-6 0 0,0-3 0 15,-3-1 0-15,3-13 0 0,-4-6 0 16,-2-5 0-16,-4-5 0 0,0-7 0 0,1-2 0 15,-7-7 0-15,5-18 0 0,-5 14 0 16,-5 0 0-16,0 1 0 0,-4 3 0 0,-6 3 0 16,-3 6 0-16,-7 3 0 15,-9 7 0-15,-5 4 0 0,-10 8 0 0,-3 7 0 16,-7 8 0-16,-6 10 0 0,-3 7 0 16,-2 4 0-16,-2 6 0 0,0 8 0 0,1 5 0 15,-1 4 0-15,4-1 0 0,1 7 0 16,10 3 0-16,-1 2-313 0,12 2-174 0,2 3-105 15,10 0-137-15,6-3-106 0,6-2 78 16,3 0-766-16,6-4-968 0</inkml:trace>
  <inkml:trace contextRef="#ctx0" brushRef="#br0" timeOffset="4684.01">12815 12825 3814 0,'-7'-3'-201'0,"7"3"58"0,0 0 54 0,0 0 51 0,-8-4 53 15,8 4 49-15,0 0 35 0,0 0 26 0,-6-4 15 16,6 4 10-16,0 0 5 0,0 0 3 16,0 0 5-16,-4-10-2 0,4 10-5 0,0 0-7 15,-2-10-4-15,2 10-4 0,0 0-16 16,-3-10 2-16,3 10-11 0,-4-9-9 0,2 3-11 16,-2-1-4-16,1 0-3 0,-3-2-11 15,0 1-7-15,-2-1-4 0,1 1-8 16,0-2-1-16,-6-3-5 0,2 2-4 0,-4-1-3 15,-2 0-3-15,1 0 2 0,0 0 2 16,-2 1 0-16,2 1 4 0,-4 0-7 16,3 1-1-16,-2 1 0 0,2 3-6 15,0-2-3-15,-1 4-7 0,-3-1 0 0,6 4 8 0,-4 2 20 16,-6 3 1-16,5 2 7 16,-11 6 25-16,4 5 8 0,1 2 7 0,1 0 7 15,2 5 6-15,2 0 8 0,4 1 3 16,2 1-1-16,3 2-5 0,6-4-35 0,5-5-86 15,1 1 0-15,1 3 0 0,7 6 0 16,4 0 0-16,4-3 0 0,4 0 0 0,5-3 0 16,3-1 0-16,3-5 0 0,10 3 0 15,-6-7 0-15,2-1 0 0,2-5 0 16,-3-1 0-16,-3-6 0 0,-8 1 0 16,1-4 0-16,-3-2 0 0,0-2 0 0,-4-2 0 15,1-3 0-15,3-7 0 0,-3-3 0 16,-4-4 0-16,0 0 0 0,-5-3 0 15,-2 5 0-15,-6 2 0 0,3-2 0 0,-2 7 0 16,-4-1 0-16,1 3 0 0,-1 2 0 16,0-3 0-16,0 4 0 0,-1 3 0 0,1-2 0 15,-2 2 0-15,2 8 0 0,0-14 0 16,0 9 0-16,0 5 0 0,0-10 0 0,0 10 0 16,-2-9 0-16,2 9 0 0,0 0 0 15,0-8 0-15,0 8 0 0,0 0 0 0,0 0 0 16,0 0 0-16,-20 23 0 15,13-6 0-15,0 5 0 0,-9 11 0 0,3 2 0 16,-3 9 0-16,0 1 0 0,0 3 0 16,1 0 0-16,3-1 0 0,1-2 0 0,2-7 0 15,2-1 0-15,-2-2 0 0,5 0 0 16,-1-5 0-16,1-4 0 0,2-5 0 0,1-5 0 16,-1-3 0-16,-1-1 0 0,3-1 0 15,-2-1 0-15,2-2 0 0,-2 0 0 0,2-2 0 16,-2 1 0-16,2-7 0 0,0 10 0 15,0-10 0-15,-3 9 0 0,3-9 0 0,-6 7 0 16,6-7 0-16,-14 7 0 0,1-1 0 16,-6 0 0-16,-5-1 0 0,-15 2 0 15,-1-2 0-15,-3 3 0 0,-1-3 0 16,-2-1 0-16,0 1 0 0,3 0 0 0,2-1 0 16,11-3 0-16,6 1 0 0,4-1 0 15,3 1 0-15,2 0 0 0,1 0 0 0,7-2 0 16,7 0 0-16,-22 3 0 0,15-3 0 15,7 0 0-15,-11 2 0 0,11-2 0 0,-7 2 0 16,7-2 0-16,0 0 0 0,0 0 0 16,-14 1 0-16,14-1 0 0,0 0 0 0,0 0 0 15,0 0 0-15,0 0 0 0,0 0 0 16,0 0 0-16,0 0 0 0,0 0 0 0,0 0 0 16,0 0-428-16,0 0-587 15,0 0 109-15,36-3-1081 0,-36 3-1404 0</inkml:trace>
  <inkml:trace contextRef="#ctx0" brushRef="#br0" timeOffset="9615.16">19737 13607 5782 0,'-4'4'21'0,"4"-4"48"0,-8 3 44 0,8-3 54 0,0 0 41 15,-7 3 27-15,7-3 13 0,0 0-6 0,0 0-16 16,0 0-19-16,0 0-18 0,42-12-21 16,-19 7-16-16,9-3-16 0,2 1-108 0,0-2-28 15,2 1 0-15,-3-1 0 0,-5 2 0 16,-6 2 0-16,-6 0 0 0,2 2 0 0,-7-2 0 16,-1 5 0-16,-1-4-48 0,-9 4-147 15,8-1-11-15,-8 1-8 0,0 0-1 16,0 0-4-16,-21 22 11 0,6-10 14 15,-12 3 14-15,0 4 19 0,0-2 15 0,2 2 18 16,0-2 17-16,1 1 26 0,7-7 25 16,2-1 23-16,6 0 29 0,-1-5 32 15,4 3 39-15,2-4 44 0,4-4 47 0,0 8 23 16,0-8 12-16,13 2-1 0,-13-2-10 16,24-2-11-16,-1-4-16 0,0 2-16 0,11-6-14 15,-2 1-10-15,2-2-14 0,-3 2-26 16,-6 2-31-16,-4 1-29 0,-6-1-28 0,-2 2-32 15,-1 1-35-15,-7 4-6 0,-5 0 8 16,0 0 11-16,0 0 3 0,0 0 11 0,-28 12 4 16,6-4 9-16,0-2 1 15,-6 5 6-15,1-5 4 0,4 4 6 0,0-3 0 16,2-1 4-16,6 0-3 0,2 2 3 16,3-4-1-16,-2 2 7 0,9-3 2 0,-3 1-7 15,6-4-6-15,-2 7-12 0,2-7-14 16,0 0-19-16,0 0-24 0,8 9-28 0,-8-9-35 15,0 0-45-15,9 0-45 0,-9 0-48 16,0 0-54-16,0 0-64 0,0 0-78 0,19-6-120 16,-19 6 13-16,6-3-427 0,-6 3-501 15</inkml:trace>
  <inkml:trace contextRef="#ctx0" brushRef="#br0" timeOffset="16413.81">28623 12064 2573 0,'0'0'-71'0,"0"0"46"0,11-1 35 0,-11 1 40 0,0 0 51 16,8-4 63-16,-8 4 42 0,0 0 27 0,6-5 15 16,-6 5 12-16,0 0 6 0,0 0 12 15,0 0 1-15,6-6-4 0,-6 6 1 0,0 0-11 16,0 0-11-16,0 0-10 0,0 0-13 16,1-8-14-16,-1 8-14 0,0 0-17 0,0 0-13 15,0 0-22-15,-7-10-16 0,7 10-15 16,0 0-9-16,-12-8-14 0,6 2-8 0,6 6-8 15,-16-6-10-15,7 1-11 0,-2-1-2 16,0 3-8-16,-1-2-4 0,-1 1-6 16,-1-2-2-16,0 4-7 0,-4-1-3 15,2-1-2-15,0 0-1 0,-3 2-4 0,4 2-4 16,-5-2-17-16,2-2 0 0,-2 2 0 16,2 0 0-16,-1 2 0 0,1-2 0 0,1 4 0 15,0-2 0-15,0 2 0 0,1-2 0 16,0 2 0-16,0-2 0 0,-3 4 0 0,4-4 0 15,-3 2 0-15,2 2 0 0,2-2 0 16,-1-1 0-16,-1 2 0 0,2 1 0 16,-4-1 0-16,1 1 0 0,2 0 0 0,-2-2 0 15,1 1 0-15,2 0 0 0,-4 1 0 16,1 1 0-16,4-2 0 0,-2 0 0 16,1 1 0-16,-1 0 0 0,1 0 0 15,1 0 0-15,1 0 0 0,1-1 0 0,0 2 0 16,-1-1 0-16,3-2 0 0,-2 4 0 15,1-1 0-15,0 0 0 0,-1 0 0 0,3 1 0 16,-1-1 0-16,0 0 0 0,-2 0 0 16,4-1 0-16,-2 4 0 0,0-3 0 0,-3 3 0 15,2-1 0-15,1 0 0 0,-1 0 0 16,-1 3 0-16,2-3 0 0,-3 2 0 0,2 0 0 16,-2-1 0-16,5 0 0 15,-2 3 0-15,-1-3 0 0,2 1 0 0,1-1 0 0,-1 2 0 16,1-2 0-16,0 1 0 15,2-1 0-15,-2 0 0 0,1 2 0 0,0-3 0 16,-2 3 0-16,4 0 0 0,-1-2 0 16,-1 1 0-16,1-1 0 0,-2 3 0 0,2-4 0 15,1 2 0-15,0 0 0 0,-1 0 0 16,1 0 0-16,1-1 0 0,-2 2 0 0,-1-1 0 16,4 1 0-16,1-1 0 0,-1 3 0 15,-2-2 0-15,0 0 0 0,4 2 0 0,-1-1 0 16,-1-2 0-16,0 4 0 0,0 0 0 15,-3-4 0-15,4 1 0 0,-1 0 0 0,-2 1 0 16,4-3 0-16,-4 2 0 16,2-2 0-16,1 1 0 0,-1-1 0 0,0 0 0 15,0 1 0-15,-2-2 0 0,4 2 0 16,-1-1 0-16,-2-1 0 0,3-7 0 0,0 17 0 16,-2-8 0-16,0-1 0 0,2 1 0 15,0-1 0-15,-2 3 0 0,2-1 0 16,-2-2 0-16,2 1 0 0,-2 1 0 0,4-1 0 15,-2-1 0-15,-2 2 0 0,2-2 0 16,0 0 0-16,2 1 0 0,-2-9 0 0,0 18 0 16,4-11 0-16,-4 2 0 15,0 0 0-15,0-1 0 0,0 3 0 0,2-1 0 0,-4-3 0 16,2 3 0-16,0-2 0 16,2 3 0-16,-2-2 0 0,2 2 0 0,1 1 0 15,-2 1 0-15,-1-3 0 0,4 0 0 16,-2 0 0-16,0 2 0 0,0-5 0 0,-1 3 0 15,1 1 0-15,2-3 0 0,0 1 0 16,-2-3 0-16,1 3 0 0,2-1 0 0,-3 0 0 16,1-2 0-16,1 4 0 0,-2-3 0 15,2 3 0-15,-3-4 0 0,5 2 0 0,1 2 0 16,-4-3 0-16,3 1 0 0,-3-1 0 16,3 2 0-16,-1-4 0 0,2 5 0 15,0-4 0-15,-1 2 0 0,1 0 0 16,3 1 0-16,-2-1 0 0,3 1 0 0,-4-1 0 0,4 1 0 15,-2-1 0-15,2-1 0 16,-3 2 0-16,1-3 0 0,-1 1 0 0,2 0 0 16,-1 0 0-16,0-1 0 0,3 0 0 15,-2-1 0-15,-1 0 0 0,3 0 0 0,-1-1 0 16,0 0 0-16,3 0 0 0,-1-2 0 16,1 0 0-16,0 1 0 0,0-3 0 0,3 2 0 15,-1 0 0-15,0-2 0 0,4 0 0 16,-6 0 0-16,8 0 0 0,-1 0 0 0,-1-2 0 15,2 2 0-15,1-2 0 16,-2 0 0-16,-1 1 0 0,5-1 0 0,-4 0 0 16,3-1 0-16,-6 2 0 0,5-1 0 15,-3 0 0-15,-6-2 0 0,6 1 0 0,-7 1 0 16,1 1 0-16,-2-3 0 0,1 1 0 16,1-1 0-16,-1 2 0 0,-1 0 0 0,3-4 0 15,-3 3 0-15,-1-2 0 0,2-1 0 16,-1 1 0-16,1 0 0 0,-1-2 0 0,1 1 0 15,0-1 0-15,2-2 0 0,-2 2 0 16,-1-3 0-16,1 1 0 0,1 1 0 0,-3 1 0 16,5-3 0-16,-5 0 0 0,-2 2 0 15,3-1 0-15,1 0 0 0,-2-2 0 16,1 0 0-16,-1 1 0 0,3-4 0 16,-1 1 0-16,0-1 0 0,1-1 0 0,-3 1 0 15,3-1 0-15,-1-1 0 0,-1 1 0 16,3-2 0-16,0-5 0 0,2-2 0 0,-6 5 0 15,1 0 0-15,3-6 0 0,-3 4 0 16,-3 1 0-16,0 1 0 0,0-3 0 0,2-5 0 16,0 0 0-16,-1-2 0 0,-1 1 0 15,2-2 0-15,-2-1 0 0,0-2 0 0,-2-2 0 16,5 2 0-16,-2-2 0 0,1-1 0 16,-1 2 0-16,1 1 0 0,-2 1 0 0,-3 7 0 15,-2 4 0-15,2 1 0 0,-4 3 0 16,0 1 0-16,-1-1 0 0,-1 3 0 15,-1-1 0-15,-1 1 0 0,-4 1 0 16,3-3 0-16,-6 3 0 0,0-3 0 0,-2 4 0 16,-1 2 0-16,-3 0 0 0,-3 0 0 15,0 4 0-15,-1 3 0 0,-3 5 0 0,-3-1 0 16,-12 6 0-16,1 4 0 0,-14 2-458 16,4 3-490-16,-2 1 34 0,12-2 87 0,-9 2-888 15,1 5-1150-15</inkml:trace>
  <inkml:trace contextRef="#ctx0" brushRef="#br0" timeOffset="18246.95">19310 16697 5301 0,'0'2'261'0,"0"-2"-15"0,0 0 7 0,0 0 15 0,7-24 6 16,1 10-13-16,2-4-11 0,4-7-26 0,2 0-22 15,5 1-23-15,3-2-20 0,0 0-40 16,4-3-60-16,1 6-74 0,-4 2-97 0,3 1-86 15,-1 2-76-15,-5 2-65 0,1 6-55 16,-5 3-33-16,-3 6-23 0,-7 2-30 0,-8-1-26 16,8 19-30-16,-10 0-59 0,-10 12-20 15,-7 11-445-15,2 3-531 0</inkml:trace>
  <inkml:trace contextRef="#ctx0" brushRef="#br0" timeOffset="18412.96">19498 16748 2879 0,'-15'23'76'16,"0"-8"106"-16,5-1 68 0,1-3 57 15,4-3 54-15,-4 0 34 0,6-2 12 16,-3-2-4-16,6-4-10 0,0 0-12 15,0 0-17-15,0 0-24 0,0 0-36 0,0 0-31 16,45-14-45-16,-18-1-57 0,10 1-48 16,-1-3-62-16,8-3-83 0,2-1-117 0,-10 6-99 15,0 0-104-15,-4 3-76 0,1 0-80 16,-10 5-102-16,-2 0-164 0,-6 2 24 16,-3 0 65-16,-1 0-503 0,-4 1-642 0</inkml:trace>
  <inkml:trace contextRef="#ctx0" brushRef="#br0" timeOffset="114613.57">8465 11637 1979 0,'-4'-7'282'0,"0"2"-109"0,-2 2-55 0,0-2-43 0,6 5-4 15,-14 0 11-15,-2 5 8 16,-9 10 14-16,-1 8 9 0,-4 7 21 0,-7 10 11 16,2 3 16-16,1 6 9 0,2 4 15 15,5-1 3-15,8 1 8 0,4-1-4 16,4-4-3-16,4-7-11 0,5-4-1 0,1-1-8 16,4 0-12-16,4-2-14 0,-2-9-12 15,5 4-16-15,-3-5-12 0,1-7-9 0,2 0-23 16,-5-1-40-16,4-6-61 0,3 0-72 15,-1-3-111-15,1-4-120 0,1-4-156 0,2-3-230 16,1-1 64-16,3-5 87 0,5-7-421 16,-1 0-465-16</inkml:trace>
  <inkml:trace contextRef="#ctx0" brushRef="#br0" timeOffset="114829.62">8520 12143 2924 0,'0'0'148'0,"0"0"13"0,0 0 10 0,0 0 28 15,0 0 14-15,0 0 12 0,0 0-1 16,-8 26-12-16,10-13-21 0,0 5-18 0,-2 3-14 16,0-1-15-16,0 3-15 0,-4 14-13 15,-2-4-12-15,-1-3-12 0,-4 3-11 0,-3-2-11 16,-1-2-9-16,-1-1-13 16,-2-5-21-16,0 2-34 0,-3-5-45 0,5-5-53 15,-4-4-65-15,4-1-87 0,-6-3-89 16,3-4-124-16,0-1-200 0,2-4 41 0,-1-4 75 15,5 0-335-15,-1-5-370 0</inkml:trace>
  <inkml:trace contextRef="#ctx0" brushRef="#br0" timeOffset="116029.62">5402 8320 2345 0,'-30'-9'-85'0,"-6"4"9"0,-5 2 19 0,-1 6 12 0,-15 6 5 15,-2 6 18-15,0 5 15 0,-2 8 10 0,-13 8 15 16,1 8 17-16,5 2 6 0,3 7 10 16,2 8 15-16,2 4 13 0,8 5 14 0,-1 12 17 15,5 6 11-15,7 4 4 0,0 11 4 16,11 7-1-16,10 3 6 0,6 1-5 0,10-3-11 16,12-3-6-16,15-7-7 0,15-7 6 15,15-7-5-15,17-17-2 0,15-6-7 16,14-12-10-16,9-11-10 0,9-8-5 15,8-13-9-15,6-9-3 0,1-11-25 16,4-8-20-16,1-13-26 0,-3-12-7 0,-4-12-11 16,-4-9 2-16,-8-8 2 0,21-31-4 15,-39 11 10-15,16-31 0 0,-43 20 3 0,-11-6 23 16,-17-9 15-16,-15-7 9 0,-22-5 4 16,-13-8-1-16,-17-7-9 0,-15 3-1 0,-33-36-2 15,-16 17 0-15,-16 16-11 0,-13 18 1 16,15 43 1-16,-8 15-7 0,-7 14-9 15,-6 16 4-15,-6 21-2 0,2 20 1 16,-7 17-22-16,-1 18-27 0,-24 32-44 16,48-9-41-16,-20 29-39 0,42-17-40 0,9 0-62 0,14 1-66 15,8 0-175-15,17-2-11 16,3-5 69-16,23-13-122 0,3-5-80 0</inkml:trace>
  <inkml:trace contextRef="#ctx0" brushRef="#br0" timeOffset="125044.66">20061 12179 1564 0,'0'0'31'0,"0"0"37"0,0 0 19 0,0 0 21 0,0 0 19 0,0 0 8 0,0 0 11 0,5-4 6 16,-5 4-2-16,0 0 2 0,0 0-6 15,0 0-7-15,0 0 1 0,0 0-8 16,0 0-5-16,0 0-2 0,0 0-5 0,0 0-6 15,0 0-8-15,0 0-5 0,0 0-8 16,0 0-3-16,0 0-6 0,0 0-2 16,-13-10-3-16,13 10-4 0,0 0-8 15,-12-5 4-15,12 5-8 0,-14-5-6 0,3 3-4 16,11 2-5-16,-16-3-5 0,16 3-2 16,-23 0-6-16,12-2-2 0,11 2-3 0,-22 0 0 15,22 0-4-15,-19 0-5 16,19 0 0-16,-18 0-2 0,7 2 0 0,11-2 6 15,-16 1 5-15,16-1 2 0,-18 4-6 16,11-2 0-16,-4 1-3 0,1 0-2 0,10-3 1 0,-19 8-5 16,9-4-2-16,-1-2 1 15,2 3 11-15,-3 0 1 0,1 0 1 0,-1 1-4 16,2 0 0-16,-1-2-8 0,6 2 7 16,-6-2-2-16,2 1-1 0,2-1 8 0,-2 2 1 15,-2-2-2-15,6 0 0 0,-2 2-8 16,-4-2 1-16,6 1 1 0,-3 1-5 0,3-2 0 15,-2 2-2-15,-2-2-2 0,4 2 1 16,-5-1-3-16,5 1-3 0,-4 0 2 16,2 0-3-16,2 0 0 0,-3 0 1 0,0-1-4 15,0-1 2-15,1 4 1 0,2-5 11 16,-6 2 6-16,6 0-3 0,-3-1-2 0,1 4-1 16,0-4-1-16,-2 2-1 15,4 0-1-15,-3 2 0 0,3-1-5 0,-3-2 1 16,0 0-2-16,3 2 3 0,-5 2-1 15,4-3-4-15,0 1 1 0,-1-2-1 0,1 4 0 16,-1-1 3-16,1-1-4 0,-2 2-5 16,1 1 0-16,-1-1 4 0,0-1-2 0,3 2-2 15,-1-2 5-15,1-2-2 0,-1 3-1 16,-1-1 2-16,2 0-2 0,-1-1 0 0,3-1 4 16,-3 2-3-16,2 0 1 15,1-1-1-15,-4-2 0 0,5 0-3 0,-1 2 3 16,-3-2 3-16,3-1-2 0,1 4 11 15,-4-3 2-15,3 2 2 0,0-2 0 0,1 2-7 16,-2-2 4-16,2 0 0 0,-1 1-1 16,1 0 0-16,-2-1-2 0,0 2-3 0,3 0 2 15,-1-2-1-15,-1 2-3 0,3-7 3 16,-4 12-2-16,4-7-2 0,-2 0-1 16,2-5 4-16,-3 14-3 0,3-9 0 0,-4 2-5 15,2-2 2-15,2 2 3 0,-2 0 0 16,0 1 9-16,2-1 5 0,-1 2-3 0,-1 1-2 15,2-3 5-15,-2-1-7 16,2 4 0-16,-2-3 3 0,2 1-1 0,0-8-1 16,0 16 3-16,2-6-7 0,-2-3 5 15,2 1-2-15,0-2-3 0,-1 6 0 0,-1-4-2 16,2-1-3-16,0 1 0 0,2 1 4 16,-2-3-3-16,-2 2-3 0,1-2 2 0,-1-6 2 15,6 14 0-15,-1-7 6 0,-3 0 16 16,-1 0-10-16,5 0 1 0,-4-1 9 0,1 1-6 15,1-2 2-15,2 2 4 0,-3 0 3 16,4-2-1-16,-2 2-2 0,3-4-6 0,-3 4 11 16,4 0 7-16,-4 0 4 0,4-3-5 15,1 2 4-15,-4 1 0 0,2-2-4 16,-5 0 4-16,6 1 5 0,-9-6 6 16,12 8-3-16,-8-5-2 0,-4-3-5 0,13 7 0 15,-7-4-6-15,-6-3-2 0,10 10 1 16,-10-10-5-16,11 7-2 0,-6-4-1 15,1 2-1-15,2-1 1 0,0 0-24 0,-1 2-8 16,0-2 0-16,5 0 0 0,-4 2 0 16,1-4 0-16,-1 3 0 0,2 1 0 0,-3-2 0 15,0-2 0-15,-7-2 0 0,14 8 0 16,-6-4 0-16,-8-4 0 0,12 6 0 0,-9-3 0 16,-3-3 0-16,11 6 0 15,-3-1 0-15,-8-5 0 0,12 5 0 0,-7-1 0 0,-5-4 0 16,11 6 0-16,-3-2 0 15,-8-4 0-15,14 5 0 0,-9-3 0 0,-5-2 0 16,14 6 0-16,-5-4 0 0,-9-2 0 16,19 4 0-16,-11-3 0 0,-8-1 0 0,20 2 0 15,-11 0 0-15,-9-2 0 0,16 2 0 16,-16-2 0-16,20 0 0 0,-20 0 0 0,16 1 0 16,-16-1 0-16,20 0 0 0,-20 0 0 15,17 0 0-15,-17 0 0 0,19-1 0 0,-19 1 0 16,17-2 0-16,-7 2 0 15,-10 0 0-15,17-2 0 0,-17 2 0 0,21-3 0 16,-11 1 0-16,1 0 0 0,-11 2 0 0,19-5 0 16,-10 2 0-16,2 3 0 0,0-4 0 15,0 1 0-15,-2-1 0 0,1 1 0 16,-1 0 0-16,1-1 0 0,-10 4 0 16,15-8 0-16,-4 6 0 0,-3-2 0 0,0 1 0 15,-8 3 0-15,17-7 0 0,-12 4 0 16,5-3 0-16,-2 2 0 0,-8 4 0 0,13-8 0 15,-5 4 0-15,0-1 0 16,-8 5 0-16,11-6 0 0,-3 0 0 0,-3 4 0 0,5-4 0 16,-5 0 0-16,5 2 0 0,-2-1 0 15,1-1 0-15,0 0 0 0,1-2 0 16,0 2 0-16,-3 1 0 0,3-1 0 16,-2-2 0-16,1 0 0 0,-4 0 0 0,6 3 0 15,-6-3 0-15,2 1 0 0,-1 2 0 16,2 0 0-16,0-2 0 0,-3 0 0 0,3 0 0 15,-2 0 0-15,2 2 0 0,-3-3 0 16,2 3 0-16,-1-2 0 0,2 0 0 0,0 0 0 16,-3-1 0-16,3 1 0 0,-2-2 0 15,3 1 0-15,-3 2 0 0,-1-2 0 0,3-1 0 16,-2 3 0-16,2-2 0 0,-3 0 0 16,1 1 0-16,-1 1 0 0,2 0 0 0,-4 0 0 15,1 0 0-15,2 1 0 0,-3-1 0 16,3 0 0-16,-1-1 0 0,-2 0 0 15,1 1 0-15,2-1 0 0,-3-3 0 16,3 0 0-16,-3 0 0 0,2-3 0 0,1-1 0 16,-3-3 0-16,3-2 0 0,-2-4 0 15,-1 1 0-15,1-1 0 0,1-4 0 16,-4 4 0-16,-1-1 0 0,4-1 0 0,-4 1 0 16,4 6 0-16,-4-3 0 0,-2 1 0 15,2-1 0-15,-2-1 0 0,0-1 0 0,-1 3 0 16,-2-2 0-16,-1-1 0 15,3 3 0-15,-3-3 0 0,1 2 0 0,-4 3 0 0,4 3 0 16,-3-3 0-16,-1 1 0 16,4 5 0-16,-6 0 0 0,0 0 0 0,2 2 0 15,-1 1 0-15,-1 2 0 0,2 1 0 16,-3 2 0-16,1 1 0 0,0 1-25 0,0 2-481 16,11 0-122-16,-19 2-142 0,8-1-93 15,0 3 87-15,-1 4-796 0,1-3-1015 0</inkml:trace>
  <inkml:trace contextRef="#ctx0" brushRef="#br0" timeOffset="132143.41">7668 9656 3862 0,'-15'-3'-258'0,"4"0"45"0,-1 1 38 0,2-2 39 0,1 3 33 16,9 1 31-16,-17-4 28 0,9 4 21 0,8 0 22 15,-16-4 23-15,16 4 19 0,-9-4 16 16,9 4 11-16,-9-2 9 0,9 2 8 16,-7-2-1-16,7 2-9 0,0 0-6 0,0 0 0 15,0 0-7-15,0 0 4 0,0 0 11 16,0 0 2-16,0 0 1 0,0 0-1 15,0 0-5-15,0 0-2 0,43 12-1 16,-22-7 1-16,1 1-5 0,15 2 5 0,-1 2-5 16,2-4-6-16,4 2-4 0,2 1-4 15,13-3-3-15,3 4-10 0,1-3-3 0,-2-3-3 16,2 0-3-16,-11 0-6 0,-1-4 2 16,-1 2-6-16,-1 1 1 0,-1-3-9 0,-3 0 7 15,-1 0-3-15,-1-3-3 0,-9 1 3 16,-5 2 0-16,-1 0-4 0,-3 0-1 15,-4 0-1-15,-1 0-5 0,-6 0-1 16,1 0 0-16,-13 0-2 0,27 0 1 0,-13 0 0 16,-1 2 4-16,-1 1-6 0,-12-3 3 15,22 1-2-15,-12 1-2 0,3-2 0 16,0 4 6-16,1-4-5 0,1 2 3 0,4-2-2 16,3 0-2-16,-2 0 6 0,8 0 2 15,11-2 3-15,1 0 1 0,3 0 0 0,4 0-4 16,0 2 4-16,3-1-2 0,0 1-4 15,-2-3-1-15,2 3 5 0,0 0-6 0,-3-2 1 16,1 2-1-16,-2 0 2 0,-4 0-3 16,3 0 0-16,-10 2-2 0,-7-2 3 15,1 3 2-15,1-3-3 0,-5 1-1 16,2 1 2-16,-4-2 0 0,-1 0-4 0,3-2 1 16,2 2 9-16,2 0 10 0,-1-1-6 15,10-2 8-15,5 1 8 0,0-2-5 16,3 2-4-16,1-2 0 0,0 2-4 0,-4-1-6 15,3 3 7-15,0 0-11 0,-5-2 5 16,-6 4-4-16,7-4 3 0,-1 2-2 0,-6 0-3 16,7 0 5-16,1 0-6 0,0 0-1 15,-9 0 0-15,11 0 3 0,3-2-4 0,-4 0 1 16,4 2-1-16,-1-2 0 0,-3 2 1 16,2 0 0-16,-14 0-2 0,-2 0-2 0,1 2 0 15,-2 0 0-15,-8-2 1 0,0 0-2 16,-1 2 1-16,-4-2-2 0,0 2 6 15,-1-2-6-15,-1 0 3 0,0 0-3 16,-14 0 6-16,25 3-7 0,-12-3 5 16,3 0-4-16,-1 0 3 0,0-3 0 0,0 3 1 15,1 0 0-15,-1-2-3 0,2 0 0 16,-2 2-1-16,1-2 4 0,-3 0 2 0,0 0-1 16,0 2-3-16,-2-2-1 0,-11 2 3 15,29-2 1-15,-13 2-1 0,0 0 12 0,8 0 11 16,-1 0 7-16,3-3 4 15,3 2 2-15,13-3 6 0,-5 2-1 0,4 0-5 16,-7-1-3-16,2 0-1 0,-1 1-3 16,-11-1-8-16,3 1 1 0,-4-2 2 0,1 4-5 15,1-4-5-15,0 0 4 0,2 0-8 16,9-1 0-16,2 2 0 0,1-1 0 16,-1 1-5-16,-8 1 1 0,1-1 0 0,-5 0-1 15,-1 1 1-15,-1 0-9 0,-2 0 9 16,-5 1-2-16,-4-1 3 0,1 2 3 0,-3-2-1 15,-11 2-2-15,20-1 1 16,-20 1-7-16,12-2-13 0,-12 2-19 0,11-4-49 0,-11 4-63 16,5-1-87-16,-5 1-97 0,0 0-92 15,0 0-145-15,-37 17-125 0,5 2 62 0,-13 7-479 16,-11 3-573-16</inkml:trace>
  <inkml:trace contextRef="#ctx0" brushRef="#br0" timeOffset="133744.04">12971 9646 2744 0,'-15'0'-159'0,"15"0"25"0,-13 2 14 0,13-2 15 0,0 0 12 0,0 0 0 16,-11 0 18-16,11 0 10 15,0 0 17-15,0 0 10 0,0 0 15 0,0 0 5 16,0 0 6-16,36 2 4 0,-17-2 8 15,10 0 2-15,1 0 4 0,15 0 8 0,5 1-2 16,2-1 1-16,11 5-1 0,3-1 0 16,3 0-1-16,4 0-3 0,1 0 6 0,-1 0 7 15,6 2 1-15,1-1 0 0,2 1 0 16,0 0 5-16,0 0 13 0,-2-2 8 0,-4 1 5 16,-2-3 21-16,-3 0-4 0,-4 0 2 15,-14-2 3-15,-4 2 1 0,-1-4-9 16,-2 0 8-16,-6 2 0 0,-5-2 6 15,-9 0 1-15,1 2 2 0,-3-3 3 0,-3 3-1 16,1-4 3-16,-4 2 1 0,1 0-3 16,-1-2-5-16,0 2-5 0,0-1-18 15,2 0 4-15,3-1-13 0,1 2-6 0,2-1-1 16,5 2-3-16,10-4-12 0,7 5 3 16,3 0-15-16,15 0-8 0,0 0-16 0,1 0-4 15,1 1-6-15,3-1-3 0,5 0-1 16,1 2 4-16,-3 0 0 0,0-1 0 15,-3-2 2-15,-3 2 5 0,-1-1-1 16,-5 0-1-16,-12 0 3 0,0-1 3 0,-3 1-3 16,-2 0 4-16,-13-2-1 0,-3 2 1 15,-7-2 8-15,-3 2 7 0,-1 0 18 0,-3 0 11 16,-3 0 8-16,-12 0 5 0,22 0 3 16,-22 0-7-16,17 0 3 0,-17 0-9 0,13 0-3 15,-13 0-8-15,12-1 1 0,-12 1-6 16,15 0 0-16,-4-2-2 0,3 2-1 15,3 0 0-15,4-2-9 0,21 2 2 0,5-2 1 16,18 4-8-16,12-2-10 0,0 5-3 16,9-1-12-16,0 0-2 0,0 2 3 0,0 0 3 15,-1-4 9-15,-5 0-5 16,-3 0 2-16,-5 0-2 0,-5-4 5 0,-16 4 2 0,-3-6 0 16,-10 4-4-16,-5-2 14 0,-8 2 15 15,-9-2 3-15,0 2-2 0,-1-3-1 16,-3 3-8-16,-5-1-4 0,-7 1-4 15,13-2-21-15,-13 2-52 0,0 0-63 0,0 0-64 16,0 0-77-16,0 0-75 0,0 0-136 16,-43 6-44-16,7 2 67 0,-3 5-176 0,-17 7-132 15</inkml:trace>
  <inkml:trace contextRef="#ctx0" brushRef="#br0" timeOffset="142159.64">22906 3109 2367 0,'-26'-4'143'16,"-1"-1"-24"-16,2-2 29 0,2 1 16 0,1 0 21 0,-2 1 10 0,9 0-17 0,-4 0-12 0,7 1-32 15,-1 1-6-15,6-1-19 16,-1 2-9-16,8 2-11 0,0 0-7 0,0 0-7 0,24-6-7 16,23 2-7-16,27-1-6 15,40-2-3-15,25 2-7 0,20 0-7 0,15 0-6 16,68 1-3-16,11 4 2 0,3 0-7 16,-4 2 1-16,-6 2-4 0,-8-1 5 0,-59-3 9 15,-4 3-3-15,-8 1 3 0,-19-2-8 16,-16 3 0-16,-21-3-5 0,-30-4-2 0,-16 4 4 15,-17-1-2-15,-14-1-2 0,-7 0-3 16,-7 0-1-16,-6 2-4 0,-5-4 1 16,-4 6-29-16,-5-4-43 0,0 0-58 0,0 0-73 15,0 0-79-15,-22 5-112 16,1 1-160-16,-11 1-84 0,-8 2 62 0,-15 1-270 16,-6-1-320-16</inkml:trace>
  <inkml:trace contextRef="#ctx0" brushRef="#br0" timeOffset="142810.08">22819 3138 2283 0,'0'0'56'0,"0"0"10"0,1-8-9 0,-1 8-10 0,0 0-7 0,0 0 13 16,0 0 35-16,0 0 24 0,-10 26 15 15,5-7-2-15,-5 2-8 0,-1 6-4 0,-1 0-9 16,1 3 3-16,-1 2-12 16,3-6-7-16,3 0-7 0,3-6-4 0,1-1-7 15,2 0-6-15,0 1-12 0,4-3 5 16,-3-3-9-16,9 4-2 0,2-1-6 0,6 4-4 16,5-2-4-16,11-3-5 0,11-5-4 15,16-1-18-15,9 0-22 0,12-1-19 0,42 0 2 16,13 2 2-16,19 0 8 0,14-3-1 15,56 8 5-15,9-1-1 0,0-1 0 16,-1-2-8-16,-2 1 9 0,-56-5 0 0,53 5 2 16,-66-5 2-16,-3 2-5 15,-11-3-6-15,-10 1 13 0,-13-4-2 0,-35-1-2 16,-7-3 8-16,-11-3 0 0,-24 3 5 16,-1-3 17-16,-16 0 27 0,-7 0 22 0,-8 0 14 15,-2-2 13-15,-1-3 18 0,-7 1 13 16,-1-2 4-16,-2 0 5 0,-3-3 1 0,-2-4-5 15,-5-5 2-15,-5-9-9 0,1-5-12 16,-3-12-7-16,1 0-15 0,3-7-8 16,1-4-11-16,6-5-8 0,1 7-12 0,2 11-13 15,1 6-21-15,2 3-32 0,0 8-36 16,-3 7-52-16,-1 4-64 0,0 8-76 0,0 1-72 16,-5 5-109-16,5 3-185 0,-19 2-22 15,4 4 77-15,-5 3-294 0,-10 3-339 0</inkml:trace>
  <inkml:trace contextRef="#ctx0" brushRef="#br0" timeOffset="143793.33">22839 3871 2383 0,'0'0'23'0,"-11"4"11"0,11-4 12 0,-6 2 16 0,6-2 18 0,0 0 8 0,0 0 6 0,0 0-1 16,38 3-7-16,6-3-9 0,5 2-4 16,22-2-5-16,3 0-8 0,9 3-6 0,2-1-12 15,2 4-4-15,-3-2-10 0,1-1-13 16,-6 1-4-16,-4-1-6 0,-9-1-2 0,-14 1-2 16,-8-2 3-16,-12 0 3 0,-7 1 3 15,-4-2 10-15,-6 2 15 0,-1-2 15 16,-3-2 24-16,-11 2 8 0,17 0 8 0,-17 0 1 15,17-3 5-15,-17 3-6 0,12-1-11 16,-12 1-7-16,9-3-11 0,-9 3-9 16,0 0-4-16,15 0-5 0,-15 0-8 15,8 5 3-15,-8-5-7 0,11 11-5 0,-9-6-5 16,2 3 5-16,0 1-5 0,-3 1 1 16,2-1-7-16,-3 3-1 0,0-3 1 0,0 0 0 15,-3 2 0-15,2-1-7 0,-5 3 4 16,1-1 2-16,-3 0-6 0,-6 1 6 0,1 3 1 15,-4-5 7-15,-7 7 0 0,-3-5-5 16,-5 4 2-16,-3-3 6 0,-3 0 3 16,-11-1 6-16,-3-1 2 0,-2-1 2 15,-3-4-2-15,8-4-3 0,1 1 2 16,-2-4-4-16,1 0 4 0,1-4 1 0,3 1 4 0,1-1 3 16,0-3-1-16,3 2-1 15,4-1-7-15,2-2 0 0,3-2 1 0,2 1 6 16,7 1 9-16,6 0-2 0,1 1-5 15,3-2-2-15,-1-3-4 0,5 2-3 0,2 0-6 16,-1-2-1-16,2-1-1 0,0 0-9 16,6 1-18-16,-1-2-16 0,-1 3-24 0,2-1-34 15,0 0-28-15,2 3-43 0,-1-2-47 16,-1 2-77-16,2 3-75 0,2-1-106 16,0 3-168-16,0-1-4 0,-4 5 75 0,21-8-306 15,-8 4-337-15</inkml:trace>
  <inkml:trace contextRef="#ctx0" brushRef="#br0" timeOffset="144573.91">24518 4013 2133 0,'-10'0'-110'0,"10"0"18"0,-16 0 3 0,16 0 6 0,-14 0 17 0,14 0 4 16,0 0 10-16,-9 3 2 0,9-3 13 15,0 0-7-15,0 0-6 0,0 0 6 0,0 7 0 16,0-7 5-16,0 0 8 0,0 0 2 16,11 7 1-16,-11-7 7 0,4 6 1 15,-4-6 12-15,0 0 22 0,4 6 23 0,-4-6 19 16,0 0 16-16,0 0 4 0,-10 8 7 16,10-8 4-16,-8 4 3 0,8-4 3 15,0 0 2-15,-13 1 0 0,13-1-2 0,0 0-6 16,-8 2-2-16,8-2-6 0,0 0-8 15,0 0-6-15,0 0-7 0,0 0-6 16,0 0-1-16,0 0-4 0,20 6-2 0,-5-2-7 16,14 0-2-16,12-4-4 0,19 6-1 15,2-2-3-15,7 0-2 0,6 2-1 0,-2 1-5 16,6 0 1-16,-3-2-4 16,-3-5 2-16,-9 3-3 0,-15-2-1 0,-4-1 0 0,-11 3-1 15,-7-3 9-15,-7 0 21 16,-2 1 16-16,-6-1 5 0,2 0 12 0,-14 0-2 15,17 2 3-15,-17-2-6 0,10 5 10 16,-8 0 1-16,-2-5-7 0,-2 16-1 0,-2-4-13 16,-2 1-3-16,-1 5-9 0,-4-1 2 15,0 1-8-15,0-1-6 0,-2 6-4 16,-4 1-5-16,-3-3 3 0,2 0-2 0,-3-3-8 16,-2 1 0-16,-1-2 1 0,-3-1-7 15,-4 1 1-15,3-5-6 0,-8-2-1 0,-3 0 1 16,-3-1-3-16,-1-6 2 0,-5-1 0 15,-2-2 4-15,1-3-9 0,-8-6 0 0,-1-1 8 16,5 0 6-16,4-4 3 16,3-3-1-16,11 5 0 0,5-2 7 0,1 0 0 15,10 2-1-15,2 2-6 0,5 2-3 16,5 1-7-16,-1 0-8 0,5 0-34 0,1-1-40 16,2 3-48-16,0 5-63 0,5-12-66 15,3 8-84-15,1-4-108 0,5 2-131 16,-3-3 56-16,5 5-222 0,-3 0-227 0</inkml:trace>
  <inkml:trace contextRef="#ctx0" brushRef="#br0" timeOffset="190881.69">19908 12777 2049 0,'-12'-2'367'0,"12"2"-72"0,-13-4-29 0,8 2 2 0,5 2-14 0,-9-2-8 16,9 2-22-16,-12-4-25 0,12 4-8 0,-10-3-13 16,10 3-16-16,0 0-14 0,-3-3-14 15,3 3-11-15,0 0-12 0,0 0-10 0,0 0-9 16,32-5-12-16,-15 5-9 0,4-4-6 16,4 2-9-16,2 2-5 0,0-5-8 0,-4 2-8 15,2-2-13-15,-7 3-9 0,0-1-2 16,-2-1-1-16,-3 2-4 0,-1 1 3 15,-1-1-8-15,-2 0-14 0,0 1-21 16,-9 1-32-16,11-5-57 0,-11 5-76 0,7-4-84 16,-7 4-102-16,7-5-144 0,-7 5-121 15,0 0 56-15,2-7-428 0,-2 7-497 0</inkml:trace>
  <inkml:trace contextRef="#ctx0" brushRef="#br0" timeOffset="191915.5">28042 12738 2918 0,'-7'2'74'0,"7"-2"6"0,-11 3 10 0,11-3 36 16,0 0 18-16,0 0-3 0,-3 3 3 16,3-3-9-16,0 0 3 0,0 0 3 0,0 0-12 15,46 0-11-15,-28 0-15 0,2 0-6 16,1 0-12-16,-3-3-7 0,-2 3-10 15,1 0-6-15,-3 0-8 0,-14 0-3 16,20 0-5-16,-20 0-4 0,18 0-5 0,-18 0-5 16,11-2-3-16,-11 2-8 0,0 0-13 15,12 5-32-15,-12-5-52 0,0 0-90 0,2 4-102 16,-2-4-135-16,0 0-193 0,0 0-13 16,0 0 64-16,0 0-307 0,0 0-336 0</inkml:trace>
  <inkml:trace contextRef="#ctx0" brushRef="#br0" timeOffset="194147.2">21300 9566 2174 0,'0'0'-50'0,"-20"2"32"0,20-2 17 0,0 0 21 0,-13 0 28 16,13 0 25-16,0 0 24 0,0 0 18 0,-13 1 16 16,13-1 11-16,0 0 13 0,0 0 5 15,0 0 8-15,-12 0 4 0,12 0-1 0,0 0-1 16,0 0-1-16,0 0-2 0,0 0-6 16,-10 4-7-16,10-4-11 0,0 0-13 15,0 0-12-15,0 0-11 0,0 0-9 0,0 0-4 16,0 0 0-16,0 0 4 0,0 0-7 15,25 10-11-15,-9-7-1 0,2-1-7 16,7 0 7-16,2 0-4 0,15-1-4 16,-7-1-6-16,6 0-3 0,-1 0-7 0,1-3-8 15,-3-1-6-15,-6 4-1 0,-3-3-5 16,-3-1-3-16,1 3 3 0,-5-2 7 0,0-1 10 16,-1 2 0-16,-5 1 12 0,2-3 5 15,-1 2 6-15,-3-1-12 0,-2 1 3 0,2-1-7 16,-3 1-3-16,5-3-2 0,3 2 3 15,-4-1-11-15,4 1-12 0,0-1 4 0,4-1-6 16,2 2-1-16,-1-1-3 0,5 2 4 16,8-2-8-16,-7 4-2 0,3-2-4 0,5 0-7 15,1 2-2-15,6 0 0 16,-4 0-3-16,5-2 2 0,-4 2 0 0,-1 2-2 16,2-2 6-16,-9 0-10 0,-3 0 1 15,-3 0 2-15,1 0-1 0,-2 0 1 0,-1 0 2 16,-3 0-4-16,-6-2-1 0,2 2 1 15,-4 0 0-15,0 0-2 0,-1 0 6 0,-3 0-3 16,3 0 4-16,-3-1-22 0,-11 1 17 16,21 0 3-16,-21 0-3 0,19 0-1 0,-5-2-1 15,-1 2-5-15,6 0 8 0,2 0-2 16,8 0-1-16,1-2-1 0,1 4-12 16,12-2 17-16,3 0-4 0,2 0 0 15,-2 2-8-15,-3-2 7 0,2 1 1 0,-6-1 3 16,-3 0-21-16,-7 2 15 0,-8-2 5 0,0 0-4 15,-6 2 3-15,2-4 0 0,-1 2 0 16,-5 0-16-16,1 0 20 0,-1 0-4 16,-11 0 3-16,21 0 0 0,-10 0-6 0,5 0 0 15,-1-2-5-15,0 2 14 0,0 0-6 16,3-1 1-16,-2 1-4 0,6 0 0 0,-3 0 4 16,-1 0-14-16,4 0 14 15,-1 0-3-15,-3 0 3 0,5 1-3 0,-3-1-8 0,0 2 9 16,3-2 3-16,2 2-4 0,4 0-1 15,9 1 10-15,-10 0-9 0,3 1 3 16,-2-2-3-16,7 3 5 0,-6-4-6 0,-3 3 9 16,1-4-5-16,-4 2-2 0,-4-2-4 15,-1 1 3-15,3 1 1 0,-4 0-3 16,-2-2-1-16,-3 0 6 0,1 0-4 0,-5 0-3 16,2 0 0-16,-11 0 3 0,17 0 4 15,-6 3-3-15,-11-3-2 0,18 0 3 0,-18 0 4 16,18 0 1-16,-7 0-6 0,-11 0-4 15,23-3 2-15,-10 3 2 0,0 0 0 0,2 0-4 16,5-2 12-16,-2 2-3 16,2-2-8-16,-2 1 1 0,5 1-2 0,-2 0-1 15,3 0 3-15,-4 0-4 0,3 0 11 0,-4 0-8 16,3 0 5-16,-2 0-5 0,-4 1 7 16,-2-1-7-16,0 0 2 0,-3 0 1 15,-11 0-2-15,20 0 3 0,-11 0 0 0,-9 0-5 16,13 0 11-16,-13 0-5 0,14 0 5 15,-14 0-11-15,13 0 4 0,-13 0-3 16,15-1 9-16,-15 1 3 0,15 0-11 0,-6 0-1 16,3-2 0-16,0 0 2 0,1 2 0 15,2 0-14-15,1-2 15 0,2 1-2 0,4-1 1 16,-1 2 3-16,1-2-1 0,5 2-8 16,1-1-2-16,-1-1 10 0,4 2 4 15,-3-2-3-15,3 2 2 0,-4 0-9 16,-1-2 6-16,-1 4 2 0,-4-4-1 0,0 0 6 15,-3 2-9-15,-4 0 2 0,4-1-15 16,-5 1 20-16,1-3-2 0,-5 3-5 0,-9 0 8 16,18 0-8-16,-7-2 4 0,-11 2-5 15,12-2 6-15,-12 2-9 0,12 0 10 0,-12 0-6 16,13-2 4-16,-13 2-11 0,14-1 5 16,-4-1 2-16,-10 2 2 0,18 0 4 0,-8 0-14 15,5-2 6-15,2 2 6 0,2 0-3 16,4 0-5-16,-2 0 8 0,2 0-2 0,1 0-2 15,-2 0-3-15,1-1 6 0,-4-1-18 16,1 2 17-16,0-2 3 0,-5 2-5 0,0-1-1 16,-4 1 6-16,1-2 1 15,0 2-1-15,-12 0-4 0,21-2-1 0,-12 2-12 16,-9 0 17-16,18-2-2 0,-9 2 0 16,-9 0 12-16,15-2 19 0,-15 2 15 0,12 0 6 15,-12 0-3-15,11-1-3 0,-11 1-1 16,9-3-3-16,-9 3-3 0,0 0-7 0,14 0-7 15,-14 0 5-15,0 0-4 0,9-2-10 16,-9 2-27-16,0 0-40 0,0 0-56 16,0 0-67-16,0 0-89 0,0 0-128 0,0 0-121 15,0 0-148-15,0 0-143 0,-55 2 79 0,15 8-700 16,-12 3-872-16</inkml:trace>
  <inkml:trace contextRef="#ctx0" brushRef="#br0" timeOffset="198547.52">28715 15698 4118 0,'0'0'109'0,"-2"-15"-3"0,2 5-7 0,3 0 12 0,3-5 10 16,3-2 3-16,9-7-13 0,3-1-13 0,4-2-9 16,9-2-11-16,0 3-9 15,-1 6-10-15,-1 1-45 0,-2 2-54 0,1-1-79 16,-2 7-96-16,-8 2-109 0,-6 3-132 16,-4 6-168-16,-9 0 10 0,-2 0 67 0,0 0-258 15,-23 24-293-15</inkml:trace>
  <inkml:trace contextRef="#ctx0" brushRef="#br0" timeOffset="198696.58">28670 15765 2539 0,'-4'5'176'0,"4"1"-13"0,0-6 16 0,14 6 14 15,-14-6-1-15,23-2-13 16,-2-2-18-16,4-2-15 0,13-1-17 0,0-5-18 16,0 2-27-16,0-1-72 0,-6-1-81 15,1 2-112-15,-10 2-130 0,-6-1-176 0,-4 4-92 16,-5-1 53-16,-5 3-192 0,-3 3-211 15</inkml:trace>
  <inkml:trace contextRef="#ctx0" brushRef="#br0" timeOffset="209494.67">15239 9624 372 0,'0'0'238'0,"-2"7"-20"0,2-7-24 0,0 0-7 0,-3 4-7 15,3-4-14-15,0 0-8 0,0 0-13 16,0 0 8-16,0 0 10 0,0 0 9 0,-6 4 7 16,6-4-2-16,0 0-5 0,0 0-4 15,0 0-2-15,0 0-2 0,0 0-1 0,0 0-2 16,0 0-8-16,0 0-10 0,0 0-6 16,0 0-11-16,0 0-10 0,-2 7-2 0,2-7 6 15,0 0 5-15,0 0-1 0,13 7-4 16,-4-4-2-16,5-3-1 0,1 4-7 15,5 0-2-15,-1-3-11 0,7 2-8 16,-1 1-11-16,2-2-5 0,-1 0-8 0,1 1-3 16,2-3 5-16,-2 2 11 0,-1-1-4 0,-3-1 10 15,0 0-3-15,-4 0 8 0,1 0 0 16,2-1-6-16,-5 1-2 0,-4 0 5 16,1 0-3-16,-1-2-1 0,-13 2-12 15,19 0-2-15,-19 0-11 0,21-2-2 0,-9 2 0 16,-12 0-14-16,24 0-3 0,-9 0 6 15,7-1-9-15,0-1-7 0,5-2 0 0,-3 2 1 16,14-1-2-16,-1 0-12 0,-6-1 5 16,-5 2 0-16,0-1-6 0,-4 1-1 15,-3 2 3-15,0-1-6 0,-6-1 0 16,0 2 3-16,-1-2-6 0,-12 2 0 0,21 0 4 16,-21 0 14-16,15-2 2 0,-15 2 12 15,13 0 6-15,-13 0 3 0,0 0 8 0,20-1 4 16,-20 1-3-16,15-2-4 0,-15 2-6 15,17-2-2-15,-4-1-10 0,3 2-1 0,0-1-13 16,6 0-21-16,3-2 0 0,-7 3 0 16,9-1 0-16,-2 0 0 0,2 2 0 0,-2-1 0 15,-2 1 0-15,-5-2 0 0,3 2 0 16,-1-2 0-16,-5 0 0 0,0 2 0 0,-2 0 0 16,-13 0 0-16,25-1 0 0,-16-1 0 15,-9 2 0-15,22-2 0 0,-22 2 0 0,16 0 0 16,-6-3 0-16,-10 3 0 15,21-1 0-15,-7-1 0 0,-2-2 0 0,2 2 0 16,-1 1 0-16,7-1 0 0,-4 0 0 16,6 2 0-16,1-1 0 0,-2 1 0 0,7-2 0 15,0 4 0-15,15-4 0 0,-2 2 0 16,4-2 0-16,-4 0 0 0,4 1 0 16,-2-1 0-16,0 0 0 0,-2-1 0 0,-7 1 0 15,-5 1 0-15,-9 1 0 0,1-4 0 16,-3 4 0-16,-1 0 0 0,-3 0 0 0,-14 0 0 15,20-2 0-15,-20 2 0 0,17-1 0 16,-17 1 0-16,13 0 0 0,-13 0 0 16,14 0 0-16,-14 0 0 0,17 0 0 15,-17 0 0-15,17-2 0 0,-17 2 0 0,13 0 0 16,-13 0 0-16,20-2 0 0,-20 2 0 16,14 0 0-16,-14 0 0 0,22 0 0 0,-22 0 0 15,21 0 0-15,-10 0 0 0,5 0 0 16,-3 0 0-16,2 0 0 0,0 0 0 0,6 0 0 15,1 0 0-15,-4 0 0 0,5-2 0 16,0 2 0-16,4-1 0 0,2 1 0 0,-3 0 0 16,0-2 0-16,-2 0 0 0,-1 2 0 15,-5 0 0-15,3-1 0 0,1 1 0 0,-6-2 0 16,4 0 0-16,-6 2 0 16,2-2 0-16,2 2 0 0,2 0 0 0,3-1 0 15,2 1 0-15,6-2 0 0,-3 2 0 16,3 0 0-16,-1 2 0 0,10-2 0 0,-6 0 0 15,-3 0 0-15,-3 0 0 0,1 0 0 16,-8 0 0-16,-1 0 0 0,0 0 0 16,-4 0 0-16,-2-2 0 0,2 2 0 0,-1-3 0 15,-1 3 0-15,0-2 0 0,4 0 0 16,-1 1 0-16,-2-3 0 0,0 2 0 0,1-1 0 16,-1 1 0-16,-2 1 0 0,0-1 0 15,1 0 0-15,-1 0 0 0,0 2 0 16,3-2 0-16,-1 1 0 0,0 1 0 15,5-3 0-15,-2 3 0 0,9-2 0 0,0 2 0 16,3-2 0-16,12 0 0 0,0 1 0 16,5-1 0-16,0-1 0 0,-6 3 0 0,2-2 0 15,-9 0 0-15,-7 2 0 0,-5-1 0 16,-5 1 0-16,0-2 0 0,-1 2 0 0,-3-2 0 16,1 4 0-16,-14-2 0 0,16-2 0 15,-6 2 0-15,-10 0 0 0,15-2 0 0,-15 2 0 16,18-2 0-16,-11 2 0 0,-7 0 0 15,13-1 0-15,-13 1 0 0,0 0 0 0,18 0 0 16,-18 0 0-16,11 0 0 16,-11 0 0-16,0 0 0 0,15 0 0 0,-15 0 0 15,13 0 0-15,-13 0 0 0,10 0 0 16,-10 0 0-16,0 0 0 0,15 0 0 0,-15 0 0 16,12-3 0-16,-12 3 0 0,0 0 0 15,0 0 0-15,17 0 0 0,-17 0 0 0,7 0 0 16,-7 0 0-16,0 0 0 0,20 0 0 15,-20 0 0-15,14 0 0 0,-14 0 0 0,20 0 0 16,-20 0 0-16,19 0 0 16,-10 3 0-16,-9-3 0 0,16 1 0 0,-16-1 0 15,13 0 0-15,-13 0 0 0,0 0 0 0,18 2 0 16,-18-2 0-16,0 0 0 0,13 0 0 16,-13 0 0-16,0 0 0 0,0 0 0 15,0 0 0-15,21-2 0 0,-21 2 0 0,0 0 0 16,13-1 0-16,-13 1 0 0,0 0 0 15,0 0 0-15,15-3 0 0,-15 3 0 0,0 0 0 16,0 0 0-16,0 0 0 0,10-2 0 16,-10 2 0-16,0 0 0 0,0 0 0 0,0 0 0 15,0 0 0-15,0 0 0 0,0 0 0 16,-45 5 0-16,31-2 0 0,-6 1 0 16,-4-2 0-16,-3 1 0 0,-11 2 0 15,-4-2 0-15,-1 3 0 0,-5-3 0 0,-1-2 0 16,2 5 0-16,-1-3 0 0,3 1 0 15,1-1 0-15,-2-1 0 0,7 1 0 0,-4-1 0 16,11 0 0-16,3-2 0 0,1 0 0 16,-1 3 0-16,0-3 0 0,1 3 0 0,-1-1 0 15,0 0 0-15,2 0 0 0,-12 1 0 16,10 2 0-16,5-3 0 0,-1 1 0 0,0 1 0 16,6-1 0-16,-3 0 0 0,-1 1 0 15,1-2 0-15,1 1 0 0,5 1 0 0,-6-1 0 16,3 0 0-16,0-1 0 0,-2 0 0 15,0 0 0-15,1-2 0 0,-5 2 0 16,3-1 0-16,-3-1 0 0,0 3 0 16,-6-3 0-16,2 0 0 0,-1 0 0 0,-13 0 0 0,4 2 0 15,-3-2 0-15,9 2 0 16,2-2 0-16,6 1 0 0,-6-2 0 0,2 2 0 16,1-1 0-16,-1 2 0 0,2 0 0 15,1-2 0-15,-1 2 0 0,4-2 0 0,-6 0 0 16,3 0 0-16,-1-2 0 0,6 2 0 15,-2 0 0-15,5 0 0 0,-6 0 0 0,1 0 0 16,0 0 0-16,3-2 0 0,-1 4 0 16,-1-4 0-16,4 2 0 0,-1-2 0 0,4 2 0 15,-3 0 0-15,3 2 0 0,0-2 0 16,-3 0 0-16,3 0 0 0,-2 0 0 16,0 2 0-16,2 0 0 0,-6-2 0 0,2 1 0 15,-2 1 0-15,-3-4 0 0,0 4 0 16,-2 0 0-16,-3-2 0 0,0 0 0 0,1 0 0 15,-1 0 0-15,0 0 0 0,1-2 0 16,-5 2 0-16,-6-2 0 0,5 2 0 0,-7-3 0 16,-1 1 0-16,3 2 0 0,-4 0 0 15,3-2 0-15,1 1 0 0,-6-1 0 0,7 0 0 16,4 2 0-16,6-3 0 0,-3 3 0 16,3-1 0-16,-1-1 0 0,0 0 0 15,1 2 0-15,1-2 0 0,-2 0 0 16,2 1 0-16,1 1 0 0,0 0 0 0,-3-2 0 15,8 0 0-15,-2 4 0 0,2-2 0 16,-2 0 0-16,4 0 0 0,0 0 0 0,4 0 0 16,-3 0 0-16,7-2 0 0,0 2 0 15,11 0 0-15,-21 2 0 0,12-2 0 0,9 0 0 16,-20 0 0-16,11 0 0 0,9 0 0 16,-20-2 0-16,11 1 0 0,-5 1 0 0,1-2 0 15,-6 0 0-15,2 0 0 0,-6 1 0 16,2 1 0-16,-6-2 0 0,3 2 0 0,-3-2 0 15,1 2 0-15,1-2 0 0,3 2 0 16,2-1 0-16,1-1 0 0,1 2 0 16,3 0 0-16,3-1 0 0,-4 1 0 15,1 0 0-15,1 0 0 0,1 0 0 0,-1 0 0 16,1 1 0-16,0 1 0 0,0-1 0 16,-1 1 0-16,-1-2 0 0,1 2 0 0,1 1 0 15,0-1 0-15,1 0 0 0,-1 1 0 16,1-1 0-16,-1 1 0 0,2-1 0 0,-3 0 0 15,3 0 0-15,-3 1 0 0,2 0 0 16,-2-3 0-16,1 4 0 0,0-3 0 0,-3 1 0 16,3 0 0-16,-1 1 0 15,3-1 0-15,-1 0 0 0,3-1 0 0,0 1 0 16,9-2 0-16,-16 2 0 0,16-2 0 16,-13 4 0-16,13-4 0 0,-9 1 0 0,9-1 0 15,0 0 0-15,-14 3 0 0,14-3 0 16,0 0 0-16,-9 0 0 0,9 0 0 0,0 0 0 15,-12 0 0-15,12 0 0 0,-9 4 0 16,9-4 0-16,-12 1 0 0,12-1 0 0,-10 2 0 16,10-2 0-16,0 0 0 0,-13 2 0 15,13-2 0-15,0 0 0 0,-9 2 0 0,9-2 0 16,0 0 0-16,-12 1 0 0,12-1 0 16,0 0 0-16,-13 5 0 0,8-5 0 15,5 0 0-15,-14 4 0 0,6-2 0 16,8-2 0-16,-13 2 0 0,5-1 0 0,8-1 0 15,-11 3 0-15,11-3 0 0,0 0 0 16,-11 2 0-16,11-2 0 0,0 0 0 0,-8 2 0 16,8-2 0-16,0 0 0 0,0 0 0 15,-10 2 0-15,10-2 0 0,0 0 0 0,0 0 0 16,0 0 0-16,0 0 0 0,0 0 0 16,-7 3 0-16,7-3 0 0,0 0 0 0,0 0 0 15,0 0 0-15,0 0 0 0,0 0 0 16,29 2 0-16,-15-2 0 0,6 2 0 0,7-2 0 15,12 1 0-15,5 2 0 0,6-1 0 16,1 0 0-16,0 0 0 0,10 1 0 16,-7 0 0-16,-2-3 0 0,-3 0 0 0,-1 2 0 15,-2 0 0-15,-3-2 0 0,2 0 0 16,-4 2 0-16,-7-2 0 0,-3 0 0 0,-3 0 0 16,3-2 0-16,-1 0 0 0,1 2 0 15,7-2 0-15,-6 2 0 0,-2-3 0 0,9 2 0 16,-6-1 0-16,5 0 0 0,-8-2 0 15,-1 4 0-15,-3 0 0 0,1 0 0 0,-1-3 0 16,3 3 0-16,-1-1 0 0,-1-1 0 16,2 0 0-16,1 2 0 0,1-1 0 0,8-1 0 15,-3 0 0-15,3 0 0 16,-3 0 0-16,2 2 0 0,-3 0 0 0,-4-3 0 16,-1 2 0-16,-4 1 0 0,5-2 0 15,-5 2 0-15,3 0 0 0,-2-2 0 0,-4 0 0 16,0 2 0-16,-3 0 0 0,7-2 0 15,-2 2 0-15,0-3 0 0,4 1 0 0,-2 1 0 16,1-1 0-16,3 0 0 0,-3 2 0 16,10-2 0-16,-2 1 0 0,4 1 0 0,2-2 0 15,-2 2 0-15,2-2 0 0,-2 2 0 16,-5-3 0-16,-7 3 0 0,3 0 0 0,-3-1 0 16,-1 1 0-16,-3-2 0 0,-3 0 0 15,2 2 0-15,-4-2 0 0,-1 2 0 16,-6 0 0-16,2-2 0 0,-1 1 0 15,-1 1 0-15,-1-2 0 0,3 0 0 0,-3 1 0 16,2-1 0-16,1 0 0 0,5 0 0 16,2 1 0-16,-2-1 0 0,6 0 0 0,-1 2 0 15,5-3 0-15,11 0 0 0,-2 1 0 16,8 2 0-16,-4-4 0 0,3 3 0 0,3 1 0 16,-1 0 0-16,3-2 0 0,2 2 0 15,-3-2 0-15,3 2 0 0,-2-1 0 0,1 1 0 16,-2 0 0-16,-2-2 0 15,-2 2 0-15,-4-2 0 0,-5 0 0 0,-11 2 0 16,-3-1 0-16,-3 1 0 0,0-4 0 16,-2 2 0-16,1 1 0 0,-4 1 0 0,-1-3 0 15,3 1 0-15,2-2 0 0,-5 3 0 16,-1-1 0-16,2 0 0 0,-3-1 0 0,1 1 0 16,1 0 0-16,-2 1 0 0,-2-1 0 15,-9 2 0-15,16-2 0 0,-16 2 0 0,12-2 0 16,-12 2 0-16,12-1 0 0,-12 1 0 15,9-2 0-15,-9 2 0 0,0 0 0 0,17 0 0 16,-17 0 0-16,15 0 0 0,-15 0 0 16,18 0 0-16,-9-3 0 0,-9 3 0 0,19 3 0 15,-9-3 0-15,-10 0 0 16,17 0 0-16,-17 0 0 0,15 0 0 0,-15 0 0 16,16 0 0-16,-16 0 0 0,12 0 0 15,-12 0 0-15,16 0 0 0,-7 2 0 0,1-2 0 16,-10 0 0-16,23 1 0 0,-12 1 0 15,5 0 0-15,-4 0 0 0,2-1 0 0,-1 1 0 16,3 0 0-16,-3-1 0 0,1 3 0 16,-1-4 0-16,1 2 0 0,-3-1 0 0,0 1 0 15,-11-2 0-15,15 2 0 0,-5-2 0 16,-10 0 0-16,15 2 0 0,-15-2 0 0,13 0 0 16,-2 1 0-16,-11-1 0 0,18-1 0 15,-7 1 0-15,-11 0 0 0,21 0 0 16,-10 0 0-16,1 1 0 0,-12-1 0 0,19 0 0 15,-11 0 0-15,-8 0 0 0,13 0 0 16,-13 0 0-16,0 0 0 0,18-1 0 0,-18 1 0 16,0 0 0-16,13 0 0 0,-13 0 0 15,0 0 0-15,9 0 0 0,-9 0 0 0,0 0 0 16,0 0 0-16,0 0 0 0,0 0 0 16,16-2 0-16,-16 2 0 0,0 0 0 0,0 0 0 15,0 0 0-15,0 0 0 0,0 0 0 16,0 0 0-16,0 0 0 0,0 0 0 15,0 0 0-15,0 0 0 0,0 0 0 0,-36 3 0 16,22-1 0-16,-5-1 0 0,-4 1-938 0,-2 0-21 16,0 0-1181-16,-11 5-1550 15</inkml:trace>
  <inkml:trace contextRef="#ctx0" brushRef="#br0" timeOffset="212212.57">21338 9590 5427 0,'0'0'-241'0,"0"0"71"0,0 0 53 0,-10-4 64 0,10 4 52 0,0 0 52 0,0 0 40 15,0 0 23-15,-6-1 16 0,6 1 9 16,0 0 10-16,0 0 3 0,0 0 1 0,0 0 0 16,0 0 9-16,0 0-16 15,0 0-7-15,0 0-15 0,0 0-13 0,39-4-2 16,-39 4-9-16,30 4-5 0,-10-1-6 16,4 2-8-16,1-1-9 0,1-1-9 0,-1 1-4 15,11 2-7-15,0-1-1 0,0 1-8 16,2-3-3-16,-3 0 3 0,-6-1 1 0,11 0 2 15,-8-2-4-15,-3 0-3 0,-1 0-1 16,1 0 4-16,-2-2 17 0,-5 2-1 0,-3-2 7 16,3 2 6-16,-8-1 6 0,4 1-23 15,-9 0-54-15,5 0 0 0,-14 0 0 16,18 0 0-16,-8-2 0 0,-10 2 0 16,15 0 0-16,-15 0 0 0,18 0 0 0,-9-2 0 15,-9 2 0-15,13 2 0 0,-13-2 0 16,18 0 0-16,-18 0 0 0,14 0 0 0,-1 0 0 15,-4 2 0-15,-9-2 0 0,15 1 0 16,-3-1 0-16,-12 0 0 0,14 0 0 0,-4 2 0 16,2 0 0-16,-3-2 0 0,3 2 0 15,1 0 0-15,1-1 0 0,-1 2 0 16,4-1 0-16,2 0 0 0,-2-1 0 0,3 1 0 16,0 0 0-16,-3 0 0 0,0-1 0 15,1 1 0-15,-4 1 0 0,2-3 0 0,-1 0 0 16,-1 0 0-16,-1 0 0 0,-1 0 0 15,2 0 0-15,0 0 0 0,3-3 0 16,2 3 0-16,2-2 0 0,0 1 0 0,0 1 0 16,2-2 0-16,6 2 0 0,0 0 0 15,-2 0 0-15,2 0 0 0,-1 0 0 16,3 0 0-16,-2 0 0 0,-1 0 0 0,3 0 0 16,-3 0 0-16,-1 0 0 0,4-2 0 15,-5 2 0-15,5-2 0 0,-4 1 0 0,-2 1 0 16,-5-2 0-16,-1 2 0 0,5-2 0 15,-8 2 0-15,0 0 0 0,-1 0 0 0,-3-3 0 16,-1 3 0-16,-11 0 0 16,14 0 0-16,-14 0 0 0,20-1 0 0,-15-1 0 15,-5 2 0-15,14 0 0 0,-14 0 0 16,19-2 0-16,-7 0 0 0,3 0 0 0,-2 2 0 16,10-1 0-16,0-1 0 0,3 2 0 15,-2-2 0-15,-1 2 0 0,-1 0 0 0,1-1 0 16,-2 1 0-16,-1 0 0 0,2 0 0 15,-6 0 0-15,-4-2 0 0,2 2 0 0,-3 0 0 16,-11 0 0-16,22 0 0 0,-13 0 0 16,-9 0 0-16,16 0 0 0,-16 0 0 0,14-2 0 15,-14 2 0-15,15-2 0 16,-15 2 0-16,14-1 0 0,-14 1 0 0,13 0 0 16,-3-2 0-16,1 0 0 0,-2 2 0 15,7 0 0-15,-1 0 0 0,-1 0 0 0,1-3 0 16,0 3 0-16,4-1 0 0,2 1 0 15,0 0 0-15,6 0 0 0,-5 0 0 0,5 0 0 16,-6-2 0-16,2 2 0 0,-2 0 0 16,-2-2 0-16,-1 2 0 0,-5-2 0 0,-1 2 0 15,2-2 0-15,-3 1 0 0,1 1 0 16,-12 0 0-16,17-4 0 0,-9 4 0 0,-8 0 0 16,13-1 0-16,-5-1 0 15,-8 2 0-15,15-2 0 0,-7 0 0 0,-8 2 0 0,13-1 0 16,-13 1 0-16,15-4 0 15,-4 4 0-15,2-2 0 0,-2 1 0 0,0-1 0 16,3 2 0-16,-2-1 0 0,2-3 0 16,1 4 0-16,5-3 0 0,-6 1 0 0,8 0 0 15,-1 0 0-15,-6 1 0 0,-2 1 0 16,0 0 0-16,-2-2 0 0,1 2 0 0,-12 0 0 16,15-2 0-16,-5 1 0 0,-10 1 0 15,0 0 0-15,17 0 0 0,-17 0 0 0,0 0 0 16,14 0 0-16,-14 0 0 0,0 0 0 15,11-2 0-15,-11 2 0 0,0 0 0 0,11 0 0 16,-11 0 0-16,0 0 0 16,12-2 0-16,-12 2 0 0,0 0 0 0,15 0 0 15,-15 0 0-15,0 0 0 0,17 0 0 16,-7 0 0-16,-10 0 0 0,19-2 0 0,-10 2 0 16,3 2 0-16,1-4 0 0,2 2 0 15,1 0 0-15,-2 0 0 0,2 0 0 0,-1 0 0 16,-1 0 0-16,-1-1 0 0,-3 1 0 15,-10 0 0-15,20-2 0 0,-10 4 0 0,-10-2 0 16,12-2 0-16,-12 2 0 0,11 0 0 16,-11 0 0-16,0 0 0 0,13-3 0 0,-13 3 0 15,0 0 0-15,12 0 0 16,-12 0 0-16,0 0 0 0,0 0 0 0,0 0 0 0,0 0 0 16,15 0 0-16,-15 0 0 15,0 0 0-15,0 0 0 0,9 3 0 0,-9-3 0 16,0 0 0-16,0 0 0 0,0 0 0 15,13 0 0-15,-13 0 0 0,12 0 0 0,-12 0 0 16,25 2 0-16,-8-1 0 0,2 1 0 16,5 0 0-16,-6 0 0 0,1 1 0 0,1-3 0 15,-5 2 0-15,4-1 0 0,-6-1 0 16,1 2 0-16,-5-2 0 0,-9 0 0 0,18 2 0 16,-11-2 0-16,-7 0 0 15,15 0 0-15,-15 0 0 0,12 0 0 0,-12 0 0 16,13 2 0-16,-13-2 0 0,0 0 0 15,14-2 0-15,-14 2 0 0,12 0 0 0,-12 0 0 16,0 0 0-16,13 0 0 0,-13 0 0 16,0 0 0-16,16 0 0 0,-16 0 0 0,15 0 0 15,-3 0 0-15,3 2 0 0,4-1 0 16,1 1 0-16,5 0 0 0,4 0 0 0,10 1 0 16,2 0 0-16,1 1 0 0,0 1 0 15,4-2 0-15,-4 2 0 0,-2-1 0 0,-10 0 0 16,-5-3 0-16,-4 2 0 0,-2-3 0 15,-3 0 0-15,-1 2 0 0,-3 0 0 16,1-2 0-16,-2 0 0 0,-1 1 0 16,-10-1 0-16,18 0 0 0,-10 2 0 0,-8-2 0 15,19-2 0-15,-12 4 0 0,-7-2 0 16,22 0 0-16,-13-2 0 0,1 4 0 0,-10-2 0 16,17 0 0-16,-17 0 0 0,12 0 0 15,-12 0 0-15,11 0 0 0,-11 0 0 0,0 0 0 16,0 0 0-16,15-2 0 0,-15 2 0 15,0 0 0-15,10 2 0 0,-10-2 0 16,0 0 0-16,0 0 0 0,0 0 0 0,0 0 0 16,13 0 0-16,-13 0 0 0,0 0 0 15,0 0 0-15,0 0 0 0,0 0 0 16,0 0 0-16,0 0 0 0,14 0 0 0,-14 0 0 16,0 0 0-16,0 0 0 0,0 0 0 0,0 0 0 15,0 0 0-15,0 0 0 0,3-5 0 16,-3 5 0-16,0 0 0 0,0 0-477 15,0 0-503-15,-28-2 71 0,28 2 105 16,-35 5-904-16,9-1-1141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2:50:32.6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19045 6109 1449 0,'0'0'294'0,"6"-3"-86"0,-6 3-41 0,4-6-9 0,-4 6 1 15,3-6 1-15,-3 6 1 0,0-7 5 0,0 7-3 16,-5-8-7-16,1 2-14 0,-4 0-3 16,-1 0-5-16,-2-1 6 0,-3 3 9 15,-8-8-4-15,0 6-7 0,1-2-11 16,-9-5-13-16,-3 3-7 0,-5-2-14 0,-10-3-6 16,-2 1-10-16,0 0-7 0,-6-1-5 15,-3 4-7-15,-2-4-5 0,-4 3-8 0,-5 0-2 16,-3 2-1-16,3-1-3 0,-5 3 0 15,3 1-5-15,-5 2 1 0,5 0-2 16,-2 1-3-16,-2 2-3 0,-2 2 2 0,3 2-3 16,1-2 5-16,-2 4-1 0,-2 1-3 15,1-2-2-15,2 4-2 0,-2 0-3 0,1 2-4 16,3-1-1-16,1 1 2 16,1-1 0-16,1 3 1 0,5 1-1 0,-5 1 10 15,5 3 7-15,0-3 1 0,4 5 0 16,3-1 3-16,6 3-4 0,-2 3-5 0,6 2 2 15,5 0 3-15,3 0 1 0,1 1-3 16,5 3 1-16,7-5-3 0,-1 8-3 0,0 1 1 16,10-2-4-16,-7 6 0 0,0 5-3 15,5 1-3-15,1 0 1 0,-1-1 0 0,4 3-3 16,0-1 4-16,7-5 5 16,-2-4 9-16,1 5-1 0,0-2-5 0,5 2 11 0,1 2 11 15,2-1-1-15,2 2-8 16,2 1 0-16,4-1 7 0,3 7-5 0,5 1 7 15,2-5-6-15,7 0 15 0,2 0 0 16,8-2 0-16,1-1 1 0,6-2-3 0,2 0-6 16,5-2 0-16,5 2-2 0,16 3 7 15,4-3-19-15,0-2-10 0,1-3 0 0,6-3 8 16,5-2-2-16,8-6-2 0,1-1-7 16,4-1 0-16,2-4-4 0,-1-4 0 15,10 1-4-15,-1-6 9 0,-1 0-3 0,1-1-4 16,3-3-4-16,5-2-14 0,-26-2 7 15,3-1 0-15,-1-4 2 0,-3 1 1 0,2-4-3 16,-4 0 0-16,-1-2-3 16,-3-3 4-16,-4 0-2 0,0-3-2 0,-1-4 2 15,-5 1-2-15,-2-3 3 0,-3-5 3 16,-4-4 7-16,9-8-2 0,-15 4 8 0,-5-1 4 16,-3-7 5-16,-3-2-2 0,-6-5 2 15,-4-4 2-15,7-18 5 0,-17 14 5 0,-3-4-41 16,-6 0-3-16,-8 2 0 0,-5-4 0 15,-8 2 0-15,-7-4 0 0,-10 0 0 0,-15-14 0 16,-14 4 0-16,-11 2 0 0,-7 2 0 16,-13 3 0-16,-5 2 0 0,-12 3 0 0,1 4 0 15,-8 4 0-15,-2 5 0 0,-1 8 0 16,-5 5 0-16,4 5 0 0,3 6-43 0,4 8-77 16,25 3-22-16,-2 8-29 15,7 0-50-15,8 6-72 0,10 0-99 0,9 2-82 16,4 6-121-16,5-1-211 0,6 2 67 15,5-3 79-15,4 1-542 0,2 1-667 0</inkml:trace>
  <inkml:trace contextRef="#ctx0" brushRef="#br0" timeOffset="2618.07">21298 6568 3464 0,'-5'-7'90'0,"5"7"29"0,-3-6 28 0,3 6 30 0,-2-6 26 0,2 6 20 16,0 0 32-16,0 0 51 0,0 0 18 0,-15 26-5 16,9-11-2-16,2 6-10 0,-4 2-11 15,-1 6-9-15,0-1-17 0,1-5-18 0,2-2-23 16,0 0-19-16,-1-6-20 15,3 0-16-15,0-2-142 0,-2-2-32 0,4-1 0 0,-1-1 0 16,1-2 0-16,0 0 0 16,2-7 0-16,-2 9 0 0,2-9 0 0,0 0 0 15,0 0 0-15,0 0 0 0,6-24 0 16,-1 3 0-16,7-7 0 0,1-2 0 0,5-1 0 16,-2 2 0-16,2 2 0 0,-3 3 0 15,0 7 0-15,-4 3 0 0,2 3 0 0,-4 5 0 16,0 0 0-16,0 0 0 0,1 6 0 15,-10 0 0-15,24 4 0 0,-13 4 0 0,0-2 0 16,-1 5 0-16,1 1 0 16,-4-2 0-16,3-1 0 0,0 3 0 0,-5 1 0 15,1-5 0-15,-3 3 0 0,1-2 0 0,3-3 0 16,-4-1 0-16,1 2 0 0,-4-7 0 16,7 7 0-16,-7-7 0 0,8 4 0 15,-8-4 0-15,0 0 0 0,23-21 0 0,-6-3 0 16,4-1 0-16,2 0 0 0,-2-1 0 15,2 2 0-15,-1 2 0 0,-6 6 0 16,-1 5 0-16,-3 2 0 0,-5 2 0 0,4 4 0 16,0 1 0-16,-11 2 0 0,16 5 0 15,-6 2 0-15,1 0 0 0,0 5 0 0,0-2 0 16,-6 3 0-16,4 0 0 0,-1-1 0 16,-2 0 0-16,2-1 0 0,-5 2 0 0,3-4 0 15,-1 0 0-15,-1-1-91 16,3 0-567-16,-4-2-128 0,3-1-117 0,-1 0 79 0,-5-5-852 15,14 5-1113-15</inkml:trace>
  <inkml:trace contextRef="#ctx0" brushRef="#br0" timeOffset="2802.67">22062 6561 4983 0,'0'0'148'0,"0"0"80"0,0 0 73 0,-6-12 50 0,6 12 17 0,0 0-9 0,0 0-49 0,0-8-27 0,0 8-31 0,11-5-30 0,-3 1-54 15,4 1-75-15,1 2-106 16,3-3-115-16,-2 0-113 0,8 4-110 0,0-5-114 16,4 2-107-16,1 1-121 0,0 0-104 15,-6 2 66-15,-2 2-655 0,-5 2-839 0</inkml:trace>
  <inkml:trace contextRef="#ctx0" brushRef="#br0" timeOffset="2950.69">22189 6679 4147 0,'-19'5'160'0,"2"0"67"15,5-2 38-15,1 1 43 0,11-4 12 0,-13 3-19 16,13-3-20-16,-10 3-25 0,10-3-23 16,0 0-20-16,0 0-24 0,0 0-57 0,0 0-95 15,0 0-105-15,32 4-124 0,-12-10-145 16,5 2-127-16,13-5-101 0,19-5-125 16,4 1-33-16,2-3 80 0,-2 1-509 15,2-1-619-15</inkml:trace>
  <inkml:trace contextRef="#ctx0" brushRef="#br0" timeOffset="3433.69">22819 6427 3526 0,'-9'-7'191'0,"5"0"41"15,1 2 34-15,3 5 29 0,2-13 23 16,-2 13 5-16,10-13-11 0,-5 6-23 0,8-1-31 15,1 4-25-15,3 1-17 0,-1-1-23 16,-2 2-18-16,6 4-15 0,-6 2-21 0,8 2-14 16,-7 5-10-16,-2 3 0 15,-2 1 3-15,-4 4 4 0,-5 5 25 0,-4-1 8 16,-10 8 13-16,-5 3-168 0,2-3 0 16,-7-1 0-16,6-3 0 0,-4-2 0 0,7-5 0 15,3-3 0-15,5-4 0 0,-3 1 0 16,5-3 0-16,3-1 0 0,3-2 0 0,6-1 0 15,9 0 0-15,7-2 0 0,17-1 0 16,4-6 0-16,5 0 0 0,11-3 0 0,6 2 0 16,-2-2 0-16,6 1 0 0,-1 1-306 15,-2-4-727-15,-6 4 111 0,-14-2-1095 0,-3 3-1432 16</inkml:trace>
  <inkml:trace contextRef="#ctx0" brushRef="#br0" timeOffset="4316.39">26025 6392 5826 0,'7'-19'-32'0,"-2"6"60"0,-1-1 56 0,0 4 59 0,-3 2 46 0,1 4 20 0,-2 4-7 0,0 0 7 0,0 0 25 15,0 0 3-15,9 22-8 16,-7 2-7-16,-4 15 6 0,2 4-45 0,-3 12-183 15,-5 1 0-15,5 1 0 0,-5-2 0 16,2-5 0-16,-2-9 0 0,5-4 0 0,-6-1 0 16,-2-3 0-16,6-2 0 0,-3-7 0 15,5-7 0-15,-3-1 0 0,4-6 0 0,-1-1 0 16,0 1 0-16,1-2 0 0,-2-1 0 16,4-2 0-16,0-5 0 0,0 0 0 15,0 0 0-15,0 0 0 0,0 0 0 16,0 0 0-16,-9-22 0 0,5 10 0 0,-1-1 0 15,-3-5 0-15,-5 1 0 0,-9-3 0 16,4 5 0-16,-11 5 0 0,-5 2 0 0,-7 4 0 16,0 4 0-16,-2 5 0 0,4 2 0 15,1 6 0-15,2-1 0 0,3 2 0 0,8 5 0 16,2 1 0-16,9 5 0 0,2-4 0 16,4-2 0-16,6-2 0 0,4 2 0 0,4 1 0 15,6 6 0-15,4-1 0 0,7-4 0 16,2-1 0-16,2-3 0 0,4-3 0 15,-4 1 0-15,-2-9 0 0,-2 0 0 0,2-3 0 16,0-1 0-16,-4 0 0 0,0-2 0 16,-2-2 0-16,2 0 0 0,-4-1 0 15,-2-3-511-15,-3 1-269 0,-3-2-142 0,0 1 79 16,-2-1-903-16,-2-1-1179 0</inkml:trace>
  <inkml:trace contextRef="#ctx0" brushRef="#br0" timeOffset="5234.59">26420 6251 4378 0,'0'0'-275'0,"-2"-12"51"0,2 7 46 0,0 5 55 0,0-7 50 0,0 7 46 0,2-10 45 0,-2 10 47 15,1-7 37-15,-1 7 31 0,0-7 24 0,0 7 19 16,-1-8 7-16,1 8-1 0,0 0 28 15,0 0 28-15,0 0 12 0,0 0 5 16,-10 32 6-16,7-13 1 0,-6 13 0 16,-4-3-8-16,-1 6-7 0,2-2-13 0,-1 1-15 15,-1-1-14-15,3-3-23 0,-2 0-12 16,3-8-15-16,0-5-16 0,5-1-15 0,-1-3-94 16,3-3-30-16,-2 0 0 0,1-1 0 15,3-1 0-15,-3-2 0 0,4-6 0 0,0 0 0 16,0 0 0-16,0 0 0 0,0 0 0 15,0 0 0-15,5-35 0 0,7 8 0 16,1-4 0-16,5-1 0 0,-1 0 0 0,-2 3 0 16,2 1 0-16,-5 8 0 0,-5 4 0 15,2 3 0-15,-3 4 0 0,1-2 0 0,0 6 0 16,-2 1 0-16,-5 4 0 0,11-4 0 16,-11 4 0-16,16 4 0 0,-8 2 0 15,-1 1 0-15,1 1 0 0,0 3 0 16,-3-1 0-16,1 0 0 0,-3 1 0 0,-1 0 0 15,3 0 0-15,-3-3 0 0,0-1 0 16,0 0 0-16,-2 0 0 0,1-2 0 0,-1-5 0 16,6 9 0-16,-6-9 0 0,4 5 0 15,-4-5 0-15,0 0 0 0,15-14 0 0,-4 2 0 16,7-12 0-16,2-1 0 0,13-10 0 16,-1 2 0-16,0 0 0 0,2 4 0 0,-10 7 0 15,-1 3 0-15,-8 6 0 0,0 4 0 16,-3 2 0-16,-3 6 0 0,1 4 0 15,-10-3 0-15,15 12 0 0,-7 0 0 16,-5 3 0-16,3-1 0 0,-4 5 0 0,-2 0 0 16,0 1 0-16,0-1 0 0,-4 6 0 15,2-1 0-15,-1-5 0 0,-1 4 0 0,2-5 0 16,-2-3 0-16,4 0 0 0,-1-3 0 16,1-2 0-16,0 1 0 0,0-3-374 0,0-1-152 15,0-7-107-15,1 5-121 0,-1-5-71 16,0 0 76-16,0 0-724 0,29-8-920 15</inkml:trace>
  <inkml:trace contextRef="#ctx0" brushRef="#br0" timeOffset="7049.06">26568 6399 4046 0,'-11'1'-23'0,"11"-1"26"0,-12 4 47 0,12-4 49 0,-9 2 54 16,9-2 41-16,-9 5 19 0,9-5 12 15,-6 5-3-15,6-5 5 0,-3 7-3 16,3-7-6-16,0 0-6 0,1 8-12 0,-1-8-18 15,12 4-21-15,-3-2-16 0,3-1-14 16,3-2-11-16,0-1-16 0,7-4-4 16,0 2-12-16,-1-3-11 0,-3-3-3 0,2-3-12 15,-4 0-5-15,-5-3-3 0,0 0-1 16,-5-4-5-16,-2 5 5 0,-2-1-2 0,-4 1-4 16,-2 3-9-16,-4 0-8 0,-3 1 1 15,0 5-4-15,-7 4-2 0,1 2-1 0,-6 4-7 16,4 2-2-16,0 3 0 0,-2 3 4 15,7 2-6-15,1 1 2 0,3-1 1 0,7-1-2 16,-1 0 8-16,6-1-22 0,1 0 0 16,6-2 0-16,2 0 0 0,2-1 0 0,4-3 0 15,6 0 0-15,1-3 0 16,-2-1 0-16,5-4 0 0,-1-3 0 0,1 1 0 0,-2-2 0 16,-5-1 0-16,2-1 0 0,-3 0 0 15,-4-2 0-15,-3-1 0 0,-3-1 0 16,-2 1 0-16,-3 1 0 0,-2 0 0 15,0 0 0-15,-4 4 0 0,-2-3 0 0,4 9 0 16,-13-7 0-16,6 7 0 0,7 0-280 16,-29 9-136-16,12 2-105 0,-10 5-123 15,4 5-193-15,1 3 50 0,-7 9 79 0,10-8-652 16,2 3-814-16</inkml:trace>
  <inkml:trace contextRef="#ctx0" brushRef="#br0" timeOffset="7281.99">26859 6769 4082 0,'0'0'140'0,"-22"2"45"0,22-2 51 0,0 0 78 0,0 0 52 0,0 0 23 16,0 0-3-16,0 0-21 0,0 0-29 15,0 0-27-15,0 0-34 0,0 0-24 0,0 0-28 16,0 0-36-16,0 0-75 0,46-4-85 15,-27 3-110-15,2 1-119 0,2 0-107 16,-1 0-133-16,2 0-121 0,-3 0-124 0,-3 0-139 16,-2 3 73-16,-7-1-716 0,0 4-916 15</inkml:trace>
  <inkml:trace contextRef="#ctx0" brushRef="#br0" timeOffset="7448.61">26810 6971 4323 0,'-20'7'82'0,"3"2"57"16,1-4 57-16,5 0 36 0,2-3 34 15,-2 2-2-15,11-4-11 0,-7 5-13 0,7-5-16 16,0 0-19-16,0 0-24 0,19 10-43 16,0-10-76-16,8-4-99 0,17 1-107 0,-1-2-90 15,18-4-70-15,4 1-96 16,3-4-122-16,2-3-134 0,2-3-34 0,-6-1 76 16,2-3-476-16,-4-3-560 0</inkml:trace>
  <inkml:trace contextRef="#ctx0" brushRef="#br0" timeOffset="7665.61">27759 6609 2878 0,'-2'-8'81'0,"-1"-1"90"0,-1 3 46 0,-2-2 47 16,6 8 47-16,-7-8 51 0,3 4 23 15,4 4 9-15,0 0 2 0,0 0 8 0,-25 12-3 16,13 0-11-16,1 5-28 0,-3 12-29 16,-4 0-46-16,2 3-28 0,2 3-24 0,-2-1-174 15,3 2-61-15,0-2 0 16,-1 0 0-16,5-1 0 0,1-2 0 0,4-3 0 15,0-8 0-15,4-3 0 0,2 2-73 16,4-4-301-16,0-6-78 0,1 1-75 0,4-6-71 16,3-3-81-16,-1-2-94 0,9-5 54 15,1-1-640-15,5-8-814 0</inkml:trace>
  <inkml:trace contextRef="#ctx0" brushRef="#br0" timeOffset="7965.25">27975 6771 3567 0,'12'-14'-45'0,"-9"2"76"0,1 5 67 16,-6 2 51-16,2 5 57 0,0 0 49 0,0 0 38 15,0 0 41-15,-41 17 22 0,25-3 16 0,-5 5-4 16,6-2-9-16,4 0-18 0,0-2-16 16,2 5-24-16,4-2-20 0,3-2-23 15,0 0-41-15,4-1-92 0,2-1-125 16,3-3 0-16,0 0 0 0,5-1 0 0,3-5 0 16,3-2 0-16,0-1 0 0,3-2 0 15,1-2 0-15,1-1 0 0,-3-3 0 0,-1-3 0 16,3-4 0-16,-7 0 0 0,-2-3 0 15,0-9 0-15,-2-4 0 0,-2-2 0 0,-6-4 0 16,-3 6 0-16,-1 5 0 0,-5 2 0 16,-10-3 0-16,-1 1 0 0,-7 6 0 0,-3 5 0 15,0 6 0-15,2 3 0 16,-2 4 0-16,-9 9 0 0,2 1 0 0,-4 6 0 16,-4 3-634-16,0 1-311 0,6 4 41 15,8-5 99-15,1 1-863 0,2 3-1103 0</inkml:trace>
  <inkml:trace contextRef="#ctx0" brushRef="#br0" timeOffset="8481.93">26674 7436 4874 0,'-41'0'129'0,"-4"2"2"0,-1-2 30 0,4 0 65 0,8 2 76 0,9-2 45 16,4 2-3-16,4-2-13 0,5 2-8 0,12-2-22 16,0 0-7-16,0 0-9 0,0 0-142 15,84-2-143-15,0-2 0 0,34 1 0 16,14-4 0-16,9-1 0 0,11 0 0 0,5-4 0 15,8 1 0-15,-1-4 0 0,-8 1 0 16,-9-4 0-16,-14-1 0 0,-14 0 0 0,-26 2-422 16,-30 0-47-16,-23 5-2 0,-17 3 8 15,-15 2 31-15,-11 1 44 0,3 6 41 16,-49-11 41-16,-1 7 40 0,-22 7 41 0,-12 4 28 16,-27 1 22-16,-9 6 25 0,-4-2 47 15,1 5 60-15,1 0 81 0,5-2 71 16,15-1 47-16,28 0 24 0,9-2 9 0,13 0 15 15,16-1 21-15,6 1 31 0,12-2 38 16,13 0 23-16,8 1 6 0,10-3-14 0,18 6-21 16,21-3-30-16,10-3-25 0,15 0-22 15,4-6-22-15,11-2-27 0,24-4-50 0,3-2-49 16,-9 2-67-16,-3-4-87 16,-27 1-91-16,-6 0-103 0,-7-2-119 0,-14-2-107 15,-14 3-98-15,-15 1-153 0,-7 0 27 16,-7 0 79-16,-7 0-572 0,-3 2-691 0</inkml:trace>
  <inkml:trace contextRef="#ctx0" brushRef="#br0" timeOffset="15013.97">20866 7914 3248 0,'0'0'-38'0,"-12"-3"50"0,12 3 47 0,-12-3 59 0,12 3 46 0,-10-5 39 16,10 5 21-16,-2-7 7 0,2 7 1 15,2-9-3-15,-2 9 0 0,10-12-8 16,3 5-16-16,0 0-13 0,3 0-17 0,2 3-15 16,-2 4-7-16,5-2-22 0,-2 4-16 15,2 2-6-15,0 5-17 0,4 7-5 0,-10 1-5 16,-4 2 4-16,-1 11 0 0,-10-1 14 16,-10 6 19-16,-6 9 10 0,-9 1 10 15,-2 0 7-15,-7-2 7 0,1-3 15 0,3 0 10 16,1-3 9-16,8-8-120 0,1-4-67 15,0 1 0-15,9-7 0 0,1-6 0 0,4 1 0 16,5-4 0-16,1 1 0 0,0-3 0 16,5 1 0-16,7-1 0 0,5 2 0 15,2-6 0-15,6 3 0 0,4-4 0 0,-1-1 0 16,1-2 0-16,11-2 0 0,-2-1 0 16,-1-2 0-16,-8 1 0 0,0-1 0 0,-4 0 0 15,-2-2 0-15,-5 0 0 0,2 4 0 16,-5-1 0-16,-4-2-306 0,1 0-209 15,-2 1-45-15,-5 2-79 0,1-2-146 0,-1-1 5 16,-1 2 82-16,3 0-631 0,-7 4-786 16</inkml:trace>
  <inkml:trace contextRef="#ctx0" brushRef="#br0" timeOffset="15647.28">22026 8088 4042 0,'-7'-7'190'0,"4"4"31"0,3 3 37 0,-6-7 24 0,6 7 6 0,-5-4-7 0,5 4 2 0,0 0 9 15,-11 12-11-15,0-1-16 0,2 2-11 0,0 5-15 16,-7 7-12-16,1-1-22 0,3-2-14 15,-1 2-17-15,1-1-19 0,1-6-92 0,4 1-63 16,0-6 0-16,-2 1 0 16,2-3 0-16,1 1 0 0,3-3 0 0,-1-1 0 15,-1 0 0-15,3-2 0 0,2-5 0 16,-1 9 0-16,1-9 0 0,0 0 0 0,0 0 0 16,0 0 0-16,15-21 0 0,-4 6 0 15,11-6 0-15,-1 0 0 0,-3-1 0 0,0 6 0 16,-5 2 0-16,1 4 0 0,-3 0 0 15,-4 3 0-15,3 0 0 0,-2 4 0 0,-3 0 0 16,3 2 0-16,-8 1 0 0,0 0 0 16,19 5 0-16,-13 1 0 0,-1-3 0 0,1 6 0 15,0-2 0-15,0 0 0 16,-3 2 0-16,3-3 0 0,-2 2 0 0,-3 1 0 16,3-1 0-16,1 0 0 0,-3-2 0 15,0 0 0-15,-1-2 0 0,-1-4 0 0,4 7 0 16,-4-7 0-16,7 4 0 0,-7-4 0 15,0 0 0-15,25-11 0 0,-10 1 0 0,5 2 0 16,1 0 0-16,-5-3 0 0,6 1 0 16,-7 3 0-16,-2 1 0 0,0 3 0 0,1 3 0 15,-3 0 0-15,3 5 0 0,-3 2 0 16,0 3 0-16,-1 1 0 0,0-1 0 16,-3 4 0-16,1-1 0 0,-2 1 0 0,-1 0 0 15,-1-3 0-15,0 1 0 0,0-2 0 0,-3 0 0 16,6-1 0-16,-5-3 0 0,1 3 0 15,-3-4 0-15,6 0 0 0,-6-5-767 16,4 7-196-16,-4-7 81 0,0 0 100 0,15-3-849 16,-4-3-1071-16</inkml:trace>
  <inkml:trace contextRef="#ctx0" brushRef="#br0" timeOffset="15980.55">22709 8160 4272 0,'4'-4'-51'0,"-4"-1"85"0,0 5 40 0,0 0 37 0,0 0 31 0,0 0 22 0,0 0 12 15,0 0 4-15,0 0-5 0,0 0-1 0,0 0-9 16,0 0-3-16,-4 28-15 0,4-20-11 16,2 2 6-16,4 1-15 0,-1-1-11 15,-2 0-15-15,3-1 4 0,-1-1 1 16,5 1 4-16,-2-2 7 0,-1 0 4 0,2-1 1 16,5-4-3-16,-3 0-24 0,0-2 0 15,-11 0 24-15,25-2 15 0,-15 0 1 0,2 0-1 16,-12 2-2-16,14-11-132 0,-7 3 0 15,-1-2 0-15,-5-2 0 0,1-5 0 0,2-5 0 16,-4-2 0-16,0-3 0 16,-4-10 0-16,2 11 0 0,-1 3 0 0,1 6 0 0,-5 1 0 15,2 5 0-15,-3 3 0 0,-1 2 0 16,-1 0 0-16,-1 5 0 0,0 1 0 16,-1 3-302-16,-1 3-291 0,1-2-117 15,1 6-182-15,2-3 87 0,5-3 92 0,6 4-707 16,3-4-872-16</inkml:trace>
  <inkml:trace contextRef="#ctx0" brushRef="#br0" timeOffset="16447.38">23680 7790 3970 0,'1'-17'131'0,"1"2"78"0,0 6 74 15,-2 0 62-15,0 1 36 0,0 2 8 0,0 6-8 16,0 0 12-16,0 0-3 0,0 0 6 0,-22 18-8 15,8-1-18-15,-4 8-205 16,2 8-165-16,-4-2 0 0,0 9 0 0,4-5 0 16,0 8 0-16,2-11 0 0,1-3 0 15,1 0 0-15,3-4 0 0,1-6 0 0,3-6 0 16,-2 1 0-16,4-2 0 0,-3-3 0 16,2-1 0-16,3 1 0 0,-1-3 0 0,0 0 0 15,-2 0 0-15,4-6 0 0,0 0 0 16,0 0 0-16,0 0 0 0,0 0 0 15,0 0 0-15,-27-15 0 0,15 6 0 0,1 1 0 16,-4-2 0-16,0 3 0 0,-5 3 0 0,4 3 0 16,-4 1 0-16,2 2 0 0,-5 6 0 15,3-1 0-15,4 3 0 0,-2 0 0 16,5 3 0-16,1 0 0 0,5-1 0 0,1-2 0 16,5 2 0-16,-1-1 0 0,2-1 0 15,2 1 0-15,5 1 0 0,0-2 0 0,5-2 0 16,1 1 0-16,3-2 0 0,-1 0 0 15,-1-5 0-15,2 4 0 0,4-3 0 0,-6-1 0 16,0 0 0-16,-1 0 0 0,-4-2 0 16,3 0 0-16,-12 0 0 0,19 0 0 0,-19 0 0 15,14-2 0-15,-14 2 0 16,0 0-514-16,0 0-478 0,0 0 90 0,0 0 98 16,0 0-889-16,0 0-1129 0</inkml:trace>
  <inkml:trace contextRef="#ctx0" brushRef="#br0" timeOffset="17346.52">24278 8107 4940 0,'-3'-17'28'0,"-4"6"48"0,3 1 56 0,2-1 63 0,1 3 53 0,-1 2 28 16,2 0 12-16,0 6-14 0,-4-10-21 0,4 10-25 15,0 0 6-15,0 0 22 0,0 0-13 16,-15 27-5-16,7-7-22 0,-1 9-150 0,-2 6-66 15,-1-1 0-15,1 3 0 16,-1-2 0-16,0-2 0 0,1 2 0 0,-1-3 0 16,5-1 0-16,0-7 0 0,1-3 0 15,0-3 0-15,2-1 0 0,0-3 0 0,2-2 0 16,2-1 0-16,-1-3 0 0,2-3-193 16,-1-5-337-16,11 5-66 0,-11-5-58 0,25-10-60 15,-5 0-60-15,7-8 55 0,-1-4-645 16,10-8-819-16</inkml:trace>
  <inkml:trace contextRef="#ctx0" brushRef="#br0" timeOffset="17530.68">24470 8172 3547 0,'11'-22'-39'0,"0"3"109"0,-8 5 85 16,3 4 59-16,-4 3 39 0,0 0 24 0,-2 7 25 15,0 0 4-15,0 0 6 0,0 0-10 16,0 0-5-16,-24 17-13 0,19 0-21 16,-4 2-23-16,-1 10-26 0,0 0-20 0,3-2-18 15,-1 2-19-15,3 1-16 0,-2-2-19 16,6-6-31-16,-3-1-55 0,2-1-69 15,0-1-80-15,0-2-100 0,2-3-102 0,0-1-124 16,0 0-131-16,2-5-181 0,2-1-37 16,1 0 88-16,6-4-658 0,0 0-812 0</inkml:trace>
  <inkml:trace contextRef="#ctx0" brushRef="#br0" timeOffset="17729.89">24857 8289 4169 0,'0'0'264'15,"-1"-11"76"-15,1 11 55 0,0 0 27 0,0-10-3 16,0 10-4-16,0-7-22 0,0 7-33 16,1-8-41-16,5 4-36 0,-6 4-24 0,18-4-106 15,-7-1-153-15,3 4 0 0,8-1 0 16,-5 0-26-16,4 2-267 0,0-2-113 0,2 2-97 16,-4 0-91-16,0 0-110 0,-4 0-90 15,-2 4 68-15,-7-2-684 0,-1 4-861 0</inkml:trace>
  <inkml:trace contextRef="#ctx0" brushRef="#br0" timeOffset="17896.39">25006 8347 3750 0,'-16'9'-5'0,"5"-4"104"16,-1 3 75-16,5-4 64 0,-2 1 54 15,1-2 35-15,5-1 16 0,3-2-3 16,-11 5-12-16,11-5-14 0,-5 5-12 16,5-5-20-16,0 0-27 0,0 0-22 0,0 0-24 15,19 10-32-15,-9-10-58 0,-10 0-80 16,28-3-99-16,-6 1-109 0,0-3-102 0,3 2-121 15,0-2-108-15,7-4-98 0,4 2-137 16,3 2-9-16,-3-1 80 0,-6 4-589 16,-1 0-713-16</inkml:trace>
  <inkml:trace contextRef="#ctx0" brushRef="#br0" timeOffset="18280.41">25976 8102 3927 0,'-19'-12'297'0,"2"3"67"0,3 2 56 15,5 0 41-15,4 1 4 0,0 3-15 0,5 3-45 16,0-8-33-16,0 8-31 16,16-8-49-16,-3 6-29 0,0 0-129 0,9 6-134 0,0-1 0 15,-3 4 0-15,3 2 0 16,-4 4 0-16,-2-1 0 0,-3 4 0 0,-6 1 0 15,-5 2 0-15,-4-1 0 0,-5 12 0 16,-8 0 0-16,-5 1 0 0,-1-2 0 0,1-2 0 16,0 0 0-16,1-3 0 0,8-5 0 15,2-4 0-15,0-1 0 0,4-4 0 0,5 2 0 16,2-3 0-16,1 2 0 0,9 1 0 16,5-5 0-16,2 2 0 0,6-4 0 0,11-1 0 15,-1-3 0-15,4-1 0 0,4-1 0 16,-3-1 0-16,-10-2 0 0,-3 2 0 0,0 1 0 15,-8-1 0-15,0 0 0 16,-6 1 0-16,-3-1 0 0,-10 2-397 0,7-2-565 0,-7 2 44 16,0 0 106-16,0 0-923 15,-36 16-1168-15</inkml:trace>
  <inkml:trace contextRef="#ctx0" brushRef="#br0" timeOffset="19147.3">21107 9167 4404 0,'-8'-4'-244'0,"3"1"52"0,5 3 52 0,-10-5 57 0,10 5 59 0,-4-4 51 0,4 4 49 16,-4-6 23-16,4 6 38 16,-2-8 25-16,2 8 18 0,6-11 12 0,-2 3 7 15,6 0 13-15,-1-3-5 0,5 3 0 16,1 2-16-16,2 0-10 0,2 0-22 0,-2 6-15 16,4 0-14-16,0 4-11 0,-2 6-9 15,6 7-2-15,-6 7 5 0,-7-5-1 0,-7 3 6 16,-1 5 8-16,-8 9 4 0,-3 0 0 15,-7 0-1-15,-5 6-6 0,2-1 4 0,2-8 3 16,-1-2 6-16,5-4 5 0,1-4-26 16,3-6-115-16,1-3 0 0,2-4 0 0,3-2 0 15,-1 1 0-15,2-2 0 0,0-2 0 16,0-5 0-16,7 8 0 0,4-4 0 16,3-1 0-16,5-1 0 0,4-2 0 15,3 0 0-15,3 0 0 0,11-3 0 0,2 1 0 16,0-2 0-16,-4 1 0 0,1-2 0 15,-5-2 0-15,-2 0-547 0,-5 0-189 0,-7 1-165 16,1-3 60-16,-1 1 93 0,-4-1-755 16,-2 0-948-16</inkml:trace>
  <inkml:trace contextRef="#ctx0" brushRef="#br0" timeOffset="19730.37">21684 9370 3989 0,'0'0'30'0,"0"0"129"0,0 0 123 0,0 0 143 0,0 0 93 16,0 0 114-16,0 0 23 0,0 0-54 0,10-22-54 16,-10 22-194-16,4-9-353 15,-4 5 0-15,0 4 0 0,2-11 0 0,0 6 0 16,-2 5 0-16,0-11 0 0,0 11 0 15,1-11 0-15,-1 6 0 0,0-2 0 0,0 7 0 16,2-11 0-16,-2 11 0 0,4-8 0 16,-4 8 0-16,2-7 0 0,-2 7 0 0,3-5 0 15,-3 5 0-15,7-5 0 0,-7 5 0 16,9-2 0-16,-9 2 0 0,0 0 0 0,17 5 0 16,-17-5 0-16,12 9 0 0,-7-2 0 15,-3 3-662-15,0 0-319 0,-4 4 98 0,0 1-1044 16,-1 4-1347-16</inkml:trace>
  <inkml:trace contextRef="#ctx0" brushRef="#br0" timeOffset="20162.15">22021 9199 4925 0,'0'-5'-192'0,"0"5"74"0,5-14 80 0,-5 8 79 0,2-1 67 0,-2-3 64 15,0 0 45-15,0 0 56 0,2 1 25 0,-1 1 14 16,-1 2 5-16,0 6-8 0,0-12-12 16,0 12-13-16,0-8-28 0,0 8 4 0,0 0-14 15,0 0-22-15,11 20-224 0,-5-2 0 16,1 3 0-16,-4 2 0 0,1 2 0 0,0 9 0 16,-3-3 0-16,-1-7 0 0,2 1 0 15,-2-1 0-15,2 1 0 0,0-4 0 0,-2-3 0 16,0-1 0-16,0-1 0 15,2-3 0-15,-2-1 0 0,2-1 0 0,-1-1 0 16,-1-3-147-16,4-4-475 0,-4-3-116 16,10 2-148-16,-10-2 72 0,17-8 90 0,-3-2-725 15,1-3-898-15</inkml:trace>
  <inkml:trace contextRef="#ctx0" brushRef="#br0" timeOffset="20529.77">22464 9134 4034 0,'-11'-3'21'0,"0"0"44"15,11 3 38-15,-22 8 44 0,8 0 36 16,3 1 29-16,-4 3 11 0,-6 9-7 0,6 2-6 16,2 1-9-16,1-1-3 0,4-3-8 15,3-1-11-15,3 0-7 0,0-2-7 0,4 0-6 16,2-1-7-16,-1-3 3 0,5 1-3 15,-3-4 3-15,5 0 2 0,3-1-6 0,1-3-8 16,-1-4-9-16,5-2-14 0,-4 0-10 16,8-2-26-16,-6-4-84 0,4-3 0 0,-3 1 0 15,2-2 0-15,-3-2 0 16,-5-1 0-16,-2-4 0 0,-3 2 0 0,0-6 0 16,-4 3 0-16,-2-6 0 0,-4-2 0 15,-2-6 0-15,0 9 0 0,-1 5 0 0,-3 1 0 16,0 4 0-16,-3 5 0 0,0 0 0 15,-2 6 0-15,-2 0 0 0,-1 6 0 0,-1-1-343 16,1 5-241-16,-2 0-180 0,5 2-119 16,3-2 97-16,3-1-857 0,5-1-1081 0</inkml:trace>
  <inkml:trace contextRef="#ctx0" brushRef="#br0" timeOffset="20746.56">23264 9307 4956 0,'0'0'201'0,"-47"-7"54"0,33 4 65 16,5 1 58-16,9 2 22 0,-15-7-8 0,6 5-32 15,9 2-36-15,-5-3-39 0,5 3-26 16,0 0-198-16,18-9-61 0,-6 6 0 16,6-2 0-16,2 2 0 0,5-1-10 0,2 1-321 15,7-4-108-15,2-2-93 0,-1-1-75 16,-2 1-117-16,-11 1-57 0,-5 2 69 0,-4 2-667 15,-4 2-833-15</inkml:trace>
  <inkml:trace contextRef="#ctx0" brushRef="#br0" timeOffset="20980.5">23308 9089 4125 0,'-7'-8'150'0,"0"2"40"0,2 3 35 15,5 3 17-15,-8-4 4 0,8 4 27 16,0 0 16-16,-15 17 8 0,7-3-12 0,5 3-17 15,-5 7-12-15,5 10-33 0,1 3-23 16,0 2-19-16,0 1-18 0,2-1-15 0,2-4-19 16,2 0-18-16,-3-6-28 0,-1-4-40 15,6-2-35-15,-4-1-57 0,0-5-37 0,-1 0-57 16,1-5-56-16,2 0-64 0,-2-4-72 16,0 1-97-16,-1-6-99 0,-1-3-139 15,3 5-104-15,-3-5 76 0,0 0-647 16,0 0-801-16</inkml:trace>
  <inkml:trace contextRef="#ctx0" brushRef="#br0" timeOffset="21762.87">24017 9268 3741 0,'-6'-7'51'0,"4"2"55"0,-1-2 45 0,3 7 56 0,-4-11 39 0,0 6 14 16,4 5 33-16,-3-6-9 0,3 6-8 0,-3-8-17 15,3 8-5-15,0 0 15 0,0 0 5 16,0 0-9-16,0 0-16 0,-6 25-14 16,4-10-8-16,-1 0-10 0,-3 3-13 0,3 0-81 15,-6 3-123-15,4-1 0 0,-5-1 0 16,7-4 0-16,-3 1 0 0,1-3 0 0,2-1 0 15,-3-4 0-15,4 1 0 0,1-3 0 16,-1 2 0-16,0-4 0 0,2-4 0 0,0 0 0 16,0 0 0-16,0 0 0 0,0 0 0 15,13-18 0-15,-3 3 0 0,5-10 0 0,2-3 0 16,2 3 0-16,0 1 0 16,1 3 0-16,-6 6 0 0,-3 3 0 0,1 2 0 15,-4 1 0-15,-3 2 0 0,2 2 0 16,-2 0 0-16,-5 5 0 0,12 0 0 0,-12 0 0 15,0 0 0-15,15 12 0 0,-9-5 0 16,-3 1 0-16,3 2 0 0,-2 1 0 0,-2-1 0 16,-1 0 0-16,1 1 0 0,0-1 0 15,-2 0 0-15,3-1 0 0,-3-1 0 0,0-1 0 16,0 0 0-16,0-7 0 0,4 10 0 16,-3-7 0-16,-1-3 0 0,0 0 0 15,0 0 0-15,0 0 0 0,23-10 0 0,-11 3 0 16,-1-3 0-16,3 0 0 0,-2 1 0 15,2-1 0-15,-3 2 0 0,-1 2 0 0,0 1 0 16,-5 3 0-16,5 1 0 0,-10 1 0 16,0 0 0-16,21 7 0 0,-17-2 0 0,3 2 0 15,-2 2 0-15,1-1 0 0,1 2 0 16,-4-1 0-16,3 1 0 0,-3-1 0 0,3-1 0 16,-1 2 0-16,-2-6 0 0,3 1 0 15,-2 1 0-15,-1-4-283 0,-3-2-167 16,13 4-59-16,-13-4-44 0,16 0-69 15,-16 0-100-15,15-6-12 0,-7 2 71 0,-1-3-580 16,3 3-705-16</inkml:trace>
  <inkml:trace contextRef="#ctx0" brushRef="#br0" timeOffset="22462.77">24564 9073 3333 0,'10'-8'-10'0,"-5"3"68"0,1 1 71 0,-1-2 61 0,-1 0 53 0,-4 6 45 16,8-10 39-16,-6 5 1 0,-2 5 19 0,6-10 6 15,-6 10-2-15,4-9 2 0,-4 9-16 16,0-7-4-16,0 7-21 0,0 0-37 0,-24-1-22 16,3 6-13-16,-13 10-89 0,-11 7-151 15,-7 9 0-15,-16 10 0 0,-1 6 0 0,-2 3 0 16,6 6 0-16,3 1 0 0,4 2 0 15,17-12 0-15,5 1 0 0,2-1 0 16,11-3 0-16,-1-3 0 0,13-9 0 0,3 0 0 16,4-9 0-16,2-2 0 0,6-5 0 15,4-1 0-15,4-1 0 0,4-4 0 16,5-1 0-16,4-4 0 0,6-5 0 0,7-3 0 16,1-4 0-16,2-3 0 0,-1-2 0 15,-6-5 0-15,-2 1 0 0,-3-3 0 0,-4-1 0 16,-6-1 0-16,0-4 0 0,-7 0 0 15,-7 4 0-15,1 1 0 0,-4 4 0 0,-4 1 0 16,-4 1 0-16,3 1 0 0,-8 2 0 16,-1 3 0-16,-1 1 0 0,-3 2 0 0,-1 1 0 15,-2 2 0-15,0 2 0 16,-2 4 0-16,4 0 0 0,-5-1 0 0,8 0 0 16,-2 3-54-16,5-3-587 0,0 2-111 15,2-2-138-15,9-3 69 0,0 0-891 0,0 0-1145 16</inkml:trace>
  <inkml:trace contextRef="#ctx0" brushRef="#br0" timeOffset="22679.56">24772 9432 5250 0,'-20'-4'289'0,"7"2"47"0,2 0 60 0,1 0 38 0,3 0 8 0,7 2-28 0,-10-4-45 0,10 4-108 15,0 0-261-15,0 0 0 0,0 0 0 0,0 0 0 16,27-2 0-16,-10 2 0 0,2 0 0 16,1-3 0-16,7 2-499 0,0-1-174 0,-2 0-202 15,0-1 29-15,-7 3 100 0,0 2-802 16,-7-1-992-16</inkml:trace>
  <inkml:trace contextRef="#ctx0" brushRef="#br0" timeOffset="22847.43">24768 9597 4009 0,'-20'9'76'0,"4"-1"79"0,2-1 40 0,3-1 44 16,0 0 47-16,1-3 27 0,2 2-4 16,8-5-16-16,-7 7-18 0,7-7-28 15,4 8-24-15,-4-8-25 0,14 2-46 16,2-2-67-16,2-2-78 0,6-3-91 0,10-2-100 16,0-2-109-16,1-4-112 0,-1-2-110 15,0 0-136-15,1-4-71 0,-1 0 71 16,-4 0-559-16,-3 3-673 0</inkml:trace>
  <inkml:trace contextRef="#ctx0" brushRef="#br0" timeOffset="24545.34">25718 9279 3378 0,'-11'-3'87'0,"11"3"50"0,-7-7 35 0,2 4 46 0,5 3 37 16,-3-10 30-16,3 10 12 0,-2-12-4 0,2 3-13 16,0 9-10-16,5-12-18 0,2 7-16 15,-2 0-23-15,5 1-16 0,2 1-19 16,-12 3-20-16,20 0-15 0,-6 1-14 16,-1 7-11-16,1-2-11 0,-1 5-12 0,-1 1-5 15,-1 3-8-15,-4 2-6 0,-1-1-8 16,-5 0 0-16,-1 5 3 0,-5 0-4 0,-6 10-8 15,-5 2-3-15,-4 6-4 0,-7-2-48 16,0-2-4-16,6-10 0 0,3 0 0 0,5-8 0 16,2-5 0-16,3-2 0 0,2-2 0 15,3-3 0-15,3-5 0 0,0 0 0 16,0 0 0-16,0 0 0 0,0 0 0 0,0 0 0 16,16-27 0-16,-7 19 0 0,0 1 0 15,3 0 0-15,-3 4 0 0,4-1 0 16,1 2 0-16,1 2 0 0,-15 0 0 0,30 4 0 15,-12-1 0-15,-2 2 0 0,4-1 0 16,-1 1 0-16,-2 0 0 0,6 0 0 0,-5-1-436 16,2-1-175-16,-3 0-105 0,5-3-147 15,-2 0 69-15,5-3-829 0,0 0-1061 0</inkml:trace>
  <inkml:trace contextRef="#ctx0" brushRef="#br0" timeOffset="24914.76">26446 9233 4271 0,'0'-22'1'0,"-1"3"82"16,1 3 47-16,-2 3 41 0,0 5 42 0,-2-2 35 16,2 2-4-16,1 2-6 0,1 6-10 15,-8-9-5-15,8 9 1 0,0 0-2 0,-27 14-8 16,12-3-4-16,-2 11-7 0,-13 10-10 16,1 0-13-16,2 4-12 0,0 0-12 15,6 2-10-15,4-9-15 0,5 4-37 0,7-4-94 16,-1-3 0-16,6-6 0 0,0-2 0 15,4-1 0-15,2-2 0 0,4-3 0 0,-3 0 0 16,2-2 0-16,4-3 0 0,-1-2 0 16,-1-3 0-16,1-1 0 0,-1-2 0 15,-11 1 0-15,22-5 0 0,-13-2 0 0,-2 2 0 16,-1-6 0-16,-1 1 0 0,-4-2 0 16,1-1 0-16,-4-3 0 0,2 3 0 15,-3-4 0-15,-2 3 0 0,0-1 0 0,-5 3 0 16,7 2 0-16,-8 2 0 0,4 1 0 15,-2 3 0-15,-2 4 0 0,11 0 0 0,-20 0 0 16,20 0-520-16,-17 6-141 0,9-3-185 16,5 0-12-16,3-3 100 0,-4 7-789 0,4-7-990 15</inkml:trace>
  <inkml:trace contextRef="#ctx0" brushRef="#br0" timeOffset="25646.18">27160 9399 4636 0,'-22'-12'127'0,"11"10"30"16,1-1 36-16,1 2 46 0,-2-1 26 0,11 2-6 15,-21 3-18-15,8 0-19 0,-1 5-22 16,3 0-17-16,-1 5-21 0,2-1-14 0,-1 2-13 16,3 1-18-16,1-1-8 0,-3-1-13 15,7 1-7-15,-4-4-11 0,4-1-10 16,-1 1-5-16,2-2-3 0,-2-1-8 15,3 0-2-15,-1-2-2 0,2-5-3 0,-2 9 8 16,2-9 2-16,0 0-14 0,0 0-41 16,16-17 0-16,-5 8 0 0,-2-1 0 0,5-4 0 15,-5 2 0-15,2 3 0 0,-4 1 0 16,2 2 0-16,-4-1 0 0,3 5 0 0,-5 0 0 16,-3 2 0-16,12-2 0 0,-12 2 0 15,0 0 0-15,19 6 0 0,-14-1 0 16,2-1 0-16,-2 0 0 0,3 3 0 0,-3 0 0 15,4-2 0-15,-2-2 0 0,0 2 0 16,1 1 0-16,-3-6 0 0,-5 0 0 0,18 3 0 16,-18-3 0-16,18 0 0 0,-18 0 0 15,22-7 0-15,-7 0-41 0,-2 1-46 16,3 0 11-16,-3 0 6 0,-3 2 4 16,-3 0-2-16,-7 4 7 0,13-2 13 0,-13 2 0 15,0 0 3-15,12 10 2 0,-8-4 7 16,-2 1 4-16,0 2 4 0,0-2 8 0,0 5-2 15,-1 0 1-15,-1-2-9 0,4 0-4 16,-2-1-3-16,2-2-3 0,-1-1-5 0,2-1 4 16,-5-5-3-16,13 9 6 0,-8-7 5 15,-5-2-1-15,18-2 4 0,-7-1 4 16,3-4 4-16,-1 0-1 0,3-3 11 0,-4-2 8 16,1 0 13-16,-1 3 4 0,-1 2 11 15,0 0 15-15,-4 1 13 0,-1 4-2 16,-6 2-1-16,9-7-3 0,-9 7 10 0,0 0 4 15,0 0-7-15,0 0-7 0,16 12-7 16,-15-5-6-16,1 1-3 0,2 1-5 0,0 1-5 16,-3 2-5-16,3 0-4 0,0-2-4 15,0 2-5-15,4 0-5 0,-3-3-6 0,3-2 5 16,-3 0-4-16,7-1 5 16,-2-4-6-16,-1 0-19 0,5-4-12 0,-1 0-18 15,0-1-23-15,4-2-32 0,1-4-36 16,1-1-46-16,5-5-56 0,1-4-66 0,0-3-64 15,0-1-52-15,0-6-53 0,2-6-10 16,-2 0-23-16,4-2-24 0,2-7-18 0,-1-4-418 16,1-1-456-16</inkml:trace>
  <inkml:trace contextRef="#ctx0" brushRef="#br0" timeOffset="26028.72">28189 8947 2557 0,'15'-24'-36'0,"-6"4"65"0,-1 3 62 0,-2 5 80 0,-3 3 55 0,1-1 42 0,0 0 34 15,-2 4 21-15,-1-2 12 0,-1 8 0 0,4-9-1 16,-4 9 4-16,0 0 12 0,0 0 7 15,-15 21 1-15,4-3-6 0,-4 11-4 16,-8 13-19-16,-1 0-7 0,0 5-12 16,-2 0-118-16,3 1-192 0,-2 1 0 0,2-3 0 15,2 0 0-15,2-3 0 0,6-7 0 16,-1-2 0-16,5-3 0 0,1-6 0 0,5-6 0 16,-1-3 0-16,-1-3 0 0,3-3 0 15,1-2 0-15,-1-2 0 0,2-6 0 0,0 0 0 16,0 0 0-16,0 0 0 0,0 0 0 15,0 0 0-15,0 0 0 0,2-29 0 0,-8 17 0 16,-1 0 0-16,-3 1 0 0,-3 3 0 16,0 0 0-16,-3 4 0 0,-1 4 0 0,0 0 0 15,-1 6 0-15,0 2 0 0,-2 4 0 16,-5 5 0-16,11-2 0 0,0-1 0 16,1 3 0-16,4 1 0 0,0-4 0 15,4 0 0-15,-1-1 0 0,4 0 0 0,2-3 0 16,4 0 0-16,3 2 0 0,7 0 0 15,15 2-12-15,7-4-424 0,7-2-105 0,15-3-142 16,4-3-186-16,10-2 75 0,0-2 82 16,3-8-697-16,-2-1-862 0</inkml:trace>
  <inkml:trace contextRef="#ctx0" brushRef="#br0" timeOffset="26246.37">28901 9003 4218 0,'-9'-17'140'0,"2"5"43"0,-2 2 49 0,2 5 56 0,-1 0 23 0,8 5 15 16,0 0-3-16,-23 12-6 0,14 3-8 16,-7 11-10-16,2 5-37 0,-4 10-24 0,0 4-23 15,0 0-18-15,-1 5-14 0,2-3-33 16,-1-3-150-16,7-6 0 0,-1-1 0 0,3 0 0 16,2-2 0-16,3-10 0 0,-4-3-11 15,8-3-244-15,-2-2-69 0,0-5-68 0,2-2-64 16,2-3-36-16,4-3-24 0,-6-4-2 15,15 0 4-15,-15 0 41 0</inkml:trace>
  <inkml:trace contextRef="#ctx0" brushRef="#br0" timeOffset="26445.26">28726 9525 3510 0,'25'-24'-233'0,"5"-8"81"0,2-5 82 16,3-1 78-16,-1-3 87 0,-1 5 63 15,-5 4 39-15,-7 6 47 0,-3 9 33 16,-7 2 20-16,-4 3 23 0,-1 4 1 16,0 4 15-16,-6 4 23 0,0 0 9 0,0 0 3 15,-4 30-13-15,-2-9-13 0,-7 10-17 16,-3 5-25-16,-2 5-42 0,-4 3-71 0,4-1-190 15,-1 0 0-15,-1 0 0 0,5-7 0 16,3-3 0-16,-1-1 0 0,4-3 0 0,1-5 0 16,1-2 0-16,3-7 0 0,-2 2-337 15,3-5-239-15,1-2-136 0,0-1-164 0,-1-4 74 16,3-5 86-16,7 3-703 16,-7-3-870-16</inkml:trace>
  <inkml:trace contextRef="#ctx0" brushRef="#br0" timeOffset="26628.65">29391 9436 4370 0,'0'0'273'16,"-13"-14"76"-16,13 14 55 0,-8-8 50 15,8 8 24-15,-6-3-26 0,6 3-30 0,0 0-34 16,0 0-42-16,-4-6-91 16,4 6-255-16,0 0 0 0,0 0 0 0,25-4 0 0,-16 4 0 15,5-2 0-15,-1 2 0 16,3-2 0-16,-1-1-270 0,0 3-292 0,-2-1-111 15,1 1-162-15,-14 0 12 0,15 4 90 16,-11-2-728-16,-1 4-909 0</inkml:trace>
  <inkml:trace contextRef="#ctx0" brushRef="#br0" timeOffset="26811.94">29272 9585 4438 0,'-16'7'233'16,"-2"-2"82"-16,9-2 72 0,0 1 54 15,1-1 29-15,8-3-5 0,-10 5-25 0,10-5-28 16,0 0-40-16,0 0-154 0,4 10-218 15,-4-10 0-15,16 5 0 0,-5-5 0 16,2 2 0-16,2-2 0 0,-2 0 0 0,5 0 0 16,-5-3-370-16,3 1-207 0,-5-1-121 15,3-1-144-15,-3 1 38 0,-2-1 85 16,-1 1-703-16,0 0-873 0</inkml:trace>
  <inkml:trace contextRef="#ctx0" brushRef="#br0" timeOffset="28195.15">30327 9263 3868 0,'1'-9'27'0,"5"-1"57"0,-4 3 46 0,2 0 52 0,-2 0 55 0,-2 7 55 0,6-12 38 16,-4 7 14-16,-2 5-11 0,2-8-24 15,-2 8-6-15,0 0 11 0,0 0-1 16,-6 34-20-16,0-3-25 0,-2 6-24 16,-1 2-22-16,-5 9-124 0,7-7-98 0,-3 0 0 15,7-4 0-15,-1-1 0 0,2-7 0 16,2-7 0-16,2-1 0 0,0-4 0 0,2-2 0 15,1-1 0-15,3-2 0 0,2-2 0 16,-1-3 0-16,4-3 0 0,1-4 0 16,0-4 0-16,10 0 0 0,2-11 0 0,3 1 0 15,0-6 0-15,-3-1 0 0,3-1 0 16,-7 2 0-16,0 1 0 0,-3 4 0 0,-6 3 0 16,-1 3 0-16,-7 2 0 0,3 2 0 15,-5 5 0-15,-3 0 0 0,0 0 0 0,0 13 0 16,0-2 0-16,-3 3 0 15,-1 3 0-15,-3 3 0 0,-2 1 0 0,4 1 0 16,-3-2 0-16,5 1 0 0,-5 1 0 16,2 0 0-16,2-5 0 0,1-3 0 0,1-3 0 15,0 1 0-15,0-1 0 0,0-3-431 16,-2-4-255-16,4-4-106 0,-1 8-69 0,1-8 91 16,0 0-812-16,0 0-1023 0</inkml:trace>
  <inkml:trace contextRef="#ctx0" brushRef="#br0" timeOffset="28548.09">30669 9094 4517 0,'-26'-7'-73'0,"-5"7"43"15,-10 12 59-15,-19 3 51 0,-2 10 55 16,-23 16 40-16,8 6 24 0,-2 11 38 16,7 8 36-16,10 9 20 0,6 5 9 0,12 2-4 15,10-2-20-15,15-12-12 0,7 2-24 16,12-5-21-16,8 0-23 0,9-4-16 0,10-7-20 15,9-6-15-15,6-7-87 0,9-12-60 16,5-5 0-16,3-11 0 0,3-7 0 0,3-11 0 16,2-7 0-16,0-7 0 15,-2-5 0-15,9-15 0 0,-3-5 0 0,-6-3 0 16,-20 5 0-16,7-16 0 0,-15 7 0 16,-4-5 0-16,-3-19 0 0,-10 12 0 0,-9-4 0 15,-8-1 0-15,-6-2 0 0,-10 4 0 16,-8 8 0-16,-10 7 0 0,-12 11 0 0,-11 8 0 15,-11 13 0-15,-9 9 0 0,-10 8 0 16,-28 11 0-16,-1 3 0 0,2 13 0 0,-1 3-185 16,9 2-410-16,6 3-197 0,0 1-106 15,9 2 90-15,8 1-863 0,19-8-1107 0</inkml:trace>
  <inkml:trace contextRef="#ctx0" brushRef="#br0" timeOffset="30027.71">11304 8443 1330 0,'0'0'633'0,"-13"-4"-199"0,13 4-140 0,-6-3-65 0,6 3-3 0,-7-9-13 0,2 6 14 0,5 3 0 15,-9-9 13-15,5 4-1 16,-3 0-6-16,0 0-13 0,-2-2-22 0,0 4-7 15,-2-2-17-15,-1 1-7 0,-5 1-7 16,2-1-10-16,-5 1 0 0,2-1-13 0,-7 2 1 16,-2-2-2-16,0 4-7 0,-2 0 3 15,-3-3-13-15,2 3-5 0,-12 0-5 0,-2 3-6 16,0-3-9-16,-4 6-4 0,3 0 0 16,-14 4-1-16,3-3 6 0,1 6 4 0,2 3-5 15,3-2-2-15,1 4-9 16,0 3 0-16,1 0-6 0,2 4-5 0,6 2-3 15,-2 2-57-15,4-2-12 0,-1 4 0 16,5 1 0-16,2 4 0 0,5 2 0 0,0-1 0 16,3 8 0-16,3 1 0 0,2 3 0 15,2 0 0-15,5 1 0 0,3 1 0 0,5-8 0 16,6 2 0-16,3 8 0 0,5-2 0 16,5 0 0-16,7-1 0 0,2-2 0 15,6-1 0-15,9-6 0 0,3-3 0 0,4-4 0 16,6-3 0-16,7-6 0 0,2-3 0 15,0-6 0-15,2-6 0 0,0-3 0 0,5-5 0 16,-2-5 0-16,2-9 0 0,1-6 0 16,-5-2 0-16,4-2 0 0,-2-4 0 15,6-12 0-15,-14 7 0 0,-7-2 0 16,-2 0 0-16,-6-2 0 0,-3-3 0 0,-4-3 0 16,-4-2 0-16,-2 1 0 0,-5-3 0 15,-5-1 0-15,-5-5 0 0,-3 5 0 0,-7-7 0 16,-1-3 0-16,-6-1 0 0,-3-2 0 15,-5-7 0-15,-4 3 0 0,-2 1 0 0,-7-2 0 16,-11-11 0-16,-9 6 0 0,9 16 0 16,-20-3 0-16,7 15 0 0,-6 6 0 0,-8 8 0 15,-4 8 0-15,-3 5 0 16,-7 12 0-16,-8 6 0 0,-14 11 0 0,0 9 0 16,0 10 0-16,2 7 0 0,6 5 0 15,1 7 0-15,9 2 0 0,7 2 0 0,15-1 0 16,5 1 0-16,16-10 0 0,9 0 0 15,9 0 0-15,2 0-141 0,13-7-447 0,-3 1-113 16,8-5-186-16,5-1 61 0,5-2 95 16,1-6-737-16,5-3-917 0</inkml:trace>
  <inkml:trace contextRef="#ctx0" brushRef="#br0" timeOffset="30532.17">10389 8599 3983 0,'-29'4'-56'0,"-3"6"19"0,-9 13 14 0,-6 14 31 0,-10 14 64 16,6 14 48-16,0 7 42 0,-1 7 30 0,10 0 14 16,8 3 4-16,7 3 0 0,14-15 4 15,10 0-1-15,8-3-4 0,10-5 1 0,14-6-11 16,8-5-5-16,23 2-12 0,13-12-17 15,6-10-14-15,-6-11-14 0,5-9-20 0,-2-7-5 16,8-8-14-16,-1-5-9 0,19-11-20 16,-7-5-9-16,-1-10-6 0,-10-2-8 0,-9-6-4 15,-8-2-10-15,-19 6 2 16,-5-6-4-16,-8 2 4 0,-9-1 9 0,-4-10 16 16,-9 2 1-16,-9-3-4 0,-8-3-4 15,-8 2-8-15,-9-2-8 0,-6 5-8 0,-5 5-17 16,-4 9-26-16,-6 7-27 0,-6 6-36 15,-1 13-49-15,3 9-66 0,-1 6-76 0,-12 8-97 16,-2 4-102-16,-2 6-108 0,4 0-168 16,2 3-16-16,5 4 83 0,0-1-620 0,7-1-754 15</inkml:trace>
  <inkml:trace contextRef="#ctx0" brushRef="#br0" timeOffset="37743.04">10848 13906 3257 0,'-5'-14'-210'0,"-1"2"22"0,1 3 31 0,-1 1 23 15,1-1 31-15,-2 2 26 0,3-3 24 0,-1 3 14 16,-3-1 4-16,0-3 6 0,1 3 6 16,-3-2 5-16,-2 1 0 0,1 1 3 0,0-1 4 15,-3 1 5-15,-4 4 1 16,-1-1 2-16,-6 2-2 0,-6 2 3 0,-9 5 3 16,-4 5 7-16,-9 3 10 0,2 6 6 15,-5 6 2-15,-1 7 13 0,-10 13 3 0,3 9 10 16,1 6 7-16,6 0-1 0,-1 5 2 15,11 1-5-15,17-12-3 0,5 3-4 0,5-6 1 16,9 1 1-16,8-12 12 0,6-1-4 16,7-1 9-16,7-4 5 0,12 4-8 15,7-6 4-15,9-6-10 0,11-5-4 0,6-2-4 16,11-7-7-16,3-4-2 16,4-10-2-16,0-4-3 0,0-6-3 0,17-10-4 15,-5-5 2-15,-10-5-9 0,-8-5 2 0,-19 5 9 16,-7-1 11-16,-4-6 5 0,-8-1 3 15,-8-1-8-15,-6-6-1 0,-8-3-2 16,-9 5-14-16,-7 0 11 0,-6-11-8 0,-7 3-5 16,-8 2-8-16,-7 5 3 0,-6 6 0 15,-2 4-7-15,-9 9-3 0,-1 6-8 0,-2 10-3 16,2 7-17-16,-1 9-7 0,-12 4-23 16,2 4-18-16,-1 9-26 0,9 3-19 15,4 3-37-15,10 3-44 0,2-3-64 0,12-2-91 16,9 0-195-16,1-5 33 15,10-1-94-15,1-3-101 0</inkml:trace>
  <inkml:trace contextRef="#ctx0" brushRef="#br0" timeOffset="38477.26">11879 13646 1573 0,'-22'8'-54'0,"-7"4"21"0,-1 5 27 0,-9 10 22 0,-2 8 18 0,-3 8 17 15,-8 15 20-15,4 8 17 0,1 3 5 0,8 1 6 16,9-12 2-16,6 1-5 0,6-4 11 15,5 0 4-15,12-11 1 0,4 1 6 16,10 1 4-16,12-2-10 0,9-9-1 16,8-2-5-16,10-8-7 0,5-5-8 15,8-3-16-15,-1-7-3 0,7-7-8 0,-2-3-3 16,-3-7-1-16,1-3-9 0,-3-5-4 16,-1-8-6-16,-4-1-3 0,-7-2 6 0,-4-3 4 15,-4-1 8-15,-12-5 21 0,-3-1-4 16,-8-5-5-16,-10 4-12 0,-4-4-2 0,-7-1-2 15,-3-3-5-15,-10-7-11 0,-9-4 0 16,-4 2-12-16,-9 3-15 0,-2 1-14 16,-10 6-4-16,-2 7-10 0,-6 8-5 15,-4 8-9-15,-4 9-19 0,-2 9-4 0,-3 6-24 16,-5 11-26-16,1 3-31 0,-12 12-44 16,8 5-56-16,15-5-80 0,9 4-119 15,8-1-106-15,6-1 56 0,15-4-88 0,10-2-75 16</inkml:trace>
  <inkml:trace contextRef="#ctx0" brushRef="#br0" timeOffset="39344.42">13530 13604 1429 0,'-5'-4'-85'0,"-4"-2"11"0,4 2 11 0,-4-1 8 0,-4 0 23 0,4 1 24 0,-2 1 13 0,-3-1 10 16,3 1 10-16,-3 0 2 0,0 1 4 15,1 0 1-15,-9 2 11 0,3 4 9 0,1 2 14 16,-13 7 11-16,1 5 9 0,-7 7 10 16,2 4 10-16,-1 6 1 0,2 6-4 15,0 8 0-15,0 6 6 0,-9 13 0 0,7 5 4 16,4 2-13-16,7-16-9 15,7 5-7-15,4 0 2 0,4-4 4 0,5-2-2 16,9-13 0-16,3 6 3 0,2-12-7 16,11 4-9-16,5-6-1 0,3-2-6 0,6-7-13 15,6-4-4-15,6-7 3 0,5-4-12 16,-5-6 1-16,1-3-2 0,5-4-1 0,11-7-6 16,4-2-5-16,-2-9 2 0,0-3-5 15,-4-4-9-15,-7-2 1 0,-4-6-3 16,-2 0 1-16,-8-7 1 0,-8-4-1 0,-5-1-3 15,-6-6 1-15,-8 1-11 16,-4-8 10-16,-7-1-3 0,-5-1-3 0,-8 1-10 16,-9 0-7-16,-2 5-10 0,-7 8-6 15,-8 4 2-15,-1 9-11 0,-3 6-9 0,-3 8-13 16,0 9-8-16,3 5-16 0,-6 5-23 16,-1 3-25-16,-6 4-34 0,2 5-46 0,0 2-63 15,15-3-105-15,0 5-133 0,7-1-141 16,3 2-146-16</inkml:trace>
  <inkml:trace contextRef="#ctx0" brushRef="#br0" timeOffset="42541.76">13923 14870 1600 0,'-10'-2'-99'0,"10"2"25"0,-19-2 21 0,9 2 30 0,10 0 28 0,-15-2 19 16,15 2 17-16,-16-2 10 0,7 1 8 15,9 1 5-15,-13-3-1 0,3 3 4 0,10 0 4 16,-13-3-4-16,13 3-6 0,-12-1 0 16,12 1 4-16,-9-1-1 0,9 1 3 15,0 0 3-15,-9-2 2 0,9 2-1 0,0 0-1 16,0 0-7-16,0 0-5 0,-9-4-3 16,9 4-3-16,0 0-8 0,0 0-1 0,0 0-5 15,0 0-5-15,0 0-2 0,0 0-5 16,37-2 0-16,-26 4-6 0,5 0-1 15,4 0 0-15,2-2-3 0,1 2-1 16,6-1-1-16,8 0-2 0,3-1 0 0,3 3-1 16,-4-3-1-16,-5 0 1 0,-5 0-4 15,-2 3-1-15,-4-3 0 0,-1-3 1 16,-1 3 2-16,-3 0-4 0,-1 0-2 0,-2 0 2 16,-2 0-2-16,1 0 1 0,-1 0 0 15,1 0-1-15,1-3-2 0,-1 3 5 0,-2-1-2 16,3 0-1-16,1 1 0 0,3-2 2 15,0 2-7-15,2-2 2 0,0 2 2 16,2-2-3-16,3 0-1 0,3 2-1 16,0 0-7-16,-3 0 2 0,3-2-2 0,0 2-7 15,-3 0-1-15,1 0 4 0,0 0-2 16,-1 0 3-16,3 0 1 0,-3-2 4 16,1 2-2-16,0-2 2 0,2 0-2 0,-3 2 3 15,-1-2 2-15,1 0 0 0,-5 1 2 16,3 1-3-16,-8 0 1 0,4-3-2 0,-7 3 6 15,0-3-5-15,-2 3 3 0,1 0 1 16,-12 0-1-16,17 0 1 0,-17 0 1 0,18 0-2 16,-18 0 3-16,14 0-1 0,-14 0 2 15,18 0 0-15,-9 0-2 0,-9 0 1 16,25-1-1-16,-5 1 0 0,-2 0 0 0,5-2 4 16,4 0-2-16,2 2-1 0,-3 0 2 15,5-1-2-15,-3-1 1 0,1 2-1 16,2 0 1-16,-5 0-2 0,0-2 4 15,-5 2-3-15,1-1 1 0,-8 2-1 0,2-1-3 16,-3-1 1-16,-1 1 2 0,-12 0-1 16,22 0 0-16,-10 0-2 0,-2 0 4 0,-10 0-3 15,23 0 4-15,-9 0-3 0,6 0 3 16,1 0-2-16,1 0 2 0,5 0-6 16,2 0-10-16,-1 0-6 0,5 0-3 0,-3 0 3 15,1 0-4-15,9 1-4 0,-9 1-3 16,-5-2-2-16,0 2 0 0,-4-2 6 15,-7 0 4-15,0 0 1 0,3 0 1 0,-5 0 5 16,-2 0-1-16,3 0 3 0,-3 0 6 16,-11 0-4-16,19-2 2 0,-19 2 0 15,17 0 3-15,-11-2 1 0,-6 2-1 0,17 0-1 16,-17 0 1-16,14 0 1 0,-14 0 2 16,11 0 0-16,-11 0 1 0,11-1-2 0,-11 1 3 15,14 0-3-15,-14 0 0 0,11 0 3 16,-11 0 3-16,16 0-4 0,-16 0 1 15,16 1-2-15,-2-1 4 0,1 0-2 16,2 0 1-16,2 0 1 0,2 0 1 0,0 0 1 16,0 2-3-16,2-2 0 0,-4 0-1 15,4 0 1-15,-1-2 2 0,1 2-2 16,-1 0 2-16,-4 2-4 0,0-4 3 0,-3 2-2 16,0 0 1-16,-2 0 3 0,-1 0-1 15,-12 0-2-15,20 0-1 0,-7 0 1 0,-13 0 3 16,23 0-4-16,-10 0 0 0,2 0 2 15,0 0 0-15,6 0 1 0,0 0-3 16,0 0 2-16,0 0 1 0,2-1-2 0,-1 1 2 16,-2-3 0-16,1 3 0 0,-2 0 9 15,-6-3 5-15,0 3 5 0,-1 0 8 16,-1-1 3-16,-11 1 8 0,17 0 7 16,-17 0 6-16,18 0 2 0,-18 0 6 0,12-2-8 15,-12 2 0-15,13-2-2 0,-13 2-6 16,0 0 0-16,11-2-4 0,-11 2-4 0,0 0-5 15,7-2-7-15,-7 2-2 0,0 0-21 16,0 0-29-16,0 0-43 0,0 0-57 16,0 0-80-16,14 0-72 0,-14 0-115 0,0 0-81 15,0 0-77-15,0 0-54 0</inkml:trace>
  <inkml:trace contextRef="#ctx0" brushRef="#br0" timeOffset="45858.2">17978 15398 1464 0,'0'0'41'0,"0"0"26"0,0 0 8 0,0 0 14 0,0 0 9 0,0 0 19 0,0 0 17 16,0 0 8-16,0 0 17 0,0 0-5 0,-13-15-7 15,13 15 5-15,-12-6 1 16,6 2 10-16,6 4 0 0,-9-10 0 0,1 4-10 16,-2 0-5-16,1-1-6 0,-2-1-10 15,-5-1-8-15,0 1-8 0,-6 0-21 16,-10-5-4-16,2 3-7 0,-8 4-7 0,1 0-5 16,-1-1-7-16,-2 3-8 0,-1 2-5 15,-2 2-6-15,3 0-1 0,-4 4-4 0,1-1-5 16,-4 3-5-16,-7 2 5 0,0 2-10 15,3 3-1-15,-1 3-3 0,-3 1 2 16,5 3 0-16,1 6-5 0,1 3-2 0,2 1 2 16,3 5 0-16,-2 1 2 0,8 3 3 15,-5 2-2-15,10 3 4 0,-5 2 14 16,4 0 5-16,5 2-1 0,2 3 12 16,5 2 6-16,1 0-1 0,2 5 3 0,0-2 9 0,5 2 4 15,3 2 0-15,5-2 1 16,3 2 0-16,4-3-1 0,3 1 0 0,5-1 4 15,1-3-15-15,4 2-4 0,5-1 9 16,-3-4-22-16,5 4-1 0,5-3-5 0,4-1-3 16,3 0-1-16,6-3-7 0,11 10-1 15,8-4-3-15,-7-15 4 0,16 7-5 16,5-5 2-16,1-3-11 0,10-4 4 0,4-4-7 16,9-7 1-16,0-3 2 15,2-7-1-15,-15-5-4 0,6-2 0 0,-3-8 5 16,1-2-12-16,-4-6 8 0,15-9-5 15,-6-2-6-15,-7-9 5 0,0-2-2 0,0-6 0 16,-6-3 1-16,-6-4-3 0,-1-3 7 16,-3 3-7-16,-3-3 3 0,0 4-5 0,-17 7 23 15,6 0 22-15,-6 0 10 0,-3-2-8 16,-5-3-2-16,-4-1 6 0,-5-5 10 16,-7-1 8-16,-4-7 8 0,-9-4 9 0,-10 0-9 15,-5-4-5-15,-12-5-7 0,-13-17-7 16,-9 2-5-16,-10 0-14 0,-8 1-41 15,0-1 0-15,-7 4 0 0,-5 2 0 16,-4 8 0-16,-6 2 0 0,-2 8 0 0,-7 10 0 16,0 5 0-16,-5 8 0 0,-2 8-15 15,-1 6-91-15,17 11-28 0,-2 5-23 0,-2 3-21 16,-2 4-24-16,2 4-27 0,0 5-43 16,2 1-59-16,0 4-65 0,3 0-67 0,3 5-94 15,1-2-162-15,8 1 15 0,2-4 77 16,4 1-428-16,8-2-527 0</inkml:trace>
  <inkml:trace contextRef="#ctx0" brushRef="#br0" timeOffset="46692.02">19689 15872 3317 0,'0'-13'228'0,"0"2"-20"0,-1 4-13 0,1 2-18 0,0 5-10 0,0 0 14 0,0 0 18 0,0 0 7 15,-27 23-15-15,15-6-13 0,-3 10-15 16,1 3-14-16,7-1-17 0,-1 4-13 15,3-3-11-15,1-1-13 0,1-3-8 16,0-2-19-16,1 0-47 0,-2-2-35 0,4-1-43 16,-2-4-60-16,0 3-60 0,2-9-68 15,0 3-59-15,-1-6-47 0,-1-1-84 0,2-7-93 16,0 6-133-16,0-6 51 0,0 0-305 16,0 0-396-16</inkml:trace>
  <inkml:trace contextRef="#ctx0" brushRef="#br0" timeOffset="46957.61">19666 15915 2462 0,'8'-21'4'0,"-5"3"40"0,5 3 32 16,-4 1 35-16,4 5 19 16,-3-1-6-16,1 1 2 0,4-1 2 0,-3 3-3 15,5 4-7-15,-3-2-3 0,5 5-5 16,-14 0-7-16,21 1-11 0,-8 5-7 0,-2 0-17 16,-1 3 0-16,-3-1-6 0,1 4-2 15,-4-1-1-15,-4 1-4 0,-2 1 2 16,-2 3-8-16,-2-1 0 0,-3 1-6 0,-3 2-2 15,3-5-1-15,0-1-14 0,-3-3 0 16,3 1 2-16,-1-4-4 0,0 2-17 0,5-5-48 16,5-3-17-16,-12 2-39 15,12-2-44-15,0 0-44 0,0 0-38 0,-15-13-42 0,15 13-20 16,-6-8-6-16,6 8-12 16,-3-8-10-16,3 8-7 0,-2-2 11 0,2 2-332 15,0 0-138-15</inkml:trace>
  <inkml:trace contextRef="#ctx0" brushRef="#br0" timeOffset="47541.86">19786 16008 1591 0,'8'4'-79'16,"-3"-1"30"-16,-5-3 26 0,0 0 40 0,14 3 17 15,-14-3 18-15,6 6 12 0,-6-6 4 16,2 6 3-16,-2-6-4 0,0 0-2 16,1 11-3-16,-1-11-5 0,2 12-6 0,-2-6-2 15,0-6-6-15,4 14-6 16,-2-7-1-16,0 1-6 0,0-1-1 0,-2-7-1 15,6 12 0-15,-2-6 2 0,-1 0 5 16,-3-6 6-16,8 9 5 0,-4-6-1 0,-4-3 2 16,12 5-2-16,-12-5 1 0,0 0-6 15,0 0-2-15,22-8 2 0,-19 3-5 16,6-5 4-16,-4 4 7 0,3-2 6 0,-7-1 3 16,3-1 5-16,0 2 11 0,-4-3-1 15,3 3 10-15,-3-1 3 0,0 9-6 0,-3-15-15 16,-1 10-13-16,4 5 0 0,-7-8-4 15,7 8 6-15,-9-4-11 0,9 4-5 16,0 0-2-16,-18 0-10 0,18 0 2 16,0 0-8-16,0 0 2 0,-17 4-4 0,17-4 7 15,-6 6-4-15,6-6-4 0,0 0-2 16,0 0 0-16,0 0 0 0,14 16-1 16,-9-10-4-16,6-3 4 0,0 3 0 0,1 0-11 15,2 1 4-15,-3 0 2 0,2 0 7 16,-1 0 3-16,-2 0 21 0,-1 0 13 0,-1-1 23 15,1 6 35-15,-5-1 27 0,2 0 18 16,-3 1 22-16,0 2 28 0,-1 0 35 0,-2 0 11 16,-2 2 7-16,-3-2 3 0,4 1-9 15,-1-1-16-15,-2-2-17 0,0-1-19 16,-1 3-22-16,1-4-16 0,1-1-14 16,-2-1-16-16,-1 1-12 0,3-2-12 15,-5 0-13-15,3-3-41 0,-6 2-52 0,11-6-44 16,-12 7-61-16,2-6-54 0,10-1-49 15,0 0-51-15,-17-8-56 0,15 1-52 0,6-7-33 16,10-13-27-16,6-2-4 0,10-10-8 16,13-10-21-16,14-13-30 0,4-1-47 0,6-3-39 15,-5-4-336-15,5-7-392 0</inkml:trace>
  <inkml:trace contextRef="#ctx0" brushRef="#br0" timeOffset="47892.74">20682 15412 2379 0,'38'-58'-43'0,"-9"11"41"0,-5-1 40 0,-1 2 60 0,-5 15 61 0,-5-2 56 0,-6 13 18 16,0 7 3-16,-4-1-16 0,-3 7-19 15,0 7 8-15,0 0 20 0,-39 23 6 16,11 10-8-16,-8 9-4 0,0 12 3 0,-6 19 2 16,2 5-9-16,3-1-21 0,9-2-24 15,3-12-17-15,6 3-10 0,2-4-15 0,0 1-21 16,5-2-7-16,-1-6-11 0,4-4-45 16,-1 0-44-16,3-14-29 0,-1-4-38 0,3-1-40 15,-4-6-48-15,6-5-49 0,-1-4-50 16,-2-1-52-16,3-3-25 0,-6 1-15 15,2-4-5-15,0-1 5 0,-3-5 23 0,0 0 30 16,3-2 56-16,7-2 51 0,-25-6 54 16,10 0 62-16,1-1 58 0,-2-3 59 15,0-1 57-15,-1-1 61 0,3 4 52 16,5 2 37-16,0-2 38 0,1 1 27 0,-2 2 4 16,7 2-13-16,3 3-22 0,-10-9-21 15,10 9-36-15,0 0-21 0,11-12-26 0,2 5-26 16,9 0-81-16,8-1-105 0,10-1-122 15,2 1-142-15,4 1-179 0,7-3-274 16,5 1-12-16,-5 0 93 0,-6 5-514 0,3 2-640 16</inkml:trace>
  <inkml:trace contextRef="#ctx0" brushRef="#br0" timeOffset="48507.68">21108 15482 3436 0,'2'-29'28'0,"-2"5"46"0,0 7 41 0,0 5 34 0,0-1 4 15,0 5-10-15,0 8 26 0,0 0 64 0,0 0 37 16,-5 56 14-16,-3-3-14 0,3 9 0 16,-3 7-9-16,4 1-17 0,-2 6-22 0,3 0-23 15,-1 2-17-15,-2-2-20 16,5 1-20-16,-8-8-15 0,4 1-48 0,-3-7-28 16,5-5-54-16,-7-7-48 0,4-10-40 15,-3-4-53-15,1-3-51 0,3-9-77 0,-2-4-88 16,4-6-70-16,-1-2-124 0,-2-3-195 15,3-6 32-15,1 0 89 0,2-4-416 0,0 0-517 16</inkml:trace>
  <inkml:trace contextRef="#ctx0" brushRef="#br0" timeOffset="48743.92">21105 16024 2773 0,'0'-16'92'0,"2"3"36"0,-2 1-2 15,1 6-6-15,1-1 18 0,-2 7 19 16,11-7 14-16,-11 7-5 15,14 0-7-15,-14 0-13 0,22 7-13 0,-11-2-12 16,2 3-19-16,-1 0-7 0,-5 2-5 16,1-1-10-16,-2-1-3 0,-3 3-4 0,-3-3-8 15,0 4-2-15,-3 0-8 0,-5 0-7 16,0 2-2-16,1-2-21 0,-3-2-35 0,-2 0-52 16,1-1-52-16,0-1-73 0,-1-4-62 15,5-1-75-15,-4-3-105 0,11 0-160 16,-16-5-16-16,11 0 72 0,-1-2-197 0,6 7-223 15</inkml:trace>
  <inkml:trace contextRef="#ctx0" brushRef="#br0" timeOffset="49226.63">21307 16213 2029 0,'-5'6'168'0,"-4"-5"42"0,9-1-3 15,0 0 21-15,-9 5 26 0,9-5 12 0,0 0-6 16,0 0-23-16,0 0-21 0,0 0-24 16,0 0-18-16,0 0-19 0,0 0-16 15,0 0-20-15,0 0-14 0,0 0-13 16,40-10-9-16,-34 6-4 0,0-1-13 0,-3-5-7 16,1 0 1-16,-2-3-6 0,0-5 0 15,-2-1-5-15,2-5 0 0,-2-1-3 16,-2-3-2-16,0-7-2 0,0 6 3 0,2 4 9 15,-2 5 14-15,2 3 6 0,0 3-2 16,-2 0-11-16,2 3-8 0,0 1-7 0,0 3-7 16,0 7-2-16,-1-10-8 0,1 10-1 15,0 0-5-15,-2-6 1 0,2 6 0 16,0 0 0-16,0 0-4 0,16 0-5 16,-16 0-1-16,22 5 0 0,-7-2-19 15,2 2 2-15,-1 0-1 0,-2 2 4 0,0 1 8 16,3 1 7-16,-3 5 19 0,-1 2 8 15,-2-1 16-15,-3 3 12 0,1-3 7 0,-3 4-5 16,-1-3-3-16,-3 2-9 0,5-1-3 16,-5 2-8-16,-1-2-7 0,1-2-2 0,0 1-22 15,2-3-39-15,-2-1-46 0,1-2-41 16,-1 2-40-16,7-4-57 0,-6-2-56 0,5-1-63 16,-1-3-45-16,2-2-47 15,-9 0-35-15,27-10-24 0,-9 0-6 0,5-11 1 16,1-1 38-16,1-2-562 0</inkml:trace>
  <inkml:trace contextRef="#ctx0" brushRef="#br0" timeOffset="49507.04">21774 16032 2488 0,'21'-24'-88'0,"-6"7"68"16,-3 3 55-16,-3 3 48 0,-4 1 25 0,-1 6 40 0,-1 0 45 16,-3 4 31-16,0 0 26 15,0 0 10-15,0 0 5 0,0 0-7 0,0 0-15 16,-16 22-20-16,14-15-26 0,2 2-17 16,0 0-16-16,0-9-15 0,0 17-18 0,2-9-10 15,4 1-9-15,-3-2-13 0,6-2-8 16,-2 3-3-16,2-4-27 0,5-1-4 15,-3-1-33-15,2-1-6 0,-13-1-5 0,31-1-1 16,-19-1-4-16,-1-1 3 0,-4-3-2 16,3 0 2-16,0 1 5 0,-5-7 1 0,4 0 2 15,-9-2 1-15,1-1 3 0,-1 1-6 16,-1-3-2-16,-4 2-6 0,-1 1-1 16,1 2-7-16,-4 1-11 0,-2 5-22 15,0 0-25-15,-2 2-41 0,0 6-51 0,-4 2-60 16,-2 1-67-16,-5 2-65 0,-2 8-96 15,1 2-131-15,1 3-104 0,-1-3 63 16,7 1-382-16,9-3-467 0</inkml:trace>
  <inkml:trace contextRef="#ctx0" brushRef="#br0" timeOffset="49723.74">22064 15862 2651 0,'2'-9'96'0,"-6"1"54"0,-2 3 5 0,6 5 26 15,-8-4 24-15,8 4 15 0,0 0-8 16,0 0-16-16,-22 14-16 0,12-2-16 16,0 2-18-16,1 1-14 0,1 5-14 0,1 0-14 15,-3-1-20-15,5 0-30 0,-2 1-47 16,5-3-39-16,1 1-82 0,2-1-84 0,1-2-92 16,-2 1-133-16,0-5-202 0,7 1 19 15,-4 0 82-15,5-1-239 0,1 1-253 0</inkml:trace>
  <inkml:trace contextRef="#ctx0" brushRef="#br0" timeOffset="50557.8">22336 16088 2306 0,'-14'-1'116'0,"14"1"9"0,0 0 12 15,0 0 13-15,-13-2 12 0,13 2-3 16,0 0 2-16,0 0-11 0,0 0-11 15,0 0-15-15,0 0-7 0,0 0-13 0,0 0-12 16,25-9-5-16,-13 5-1 0,0-2-19 16,0-1-5-16,1-1-8 0,-1 1-2 15,-1 0-9-15,2-1 21 0,-2-1 5 16,-4 1 8-16,-2-4 12 0,6 1 12 0,-8 1 10 0,3 1 0 16,-4 1-6-16,-2 0-13 15,0 8-7-15,-6-8-7 0,6 8-7 0,-17-2-2 16,17 2 0-16,-36 12-3 0,9 2-1 15,0 3 2-15,-2 0-11 0,5 4-4 0,1-5-7 16,4 6-1-16,6-7-3 0,3-3-2 16,2 0-3-16,7-2 17 0,-3 1-1 15,4-3 7-15,4 1-1 0,3-4 4 0,1 0-17 16,5-2 6-16,7-1-11 0,-4 0 11 16,7-4 0-16,2 0 13 0,2-1 10 15,0 0 18-15,-3-1 22 0,-1 1 32 16,-5-1 26-16,-6 4 22 0,2-3-3 0,-3 1-4 15,-11 2-15-15,15-3-104 0,-15 3-68 16,0 0 0-16,0 0 0 0,10 12 0 0,-10-12 0 16,-14 19 0-16,2-7 0 0,-4 3 0 15,-6 5 0-15,-3-1 0 0,0 0 0 0,0 3 0 16,2-5 0-16,1 3 0 0,4-7 0 16,7 0 0-16,1-5 0 0,2-1 0 0,3-2 0 15,-1 0 0-15,6-5 0 0,0 0 0 16,0 0 0-16,0 0 0 0,0 0 0 15,44-11 0-15,-17-3 0 0,5-5 0 0,6-5 0 16,2-2 0-16,2-5 0 16,2-2 0-16,0-1 0 0,-3-5 0 0,2 1 0 15,-5 2 0-15,-4 5 0 0,-11 8 0 16,0-1 0-16,-8 9 0 0,-1 3 0 0,-7 5 0 16,-1-1 0-16,-5 4 0 0,-1 4 0 15,0 0 0-15,0 0 0 0,0 0 0 0,-36 8 0 16,27 1 0-16,-3 3 0 0,1 4 0 15,-1 0 0-15,3 1 0 0,1 2 0 0,-1-3 0 16,3 2 0-16,0-2 0 0,2 0 0 16,1-2 0-16,-1 0 0 0,2 0 0 0,0-1 0 15,1 1 0-15,-1-2 0 16,2 1 0-16,-2 0 0 0,-3 0 0 0,3-1 0 16,-1 5 0-16,-7-4 0 0,1 3 0 15,-1 1 0-15,-8 7 0 0,-4-4 0 0,-1-2 0 16,0 2 0-16,5-7 0 0,-2-1 0 15,6-1 0-15,-4-1 0 0,3-3 0 16,1-2 0-16,3 0 0 0,-1-5 0 0,5 0 0 16,7 0 0-16,-17-9-89 0,14 4-515 15,-2-3-81-15,3-1-112 0,0 0-73 0,4 3 88 16,0-1-702-16,4-2-932 0</inkml:trace>
  <inkml:trace contextRef="#ctx0" brushRef="#br0" timeOffset="50840.59">22695 16337 3773 0,'27'0'-209'0,"-9"0"61"0,0-1 91 0,-6-1 87 0,2 0 75 0,-14 2 51 16,19-3 18-16,-19 3 4 0,10-2-7 16,-10 2-5-16,0 0 28 0,0 0 30 0,0 0 30 15,-46 29 32-15,-12-10 9 0,-6 0 12 16,-31 8-6-16,-13-1 13 0,-10 0-16 0,-9-1-20 16,-14 1-28-16,-9 2-18 0,-54 3-7 15,47-2 4-15,0-5-64 0,8-1-165 0,11-2 0 16,16 3 0-16,20 0 0 15,29-4 0-15,8-3 0 0,11 0 0 0,9 3 0 16,13-6 0-16,3-3 0 0,12-1 0 0,2-2 0 16,3-4 0-16,3 1 0 0,-1-1 0 15,5 0 0-15,5-4 0 0,-9 2-273 16,9-2-166-16,0 0-69 0,0 0-67 16,0 0-91-16,5-19-168 0,-1 14 67 0,-1-4-637 15,3 1-857-15</inkml:trace>
  <inkml:trace contextRef="#ctx0" brushRef="#br0" timeOffset="54939.27">2766 6800 3459 0,'-9'-10'219'0,"-3"-2"138"0,8 1-26 0,-3 3-31 0,3-1-14 0,-1 2-11 16,1 1-14-16,-1-1-29 0,5 7-42 15,-7-9-24-15,7 9-23 0,0 0-12 16,0 0-18-16,0 0-16 0,-4 22-13 0,6-4-5 16,2 7-6-16,0 13-13 0,2-1-2 15,3 5-3-15,-5-3 1 0,3 1-4 16,-3-1-3-16,3-1-10 0,-4-9-10 15,-1-5 4-15,0-4-4 0,0-3-1 0,-2-3 0 16,2 1 19-16,0-5 33 0,-1 0 42 16,1-1 33-16,-2-9 21 0,0 0-20 0,0 0-17 15,0 0-135-15,0 0-4 0,8-40 0 16,-7 12 0-16,2-8 0 0,1-6 0 16,0 1 0-16,-1-1 0 0,3 4 0 0,-1 5 0 15,2 12 0-15,-5 2 0 0,1 4 0 16,1 4 0-16,0 2 0 0,3 5 0 0,3 2 0 15,-10 2 0-15,28 6 0 0,-7 1 0 16,8 7 0-16,1 1 0 0,1-1 0 16,1 0 0-16,1-1 0 0,-3-1 0 15,-7-2 0-15,-5-5 0 0,-5-1 0 0,0 0 0 16,-1-2 0-16,-1 0 0 0,-11-2 0 16,19-6 0-16,-10 0 0 0,-1-1 0 15,-2-2 0-15,2-4 0 0,-7-4 0 0,1-1 0 16,0-5 0-16,-2-4 0 0,-2-10 0 15,-1-5 0-15,-1 3 0 0,0-3 0 0,-2 0 0 16,0 2 0-16,1 6 0 16,1 10 0-16,0 5-193 0,2 6-241 0,-1 4-96 0,-2 2-83 15,3 7-107-15,2 0-105 0,0 0 83 16,-13 11-664-16,10 0-858 0</inkml:trace>
  <inkml:trace contextRef="#ctx0" brushRef="#br0" timeOffset="55340.12">3478 6599 4087 0,'5'-9'15'0,"1"5"31"0,-4-4 33 0,-2 8 6 0,9-8 9 0,-9 8-5 16,12-5-4-16,-12 5-6 0,13 1-7 0,-13-1-6 16,17 12-10-16,-7-6 1 15,-1 6-5-15,-1 1-5 0,-2 3-2 0,-1-1 0 16,1 5-4-16,-6-3 3 0,0 0 1 0,-2 2 3 15,-2 1-8-15,-3 1-3 0,-3-3-3 16,2 0-1-16,1-6 8 0,0-2 19 16,-2-2 7-16,2-2-1 0,-2-3 7 15,9-3 9-15,0 0-2 0,-29-12 7 0,20-3-17 16,-3-2 0-16,4-2-4 0,-1-2 2 16,3 3-3-16,0 0-11 0,2 5-4 0,3 1-11 15,-1 1-4-15,2 3-1 0,3 3-11 16,-3 5-3-16,11-10-3 0,0 8-1 0,2 0-1 15,2 2 1-15,0 2-4 0,5 0 0 16,-1 1-1-16,-1 2-15 0,-2-1-16 16,1-1-22-16,0-1-22 0,-6 2-31 15,3 0-30-15,-3 0-37 0,-3-1-37 16,-8-3-39-16,17 7-40 0,-11-4-31 0,-1 2-40 16,-3 0-57-16,-2-5-46 0,2 9-19 15,-2-9 19-15,0 0-570 0</inkml:trace>
  <inkml:trace contextRef="#ctx0" brushRef="#br0" timeOffset="55507.5">3681 6711 2567 0,'0'0'-60'0,"0"0"70"0,0 0 66 15,-9-32 54-15,9 20 48 0,-2 1 36 16,2 3 17-16,0-4 4 0,0 7-24 16,0 5-20-16,4-14-18 0,-4 14-15 0,11-4-10 15,-11 4-20-15,0 0-11 0,32 12-12 16,-18-3-12-16,3 3-10 0,-4 2-33 16,9 5-25-16,-11-1-40 0,0-2-47 0,-3-2-51 15,-2-1-49-15,-1 1-42 0,1-1-31 16,-3-1-35-16,-1-1-32 0,-2-2-33 15,0-5-46-15,0-4-48 0,0 7-44 0,0-7-235 16,0 0-202-16</inkml:trace>
  <inkml:trace contextRef="#ctx0" brushRef="#br0" timeOffset="55605.86">3758 6520 1796 0,'-8'-27'-55'0,"0"5"23"16,2 3 13-16,1 4-1 0,-1-1 2 0,1 6-31 15,-2-1-49-15,4 2-72 0,-1 0-284 16,0 2 37-16</inkml:trace>
  <inkml:trace contextRef="#ctx0" brushRef="#br0" timeOffset="55889.66">3772 6344 1429 0,'0'0'124'16,"0"9"25"-16,0-9 13 0,2 14 27 15,0-2 30-15,5 3 12 0,2 2 13 16,2 9 3-16,7-1-13 0,0 3-17 15,0-1-20-15,-1-1-17 0,0-3-17 16,-3-3-18-16,-1-3-8 0,-1-3-7 0,-1-2 2 16,-2-3-4-16,-2 1 6 0,0-2 15 15,0-1 9-15,1-5 9 0,-5 4-1 0,-3-6-19 16,0 0-16-16,0 0-10 0,21-8-13 16,-17-1-24-16,-2-3-30 0,2-3-34 15,-1-3-45-15,-3-5-45 0,2 0-59 0,0-3-62 16,-2 1-59-16,0-1-67 0,0 2-79 15,0 0-97-15,0 2-176 0,3 5 52 0,-1 0-383 16,3 2-475-16</inkml:trace>
  <inkml:trace contextRef="#ctx0" brushRef="#br0" timeOffset="56222.9">4294 6336 2842 0,'0'0'67'16,"0"0"32"-16,5 8 32 0,-5-8 54 0,0 0 30 15,4 6 22-15,-4-6 6 0,0 0 7 16,7 8-4-16,-7-8-10 0,9 3-6 16,-9-3-6-16,14 2-31 0,-14-2-17 0,17-2-7 15,-17 2-27-15,21-7-13 0,-10 3-11 16,1-4-14-16,-3 0 6 0,3-1-24 16,-6-1-15-16,-2 2 1 0,-1-4-4 0,-4 7-5 15,1 5-8-15,-6-16-11 0,-2 14-7 16,8 2 1-16,-26 3-8 0,6 8-8 15,-5 4 1-15,-1 5 1 0,4-3-8 0,8 3 4 16,1-5-10-16,4 4 0 0,0-2-4 16,6-1 0-16,-1-1 1 0,4-1-1 0,0-1 0 15,5 3 1-15,3-4-33 0,1 1-40 16,1 1-62-16,1 0-81 0,5-1-85 16,-1 1-106-16,0 1-124 0,-2-3-178 0,1 2-25 15,-5 1 79-15,-3-3-491 0,-4-1-607 16</inkml:trace>
  <inkml:trace contextRef="#ctx0" brushRef="#br0" timeOffset="56472.85">2488 7639 3488 0,'-19'10'129'0,"6"-3"-7"16,6-2-2-16,0 0 6 0,3-3-2 15,4-2 21-15,0 0 26 0,43-11 14 0,18-13-3 16,32-17-18-16,27-10-15 0,53-23-13 16,15-4 0-16,17-7-15 0,4 1-6 15,-1 5-17-15,-7 2-32 0,-9 7-44 16,-20 7-65-16,-52 22-72 0,-21 3-77 16,-31 12-71-16,-12 8-47 0,-26 5-25 0,-12 4-34 15,-13 6-23-15,-9 1-44 0,4 2-77 16,0 0-23-16,-44 5-245 0,19 2-269 0</inkml:trace>
  <inkml:trace contextRef="#ctx0" brushRef="#br0" timeOffset="59406.96">10803 11507 275 0,'-7'-3'121'15,"-4"-1"-11"-15,11 4-21 0,-14-6-18 0,3 5 23 0,-1-2-11 0,0 1 0 0,-3-1 2 16,0 1 10-16,-1-1 1 15,2 3 4-15,-8 0-3 0,1 3 2 0,-1 2-2 16,-13 7-5-16,0 3 0 0,-1 10 1 16,-1 8-2-16,1 7-4 0,-1 9-4 0,-7 19-7 15,8 9-5-15,2 2 0 0,4-1-4 16,8-14 7-16,7 1 8 0,3-1 15 16,11-5 11-16,2-3 13 0,11-6 11 0,5-4 1 15,8-5-8-15,7-4-6 0,10-8-9 16,4-8-15-16,8-9-1 0,2-4-13 0,-2-10-7 15,14-11-10-15,5-2-17 16,20-14-14-16,-1-6-15 0,-3-5-20 0,-5-3-19 0,-8-5-22 16,-3 0-3-16,-20 10 4 15,-7-4 13-15,-8 0 23 0,-8-4 24 0,-10-1 39 16,-9 0 22-16,-11 3 8 0,-7-13-6 16,-13-2-3-16,-12-17-8 0,-10 6-13 0,-4 0-10 15,-3 5 3-15,-5 10-5 0,8 15-8 16,1 7-8-16,1 8-22 0,-2 7-29 0,10 10-49 15,2 11-57-15,-5 2-57 0,-6 13-67 16,3 5-79-16,2 9-112 0,6 2-107 16,3 0 52-16,4 2-216 0,13-5-206 0</inkml:trace>
  <inkml:trace contextRef="#ctx0" brushRef="#br0" timeOffset="60055.57">12082 11533 1975 0,'-29'7'-2'0,"0"8"24"0,-5 3 24 0,-6 10 24 0,-2 6 29 0,0 3 22 0,4 5 16 15,-4 7 24-15,6 2 11 0,5 6 10 16,5-1-6-16,4-2-9 0,9 4-14 0,12-14-10 15,2-1-15-15,11 7-14 0,7-8-6 16,11-2-14-16,8-7-10 0,10-9-6 0,10-5-7 16,4-7-11-16,3-7-17 0,2-8-22 15,-3-3-12-15,1-8-5 0,-4-1-3 16,-2-5-2-16,-4-3 4 0,-5-2 2 16,-4-2 9-16,-8-4 20 0,-3-1 30 0,-9-4 22 15,-11 5 22-15,-6-9 11 0,-4 0 8 16,-10-16 1-16,-7 0-8 0,-6-4-13 15,-13-17-8-15,6 17-18 0,-9 5-7 0,7 4-8 16,-7 6-19-16,2 7-37 0,6 16-53 16,-1 6-77-16,2 9-106 0,-1 10-121 0,-9 7-132 15,-1 5-202-15,-4 11 57 0,2 5 73 16,7-1-353-16,5 5-385 0</inkml:trace>
  <inkml:trace contextRef="#ctx0" brushRef="#br0" timeOffset="60606.45">13330 11644 2422 0,'-22'-2'64'0,"2"2"19"0,-3 4 0 0,-7 6 1 0,-12 13 28 0,1 6 20 0,3 6 15 0,1 7 10 0,1 9 4 16,3 4 0-16,6 4-5 15,4-1-6-15,8-2-9 0,5 1-5 0,10-9-9 16,10 8-3-16,7-5-8 0,8-2-4 16,9-8-10-16,12-5-5 0,3-7-12 0,11-7-6 15,1-8-10-15,3-10-5 0,5-6-7 16,0-5-12-16,-3-7-13 0,-5-5-14 15,-2-5-12-15,-5-3-2 0,-7-4 3 0,-4-6 1 16,-11 3 10-16,-8-7 7 0,-5-5 5 16,-8-3 3-16,-11 3 3 0,-1-9-1 0,-12-5-3 15,-9-3-4-15,-12-15-3 0,-4 3-7 16,-2 8-2-16,6 17-2 0,-1 8-12 0,1 7-19 16,6 14-31-16,-5 8-53 15,6 7-80-15,2 10-89 0,-11 7-87 0,-7 12-118 16,7 4-173-16,4 2 51 0,3 6-410 15,12-8-481-15</inkml:trace>
  <inkml:trace contextRef="#ctx0" brushRef="#br0" timeOffset="61090.58">14291 11858 2973 0,'-24'22'49'0,"-6"9"5"0,-1 8 18 0,-3 2 26 0,6-2 12 0,3 2 9 16,2-3 3-16,10-6-6 0,3-2 6 15,6-5-1-15,7-5 0 0,4-1 0 16,11 4-4-16,9-5-6 0,9-5-10 0,7-3-9 16,2-4-11-16,7-8-8 0,11-5-16 15,-2-4-20-15,-1-4-13 0,0-4-15 16,-9-3-1-16,-5-2 4 0,-8-2-5 0,-12 2 5 15,-6-3 13-15,-13-4 11 0,-7 3 3 16,-7-7 1-16,-15-12 0 0,-12 3 3 0,-5-3-4 16,-19-6-4-16,10 12-5 0,-1 7-1 15,-1 6-4-15,1 4-7 0,1 9-4 0,11 7-27 16,4 5-35-16,6 3-63 0,1 3-81 16,2 5-78-16,3 1-87 0,5-1-85 0,2 2-153 15,4 2 23-15,1-1-364 0,6 1-416 16</inkml:trace>
  <inkml:trace contextRef="#ctx0" brushRef="#br0" timeOffset="65154.72">9055 13517 2539 0,'7'-14'-2'0,"-6"2"46"0,1 1 31 0,0 1 32 15,0 2 27-15,-2 1 28 0,0 7 8 16,2-12 7-16,-2 12-5 0,0-10-13 0,0 10 6 15,0 0 17-15,0 0 19 0,-27 37 24 16,9-6 21-16,-12 14-5 0,-1 5 19 0,-3 0 15 16,-5 18 1-16,6-13 17 0,5-2-7 15,-1 0-6-15,6-3-12 0,4-3-6 0,7-9-15 16,9-2-8-16,1-8-11 0,5-2-16 16,11 1-144-16,5-3-68 0,8-4 0 0,-1-4 0 15,7-3 0-15,1-5 0 0,0-4 0 16,0-2 0-16,-5 0 0 0,13-6 0 15,-6 0 0-15,0 0 0 0,0-3-427 0,-5-2-122 16,-6 1-79-16,-6 1-112 0,-6 0-88 16,-1 2 83-16,-2-2-709 0,-7 2-902 15</inkml:trace>
  <inkml:trace contextRef="#ctx0" brushRef="#br0" timeOffset="65407.37">9250 14080 3969 0,'0'0'66'0,"-2"-9"62"15,2 9 25-15,0 0 12 0,0-9 13 16,0 9 19-16,0 0 14 0,9-5 18 0,-9 5 3 16,0 0-2-16,27 2 1 0,-16 3-2 15,1 2 2-15,1 1-17 0,-2 1-9 16,3 4-13-16,-3 1-11 0,-1 3-14 16,0 0 3-16,-7 0 5 0,-3 2 1 0,0 0-12 15,-3 2-66-15,-5 0-98 0,-4 8 0 16,-3-4 0-16,-4-1 0 0,2-1 0 0,-6-5 0 15,0 1 0-15,2-5 0 0,4-2-31 16,2-4-375-16,0-1-138 0,-1-2-142 0,3-3-198 16,1-2 72-16,12 0 90 0,0 0-675 15,-24-5-848-15</inkml:trace>
  <inkml:trace contextRef="#ctx0" brushRef="#br0" timeOffset="68240.1">6896 14362 3802 0,'0'0'130'0,"-7"-5"51"0,7 5 27 0,0 0 23 0,-10-4 3 0,10 4 11 0,0 0-13 16,0 0-15-16,-12-6-17 0,12 6-17 15,0 0 14-15,-3 18-6 0,3-3-9 0,2 5-11 16,-2 3-3-16,0 3-16 0,1 10-11 15,1 0-17-15,0-7-9 0,-2-1-12 16,2-5-14-16,3 2-5 0,-4-6-12 0,-1-2-2 16,2-3-5-16,-2-3-6 0,2-2 0 15,-2 0 12-15,2-2 12 0,-2-7 3 16,0 0-40-16,0 0-46 0,0 0 0 16,0 0 0-16,-2-47 0 0,2 10 0 0,0-2 0 15,2 2 0-15,0 2 0 0,1 10 0 16,1 3 0-16,-2 6 0 0,4 1 0 0,-3 1 0 15,7 4 0-15,-2 3 0 0,1 6 0 16,1-1 0-16,-10 2 0 0,27 3 0 0,-12 4 0 16,2 0 0-16,0 1 0 0,1 3 0 15,-2-1 0-15,-2-2 0 0,-1 1 0 16,-1-2 0-16,-1 1 0 0,-2-3 0 0,1 1 0 16,-4 0 0-16,1-4 0 15,-7-2 0-15,11 2 0 0,-11-2 0 0,12-12 0 0,-8 0-44 16,2-5-8-16,-1-4 7 15,-3 1 6-15,2 1 1 0,-1 0 6 0,-2 4 3 16,3 3 3-16,-4 0-3 0,4 1-13 16,-1 5-6-16,1 0-11 0,-4 6-22 0,14-6-24 15,-14 6-40-15,15 0-39 0,-15 0-33 16,21 4-41-16,-12 0-36 0,2 0-32 16,1-2-22-16,-1 2-26 0,2-2-27 0,-6 0-18 15,-7-2 9-15,17-2 3 0,-5 0-9 16,-5-3 6-16,2 0 40 0,1-3-495 15,-6-1-349-15</inkml:trace>
  <inkml:trace contextRef="#ctx0" brushRef="#br0" timeOffset="68503.78">7401 14248 2208 0,'4'-11'-61'0,"0"0"54"0,-1 4 37 0,-3 0 35 0,0 7 22 0,2-10 14 15,-2 10 5-15,2-5-4 0,-2 5 6 0,0 0 20 16,0 0 13-16,0 0 6 0,0 0-2 16,0 0-4-16,0 0-8 0,27 11-4 15,-22-5-12-15,2-1-12 0,0 1-7 0,-1-2-2 16,-6-4-11-16,13 8 10 0,-5-6 10 15,-8-2 6-15,0 0-2 0,20-6-3 0,-8-1-10 16,-4 0-11-16,1-3-4 16,-1-2-9-16,-2 2 6 0,-1-2-1 0,-5 0-2 0,0 0 0 15,-5-5-2-15,-1 1-6 16,-4 1-2-16,-1 0-6 0,0 6-9 0,-1-1-9 16,1 0-11-16,1 4-32 0,-3 4-46 15,13 2-54-15,-21 8-66 0,10-2-81 16,-1 5-78-16,-1 2-114 0,3 1-147 0,0 3-49 15,1 0 62-15,3 0-315 0,1-1-373 16</inkml:trace>
  <inkml:trace contextRef="#ctx0" brushRef="#br0" timeOffset="68903.89">7753 13539 2545 0,'-9'-30'225'0,"0"1"56"16,2 8 48-16,-4 7 33 15,2-1 29-15,5 3-4 0,-3 2-28 0,2 2-37 16,3 3-40-16,2 5-21 0,0 0-17 16,0 0-17-16,2 38-22 0,5-5-15 0,4 9-18 15,-2 8-23-15,5-3-15 0,-3 6-15 16,0-3-10-16,3-1-15 0,-1-1-6 0,-3-11-10 16,-1-3-5-16,-3-8-10 0,-1-3-7 15,2-5-6-15,-1-1-5 0,-3-2 0 0,-1-6-21 16,4 2-14-16,-5-5-12 15,-1 1 1-15,0-7 1 0,4 13-3 0,-4-13-8 16,-4 7 0-16,4-7-8 0,-9 6 1 16,9-6 5-16,-17 6-2 0,6-4 5 15,-1-2-6-15,12 0 2 0,-23 5-2 0,11-1 1 16,3 0-1-16,0 0 0 0,-3 6 5 16,4 0-1-16,-3 2-2 0,6-2 2 0,-2 2 6 15,4 0-6-15,-1 0-1 0,4-2-5 16,-2 2-34-16,2-3-33 0,0 0-37 0,4-3-44 15,-1 1-55-15,4-5-65 0,2 0-85 16,-9-2-91-16,23-6-126 0,-8-2-183 0,3-4 66 16,4-7-586-16,-1 0-750 15</inkml:trace>
  <inkml:trace contextRef="#ctx0" brushRef="#br0" timeOffset="69419.99">8093 13935 3642 0,'0'0'95'0,"0"0"47"0,0 0 29 16,2 8 20-16,-2-8 17 0,0 0 8 16,0 0 0-16,0 0 2 0,8 5-13 0,-8-5 4 15,0 0 8-15,0 0 4 0,0 0 1 16,0 0 2-16,0 0-2 0,0 0 1 16,0 0-20-16,16-9-17 0,-11 1-18 0,-1 0-17 15,-4-3-13-15,1-1-16 0,-1-5-7 16,0 0-16-16,0 0-7 0,-3 0-17 15,1 3-75-15,-3 1 0 0,3 4 0 16,0-1 0-16,2 3 0 0,-1 0 0 0,1 7 0 16,0 0 0-16,0 0 0 0,0 0 0 15,0 0 0-15,0 0 0 0,8 29 0 0,-2-13 0 16,-1 3 0-16,4-1 0 0,1 1 0 16,2-2 0-16,-3-1 0 0,1 1 0 0,1-7 0 15,-2 3 0-15,1-7 0 0,2 0 0 16,-5-2 0-16,2-4 0 0,-9 0 0 0,23-7 0 15,-11 0 0-15,-1-2 0 16,2-5 0-16,-1-4 0 0,-1-9 0 0,0 5 0 16,-2-7 0-16,-4 5 0 0,-1 3 0 15,0 4 0-15,-2 5 0 0,-1 0 0 16,1 2 0-16,1 1 0 0,-1 1 0 0,-2 8 0 16,0 0 0-16,0 0 0 0,0 0 0 15,0 0 0-15,11 23 0 0,-6-9 0 0,-1 2 0 16,2-1 0-16,-2-1 0 0,2-1 0 15,-1 1 0-15,-1 0 0 0,0-2-1 0,-1-4-232 16,4 4-45-16,-3-5-47 16,-1 2-64-16,-1-2-71 0,0-1-86 0,-2-6-120 0,6 4-104 15,-6-4 67-15,0 0-596 0,0 0-758 16</inkml:trace>
  <inkml:trace contextRef="#ctx0" brushRef="#br0" timeOffset="69670.24">8447 13060 3806 0,'-11'-19'137'0,"6"6"49"0,-4 2 21 0,4 3 12 0,-1 1-1 0,4 2-7 15,2 5 13-15,0 0 18 0,0 0 15 0,-3 24 6 16,4-4-2-16,3 14-10 0,3 7-7 16,6 11-12-16,-4 3-20 0,4 2-16 15,1 1-22-15,2-3-19 0,0-1-13 16,-1-5-18-16,2-3-13 0,-4-10-36 0,-1-3-46 15,-1-3-58-15,-1-7-75 0,-4-4-76 16,1-3-71-16,-1-3-71 0,-1-4-96 16,2-2-86-16,-2-2-100 0,-5-5-145 0,8-3-7 15,-8 3 80-15,16-16-543 0,-13 1-681 16</inkml:trace>
  <inkml:trace contextRef="#ctx0" brushRef="#br0" timeOffset="69970.78">8707 13381 3167 0,'0'0'-30'0,"0"0"60"0,0 0 49 15,0 0 44-15,0 0 32 0,0 0 27 16,5 19 14-16,-1-13 9 0,2 2 7 0,-3-4 1 16,2 4-3-16,0-1 4 15,1-3-12-15,-1 2-12 0,-5-6-8 0,13 7-8 16,-8-4-10-16,-5-3-7 0,0 0-14 16,0 0-13-16,22-8-12 0,-15 4-11 0,-7 4-7 15,7-13 11-15,-5 3-1 0,-6-2 0 16,2 1 3-16,-5-3 5 0,-1 2 0 0,-2 1-1 15,3 3-9-15,2-1-9 0,-8 6-15 16,6 1-12-16,7 2-8 0,0 0-8 0,-30 10-14 16,20-4-18-16,0 2-26 0,1 3-27 15,2 1-39-15,0-2-28 0,2 1-35 0,1-1-41 16,2 2-53-16,0-3-72 16,0 3-91-16,2-4-121 0,2 2-147 0,0-1-127 15,0 1 76-15,2 2-622 0,-1 1-784 16</inkml:trace>
  <inkml:trace contextRef="#ctx0" brushRef="#br0" timeOffset="70286.67">9202 13500 4076 0,'-20'11'217'0,"-2"7"26"0,-12 11 35 16,-8 5 7-16,-4 5 15 0,-20 17 3 15,-5 4-8-15,-5 8-26 0,-4 4-23 0,-3 3-16 16,-4 5-7-16,-5 1-9 0,1 4-7 16,-3 0-8-16,3 1-3 0,3-6-15 15,3 0-4-15,1-6-125 0,7-5-52 0,11-10 0 16,5-3 0-16,21-16 0 0,4-7 0 16,11-6 0-16,2-6 0 0,7-6 0 0,4-3 0 15,0-2 0-15,5-3 0 0,1 0 0 16,-2 0 0-16,4-1 0 0,4-6-115 0,-3 4-178 15,3-4-47-15,0 0-48 0,0 0-48 16,0 0-48-16,0 0-61 0,0 0-95 0,0 0-97 16,13-23 55-16,-5 17-519 15,-1-3-665-15</inkml:trace>
  <inkml:trace contextRef="#ctx0" brushRef="#br0" timeOffset="81784">14635 13759 1480 0,'0'6'257'0,"0"-6"-68"0,0 0-11 0,0 0-1 0,0 0 8 0,0 0 12 0,0 0 3 16,0 0-14-16,0 0 11 16,0 0-1-16,0 0 3 0,0 0-5 0,0 0 1 15,0 0 3-15,0 0 0 0,0 0-4 16,0 0-8-16,0 0-6 0,-7 9-12 16,7-9-8-16,0 0-2 0,0 0-5 0,0 0-22 15,0 0-8-15,0 0-5 0,0 0-3 16,0 0-12-16,-16 2-5 0,16-2-8 0,0 0-10 15,-20 0-8-15,9 0-6 0,11 0-1 16,-22 3-9-16,8-3 6 0,0 1-17 0,-2-1-5 16,1 0-1-16,-1 0 14 0,0 2-14 15,0 0-1-15,1 0 2 0,0 0 1 0,2-1-3 16,-3 1 2-16,1 0-9 0,1-2-7 16,0 1 3-16,0 3 1 0,-1-2-8 15,1-1-1-15,1 1-3 0,2 0 0 16,-1 1-6-16,1 0 4 0,-1-1-6 15,1 3 1-15,0-1 2 0,-1-1-2 0,1 1 0 16,2 1 0-16,-4 0 2 0,2 0-8 16,1 0 3-16,1 0 1 0,0 0-5 0,0 1 3 15,-2-3-2-15,4 4 4 0,0-4 1 16,-4 2-6-16,6 0 1 0,-1 1 2 0,-1 0 3 16,7-6-3-16,-10 9 1 15,2-4-4-15,3 4 3 0,-1-3 2 0,3 0 2 0,-3 0 3 16,1 3 0-16,0-1 2 15,-1 2 7-15,3-3-2 0,-3 5 9 0,2-4-4 16,3 1 7-16,-4-1-9 0,1-2 2 16,2 4-2-16,-1 0 1 0,-1-3-6 0,2 1 1 15,-2 1 2-15,3 0 1 0,-3-4 1 16,2 5-4-16,-3 0 2 0,5-3 0 0,-1 3 5 16,-1-3 2-16,-2 2 4 0,4-1-1 15,-2-1-3-15,2 1-4 0,-2-1 0 16,2 2-7-16,0 0-16 0,0-1 0 0,0-1 0 15,0 1 0-15,0 4 0 0,2-3 0 16,0 1 0-16,-2 0 0 0,4 1 0 0,-2 1 0 16,-1-1 0-16,4 1 0 0,1-2 0 15,-3 2 0-15,1-1 0 0,2 2 0 16,-1 1 0-16,3-2 0 0,2 0 0 16,-3-1 0-16,0 1 0 0,5 1 0 0,-6-3 0 15,5 2 0-15,-1-2 0 0,1 0 0 16,2-1 0-16,1 3 0 0,-1-2 0 0,-1-2 0 15,1 1 0-15,5 2 0 0,-6-5 0 16,2 3 0-16,1-3 0 0,3 2 0 0,-4-4 0 16,4 2 0-16,0-3 0 0,2 1 0 15,-1-3 0-15,2-1 0 0,-2 3 0 16,2-3 0-16,0 0 0 0,0 0 0 16,-2 0 0-16,-4 0 0 0,4 0 0 0,-2-3 0 15,1 3 0-15,-2-1 0 0,0-1 0 16,3-1 0-16,-4-1 0 0,5 0 0 0,-4 2 0 15,5-5 0-15,3 0 0 0,-1-1 0 16,-5 0 0-16,5-1 0 0,4-4 0 16,2 1 0-16,-7 2 0 0,-5-3 0 0,3 5 0 15,-6-2 0-15,4 1 0 0,-1-1 0 16,-3 2 0-16,-3-1 0 0,0 0 0 0,1-1 0 16,-3 0 0-16,0-2 0 15,3-3 0-15,-3 1 0 0,3-1 0 0,0-3 0 0,-3-1 0 16,1 1 0-16,-1-11 0 0,0 2 0 15,-1 2 0-15,-2 2 0 0,-2-11 0 0,0 7 0 16,-2 1 0-16,-2 1 0 16,-6-10 0-16,0 0 0 0,-6 4 0 0,1-4 0 15,-3 4 0-15,-4 0 0 0,-3 2 0 16,-2 2 0-16,-4 1 0 0,-4 5 0 0,3 2 0 16,-6 3 0-16,-2 7 0 0,-1-1 0 15,0 6 0-15,-6 2 0 0,11 2 0 0,-10 3 0 16,4 4 0-16,-2 3 0 0,0 3 0 15,-6 3 0-15,2 4 0 0,10-3 0 0,4 4-123 16,1-1-615-16,4-1-193 16,7 1 25-16,4-2 101 0,6-5-789 0,7 1-1036 15</inkml:trace>
  <inkml:trace contextRef="#ctx0" brushRef="#br0" timeOffset="83033.75">15910 13786 4113 0,'0'0'-116'0,"0"0"55"0,-6-10 39 16,6 10 33-16,-1-7 49 0,1 7 21 0,-8-5 29 0,8 5 11 0,-6-5 4 16,6 5-3-16,-10-6 6 0,10 6 2 0,0 0-1 15,-14-3-1-15,14 3-3 0,-16-4-7 16,16 4-1-16,-15-1-10 0,15 1-5 0,-21-2 2 15,10 2-8-15,11 0 0 0,-29 0 0 16,15 0-4-16,0 2 1 0,-4-2-24 0,-1 0-3 16,0 1 3-16,2 0-2 0,-2-1 1 15,2 3 3-15,-5-2-3 0,6 1 3 16,0-2-5-16,-2 2-2 0,2 0 0 16,-1 0-10-16,2 1-2 0,0 0-2 0,-1-1-5 15,-1 3 15-15,2-1-6 0,0 0-3 16,-1 2-5-16,1-1-3 0,3 0 1 15,-1 2-5-15,1-1-7 0,1 2-2 0,-2 0-5 16,3 1 3-16,-1 1-2 0,2 0-8 16,-1 1 3-16,1-1 0 0,-1 2-2 0,0 1 1 15,3-2-9-15,-1 1 3 0,3-4 0 16,-4 7 4-16,4-3 21 0,-1-2 1 0,1-1-5 16,-1 3 1-16,2 0-4 15,0-1 9-15,0 1 9 0,1-2-3 0,1 3-7 0,-2-1 0 16,2-2-32-16,0 1-8 15,2 0 0-15,0 1 0 0,0 0 0 0,2 0 0 16,-2 0 0-16,2 1 0 0,4 0 0 16,-5 2 0-16,3-1 0 0,2 1 0 0,-2 2 0 15,2-2 0-15,-1 2 0 0,-1 0 0 16,3 1 0-16,0 2 0 0,0-3 0 0,4 3 0 16,-5 1 0-16,4-4 0 0,1 2 0 15,-2-1 0-15,4-1 0 0,-1-1 0 0,10 5 0 16,-8-6 0-16,2-1 0 0,1-3 0 15,0 2 0-15,3-4 0 0,-2 0 0 16,3-1 0-16,1 2 0 0,-2-3 0 16,3-2 0-16,0-1 0 0,0 1 0 0,-1-1 0 15,3-2 0-15,-1 0 0 0,-3-2 0 16,1 0 0-16,3-2 0 0,2-2 0 16,-2 0 0-16,0-1 0 0,5-7 0 0,2 0 0 15,-3-3 0-15,2 1 0 0,-3-3 0 16,1-3 0-16,-3-1 0 0,-1-1 0 0,-2-2 0 15,0-3 0-15,-5-2 0 0,5-10 0 16,-5-2 0-16,0-3 0 0,-4 1 0 0,-4 2 0 16,-5 2 0-16,1-1 0 15,-6 1 0-15,-2 3 0 0,-6 4 0 0,-1 0 0 0,-3 3 0 16,-3 3 0-16,-8 3 0 16,-4 4 0-16,-3 0 0 0,-2 7 0 0,-4 2 0 15,-4 1 0-15,1 4 0 0,7 3 0 16,3 2 0-16,1 2 0 0,2 0 0 0,-3 1 0 15,4 2 0-15,2-1-33 0,2 4-398 16,0-1-82-16,7 0-106 0,2 0-143 0,4-1-80 16,5 1 94-16,3 0-695 0,0-7-893 15</inkml:trace>
  <inkml:trace contextRef="#ctx0" brushRef="#br0" timeOffset="83933.92">16891 13794 3746 0,'5'-5'-98'0,"-5"5"47"0,2-9 34 0,-2 9 43 0,3-9 51 16,-3 9 36-16,0-7 34 0,0 7 14 0,0 0-1 15,2-11-4-15,-2 11-4 16,0 0-3-16,0-8 1 0,0 8-8 0,0 0-8 0,-5-8-16 16,5 8-7-16,-12-4-16 15,12 4-9-15,-21-3-2 0,9 3-4 0,-1-2-3 16,-1 2-9-16,-2 0-4 0,-4 2-1 15,1-2 2-15,1 0-3 0,-9 4-1 0,4-1-9 16,-12 5 0-16,-1 0 1 0,4-2-3 16,5 4 9-16,6-3-4 0,1 3-1 15,0-2-5-15,-1 3-2 0,-4 6 6 0,3 0-2 16,4-2 9-16,6-1 20 16,-2 1-1-16,-5 8-2 0,5-3 2 0,5 0-1 15,2-4-5-15,-4 13-3 0,2-4 3 16,6-5-6-16,-3 3 4 0,2 0-2 0,4 0-4 15,0 2-3-15,2-1-3 0,6 9 1 16,-1 1 3-16,2-3 0 0,3 1-7 0,1 0 3 16,3-1 5-16,-1-2-56 0,0-4-8 15,0 3 0-15,5-5 0 0,-4 0 0 0,5-3 0 16,-5-3 0-16,1-3 0 0,-2-1 0 16,2-2 0-16,2-3 0 0,3 4 0 0,-2-6 0 15,1 0 0-15,2-1 0 0,2-3 0 16,-3-2 0-16,5-2 0 0,9-2 0 0,3-3 0 15,-5-1 0-15,2-6 0 16,-1-1 0-16,-1-3 0 0,4-6 0 0,-1-2 0 16,-1-3 0-16,-2-3 0 0,-4-2 0 15,1-4 0-15,-6-3 0 0,-2-2 0 0,-5-3 0 16,0-4 0-16,-7-3 0 0,-4-1 0 16,-2 11 0-16,-8-1 0 0,-1-1 0 15,-7-3 0-15,-4 2 0 0,-6 5 0 0,-5 3 0 16,-5 6 0-16,-5 5 0 0,6 8 0 15,-5 3 0-15,-2 4 0 0,-2 3 0 0,1 7 0 16,-3-2 0-16,9 4 0 0,-6 4 0 16,4 2-18-16,-2 2-379 0,2 3-67 0,-1-1-99 15,7 3-116-15,5-3-186 16,5 4 87-16,9-5-728 0,1 5-951 0</inkml:trace>
  <inkml:trace contextRef="#ctx0" brushRef="#br0" timeOffset="84700.39">18069 13837 3713 0,'-13'-5'-217'0,"1"2"54"0,3-3 40 0,-2 3 36 0,1 0 36 0,-1-1 33 16,-1 0 31-16,-1 0 11 0,-2 4 14 15,-1-2 6-15,1 0 11 0,1 2 16 0,-2 0 16 16,-4 0 6-16,-1 2 12 0,-1 0 8 15,-3 2 6-15,2 2 10 0,0 1-1 16,-10 3 7-16,1 0 3 0,4 4-13 0,-5 1 3 16,5 1-4-16,-3 3-1 15,4 1 0-15,0 4-1 0,4 1 1 0,-2 4 0 16,1-3-5-16,3 3-7 0,3 1-8 16,-2 1 4-16,7 0 1 0,-1 1-11 0,5 1-6 15,0-1-5-15,5 1 9 0,2-3-3 16,2-5-6-16,2-2 3 0,6 11 1 0,-1-4-1 15,6 1-10-15,5-3-3 0,-1-2-10 16,3-2-1-16,5-2-10 0,2-4-3 0,4-1-4 16,-3-2 0-16,5-3-10 0,-1-6-3 15,4 0 0-15,-4-4-4 0,-1-3-3 0,10-2-4 16,-2-3 2-16,3-1-8 0,6-9 13 16,-10 1 22-16,1-9 18 0,4-1 14 15,-5-4-2-15,-4-4 6 0,-4-2-5 0,-1-5-4 16,-2-5-9-16,-4-5-8 15,-5-1-5-15,0 1-58 0,-5 1 0 0,-7 9 0 16,-4 5 0-16,-4 6 0 0,-6-2 0 16,-5 4 0-16,-8 6 0 0,-10 3-61 0,-1 7-158 15,-4 1-78-15,-4 6-104 0,-6 2-110 16,-1 4-148-16,-16 2-196 0,-1 2 79 0,4 2 87 16,0 3-577-16,8 1-727 0</inkml:trace>
  <inkml:trace contextRef="#ctx0" brushRef="#br0" timeOffset="90232.84">4052 7424 3781 0,'0'-9'102'0,"-3"3"36"0,3 6 31 0,-4-12 22 0,4 12 17 16,-4-8 14-16,4 8 6 0,0 0-7 0,0 0 49 15,0 0 11-15,0 0-5 16,-9 43-15-16,9-4 2 0,0 7-6 0,2 12-15 15,2 2-15-15,-1 0-25 0,1 0-18 16,-2 0-15-16,3 2-16 0,-2-6-15 0,1-9-130 16,-2-3-8-16,0-1 0 0,-1-3 0 15,-1-8 0-15,0-6 0 0,-1-2 0 0,-1-3 0 16,2-3 0-16,-2-1 0 0,-2-2 0 16,1-3-269-16,-2-6-155 0,-1 2-103 15,-1-8-94-15,7 0-136 0,-18-3-61 0,7 0 81 16,0-7-636-16,-3-3-828 0</inkml:trace>
  <inkml:trace contextRef="#ctx0" brushRef="#br0" timeOffset="90416.12">3839 8058 3602 0,'-6'-8'71'0,"1"2"64"15,1 0 37-15,4 6 23 0,0 0 19 16,-9-6 15-16,9 6 9 0,0 0 45 0,0 0 14 16,0 0 0-16,11 23-28 0,0-7-15 15,10 6-18-15,3 2-26 0,0 0-21 16,12 3-15-16,-7-5-22 0,3-1-61 0,-1-1-83 15,-1-2-92-15,1-1-76 0,-4-1-75 16,-4-5-80-16,-3-5-63 0,-2-2-53 0,-4-4-58 16,2 0-59-16,1-4-51 0,0-6-28 15,-4-1-546-15,3-5-640 0</inkml:trace>
  <inkml:trace contextRef="#ctx0" brushRef="#br0" timeOffset="90582.74">4375 8122 3141 0,'7'-18'-15'0,"-2"4"79"0,-3 5 68 15,-2-1 41-15,-2 4 35 0,2 6 18 16,-8-4 16-16,8 4 17 0,0 0 18 15,-29 14 4-15,14 1-12 0,-4 7-21 0,0 2-11 16,0 0-33-16,3 2-17 0,1 3-15 16,1-1-24-16,3 1-9 0,0-2-22 0,6-3-67 15,-2-3-64-15,2-1-71 0,1 1-79 16,0-4-89-16,1 3-112 0,-3-1-117 0,-2-3-171 16,2-1-80-16,-3 2 83 15,-3 0-493-15,-6 8-610 0</inkml:trace>
  <inkml:trace contextRef="#ctx0" brushRef="#br0" timeOffset="90965.25">3007 9714 3559 0,'1'-29'233'0,"-1"6"19"0,2 2 32 16,-2 4 53-16,-2 3 41 0,2 1 4 16,0 1-14-16,0 2-30 0,-1 1-36 0,-1 2-35 15,2 7-31-15,0 0-22 0,0 0-21 16,0 0-19-16,3 47-15 0,1-12-18 15,0 6-12-15,2 3-11 0,2 7-15 0,1 4-79 16,-2-4-24-16,-3-10 0 0,4 0 0 16,-4-1 0-16,0-5 0 0,-1-6 0 0,-3-6 0 15,0-2-143-15,0-1-100 16,0-2-53-16,0-5-68 0,-1 1-59 0,-3-4-63 0,0-5-61 16,1-1-55-16,3-4-81 15,0 0-14-15,-13-14-564 0,8-1-721 16</inkml:trace>
  <inkml:trace contextRef="#ctx0" brushRef="#br0" timeOffset="91366.31">2976 9636 3257 0,'0'-34'-75'0,"-2"7"52"16,4 1 43-16,0 4 25 0,0-2 32 15,0 7 41-15,3-4 19 0,4 1 26 0,-2 3 5 16,8 3 10-16,0 1 0 0,7 5-1 16,2 2-9-16,2 4-14 15,13 4-3-15,1 8-14 0,-2 3-10 0,2 9-11 16,-7 6-6-16,-11-2 4 0,-6 7 10 15,-5 0 11-15,-6 3 3 0,-5 3-5 0,-5 2-7 16,-4-4-6-16,-9 7-24 0,-2-4 9 16,0-10 7-16,-1 0-4 0,4-6 12 0,-2-2 5 15,4-7 13-15,1-4 9 0,3-6 7 16,-1-2 1-16,3-3-3 0,9 0-9 0,0 0-10 16,-27-5-6-16,20 2-24 0,7 3-103 15,-11-6 0-15,11 6 0 0,-10-3 0 0,10 3 0 16,0 0 0-16,0 0 0 0,0 0 0 15,0 0 0-15,0 0 0 0,28 14 0 16,-12-9 0-16,2 3 0 0,4 3 0 16,6 1 0-16,-5-2 0 0,-4-2 0 15,-5-1 0-15,-1 0 0 0,-1-2 0 0,-3 1 0 16,-2 0 0-16,1-3 0 0,-2-1 0 16,-6-2 0-16,9 6 0 0,-9-6 0 0,0 0-4 15,0 0-441-15,0 0-108 0,0 0-123 16,0 0-205-16,0 0 67 0,0 0 93 0,0 0-672 15,-25-13-847-15</inkml:trace>
  <inkml:trace contextRef="#ctx0" brushRef="#br0" timeOffset="91832.96">3175 10001 4202 0,'-9'-4'146'0,"9"4"32"0,-14 0 25 0,14 0 8 0,0 0-1 0,0 0-9 0,0 0 20 0,0 0 14 15,0 0-11-15,0 0-16 0,32 23-17 16,-5-11-18-16,3 2-17 0,4 1-16 15,-3 3-12-15,-1-3-18 0,3-1-5 0,-5-3-22 16,-3 0-28-16,-8-2-27 0,-3-2-14 16,-1-1-44-16,-4 1-13 0,3-2-45 15,-5 0-34-15,1 1-49 0,-2 0-68 16,-6-6-93-16,8 2-99 0,-8-2-112 0,0 0-171 16,0 0-10-16,0 0 72 0,-6-21-482 15,4 10-601-15</inkml:trace>
  <inkml:trace contextRef="#ctx0" brushRef="#br0" timeOffset="92166.81">3664 9777 3405 0,'0'0'165'0,"-12"29"25"16,5-16 28-16,1 5 32 0,-1 2 27 0,-3 9 13 15,4-3-22-15,3-2 2 0,1 2-10 16,0-3-26-16,4 3-13 0,2-5-22 0,1 2-12 15,2-3-10-15,2-1 1 0,2-3-19 16,3-3 8-16,-1-3-6 0,0 1-2 16,2-6 2-16,0-2-3 0,1-1-19 0,1-4-9 15,0-3-12-15,2-2-68 0,0-3-50 16,-2-2 0-16,-2-2 0 0,-1-1 0 0,-5-2 0 16,-1-2 0-16,-4 2 0 15,-4-3 0-15,-3 1 0 0,-2-2 0 0,-6-8 0 0,0 3 0 16,-3 5 0-16,3 6 0 15,-3 1 0-15,-1 7 0 0,-1 2 0 0,2 5-112 16,-4 3-196-16,-2 4-66 0,-7 7-76 16,0 1-76-16,0 2-107 0,4 7-189 0,-3-7 66 15,2 5 83-15,6-3-530 0,4-5-667 16</inkml:trace>
  <inkml:trace contextRef="#ctx0" brushRef="#br0" timeOffset="92631.91">3954 9238 3522 0,'-8'-15'321'0,"3"1"48"0,-1 6 22 16,0-1 25-16,2 3-13 0,4 6-39 0,-6-6-38 16,6 6-30-16,0 0-2 0,0 0-17 15,4 38-17-15,0-14-30 0,4 12-20 0,1 3-19 16,2 12-21-16,3-3-19 0,-1 1-151 15,-4-8 0-15,0 0 0 0,-4-2 0 0,-1 1 0 16,2-1 0-16,-8 1 0 0,0-1 0 16,0-3 0-16,0-8 0 0,2-8 0 0,-2-4 0 15,0-4 0-15,2-2 0 16,0-5 0-16,0-5 0 0,0 0 0 0,0 0 0 16,25-17 0-16,-10 3 0 0,1 1 0 15,0 1 0-15,9-5 0 0,-7 5 0 0,0 5 0 16,-4 2 0-16,3 0 0 0,-3 5 0 15,-1 0 0-15,2 3 0 0,-2 0 0 16,-2 2 0-16,3 4 0 0,-6 0 0 0,1 3 0 16,-3-1 0-16,-2 1 0 0,-2 2 0 15,-2 0 0-15,-2 1 0 0,0 1 0 0,-3 2 0 16,0-4 0-16,-2 5 0 16,-1-2 0-16,-3-1 0 0,1-1 0 0,-1-5 0 15,2 0 0-15,0-5 0 0,-2-1 0 16,2-4-350-16,9 0-223 0,-21-13-24 0,14-3-29 15,-4-5-20-15,4-10-40 0,1-1-23 16,5-7-653-16,-1 1-816 0</inkml:trace>
  <inkml:trace contextRef="#ctx0" brushRef="#br0" timeOffset="92800.01">4172 9554 3386 0,'7'-7'-148'0,"0"2"67"0,-1 5 55 0,-6 0 67 16,0 0 59-16,19 7 44 0,-11 0 35 15,3 5 22-15,1-2 6 0,-1 7 0 0,3-2-9 16,-3 2-17-16,4-1-16 15,2 5-16-15,-4-3-19 0,1-3-10 0,-1-1-48 16,-1-1-54-16,-3-1-62 0,0-3-85 16,3 1-84-16,-4-2-80 0,-1 1-95 0,-1-2-115 15,-3 0-104-15,4-3 55 0,-5 2-303 16,-2-6-340-16</inkml:trace>
  <inkml:trace contextRef="#ctx0" brushRef="#br0" timeOffset="93115.28">4522 9443 2743 0,'0'-7'254'0,"0"7"15"0,0 0 24 0,0 0 23 16,0 0 21-16,0 0-26 0,0 0-17 15,0 0-12-15,-13 27-41 0,10-21-25 16,3 3-20-16,5 2-24 0,-2-1-13 16,3-1-19-16,-1-2-17 0,-1 3-15 15,2-3-22-15,0 0-22 0,2-2-2 0,-5-2-11 16,1 0 0-16,-4-3 12 0,0 0-18 15,19-6-6-15,-11 1 1 0,-1-4 23 0,0 2-1 16,2-1 6-16,-4 1-7 0,3 0-8 16,-3 2-9-16,4-1-6 0,-4 2 4 0,4 2-13 15,-9 2-6-15,18 0-19 0,-18 0-40 16,22 2-53-16,-10-2-39 0,-1 3-41 0,3-2-44 16,1 3-45-16,-1-2-36 15,0-2-47-15,2 0-51 0,1-2-83 0,0-3-99 16,6 0-99-16,-4-3 49 0,2 1-456 15,-6-1-552-15</inkml:trace>
  <inkml:trace contextRef="#ctx0" brushRef="#br0" timeOffset="93333.9">5065 8915 3301 0,'-4'-29'183'0,"2"11"48"0,-1 3 41 15,0 2 41-15,-1 4 38 0,2 2-2 0,2 7 2 16,-1-8 5-16,1 8 3 0,0 0-1 15,0 0-27-15,0 35-22 0,1-12-28 16,5 14-29-16,4 15-26 0,1-3-21 16,3 3-42-16,1-2-163 0,1 1 0 0,-2-1 0 15,4-2 0-15,-3-3-32 0,0 0-229 16,-2-9-84-16,1-1-98 0,-1-2-104 0,-4 0-115 16,0-8-156-16,-4-3 73 0,-1-7-730 15,1-5-924-15</inkml:trace>
  <inkml:trace contextRef="#ctx0" brushRef="#br0" timeOffset="93499.89">5314 9399 3860 0,'0'-14'-21'0,"0"1"89"0,-3 5 60 16,1 0 49-16,0-2 48 0,2 10 41 15,-6-11 25-15,6 3-4 0,0 8-18 0,-1-13-26 16,-1 4-23-16,4-1-25 16,-2-2-21-16,1 0-48 0,-1-2-55 0,4-3-78 15,2 4-79-15,-3-5-82 0,-1-2-99 16,4 0-86-16,-3 2-72 0,0 4-69 0,-1 5-113 15,-2-1-44-15,-2 3 55 0,2 7-399 16,-8-3-471-16</inkml:trace>
  <inkml:trace contextRef="#ctx0" brushRef="#br0" timeOffset="93815.6">5227 9244 2952 0,'-2'15'147'0,"2"0"36"0,3 1 39 16,1-1 31-16,1 2 28 0,0 4 7 0,3-2 1 15,1 4-17-15,3 2 0 0,3-1-21 0,4-3-23 16,0-7-15-16,-4 1-16 15,2-5-22-15,2 0-3 0,-3-5-12 0,-1 1-18 16,-1-3-13-16,0-3-5 0,-14 0-18 16,25-5-7-16,-12-2-4 0,-1 0-7 0,-1-2 8 15,1-1 18-15,-2-1 6 0,-1-1 5 16,0-2-2-16,1 7 2 0,-4-3-3 0,-1 2-94 16,3 1-28-16,-5 2 0 0,4 0 0 15,-7 5 0-15,9-4 0 0,-9 4 0 0,11-3 0 16,-11 3 0-16,0 0 0 15,25 3 0-15,-25-3 0 0,22 2 0 0,-11 2 0 0,6-1 0 16,3 2 0-16,5-2 0 0,4-3 0 16,7 6-181-16,-4-4-131 0,-5 2-68 15,0-4-66-15,-8 2-84 0,-4 1-98 16,-3 0-121-16,-4 3 12 0,-7 1 82 16,-6 3-560-16,-15 15-679 0</inkml:trace>
  <inkml:trace contextRef="#ctx0" brushRef="#br0" timeOffset="94098.69">3542 10703 3281 0,'-59'29'76'0,"9"-3"43"0,-1-3 22 16,5-2 15-16,14-4 32 0,3-5 42 16,10-1 14-16,8-6-1 0,11-1-5 0,0-4-8 15,47-12-9-15,39-17-17 0,32-13-12 16,61-28-22-16,18-5-12 0,12-9-36 15,13 6-13-15,0 1-13 0,-3 0-10 0,1 5 10 16,-4 1-18-16,-10 6-17 0,-14 6-36 16,-59 16-53-16,-17 4-54 0,-19 5-48 0,-32 12-24 15,-15-2-9-15,-20 7 13 0,-9 3 9 16,-11 2 1-16,-7 2-15 0,-6 3-29 0,-5-1-45 16,-6 2-47-16,-4 1-59 15,-7 2-83-15,-2 1-129 0,0 4-60 0,1 0 67 16,-12 3-305-16,4 2-331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12:17.6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24581 1226 1404 0,'0'0'634'0,"0"0"-139"0,19-16-50 0,-19 16-16 0,0 0-27 15,2-10-11-15,-2 10-7 0,0 0-28 16,0-8-8-16,0 8-22 0,0 0-27 15,0 0-34-15,0 0-27 0,0 0 9 0,0 0 6 16,0 0-14-16,4 22-22 16,0-7-20-16,-4 4-17 0,2 3-16 0,0 2-17 0,-1-1-16 15,-1 1-131-15,0-4 0 16,2-1 0-16,-4 0 0 0,2-1 0 0,-1-4 0 16,1 3 0-16,-2-6 0 0,2 1 0 15,-4-3 0-15,0-2 0 0,2 0-232 16,2-7-186-16,-12 0-82 0,12 0-78 0,0 0-91 15,-16-19-162-15,13 3 35 0,-3-5-621 16,6-3-869-16</inkml:trace>
  <inkml:trace contextRef="#ctx0" brushRef="#br0" timeOffset="349.69">24493 1085 3582 0,'-12'-12'-114'0,"0"2"58"16,0 5 60-16,0-2 46 15,-1 3 62-15,-2 4 47 0,-6 0 31 16,-2 5 27-16,-9 7 20 0,-11 9 13 0,4 9 8 15,-1 6-9-15,4 2 1 0,4 8-15 16,5 2-11-16,4 4-10 0,5 1-10 0,11 3-14 16,7-11-10-16,7 5-13 0,15 0-6 15,4-4-4-15,10-5-17 0,9-8-15 16,4-2-8-16,8-8-10 0,9-1-10 0,7-9-10 16,-2-2-9-16,3-10-9 0,-3-5-4 15,-5-6-7-15,1-3-6 0,-10-10-6 16,-2-9-16-16,-11-4-30 0,-3-5 0 15,-11-7 0-15,-12-2 0 0,-4-9 0 0,-8-1 0 16,-12-3 0-16,-8-3 0 0,-8 0 0 16,-15-6 0-16,7 18 0 0,-8 5 0 15,-4 8 0-15,-6 11 0 0,-3 7 0 0,-4 8 0 16,5 10-35-16,4 7-143 0,1 4-65 16,-5 8-82-16,6 5-78 0,12 0-82 0,5 1-93 15,10 2-145-15,11-3-80 0,6-2 86 16,9-4-542-16,18 3-719 0</inkml:trace>
  <inkml:trace contextRef="#ctx0" brushRef="#br0" timeOffset="600.05">26201 1076 3912 0,'-8'-6'240'0,"1"-1"30"0,0 3 9 0,7 4-4 0,0 0-16 0,0 0-11 0,-24 14-27 16,18 0-11-16,-3 16-23 0,1 1-11 15,3 4-22-15,-2 5-10 0,4-5-17 0,-1 5-12 16,-2-4-30-16,1 0-40 0,-1-4-78 16,3-6-81-16,0-6-85 0,-3-4-88 15,4 0-63-15,2-4-60 0,-1-4-94 16,1-4-141-16,0-4-69 0,0 0 59 15,0 0-378-15,0 0-506 0</inkml:trace>
  <inkml:trace contextRef="#ctx0" brushRef="#br0" timeOffset="885.06">26239 1080 2946 0,'1'-17'120'0,"-1"3"102"0,2 4 55 16,3 1 41-16,-3 2 4 0,0 2-3 0,-2 5-9 15,0 0-8-15,16-2-11 16,-16 2-18-16,31 14-18 0,-8 5-19 0,5 3-22 15,5 12-20-15,-3 1-18 0,-1 2-19 16,-6 0-11-16,-8-6-15 0,-3-4 0 0,-7-1 13 16,-5-2 11-16,0-2 6 0,-9 10 2 15,-7-6-7-15,-7 2-84 0,-7 2-72 16,-8 2 0-16,-4-3 0 0,0-5 0 0,-2-5 0 16,8-4 0-16,4-1 0 0,3-8 0 15,6-2 0-15,4-4 0 0,2-4 0 16,2-2 0-16,5-6-329 0,1-7-126 0,6 2-86 15,10-5-110-15,6-7-136 0,14-6-31 16,3 0 75-16,10 8-572 0,6 6-773 16</inkml:trace>
  <inkml:trace contextRef="#ctx0" brushRef="#br0" timeOffset="1068.32">26828 1270 3725 0,'15'2'181'0,"-5"-2"80"0,-3-5 69 15,-7 5 58-15,0 0 13 0,11-3-10 0,-11 3-5 16,0 0 16-16,0 15-26 0,0-5-33 15,-5 6-31-15,3 2-33 0,-3 5-24 16,-1 11-94-16,-1-1-161 0,2 2 0 0,-1-3 0 16,5-6 0-16,-1-1 0 0,0-1 0 15,0-5 0-15,0 0-262 0,-1-2-201 0,-2-3-113 16,1-3-132-16,0-2-179 0,1-2 65 16,-3-3-699-16,6-4-967 0</inkml:trace>
  <inkml:trace contextRef="#ctx0" brushRef="#br0" timeOffset="1216.88">26956 1212 4433 0,'-2'-14'71'0,"0"5"64"0,0 3 36 15,-2 0 15-15,4 6-18 0,0 0-21 0,-2-12-18 16,2 12-30-16,0 0-64 0,0 0-66 16,6-6-94-16,-6 6-107 0,0 0-128 0,0 0-143 15,30 12-208-15,-20-6 56 0,-1 3-351 16,-1 3-481-16</inkml:trace>
  <inkml:trace contextRef="#ctx0" brushRef="#br0" timeOffset="1483.67">27049 1287 3138 0,'0'0'242'0,"0"0"33"0,0 0 20 16,-11 6 3-16,11-6-17 0,0 0-21 16,-4 10 42-16,4-1 0 0,0 2-19 0,2 7-25 15,0 4-28-15,1 12-17 0,3 0-26 16,-2 0-15-16,-1-1-16 0,3-4-19 15,-3-6-9-15,-1-4-12 0,-1-2-13 0,-1-4-5 16,4 1 27-16,-2-3 35 0,0-1 32 16,0-2 34-16,-1-4-212 0,-1-4-14 15,0 0 0-15,0 0 0 0,25-11 0 16,-14 1 0-16,7-14 0 0,0-1 0 0,2-6 0 16,-1 2 0-16,3 0 0 0,0 1 0 15,-1 3 0-15,-1 2 0 0,-4 5 0 16,2 7-521-16,-5 0-190 0,4 3-196 0,0 1 18 15,0 2 104-15,0 1-704 0,2 4-936 16</inkml:trace>
  <inkml:trace contextRef="#ctx0" brushRef="#br0" timeOffset="1700.81">27647 1346 4406 0,'-10'-5'116'0,"5"-1"85"0,5 6 57 0,-9-8 56 16,9 8-4-16,-8-4-22 0,8 4-26 15,0 0-28-15,0 0-19 0,-14 12-19 16,9-1-21-16,-3 4-16 0,3 6-11 0,-4 2-15 16,2 6-50-16,-2 4-71 0,0-4-85 15,-2 2-88-15,6-6-77 0,-4-5-66 0,-2-1-78 16,6-2-41-16,-2-3-54 0,3-4-61 16,0-5-87-16,2-1-65 0,2-4 52 15,0 0-369-15,0 0-483 0</inkml:trace>
  <inkml:trace contextRef="#ctx0" brushRef="#br0" timeOffset="1833.61">27705 1313 2735 0,'15'-30'42'0,"-3"2"73"16,-5 4 63-16,-2 9 29 0,1 1 5 15,0 4-20-15,-5-1-24 0,4 1-43 0,-1 3-101 16,-2 0-108-16,1 1-98 0,-3 6-119 16,8-3-203-16,-8 3-84 0,17-2 70 15,-17 2-102-15,24 2-117 0</inkml:trace>
  <inkml:trace contextRef="#ctx0" brushRef="#br0" timeOffset="2199.42">28277 1049 2141 0,'0'0'366'0,"-7"-10"36"0,7 10 25 16,-7-5-4-16,7 5-6 0,0 0-8 16,-27 8-20-16,10 4-31 0,-2 12-11 15,-10 9-14-15,2 4-27 0,4 4-25 16,3 3-30-16,-1-1-22 0,0 1-24 15,4-3-22-15,3-9-18 0,1-1-13 0,4-7-16 16,1-5-12-16,2-5-15 0,1 1-71 16,3-5-38-16,-2 0 0 0,0-3 0 0,2 1 0 15,2-8 0-15,-1 4 0 0,1-4 0 16,0 0 0-16,0 0 0 0,-9-17 0 16,7 5 0-16,-3 2 0 0,-1 1 0 0,-9-3 0 15,2 6 0-15,-5 1 0 16,-2 1 0-16,0 4 0 0,-5 5 0 0,-5 5 0 15,3-2 0-15,0 11 0 0,2 0 0 16,3-1 0-16,1 5 0 0,8-2 0 16,5-5 0-16,0 3 0 0,7-2 0 0,1-3 0 15,3 1 0-15,7 1 0 0,3-4 0 16,12 3-115-16,8-3-363 0,4-5-125 0,6-5-199 16,0-2-94-16,4-3 88 0,-2-3-719 15,-4-4-971-15</inkml:trace>
  <inkml:trace contextRef="#ctx0" brushRef="#br0" timeOffset="2551.94">28352 1556 3885 0,'-21'-1'-91'0,"21"1"61"0,-11 3 62 0,11-3 59 16,0 0 37-16,0 0 21 0,-11 2 5 15,11-2 18-15,0 0 19 0,0 0 1 16,0 0-6-16,0 0-15 0,0 0-18 0,0 0-18 15,36 9-18-15,-36-9 1 0,17-5-8 16,-17 5 19-16,13 0 25 0,-13 0 6 0,13-6 2 16,-13 6-11-16,6-8-11 0,-6 8-20 15,-2-9-16-15,2 9-8 0,-17-6-9 16,4 4-9-16,-8 2-3 0,0 2-15 16,-2 1 0-16,-2 4-10 0,-6 4-5 15,5 3-2-15,2 4-3 0,6-7 3 0,5 3-2 16,5-2 2-16,0 2 0 0,3 0-3 15,3-1 0-15,4-1-2 0,3 0-7 0,11 3-46 16,3-3-94-16,9 1-127 0,8-5-131 16,16 5-93-16,9-1-63 0,6-4-203 15,4 1-98-15,3 0 79 0,0-4-592 0,-1 5-793 16</inkml:trace>
  <inkml:trace contextRef="#ctx0" brushRef="#br0" timeOffset="3034.16">29168 1874 3701 0,'-19'-2'30'0,"8"2"53"0,11 0 48 16,-18 0 48-16,18 0 29 0,0 0 14 16,-13 0-3-16,13 0 3 0,0 0 8 0,0 0 17 15,0 0-15-15,0 0-9 0,17-20-15 16,-2 7-28-16,9-8-20 0,10-10-11 15,4-5-16-15,-1-4-16 0,15-18-21 16,6-1-16-16,-5-4-18 0,0-1-5 16,-3 4-11-16,-12 11 1 0,-8 4-4 0,-3 4-3 15,-8 12-3-15,-2 5 3 0,-7 5-3 16,-1 5-11-16,-1 5-1 0,-7-1-8 0,-1 3-7 16,0 7-2-16,0 0 0 0,0 0-5 15,0 0 3-15,-43 20-7 0,31-6 2 16,1 2-1-16,4 5-1 0,1 0 9 0,1 14-5 15,5-5-1-15,0-3 8 0,1 11 22 16,7-1 8-16,-5 1 27 0,3-1 16 0,-2-8 8 16,-3-4 16-16,-1-3 20 15,0-1-67-15,0-4-60 0,-3 3 0 0,-1-2 0 16,-1-5 0-16,-5 1 0 0,-2 1 0 16,3-6 0-16,-7-1 0 0,2 0 0 15,-9-2 0-15,-1-6 0 0,0 0 0 0,-2 0 0 16,-11-8 0-16,2-1 0 0,5-5 0 15,1-1 0-15,5-5 0 0,1-3 0 0,6 1 0 16,6 3 0-16,5 2 0 0,2 5 0 16,8 0 0-16,3-1-405 0,6 5-656 15,9 0 100-15,12 1-999 0,4 4-1380 0</inkml:trace>
  <inkml:trace contextRef="#ctx0" brushRef="#br0" timeOffset="3268">30559 1489 5695 0,'-17'-9'-8'0,"-3"0"76"0,6 2 77 0,-4 2 47 0,-2 1 24 0,-1 4 8 0,-3 4 9 0,-12 1 5 16,4 8-18-16,2 2-13 0,-6 11-25 0,7-5-19 15,4 4-13-15,2 5-18 0,4 0-13 16,6 1-104-16,3-2-15 0,5-4 0 0,3-3-64 15,6 1-222-15,-1 0-136 16,12 2-128-16,6-3-188 0,2-3-160 16,6-2 95-16,2-1-704 0,3-4-952 0</inkml:trace>
  <inkml:trace contextRef="#ctx0" brushRef="#br0" timeOffset="3732.73">30692 1777 4484 0,'-21'-4'104'15,"5"2"58"-15,0 0 56 0,3 0 13 16,4 0 10-16,9 2-25 0,-22 2-13 16,22-2-17-16,-15 4-4 0,7 0-16 0,8-4-21 15,-9 8-11-15,4-2-11 0,5-6-10 16,-4 13-14-16,4-6 0 0,0-7-35 16,4 15-37-16,1-8-31 0,1 0-24 15,-1 0-30-15,5-2-7 0,0-2-10 0,-3 1 8 16,-7-4 5-16,18 2 10 0,-18-2 8 15,18-4 12-15,-10-3 24 0,3 0 28 16,-5-1 21-16,3-2 21 0,-2-1 28 0,-4 3 8 16,3-4 21-16,-4 7 12 0,1-2 1 15,-3 7-4-15,2-11-13 0,-2 11-14 0,4-9-6 16,-4 9-12-16,4-4-7 0,-4 4-7 16,0 0-5-16,8-8-8 0,-8 8-47 15,7-2-9-15,-7 2 0 0,0 0 0 0,40 10 0 16,-8-3 0-16,4 3 0 15,7-2 0-15,-1 3 0 0,-6-1 0 0,-1-3 0 0,-11-2 0 16,-5-1 0-16,-3-1 0 16,-5 0 0-16,0 0 0 0,-3-1 0 15,-8-2 0-15,15 6 0 0,-8-6 0 0,-7 0 0 16,16 4 0-16,-8 0 0 0,3 0 0 16,4 1 0-16,7 0 0 0,10 2 0 0,2 3 0 15,2-7 0-15,4 4-333 0,2 2-425 16,0-3-210-16,-4 1 73 0,-13 0 100 15,-9-2-716-15,-9 3-956 0</inkml:trace>
  <inkml:trace contextRef="#ctx0" brushRef="#br0" timeOffset="4448.58">23851 2546 4655 0,'-5'1'258'0,"5"-1"-9"0,0 0 24 0,0 0 24 0,0 0 9 0,0 0-18 0,0 0-25 16,54 0-27-16,-15 8-24 0,5 2-21 16,9 3-21-16,-6 3-18 0,-1 1-18 0,-10 1-11 15,-9-1-18-15,-2 0-15 0,-8-3-6 16,-9 1-6-16,-2-3-51 0,-6 2-27 0,-2-2 0 15,-6-1 0-15,2 1 0 0,-3 1 0 16,1-3 0-16,0-2 0 0,3 1 0 0,1-2 0 16,0-2 0-16,4-5 0 15,-5 8 0-15,5-8 0 0,0 7 0 0,0-7 0 16,0 0-252-16,0 0-253 0,0 0-77 16,34-15-79-16,-17-6-51 0,4-4-88 15,0-4 55-15,4-14-593 0,0-2-794 0</inkml:trace>
  <inkml:trace contextRef="#ctx0" brushRef="#br0" timeOffset="4765.95">24381 2358 3600 0,'-25'-20'-35'0,"-8"3"53"16,-4 5 80-16,-21 3 67 0,-5 5 50 16,-3 8 41-16,-4 5 39 0,-3 9 24 15,-21 11-1-15,9 14 3 0,9 8 5 0,5 9-1 16,10 6-15-16,15 4-14 0,18-12-21 16,12 2-26-16,12 0-24 0,16-6-22 0,13 2-25 15,24 5-7-15,18-9-108 16,9-10-63-16,12-6 0 0,9-10 0 0,6-10 0 15,-15-12 0-15,3-8 0 0,20-14 0 16,-9-4 0-16,-5-7 0 0,-9-2 0 0,-11-6 0 16,-22 2 0-16,-11-4 0 0,-10-7 0 15,-7-8 0-15,-13-2 0 0,-11-4 0 0,-11-7 0 16,-16-16 0-16,-15-1 0 0,-6 9 0 16,-11 10 0-16,-5 8 0 0,12 21 0 15,-8 9 0-15,-7 11 0 0,0 10 0 0,-5 12 0 16,-3 10-37-16,-8 14-197 0,10 11-110 15,14-4-145-15,8 6-189 0,10-2-217 0,10 0 68 16,17-10 89-16,3 1-605 16,14-5-799-16</inkml:trace>
  <inkml:trace contextRef="#ctx0" brushRef="#br0" timeOffset="5982.02">25692 2409 3811 0,'-2'-7'86'0,"2"7"52"0,-2-13 70 0,2 7 63 16,0 6 49-16,0-14 20 0,-2 8 14 0,2 6-8 15,-2-12-20-15,2 12-26 0,-2-9-27 16,2 9-23-16,-1-11-25 0,1 11-27 16,0 0-18-16,-2-6-18 0,2 6-19 15,0 0-15-15,0 0-15 0,0 0-94 0,0 0-19 16,0 0 0-16,0 0 0 0,0 0 0 16,-8 29 0-16,7-15 0 0,-4 5 0 0,1 0 0 15,0 6 0-15,-1-3 0 0,-1 2 0 16,3 11 0-16,-1-8 0 0,-1-5 0 0,2 1 0 15,-3-2 0-15,2-3 0 0,3-1 0 16,-3-1 0-16,0 0 0 0,2-5 0 16,1 1 0-16,-1-3 0 0,2-3 0 15,-3 3 0-15,1 0 0 0,2-9 0 16,-4 12 0-16,4-12 0 0,-3 10 0 0,-1-7 0 16,-2 1 0-16,6-4 0 0,-12 3 0 15,12-3-522-15,-13 2-156 0,13-2-177 0,-17-5-29 16,10-2 94-16,-3-2-728 0,7 1-962 15</inkml:trace>
  <inkml:trace contextRef="#ctx0" brushRef="#br0" timeOffset="6399.55">25679 2354 4348 0,'3'-12'-59'0,"5"1"56"0,0 5 55 15,1-2 43-15,2 4 18 16,3-4 5-16,1 4-7 0,5 1-7 0,-2 1-5 15,-2 2-14-15,3 2-9 0,3 2-4 16,0 3-6-16,-3 1-10 0,-2 6-1 16,-4-3 2-16,-2 5 7 0,-1 1 22 0,-8-3 16 15,-2 6 20-15,-6 1 20 0,-9 8 3 16,-4 0-6-16,-10 5 8 0,1-1 9 0,4-10 10 16,4-1 0-16,4-8-9 0,5 1-1 15,2-5 18-15,3-3 5 0,-2-1 4 0,5 0-7 16,1-1-1-16,2-5-64 15,2 12-111-15,3-6 0 0,4 2 0 0,3 4 0 16,-1-4 0-16,3 4 0 0,3 0 0 0,-3 2 0 16,-1 1 0-16,1-1 0 15,-1-1 0-15,-2 3 0 0,-1-4 0 0,-5-2 0 16,3 1 0-16,-5-2 0 0,-1-1 0 16,0 0 0-16,-6 0 0 0,1 1 0 0,-7 1 0 15,-2-2 0-15,0-1 0 0,-10-1 0 16,2 0 0-16,1-2 0 0,-1-2 0 0,5-2 0 15,-2-4 0-15,2-2 0 16,3-2 0-16,1-9 0 0,7 2 0 0,8-2-404 0,3-1-655 16,11-7 130-16,5 5-1043 0,4 3-1391 15</inkml:trace>
  <inkml:trace contextRef="#ctx0" brushRef="#br0" timeOffset="6832.52">26330 2856 5856 0,'-18'6'133'0,"6"-6"61"0,12 0 72 0,-15 1 58 0,15-1 21 0,-14 2 3 0,14-2-31 16,0 0-24-16,0 0-178 0,-17 0-115 0,17 0 0 15,0 0 0-15,0 0 0 0,0 0 0 16,0 0 0-16,6-14 0 0,-6 14 0 0,9-13 0 16,-4 5 0-16,0-7 0 0,-1 0 0 15,0-1 0-15,-3-4 0 0,1-3 0 16,0 5 0-16,-4-1 0 0,0 2 0 15,1 0 0-15,-5 1 0 0,1 2 0 0,0 4 0 16,-1 1 0-16,-1 2 0 0,1 2 0 16,1 1 0-16,5 4 0 0,-10-3 0 15,10 3 0-15,0 0 0 0,0 0 0 0,0 0 0 16,0 0 0-16,0 0 0 0,30-1 0 16,-7 1 0-16,4 1 0 0,0-1 0 0,0 3 0 15,-2 1 0-15,-3 1 0 0,-3 0 0 16,3 5 0-16,-10-4 0 0,1 5 0 15,-1-1 0-15,-1 0 0 0,-3 4 0 16,-2 0 0-16,2 1 0 0,-3 0 0 0,-1 1 0 0,0-1 0 16,-3-3 0-16,4 2 0 15,-3-2 0-15,2-2 0 0,-3 0 0 0,3-1 0 16,2-1 0-16,-3-2 0 0,8 0 0 16,-2-6-508-16,2 0-247 0,5 0-27 0,2-8 5 15,1-2 43-15,12-4-842 0,-2-3-1019 16</inkml:trace>
  <inkml:trace contextRef="#ctx0" brushRef="#br0" timeOffset="7081.53">26774 2743 4122 0,'20'-19'-79'0,"-7"7"88"15,-2 1 87-15,-3 4 71 0,0 0 67 16,-5 0 48-16,3 2 24 0,-6 5-5 16,3-7-7-16,-3 7 0 0,0 0 6 15,0 0 13-15,0 0-1 0,0 0-3 16,9 17-10-16,-9-8-17 0,2 1-13 0,1 0-188 0,1 0-81 16,3 3 0-16,-1-2 0 15,4 0 0-15,3-3 0 0,-1 1 0 0,3-3 0 16,2 1 0-16,0-3 0 0,1-1 0 15,-2-1 0-15,0-2 0 0,-3 0 0 0,-13 0 0 16,23-2 0-16,-16 1 0 0,-7 1 0 16,14-7 0-16,-10 0 0 0,-2-2 0 0,-4 1 0 15,2-6 0-15,-6-3 0 0,5-4 0 16,-10-11 0-16,8 4 0 0,1 5 0 16,-4-1-40-16,4 7-807 0,1 0-158 15,-1 1 108-15,0 3-940 0,4 1-1264 16</inkml:trace>
  <inkml:trace contextRef="#ctx0" brushRef="#br0" timeOffset="7314.55">27550 2268 5433 0,'6'-9'109'0,"-6"-1"93"0,0 3 57 16,0 7 43-16,0-8 11 0,0 8-15 0,0 0-7 16,0 0 0-16,0 0-9 15,-23 25-13-15,10-2-127 0,-1 8-142 0,3 2 0 16,-5 2 0-16,7 2 0 0,-2 0 0 15,3 3 0-15,0-3 0 0,3-2 0 0,1-6 0 0,0-6 0 16,4 2 0-16,0-5 0 16,0-1 0-16,0 0 0 0,4-2 0 0,-4-3 0 15,2 0-519-15,-2-6-194 0,2 1-135 16,-2-2-25-16,0-7 94 0,0 6-738 0,0-6-961 16</inkml:trace>
  <inkml:trace contextRef="#ctx0" brushRef="#br0" timeOffset="7464.62">27339 2675 4133 0,'-18'-11'8'0,"5"1"92"15,0 4 90-15,3 2 87 0,1-1 66 0,1 0 16 16,0 1 19-16,8 4-14 0,-13-7-16 0,9 3-28 16,4 4-35-16,0 0-27 0,0 0-26 15,0 0-23-15,0 0-33 0,23-2-84 16,-2-1-122-16,6 2-160 0,13-1-154 16,4-2-135-16,-1 2-175 0,11-1-208 0,14 2 35 15,1 1 93-15,-5 1-610 0,-10 2-800 16</inkml:trace>
  <inkml:trace contextRef="#ctx0" brushRef="#br0" timeOffset="7815.47">27902 2627 4113 0,'-16'2'212'0,"2"-1"51"16,14-1 42-16,-17 0 16 0,17 0-11 15,0 0-38-15,-12 0-19 0,12 0-24 16,0 0-23-16,0 0-17 0,0 0-18 15,0 0-21-15,31-11-13 0,-19 9-12 16,1-4-10-16,-2 2-10 0,-1-2-9 0,1-1-8 16,-4 1-2-16,4 0 1 0,-4 0-4 15,-5 1-7-15,-2 5-10 0,-2-12-8 0,2 12-7 16,-18-8-27-16,4 8-24 0,-8 2 0 16,-1 4 0-16,-7 6 0 0,-1 2 0 0,3 2 0 15,6 2 0-15,0 3 0 0,5 2 0 16,6-5 0-16,3 2 0 0,3-2 0 15,7 3 0-15,1-6 0 0,7 4 0 16,3 5 0-16,4-9 0 0,6 4 0 16,4-4 0-16,7 0 0 0,0-6 0 0,6 2 0 15,1-5-454-15,0-4-214 0,1-2-230 16,0-2 13-16,-9 2 102 0,-7-3-749 0,-1 0-975 16</inkml:trace>
  <inkml:trace contextRef="#ctx0" brushRef="#br0" timeOffset="8181.63">28971 2438 4346 0,'-2'-20'60'0,"1"1"42"0,-1 3 65 0,0 1 91 0,2 5 66 0,-2-4 24 0,2 4-4 15,0 3-33-15,0 7-31 0,-2-10-34 16,2 10-24-16,0 0-13 0,0 0-5 0,-9 27-16 16,-1 6-13-16,1 8-17 0,-6 11-10 15,5 2-47-15,-1-2-101 0,1-1 0 16,-4-3 0-16,0 0 0 0,5-12 0 15,4-4 0-15,-3-8 0 0,5-1 0 0,-1-6 0 16,0-3 0-16,0-3 0 0,2-1 0 16,0 0-254-16,0-4-165 0,2-6-87 15,4 7-114-15,-4-7-141 0,0 0-69 0,0 0 83 16,19-13-632-16,-11 5-832 0</inkml:trace>
  <inkml:trace contextRef="#ctx0" brushRef="#br0" timeOffset="8422.74">28917 2453 4096 0,'-9'-6'395'0,"8"-2"27"0,-3 4 22 0,4 4 6 16,-2-9 6-16,2 9-45 0,0 0-45 15,14-14-44-15,-1 8-54 0,8-1-74 16,3 2-86-16,11-2-103 0,1 1-134 16,2 2-115-16,-7 2-95 0,-6 0-119 15,-4 2-123-15,-3 2-190 0,2 0-46 0,-5 4 100 16,-3 0-603-16,-5-1-777 0</inkml:trace>
  <inkml:trace contextRef="#ctx0" brushRef="#br0" timeOffset="8584.29">28921 2607 4026 0,'-29'10'198'16,"6"-4"67"-16,2 0 74 0,-2-1 31 16,6-2 1-16,4 0-11 0,1-1-29 0,4 0-34 15,8-2-33-15,-12 2-27 0,12-2-19 16,0 0-57-16,0 0-95 0,25 20-161 0,11-13-168 16,1-3-157-16,3 0-193 0,5 0-257 15,-4 0 77-15,-5 1 101 16,-5 0-586-16,-6 0-737 0</inkml:trace>
  <inkml:trace contextRef="#ctx0" brushRef="#br0" timeOffset="8898.54">29224 2880 3389 0,'-20'8'81'0,"4"2"75"0,0-3 54 0,0-1 56 16,1 0 60-16,4 0 6 0,1 0-7 15,1-4-35-15,1 2-23 0,8-4-23 0,-5 9-17 16,5-9-19-16,2 10-20 15,-2-10-19-15,15 9-18 0,-3-4-32 0,2-3-36 16,6 0-32-16,-2-4-16 0,3 0-15 16,1 0 2-16,-2-4-4 0,-2 2 6 0,1-6 9 15,-4 1 20-15,1-5 13 0,-5-3 11 16,1-7 10-16,2-5 10 0,-8-4-1 16,-1-1 2-16,-1 0 0 0,-4 8-6 0,-2 4-2 15,0 5-12-15,2 2-53 0,-1 1-25 16,-3 2 0-16,-2 5 0 0,3 2 0 0,3 5 0 15,-12-7 0-15,6 7 0 16,6 0-263-16,0 0-132 0,-11 13-119 0,9-5-137 16,4 0-206-16,5 0 28 0,4 1 110 0,9 3-629 15,7 2-803-15</inkml:trace>
  <inkml:trace contextRef="#ctx0" brushRef="#br0" timeOffset="9314.31">29882 2977 3649 0,'-18'0'179'0,"2"-2"45"16,-1 0 27-16,5-1 52 0,1 1 37 16,11 2 13-16,-15-4-20 0,15 4-23 15,-11-5-24-15,11 5-19 0,-10-5-24 0,10 5-26 16,-2-13-27-16,2 3-16 0,0-2-22 16,6-5-15-16,0-1-16 0,-3-3-13 15,5 0-8-15,-6 4-11 0,2 2-4 16,-2 0-5-16,0 2-80 0,-2 2 0 0,0 0 0 15,0 3 0-15,-2-1 0 0,-2 1 0 16,2 3 0-16,-2-2 0 0,2 2 0 0,2 5 0 16,-2-12 0-16,2 12 0 0,0-5 0 15,0 5 0-15,2-9 0 0,-2 9 0 0,8-5 0 16,2 3 0-16,1 0 0 0,1 2 0 16,2 2 0-16,-2 2 0 0,3 2 0 15,1 1 0-15,-1 3 0 0,0 4 0 0,-4 1 0 16,2 1 0-16,-1 3 0 0,-1 0 0 15,3 6 0-15,-3-3 0 0,0 7 0 0,0-10 0 16,0 1 0-16,-2-1 0 16,-1-5 0-16,2 1 0 0,1 0-85 0,-3-5-357 15,-1-1-82-15,3-2-100 0,-3 0-184 16,1-4-31-16,0 0 90 0,-1 1-652 0,-7-4-854 16</inkml:trace>
  <inkml:trace contextRef="#ctx0" brushRef="#br0" timeOffset="10181.61">29358 2580 3486 0,'2'-7'-162'0,"0"1"46"0,-2 6 36 0,0-11 39 0,0 11 35 0,-4-9 24 0,4 9 17 16,-7-3 6-16,7 3 19 0,0 0 15 0,-40 9 22 16,14 9 28-16,-3 3 28 15,-5 8 21-15,1 2 17 0,5 4 7 0,1 1 2 16,8-6-13-16,2 5-8 0,5-5-6 15,5 5-14-15,3-8-10 0,6-2-11 0,3 5-16 16,6-2-13-16,7-4-11 0,5-4-51 16,4-4-60-16,5-2-90 0,2-8-102 15,6-2-117-15,0-4-141 0,2-5-198 0,-2-4-12 16,-6-1 75-16,-7-6-345 0,-10 3-421 16</inkml:trace>
  <inkml:trace contextRef="#ctx0" brushRef="#br0" timeOffset="10548.37">30436 2784 2371 0,'0'0'-141'0,"2"-7"-10"15,-2 7-3-15,0 0-9 0,0 0-8 0,1-5-15 0,-1 5-292 0,0 0 15 16</inkml:trace>
  <inkml:trace contextRef="#ctx0" brushRef="#br0" timeOffset="10714.23">30447 2766 1218 0,'0'0'-2'0,"5"-7"45"0,-5 7 44 0,0 0 36 15,2-7 30-15,-2 7 31 0,0 0 21 16,0 0 24-16,0 0-17 0,0 0 12 15,0 0 15-15,0 0 12 0,-32 14 0 16,19-1 1-16,-8 6-7 0,1 1-12 16,2 4-10-16,0 1-12 0,3-2-13 0,3 4-20 15,3-7-19-15,4-3-16 0,3 2-13 16,0-4-10-16,4 1-28 0,1-2-56 0,7 3-69 16,4-5-113-16,12 1-124 0,-2-6-163 15,10 0-235-15,9-2-6 0,-1-5 78 16,-8 0-362-16,8-3-437 0</inkml:trace>
  <inkml:trace contextRef="#ctx0" brushRef="#br0" timeOffset="11097.43">30944 2815 2925 0,'-9'-3'147'0,"9"3"51"0,-20 0 55 15,20 0 45-15,0 0 12 0,-20 5-8 0,14-2-24 16,0 4-21-16,-2 0-18 0,5 1-23 15,-1-1-23-15,-2 0-15 0,6 0-12 16,-1 1-14-16,1-8-19 0,0 14-11 0,1-7-7 16,7 1-10-16,-1-3-5 0,2 1-10 15,2-3-5-15,-4 0-6 0,-7-3 1 16,18 4 23-16,-18-4 13 0,14 0 4 16,-14 0 2-16,14-4 8 0,-8-2 8 0,-3 0-6 0,-3 6-12 15,4-15-12-15,-8 7-27 16,-1 1-81-16,-9-1 0 0,-4 0 0 0,-7 5 0 15,3 2 0-15,-6 2 0 0,3 5 0 16,-8 3 0-16,3 2 0 0,5 3 0 0,5 0 0 16,6 1 0-16,3 3 0 0,3-2 0 15,7 2 0-15,2 0 0 0,7 3 0 0,9 1 0 16,2 0 0-16,2-4 0 0,0-7 0 16,0-2 0-16,-6-4 0 0,7 1 0 15,-4-2 0-15,-2-4-507 0,-3 0-400 0,-13 0-43 16,9 0 108-16,-9 0-853 15,0 0-1131-15</inkml:trace>
  <inkml:trace contextRef="#ctx0" brushRef="#br0" timeOffset="13747.12">4413 3947 4572 0,'-21'-2'-98'0,"11"0"52"0,10 2 53 0,-13-1 43 0,13 1 43 0,0 0 27 0,-14-1 19 16,14 1 7-16,0 0-5 0,0 0-8 16,-11-6-11-16,11 6-11 0,0 0-10 15,0 0-13-15,-5-7-12 0,5 7-1 16,0 0-13-16,0 0-3 0,0 0-8 0,-4-4-1 16,4 4-4-16,0 0-5 0,0 0-5 15,0 0-1-15,0 0-5 0,0 0-2 0,0 0-3 16,0 0 4-16,-19 0-7 0,19 0-1 15,0 0-4-15,0 0 2 0,0 0-5 16,0 0 0-16,0 0 1 0,0 0-1 0,0 0-3 16,0 0 3-16,0 0-5 0,0 0 3 15,0 0-6-15,0 0 2 0,0 0-5 0,0 0 2 16,0 0-4-16,0 0 5 0,-17 0-5 16,17 0 0-16,0 0-1 0,0 0-2 15,0 0 1-15,0 0-4 0,0 0 0 16,0 0 2-16,0 0-1 0,0 0 1 15,0 0 1-15,0 0 0 0,0 0 2 0,0 0-1 0,0 0 1 16,0 0-2-16,0 0 5 16,0 0-2-16,0 0 8 0,0 0-8 0,0 0-1 15,0 0 2-15,0 0-3 0,0 0-1 16,0 0 0-16,0 0-5 0,0 0-6 16,0 0-9-16,0 0-8 0,0 0-9 0,0 0-9 15,0 0-16-15,0 0-21 0,0 0-28 16,0 0-56-16,0 0-69 0,0 0-116 0,0 0-210 15,-5-4-181-15,5 4 75 16,0 0-471-16,-12-8-609 0</inkml:trace>
  <inkml:trace contextRef="#ctx0" brushRef="#br0" timeOffset="15180.84">24215 3599 4535 0,'0'0'302'0,"-13"-4"-29"0,13 4-13 0,0 0-6 0,0 0-16 0,1-11-16 0,-1 11-20 0,11-9-34 16,-11 9-36-16,12-11-9 0,-4 7-20 16,2 3-7-16,1 0-11 0,-11 1-11 0,25 0-6 15,-12 1-8-15,1 3-8 16,-3 1-5-16,-2 0-6 0,1 2-2 0,-2 1-6 16,-3 1-2-16,-1 1-10 0,-4 1 7 15,-4 2-4-15,-1 1-2 0,-6 3 0 0,-1 1-4 16,-1-3-3-16,-1 3-2 0,5-7 10 15,1-1 6-15,3 1 10 0,-4-2 8 0,7-1 21 16,1 1 25-16,1-9 11 0,5 14-4 16,4-5-13-16,0 2-87 0,0-2 0 15,3 2 0-15,1 1 0 0,-2-1 0 0,3 0 0 16,-5 0 0-16,1-1 0 16,-2-3 0-16,-3 1 0 0,3 1 0 0,-7-1 0 15,3-2 0-15,-4-6 0 0,-2 13 0 16,-1-7 0-16,-5 0 0 0,-1 0 0 0,-7 0 0 15,3-1 0-15,-4-1 0 0,-5-2 0 16,2 2 0-16,-1-4 0 0,0-3 0 0,4 2 0 16,-2-5 0-16,6 1 0 0,-1-3 0 15,3-2-313-15,5-2-516 0,4-1-137 0,2-2 93 16,4-2-899-16,3-3-1202 0</inkml:trace>
  <inkml:trace contextRef="#ctx0" brushRef="#br0" timeOffset="15530.71">24303 3475 4773 0,'-28'-10'-98'0,"-7"4"43"0,-2 2 69 0,3 2 55 0,-9 5 49 0,-9 8 35 0,-2 5 17 16,-1 9 15-16,2 6 6 0,0 1 9 16,5 9 11-16,4-1-11 0,12 3-2 0,9 4-3 15,10-1-7-15,15-5-8 0,13 5-9 16,11-1-22-16,12-1-10 0,10-5-13 0,22 6-14 15,-7-18-7-15,7-2-12 0,0-7-7 16,0-6-10-16,1-7-10 0,5-1-12 0,-4-6-8 16,-3-6-2-16,-4-1-12 15,-8-5-32-15,-3-4 0 0,-9-2 0 0,-13 2 0 16,-7-7 0-16,-5-4 0 0,-9-3 0 16,-7-4 0-16,-8-3 0 0,-7-16 0 0,-9 0 0 15,-8-2 0-15,-5 5 0 0,-4 3 0 16,-10 8 0-16,-3 4 0 0,-2 12 0 0,-9 7 0 15,4 6 0-15,-4 9 0 0,12 6-17 16,-8 9-307-16,6 8-96 0,9 2-96 16,13-1-124-16,16-4-183 0,11-2 7 0,6-1 100 15,12-2-617-15,13 2-789 0</inkml:trace>
  <inkml:trace contextRef="#ctx0" brushRef="#br0" timeOffset="16448.5">25621 3425 3321 0,'0'0'-221'0,"0"0"24"0,2-7 26 0,-2 7 28 0,0 0 15 0,0 0 15 16,0 0 9-16,0 0 30 0,0 0 18 0,0 0 20 15,0 0 20-15,0 0 20 0,0 0 21 16,0 0 16-16,0 0 12 0,0 0 10 15,0 0 12-15,0 0 12 0,0 0 11 0,0 0 9 16,0 0 11-16,0 0-5 0,0 0 3 16,0 0-8-16,0 0-14 0,0 0-4 0,0 0-8 15,0 0-9-15,0 0-7 16,0 0-6-16,0 0-5 0,0 0-8 0,0 0 4 16,0 0-14-16,0 0-2 0,0 0-4 15,0 0-3-15,0 0 1 0,0 0-10 16,0 0 4-16,0 0-4 0,0 0-2 0,0 0-3 15,0 0-3-15,0 0-3 0,0 0 5 16,0 0 0-16,0 0-9 0,0 0 1 0,0 0-5 16,0 0-4-16,0 0 4 0,0 0-5 15,0 0-1-15,0 0 9 0,0 0-3 16,0 0-6-16,0 0 6 0,0 0 2 0,0 0-6 16,0 0-2-16,0 0 4 15,0 0 6-15,0 0-2 0,0 0-1 0,0 0 2 16,0 0-1-16,0 0-2 0,0 0 0 15,0 0-2-15,0 0 1 0,0 0-1 0,0 0 5 16,0 0 0-16,0 0 3 0,0 0 3 16,0 0 6-16,0 0 0 0,0 0 10 15,0 0 1-15,0 0 24 0,0 0-4 0,0 0 22 16,0 0 5-16,0 0 6 0,0 0 10 16,0 0 4-16,0 0 9 0,0 0 10 15,0 0 5-15,0 0-4 0,0 0 4 0,0 0 0 16,0 0 0-16,0 0 3 0,0 0-3 15,0 0-3-15,0 0-6 0,0 0-1 16,0 0-3-16,0 0-1 0,0 0 9 16,0 0-10-16,0 0-4 0,0 0 1 0,0 0-4 15,0 0-3-15,0 0 2 0,0 0-3 16,0 0-8-16,0 0-4 0,0 0-10 0,0 0-9 16,0 0-8-16,0 0-14 0,0 0 0 15,0 0 4-15,-14 21-5 0,9-7-4 0,-1 4 1 16,1 5 0-16,-3 6-1 0,-4 1-4 15,7-6-3-15,-1-4 0 0,1 1-1 16,1-4 0-16,0-2-8 0,1 1-1 0,0-2 2 16,-1-3-7-16,2-1 7 15,2-1-3-15,-3-2-45 0,3 0-73 0,0-7-95 16,0 14-108-16,0-10-132 0,0-4-166 16,-2 10-255-16,2-10 66 0,0 0 101 0,0 0-587 15,0 0-737-15</inkml:trace>
  <inkml:trace contextRef="#ctx0" brushRef="#br0" timeOffset="16913.68">25557 3492 3291 0,'2'-11'-18'0,"1"1"45"0,3 2 28 0,4-2 45 0,5-1 19 0,2 1 21 0,4 2 4 16,2 1-4-16,0 3-12 0,2 0-11 0,-1 2-10 15,-1 2-13-15,-2 0-9 16,0 2-5-16,-2 2-2 0,-1 0-1 0,-4 1-2 16,0 3 7-16,-5 0 13 0,-1 0 12 15,-5 2 8-15,-3 1 7 0,-3 3-7 0,-6 5-10 16,-6 2-7-16,-6 4 9 0,-1-5 19 16,1-1 24-16,4-3 0 0,3-4 1 15,5-4 2-15,2 2-2 0,1 0 8 0,5-2 12 16,-1 0 6-16,4 1-5 15,5 1-11-15,2 1-13 0,5 2-14 0,1 0-13 16,0 1-11-16,0 1-9 0,7 5-30 16,-8-5-71-16,2 0 0 0,-5-1 0 0,1 0 0 15,-5-3 0-15,-1 0 0 0,-2-2 0 16,-1-1 0-16,-3-1 0 0,-1 2 0 0,-1-2 0 16,-6 0 0-16,1-1 0 0,-5 1 0 15,-1-2 0-15,-5 0 0 0,2-3 0 0,-4 0 0 16,4 0 0-16,-2-2 0 0,2-2 0 15,2-2 0-15,0-2 0 0,3-3 0 16,3-3 0-16,7 0 0 0,2-3 0 0,7-4-618 16,9-3-265-16,5 3-45 0,3 2 96 15,6 1-845-15,-1 3-1112 0</inkml:trace>
  <inkml:trace contextRef="#ctx0" brushRef="#br0" timeOffset="17247.7">26181 3678 4923 0,'0'0'89'0,"9"-6"76"15,-9 6 74-15,0 0 42 0,3-6 15 0,-3 6-10 16,0 0-21-16,0 0-26 0,0 0-12 16,0 0 2-16,6 18-18 0,-4-7-17 0,0 3-17 15,-2-1-12-15,-4 3-11 0,2 2-103 16,-5 1-51-16,-4 2 0 0,0 3 0 0,-6 2 0 16,-2-6 0-16,-4 3 0 15,0-3 0-15,-4-1 0 0,9-5 0 0,0-3 0 0,5-5 0 16,6-1 0-16,-1-3 0 15,8-2 0-15,0 0 0 0,-10-17 0 0,12 1 0 16,8-4 0-16,3-11 0 0,4 0 0 16,1 3 0-16,-4 5 0 0,-2 7 0 15,-2 0 0-15,-3 7 0 0,0 0 0 0,-4 1 0 16,1 4 0-16,-4 4 0 0,0 0 0 16,0 0 0-16,0 0 0 0,23 17 0 0,-17-9 0 15,1 4 0-15,0 2 0 0,5-1 0 16,1 2 0-16,3-2-68 0,-3 0-433 15,3-1-109-15,-2-1-115 0,-3-2-155 16,9-4 76-16,-3 2-762 0,0-7-1007 0</inkml:trace>
  <inkml:trace contextRef="#ctx0" brushRef="#br0" timeOffset="17480.33">26649 3684 4305 0,'-4'-13'30'15,"0"2"56"-15,-2 6 59 0,0-3 55 0,1 4 49 16,-3-1 16-16,8 5 0 0,-13-7-15 15,13 7-4-15,0 0-7 0,-27 7-12 0,18 0-18 16,-3 3-21-16,-1 5-15 16,2-1-15-16,-1 5-18 0,2 0-11 0,5 1-15 15,-3 1-22-15,7 1-35 0,-1-5-42 16,0 3-47-16,4-5-49 0,1 3-47 16,3-3-36-16,1-3-37 0,3-2-47 0,3 0-67 15,3-5-79-15,1 1-66 0,-2-5-89 16,6-2-68-16,-4 0-57 0,6-5 28 0,-4-5-467 15,8-4-583-15</inkml:trace>
  <inkml:trace contextRef="#ctx0" brushRef="#br0" timeOffset="17681.66">26860 3631 3049 0,'11'-32'18'0,"1"-4"62"15,0 0 62-15,0 5 51 0,-1 2 42 16,-6 7 39-16,1 4 30 0,-3 4 13 16,1 4-24-16,-4 0-25 0,2 4-30 0,-2 6-23 15,0 0 14-15,0 0 7 0,0 0-6 16,0 0-18-16,-13 33-17 0,4-5-17 15,-1 5-18-15,2 3-14 0,3 0-13 0,-3-1-15 16,5 1-12-16,-2 0-27 0,1-3-45 16,1-4-76-16,1-5-84 0,2 1-80 0,0-2-85 15,0-4-91-15,2-1-77 0,-2-1-90 16,0-5-122-16,1-1-68 0,-1-2 61 16,0 0-526-16,2-6-667 0</inkml:trace>
  <inkml:trace contextRef="#ctx0" brushRef="#br0" timeOffset="17829.93">26896 3885 3277 0,'0'0'34'0,"4"-8"85"15,0 1 62-15,-1-3 55 16,6 3 30-16,0-4 17 0,2-2 0 0,5-2-19 16,5-5-23-16,5-3-22 0,1 2-25 15,-1-2-52-15,9-5-70 0,2 0-70 16,-1 2-84-16,-8 5-94 0,-1 3-84 0,-7 5-75 16,-2 4-82-16,-5 0-88 0,-6 2-102 15,0 3-5-15,-5 0-347 0,-2 4-437 0</inkml:trace>
  <inkml:trace contextRef="#ctx0" brushRef="#br0" timeOffset="17996.5">27040 3659 2729 0,'-12'5'83'0,"2"-2"22"16,5 2 43-16,1 3 47 15,4-8 35-15,-2 13 23 0,6-6-14 0,-2 3-17 16,1 2-27-16,3 0-14 0,1 2-20 16,4 1-17-16,0 1-35 0,1-1-59 0,-1-1-71 15,2-2-89-15,1 2-92 0,0-2-79 16,15 2-147-16,-2-1-205 0,-2-2 40 15,9-2 73-15,7 0-248 0,4 1-256 0</inkml:trace>
  <inkml:trace contextRef="#ctx0" brushRef="#br0" timeOffset="18230.49">28062 3388 2503 0,'-15'-14'276'0,"3"4"28"0,1 1 18 15,4 4 8-15,0 4-16 0,7 1 20 16,0 0 33-16,-27 15-2 0,13 1-13 0,-3 11-12 16,0 4-16-16,0 2-26 0,0 9-26 15,2 3-26-15,3-8-22 0,3 1-22 0,1 0-19 16,5-2-30-16,-4-1-57 0,3-9-79 16,2-3-110-16,2-1-111 0,-1 2-104 15,2-5-102-15,-1-2-121 0,0-1-164 0,0-5-116 16,0-2 82-16,0 2-645 15,0-5-829-15</inkml:trace>
  <inkml:trace contextRef="#ctx0" brushRef="#br0" timeOffset="18396">27771 3856 4243 0,'-5'-5'270'0,"-4"2"74"0,9 3 48 0,-7-7 24 16,7 7 2-16,0 0-29 0,-6-7-40 15,6 7-42-15,0 0-30 0,0 0-66 16,22-9-87-16,-4 7-132 0,9-1-151 0,11 1-143 15,4 1-145-15,0-2-177 0,0 2-224 16,2 1 52-16,-10-1 99 0,6 3-616 0,-12 1-769 16</inkml:trace>
  <inkml:trace contextRef="#ctx0" brushRef="#br0" timeOffset="18796.36">28194 3918 3907 0,'-15'2'96'0,"4"-1"45"0,1 2 38 15,10-3 24-15,-12 2 4 0,12-2-20 0,0 0-15 16,0 0-17-16,0 0-12 0,0 0-15 16,0 0-12-16,0 0-14 0,0 0-27 0,33 7-10 15,-33-7-23-15,25-2-10 0,-14 1 1 16,1-4-9-16,1-2 3 0,-1-2 10 16,-3-3 10-16,-4-1 5 0,3-7 12 0,-4 4 5 15,-2-3 5-15,-2 2-2 16,0-1 1-16,-2 3-5 0,1 1-15 0,-6 3-10 15,3 2 0-15,-1 2-10 0,-2 1-3 16,-4 1-2-16,11 5 2 0,-9-5-8 0,9 5 6 16,0 0 8-16,-11-1 21 0,11 1 10 15,0 0 5-15,0 0 5 0,0 0 8 16,43 9-5-16,-21-7-2 0,1 4 5 0,-1-2 9 16,-4 2 18-16,3 1 7 0,-5 1 10 15,0 0-1-15,-1 2-42 0,-1 1-84 0,-5-1 0 16,-2 5 0-16,-1-3 0 0,0 2 0 15,-2 1 0-15,-2-2 0 0,0 1 0 0,0-2 0 16,-1 3 0-16,1-3 0 16,0-1-28-16,2-1-463 0,0 0-140 0,-3 1-159 15,6-3-96-15,-2 2 96 0,3-2-766 16,3 1-999-16</inkml:trace>
  <inkml:trace contextRef="#ctx0" brushRef="#br0" timeOffset="19648.39">28770 3914 4023 0,'5'-12'12'0,"1"3"105"0,0 3 45 16,-1-1 51-16,0 4 63 0,-5 3 35 0,3-7 4 16,-3 7-10-16,0 0 2 0,0 0-12 15,0 0-16-15,0 0-24 0,0 0-21 16,12 17-21-16,-12-17-20 0,0 13-22 16,-2-4-18-16,-4 2-13 0,-1-1-11 0,-3 2-41 15,-2-1-88-15,0-2 0 0,-6 1 0 16,-1-2 0-16,-4-1 0 0,0-2 0 15,-2-2 0-15,6-3 0 0,1-2 0 0,0-1 0 16,7-3 0-16,1-4 0 0,2-2 0 16,8-1 0-16,2-5 0 0,7-1 0 0,-2-2 0 15,6-6 0-15,-1 9 0 0,-3 2 0 16,-2 4 0-16,3 2 0 0,-2 2 0 0,-1 6 0 16,-7 2 0-16,15-4 0 0,-15 4 0 15,20 6 0-15,-7 2 0 0,2 2 0 16,3 2 0-16,-2-1 0 0,2 1 0 15,-1-1 0-15,0 2 0 0,3-3-24 0,-6 0-191 16,2-3-26-16,-1-2-17 0,-2 0-18 16,1-1-25-16,-3-1-16 0,1-3-2 15,1-1 10-15,1-3 30 0,2 0 29 0,2-8 29 16,-4 3 36-16,4-2 42 0,-3-1 46 16,-3 3 70-16,-1 1 49 0,-6 0 54 0,3 4 37 15,0 0 30-15,-4 0 16 0,1 2 13 16,-5 2 4-16,0 0 14 0,8-7-2 0,-8 7-10 15,0 0-14-15,0 0-15 16,0 0-7-16,0 0-22 0,10 19-39 0,-6-12-45 16,-1 0-45-16,3-3-32 0,-1 1-41 15,6 2-40-15,-2 0-36 0,4-1-34 16,1-3-45-16,-1 1-24 0,0-4-23 0,4 0 7 16,-1-4 11-16,-2-1 19 0,0-4 25 15,5-1 24-15,-5-2 38 0,-1-5 43 0,2-9 38 16,2-3 44-16,-1-4 39 0,-3-3 49 15,2-12 26-15,0-1 35 0,1-4 36 0,-3 7 34 16,-2 13 32-16,-3 8 22 16,-2 5 26-16,-3 2-5 0,-1 5-27 0,0 3-20 15,-2 4-16-15,0 6-14 0,0 0-10 0,-27 18-6 16,4 5-16-16,-5 15-10 0,-2 6-10 16,1 2-12-16,4 3-11 0,4 3-10 15,6 2-3-15,7 0-9 0,4-9-9 16,4-4-24-16,4-1-35 0,0-2-43 0,0-9-52 15,2-5-27-15,-1-5-16 0,1-3 3 16,-1-3 12-16,4-3 13 0,-4-2 10 0,3-4 10 16,-8-4 14-16,16 1 23 0,-16-1 38 15,0 0 37-15,22-7 37 0,-14 4 37 0,-2-3 35 16,-6 6 23-16,12-5 18 16,-12 5 0-16,10-4 2 0,-10 4-9 0,8-5-31 15,-8 5-151-15,0 0 0 0,11-4 0 16,-11 4 0-16,18-4 0 0,-7 0 0 15,8 1 0-15,5-2-204 0,17 0-314 0,0 0-154 16,6 0-236-16,-4-1 61 0,1 6 105 16,-2 3-720-16,-12 0-912 0</inkml:trace>
  <inkml:trace contextRef="#ctx0" brushRef="#br0" timeOffset="19779.27">29713 4052 4363 0,'0'0'126'0,"-21"-2"55"0,21 2 43 0,-9-2 24 0,9 2-22 0,0 0-27 0,0 0-65 0,0 0-87 0,0 0-118 16,0 0-178-16,0 0-223 0,36 7-256 16,-15-5 58-16,6 0 74 0,13 1-412 15,1 0-482-15</inkml:trace>
  <inkml:trace contextRef="#ctx0" brushRef="#br0" timeOffset="21511.85">18121 1284 2795 0,'3'-8'45'0,"-1"2"48"0,-2 6 53 0,2-10 14 0,-2 10 6 0,0 0-8 0,0 0 24 0,0 0 35 0,0 0 14 0,0 0-2 0,-2 41-8 0,0-19-18 0,-1 13-14 0,-3 2-16 15,4 2-10-15,2 2-14 0,0-4-8 0,0-6-18 16,4 3-13-16,0-6-7 0,-1-8-13 16,-1-1-5-16,2-4-8 0,0-1-9 15,-1-2 2-15,0-2 5 0,5-3 8 0,-3-2 7 16,4-3-3-16,-9-2-12 15,25-4 2-15,-7-2-12 0,-2-5-8 0,4 1 1 0,-4 0 21 16,-2-2 1-16,-1 2-1 0,-3 5-5 16,2-2-6-16,-7 3-7 15,2 1-14-15,-7 3-7 0,12-3-5 0,-12 3-4 16,0 0-3-16,6 17 4 0,-4-7-11 16,-2 2 1-16,2 1-8 0,1-1-12 0,-3-1-30 15,2 1-35-15,0 0-45 0,0-4-46 16,3 3-53-16,-4-2-66 0,-1-2-60 15,2 0-43-15,0-1-46 0,-2-6-44 0,6 9-126 16,-6-9-153-16,3 1 65 0,-3-1-449 16,0 0-598-16</inkml:trace>
  <inkml:trace contextRef="#ctx0" brushRef="#br0" timeOffset="21861.81">18270 1210 3268 0,'-37'-14'-14'15,"-3"6"59"-15,-7 6 61 0,-14 10 60 16,-9 12 43-16,-15 16 30 0,1 10 9 16,2 14-1-16,8 8-4 0,10 2-11 0,14 5-20 15,12-3-7-15,20-11-19 0,9 0-6 16,16-1-22-16,17 0-23 0,15 4-10 0,19 0-9 16,6-12-12-16,17-6-6 0,3-8-3 15,5-9-11-15,-15-14-10 0,5-8-9 16,-5-6 0-16,-1-5-10 0,-3-7 2 15,-7-4 3-15,-2-6 0 0,-8-3 18 16,-4-3 12-16,-6-7 13 0,-11-2 5 0,-5-7-5 16,-11-7-8-16,-5-7-8 0,-12-6-8 15,-9-5-15-15,-11-17-9 0,-3 3-9 0,-8 9-8 16,-2 15-8-16,-2 12-6 0,-3 5-10 16,-7 8-30-16,-7 11-34 0,-6 12-63 15,7 7-63-15,-9 8-75 0,4 7-79 0,3 3-98 16,11 6-102-16,7 6-128 0,11-7-177 15,9 0 71-15,12-3-592 0,6-1-810 0</inkml:trace>
  <inkml:trace contextRef="#ctx0" brushRef="#br0" timeOffset="22245.4">19232 1473 4065 0,'0'0'119'0,"0"0"24"0,0 0 1 0,0 0-2 0,0 0 26 0,0 0 32 0,0 0 1 0,0 0-19 16,-14 33-16-16,12-16-10 0,1 3-18 15,-1-1-15-15,0 0-11 0,0 1-4 0,2-1-18 16,-2 0-8-16,2-2-7 0,-2-2-19 16,2-1-34-16,0 0-40 0,0-2-45 15,0-2-58-15,0 0-62 0,-1-1-65 0,1-1-53 16,0 2-47-16,0-5-71 15,0 3-91-15,1-2-171 0,-1-6 38 0,0 6-363 16,0-6-481-16</inkml:trace>
  <inkml:trace contextRef="#ctx0" brushRef="#br0" timeOffset="22580.55">19256 1347 3070 0,'-5'-13'207'0,"-1"2"50"0,2 0 49 16,3 0 22-16,1 1 15 16,-2 3-21-16,2 7-35 0,3-14-31 0,5 8-21 15,-1 4-25-15,-7 2-27 0,23 0-17 16,-7 5-16-16,2 5-13 0,9 9-15 16,2 7-14-16,0 6-9 0,-3 6-9 0,-1-2-6 15,-4 5-11-15,-8-6-6 0,0-1-5 16,-4-2-12-16,-6-6 12 0,-1-4 7 0,-2-1 18 15,0-1 12-15,-3 1 9 0,-6-2 9 16,2 1 1-16,-10 1-9 0,-2-1-12 16,-4-3-8-16,-2 0-65 0,-4-1-24 0,0-3 0 15,-1-1 0-15,4-4 0 0,3-3-18 16,0 0-194-16,3-5-105 0,0 0-94 0,4-1-90 16,4-4-88-16,1-7-170 0,11 4-57 15,5-3 81-15,8-5-569 16,16-4-761-16</inkml:trace>
  <inkml:trace contextRef="#ctx0" brushRef="#br0" timeOffset="22812.37">20002 1521 3764 0,'9'-2'167'0,"-4"1"66"0,-5 1 51 16,0 0 48-16,9-8 11 0,-9 8-9 0,0 0-8 16,0 0-8-16,0 0-9 15,-31 29-10-15,12-4-20 0,-8 12-27 0,-2 6-17 16,-3 1-21-16,2 2-3 0,-1 1-19 15,1 1-93-15,-3 0-99 0,3-5 0 16,3 1 0-16,0-3 0 0,5 0 0 0,5-10 0 16,1-4 0-16,1-1 0 0,4-8 0 15,1-2 0-15,2-6-51 0,3-2-377 0,-1-2-113 16,3-1-117-16,3-5-170 0,0 0-15 16,0 0 82-16,0 0-627 0,2-31-841 0</inkml:trace>
  <inkml:trace contextRef="#ctx0" brushRef="#br0" timeOffset="22995.48">19763 1577 3934 0,'2'-17'161'0,"2"2"79"16,-4 5 59-16,0 2 29 0,0 2 3 15,0 6-22-15,-4-11-33 0,4 11-30 16,0 0-27-16,0 0-22 0,0 0-16 16,0 0-15-16,0 0-20 0,-2 28-14 0,4-11-21 15,2-2-72-15,0 3-94 0,2 0-103 16,1 3-121-16,3-2-119 0,2-1-162 0,-1-2-230 15,0 3-4-15,-1-4 97 0,-3-3-522 16,3 0-682-16</inkml:trace>
  <inkml:trace contextRef="#ctx0" brushRef="#br0" timeOffset="23611.46">20095 1601 3500 0,'2'-5'134'0,"-2"5"38"0,0 0 20 0,0 0 26 0,0 0 21 15,0 0 31-15,0 0 32 16,0 0-9-16,0 0-20 0,0 28-19 16,2-18-22-16,0 2-16 0,-1-2-21 0,-1 0-15 15,4 2-13-15,-2-2-14 0,0-1-10 16,1-1-10-16,-3-2-12 0,1 2-12 0,-1-8-6 16,2 9-10-16,-2-9-6 0,6 6-9 15,-6-6-3-15,4 6 2 0,-4-6 13 16,0 0 2-16,0 0-92 0,0 0 0 0,0 0 0 15,21-23 0-15,-14 11 0 0,-1 2 0 16,-1 3 0-16,2-1 0 0,-4 4 0 0,-3 4 0 16,8-8 0-16,-8 8 0 15,0 0 0-15,0 0 0 0,0 0 0 0,27 12 0 16,-22-7 0-16,2 3 0 0,4 0 0 16,-6-2 0-16,4 1 0 0,-1 0 0 15,-1 0 0-15,3-1 0 0,-2-2 0 0,-8-4 0 16,19 4 0-16,-6-6 0 0,3-2 0 15,0-1 0-15,6-3 0 0,-3-1 0 0,9-6 0 16,-3 1 0-16,-6 5 0 0,-2-1 0 16,-3 3 0-16,-5 3 0 0,-2-2 0 15,2 3 0-15,-9 3 0 0,11-5 0 16,-11 5 0-16,9-2 0 0,-9 2 0 16,0 0 0-16,17 7 0 0,-9-4 0 0,-3 1 0 15,6-1 0-15,-6 2 0 0,6 0 0 16,1-1 0-16,1-1 0 0,1 0 0 0,3-1 0 15,0 0 0-15,0 0 0 0,-3 0 0 16,-1-2 0-16,0 1 0 0,0 2 0 16,-2-3 0-16,3 4 0 0,-3-1 0 15,1 1 0-15,-2 2 0 0,1-4 0 0,-1 4 0 16,-1-2 0-16,4 0 0 0,-1 0 0 0,3-1 0 16,-1-1 0-16,2-4 0 0,6 0-262 15,1-5-142-15,9-3-64 0,0 0-88 16,-7-1-128-16,-10 3-161 0,-6 1 59 15,0 2-638-15,-9 5-874 0</inkml:trace>
  <inkml:trace contextRef="#ctx0" brushRef="#br0" timeOffset="24513.5">18210 2452 3983 0,'2'-5'72'0,"-2"5"54"0,8-9 42 0,-8 9 40 16,0 0 32-16,3-7 24 0,-3 7 4 0,0 0-23 15,7-3-29-15,-7 3-18 0,0 0 29 16,3 20 4-16,-1-8-1 0,0 7 0 0,2 5-7 15,0 11-13-15,-4-4-17 16,1-4-14-16,-1-2-16 0,2 0-17 0,-2 2-8 16,4-3-105-16,-2-5-33 0,0-2 0 15,-1-5 0-15,-1 2 0 0,3-4 0 16,1 0 0-16,0-1 0 0,1-1 0 0,4-3 0 16,2-1 0-16,0-2 0 0,-11-2 0 15,25 0 0-15,-9-4 0 0,2-3 0 0,-2-1 0 16,6-1 0-16,-8 2 0 0,-2-1 0 15,1 1 0-15,-2 0 0 0,-2 2 0 0,-2 1 0 16,2 1 0-16,-9 3 0 0,9-7 0 16,-9 7 0-16,9-3 0 0,-9 3 0 15,0 0 0-15,0 0 0 0,0 0 0 16,14 13 0-16,-14-6 0 0,2 2 0 16,-2 0 0-16,0-1 0 0,0-1 0 0,0-7 0 15,0 15 0-15,2-8 0 0,-2-7 0 16,0 10 0-16,0-10 0 0,0 11 0 0,0-11 0 15,-2 6 0-15,2-6 0 0,-4 6-293 16,-2-3-404-16,-2 0-190 0,1 2-16 0,-2-3 100 16,9-2-764-16,-20 0-1010 0</inkml:trace>
  <inkml:trace contextRef="#ctx0" brushRef="#br0" timeOffset="24900.27">18576 2479 4517 0,'-3'-9'-43'0,"-3"3"38"0,1-1 40 0,5 7 25 0,-11-5 22 0,11 5 13 0,-11-5 3 15,11 5-6-15,-17 0-2 0,6 3 4 0,-7 4 14 16,0 2 13-16,-9 4 10 0,-2 6 3 16,2 0-5-16,2 2-10 0,0 2 2 0,7 1-16 15,0 0-1-15,7-3-3 0,6-3 10 16,-2 4 12-16,7-5-4 15,2 2 2-15,3-2-1 0,0 3 6 0,5 1-1 16,1 4 0-16,2-4 7 0,2 3-1 0,3-2-6 16,-5-3-1-16,-1-2 3 0,-1-1 0 15,-4-3 5-15,2 0-97 0,-6-1-35 16,3-2 0-16,-4-2 0 0,-1 3 0 0,-1-5 0 16,-1 5 0-16,-7-1 0 0,-2 0 0 15,1 1 0-15,-2-3 0 0,-9 4 0 0,7-5 0 16,-8 0 0-16,-2-2 0 0,3-1 0 15,-5-3 0-15,-2-1 0 0,-2-1 0 16,-5-8 0-16,2-1 0 0,0-2 0 0,-1-2-749 16,5 0-188-16,4-1 13 0,3 0 99 15,8 2-793-15,5-1-1056 0</inkml:trace>
  <inkml:trace contextRef="#ctx0" brushRef="#br0" timeOffset="25264.38">18338 2313 4702 0,'-27'-11'-19'0,"-5"3"43"0,-12 6 47 16,-15 8 41-16,-4 9 35 0,-6 10 18 0,-14 13 25 15,3 10 4-15,-5 10-5 0,10 2-2 16,5 5-6-16,16 1-5 0,6 1-10 16,17-14-12-16,17 3-13 0,3 1-13 0,15 1-3 15,17-3-9-15,10-3-11 16,24 1-4-16,12-6-7 0,13-5-10 0,12-11-8 0,7-7-4 15,3-9-9-15,-14-10-2 0,1-5-9 16,19-11-4-16,-10-6 0 0,-21 1-2 16,4-15-5-16,-20 6 4 0,-13-7 13 15,-2-2-10-15,-9-1-48 0,-13-10 0 0,-9-2 0 16,-13-9 0-16,-4-5 0 0,-15-2 0 16,-15-15 0-16,-12 7 0 0,-8 6 0 0,7 23 0 15,-7 7 0-15,-7 9 0 0,-4 9 0 16,-7 8 0-16,-3 11 0 0,3 6-176 15,2 6-235-15,7 7-142 0,5 1-161 0,8 2-195 16,10 1 95-16,13-4-755 16,4 1-1012-16</inkml:trace>
  <inkml:trace contextRef="#ctx0" brushRef="#br0" timeOffset="27196.42">19510 2609 4147 0,'0'0'-78'0,"0"0"72"0,13-2 62 0,-13 2 41 0,0 0 47 0,0 0 39 16,0 0 20-16,0 0 20 16,0 0 19-16,0 0-8 0,0 0 9 0,0 0-2 15,0 0-7-15,0 0-25 0,0 0-22 16,0 0-17-16,0 0-15 0,-28-11-19 16,16 11-10-16,-7 2-16 0,-4 5-4 0,-11 2-7 15,-10 12-2-15,3 4-7 0,-2 0-2 16,5 4 3-16,4 5-1 0,2 2 4 0,5 0 0 15,10-5-8-15,4 3-86 0,2-2 0 16,8-5 0-16,5 1 0 0,2 4 0 16,5-1 0-16,4-4 0 0,3-2 0 0,4-5 0 15,-2-5 0-15,1-7 0 0,2 1 0 16,-4-4 0-16,6 0 0 0,-2-5 0 16,-4 0 0-16,3-3 0 0,-7 1 0 15,1 0 0-15,-2-2 0 0,-1-2 0 0,-2-1 0 16,-2-1 0-16,-1-2 0 0,-3-2 0 15,-3-1 0-15,0 2 0 0,-1-1 0 0,-1 0 0 16,0 2 0-16,-2 1 0 0,0 2 0 16,3 0 0-16,-1 0 0 0,-5 4 0 0,7 3 0 15,-3-7 0-15,3 7 0 0,-4-8 0 16,4 8 0-16,0 0 0 0,0 0 0 0,5-6 0 16,7 4 0-16,1 1 0 0,5-2 0 15,0 3 0-15,4-2 0 0,1 0 0 16,-5 2 0-16,7 2 0 0,-5 0 0 15,-4 1 0-15,2 2 0 0,-4-2 0 0,-1 3 0 16,-4-1 0-16,-2 0 0 0,3 3 0 16,-2-2 0-16,-5 0 0 0,1 1 0 0,3 2 0 15,-5-2 0-15,5 3 0 0,-3-3 0 16,-1 0-214-16,1-2-500 0,1 0-131 0,6 1-55 16,0-2 85-16,5 0-785 0,9-3-1039 15</inkml:trace>
  <inkml:trace contextRef="#ctx0" brushRef="#br0" timeOffset="27643.72">19939 3149 4187 0,'-9'4'-7'0,"-2"-1"78"0,11-3 47 0,-11 6 44 0,11-6 44 0,0 0 21 16,-7 3 12-16,7-3 9 0,0 0-12 0,0 0-9 15,0 0-8-15,0 0-2 0,0 0-7 16,0 0-8-16,0 0-8 0,0 0-9 15,0 0-6-15,4-21-7 0,-2 11-12 0,-1 0-7 16,1-4-15-16,0 0-9 0,-2-4-12 16,0-3-115-16,-2-3-2 0,-1 0 0 15,-3-8 0-15,-2 7 0 0,0 4 0 0,3 1 0 16,-3 3 0-16,-2 5 0 0,3 1 0 16,-1 2 0-16,-4 2 0 0,3 1 0 15,0 3 0-15,0-1 0 0,9 4 0 0,-14 0 0 16,14 0 0-16,0 0 0 0,0 0 0 15,0 0 0-15,0 0 0 0,0 0 0 0,27 17 0 16,-4-17 0-16,4 4 0 0,-3 2 0 16,2-4 0-16,1 2 0 0,-4 1 0 0,-1 3 0 15,-2-2 0-15,-1 5 0 0,1-2 0 16,-4 4 0-16,-2 3 0 0,-1-1 0 16,-2 2 0-16,-1 0 0 0,0 0 0 0,-3 0 0 15,-2-1 0-15,0-3 0 0,2 1 0 16,-3-2 0-16,2-2 0 0,-3 0 0 15,1-1 0-15,3-3-436 0,-4-2-174 16,5 0-132-16,-8-4-152 0,14-2 80 0,-14 2-783 16,20-6-1037-16</inkml:trace>
  <inkml:trace contextRef="#ctx0" brushRef="#br0" timeOffset="28010.28">20387 2876 4584 0,'0'0'-36'0,"0"0"65"0,0 0 48 0,-8-5 44 0,8 5 31 0,0 0 27 0,0 0 12 0,0 0 14 16,0 0-18-16,0 0-5 0,0 0-11 15,0 0-8-15,0 0-7 0,0 0-13 16,12 23-7-16,-3-19-19 0,0-2-10 0,9 3-7 16,-5-2-9-16,2-3-17 0,0 0-10 15,1 2-1-15,-16-2-4 0,25-2 0 16,-14-1 4-16,-2 0 13 0,-9 3 11 0,14-6-4 15,-9 0 1-15,-1 0-4 0,-4 6-6 16,4-11-2-16,-4 11-9 0,-6-10-7 0,6 10-7 16,-13-4-19-16,13 4-30 0,-30 4 0 15,12 2 0-15,-1 1 0 0,-1 2 0 16,0 2 0-16,4 1 0 0,0 1 0 16,3 1 0-16,1 1 0 0,5-2 0 0,-1-1 0 15,6-2 0-15,1 0 0 0,2 1 0 16,7-1-197-16,-3-3-192 0,6 0-122 0,7-2-163 15,-2-2-212-15,4-1 72 0,5 0 92 16,0-1-638-16,2-1-814 0</inkml:trace>
  <inkml:trace contextRef="#ctx0" brushRef="#br0" timeOffset="28377.31">20939 2884 3578 0,'-12'-4'91'0,"12"4"68"0,-18-2 39 0,18 2 25 15,-12-2 17-15,12 2 9 0,0 0-3 16,-11-1-17-16,11 1-27 0,0 0-18 16,0 0-21-16,0 0-11 0,0 0-13 15,0 0-2-15,0 0-21 0,0 0-9 0,0 0-3 16,0 0-11-16,0 0-9 0,0 0-11 16,34-4 4-16,-34 4 26 0,16-4 21 0,-16 4 13 15,7-4 10-15,-7 4 4 0,7-4-1 16,-7 4-7-16,0 0-9 0,6-6-7 15,-6 6-16-15,0 0-91 0,0 0-20 0,-20-7 0 16,20 7 0-16,-27 3 0 0,11 4 0 16,1 0 0-16,0 1 0 0,2 5 0 15,-1 1 0-15,5-2 0 0,-1 1 0 0,5 1 0 16,0 1 0-16,3 1 0 0,2-3 0 16,5 3 0-16,4-1 0 0,4-1 0 15,5 0 0-15,0-6 0 0,16 1 0 0,-4-6-290 16,10-1-234-16,-6-4-115 0,7-1-141 15,2-4-64-15,0-1 73 0,7-6-706 0,-4-2-925 16</inkml:trace>
  <inkml:trace contextRef="#ctx0" brushRef="#br0" timeOffset="28760.5">21652 2438 3885 0,'-2'-20'21'0,"-4"4"95"0,1 3 55 0,-1 1 56 15,0 4 72-15,-2-1 38 16,3 1 17-16,-3 4 0 0,8 4-9 0,-13-2-2 15,13 2 6-15,-24 20-11 0,0 6-19 16,9 5-22-16,-7 15-8 0,0 3-142 0,5 4-147 16,-2 3 0-16,4-6 0 0,0 3 0 15,1-4 0-15,5-10 0 0,0-2 0 0,0-4 0 16,5-4 0-16,-1-9 0 0,1-3 0 16,2-3 0-16,2-2 0 0,-3-3 0 15,3 1 0-15,0-3 0 0,-2-1 0 0,2-6 0 16,0 0 0-16,2 6 0 0,-2-6 0 15,0 0 0-15,0 0 0 0,-9-19 0 16,4 12 0-16,-6 0 0 0,-3-1 0 0,-5 4 0 16,-2 3 0-16,0 1 0 15,-3 3 0-15,-11 5 0 0,2 1 0 0,11 3 0 0,5 0 0 16,4 0 0-16,-1 2 0 0,5-1 0 16,3 3 0-16,4 1 0 0,4-4 0 15,2-1 0-15,3 2 0 0,4-2 0 0,7-2 0 16,11 4 0-16,8 0-62 15,11-3-411-15,12 1-105 0,2-6-166 0,7-6-145 16,6-1 84-16,2-4-773 0,4 1-1020 16</inkml:trace>
  <inkml:trace contextRef="#ctx0" brushRef="#br0" timeOffset="28960.02">22477 2740 4812 0,'-17'-19'232'0,"-4"0"51"0,-8 6 35 16,1 1 37-16,-3 10 20 0,4 2-5 0,-11 10-22 15,-3 11-19-15,-5 6-26 0,2 11-16 16,6-1-108-16,-2 8-179 0,2 2 0 0,4-1 0 16,5 7 0-16,2-5 0 0,6-2 0 15,1 0 0-15,2 0 0 0,3-12 0 0,1-1 0 16,2 0-32-16,-2-5-436 16,1-3-82-16,-1-8-71 0,5-2-62 0,-1-7-49 15,7-2 24-15,-1-6-787 0,4 0-943 16</inkml:trace>
  <inkml:trace contextRef="#ctx0" brushRef="#br0" timeOffset="29077.29">21791 3258 3945 0,'4'-27'-37'0,"-4"8"95"16,0 1 63-16,0 4 57 0,0 3 33 16,-4 1 4-16,4 0-17 0,-2 3-22 0,2 7-18 15,0-12-14-15,0 12-25 16,-3-5-54-16,3 5-77 0,0 0-100 0,0 0-140 0,0 0-158 16,0 0-194-16,0 0-70 15,0 0 70-15,0 0-377 0,0 0-457 0</inkml:trace>
  <inkml:trace contextRef="#ctx0" brushRef="#br0" timeOffset="29610.52">21084 1767 2769 0,'0'0'48'0,"0"-7"23"0,0 7 14 0,0 0 14 0,4-8 36 0,-4 8 21 0,0 0-4 16,0 0-12-16,0 0-18 0,0 0-7 15,0 0-9-15,0 0-5 0,0 0-12 16,0 0-9-16,13 17-6 0,-7-11-7 15,-3 0-5-15,8 2-7 0,-4-3-3 0,0 1-9 16,3 0-4-16,2 0-8 0,-1 0-3 16,-1-3-5-16,-1 0 1 0,0 0-3 0,3-1 3 15,-12-2 6-15,19 4 13 0,-11-2-3 16,-8-2 4-16,17 0-10 16,-17 0-5-16,15 0-6 0,-15 0-36 0,19 3-71 15,-7-2-44-15,1 1-57 0,4 0-65 16,6 3-68-16,1-1-104 0,3-1-187 0,11 1 33 15,3-1-264-15,0-1-325 0</inkml:trace>
  <inkml:trace contextRef="#ctx0" brushRef="#br0" timeOffset="30859.91">4314 3687 5142 0,'-11'-9'127'0,"2"3"-54"0,-2 1-12 0,2 5 12 0,9 0 23 0,-23 7-15 0,5 3-2 0,-9 7-4 15,0 4-15-15,0 5-5 0,4 0-4 16,0 0-3-16,5 4-4 0,-2-2-6 0,3 3-5 16,0-2 1-16,-1-2-2 0,7-8-12 15,2-2-3-15,1-3 1 0,2-2-5 16,3-2-1-16,-1-4 5 0,4-6-1 16,-6 5-7-16,6-5 2 0,0 0-5 0,2-23 2 15,0 8-3-15,0-9-2 0,3-11 5 0,-5-1-4 16,4 1 2-16,-2 0 6 15,0 8 14-15,1 4 5 0,-3 7 5 0,0 2-7 16,3-1-2-16,-3 7-13 0,2 3 3 16,-2 5-2-16,0 0 13 0,0 0-2 15,15 21 1-15,-3-4-4 0,-3 2-4 0,6 5-2 16,2 3-1-16,0-3 2 0,2-2-18 16,1 0 1-16,-4-6 2 0,-2-1-2 0,-1-6-2 15,-4-1 8-15,2 0-3 0,-4-2 0 16,0-1 6-16,-1 1 1 0,-6-6 2 0,0 0-6 15,0 0 4-15,0 0 12 0,0 0 12 16,12-16 16-16,-16 7 13 16,2-4 18-16,2 1 37 0,-3 2 24 0,0 1 10 15,1 3-14-15,0-3-16 0,2 9-14 16,-2-9-16-16,2 9-15 0,0 0-6 0,0 0-6 16,0 0-52-16,0 0-14 0,0 0 0 15,0 0-76-15,36 5-157 0,-18-1-122 0,1-2-133 16,2-2-182-16,6-4-218 0,-4-1 80 15,-4-4 89-15,1 3-626 0,-4 1-800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17:50.4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7328 1128 1245 0,'-14'-6'140'0,"-2"1"-23"0,3 3-6 0,0-2-2 16,-5 0 3-16,3 2 1 0,-2-1 0 0,1 0-8 15,0 1-3-15,0 0-2 0,3-1-5 16,13 3-11-16,-21 0-5 0,21 0-8 16,-15-5-8-16,15 5-8 0,-14 0-7 0,14 0-5 15,0 0-2-15,0 0-8 0,0 0 4 16,0 0 2-16,46-2-7 15,3 0-2-15,24-1 0 0,13-6-9 0,36-1 1 16,15-4-1-16,15-1-5 0,11-4-5 0,-1 4-2 16,3-2 2-16,1 0-1 0,-6 3 2 15,-6 2 0-15,-12 0-5 0,-13-2 1 16,-12 5 0-16,-35 2-1 0,-6 1-2 16,-15-2-19-16,-20 6-11 0,-4-3-13 0,-8 3-11 15,-9 0-25-15,-4 0-45 0,-9 2-77 16,-7 0-99-16,7-4-197 0,-7 4-21 15,0 0-2-15,0 0-18 0</inkml:trace>
  <inkml:trace contextRef="#ctx0" brushRef="#br0" timeOffset="981.05">7060 1159 1441 0,'0'0'49'0,"2"-8"15"0,-2 8 5 0,0 0-2 15,4-7-9-15,-4 7-9 0,0 0-6 16,0 0 29-16,0 0 19 0,-2 21 2 16,0-6 1-16,0 1-4 0,-4 9 5 0,0 6 3 15,-1 2-4-15,2 2-1 0,-3-2-4 16,0-1-5-16,4-6 3 0,0-3-13 0,3-2-8 15,-1-1-3-15,0-3-4 0,0-3-11 16,2-1 1-16,0-1-9 16,0-4 0-16,0 3-11 0,4-3 13 0,-1 3-8 15,1-3-1-15,5-1-3 0,3 0-6 16,1 0 5-16,10-2-6 0,2-2-9 0,11 1 8 16,6-2 0-16,8-2-10 0,14-2-4 15,8-3-13-15,5 1-6 0,7-1-3 16,26 0 1-16,8-2-2 0,6-1 3 0,1 2 3 15,-3 0-1-15,2 2 0 0,-4-3-3 16,-7 2 3-16,-25 0-1 0,-2-3 0 16,-4 6 1-16,-8-4 5 0,-3 0-3 0,-10-1 5 15,-12 5 3-15,-2-1 0 0,-10 0-4 16,-10-1 8-16,-4 2 15 0,-6 0 20 16,-1 2 14-16,-3-2 8 0,-4 0 2 0,-9 2-15 15,19-2 2-15,-11-1-11 16,-8 3 1-16,15 0-15 0,-15 0 3 0,15 0-1 15,-15 0-8-15,20-2-7 0,-20 2-12 16,16 0 1-16,-16 0-14 0,20-2 1 16,-20 2 0-16,15 0 0 0,-15 0 5 0,11-4 5 15,-11 4 2-15,13-4 1 0,-6 0-1 16,-2-2 3-16,1-1-6 0,-1-5 3 16,-1-2-2-16,0-6 6 0,0-4-5 0,-4-3 8 15,0-13 1-15,0 4 2 16,-6 1 2-16,2-1 10 0,1 3 7 0,-3 5 9 0,0 7 7 15,1 0-3-15,-2 5-3 0,2 1-3 16,1 1-3-16,1 2-1 16,-1 2-6-16,0 1-3 0,2 0-8 0,0 3-13 15,2 6-24-15,-2-14-38 0,-2 7-47 16,4 2-60-16,0 5-76 0,-2-7-105 0,2 7-161 16,0 0-86-16,0 0 75 0,0 0-102 15,0 0-119-15</inkml:trace>
  <inkml:trace contextRef="#ctx0" brushRef="#br0" timeOffset="2065.17">7973 1574 1662 0,'4'-10'21'0,"-4"10"16"0,2-6 18 15,-2 6 24-15,0 0 18 0,0 0 14 16,-2-10-12-16,2 10-8 0,0 0-9 0,0 0-8 15,0 0-2-15,-34 33 4 0,9-8 5 16,-9 11 13-16,-9 4 8 0,0 1 7 0,-18 13-3 16,-2-2 8-16,-4 2 13 15,5-3 12-15,-4-1 13 0,19-11-20 16,1-2 1-16,2-2 0 0,6-6-14 0,3 0-11 16,9-8-10-16,3-4-8 0,8-2-8 15,0-4-2-15,6-2-7 0,-2-3-7 0,4 1-2 16,1-2-8-16,-1 0-4 0,7-5-6 15,-12 7-15-15,8-4-26 16,4-3-35-16,0 0-63 0,-13 4-92 0,13-4-63 0,0 0-75 16,0 0-100-16,-13-14-185 15,13 2 26-15,3-1-254 0,3-5-320 0</inkml:trace>
  <inkml:trace contextRef="#ctx0" brushRef="#br0" timeOffset="2330.67">7751 1624 2489 0,'4'-11'87'0,"5"3"33"16,-4 1 23-16,-3 2 32 0,3 0 6 15,-5 5-17-15,6-5-15 0,-6 5-11 0,0 0 3 16,39 11-13-16,-11 8-7 0,10 10-12 16,8 5-8-16,5 1-12 15,19 12 9-15,7 1-3 0,1 1-7 0,0-1-6 16,5 2-25-16,-10-6-5 0,0-1-2 15,-18-12-6-15,-11-4 0 0,-4 1-9 0,-10-11-7 16,-5 0-1-16,-7-5-24 0,-3-2-26 16,-4-3-30-16,-5-1-38 0,-2-2-64 15,-4-4-55-15,0 0-65 0,0 0-86 0,-16 9-147 16,3-9-102-16,-10-3 62 0,-15-3-202 16,-6 0-240-16</inkml:trace>
  <inkml:trace contextRef="#ctx0" brushRef="#br0" timeOffset="3099.28">6603 2319 1866 0,'-10'0'-121'0,"10"0"25"0,-15 4 19 0,15-4 31 16,-14 0 24-16,14 0 19 0,-13 4 5 0,13-4-5 15,-5 4 11-15,5-4 18 0,0 0 13 16,0 0 12-16,16 5 7 0,2-3-3 16,9-4-3-16,18 0-8 0,16-3-4 0,9-1-1 15,3 0-2-15,1-2-10 0,1 0-1 16,-7-3-2-16,-3 6-2 0,-4-4-4 0,-17 4 3 16,-4 1-5-16,-9 2-2 0,-8-2-1 15,-7 2 14-15,-2 2 12 16,-3-3 9-16,-2 3 12 0,-9 0 11 0,11 7 4 15,-9-2 7-15,-2-5-3 0,-4 20 0 16,-1-10-7-16,0 5-5 0,-1 3-2 0,1 3-2 16,-6 8-9-16,0 2-1 0,4 0-6 15,1-2-3-15,1 4-1 0,-2-8-7 16,6 0 0-16,-3-4-7 0,0 3-6 0,2-7 4 16,0 0-2-16,1-5-9 0,-3 2 6 15,2-1 10-15,0-3 12 0,-1-1 14 0,-4 0 1 16,0-1 4-16,-4-1-14 0,-5 0-1 15,-3 0-7-15,-6-2-1 0,-11 5-13 16,-2-2-1-16,-4 1 9 0,-10 3-11 16,2 2 8-16,-8-2 9 0,6-2 13 15,6-2 0-15,5 1 9 0,-3-2 10 0,5-2 7 16,7-2 6-16,8-1 2 0,1-2-1 16,0-2-2-16,0-4-8 0,3 0 0 0,-5-11-9 15,1-3-4-15,5-6-8 0,2-6-8 16,5-2-1-16,1-4-9 0,2 2-4 15,1-3-4-15,2 4-4 0,3 6-1 0,-1 6-4 16,2-2-2-16,0 6-5 16,0 0-10-16,0 0-20 0,2 1-17 0,-1 2-18 0,2 0-23 15,-1-1-28-15,2 3-41 16,0 7-30-16,2-5-46 0,1 4-42 16,-1 2-52-16,4-1-75 0,0 1-137 0,1 2-62 15,-2 1 62-15,5 3-135 0,1 0-155 16</inkml:trace>
  <inkml:trace contextRef="#ctx0" brushRef="#br0" timeOffset="3830.76">8852 2193 1769 0,'-18'-4'32'0,"-1"1"12"0,2-1 10 0,1 3 17 0,5 2 21 16,-1-2 17-16,-1 1 9 0,2-2-9 15,11 2-15-15,0 0-5 0,0 0 0 16,0 0 4-16,0 0-6 0,0 0-9 16,71-5 0-16,-12 1-12 0,7 1-11 0,9-2-3 15,1-4-7-15,-3 4-6 0,-3-2-1 16,-7 1-6-16,-15 2-3 0,-7 3 5 0,-8 1-10 15,-8-2-5-15,-7 4 4 0,0 1 20 16,-2 3 22-16,-5 3 8 0,-4 2 1 16,-2 2 2-16,-3 4-2 0,-2 0-9 15,-2 7 3-15,1-1-10 0,-3 0-3 16,0 1-5-16,1-1-4 0,-5 8-6 0,2-4-4 16,2-4 1-16,-2-1-5 0,1-1-7 15,1-1-2-15,-3 1-3 0,0-1 3 16,0 2 1-16,0-5-7 0,-3 1 1 0,-4-1-5 15,3-1-2-15,-8 3 3 0,0-5 6 16,4-1 6-16,-5-1 6 0,2-2 8 0,-1-1 11 16,-5-4 11-16,0 0 7 0,-2-3 5 15,-5 0 10-15,-8-4 7 0,-2-5-4 16,-1-3 1-16,2-2 0 0,-13-6-4 0,3-3-2 16,0 0-6-16,5-1-3 0,2-1 8 15,5 0 7-15,10 3 9 0,3 1 8 0,5-2-7 16,2 4-18-16,5-8-4 15,3 1-15-15,6 1-2 0,4 2-11 0,2-5-9 16,8-6-15-16,3 0-29 0,3 4-38 16,0 1-49-16,0 7-55 0,-1 2-78 15,-1 5-86-15,-1 8-71 0,-6-1-103 0,2 5-139 16,-9 1-84-16,0 0 80 0,0 0-350 16,1 18-455-16</inkml:trace>
  <inkml:trace contextRef="#ctx0" brushRef="#br0" timeOffset="4367.27">6942 2784 2668 0,'9'-3'-32'0,"-9"3"12"15,0 0 10-15,0 0 27 0,0 0 33 0,0 15 28 16,-11-3 9-16,-1 4 12 15,-11 6-2-15,3 3 14 0,-7-2-6 0,-5 10 10 16,-1-2 7-16,-1-1-2 0,4 1-6 16,5-7-13-16,0 0-12 0,2-2-6 15,4-2-9-15,0-4-6 0,6-2-3 0,1-2-13 16,1-1-18-16,2-2-29 0,-2 2-41 16,4-5-47-16,-2 2-52 0,1-4-77 0,-2 1-121 15,10-5-156-15,-14 0-83 16,14 0 59-16,0 0-140 0,-18-7-149 0</inkml:trace>
  <inkml:trace contextRef="#ctx0" brushRef="#br0" timeOffset="4764.13">6381 3151 2076 0,'0'0'142'0,"-16"-7"15"15,7 5 35-15,9 2 32 0,-11-8 29 16,4 4 1-16,2-1-9 0,5 5-16 0,-11-8-27 15,11 8-21-15,-5-4-26 0,5 4-20 16,0 0-13-16,0 0-11 0,0 0-11 16,0 0-27-16,30-3-24 0,-7 6-19 15,4 1-16-15,17-1-14 0,-2 4-8 16,5-4-17-16,5-3-15 0,-3 2-3 0,-1 0-10 16,-2-2 4-16,-4-2 3 0,-10 4 5 15,-7-2 7-15,-5 2 1 0,-4-2-4 0,-5 3 3 16,-1 2 10-16,-4 0 22 0,-6 5 5 15,-4 2 20-15,-6 5 11 0,-7 7 11 16,-4-2 13-16,-2 0 11 0,-6 0 6 0,-9 4 12 16,10-7 0-16,-3-1 0 0,4-4 1 15,-1 2-4-15,8-6-6 0,0-2-6 0,5-2-4 16,0-1-11-16,2-2-5 0,-1-1-11 16,1-2-29-16,13 0-47 0,-23-2-63 15,12-1-65-15,-3-1-59 0,1-3-61 0,1 2-78 16,-1-3-99-16,4-2-185 15,0-1 34-15,0 3-313 0,6-4-405 0</inkml:trace>
  <inkml:trace contextRef="#ctx0" brushRef="#br0" timeOffset="8862.94">6356 3319 3087 0,'0'0'97'0,"0"0"-15"0,0 0 19 0,-28-13 0 0,20 4 13 16,-3-1 20-16,-3-2-7 0,2-4-12 15,-4 1-13-15,1-10 3 0,2 6 4 16,-1-8-13-16,7 5-4 0,3 1-13 0,2-4-10 16,6 2-8-16,3-7-6 0,5 2-7 15,5-1-5-15,3 2-10 0,2 0-20 16,8-3-21-16,-1 7-20 0,-1 6-41 0,-3-1-39 16,2 4-34-16,-4 2-42 0,-6 7-52 15,0 0-64-15,-5 1-82 0,-5 4-159 0,-7 0-28 16,14 4-212-16,-14-4-270 15</inkml:trace>
  <inkml:trace contextRef="#ctx0" brushRef="#br0" timeOffset="14148.11">7958 1480 307 0,'0'0'76'0,"0"0"-6"16,0 0 9-16,0 0-2 0,0 0 10 16,-40 7-9-16,32-2 1 0,-2-1-8 0,1 4 0 15,0-2-5-15,-1 5-2 0,0-1-2 16,-3 2-7-16,-4 9-1 0,-1 3 2 0,-2 0-3 15,-3 1-6-15,-8 8 1 0,-1-1-5 16,-4 0-5-16,-3 3-4 0,3-2-1 16,-2 0-7-16,0-4 2 0,2 3-4 0,-1-2-5 15,1-1 0-15,11-6 4 16,0 1-9-16,2-1 1 0,-1-2-4 0,7-7-1 16,4 1 1-16,2-7 5 0,1 1-6 15,0-3 1-15,5 2 0 0,-1-5 1 16,-2 0-3-16,8-3-10 0,0 0-12 0,0 0-25 15,0 0-46-15,0 0-49 0,0 0-78 16,0 0-278-16,-18-12 5 0</inkml:trace>
  <inkml:trace contextRef="#ctx0" brushRef="#br0" timeOffset="14478.88">7872 1533 1261 0,'21'12'-33'0,"-16"-4"27"0,6 3 19 0,0 9 13 15,5 6-9-15,6 1 3 0,-3 2 1 0,4 0 2 16,1 6 4-16,1-7-3 16,5 3-2-16,-5-8 0 0,-1 0-2 0,-2 1-1 15,-1-4-2-15,-5-4-2 0,-2-5-2 16,-3 1-2-16,-4-3-8 0,0-1-13 0,1-1-34 16,-3-2-59-16,0 1-78 0,-1 0-226 15,-4-6 81-15</inkml:trace>
  <inkml:trace contextRef="#ctx0" brushRef="#br0" timeOffset="17427.59">11477 2563 1638 0,'-13'-2'293'0,"0"0"-67"15,0 2-44-15,13 0 27 0,-20 0-6 16,20 0 39-16,-15-3 3 0,15 3-13 0,0 0-3 16,-15 0-5-16,15 0-5 0,0 0-1 15,0 0-4-15,0 0 11 16,0 0 18-16,0 0-13 0,0 0 0 0,0 0-29 0,63 7-15 15,-37-5-19-15,7-2-12 16,-3 0-8-16,1 0-6 0,-3 0-5 0,1 0-6 16,-4-2 3-16,2 0-1 0,-7 2-7 15,-2-2-2-15,-4 2-13 0,0 0-9 16,-1 0-10-16,-13 0-7 0,21 0-18 0,-21 0-6 16,18 0-8-16,-18 0-4 0,15 6-5 15,-6 0-3-15,1 5-8 0,-1 3 4 0,2 1-9 16,0 3-2-16,-2-1 2 0,0 3 0 15,-1-1-7-15,2 2-5 0,-7-3-6 0,5 1-9 16,-5-2 0-16,2 0 0 16,1-1 0-16,-5-1 0 0,3-1 0 0,-2-2 0 15,0-2 0-15,0 1 0 0,0-3 0 0,-1 0 0 16,-1-1 0-16,0-7 0 16,2 10 0-16,-2-10 0 0,2 12 0 0,-2-12 0 15,0 8 0-15,0-8 0 0,0 9 0 16,0-9 0-16,0 0 0 0,-4 8 0 0,4-8 0 15,-11 6 0-15,2 0 0 0,-1 0 0 16,-5-3 0-16,-1 1 0 0,-2 4 0 16,-1-2 0-16,-5 0 0 0,2 1 0 0,-3-1 0 15,2-1 0-15,-4 1 0 0,4 1 0 16,-2-2 0-16,5-2 0 0,-1 2 0 0,1 0 0 16,4-1 0-16,-2-1 0 0,5-1 0 15,2 1 0-15,-3-3 0 0,5 4 0 16,9-4 0-16,-17 3 0 0,17-3 0 15,-13 2 0-15,13-2 0 0,0 0 0 0,-20-7 0 16,17 2 0-16,-5-4 0 0,3-3 0 16,-6-3 0-16,4-5 0 0,2-2 0 15,-5-9 0-15,2 0 0 0,2-1 0 0,1 6 0 16,1 3 0-16,0 0 0 0,3 6 0 16,-4 0 0-16,5 4 0 0,-2-1 0 0,0 3 0 15,0 1 0-15,2 0 0 0,0 3 0 16,-1-3 0-16,1 5 0 0,0 5 0 0,-2-10 0 15,2 10 0-15,0-9 0 0,0 9 0 16,-2-5 0-16,2 5 0 0,0 0-647 16,0 0-373-16,5-7 84 0,-5 7 118 15,0 0-804-15,0 0-1062 0</inkml:trace>
  <inkml:trace contextRef="#ctx0" brushRef="#br0" timeOffset="18244.46">12530 2515 4144 0,'-14'2'-166'0,"14"-2"37"0,-15 0 29 15,15 0 34-15,0 0 37 0,0 0 39 0,0 0 39 0,0 0 30 16,0 0 18-16,0 0 5 15,0 0-2-15,32-11-4 0,-9 8-8 0,3-2-9 16,1 2-3-16,-4-1-3 0,2 1-4 16,-5-1-14-16,-6 2-3 0,0 1-5 15,-14 1-11-15,20 1 5 0,-7 1-7 0,-6 3 5 16,2 2 2-16,-2 3 2 0,2 1-1 16,-2 6 7-16,2 2 7 0,-3-1 1 15,2 5-4-15,0-3-5 0,1 10-4 0,-2-4-2 16,2-4-5-16,-4-2 2 15,3 1-7-15,-3-2 3 0,2-4-10 0,-4-1-2 0,1-2-2 16,2-2 0-16,-5 0 24 16,1-3 14-16,0 3 19 0,0-4 11 0,-2-6 16 15,0 11 4-15,0-11 4 0,0 9-2 16,0-9-5-16,-6 7-1 0,1-1-14 16,-3-4-4-16,-5 2-13 0,-2 1-5 0,-5-1-7 15,-1 0 2-15,-6 4-10 0,-5-4-7 16,-2 6-5-16,5-3 8 0,5-1 1 0,1-2 1 15,0 0 1-15,5 2 0 0,0-2 9 16,0-1 5-16,5-1 0 0,1 0 12 16,0 0 0-16,0 0 4 0,12-2 5 15,-19 4 5-15,19-4 5 0,-13 2 4 16,13-2-82-16,-12 1-20 0,12-1 0 0,0 0 0 16,0 0 0-16,-15-5 0 0,15 5 0 15,-8-10 0-15,6 3 0 0,0-3 0 0,0-4 0 16,2-5 0-16,0-4 0 0,2-6 0 15,0-6 0-15,2-3 0 0,2 2 0 16,-2 4 0-16,0-3 0 0,-1 13 0 0,-3 3 0 16,2 3 0-16,0 5 0 0,0-2 0 15,0 4 0-15,0 4 0 0,-2-5 0 0,0 5 0 16,0 5 0-16,1-12 0 0,-1 9 0 16,0 3-22-16,0 0-467 0,5-5-97 0,-5 5-149 15,0 0-174-15,0 0 90 16,0 0-756-16,22 8-1017 0</inkml:trace>
  <inkml:trace contextRef="#ctx0" brushRef="#br0" timeOffset="18980.71">13466 2466 4145 0,'-18'-4'-157'0,"7"2"36"0,1 1 48 0,10 1 53 0,-10-4 53 15,10 4 51-15,0 0 34 0,-9-5 28 0,9 5-3 16,0 0-16-16,0 0-10 0,21-15-12 16,-8 10-6-16,11-2-15 0,-2 2-5 15,1 1-9-15,4-1-9 0,-2 0-8 0,-2 2-2 16,-5 1-6-16,1 0-7 16,-4 0 1-16,-1 2-3 0,-1 2-1 0,-1 2-2 15,-3 1 10-15,2 5 7 0,1 2-2 16,-2 3 12-16,-3 4 6 0,0 1-3 0,4 10-5 15,-4-1-3-15,-2-1-1 0,-1-5-6 16,0 2-5-16,1-2-5 0,-2 0 0 16,-1-3-5-16,2-2 2 0,-2-1-10 0,-1-2 1 15,1-3 1-15,0-2 32 0,0 1 25 16,-2-3 24-16,0-1 17 0,0-7 10 16,0 14 3-16,0-14-3 0,-2 10 1 15,2-10-4-15,-4 8-7 0,-3-3-11 16,-5 1-12-16,-3 0-11 0,-6 0-8 0,-2 0-8 15,-9 3-6-15,-4-1-8 0,1 2-5 16,-2-3-2-16,2 2-2 0,9-4-7 0,1 1-13 16,1-2-32-16,6 2 0 0,0-2 0 15,6-1 0-15,-2 1 0 0,4-4 0 0,-2 2 0 16,12-2 0-16,-14 4 0 0,14-4 0 16,0 0 0-16,-18-2 0 0,18 2 0 15,-13-7 0-15,8 1 0 0,-4-2 0 0,6-4 0 16,-3-3 0-16,4-3 0 15,0-7 0-15,2 0 0 0,0-3 0 0,4-4 0 0,0 3 0 16,-1 7 0-16,-1 0 0 16,3 1 0-16,0 4 0 0,-1 0 0 0,-2 5 0 15,2 3 0-15,-2 1 0 0,-1 0 0 16,-1 1 0-16,0 3 0 0,0 4 0 16,2-10-465-16,-2 10-85 0,0 0-120 0,9-3-242 15,-9 3 72-15,0 0 91 0,0 0-613 16,0 0-817-16</inkml:trace>
  <inkml:trace contextRef="#ctx0" brushRef="#br0" timeOffset="19661.15">14197 2460 3535 0,'0'0'-71'0,"-5"-1"47"0,5 1 40 0,0 0 64 0,0 0 51 0,0 0 11 16,-5-11 3-16,5 11-7 0,19-10-5 15,-6 3-16-15,9 0-5 0,8-3-14 16,-1 2-7-16,-2 4-14 0,-3 1-7 16,1-2-6-16,-4 0-8 0,-4 5-6 0,-2 0-9 15,1 0-3-15,-3 0-5 0,1 6 1 16,-3 1 4-16,0 3 1 0,-3 2 7 0,1 5 10 16,1 4 0-16,-7-1-1 0,7 11-4 15,-6-5-3-15,0 0 0 0,-1-1-8 16,-3 2-3-16,2-2-3 0,0-3-4 15,-2-1-2-15,2-4-1 0,2 0-2 16,-4-3-3-16,0 0 7 0,3-4 31 0,-3 0 33 16,0-3 38-16,0 1 20 0,0-8 18 15,1 11 9-15,-1-11-3 0,-1 10-2 0,1-10-8 16,-3 9-1-16,3-9-12 0,-10 5-19 16,3-2-12-16,-4 1-11 0,-5-3-12 0,-3 4-10 15,-1-1-9-15,-5 0-10 0,0 0-3 16,-2 0-65-16,0 1-1 15,5-3 0-15,-1 1 0 0,5 0 0 0,2 0 0 0,2-2 0 16,-1 1 0-16,15-2 0 16,-21-2 0-16,12 1 0 0,-4-5 0 0,4 1 0 15,0-4 0-15,2-8 0 0,-2-1 0 16,7-7 0-16,-1-9 0 0,5 2 0 0,-2 5 0 16,5-8 0-16,2 8 0 0,-4 5 0 15,1 2 0-15,2 6 0 0,-5-1 0 16,1 5 0-16,0-2 0 0,0 4 0 0,2 0-238 15,-3 3-278-15,-1 5-108 0,4-8-149 16,-4 8-113-16,7-4 93 0,-7 4-690 0,0 0-931 16</inkml:trace>
  <inkml:trace contextRef="#ctx0" brushRef="#br0" timeOffset="20210.86">14836 2399 4265 0,'1'-7'-63'0,"1"0"33"16,0-1 47-16,-2 8 44 0,7-8 30 0,-7 8 10 15,13-9-11-15,-8 7-12 0,4-5-7 16,7 2-3-16,1-1-11 0,2 0-6 15,-1 3-3-15,6-1-8 0,-1-2-1 16,-5 2-7-16,2 4-4 0,-7-3-9 0,2 3 1 16,-15 0-5-16,21 3-3 0,-9 1 5 15,0 2 4-15,-5 1 8 0,0 7 5 16,1 1 10-16,0 5 4 0,-1 1 5 0,3 8 0 16,-7-3-4-16,3-3-5 0,2 10-3 15,-2-7-2-15,-1-2-4 0,-1-4-5 16,2 0 1-16,-3-2 18 0,2-2 22 0,-1-3 16 15,-3-2 22-15,-1-1 13 0,2 0 27 16,-4-4 3-16,4 2 12 0,-2-8 6 0,-2 12 3 16,2-12 1-16,-10 10 3 15,3-5-6-15,-6 2-1 0,-6 2-2 0,-3-2 5 16,-5 3-3-16,0-5-106 0,0-1-64 16,0-3 0-16,-1 1 0 0,-1-2 0 15,0 0 0-15,2-2 0 0,1 2 0 0,5 0 0 16,2-1 0-16,3-1 0 0,3 0 0 15,2-3 0-15,-1-2 0 0,3-3 0 0,2-4 0 16,5-3 0-16,2-3 0 0,2-3 0 16,7-8 0-16,4 1 0 0,2 1 0 0,0 0 0 15,5 6 0-15,-3 0 0 0,-4 8 0 16,1-1-420-16,-5 6-465 0,-1 2-83 16,-7 3 107-16,-1 5-859 0,0 0-1153 0</inkml:trace>
  <inkml:trace contextRef="#ctx0" brushRef="#br0" timeOffset="20811.39">11748 2623 4302 0,'0'0'-249'0,"0"0"46"16,-7-9 47-16,7 9 47 0,-2-12 49 0,2 4 39 16,0-1 34-16,0 0 17 0,2-4 29 15,1-4 8-15,1 1 9 0,3-6 6 0,5-7 8 16,1 2-1-16,5-1-4 16,-1 3-9-16,4-3-6 0,0 1-8 0,3 4-8 15,1 2 7-15,4-1-2 0,-3 3-9 16,-6 6-12-16,-4 2-22 0,-2 3-15 15,-3 1-24-15,0 0-17 0,0 2-26 0,-4 0-19 16,0 1-8-16,-7 4-11 0,0 0-31 16,0 0-51-16,0 0-70 0,13 11-110 0,-13-11-173 15,-9 16-18-15,4-7-168 0,1 2-218 16</inkml:trace>
  <inkml:trace contextRef="#ctx0" brushRef="#br0" timeOffset="21145.8">12625 2571 2011 0,'-9'0'119'0,"9"0"21"0,-22-4 22 0,22 4 48 15,-17-8 47-15,8 0 34 0,-4-1 18 16,-1-3-13-16,-1-1-14 0,-6-8-19 0,1-3-13 15,2 0-19-15,-2-3-19 0,6-5-19 16,-4 3-14-16,2-6-27 0,3-2-9 16,2 2-19-16,-4-8-11 0,4 7-14 15,-3-3-11-15,3 6-13 0,0 0-6 16,0 2-8-16,2 7-9 0,4 6-9 0,-3 4-8 16,4 2-29-16,-2 1-37 0,0 1-50 15,3 3-57-15,-3 2-52 0,1 2-52 0,5 3-64 16,0 0-79-16,0 0-117 0,-20 8-213 15,18-3 35-15,2-5 84 0,0 16-288 16,6-8-367-16</inkml:trace>
  <inkml:trace contextRef="#ctx0" brushRef="#br0" timeOffset="21593.86">13284 2530 2304 0,'-10'-4'-3'0,"3"-4"42"0,-1 0 28 0,-2-1 59 0,-1-8 61 0,-5-5 56 16,-2-2 31-16,2-5 10 0,-2 1-2 15,-2-5-2-15,0-10-4 0,-1-3-9 0,-2 4-9 16,3-3-8-16,0 4-16 0,6 8-21 15,1 2-24-15,2 4-22 0,1 4-14 0,4 7-12 16,-1 3-26-16,2 1-8 0,-2 0-23 16,3 4-38-16,3 1-67 15,-1 0-86-15,-2 2-99 0,4 5-75 0,0 0-94 0,0 0-124 16,0 0-205-16,0 0-22 16,0 0 82-16,16 19-383 0,-7-5-502 0</inkml:trace>
  <inkml:trace contextRef="#ctx0" brushRef="#br0" timeOffset="21828.12">14167 2383 3152 0,'0'0'110'16,"-43"-23"0"-16,21 7 5 0,-1-3 31 0,-4-1 36 15,2-3-3-15,0 0-12 0,-2 3-14 16,5-2-14-16,-1 3-22 0,2 0-11 0,6 4-20 16,1 4-66-16,3 3-87 0,2-2-122 15,-3 6-131-15,3 3-152 0,-2-1-185 16,-1 2 74-16,12 0-265 0,-31 5-334 0</inkml:trace>
  <inkml:trace contextRef="#ctx0" brushRef="#br0" timeOffset="24743.69">4756 1117 2530 0,'0'-10'67'0,"-1"0"39"0,-1 1 45 0,-1 3 54 0,3 6 37 0,0-6-6 15,0 6-24-15,0 0-23 0,-2-10-25 16,2 10-12-16,0 0 22 16,0 0-16-16,5 39-14 0,-3-14-14 0,-1 9-10 15,3 4-10-15,3 1-12 0,-1 3-8 0,0-2-6 16,0 1-10-16,1-3-4 0,-1-2-6 15,-1-3-8-15,-1-6-3 0,1-6-8 16,-3-5-3-16,0-1-3 0,-1-3-6 16,1-2 0-16,0 1-5 0,-2-5 3 0,0-6-10 15,2 7-11-15,-2-7-35 0,0 0-28 16,0 0-21-16,0 0-18 0,-25-26-25 16,16 14-14-16,-5-3 2 0,-5-5 14 0,0 3 12 15,0 0 13-15,2 5 2 0,-1 0 16 16,0 2 4-16,0 3 2 0,-1-1 15 15,6 2-1-15,-2 2 7 0,3 0 15 0,1-1 13 16,4 3 8-16,7 2 17 16,-12-5 3-16,12 5 10 0,-8-5 15 0,8 5 17 15,0 0 43-15,0 0 15 0,13-14-2 16,7 7-11-16,10-11-9 0,4 2-9 16,14-3-6-16,0-1-11 0,-2 1-6 0,-1 2-3 15,-11 2-6-15,-2 3-5 0,-7 3-8 16,-7 1-6-16,-3 6-7 0,-3-2-5 0,-3 4-1 15,-9 0 4-15,16 9-5 0,-11-2 4 16,-1 3 0-16,-2-1 3 0,2 6-4 16,-3 0 0-16,1-1-2 0,0 3 4 15,2 0-3-15,-1-1 1 0,6-3 2 16,-2 1 4-16,2 3 6 0,5-5 14 0,1-2 12 16,4 0 4-16,-2-6-10 0,4-4-2 15,2 0-2-15,2-4-4 0,-1-2-2 16,8-3 3-16,-5-5-3 0,-7 1 11 0,-3-1-2 15,-5-1 5-15,-7-2-11 0,-1-1-9 16,-4-2-2-16,-6-1-5 0,-3-6-5 16,-5 0-2-16,-1 4-8 0,-2 1-4 0,2 7-6 15,-1 2-16-15,0 4-18 0,-2 4-27 16,5 3-29-16,-3 4-40 0,0 0-64 0,0 7-52 16,1 1-63-16,3 6-71 0,-1-3-112 15,6-3-203-15,1 2-10 16,4-4 66-16,4-1-328 0,-2-7-444 0</inkml:trace>
  <inkml:trace contextRef="#ctx0" brushRef="#br0" timeOffset="25010.8">5458 886 2888 0,'-8'-9'79'0,"4"-3"54"0,0 6 42 0,0 2 10 0,4 4-23 0,0 0-12 15,0 0 28-15,0 0 1 16,-4 22-15-16,6 1-9 0,0 4-5 0,4 13-15 16,4 9-7-16,-1 6-22 0,0 0-10 15,3 0-8-15,-1-1-6 0,1 0-14 16,0-2-39-16,-1-5-53 0,-2-9-35 0,-3 0-48 16,4-6-46-16,-7-5-34 0,3-9-35 15,-3-1-41-15,2-5-34 0,-3-3-66 16,-2-4-80-16,0-5-93 0,0 0-12 0,0 0-176 15,0 0-216-15</inkml:trace>
  <inkml:trace contextRef="#ctx0" brushRef="#br0" timeOffset="25227.5">5508 1192 1916 0,'0'-21'33'16,"0"3"41"-16,0 5 29 0,0 3 32 0,0-1 28 16,5 5 12-16,-1-2-9 0,3 0-7 15,0 4-4-15,6 1-8 0,-13 3-13 16,20 0-12-16,-3 5-14 0,-2 2-13 0,3 2-12 15,-4 2-5-15,0 3-8 0,-3 1-5 16,-5-2-3-16,0 0-5 0,-2 4-5 0,-2-5-8 16,-4 5-8-16,-2-5-5 0,1 5-15 15,-6-5-34-15,0 1-52 0,-2-3-48 16,1 1-53-16,-1-4-63 0,-1-2-105 0,4-5-164 16,8 0-73-16,0 0 54 0,-23-7-66 15,20-2-88-15</inkml:trace>
  <inkml:trace contextRef="#ctx0" brushRef="#br0" timeOffset="25412.24">5831 1165 1898 0,'0'0'156'15,"0"0"6"-15,0 0 1 0,0 0 6 16,0 0-10-16,0 0-13 0,32-17-20 0,-11 9-24 15,6-8-57-15,4 3-72 0,1-3-89 16,0-3-123-16,-3 2-188 0,1 0-98 16,-5 0-85-16,-6-2-108 0</inkml:trace>
  <inkml:trace contextRef="#ctx0" brushRef="#br0" timeOffset="25809.95">6136 642 1627 0,'0'0'47'16,"0"0"12"-16,0 0 15 0,-29 20 30 16,20-5 27-16,1 4 31 0,-2 12 13 15,3 3-17-15,-1 6-11 0,5-1-32 16,-1 2-6-16,-1 4-9 0,5-2-11 16,-3 1-11-16,5-1 3 0,-2-2-15 0,-2-3-2 15,4 2-1-15,-2-11 8 0,1-4-30 16,-2-6 0-16,1 0-3 0,1-5-6 0,-1-1-1 15,0-1 7-15,0-1 5 0,0-5-1 16,0-6 0-16,0 0-15 0,0 0-3 16,0 0-14-16,0 0-9 0,0 0-4 0,5-34-11 15,-10 19 0-15,2-1-3 0,-5-1 0 16,-3 2-3-16,-3 5 6 16,-2 0-2-16,-2 8 1 0,-1 0 0 0,-1 2 5 0,-2 2 6 15,3 0-3-15,0 8 0 16,0 0 9-16,8-1-10 0,-1-1 3 15,5 1 3-15,-1 3 4 0,4-4 3 0,1 3-7 16,3-3-1-16,0-8-9 0,5 14-31 16,-1-9-49-16,7 2-49 0,3-2-83 0,-1-4-122 15,4-1-209-15,2-1 41 0,6-1-105 16,-2-5-117-16</inkml:trace>
  <inkml:trace contextRef="#ctx0" brushRef="#br0" timeOffset="26044.3">6309 1087 1702 0,'0'0'127'0,"-9"-4"20"16,9 4 13-16,-10-1 47 0,10 1 36 15,0 0 11-15,0 0-18 0,-11-6-21 0,11 6-18 16,0 0-10-16,0 0-9 0,0 0-10 16,0 0-20-16,0 0-14 0,0 0-13 0,36 9-13 15,-23-7-10-15,3-2-18 0,-4 0-37 16,-12 0-34-16,27 0-41 0,-17 1-39 15,-10-1-59-15,17 0-47 0,-17 0-70 0,7 2-148 16,-7-2-223-16,0 0 12 16,-16 17 71-16,0-3-129 0,-11 7-159 15</inkml:trace>
  <inkml:trace contextRef="#ctx0" brushRef="#br0" timeOffset="26828.07">12209 2383 2106 0,'-11'-10'133'0,"4"0"-76"15,-5-2-18-15,2-1 37 0,3 0 28 16,-3-7 13-16,2 3-6 0,5-6 0 15,-5-10-8-15,8 2-7 0,6-6-10 16,3-3-12-16,14-11-11 0,8 1-4 16,12-14-17-16,14 3-33 0,10 4-42 0,10 8-39 15,-2 8-18-15,2 4-25 0,-18 15-44 16,2 3-66-16,-4 5-63 0,-13 8-125 0,-2 4-264 16,-4 4-173-16</inkml:trace>
  <inkml:trace contextRef="#ctx0" brushRef="#br0" timeOffset="27025.79">14300 2058 1888 0,'7'-10'36'15,"-7"10"-1"-15,4-6-3 0,-4 6-4 16,4-6-2-16,-4 6-5 0,0 0-11 0,6-5-24 15,-6 5-49-15,6-2-54 0,-6 2-68 16,5-6-105-16,-5 6-189 0,0 0 15 0</inkml:trace>
  <inkml:trace contextRef="#ctx0" brushRef="#br0" timeOffset="27776.1">12227 984 1234 0,'0'0'-41'0,"0"0"20"0,0 0 1 16,0 0 10-16,0 0 2 0,0 0 0 15,0 0 6-15,-4-8 10 0,4 8 3 16,0 0-3-16,0 0 20 0,0 0 12 15,0 0 16-15,0 0 4 0,0-9 18 0,0 9 16 16,0 0 16-16,0 0 12 0,0 0 12 16,0 0 14-16,0 0 11 0,0 0-1 15,0 0 2-15,0 0 0 0,0 0-20 16,0 0-6-16,0 0-11 0,-2-9-19 16,2 9-12-16,0 0-7 0,0 0-17 0,0 0-16 15,0 0-44-15,0 0-41 0,0 0-51 16,0 0-53-16,0 0-69 0,-14 16-76 15,9-9-175-15,-1 5-55 0,2-2-85 0,-4 3-95 16</inkml:trace>
  <inkml:trace contextRef="#ctx0" brushRef="#br0" timeOffset="40739.83">12062 2431 746 0,'0'0'358'15,"0"0"-65"-15,-9-3-49 0,9 3-22 0,0 0-1 16,0 0-5-16,-11-5-11 0,11 5-32 16,-9-5 4-16,9 5 0 0,0 0 7 0,-7-9-4 15,7 9-7-15,-9-7-3 0,3 4-5 16,6 3-10-16,-14-10-8 0,3 6-6 15,2 0-4-15,-5-1-5 0,0 0-13 16,-6 0-9-16,1-1-6 0,-2 0-5 16,-2-2-4-16,-2 6-9 0,0-4-9 0,0 2-5 15,1 1-7-15,0 1-7 0,-5 2-5 16,2 0-9-16,-2 0-1 0,3 2-5 0,-14 1-2 16,4 5-5-16,-3 1-5 0,3-2 1 15,2 3-3-15,-2-1-7 0,4 3-2 16,-3 3 2-16,3-1-3 0,2 3-4 0,-1 0 1 15,2 3 3-15,4 3-5 0,-1 0-3 16,-1 3 6-16,2 1-6 0,-2 7 3 0,9-8-2 16,-4 3 0-16,3-2-2 15,2 0 4-15,0-1-6 0,2 1 4 0,3 1-2 16,5-5 2-16,-1-2-3 0,6 2 3 16,2-3-1-16,0 0 4 0,2 7-1 15,7 3-1-15,4 0 2 0,1 4 1 0,4-7-1 16,2 1 7-16,3-1 10 0,11 2 3 15,1-4 4-15,-5-5 5 0,7-3-2 0,10 4 0 16,9-7-2-16,-1 1-6 0,4-3-5 16,0-4-3-16,2-2 0 15,4-1-2-15,-10-5-2 0,8-2-17 0,-2-3 2 16,0-2-2-16,-5-2 5 0,-6-3 1 16,-11-1-1-16,6-4 18 0,-5-7 32 0,-8 7 37 15,-5-7 24-15,6-6 12 0,-10 2 10 16,-6-4 0-16,0-11-1 0,-5-3-17 0,-5-9-9 15,-7-2-18-15,-7-1-8 0,-7-3-10 16,-3 4-11-16,-7 4-5 0,-13 2-15 16,-1 9-6-16,-6 3-13 0,-6 6-33 0,1 6-34 15,-2 4-40-15,-3 6-42 0,3 5-35 16,11 9-48-16,-2-1-36 0,8 4-54 0,5 4-51 16,-7 3-56-16,9 0-82 15,2 0-111-15,6 2-187 0,4 0 82 0,5 0-506 16,5 1-671-16</inkml:trace>
  <inkml:trace contextRef="#ctx0" brushRef="#br0" timeOffset="41323.96">12617 2288 3087 0,'-21'-8'-123'0,"0"-1"29"0,1 5 30 16,-4-2 35-16,1 4 27 0,-3-1 22 0,-3 2 11 16,2 5 6-16,-11-2 0 15,2 10 11-15,-2 3 4 0,-6 6 14 0,4 8 14 16,2 2 4-16,1 4-1 0,5 4 0 16,3 6 5-16,7 1-12 0,-1 4-1 0,7 0-1 15,5-1-12-15,10-6-7 0,2 13 13 16,10-8 0-16,9-2-2 0,9-3-7 15,8 1-2-15,10-6-3 0,6-6-9 0,19 6 3 16,-9-16-7-16,4-2-3 0,-3-6-3 16,1-7-9-16,2-5-11 0,-6-6 8 0,-1-4-7 15,-6-6 7-15,0-3 7 0,-5-2 17 16,-3-7 31-16,-4-4 23 0,-2-7 8 0,-6-3 14 16,-9-7 1-16,-2-5-6 0,-4-6-8 15,-13-3-15-15,-4-2-8 0,-9-1-15 16,-5 4-9-16,-8 5-4 0,-7 7-14 15,-7 7-4-15,-4 5-16 0,-10 11-31 16,-3 7-24-16,-6 7-37 0,5 9-44 0,-9 4-44 16,2 7-69-16,9 3-60 0,2 5-64 15,4 3-85-15,12 0-155 0,9-1-51 0,3 3 60 16,11-2-228-16,5-2-293 0</inkml:trace>
  <inkml:trace contextRef="#ctx0" brushRef="#br0" timeOffset="41823.22">13466 2385 2159 0,'-20'-4'-21'0,"3"4"11"0,-2 2 19 15,0 4 24-15,-4 2 29 0,-12 9 23 0,-4 4 17 16,-3 8 9-16,5 3 13 16,3 2-11-16,3 7 0 0,6-3-8 15,2 5 7-15,3 0 5 0,13-5-22 0,-2-2 7 16,9 0 15-16,3 1-6 0,6-3-9 15,13-2 7-15,8 4-1 0,8-3-8 0,7-6-10 16,7-5-6-16,5-1-9 0,6-6-4 16,0-5-12-16,2-3-9 0,-4-4-21 0,-10-4-13 15,10-6-13-15,-5-3 0 0,-5-4 7 16,-7-3-1-16,-4-7-3 0,-8-4 17 16,-2-5 6-16,-8-5 10 0,-8-9-3 0,-5-6 6 15,-6-5-10-15,-8-5-5 16,-5-3 0-16,-9 2-4 0,-6 0-3 0,-13-8-10 15,1 24-3-15,-2 7 0 0,-8 8-2 16,-7 8-23-16,-1 8-22 0,-1 4-21 0,11 11-31 16,1 5-45-16,2 5-47 0,4 2-50 15,3 1-75-15,5 5-106 0,7-1-199 16,8 3 43-16,7-5-183 0,8 3-243 0</inkml:trace>
  <inkml:trace contextRef="#ctx0" brushRef="#br0" timeOffset="42273.18">14565 2307 2026 0,'-20'-2'-7'0,"-4"2"18"0,1 4 25 0,-14 6 31 0,3 5 27 15,-13 11 24-15,-3 1 12 0,5 4 3 0,2 4-1 16,6 3-14-16,2 1-12 0,10 4-9 16,2-2-11-16,10-4-8 0,10-1-8 0,5-5-8 15,5 3 8-15,14 3-10 0,10-1 1 16,8-2-2-16,9-5 1 0,5-6-4 15,4-4-11-15,4-5-9 0,4-4-19 0,3-5-26 16,-4-5-9-16,-1-3-4 0,-14-1 7 16,5-7 2-16,-6-7 9 0,-11-5 18 15,-6-1 20-15,-4-10 6 0,-2-5-6 0,-12-7 0 16,-4-5-3-16,-9 5-7 0,-6-16-7 16,-8 2-7-16,-10 1-5 0,-4 6 4 0,-8 4-11 15,-9 10-27-15,0 14-24 16,-5 0-24-16,1 13-27 0,9 9-49 0,-4 6-64 15,5 3-95-15,2 4-151 0,-1 3-85 16,5-1 59-16,19 2-37 0,2 1-29 16</inkml:trace>
  <inkml:trace contextRef="#ctx0" brushRef="#br0" timeOffset="42656.9">15374 2406 1745 0,'-32'0'184'16,"-6"4"-8"-16,0 4-4 0,2 4 17 16,4-1-10-16,1 5-14 0,6 3-15 0,4 0-15 15,4 4-6-15,9-2-14 0,4-1-14 16,8 3 0-16,8 6-9 0,7 0-6 0,11 3-8 15,11-5-1-15,0-2-14 0,7-4-3 16,-1-6 1-16,-2-6-3 0,-2-2-8 16,-1-7-8-16,-2-2 7 0,-4-5-10 15,-3-3 3-15,-5-6 0 0,-4-2 17 16,-8-6-3-16,-4-3-7 0,-3-5-9 0,-7-3-3 0,-4-3-4 16,-9-12-8-16,-3 0-4 0,-9 1-5 15,-1 4-10-15,-6 6-27 0,-9 6-45 16,-1 5-37-16,6 14-55 0,-4 2-63 15,-1 7-120-15,11 4-160 0,-8 6-122 0,2 4 73 16,3 1-177-16,8 1-220 0</inkml:trace>
  <inkml:trace contextRef="#ctx0" brushRef="#br0" timeOffset="50854.73">18938 3580 3203 0,'-39'-7'31'0,"2"4"-25"0,6-1 3 16,11 1 4-16,2 0 5 0,5 2 7 0,1 0 23 16,12 1 16-16,0 0 2 15,0 0 2-15,0 0-5 0,77-10-4 0,29 1-3 0,26 1-4 16,14 0-12-16,23 3 7 0,60-5-10 16,3 2-4-16,-2-4-2 0,-52 7 25 0,-2-5 12 15,-4 5 11-15,-6-4-11 0,-11 3-7 16,-20-1 8-16,-21 3-6 0,-32-2 6 15,-13 0 2-15,-17 3 10 0,-13 1 11 16,-6 1 6-16,-10-3-1 0,-5 4-5 16,-2-2-6-16,-3 1-9 0,1 0-7 0,-14 1-8 15,20 0-6-15,-12-3-5 0,-8 3-7 16,17 0-22-16,-17 0-43 0,14-3-58 0,-14 3-99 16,5-3-114-16,-5 3-158 0,0 0-255 15,0 0 60-15,-14-12 79 0,5 6-307 16,-4 1-355-16</inkml:trace>
  <inkml:trace contextRef="#ctx0" brushRef="#br0" timeOffset="51739.27">25971 4171 2715 0,'-41'2'3'0,"-2"-2"-3"16,-5 4-7-16,0 1 20 0,2 0 34 0,5 0 23 16,8-2 2-16,8 1-13 0,10 1-7 15,5-2-3-15,9 3 11 0,1-6 11 16,45 13 16-16,21-6 15 0,18-2-4 16,47-1-3-16,19-4-10 0,21 1-11 0,16 1-6 15,55-4-8-15,5 4-4 0,-5 2 5 16,-5 0 12-16,-56-2 12 0,-2 0-1 15,-5 0-1-15,-12 0-9 0,-15 1-8 0,-18 0-3 16,-15 0-9-16,-35-3-4 0,-12 0-7 16,-19 1-1-16,-14-1-3 0,-7 0-7 0,-5 0-5 15,-3 0-1-15,-6 0-8 0,-1 0-20 16,-5-1-39-16,-7 1-51 0,10-3-76 0,-10 3-83 16,0 0-110-16,0 0-156 15,0 0-75-15,-33-6 54 0,20 6-240 0,-4-2-267 16</inkml:trace>
  <inkml:trace contextRef="#ctx0" brushRef="#br0" timeOffset="52870.93">22139 2855 2136 0,'4'-8'67'0,"-1"3"23"0,-3 5 16 15,2-10 5-15,-2 10 15 0,0 0 9 16,0 0 19-16,0 0 12 0,0 0 17 15,0 0 2-15,0 0-14 0,-39 21-10 0,26-9-7 16,-1 1-13-16,1 3-11 16,2-2-11-16,1-1-15 0,3 0-7 0,-1-1-10 15,5 1-25-15,-1-4-1 0,-3 0-9 16,4-1-4-16,1-1-1 0,2-7-8 0,-8 10 4 16,8-10 1-16,-1 5-2 0,1-5-12 15,0 0 2-15,0 0-3 0,0 0-7 16,7-22-1-16,-3 12-5 0,-1-5 1 0,4 5-3 15,-3 1-5-15,-1-2 1 0,3 2-6 16,-3 5-1-16,-3 4 0 0,6-11-7 0,-6 11 3 16,10-1 0-16,-10 1 1 0,0 0-3 15,27 16 2-15,-14-6 3 0,2 3 0 16,6 3 3-16,0 1-6 0,0 3 1 0,-2-5 0 16,-3-4 4-16,-5-3-3 15,0 1 2-15,-5-2 1 0,4-2 7 0,-3 0-1 0,-7-5-1 16,7 7 4-16,-7-7-4 15,0 0 2-15,0 0 4 0,0 0-4 0,7-17-1 16,-7 17 0-16,-7-17 7 0,5 8 12 16,2 2 5-16,0 7-2 0,-1-13 1 15,1 13-14-15,-2-12-3 0,2 12-10 0,0-8-2 16,0 8-13-16,0 0-44 0,0 0-51 16,0 0-68-16,0 0-65 0,0 0-73 0,0 0-101 15,0 0-160-15,15 23-67 0,-13-18 61 16,-2-5-273-16,8 12-334 0</inkml:trace>
  <inkml:trace contextRef="#ctx0" brushRef="#br0" timeOffset="53604.9">21025 3541 2334 0,'0'0'60'0,"0"-10"27"0,0 10-4 0,0 0-10 0,2-10 0 0,-2 10 0 15,0 0-1-15,0 0 21 0,0 0 29 16,0 0 10-16,0 0-9 0,4 25-10 0,-8-11-7 16,2 6 6-16,-1 4 1 15,-8 7-3-15,6 1-15 0,-4 1-8 0,-1-3-10 16,0 3-7-16,3-8-5 0,1-5-8 15,2-3-7-15,-2 0-3 0,4-1-1 0,0-6-9 16,1 2-1-16,-1-3 10 0,0-1-9 16,0-1-7-16,2-7 2 0,4 12 9 0,-1-7-7 15,5 2-8-15,4-5-4 0,3-1-4 16,11 1-1-16,12-2 3 0,16 0-28 16,21-2-21-16,8 2-10 0,8 2-12 0,38 2 8 15,11-3 11-15,16 3 4 16,7-1-2-16,0 2 5 0,-3 0 5 0,-1-3 0 15,-8 1 16-15,-7 4-19 0,-14 0 9 16,-8-1 3-16,-30-2 0 0,-17 0-3 0,-8 0-4 16,-19-3-5-16,-10 1 16 0,-10 2 9 15,-4-2 21-15,-12-3 24 0,2 2 15 16,-4-1 24-16,-10 0 14 0,0 0 5 0,0 0 3 16,19 0-5-16,-19 0 4 0,0 0-6 15,0 0-6-15,11-2-6 0,-11 2-3 0,0 0-1 16,0 0 0-16,0 0-4 0,9-4-10 15,-9 4-4-15,0 0-10 0,0-11-1 0,0 11-10 16,0-17-4-16,-2 7-5 0,1-6-5 16,-1-5-4-16,-4-4-1 0,2-10-8 15,1 2-3-15,-3-2-7 0,0 2-22 16,0 8-32-16,4 4-49 0,1 4-72 16,-5 2-75-16,0 1-96 0,-4 4-108 0,3 2-158 15,-2 2-88-15,-5 4 67 0,-5-1-407 16,4 2-506-16</inkml:trace>
  <inkml:trace contextRef="#ctx0" brushRef="#br0" timeOffset="54404.66">20387 4105 2640 0,'13'-11'-13'0,"-4"5"33"0,-1-3 24 0,0 1 28 0,-4 0 39 16,-1 0 43-16,-1-1 26 0,0 1 12 15,-2 0-11-15,0-1-16 0,-4 1-21 0,2 2-12 16,-3-2-12-16,-3 2-14 0,0 3-12 16,-3 0-10-16,11 3-8 0,-25 1-7 15,9 3-7-15,-2 0-8 0,-2 5-8 0,0 2 1 16,3-2-6-16,2 2-6 0,-1-1-2 16,5 1-5-16,4-1-3 0,0 0 1 0,5-2-1 15,4 1-2-15,2 0-1 16,4 2-3-16,9 2 2 0,0-1 0 0,12 3-6 15,2-1 3-15,-3 0-2 0,3 1-4 16,-5-1 1-16,-5-1-4 0,-4-2 0 0,-6-3 1 16,1 4-2-16,0-4 0 0,-9 1 14 15,1 3 17-15,-4-4 10 0,-4 1 9 16,-1 3 9-16,-5 0 6 0,-2-3-3 0,-2 2-4 16,-6-2-7-16,4-1-6 0,-4-3-5 15,3-1-7-15,0 0 1 0,1-2-8 0,2-2-22 16,1-2-44-16,13 2-55 15,-23-7-71-15,10 1-92 0,6-1-94 0,3-3-126 16,1-1-161-16,3 2-32 0,3-3 69 16,1 2-332-16,5 0-405 0</inkml:trace>
  <inkml:trace contextRef="#ctx0" brushRef="#br0" timeOffset="55237.33">20688 4286 2403 0,'0'0'39'0,"0"0"40"0,0 0 37 0,0 0 35 0,0 0 34 16,0 0 12-16,0 0 12 0,0 0-7 15,0 0-23-15,0 0-12 0,0 0-13 16,0 0-19-16,0 0-13 0,0 0-13 0,4-25-14 16,1 13-8-16,3-2-10 0,-1 0-5 15,1 0-7-15,0 2-4 0,-1-3-7 0,1 1-3 16,-5 4 3-16,4 2-3 0,-2 1 1 15,-3-2-8-15,2 2-5 0,-4 7-7 16,4-7-8-16,-4 7-1 0,0 0-1 0,0 0-2 16,0 0-3-16,0 0 1 15,-8 31-3-15,5-17-3 0,-1-2-1 0,2 0-3 0,-3 1 0 16,8 0-1-16,-3-1 2 16,4-2-1-16,0 0 0 0,1 0 1 0,2-2 2 15,4 0 1-15,-2-5 0 0,-2-3 1 16,-7 0-3-16,25-2 0 0,-10-3 2 0,-1-1-3 15,2-2 1-15,0-4 0 0,-1-1-2 16,-1 1-1-16,-7 2 0 0,2 1-1 16,3 1 2-16,-4 1 0 0,-5 3-5 0,-3 4-6 15,13-7-3-15,-13 7 4 0,0 0 2 16,0 0-3-16,0 0 2 0,5 24 0 0,-3-17-2 16,-2 5 4-16,2 0-2 0,1 4 1 15,-1-3-1-15,4-2-1 0,-1 3-1 0,2-2 2 16,2-3 2-16,0 1-1 15,3-4 2-15,3 0-2 0,-1-4 2 0,1-2-1 16,0-4-1-16,2 0 1 0,3-6-6 0,4-5-4 16,0-5-5-16,0 1 6 15,-1-1-1-15,-2-6 2 0,-3 1 3 0,0-1-1 16,-5-5-1-16,1 0 2 0,-3 0 0 16,-4 0 0-16,-1 8 6 0,-2 4 2 0,0 1 2 15,0 6 5-15,-2 2-5 0,1 1-3 16,-3 1 0-16,0 8-3 0,0 0-1 0,0 0 2 15,0 0 0-15,0 0 1 0,-21 33 0 16,14-12 1-16,1 1 3 0,1 8-2 16,1-2-1-16,2-4 0 0,2-3 2 15,2 2-3-15,3 2 2 0,5-7 2 0,-1 1-2 16,-1-2 0-16,5-2 3 0,1-2 2 16,-1-5 1-16,-4-1 1 0,1-3 1 15,1-2 1-15,-11-2 11 0,20-4 16 0,-20 4 13 16,15-6 1-16,-12 0-3 0,-3 6 4 15,6-11-1-15,-8 4-4 0,2 7-3 0,-7-16-5 16,-1 9-1-16,-1 0-9 0,-5-1-5 16,1 2-3-16,-1 4-1 0,1-1-2 15,0 1-6-15,13 2-6 0,-23 0-10 0,9 0-19 16,14 0-34-16,-18 2-44 0,18-2-59 16,-18 5-86-16,13-3-122 0,-1 2-152 15,6-4-226-15,-4 4 58 0,4-4 84 0,0 0-379 16,0 0-458-16</inkml:trace>
  <inkml:trace contextRef="#ctx0" brushRef="#br0" timeOffset="55437.5">21631 4284 3036 0,'0'0'155'0,"0"0"-4"0,-17 0 0 0,17 0-4 0,0 0-10 15,0 0-12-15,0 0-19 0,0 0-17 0,0 0-47 16,28-17-81-16,-13 11-101 16,6-2-117-16,3 0-149 0,2-2-184 0,7-4 58 15,-5 4-208-15,-1-4-231 0</inkml:trace>
  <inkml:trace contextRef="#ctx0" brushRef="#br0" timeOffset="55755.31">21969 4122 2148 0,'-12'7'80'0,"0"-2"15"0,1 0 20 16,3-1 24-16,3 4 28 0,-3-1 8 0,3-1 0 15,-4 3-23-15,7 0-12 16,-1 0-13-16,-1-1-7 0,2-1-10 0,2 1-12 16,0-8-1-16,4 15-7 0,1-9-10 15,2 0 0-15,0-4-11 0,3 0-7 0,3 0-8 16,-13-2-5-16,26-2-4 0,-8-2-16 15,-5-4 0-15,1 3 3 0,-3-2 0 0,-1-1 1 16,-5-3 3-16,-3 0 9 0,-2-2 9 16,0-1 16-16,-2 1 6 0,-3-4-7 15,-2 1-2-15,2 1-8 0,-4 1-10 0,1 2-5 16,-4 2-8-16,5 5-4 16,-2 0-8-16,-3 5-19 0,12 0-36 0,-23 3-61 15,11 2-74-15,1 1-97 0,-1 6-123 16,1-4-168-16,4 1-82 0,1-4 58 0,4-2-300 15,2-3-362-15</inkml:trace>
  <inkml:trace contextRef="#ctx0" brushRef="#br0" timeOffset="56137.9">22252 3842 2771 0,'-2'-12'219'16,"1"0"12"-16,-1 4 37 0,0 0 26 15,2 8 2-15,-4-8-30 0,4 8-27 0,0 0-21 16,0 0-20-16,0 0 2 0,-10 26-20 15,4-5-18-15,-1 9-4 0,1 3-15 16,-4 4-10-16,5 0-12 0,-3 2-13 16,-1-1-14-16,3 0-12 0,-4-1-26 15,-1-3-30-15,-1-1-13 0,3-2-3 0,0-4 0 16,-1-6-7-16,2-4 2 0,5-5 11 16,-1-4-3-16,-2-2-7 0,6-6-4 0,0 0-2 15,0 0 4-15,0 0-4 0,21-31 2 16,-6 7-1-16,3 1 0 0,0-2-1 0,-2 8-4 15,-1 3 6-15,-1 0-1 0,-3 6-1 16,0 1-1-16,-1 4 5 0,-1 1-8 0,-9 2 7 16,23 3 2-16,-13 3-4 15,-1-2 4-15,-1 3 0 0,1 2 0 0,1 0 1 16,-5-3-4-16,4 3-3 0,-4-2-17 0,1 0-32 16,-3-4-39-16,-3-3-42 15,11 8-51-15,-10-6-67 0,-1-2-106 0,0 0-112 16,0 0-129-16,0 0-97 0,0 0 64 15,15-11-432-15,-13 2-533 0</inkml:trace>
  <inkml:trace contextRef="#ctx0" brushRef="#br0" timeOffset="57336.7">19453 2139 2888 0,'-21'-1'-78'0,"-1"-2"11"16,10 1 5-16,-3 2 9 0,3-2 10 15,1 2 21-15,11 0 12 0,-20 0 6 0,20 0-4 16,-13-1-2-16,13 1 4 0,0 0 4 15,-2 9 18-15,2-9 26 0,35 9 15 0,4-5 4 16,22 1 9-16,16-7 8 0,10-1-5 16,38-4-8-16,9-3-2 0,8 6-8 15,0-4-7-15,3-3-2 0,0-1-2 0,-12 1 23 16,-3 2 15-16,-8-2 13 16,-14 0-4-16,-27 5 8 0,-9 0 6 0,-9 0 24 15,-17 2 17-15,-8-1 15 0,-10 5 15 16,-4-2 5-16,-8 0-6 0,0 0-2 0,-3 0-17 15,-3 2-15-15,-10 0-16 0,17-2-11 16,-17 2-13-16,14 0-14 0,-14 0-9 16,0 0-21-16,14 0-56 0,-14 0-74 0,0 0-87 15,9 0-103-15,-9 0-110 0,0 0-190 16,0 0-157-16,0 0 76 0,0 0-371 16,0 0-491-16</inkml:trace>
  <inkml:trace contextRef="#ctx0" brushRef="#br0" timeOffset="74999.63">10324 11546 566 0,'0'0'103'15,"0"0"-9"-15,16 0 20 0,-16 0 2 16,0 0 17-16,0 0 0 0,0 0-9 0,0 0-8 16,11 0 0-16,-11 0 2 15,0 0-2-15,0 0-1 0,0 0 5 16,0 0-2-16,0 0 3 0,0 0 1 0,0 0-1 15,0 0-4-15,0 0-13 0,0 0-11 16,0 0-8-16,0 0-6 0,0 0-9 0,-25-11-6 16,18 5-7-16,7 6-5 0,-18-8-5 15,9 2-6-15,-4 0-4 0,-3-1-3 0,4 2 3 16,-6 0-10-16,3-1-2 0,-2 3-7 16,-1-2 6-16,0 1-1 0,-2 1-6 15,2 1 4-15,-2-2-3 0,1 3-8 16,0 1 1-16,0-1 2 0,0-1-3 15,-2 4-1-15,2-4-8 0,-1 4 0 0,2-2 6 16,-1 0-2-16,-5 1-1 0,8 0 12 16,-5-1 37-16,2 3-2 0,2-2-5 0,-5 1-1 15,4-2-3-15,-2 0-6 0,1 1-3 0,1-1 2 16,-2 0-5-16,2 2-2 0,-3-4-1 16,-1 2-6-16,4 0 0 0,-2 0 2 15,-3 0-11-15,5-1 1 0,-3 1 2 16,-1 0-1-16,-1 0 5 0,3 0-9 0,-1 0-8 15,-2 1 12-15,0 1-8 0,2 0 1 16,0 0-4-16,-2 0 0 0,2 1 1 0,2 0 4 16,0 1 1-16,0-1-4 15,-2 2-5-15,2 1 0 0,0-1 3 0,0 0-2 0,0 0 2 16,2-2-5-16,-5 4 7 16,4-1-7-16,-3-1 6 0,3 1-4 0,1-1 3 15,-2 1-5-15,1-1 4 0,2 0-1 16,-1 0-11-16,2 0 8 0,-2 0 6 15,3-3 4-15,3 1-9 0,-3 2 8 0,3-3-9 16,-3 2 2-16,-1-1 3 0,2 1-4 16,-2 0 2-16,-3 0-8 0,3 0 4 0,-2 1 4 15,2-2-7-15,-3 2 3 0,2 0 6 16,0-1 1-16,0 1 4 0,-4 1-8 0,5-4 5 16,-2 4-6-16,1-2-7 0,1 1 11 15,1-2 2-15,0 0-3 0,3 0-1 16,-1 1-12-16,1-1 13 0,-1 1-1 15,0-1 0-15,-1 0 3 0,1 1-4 16,1 0 4-16,-2 0-9 0,0 1 6 0,2-1-1 16,-3 0 0-16,1 3-4 0,1-4 4 15,1 3-4-15,0-3-3 0,-2 2 10 0,2 0-2 16,-1-1 0-16,-1 0 1 0,2 2-1 16,-2 1 2-16,0 0-6 0,2-2 5 0,-3 1-9 15,3 0 10-15,0 0-2 0,0 0-3 16,0 0 0-16,1 1 0 0,1-1-2 15,1 2 1-15,0-1 5 0,3-1 1 16,-3 1 2-16,1 0 2 0,1 2-9 16,0-1 6-16,0-1-2 0,3 2 3 0,-3-2-7 15,0 1 7-15,1 1 3 0,0-1 1 16,2 2-2-16,-5 0 1 0,5-2-4 0,-3 3 2 16,0-1-8-16,2 1 16 0,-2 2-5 15,3-4-6-15,-3 5 4 0,2-3-1 0,-1 1-1 16,0-3 2-16,3 4 1 0,-1-2-1 15,-1-1-2-15,2-1 0 0,-2 2 0 0,4-1 0 16,-1 1 2-16,-3-3 2 0,4 4-5 16,-2-5 11-16,2 3 8 0,-2 2 3 15,2-5-2-15,2 5 3 0,-2-1-7 16,0 0 0-16,0 2-6 0,-2-1 3 16,2 1 4-16,-2 1-9 0,2-2 0 0,0 1-1 15,-1-1-2-15,1 1 1 0,0-1-3 16,-3 0-2-16,3-3-1 0,0 4 4 0,-2-2-5 15,4-1 0-15,-2 2 5 0,0 0-2 16,3 1-5-16,-2-1 2 0,-1 0 3 0,2 0-3 16,0 2 0-16,0-1 2 0,2-2-2 15,-3 1 4-15,3 1-5 0,0 1 1 0,-1-2-4 16,-1-3 7-16,3 3-3 16,1-1 5-16,-3-3-7 0,3 2 1 0,-3-2 3 15,3 2-1-15,0-3 7 0,-2 1 6 16,4 1 9-16,-5-2 0 0,6 1-1 15,-2-1-2-15,0 0 0 0,1 0-1 0,-1 0-4 16,3-1-4-16,0 3 3 0,-3-2-1 16,2 0-5-16,1 1 1 0,1-1 0 0,0 1-6 15,-2 1 2-15,2-2-3 0,-1 1 3 16,-1 1-2-16,2-4 2 0,0 4-2 0,0-3 1 16,-2-1-2-16,3-1 0 0,3 1 0 15,0-2 5-15,2 1 11 0,2 0 17 0,2 0 2 16,4-2 10-16,0 1 2 0,0 0 0 15,-1 0-9-15,-3 0-4 0,0 0-3 16,-2-2-3-16,0 2-5 0,0-3-4 0,-4 4 1 16,-1-2-3-16,1 0-3 15,-3 0-2-15,-1-2-3 0,1 3 2 0,-1-2-6 16,-2 1 1-16,1-2-1 0,1 2 1 16,0-2-1-16,2 2-2 0,-1-1 2 0,2-1-1 15,1 1-2-15,3-1 11 0,0 0 6 16,3 3-4-16,6-3-1 0,0 2-2 0,0 0 0 15,-1 0-1-15,0 0-3 0,1 2 2 16,-2-2-6-16,2 1-1 0,0 0 0 0,-4 3 0 16,-1-3-2-16,-1-1 1 0,1 1 1 15,-4-2-2-15,1 1 1 0,3 0-3 16,-2 0 3-16,3-2-4 0,4 0 0 16,1 0-3-16,1-2 4 0,9 0 4 15,2 0-4-15,-8 2-1 0,-2-1-2 0,-1-2 0 16,0 3 2-16,-1-2-4 0,-3 2 7 15,2-2-5-15,-4 2-1 0,-4-1 0 0,-4 1 2 16,0 0-2-16,1 0 1 0,-3 0 1 16,-3 1 0-16,-10-1 0 0,20-1 0 0,-8 1 3 15,-1 1-5-15,-11-1 3 0,25 0-2 16,-10-1-3-16,6-1 1 0,-1 2 2 16,0-2-4-16,7 0 3 0,0 2 1 0,1 0-1 15,1 0 0-15,2 0 0 0,-3 0-2 16,10 2 2-16,-4 0 1 0,-5 0 0 15,-1-1-1-15,-3-1-1 0,-1 2-1 16,-8-2 4-16,5 2 0 0,-5-2-5 0,1 0 3 16,-2 0 0-16,2 0 2 0,2 0-2 15,1 0-2-15,2 0 0 0,7-2 2 0,-3 0 2 16,16-1-2-16,1 1-2 0,0 2 4 16,5 0 2-16,1 2-1 0,1 0 2 0,-2 1-4 15,-1-1-1-15,-1 2 3 0,-2 2-4 16,-4-1-2-16,-7-4 6 0,-9 3-2 15,-3 0 1-15,-2-3 4 0,2 1-6 0,-6 0 1 16,2-2-2-16,4 1 3 16,-1-1-2-16,1 0 2 0,1 0-2 0,7 0 0 15,-1 0-4-15,5 0 4 0,9 0 4 16,3 0-4-16,2 2-1 0,0-2 1 0,1 1-3 16,1 1 4-16,1-2-2 0,1 0 1 15,12 2 4-15,-2 0-17 0,-5 0 5 0,6-2-3 16,-11 0 3-16,15-2 0 0,-2 2 3 15,-1-2-3-15,4-2 0 0,-3 3 5 0,3-2-1 16,-4-1 1-16,-11 3 0 0,-4-3-1 16,-3 2 2-16,-4 0-3 0,0 1 1 15,-9-2 2-15,-7 3-3 0,-3 0 6 16,-2 0 0-16,-1-2-2 0,-4 0-3 0,1 2 5 16,-1 0-3-16,-2-2 2 0,0 2-2 15,0-2 1-15,3 1 1 0,3-2-1 16,5 3 2-16,3 0-1 0,16-4-1 0,-4 3-2 15,3 1 4-15,2-2-1 0,-4 4-1 16,3-2 0-16,-4 1 2 0,1 1-3 0,3 0 3 16,-9-2-3-16,5 3 5 0,-1-3-5 15,7 1 0-15,-4-1 4 0,5 0-4 0,-4 4 2 16,1-6 0-16,5 4 1 0,-6-4 0 16,2 0 0-16,-4 2-3 0,-6-1 3 15,-5 1-1-15,0-3 3 0,-6 3-4 16,-4 0 0-16,1 0-1 0,-2 0 5 0,-1 0-3 15,-4 0 0-15,0 0 4 0,-13 0-2 0,33 0-1 16,-16 0-3-16,6 0 1 16,6 0 0-16,2 0-1 0,10 0 5 0,2 0 1 15,0 0-4-15,0-2 0 0,2 2-1 16,-2 0-1-16,3-2 2 0,-4 2-1 0,-1-1 1 16,-5 2 4-16,-11-1-2 0,2-1-1 15,-4 1-3-15,2-2 3 0,-3 0-2 0,-2-2 2 16,-1 3 2-16,3-2-2 15,-6 1-1-15,2-2 0 0,-4 0 2 0,4 2-2 16,-1-4 2-16,0 5 3 0,5-5-7 16,-2 2 3-16,1-2-5 0,-2 2 4 0,2 1 2 15,0-1-2-15,2-1 0 0,-1 1 2 16,3-1-3-16,-2 1 2 0,4-2-3 0,0 4 2 16,0-2 0-16,-3 0 0 0,1-1 0 15,0 1 2-15,0-2-4 0,-2 0 0 16,-1 3 4-16,-5-2-2 0,5 0 0 0,-6 0-1 15,0 0 3-15,-1-1 0 0,-1 0 0 16,-1 0 0-16,0 0 6 0,-2-3 5 0,-1 2-6 16,0 0-4-16,-1-3 1 15,2 2-1-15,-1-3 2 0,1 1-2 0,1-2 2 0,-2-2-1 16,1-1 0-16,0-1 2 16,-1 0-3-16,1-1-1 0,-2 3-4 0,3-3 5 15,-2-1-4-15,-3-1 4 0,1 0 6 16,2 1-5-16,-5-2 2 0,2 0-2 0,0 0-2 15,0-3 0-15,-1 3 2 0,1-2-1 16,3-6-1-16,0 3 1 0,-5 5-2 16,3 1 1-16,-3 0-2 0,3 0 0 0,-2 4 12 15,0 0 25-15,-3 1 1 0,3 0-4 16,-2 2-4-16,0-3-6 0,0 3 1 0,0 0-3 16,-3-1-1-16,3 2-3 0,-2-1 0 15,2 0 1-15,-3 0-4 0,-1 0 1 0,0-1-1 16,0 1-6-16,0-2-2 15,0-1 3-15,0 4-2 0,-1-3-9 0,1 1 6 16,-2-1 1-16,-2 0-4 0,2 0 8 16,-1 0-7-16,-3 2-1 0,2-3 2 0,-2 3 7 15,-2-2-7-15,-1 3 0 0,2 0-4 16,-5 1 0-16,-1 0 8 0,-5-2-8 0,4 3 0 16,-6-1 0-16,5 0 2 0,-4 1 3 15,-1 1-6-15,2 0 2 0,0 0-1 16,-3 0-1-16,1 3 5 0,-1-4 0 15,-1 2-9-15,-2-1 9 0,-1 2-1 0,2 1-5 16,-13-3 2-16,4 0-2 0,0 1 1 16,3 0 1-16,2 4 0 0,-9-4 2 15,2 0-2-15,-3 1 3 0,1-2-5 0,-4 3 4 16,2-1-2-16,-2 0-3 0,-2 0 0 16,0 0 1-16,0-1 1 0,2 3 6 0,0 0-8 15,4-1 0-15,3 2 1 0,8-1 0 16,1 1-4-16,-2 1 6 0,3 0-1 0,-1-1 2 15,3 0-1-15,3 1 1 0,-4-1-2 16,1 1 1-16,-3-2 3 0,-3 1-9 0,-10-2 6 16,-2-1 9-16,-3 1-10 15,1 0-2-15,-6 0 6 0,1-1 0 0,-1 2-3 16,-8-3-2-16,5 4 2 0,-7-5-1 16,9 5 2-16,-2-2 0 0,3 0-8 15,1 1 8-15,3 0-1 0,-2 1-4 0,2-2 6 16,1 1-1-16,0 1-1 0,2 1-2 15,0-2 0-15,2 0-2 0,5 3 8 0,5-2-2 16,-3 0 12-16,-7 2-15 0,0-1-2 16,6 0 1-16,3 2 3 0,3-2 0 0,-3 2-5 15,0 0 4-15,1 0 8 0,-1 2-11 16,0-2 3-16,-1 2 24 0,1 0-27 0,1-1-7 16,-12 2 9-16,8-3 0 15,-1 0 3-15,-6 3-5 0,3-3 2 0,-5 0 0 0,7 1 1 16,3-1 0-16,3 0-3 15,-3 0 0-15,2 0 4 0,-3 0 0 0,4 0 0 16,-3 0-6-16,2 0 6 0,-1 2 0 16,1-2-4-16,2 2 8 0,-3-2-6 15,-1 0 3-15,3 2-2 0,-3-2-3 0,-8 2 6 16,4-2-11-16,-7 1 12 0,10 0-2 16,1-1 0-16,2 3-5 0,2-3 2 0,0 0 1 15,0 3 1-15,0-2-1 16,6-1 4-16,3 2-3 0,-2-2-2 0,3 0 0 15,2 2 7-15,-1-4-3 0,3 4-4 16,2-2 3-16,11 0-4 0,-19 0 0 0,10 0-5 0,9 0 4 16,-20 1 0-16,11-1 0 15,9 0 2-15,-19 3-6 0,7-3 4 0,-3 0 4 16,-5 0-1-16,0 0 1 0,-7 3 2 16,2-2-3-16,-2 1 3 0,-3-2-7 0,1 2 4 15,3 0 2-15,-3-2-4 0,3 0 1 16,-3 0 5-16,6 0-4 0,2 0 2 15,3-2 1-15,-4 0-4 0,3 2 4 0,1-3-3 16,-4 0-1-16,1 3 2 0,4-4 17 16,-2 2-13-16,4 0-8 0,-1 1-1 0,-3-2 2 15,2-1 3-15,0 3-2 16,2-1 0-16,1 2-1 0,1-2 3 0,-1 0-3 16,3-1 13-16,11 3-10 0,-23-3 4 15,12 3-14-15,0-4 7 0,-1 2 1 0,-1 0 1 16,1 0-4-16,-3 2 3 0,0-2-1 15,-4-1 1-15,-2 1 1 0,-4 1 4 0,0 0-5 16,-1-1-3-16,-1 0 3 0,-1 2 1 16,-1-3 2-16,0 0-6 0,-8 0 4 15,-4 2 0-15,9-1 4 0,3-2-3 0,0 2 1 16,3 1 7-16,-5 0-13 0,3-2 2 16,2 2-4-16,-3-3 1 0,2 2 4 15,0 2 0-15,2 0 4 0,2-1-5 16,1 1 1-16,5 0-1 0,-5 0 2 0,4 0 0 15,0 0 2-15,5 1-5 0,-2-1 1 16,2 2 4-16,-1-2-3 0,3 0 6 0,0 2-6 16,11-2 2-16,-22 2-3 0,13-1-2 15,-3-1 2-15,3 3 0 0,-5-2 3 0,1 0 10 16,0 3-13-16,-2-4 0 0,2 4 2 16,-7-3 0-16,1 2 1 0,-3 1-1 0,-1 0 0 15,-2-1-2-15,0 0-8 0,0 0 14 16,-1-1 4-16,1 2-7 0,0-2 0 15,0-1-2-15,-2-1 1 0,7 3-2 16,-1-3-4-16,-1 0 6 0,-1 0 0 0,7-3 2 16,-6 3-3-16,8 0-6 0,-2-1 6 15,3 1 2-15,3-2-2 0,10 2 2 16,-19 0 2-16,9-2-2 0,10 2 18 0,-15 0-23 16,15 0 0-16,-11 0-7 0,11 0-45 15,0 0-33-15,-10 4-67 0,6 0-118 0,4 4-157 16,-1 1-272-16,-3 0-46 0,0 7 81 15,-1-2-548-15,-2 2-680 0</inkml:trace>
  <inkml:trace contextRef="#ctx0" brushRef="#br0" timeOffset="76853.17">10572 16130 727 0,'4'-9'395'16,"-4"9"-68"-16,4-10-44 0,-2 5-41 15,-2 5-7-15,4-14 1 0,0 9-1 0,-4 5-2 16,1-12 18-16,3 7 0 16,-4 5-17-16,2-11-24 0,-2 11-22 0,0 0-19 15,0 0-11-15,0 0-5 0,0 0-13 0,11 24-13 16,-6-1-12-16,-3 1-12 0,-1 12-12 15,1 0-8-15,0 2-7 0,-4-8-6 16,2-5 1-16,0 2-5 0,-2-4-8 16,2-2-3-16,-1-2-2 0,-1-3-9 0,2-3-1 15,0-1-8-15,0-2-3 0,-2-4-1 16,2-6-38-16,-5 6-72 0,5-6-109 0,0 0-137 16,0 0-177-16,-11-25-228 0,7 8 54 15,1-4 69-15,-3-10-314 0,2-3-400 16</inkml:trace>
  <inkml:trace contextRef="#ctx0" brushRef="#br0" timeOffset="77034">10357 16001 2699 0,'-8'-6'76'0,"1"-2"41"16,3 2 30-16,4 6 19 0,4-15 21 15,3 11 5-15,4-4-15 0,7-4-16 0,3 4-19 16,12-1-17-16,-1-3-15 0,4 4-55 15,-2-1-83-15,0 3-138 0,-5 2-180 16,-6 4-285-16,-2 0 38 0,-6 4 72 0,1 1-183 16,-9 5-197-16</inkml:trace>
  <inkml:trace contextRef="#ctx0" brushRef="#br0" timeOffset="77233.39">10244 16624 2019 0,'-13'13'162'15,"4"-4"40"-15,1-2 21 0,2-1 21 0,2-2 53 16,4-4 58-16,-7 5 37 0,7-5 2 16,0 0-22-16,0 0-34 0,0 0-37 0,0 0-30 15,30 2-28-15,-6-7-37 0,-2-1-73 16,10-2-94-16,9 0-143 0,-9-1-171 16,2 2-203-16,2-7-273 0,0-1 16 15,-1 0 89-15,5-10-443 0,-2 0-560 0</inkml:trace>
  <inkml:trace contextRef="#ctx0" brushRef="#br0" timeOffset="77616.44">10875 16016 2886 0,'-6'-18'29'0,"1"3"76"0,-1 2 36 16,3 5 39-16,-2 0 30 0,1 2-1 0,4 6-17 16,-3-7-18-16,3 7 17 0,0 0 5 15,0 0-32-15,-4 28-14 0,8-10-14 0,-4 7-17 16,3 12-9-16,1-1-13 0,4 2-9 15,-4 4-10-15,3-5-3 0,-1 1-15 16,1-1-9-16,-2-4-6 0,1-6-40 16,-3-5-40-16,1-1-41 0,0-4-53 15,-3-3-67-15,-1-2-48 0,2-2-33 0,-2-1-36 16,-2-3-27-16,2-1-17 0,0-5 2 16,-7 6 42-16,7-6 53 0,0 0 35 0,-17-2 67 15,17 2 60-15,-17-4 58 0,10 1 43 16,-4 0 46-16,0 0 51 0,2-3 44 0,-1 4 42 15,4-1 35-15,6 3 23 0,-13-5 16 16,13 5 7-16,-12-5 6 0,12 5-5 16,-7-4-14-16,7 4-25 0,0 0-23 15,0 0-20-15,0 0-26 0,19-15-54 16,-4 10-78-16,5 0-114 0,5-1-129 0,12-2-96 16,9 1-49-16,11-3-74 0,9-2-149 15,6 0-41-15,2-2 64 0,-3 1-218 0,1 1-266 16</inkml:trace>
  <inkml:trace contextRef="#ctx0" brushRef="#br0" timeOffset="77982.82">12026 16061 2181 0,'-2'-14'39'0,"0"3"34"0,2 0 37 16,-1 2 37-16,-3 1 33 0,2 0 23 16,0 1 18-16,0-3 7 0,2 10 7 0,-6-12 3 15,4 7 6-15,2 5-23 0,-6-6-7 16,6 6-12-16,-7-6-21 0,7 6-9 15,0 0-16-15,-38 15-12 0,17-5-7 0,-4 6 6 16,0 5-6-16,-1 0-10 0,5 3-7 16,0 3-12-16,4-2-12 0,5 2-11 0,7-5-10 15,1-3 11-15,6-2-5 0,1-2 9 16,7 3-9-16,4-1-7 0,4 4 0 0,11-1-10 16,-3-1-9-16,5 0-5 0,-2-2 0 15,-5-2-15-15,-6-2 1 0,-1-2 0 16,-8 0-5-16,1-1-2 0,-3-3 13 15,-3 3 6-15,-6-1 9 0,0-1 12 16,-5 4 7-16,-5-3 15 0,-1 1 2 0,-3 0-8 16,-2-5-7-16,-3 2-10 0,2-2-7 15,-2-5-6-15,2 0-7 0,-2-2-17 0,-2-8-31 16,-4-7 0-16,2-6 0 0,2-5-103 16,7-5-113-16,0 1-105 0,5 1-106 0,5 4-102 15,5 4-138-15,1 3-189 0,3-3 70 16,10-2-672-16,8-1-906 0</inkml:trace>
  <inkml:trace contextRef="#ctx0" brushRef="#br0" timeOffset="78616.02">12338 15799 3966 0,'-5'-17'-49'0,"-4"5"47"0,-2 0 77 16,0 3 63-16,2-2 51 0,4 5 31 15,-3-1-6-15,2 0-28 0,6 7-19 16,-15-2-25-16,15 2 17 0,-18 18 16 0,5-3-10 15,0 12-14-15,2 6-22 0,-1 1-10 16,0 4-14-16,1 1-8 0,2 1-8 0,4 1-10 16,0-1-8-16,5 1-8 0,-2-2-8 15,2-3-1-15,0-5-17 0,2-6 2 0,-2-3-1 16,0-3-14-16,4-3-20 0,-4 0-11 16,0-4 6-16,1 0-5 0,-2-4 5 15,1-1-1-15,-4-2 0 0,4-5 3 16,-9 4-2-16,9-4 5 0,-22-5-4 0,11 0-1 15,-3-3 1-15,-4 0 1 0,0 0-2 16,2-3 6-16,-2-1 0 0,5 1 2 16,-1 3 0-16,3 0-4 0,-1 0 1 0,5 3-1 15,1 1 8-15,1-2 3 0,1 2-3 16,2-2 1-16,2 6-6 0,6-11 6 0,3 3-1 16,5 0-5-16,4-5 0 0,9 2-3 15,0-2 3-15,0 5-6 0,-4 3 1 0,1-2-5 16,-1 4-1-16,-2 1 1 15,-6 2-7-15,5 2 4 0,-5 1 4 0,0 2-6 16,-2 2 5-16,1 1-1 0,-5 4 2 16,1-1-3-16,-1 1 5 0,-1 0 0 15,-1-1 1-15,3 3 5 0,0-2-5 0,-1 1 5 16,1-1 7-16,3 0-6 0,3-5 2 16,-3 1-3-16,1-4 2 0,2-4 2 0,5 0-6 15,1-6 3-15,0 2 0 0,8-9 0 16,-3-1-1-16,-2-1-1 0,-2-1 1 0,-6-1 2 15,-8 3-1-15,3-6-3 0,-5 1-3 16,-1-5 1-16,-4 0 1 0,-2 4-1 0,-4-1 4 16,-2 0-3-16,-3 6-5 0,-3 0 0 15,-3 4-4-15,0 5-1 0,-6 3-12 16,4 6-35-16,-3 0-37 0,-2 4-54 16,-3 7-87-16,0 2-94 0,6 0-117 15,8 0-177-15,0 1-157 0,-1 0 75 0,4 2-532 16,8-4-698-16</inkml:trace>
  <inkml:trace contextRef="#ctx0" brushRef="#br0" timeOffset="79049.05">12650 16347 3611 0,'0'0'36'0,"0"0"61"0,0 0 55 0,0 0 19 15,0 0-14-15,-27-11-14 16,27 11-13-16,0 0-13 0,17-21-13 0,-9 13-13 15,3-1-5-15,0 0-13 0,1 3-5 16,-1-3-7-16,1 1-5 0,-3 2-4 16,-1 0-5-16,-1 0-3 0,0-2-6 0,-2 1-3 15,-1-3-2-15,0-2-4 0,-3 1-3 16,-1-3-1-16,0 1-5 0,-3-7-2 0,-1 3 10 16,0-6 0-16,-4 4-1 0,2 0 6 15,-3 2-4-15,4 3 2 0,-4 0 1 16,2 4-5-16,1 0 2 0,5 0-2 15,-5 1-6-15,2 1-3 0,4 8-2 16,-1-10-8-16,1 10 0 0,1-7 3 0,-1 7 0 16,15-8-1-16,-3 4 1 0,3 4-4 15,4-2 0-15,-4 2-3 0,6 2-1 0,-4 0 1 16,4 8 3-16,-1-3-1 0,-6 6 5 16,2 2-4-16,-3 0 1 0,5 7 0 15,-4 3 3-15,-3-5-4 0,-4-1 1 0,0-2-2 16,-3 0-2-16,2 0 0 15,-3-3-3-15,2 1-11 0,-1-2-21 0,-3 0-52 0,1-4-62 16,0-1-94-16,-2 0-118 0,2-1-182 16,0-3-192-16,-2-4 65 0,5 10-435 15,1-8-571-15</inkml:trace>
  <inkml:trace contextRef="#ctx0" brushRef="#br0" timeOffset="79467.14">13552 15962 2880 0,'-32'1'-27'0,"8"2"8"0,1 1 2 0,5-3 1 16,4 3 13-16,0 0 18 0,3 0 17 0,3 2 5 16,5 0-5-16,3-6-2 15,-5 9-1-15,5-9-2 0,0 0-3 0,6 11 0 16,-6-11 15-16,11 1 8 0,-11-1 11 15,0 0 9-15,0 0 10 0,25-8 5 0,-19 1-8 16,-1 1 3-16,-3-3-7 0,2-2-4 16,-4 2-2-16,0 9 5 0,-2-14-11 15,-2 3 0-15,1 1 1 0,-3 2-1 0,-1-2-1 16,-3 5-1-16,-1 2-4 0,0 3-3 16,11 0 13-16,-54 12 13 0,23 2 12 0,-3 3 3 15,6 4 25-15,1 1 6 16,6-1-12-16,4 5 2 0,3 1 27 0,9-7-9 15,3 1 1-15,2-4 8 0,5 0 4 16,4 2-2-16,9 1-14 0,7-1-10 0,0-4-11 16,7-1-8-16,4-4-11 0,2-3-12 15,0-1-18-15,5-4-55 0,-4 0-65 16,-3-2-79-16,-7 0-99 0,0-2-103 0,-3 0-133 16,9-4-215-16,-5 3-37 0,-5-1 76 15,9-4-429-15,2-1-554 0</inkml:trace>
  <inkml:trace contextRef="#ctx0" brushRef="#br0" timeOffset="80332.38">14667 15637 3287 0,'-11'-14'117'0,"6"3"-2"0,-2 2-13 0,4 2-2 15,-3 5-5-15,6 2 47 0,0 0 6 0,-11 17-7 16,7-1 7-16,2 7-1 0,-4 10-5 16,2 6-2-16,2 4-9 0,-1 11-9 0,-1 3-13 15,0 0-7-15,1-3-12 0,-4 4-9 16,2-2-9-16,-3-7-5 0,-1 1-4 0,1-13-6 16,0 1 3-16,-1-5-1 0,0-2 1 15,1-9-3-15,-4-3-2 0,3-4-5 16,-3 1-5-16,1-6-1 0,0-1-7 15,-3-3-4-15,-1-2-3 0,-4-2-15 16,1-4-21-16,-6-2-20 0,-2-8-17 0,-3-1-8 16,2-8-12-16,8 1-5 0,-2-3 5 15,8 0 1-15,3 2-1 0,7 1 1 0,1 3 1 16,7-7 4-16,8-3 5 0,10-11-3 16,12 4-8-16,4 0-13 0,7 0-10 0,6 0-22 15,3-3-7-15,2 3-4 0,16-5 11 16,-16 10 11-16,-2-3 10 0,-5 7 8 15,-9-1 13-15,-6 8 12 0,-9-1 8 0,-3 2 21 16,-3 3 12-16,-9 0 8 16,-6 2 8-16,2 2 6 0,-3-1 0 0,-4 2 5 15,-4 1 0-15,-1 0 8 0,-2 0-8 16,-2 6 1-16,-5-1 5 0,14 3 8 0,-36 7 4 16,3 6-2-16,5 1 15 0,-3 6 4 15,3 4 5-15,4 0 8 0,-7 9-6 16,12-6-3-16,-1 0-1 0,6 2-4 0,1-1-2 15,4-3 0-15,6-4-5 0,1-2-6 16,-2-1-3-16,2-1-4 0,2-2-1 0,0-1-2 16,0-1-2-16,0 1-3 15,2-4-1-15,-2 0-4 0,0-1 1 0,2-2-2 16,0 1-1-16,-2-8-1 0,2 12 2 0,-1-5 14 16,-1-7 15-16,4 12 2 0,0-5-7 15,-2-2 2-15,-2-5 0 0,5 12 2 16,4-5 3-16,-6 0 6 0,5 0 2 15,-1 0 3-15,3-2-5 0,1 1-2 0,0-4 5 16,5 1-5-16,2-3-5 0,0-3-4 16,1 3-5-16,-2-2-5 0,2-2 0 0,-4 0-4 15,-1 2 0-15,-14 2-4 0,21-1-5 16,-11 0-1-16,-10 1 3 0,12-3-7 0,-12 3 1 16,14-1-4-16,-14 1-2 15,11-2-2-15,-11 2-1 0,0 0 1 0,0 0 0 16,18-2-1-16,-18 2 31 0,15 2 40 0,-15-2 23 15,25 0 10-15,-8 0-1 16,5-4-15-16,14-1-4 0,-2-3-9 0,0 2-8 16,-2-2-24-16,-5-1-78 0,7 2-96 15,-11 2-109-15,-4 2-107 0,-2-2-130 0,-4 1-192 16,1-1-130-16,1 2 73 0,1-2-604 16,0 1-784-16</inkml:trace>
  <inkml:trace contextRef="#ctx0" brushRef="#br0" timeOffset="81084.98">16082 15646 3800 0,'-12'-31'-49'0,"-1"2"51"16,4 8 73-16,-2-1 43 0,8 7 53 16,-3 0 33-16,1 4 4 0,-1 1-22 0,4 1-20 15,1 6-12-15,1 3 22 0,0 0 28 16,-7 32-3-16,3 4 5 0,2 11 9 16,-1 14 2-16,-3 10 1 0,4 7-20 0,-3 23-20 15,0 3-13-15,3-2-18 0,0-19-17 16,1-4-12-16,-3-4-12 0,-2-6-7 0,3-8-13 15,-5-3-8-15,0-16-10 0,2-6-5 16,3-2-11-16,-3-10-10 0,4-7-24 0,1-3-34 16,-3-3-71-16,1-8-83 15,3-3-79-15,0 0-82 0,0 0-71 0,0 0-65 0,-5-38-94 16,6 11-113-16,-2-18-100 16,-1-14 76-16,0-2-523 0,0-3-685 0</inkml:trace>
  <inkml:trace contextRef="#ctx0" brushRef="#br0" timeOffset="81316.42">15897 16003 3087 0,'0'-16'-100'0,"-2"4"50"0,4 3 35 16,2 1 32-16,-1 4 21 0,3-2 19 16,5 0 11-16,-1 5 0 0,3 0 24 15,-13 1-2-15,32 2 20 0,-12 2-4 0,-1 4-1 16,-4 0 9-16,-1 0 17 0,-5 3 24 16,0 1 35-16,-7-1 17 0,-4 1-1 15,1 4-17-15,-9 1-15 0,-4-1-13 16,-6 4-17-16,1-1-15 0,-1-5-15 0,6-4-11 15,-4 0-11-15,7-3-13 0,2-2-11 16,-3-2-36-16,2-1-60 0,10-2-71 0,-19-2-114 16,19 2-131-16,-17-8-147 0,14 3-202 15,-2 1 8-15,5-4 75 0,0 8-342 16,12-10-430-16</inkml:trace>
  <inkml:trace contextRef="#ctx0" brushRef="#br0" timeOffset="81748.95">16231 16167 2774 0,'0'6'84'0,"0"-6"23"16,1 6 39-16,-1-6 35 0,0 0 28 16,0 0 13-16,4 9 2 0,-4-9-15 15,0 0-16-15,0 0-11 0,0 0-14 0,7 3-16 16,-7-3-12-16,0 0-11 0,0 0-14 16,0 0-9-16,20-9-14 0,-20 9-7 0,9-9-10 15,-1 1-10-15,-5-2-7 0,2-4-7 16,-3 1-4-16,0-2-6 0,-4-1-6 15,-5-5 0-15,4 1-3 0,-5 1-7 0,1 2-2 16,-1 3-1-16,-2 3-7 16,3-1 0-16,-2 4-1 0,-2 3-1 0,2 1-5 0,2 4-2 15,7 0 2-15,0 0 1 16,-21 0-4-16,21 0 2 0,0 0 2 0,-8 9-2 16,8-9 2-16,0 0-2 0,0 0 1 15,34 8 0-15,-12-8-2 0,2 3-16 16,2-2 3-16,1 3 0 0,2 0-2 0,-4-1 2 15,-2 3 1-15,-3 2 0 0,1 0 1 16,-3 2 7-16,-3 1-2 0,-1 1 1 0,-3 0 0 16,-2-1 2-16,-1 3 4 0,2-3-5 15,-5 1 5-15,2 1-4 0,2 1-2 0,-4-2-3 16,-1-2-4-16,2-1-10 16,-3-1-35-16,3-1-52 0,-4-2-96 0,0 0-105 15,-2-5-152-15,4 8-267 0,-4-8 20 16,0 0 87-16,0 0-395 0,24-9-486 15</inkml:trace>
  <inkml:trace contextRef="#ctx0" brushRef="#br0" timeOffset="82115.16">16762 16012 2863 0,'-17'0'37'0,"5"-2"14"0,12 2 7 0,-15-2 0 0,15 2 10 0,0 0 14 0,0 0 33 15,0 0 14-15,0 0-8 0,0 0-4 16,0 0-13-16,33 12-12 0,-17-12-5 0,6 0-8 16,-3 0-15-16,1-2-1 15,2-1-5-15,-5 0-9 0,0 3 2 0,-2-4-3 16,0-1-8-16,-5 0 3 0,1 0-4 16,-5-2-4-16,0 2-2 0,-6 5-5 15,1-12-5-15,-1 12-4 0,-5-11 2 0,-3 5-7 16,-3 4 4-16,11 2-8 0,-33 0-3 15,16 2 7-15,-6 4-1 0,-3 6 3 0,-3 5 2 16,7 0 3-16,4-1-2 16,-1 5 21-16,2 1 2 0,7-2-4 0,4-1-1 0,3-2-3 15,-1 0 1-15,6-1 1 16,3 5-9-16,4-3 1 0,0-1-4 0,6 0-14 0,6 0-42 16,2 3-68-16,6-5-87 15,-1-5-112-15,7-2-150 0,-3 0-217 16,-2-8 43-16,-5 0 76 0,0-2-226 0,-1-1-263 15</inkml:trace>
  <inkml:trace contextRef="#ctx0" brushRef="#br0" timeOffset="82399.13">17170 16121 2065 0,'-2'-20'68'15,"2"4"51"-15,-3 4 46 0,2 2 69 0,-1 1 56 16,0 0 35-16,2 1 20 0,0 8-9 16,0-13-32-16,0 13-23 0,2-9-10 15,-2 9-25-15,8-3-14 0,-8 3-26 16,0 0-12-16,29 12-12 0,-18-2-29 15,4 1-10-15,-2 2-17 0,0 1-10 0,1-1-17 16,-1 3-5-16,1-4-14 0,-5 1-9 16,2-3-6-16,-2 1-8 0,-4-3-4 0,3-1-3 15,-5-2-6-15,1 1-9 0,-4-6 4 16,8 6-5-16,-8-6-3 0,0 0-3 0,11 0-8 16,-11 0 0-16,0 0-30 0,8-17-39 15,-6 5-46-15,-1-5-48 0,3-5-72 16,-2-2-81-16,5-10-98 0,-6 6-124 15,-1 6-191-15,0 5-33 0,0 4 78 16,-3 6-488-16,-2 3-618 0</inkml:trace>
  <inkml:trace contextRef="#ctx0" brushRef="#br0" timeOffset="82615.96">17517 15969 3400 0,'-8'-7'72'0,"8"7"24"15,-5-6 25-15,5 6 20 0,0 0-4 0,-9-4-16 16,9 4-11-16,0 0-2 16,0 0-4-16,0 27-17 0,2-13-4 0,-2 5-11 0,2 1 0 15,-4 4-16-15,0 2-6 0,0 1-7 16,1 9-6-16,-1-8-57 0,-2-5-49 16,2-2-68-16,0-1-92 0,1-3-112 15,1-5-151-15,0-6-145 0,0 1 64 16,0-7-248-16,0 0-306 0</inkml:trace>
  <inkml:trace contextRef="#ctx0" brushRef="#br0" timeOffset="82765.78">17619 15790 2507 0,'-5'-20'125'0,"1"6"26"0,0 3 44 0,2 3 17 16,0 1-22-16,2 7-23 15,0-10-20-15,0 10-21 0,0 0-39 0,0 0-55 16,4-8-106-16,-4 8-161 0,0 0-225 15,0 0-125-15,21 23 55 0,-17-13-169 0,2 6-193 16</inkml:trace>
  <inkml:trace contextRef="#ctx0" brushRef="#br0" timeOffset="83099.05">17791 15948 1955 0,'0'0'64'0,"0"0"5"16,0 0 21-16,0 0 37 0,0 0 43 15,0 0 6-15,-7 18 7 0,3-7-9 0,-2 3-6 16,2 1-3-16,-2 3-6 16,2-1-15-16,4 1-12 0,-1-1-10 0,1 2-15 15,0-2 5-15,1-1 1 0,3-1-2 16,0-1 1-16,2 0-1 0,2-6-3 0,-3 1-4 16,4-2-3-16,0-4 10 0,-2 1-9 15,-7-4 5-15,15 0 0 0,-15 0-3 16,12-7 3-16,-6-2-1 0,-5 0-5 0,1-3-4 15,0-6-10-15,-2-6-11 16,0-4-23-16,-2-8-7 0,2 6-6 0,-2 7-1 0,2 4-8 16,-1 2-11-16,-3 3 7 0,-2 4-17 15,0 5-29-15,-2 1-42 0,8 4-58 0,-21 0-87 16,12 5-119-16,-4-1-134 16,5 4-220-16,0-2-16 0,5 0 64 0,1-1-408 15,2-5-512-15</inkml:trace>
  <inkml:trace contextRef="#ctx0" brushRef="#br0" timeOffset="83367.21">18004 16010 2810 0,'0'0'16'15,"0"0"35"-15,0 0 30 0,0 0 55 16,-1 8 43-16,1-8 23 0,0 0 15 0,0 0-8 16,0 0-9-16,0 0-12 15,0 0-16-15,0 0-9 0,0 0-19 0,7 4-16 16,-7-4-9-16,0 0-9 0,0 0-12 15,17-2-12-15,-17 2-6 0,0 0-8 16,24-5-7-16,-19 2-5 0,-5 3-6 0,11-8-6 16,-3 4-5-16,-4-3-4 0,2 1-4 15,-4-4-8-15,1-1 0 0,-1-1-8 0,2-5-14 16,-2 3-22-16,-1-1-32 0,-1 2-27 16,2 1-38-16,-2 1-51 0,0 1-61 15,0 5-62-15,0 5-72 0,-3-9-112 16,3 9-195-16,-6-5 49 0,6 5-345 15,0 0-441-15</inkml:trace>
  <inkml:trace contextRef="#ctx0" brushRef="#br0" timeOffset="83715">18538 15698 2775 0,'2'-12'70'0,"0"3"32"0,2 1 42 0,-2 1 39 15,-2 7 24-15,0-8-9 0,0 8-10 16,0 0-19-16,0 0-20 0,-10-6-8 0,10 6-18 15,0 0-7-15,-30 18-7 0,14-5-9 16,-7 6-5-16,5 1-5 0,-4 0-10 16,11 1-10-16,-1-4-2 0,7 1 0 15,-1-1 15-15,4-2 3 0,4 2 18 16,2-1-1-16,1 2 10 0,7 0-19 0,-2-2 16 16,1-2 1-16,1 2-1 0,-1-3-3 15,-6-1 10-15,4-3 0 0,-6 2 6 0,1-4 5 16,0 1-5-16,-1-1 9 0,-3 0 3 15,0 2-8-15,0-9-10 0,-3 13-9 0,-5-5-12 16,5 0-6-16,-6-2-14 0,0 1-8 16,0-1-5-16,-1-3-12 0,-1 2-15 15,-2-2-52-15,1 1-67 0,1-1-85 0,-1 1-98 16,0-1-127-16,0 2-126 16,-2 2-160-16,1 0-168 0,-1 0 72 0,7 0-663 15,-1 1-887-15</inkml:trace>
  <inkml:trace contextRef="#ctx0" brushRef="#br0" timeOffset="83982.11">18953 16219 3784 0,'10'-2'-2'0,"-10"2"54"16,0 0 37-16,0 0 58 0,0 0 62 0,0 0 57 16,-48 23 40-16,12-7 13 0,-12 5-4 15,-9 3 0-15,-6 4-8 0,-14 4-16 0,-9 1-24 16,1-1-24-16,0-1-24 15,18-7-21-15,1 1-21 0,6-4-19 0,7 4-19 16,6-5-13-16,11-3-13 0,2 1-14 16,9-5-45-16,3-1-54 0,7-3 0 15,4-3 0-15,-1 1-53 0,2-2-124 0,1 1-54 16,4-3-57-16,-3 1-69 0,2-1-89 16,6-3-119-16,0 0-192 0,-13 2-48 0,13-2 95 15,0 0-583-15,0 0-752 0</inkml:trace>
  <inkml:trace contextRef="#ctx0" brushRef="#br0" timeOffset="86730.81">2809 16471 1547 0,'-10'-18'444'0,"2"3"-153"0,-1 5-48 0,4 1-12 15,0 1 24-15,1 1 5 0,4 7-24 16,-5-10-42-16,5 10-23 0,-6-7-15 16,6 7-16-16,0 0 30 0,0 0-4 15,13 31-15-15,1-4-12 0,-1 5-16 0,3-1-11 16,2 9-8-16,1 1-11 0,-4-6-10 15,1-3-8-15,-3-1-6 0,1-3-8 0,-5-7-7 16,-2-4-4-16,0-1-3 16,-2-4-3-16,-1-2-3 0,0 1 15 0,-1-5 32 15,-3-6 19-15,2 9 3 0,-2-9-6 16,0 0-12-16,0 0-11 0,0 0-9 0,-13-26 6 16,5 6-24-16,3-2-5 0,-5-11-9 15,5 7 1-15,1 4-3 0,0 0-12 16,2 5 0-16,0 0-4 0,0 4-9 0,2 1 1 15,2 3-6-15,2 1-2 0,0 2 1 16,-4 6-1-16,13-8 1 0,-2 6-2 16,-11 2 0-16,27 0-5 0,-10 4 4 0,3-2-1 15,-2 0 0-15,0 2 1 16,0-4-7-16,-2 0-6 0,2 0 0 0,0 0-1 16,2-4 4-16,0-4 0 0,5-5-2 15,0-3-2-15,-2-1 4 0,-3-3-2 0,-2 5 0 16,-3 3 1-16,-5 1-2 0,1 3-2 15,-1 2-1-15,1 3-2 0,-4 1 4 16,-7 2-1-16,23 5 5 0,-13-1-5 0,2 6 4 16,2 1-3-16,0 2 1 0,1 3-16 15,1 0-30-15,-3-2-47 0,0 3-50 0,1-5-92 16,-2 3-70-16,2-1-66 0,-1-3-82 16,-1-1-114-16,-1-4-124 0,0-1 35 15,0-2-370-15,-2-1-510 0</inkml:trace>
  <inkml:trace contextRef="#ctx0" brushRef="#br0" timeOffset="87264.65">3689 16504 2715 0,'4'-13'-35'0,"0"6"33"0,-1 2 10 0,-3 5 10 15,8-10 12-15,-8 10 11 0,12-4 2 0,-12 4-5 16,20 4-1-16,-4 1-1 0,-5 2-3 16,3 0-2-16,-3 3 3 0,-2 0 3 0,-2 1 2 15,0 1 4-15,-3-2 1 16,-2 3 6-16,-2-1-6 0,-2 0 0 15,-6 1-4-15,0 1-5 0,-3 1 3 0,-3-3-7 16,1-1-5-16,0-5 3 0,1-2 4 16,-1-4-1-16,13 0-8 0,-27-14 0 0,6-5 0 15,6 2 2-15,5 0-1 0,3 1 17 16,1 4-8-16,1 2-2 0,1 2-5 16,-1 3-4-16,5 5-1 0,0 0-3 0,0 0-10 15,0 0 15-15,0 0-11 0,29 2-2 16,-15 4 5-16,5 3 4 0,0-1-9 15,2 1-3-15,0-2 0 0,-2 0-7 0,-2-4 8 16,-6 0-7-16,0 1-2 0,3-2-11 16,-14-2-15-16,17-4-17 0,-9-1-16 15,2 0-16-15,-3-4-18 0,1-5-12 16,2-4-4-16,-5-3 8 0,6-10 10 16,1 0 8-16,-3-2 6 0,1 10 10 0,-2 4 13 15,-1 0 19-15,1 5 16 0,-3 2 9 16,4 4 13-16,-2 1 13 0,0 5 9 0,-7 2 14 15,0 0 9-15,29 16 14 0,-18-3 1 16,-1 4-2-16,-1 4-1 0,-1-2 13 16,-3 1 0-16,0 1-2 0,-3-3-1 0,2-2-9 15,-3-1-1-15,-1 0-5 0,-1-2-5 16,-1 0-9-16,0-2-2 0,0-1 1 16,0-2-9-16,-1 0-3 0,3-8-29 15,-5 5-49-15,5-5-39 0,0 0-47 0,0 0-57 16,0 0-60-16,-8-30-65 0,12 10-104 15,2-14-115-15,2 1 41 0,1 2-36 16,0 2-34-16</inkml:trace>
  <inkml:trace contextRef="#ctx0" brushRef="#br0" timeOffset="87432.48">4125 16291 1379 0,'2'-8'-7'0,"-2"4"15"0,0 4 31 0,0 0 42 16,0 0 29-16,0 0 14 0,-13 28 7 0,9-17 11 16,0 5-4-16,0-1 8 0,1 1-1 15,1-3 8-15,2-1-5 16,-2 0-4-16,4 0-9 0,-2-3 3 0,3-1-13 15,5-1-5-15,0 0-16 0,1-2-12 16,2-3-35-16,2 1-67 0,1 1-46 0,4 2-78 16,-2-6-108-16,4 2-185 0,-5 2-134 15,-1-1 63-15,-7 2-89 0,0 0-86 16</inkml:trace>
  <inkml:trace contextRef="#ctx0" brushRef="#br0" timeOffset="87730.91">2370 17561 1719 0,'-23'9'66'0,"8"-2"12"0,1 0 20 16,5-4 23-16,5 0 23 0,4-3 41 0,0 0 24 15,0 0 2-15,35-29 10 0,13-5-15 16,29-12-17-16,15-8-17 0,11-2-25 16,14-4-19-16,42-17-15 0,1 1-3 0,0 3-29 15,-36 19-39-15,1 7-54 0,-4 0-24 16,-7 8-51-16,-9 7-49 0,-13 3-64 0,-33 9-101 16,-10 5-111-16,-15 7-111 0,-11 2-15 15,-9 4-141-15,-8 2-173 16</inkml:trace>
  <inkml:trace contextRef="#ctx0" brushRef="#br0" timeOffset="88299.25">4547 16339 2053 0,'-11'-9'54'0,"-3"4"-4"0,3 2 3 0,-5 3 13 15,16 0 21-15,-31 3 4 16,12 4-3-16,1 4-1 0,-7 5-8 0,0 5-1 16,0 1-1-16,6 2-3 0,0-2-1 15,8-1-7-15,5-4 4 0,3-1 10 16,3 1 9-16,7-1 6 0,0-2 10 0,8 1-8 15,4-3-5-15,8-1-12 0,-2 0-6 16,-4-2-4-16,12-1-9 0,-9 1-4 0,-5-3-6 16,-1 1 7-16,-3 0 4 15,-3 2 10-15,-1-1 27 0,-4 3 9 0,0-1 12 16,-5 0 10-16,-4 4-2 0,-1 1-7 0,-5 2-13 16,1 0-9-16,-5 1-9 15,-5 3-9-15,0-1-7 0,4-7-8 0,-3 3-6 0,3-5-9 16,1-1-5-16,3-4-8 15,-2-2-27-15,3-2-53 0,8-2-83 0,0 0-100 16,-26-12-100-16,19 2-117 0,5-3-175 16,2-1-44-16,0 3 59 0,2-3-310 15,3 0-392-15</inkml:trace>
  <inkml:trace contextRef="#ctx0" brushRef="#br0" timeOffset="88615.41">4602 16578 2677 0,'2'-8'12'15,"-2"8"0"-15,0 0 20 0,0 0 18 0,6-6 11 16,-6 6 5-16,0 0 9 0,0 0 5 16,0 0 7-16,0 0-12 15,23 8-8-15,-23-8-1 0,13 6-14 0,-8-3 4 16,-5-3-11-16,12 2 9 0,-12-2 24 16,11 3 26-16,-11-3 26 0,0 0 30 0,15 0 24 15,-15 0-5-15,0 0-9 0,14-7-11 16,-14 7 3-16,5-7-4 0,-5 7-14 15,6-6-18-15,-6 6-8 0,8-4-17 16,-8 4-10-16,0 0-10 0,0 0-6 0,19 0-6 16,-19 0-7-16,15 2-6 0,-15-2-5 0,23 2-5 15,-10-4-3-15,2 2-2 16,3-2-9-16,-3-2-12 0,0 0-32 16,0 2-59-16,1-4-83 0,-5 3-93 0,3-3-93 15,-9 4-134-15,3-4-207 0,-8 6-15 16,0 0 76-16,0 0-371 0,0 0-466 0</inkml:trace>
  <inkml:trace contextRef="#ctx0" brushRef="#br0" timeOffset="88914.02">3338 17513 2713 0,'-70'26'66'0,"7"-4"13"0,2-1 35 15,4-1 73-15,3-3 54 16,18-5 46-16,6-1 18 0,7-5-6 0,7-4 6 15,12-2-16-15,4 0-32 0,48-34-25 16,33-14-24-16,34-10-10 0,70-28-20 16,23-2-24-16,7 5-34 0,16-4-23 0,9 6-8 15,1 2-35-15,-7 7-29 0,-11 7-29 16,-12 8-7-16,-22 10-9 0,-62 18 0 0,-18 2-5 16,-38 10-1-16,-14 3-2 0,-19 4 2 15,-10 5 2-15,-12 0-2 0,-7 1 2 16,-5 3 0-16,-4 1 2 0,0 0 1 15,0 0-6-15,0 0-66 0,0 0-96 0,0 0-104 16,0 0-98-16,0 0-155 0,0 0-184 0,-29 10 64 16,29-10-443-16,0 0-579 15</inkml:trace>
  <inkml:trace contextRef="#ctx0" brushRef="#br0" timeOffset="92596.87">19324 16029 915 0,'-7'3'499'0,"7"-3"-178"0,-4 9-124 15,4-9-10-15,0 0 15 0,-5 6 14 16,5-6 12-16,0 0-12 0,0 0 12 15,0 0-2-15,5 9-13 0,-5-9-19 16,18 3-18-16,-18-3-18 0,20 0-15 16,-8 0-15-16,-12 0-9 0,23 0-12 0,-11-1-10 15,-12 1-10-15,19-4-6 0,-12 1-9 16,1-1-3-16,-8 4-6 0,7-11-3 0,-2 2-9 16,-5-2-3-16,0-1-4 0,-5 3-5 15,1-5-5-15,-5-1-4 0,4 3-1 16,-9-1-6-16,3 3-2 0,-2-1-4 15,-1 4-4-15,-4 2 2 0,5 2-2 16,2 1-1-16,-1 2-4 0,12 0 0 0,0 0 1 0,-27 3 0 16,18-1-4-16,9-2 2 15,-7 4 2-15,7-4 7 0,0 0 0 0,0 0 1 16,0 0 2-16,40 1-2 0,-19-2-1 16,6-3 1-16,-2 2-4 0,-5 2 0 0,-1 0-4 15,3 0-2-15,-6 5-2 0,0-1 2 16,1 6 3-16,-2 2 0 0,-2 3-1 15,-1 3 0-15,1 7-1 0,-4-4 1 0,0-1-4 16,-2 0 0-16,0 0-1 16,1 3 2-16,-5-3 0 0,6-1-3 0,-4-4-2 15,-1 1-2-15,2-3-10 0,-3 1-31 16,3-2-55-16,-3-5-74 0,-1 1-102 0,1-4-106 16,1 2-162-16,-4-6-165 0,13 0 60 15,-13 0-387-15,16-8-506 0</inkml:trace>
  <inkml:trace contextRef="#ctx0" brushRef="#br0" timeOffset="93196.53">19815 16066 2669 0,'0'0'-22'0,"0"0"19"0,0 0 3 0,0 0 11 0,0 0 28 16,0 0 38-16,0 0 33 0,0 0 12 0,-29 10 14 16,29-10 8-16,0 0 2 0,0 0-12 15,0 0-8-15,0 0-4 0,31 11-12 16,-31-11-10-16,18 0-12 0,-18 0-11 15,20-4-4-15,-11 1-9 0,-9 3-8 0,18-5-1 16,-13 2-10-16,-5 3-4 0,9-9-7 16,-6 4-2-16,-3 5-3 0,0 0-5 0,-4-13 3 15,4 13-7-15,-17-4-4 0,17 4-3 16,-27 4 5-16,6 2-8 0,1 4 1 16,0 1-4-16,-5 5 3 0,2 3-3 0,5 0 4 15,6 0-8-15,2-3 4 16,5-1 1-16,1-1 2 0,4-2 0 0,4-1 4 15,1 1 8-15,5-2 4 0,3-4 1 16,2-1 0-16,8-3 4 0,2-4-3 0,11-4-3 0,4-5-1 16,4-7 0-16,3 2-2 15,0-8-7-15,-6 1 0 0,4-4 0 0,-7 0-2 16,-2-4-2-16,-4 4 2 0,-5 1 1 16,-2 2 2-16,-4 4 20 0,-6 6 11 15,-3 3-3-15,-3 3-6 0,-4 0-4 0,-1 3-2 16,-4 5-1-16,0 0-4 0,0 0 0 15,0 0-2-15,0 0-3 0,-2 26-1 0,0-14-3 16,2 1-2-16,0 2 1 16,2 2 0-16,0 0-3 0,4 0 6 0,-5 0 22 15,4 1 12-15,1 2 17 0,-3-3 8 0,3 0 17 16,-4-2 15-16,0 3 34 16,-2-4 18-16,-2-1 14 0,0 5 8 0,-4-3-6 15,-3-1 0-15,1-3-11 0,-3 3-14 16,0 0-16-16,-3-3-12 0,1-3-11 0,-3-1-12 15,1-2-14-15,0-1-7 0,0-4-42 16,-3-2-40-16,4 0 0 0,-4-6 0 16,0-1 0-16,6-5-169 0,0-4-145 0,8 1-125 15,4 5-112-15,4-5-137 0,4 4-182 16,-1 2 80-16,2 4-696 0,2 4-934 16</inkml:trace>
  <inkml:trace contextRef="#ctx0" brushRef="#br0" timeOffset="93879.27">20377 16260 3819 0,'0'0'-110'0,"0"0"47"0,0 0 33 15,0 0 34-15,0 0 49 0,0 0 23 0,0 0 7 16,0 0-4-16,0-19 0 0,0 19-7 16,0 0-8-16,5-8-5 0,2 4-4 0,-7 4-8 15,13-12-4-15,-2 3-2 0,-1-1 6 16,-1 2-12-16,0-5-7 0,3 2 0 15,-2-2-5-15,-3 1-8 0,1-1 18 0,0-2 0 16,-3 3-3-16,1-1-6 16,-2 0 5-16,-1 1-3 0,2 2-6 0,-3 1 0 15,0 1 4-15,-1 1-5 0,-1 7-3 16,0-14-5-16,2 9 1 0,-2 5-4 0,6-9-1 16,-6 9-3-16,0 0 6 0,0 0-2 15,0 0 0-15,0 0 4 0,0 0-6 0,0 0 5 16,4 23-2-16,-1-17-3 0,6 1 0 15,-4-3 3-15,2 0-2 0,5 2-3 16,-2-3 1-16,-10-3-4 0,18 2 2 0,-18-2-3 16,25-5-4-16,-7-1-1 15,-2-2-1-15,2-2 2 0,-2-1 2 0,9-5-1 0,-13 3-1 16,1 3 7-16,-5 3 2 16,-3 0 9-16,2 2 7 0,-2 1-3 0,-5 4 4 15,8-8-5-15,-8 8-4 0,0 0 9 16,0 0-2-16,0 0 1 0,0 0-3 15,-4 27-4-15,0-13-1 0,1 2-2 0,-1-3 1 16,2 3 0-16,2-1-3 0,0-1 0 16,0-2 0-16,4 3-5 0,0-2-1 0,3-2-4 15,0 0 0-15,3-4-6 0,2-1-6 16,-1-6-14-16,2 0-12 0,-13 0-15 0,31-3-13 16,-14-2-6-16,0-4 7 15,3 1 5-15,-4-4 7 0,5-9 4 0,0 1 10 16,-7-4 3-16,2 0 4 0,0-3 6 15,-3 10 7-15,-3 1 7 0,-3 3 6 16,-1 5 4-16,-1-1-2 0,-3 2-3 0,-2 7 6 16,0 0 9-16,0 0-1 0,0 0 0 15,0 0 2-15,0 0 4 0,-13 39-3 0,8-25 1 16,-2 6-4-16,-6 6 3 0,4-2-1 16,4-4-7-16,-2 0-1 0,5-2-25 15,-1-1-67-15,1 0-79 0,2-4-92 0,0 1-133 16,2-3-201-16,0-1 17 15,-1-2 64-15,4-1-152 0,1 2-164 0</inkml:trace>
  <inkml:trace contextRef="#ctx0" brushRef="#br0" timeOffset="94147.32">21644 15433 2104 0,'-5'-17'168'0,"-1"5"38"0,4 3 44 0,1 1 22 0,-2 4-11 16,3 4-24-16,0 0-19 0,0 0 13 16,0 0-10-16,-17 32-19 0,8 2-20 15,-7 12-20-15,1 6-15 0,2 2-15 16,-4 1-15-16,-1 1-7 0,1 2-11 0,0-2-11 16,1 2-9-16,0-5-10 0,-2 1-10 15,5-7-7-15,-1-9-30 0,3-2-40 0,2-3-54 16,3-11-79-16,2-1-108 0,4-7-116 15,2-5-167-15,4-1-143 0,2-4 57 0,5-2-378 16,1-4-482-16</inkml:trace>
  <inkml:trace contextRef="#ctx0" brushRef="#br0" timeOffset="94513.49">22087 15415 3016 0,'0'-24'102'15,"0"6"61"-15,0 3 33 0,0 3 43 0,0 3 16 16,-5 2-19-16,5 7 2 0,0 0 30 15,0 0 22-15,-32 35 0 0,8 4-13 16,1 10-13-16,-6 3-15 0,0 5-30 16,-7 15-21-16,4 3-21 0,0 0-17 0,7-14-17 15,0 0-14-15,2 2-17 0,0-7-16 16,2-3-22-16,0-1-39 0,5-5-54 0,2-11-49 16,-1-1-51-16,3-6-55 0,3-8-71 15,-1-7-47-15,4-1-53 0,0-6-47 0,1-2-19 16,-3-3 6-16,8-2 22 15,0 0 39-15,-25-14 37 0,14 4 46 0,1-2 68 16,3 0 62-16,-2-2 57 0,-2 3 53 16,6 3 41-16,-1 2 41 0,1-2 56 15,1 1 43-15,4 7 39 0,-2-10 26 0,2 10 9 16,6-12-12-16,1 5-25 0,7-1-20 16,3-2-14-16,2-1-24 0,1 1-35 0,0 0-75 15,-1 1-113-15,2 0-127 0,-6 4-164 16,2-1-214-16,-5 4-85 0,-5 0 77 0,-7 2-342 15,0 0-417-15</inkml:trace>
  <inkml:trace contextRef="#ctx0" brushRef="#br0" timeOffset="94796.4">19279 16794 2844 0,'-74'0'108'0,"21"-4"12"0,11 4 54 0,14-2 34 16,4 2 31-16,11-2 23 0,13 2 13 0,0 0-4 16,49-7-14-16,32-3-19 0,54 0-23 15,26-4-21-15,74-3-15 0,9 0-24 0,5 1-12 16,7 3-16-16,-3-1-7 0,-3 4-14 16,-19 1-19-16,-57 4-7 0,-9 0-8 0,-16-2-11 15,-26 2-23-15,-37 0-15 0,-15 1-20 16,-22 2-13-16,-13-2-20 0,-11 0-30 15,-14 3-40-15,-7-3-52 0,-4 4-70 16,0 0-83-16,0 0-98 0,-54 2-136 16,13 1-196-16,-1 4 53 0,-4 2-461 0,-6 1-611 15</inkml:trace>
  <inkml:trace contextRef="#ctx0" brushRef="#br0" timeOffset="105128.09">9777 15954 2838 0,'0'-6'223'16,"0"6"-65"-16,2-8 35 0,-2 8 35 15,0 0-18-15,2-7-11 0,-2 7-42 0,0 0-25 16,0 0 24-16,0 0 13 0,-27 27 7 16,7-1 16-16,-7 10 14 0,-3 1-4 0,-1 3-15 15,1-1-16-15,-1 2-9 0,5-1-21 16,-3-1-11-16,2-2-14 0,11-8-16 16,-4-4-7-16,6-6-10 0,3-4-5 0,2-3-4 15,3-1-7-15,0-3 0 16,2-1-1-16,4-7-1 0,-5 3-9 0,5-3-10 15,0 0-6-15,7-30-1 0,5 1-10 16,1-4-7-16,1-4-1 0,2-6-20 0,-2-5-5 16,-1-3 11-16,0 4-13 0,-3 7 8 15,0 6-7-15,-5 2 2 0,1 5 2 0,-5 8 1 16,4 2 0-16,-3 5-6 0,0 2-3 16,0 1 5-16,0 5-10 0,-2 4 4 15,0 0 0-15,0 0 1 0,0 0 5 0,0 0-1 16,19 18-6-16,-12-5 5 15,4 2 4-15,0 0-2 0,3 1 0 0,-1-2 2 16,1 1 1-16,1-3 0 0,-3-2 9 16,-3 1-10-16,0-5 5 0,-5 1 8 0,4-2-3 15,-2-1-2-15,0 1 3 0,-6-5-4 16,0 0-1-16,0 0 3 0,0 0 1 0,0 0-4 16,13-24 0-16,-11 9 3 0,-2-2-2 15,0 0-1-15,2 1-4 0,-2 3-2 16,0 3 0-16,0 0 2 0,0 4-12 0,0 6 3 15,0 0 2-15,0 0 4 0,0 0 1 16,0 0 3-16,-4 30 5 0,2-13-4 0,0 0-6 16,2 3 2-16,2-3-1 15,-2 1 3-15,2-2-1 0,0-3-3 0,0 1-1 16,0-3-19-16,0-1-32 0,-2-2-32 16,2-3-42-16,-2 2-51 0,0-7-93 0,0 0-99 15,0 7-102-15,0-7-125 0,0 0-166 16,0 0 64-16,0 0-508 0,-20-3-672 15</inkml:trace>
  <inkml:trace contextRef="#ctx0" brushRef="#br0" timeOffset="107476.91">23339 15512 3228 0,'-4'-5'-83'16,"4"5"12"-16,0 0 29 0,0 0 42 16,0 0 44-16,-36 14 32 0,9 3 38 0,0 4 12 15,-9 8 1-15,-1 3 9 16,5 4 4-16,0 3 11 0,3-2-12 0,2 1-6 15,11 4-10-15,4-6-8 0,4-1-8 16,10 2-11-16,4-1-5 0,7-1-7 16,4-4-5-16,10 3-6 0,0-8-6 0,3-6-6 15,13 1-6-15,-5-8-8 0,3-6-1 16,5-2-4-16,1-5-5 0,1-5-2 0,6-2-4 16,-3-8 13-16,-5-2 10 0,-3-5 14 15,-7-6 8-15,-2-4 5 0,-7-3 4 0,-2 0-4 16,-5-9-12-16,-1-3-3 0,-4-9-6 15,-6 0-8-15,-4-2-4 0,-10 3-10 16,-4 2-2-16,-6 3 1 0,-6 5-10 16,-8 10-2-16,-1 4-6 0,-10 9 1 15,1 8-20-15,0 7-7 0,-3 5-25 0,0 4-29 16,0 6-45-16,4 5-40 0,-4 5-104 16,7 1-120-16,7 2-173 0,3 1-198 0,5 5 65 15,7-1-501-15,6-2-643 0</inkml:trace>
  <inkml:trace contextRef="#ctx0" brushRef="#br0" timeOffset="107776.79">24253 15468 3466 0,'-21'-14'11'0,"4"4"35"16,0 4 53-16,0 3 47 0,0 5 16 16,-5 6-5-16,-3 10-4 0,1 3-6 15,-2 14-1-15,3 1 1 0,8-1-10 0,-3 9-12 16,9-5-10-16,2 3-10 16,4 2-13-16,1 2-6 0,2-1-8 0,2 0-12 15,4 8-6-15,0-12-12 0,3-1-39 16,-2-4-55-16,4-2-68 0,-2-3-79 0,-2-8-68 15,1-5-59-15,0-7-76 0,-1-2-90 16,4-5-120-16,0-3 8 0,0-2-280 0,3-4-361 16</inkml:trace>
  <inkml:trace contextRef="#ctx0" brushRef="#br0" timeOffset="108344.22">24409 15816 2408 0,'6'-21'36'0,"-2"8"66"15,-3 1 56-15,2 3 34 0,-1 2 19 0,0 2-5 16,-2 5-14-16,4-8-7 0,-4 8 54 0,0 0 20 15,0 0-14-15,0 0-13 0,11 27-16 16,-8-13 11-16,3-1-39 0,0 5-19 16,0-1-20-16,1 0-10 0,-1 1-13 15,-1-6-16-15,0 2-8 0,-1-2-13 0,-1-2-4 16,-1 2-11-16,2-4 1 0,0-1-7 16,-1-1 2-16,-3-6 32 0,7 4-7 0,-7-4-10 15,0 0-10-15,28-13-3 0,-15 1 0 16,4 4-4-16,-1-1-1 0,-3 4 1 0,-1-2-5 15,-3 5-8-15,-2-1-4 0,-7 3 18 16,22 4-1-16,-13 3-4 0,1 2-9 0,-1 0-2 16,2 5-4-16,1 4-6 15,-1-4-4-15,0 3-3 0,3 1-2 0,-3-3-8 16,3 1 2-16,-1-3-12 0,-1-2-4 16,-1-1-15-16,-1-4-13 0,2-2-38 15,-3-2-44-15,-9-2-37 0,16-2-35 0,-4-4-57 16,1-1-68-16,-1-3-54 0,1-5-35 15,7-7-31-15,0-3-21 0,-1-4-11 0,10-10-5 16,2-5 30-16,-5 1 48 0,5-3 66 16,-4 5 86-16,-2 4 82 0,-11 11 78 0,-3 6 60 15,0 6 40-15,-6 2 42 16,1 1 34-16,-3 5 41 0,3 2 54 0,-6 4 58 16,16-2 33-16,-16 2 19 0,21 12 5 15,-10 1 0-15,7 11-5 0,-4 3-17 16,0 4-22-16,-3 4-33 0,6 17 1 0,-5 4 6 15,-1 2-25-15,-4-2-24 0,2-1-20 16,-9-11-20-16,0-1-16 0,-4 0-17 0,-4-1-14 16,-2-6-15-16,-1 3-44 0,-6-7-61 15,-3-3-87-15,-4 7-118 0,1-12-133 0,-3-4-161 16,-1 0-190-16,-6-5-199 0,3-1 87 16,-1-5 91-16,6-3-613 0,5-3-782 15</inkml:trace>
  <inkml:trace contextRef="#ctx0" brushRef="#br0" timeOffset="108577.01">23262 16465 3649 0,'-67'2'-35'0,"14"2"30"16,13-1 50-16,10 0 50 0,5-1 62 0,8-2 49 15,3 2 28-15,11-1-2 0,3-1-12 16,0 0-4-16,74 8-31 0,6-7-16 0,45 2-19 15,17-2-19-15,18-1-12 0,8-1-9 16,4-2-14-16,16 6-15 0,1-2-9 16,-7 0-50-16,-6 1-69 0,-12-2-96 15,-21-2-135-15,-18 2-195 0,-33-2-266 16,-20 2 15-16,-30 1 99 0,-15 2-436 0,-16 1-534 16</inkml:trace>
  <inkml:trace contextRef="#ctx0" brushRef="#br0" timeOffset="108844">22634 16866 3240 0,'-63'-6'134'0,"11"2"13"16,16 4 23-16,9-2 58 0,12 2 29 16,11 0 20-16,4 0 3 0,0 0-6 15,113 2-16-15,10 6-27 0,32-3-20 0,24 5-24 16,67 2-20-16,1 5-13 0,5-1-27 15,-4 1-13-15,-6 0-11 0,-14 3-22 16,-58-6-9-16,-8-2-25 0,-21-3-45 16,-21-7-53-16,-38-4-47 0,-15 0-52 0,-23-2-67 15,-16-1-63-15,-13-2-68 0,-7 0-56 16,-14-1-70-16,-7-4-140 0,-18-5-63 0,-14-4 59 16,-5 3-345-16,-7 1-440 0</inkml:trace>
  <inkml:trace contextRef="#ctx0" brushRef="#br0" timeOffset="110426.11">26579 16128 2756 0,'-24'-4'43'0,"11"6"14"16,3 2 32-16,10-4 36 0,0 0 22 16,0 0 1-16,0 0 12 0,0 0 5 0,61-19-11 15,4 7-11-15,12 1-10 0,25-4-19 16,5 1-10-16,3-1-12 0,-4 1-13 15,-25 4-8-15,-2 0-10 0,-9 0-46 16,-7-1-66-16,-8 3-99 0,-13 0-116 16,-5 1-160-16,-13 3-208 0,-9 2 49 0,-6-4-280 15,-9 6-350-15</inkml:trace>
  <inkml:trace contextRef="#ctx0" brushRef="#br0" timeOffset="110676.87">27144 15811 2647 0,'-9'-6'143'0,"1"2"37"0,8 4 23 16,-6-6 5-16,6 6-14 0,0 0 15 15,0 0 53-15,-8 17 5 0,10-1-25 16,2 6-18-16,1 12-23 0,-2 2-18 16,3 0-17-16,-1 3-15 0,1 2-18 0,-4-4-10 15,1 1-7-15,-1-2-18 0,-2-6-15 16,3-3-8-16,-6-2-6 0,3 0-34 15,-2 0-40-15,-1-3-53 0,-1-1-78 0,2-2-106 16,0-4-122-16,-1 1-152 16,1-6-226-16,0 2 60 0,2-5 78 0,2-1-370 15,-2-6-451-15</inkml:trace>
  <inkml:trace contextRef="#ctx0" brushRef="#br0" timeOffset="111860.03">28200 16029 2679 0,'0'0'-1'0,"0"0"4"16,0 0 33-16,0 0 45 0,0 0 42 15,-4-13 16-15,4 13 7 0,0 0 23 0,0 0 11 16,0 0 10-16,0 0 10 15,0 0 10-15,17 18 7 0,-12-11-1 0,4-3-13 16,0 2-14-16,3 1-19 0,1 0-11 16,3-2-17-16,-2 0-16 0,4-2-10 0,-3 1-6 15,-1-3-14-15,-1 1 9 0,-1-2 4 16,-12 0-4-16,25-3 0 0,-13-3-15 16,-1 0-2-16,-3-3-7 0,-3-3 1 0,2-1-14 15,-3 1-12-15,-3 0-5 0,-2 0-1 16,-1-1-11-16,-2 5-1 0,-4-1-9 0,-2 2 1 15,-1 4-9-15,-4 1 14 0,-5 4-16 16,-4 4-5-16,-6 7 3 0,-3 3-3 0,7 4 6 16,-1 2-8-16,6 2 4 15,-1 0 0-15,9 2 1 0,2-6 5 0,7-1 1 16,2-2 10-16,2 0 6 0,5 1 1 16,6-1 2-16,0-1 4 0,4-3 4 15,4-3-6-15,2-2-2 0,2-4-4 0,2 0-4 16,-5-4-5-16,7-4 1 0,9-2-2 15,3-4-3-15,-7-3-2 0,-1-1-3 0,-2-2-3 16,-3 1 6-16,-5 1-5 0,-6 5-7 16,-4 1 13-16,3 0 15 0,-6 1 5 0,1 4 4 15,-4-3-10-15,4 3-3 0,-9 3-3 16,11-5-6-16,-11 5-24 0,0 0-2 0,19 3 0 16,-19-3 0-16,17 7 0 15,-8-3 0-15,3 1 0 0,3 0 0 0,3 0 0 16,3 0 0-16,-3-1 0 0,5 1 0 15,-1-5 0-15,-2 1 0 0,3-1 0 16,-2-1 0-16,2-1 0 0,-1-1 0 0,2-1 0 16,-3 2 0-16,-5-1 0 0,0 0 0 15,-1 1 0-15,-3 0 0 0,-1 0 0 0,-2 1-150 16,2 1-136-16,-11 0-78 0,14 0-95 16,-14 0-111-16,18 3-175 0,-13 1-84 0,-5-4 89 15,11 7-637-15,-11-7-830 0</inkml:trace>
  <inkml:trace contextRef="#ctx0" brushRef="#br0" timeOffset="112108.99">27318 16893 4248 0,'-14'2'194'0,"6"-4"6"0,8 2 33 0,0 0 66 0,31-10 38 15,15 3 20-15,22-3-22 0,15-2-33 16,33-1-31-16,10-1-30 0,3 3-22 0,0-1-25 16,5-1-16-16,-4 3-18 15,-7-2-20-15,-12 2-34 0,-28 3-41 0,-11-1-51 0,-15 0-44 16,-21 0-62-16,-11 1-107 16,-8 1-111-16,-12-2-101 0,-9 3-96 0,4 5-120 15,-25-8-173-15,1 2 17 0,-14 1 95 16,-6 0-552-16,-4 4-702 0</inkml:trace>
  <inkml:trace contextRef="#ctx0" brushRef="#br0" timeOffset="121810.82">7920 11652 969 0,'0'0'152'0,"-6"-5"-44"0,6 5-31 0,-4-8 12 15,4 8 11-15,2-9 20 0,-2 9 12 16,4-9 16-16,-4 9 20 0,4-12 34 16,-4 12 21-16,1-8 22 0,-1 8 13 0,2-5 25 15,-2 5 13-15,0 0 14 0,4-9-4 16,-4 9-3-16,0 0-1 0,0 0-20 0,0 0-23 16,0 0-21-16,0 0-21 0,0 0 5 15,0 0-8-15,-18 28-21 0,7-10-13 16,0 0-17-16,-3 7-17 0,-2 0-13 15,2 0-6-15,1-4-21 0,4-4-10 0,-3-1-5 16,3-2-11-16,-1-1 3 0,2-3-13 16,2-4-7-16,-1 4-7 0,2-5-7 15,-1-2-5-15,6-3-14 0,-12 3-27 0,12-3-17 16,0 0-18-16,-17-15-9 0,13 3 0 16,-2 0 9-16,2-3-4 0,-1 1 11 0,-1 1 5 15,5 1-2-15,1 4 5 0,-4 4 1 16,4 4 4-16,-5-13 5 0,5 13-4 0,-4-8 1 15,4 8 11-15,0 0 14 0,0 0 0 16,0 0 4-16,0 0 3 0,0 0 7 0,39 17 1 16,-26-12-7-16,3 2 2 15,-1-3-6-15,0 2-2 0,-2 0-2 0,-2-4-2 16,-2 2 2-16,-2 0-1 0,-7-4-1 16,15 5-3-16,-15-5 0 0,12 2-2 0,-12-2 0 15,0 0-4-15,0 0 4 0,0 0-9 16,2-15 4-16,-2 15 0 0,-8-22 1 0,2 7 0 15,0 1 3-15,5-3 1 0,-5 3 17 16,2 4 5-16,3 1 4 0,-3-1 0 16,2 3-3-16,2 7-3 0,-3-8-11 0,3 8 6 15,0 0-15-15,0 0-8 0,0 0 0 16,0 0 0-16,0 0 0 0,10 23 0 0,-6-17 0 16,0 1 0-16,1-2 0 15,1 0 0-15,2 0 0 0,-8-5 0 0,11 9 0 16,-3-7 0-16,-8-2 0 0,10 2 0 15,-10-2 0-15,0 0 0 0,0 0-29 0,0 0-191 16,16-6-98-16,-16 6-139 0,0 0-158 16,0 0-203-16,0 0 13 0,-41 15 88 0,14-1-716 15,-2 3-882-15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20:56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9406 6917 999 0,'-14'0'240'0,"1"-2"-65"0,0 2 6 16,1-2-8-16,1 0 2 0,1 0-4 0,-1 0-13 16,11 2-6-16,-19 0 20 0,19 0 3 15,-19-3 4-15,19 3-6 0,-16 0-22 16,16 0-13-16,0 0-4 0,-16-1-11 0,16 1-16 15,0 0-6-15,0 0-12 0,0 0 0 16,-14 0-9-16,14 0-7 0,0 0-10 0,0 0 0 16,0 0-7-16,34 6-9 15,-13-2-3-15,4 0 0 0,13-1-9 0,5 1-4 16,2 1-2-16,3-1-2 0,15-1-1 16,3 1-4-16,3 0 0 0,-1-2-5 0,3 0-1 15,1-2-3-15,-2 0 0 0,0-2-3 16,-2 2 0-16,2-2-4 0,-5-2 6 15,-4 0-5-15,-9 2 3 0,-2-3 6 0,-7 3 8 16,0-1-6-16,-13-1 6 0,-3 1 0 16,-5-1 15-16,1 0 2 0,-3 2 1 0,-4 2 2 15,2-4-1-15,-2 3-1 0,-2 1-3 16,1-2-4-16,1 0 0 0,-2 0 0 0,4 1-8 16,3 1 1-16,-2-3-3 15,0 1-4-15,1 2-2 0,7 0-1 0,0 0 3 16,3 0-10-16,11 0 5 0,3 0-2 15,2 0-4-15,5-2 1 0,11 0-4 16,8 0-1-16,-2 0 2 0,2 0-3 0,0 0 4 16,2-1-4-16,-6 2-2 0,1 1 0 15,-16 0-1-15,-4-2 3 0,0 2-3 0,-4 0 1 16,0 0 0-16,-13-2-1 0,-1 2 0 16,-2-2 1-16,-2 1 0 0,-3 1 1 0,4-4-3 15,-1 2 3-15,2 2-4 0,2-2 3 16,-1 0-5-16,12-3 2 0,-2 2 2 0,0 0-2 15,3 0 1-15,-4 1-4 0,-2 0 3 16,2-1 0-16,-4 1 0 0,-5 0-1 16,3 2 2-16,-1-3 0 0,9 2 0 15,-5 1 0-15,6-4 0 0,0 4-1 16,2-2-1-16,2 0 0 0,-2 2 5 0,0-3-3 16,-1 3-2-16,-5 0 1 0,3-2-2 15,-5 2 4-15,-5 0-2 0,-2-1-2 0,0 1 3 16,-5-2 1-16,-1 2 0 0,0-2-2 15,3 0 2-15,-2 2-2 0,3-1 0 0,0-1 0 16,1 0 0-16,1 1-3 0,0-1 3 16,3 1 1-16,8-1-1 0,2-2 3 15,3 4-4-15,-4 0 2 0,1 0 0 0,-4 0-3 16,-6-2 0-16,11 1 3 16,-9 1-3-16,-3 0 1 0,0-2 1 0,-4 2 1 15,-5-2 1-15,3 2-3 0,-2 0 3 16,1 0-3-16,0 0 2 0,-1 0-1 0,-1 0-1 15,2 0 1-15,-1 0 2 0,0 0 1 16,-1 2-2-16,7 0 1 0,0-2 1 0,2 1 1 16,8 1 1-16,6 2-4 0,0-2 1 15,-1 1 2-15,2 0 0 0,0-1-1 0,2 1 0 16,1 1-1-16,5-1 0 16,9 0 1-16,-11 1-3 0,11 0 0 0,-4 0 2 15,-10 1 0-15,1 1 0 0,-3-3-1 16,2 0 0-16,-8 0-4 0,1 0 3 15,3 1-3-15,-4-2 5 0,3 4-2 0,0-3-9 16,-4 1 3-16,2 0 0 0,-1 0 0 16,-1 0-2-16,-1 0 4 0,-1-2 3 0,1 4-2 15,-9-2 2-15,1-3-1 0,-1 3 1 16,3-4 2-16,-2 2 2 0,9 0 5 0,2 2 5 16,0 0-2-16,0-3-3 0,-2 0 1 15,6 3-3-15,-2 2-2 0,0-3 6 0,-1-1-4 16,6 2-4-16,-2 2 0 15,1-2 3-15,-1 0-1 0,2 0 2 0,-6 3-4 16,5-4 3-16,0 4-2 0,-6-4 0 16,-2 1 1-16,2 1-3 0,-4-1 3 15,-6-3-2-15,-3 1-1 0,4-2 1 0,-5 2 0 16,-3-1-2-16,4-1 4 0,4 2-2 16,-3 1-2-16,1-3 1 0,3 1 0 0,6-1-1 15,2 1-2-15,-8-1 3 0,-1 2-2 16,8 1-1-16,-7-1 0 0,-2 0 2 0,8 1 3 15,-5-1-4-15,4 3 1 0,2-1 1 16,-1 0 1-16,4 0-5 0,-3-2-1 0,6-1 4 16,-2 1-4-16,3 1 7 0,0-1-4 15,0 0 2-15,4 0-2 0,-5-1 0 16,1-1-1-16,-2 4 0 0,-5-2 1 16,2-1 1-16,-7 1-2 0,4 1 1 15,-2 1 0-15,-4-2 4 0,-5 0-5 0,0-1 4 16,4-1 0-16,6 1-1 0,-4-1 1 15,-5 2-3-15,1 1 2 0,1-3 1 0,11-3-2 16,-7 1 0-16,6 2 2 0,-6 0-2 16,9-1 0-16,-2 1 1 0,1-1 0 0,0-1-2 15,-2 2 3-15,-6 0 0 0,9 0 1 16,-2 0-4-16,-1 0-6 0,3 2 7 0,-9-2 0 16,7 1 0-16,6-1-3 0,0 1 6 15,-1 4-4-15,-5-4 4 0,4 2-3 16,0 1 0-16,-2-1-1 0,4-1 4 15,-6 1-6-15,-7-1 2 0,-7 0 3 0,2 1 10 16,-10 0 10-16,3-3 24 0,-8 0 6 16,0 3 11-16,-1-2 4 0,-13-1 4 15,19 0 14-15,-19 0 23 0,15 0-1 0,-15 0 6 16,0 0 1-16,20-1-10 0,-20 1-11 16,9-3-10-16,-9 3-14 0,0 0-8 0,11-3-12 15,-11 3-3-15,6-7-23 0,-6 7-56 16,2-7-66-16,-2 7-108 0,-3-9-155 0,-8 2-182 15,2 1-238-15,-7-1 15 0,-4-1 90 16,-1-1-578-16,-11 0-717 0</inkml:trace>
  <inkml:trace contextRef="#ctx0" brushRef="#br0" timeOffset="1765.75">4392 8640 3092 0,'-21'-2'-174'0,"2"0"28"0,2 1 30 0,1-2 19 16,0 3 33-16,-4 0 29 0,4-4 21 15,-4 4 17-15,-3-3 15 0,2 3 12 0,3-2 10 16,-4 2 9-16,4-2 6 0,0 2 4 15,5-1-4-15,-1 1-5 0,3-2-3 16,11 2-6-16,-21-3 9 0,21 3 8 0,-9 0 2 16,9 0 11-16,0 0 12 0,0 0 9 15,0 0-3-15,40 0-6 0,3-2-3 0,24 0-5 16,7 0-10-16,12 2-8 0,29-3-1 16,3 3-5-16,10-3-7 0,1 1-3 0,10 0-1 15,7-2-6-15,3 1 0 0,10-3-9 16,-3 0 9-16,-3 0-12 0,-5 0-2 15,-4-1-1-15,-6-3 5 0,-7 2-8 16,-7-2 0-16,-6 1-2 0,-3-1 3 16,-8-2-4-16,-22 4-6 0,-3 0 9 0,1-1-8 15,-10-1 5-15,4 0-2 0,-3-1-7 16,1 4 4-16,-3-3 0 0,2 2-7 0,-1-1 6 16,-3 2 1-16,0 0-3 0,1-1 1 15,1 4-6-15,1 1 1 0,-1-2-1 0,-3 0 3 16,2-1 1-16,1 0-4 15,0 2 3-15,5-3 3 0,2 2-7 0,3 0 5 16,4-3-8-16,22 0 8 0,-20 4-7 16,23-1-2-16,2-1 5 0,-22 6-5 15,3-2 2-15,-5 4 5 0,3 0-1 0,-3 0-3 16,-1 0 5-16,-5 4 1 0,-2-3-2 16,-5 1-4-16,-6-2 2 0,1 0-4 0,-7-2 5 15,-1 3 0-15,1-3-3 0,-3 3 2 16,-9-3-3-16,0-2 5 0,2 2 0 0,12 0-2 15,-3 2-3-15,2 0-2 0,-6 2 8 16,-9-1-1-16,-3-1-8 0,-3 1 6 16,-6 1 4-16,-5-3-4 0,-10 0 8 15,-7 2 7-15,0-3 9 0,-3 3 9 0,-3-3 9 16,-10 0 6-16,18 1 14 0,-18-1 15 16,14 0 18-16,-14 0 10 0,11 2 5 15,-11-2-10-15,0 0-11 0,16 0-7 0,-16 0-8 16,0 0-11-16,0 0-11 0,17 0-48 15,-17 0-66-15,0 0-141 0,0 0-160 0,3-3-231 16,-3 3-73-16,0 0 79 0,0 0-428 16,-43-7-492-16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21:05.7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5216 4118 3638 0,'-2'-12'237'0,"2"2"26"16,0 3 17-16,-2-1 1 0,2 8-30 0,0-10-43 15,0 10-52-15,0 0-38 0,0 0-24 16,0 0-2-16,0 0 19 0,0 0-2 15,-7 25-6-15,5-8-10 0,1 7-6 16,-3 1 15-16,2 2-3 0,-2 5-13 16,4-3-4-16,-3-3-8 0,-1-3-6 0,2-5-3 15,2 1-8-15,-2-5 27 0,2-2 22 16,0-3 34-16,0 3 20 0,0-6 15 0,0-6-6 16,0 0-13-16,0 0-14 0,0 0-14 15,0 0-14-15,15-30-51 0,-6-4-63 16,5-1 0-16,-3-5 0 0,3-6 0 0,-1 10 0 15,-1 3 0-15,-3 4 0 0,-1 8 0 16,-3 7 0-16,2 0 0 0,-4 3 0 0,-1 4 0 16,2 2 0-16,-4 5 0 0,0 0 0 15,13-2 0-15,-13 2 0 0,12 14 0 0,-3-1 0 16,0-1 0-16,9 13 0 16,-1-3 0-16,-2 1 0 0,5-2 0 0,-6-6 0 15,-1-3 0-15,-1-2 0 0,-4-3 0 16,-1 0 0-16,3-6 0 0,-10-1 0 15,0 0 0-15,33-12 0 0,-19-1 0 0,8-10 0 16,-1-1 0-16,-1-1 0 0,-2 2 0 16,-2 6 0-16,-3 3 0 0,-6 3 0 0,2 1 0 15,-1 0 0-15,-2 6 0 0,1 1 0 16,-7 3 0-16,0 0 0 0,25 17 0 0,-14-2 0 16,7 9 0-16,-3 3 0 0,2 0 0 15,0 1 0-15,0 0 0 0,1-3 0 16,-3-3 0-16,1-5 0 0,-7-1 0 15,0-3 0-15,-2-5 0 0,0 0 0 16,-2-1 0-16,1-1-85 0,-1-2-126 0,-1 0-44 16,-4-4-50-16,10 2-60 0,-10-2-64 15,13-7-47-15,-5-2-67 0,6-5-48 0,-2-1-52 16,6-8-27-16,0-3-561 0,0 3-692 16</inkml:trace>
  <inkml:trace contextRef="#ctx0" brushRef="#br0" timeOffset="284.45">6090 4100 3162 0,'4'-6'-97'0,"2"0"49"0,-3 1 37 0,-3 5 26 15,2-8 20-15,-2 8 16 0,0 0 36 0,0 0 28 16,0 0 19-16,0 0 13 0,14 18-4 0,-12-8 2 16,3 4-3-16,-1-1 6 0,2 3-9 15,1 1-13-15,3 0-12 0,-1-2-14 16,4 1-5-16,1-2-11 0,3-4-5 16,2-3-10-16,4-2-6 0,-1-3-6 0,-2-2-8 15,3-2 4-15,2-3-7 0,-5-2 24 16,2-2 29-16,-5-1 29 0,-4-4 29 0,-1-1 27 15,-5-2-2-15,-3 0 3 0,-4-2-19 16,-4-3-16-16,-6-11-11 0,-3 0-20 16,0 0-16-16,-6 4-8 0,3 7-17 15,3 5-22-15,-4 5-52 0,2 7-53 16,-3 2-64-16,-2 4-71 0,-5 6-105 0,-5 5-108 16,-1 3-141-16,4 3-191 0,4 3-13 15,9-4 71-15,3-1-501 0,8-3-637 0</inkml:trace>
  <inkml:trace contextRef="#ctx0" brushRef="#br0" timeOffset="733.68">7073 3551 3347 0,'-7'-14'96'15,"0"4"82"-15,-2 1 55 0,6 4 26 0,3 5-2 16,-10-5-9-16,10 5 0 15,0 0 16-15,-17 21-3 0,9-2-19 0,1 11-25 16,0 8-24-16,-2 1-21 0,6 5-14 16,-1-1-18-16,4 6-13 0,0-3-9 0,0-1-12 15,2-1-11-15,1 1-7 0,-1-7-9 16,2-2-4-16,-4-10 4 0,0-4-20 16,2-5 0-16,-2-3-5 0,5-3-4 0,-5-3-5 15,1 2 3-15,-1-10-5 0,0 7-11 16,0-7 0-16,0 0-4 0,0 0-1 0,0 0-2 15,-14-28-4-15,5 13-4 16,0-2-1-16,-1 1 6 0,2 3 4 0,-4 1-2 16,-1 1-1-16,2 2-8 0,-4 4 0 15,0 3-2-15,1 4-2 0,-3 0 0 0,4 4-2 16,-2 2-2-16,3 4 1 0,3-3 5 16,-3 8-4-16,5-5 2 0,2 2 6 15,4-1-11-15,1-1 1 0,0 0-6 0,1 0 10 16,4 2-6-16,2-2-2 0,5-2-29 15,0-2-48-15,2 1-69 0,-1-5-61 0,7 0-78 16,1-3-97-16,4-2-110 0,2-3-127 16,7-3-136-16,-2-6-15 0,1 4 67 0,-5-5-549 15,-1-1-709-15</inkml:trace>
  <inkml:trace contextRef="#ctx0" brushRef="#br0" timeOffset="1132.02">7382 3978 3379 0,'-7'9'9'0,"-1"-1"57"0,5-3 60 0,-4 2 41 0,7-7 29 0,-6 9 14 16,6-9 0-16,0 9-2 0,0-9-6 16,0 7-18-16,0-7-11 0,8 7-12 0,-8-7-13 15,12 3-17-15,-12-3-16 0,16 0-9 16,-16 0 2-16,24-6-26 0,-15 2-3 15,1-3-9-15,1 1-6 0,-4-3 15 16,2-1 11-16,-4-2 20 0,-1 0 0 0,0 0 8 16,-6 1-9-16,0 0 5 0,-2 0-26 15,-3 5-11-15,-5 1-6 0,-1 3-12 0,-6 4-3 16,-5 3-11-16,-12 5 1 0,4 4-8 16,0 4-6-16,3 3 9 0,2 4-19 0,7-2 4 15,2 3-2-15,6 0-4 0,3-6 4 16,7-1-5-16,2-3-2 0,4 1 0 15,6 0-3-15,1-2 0 0,9-3 3 16,8 2-1-16,7-3-9 0,2 1 8 16,1-8-51-16,3 0-60 0,2-6-62 0,-3 2-60 15,1-5-78-15,-2-4-102 0,-1-3-124 16,-2-2-118-16,3-1-145 0,5-4 61 0,2 0-588 16,1 0-768-16</inkml:trace>
  <inkml:trace contextRef="#ctx0" brushRef="#br0" timeOffset="1500.64">8723 3889 3649 0,'-22'6'18'0,"1"3"47"0,-8 3 43 0,3 2 36 15,4-2 27-15,8 1 1 0,-4-1-3 0,7 2-6 16,3 0-10-16,-2-2-9 0,8 0-16 15,1-1-8-15,2 1-11 0,1 0-7 0,5-1-8 16,2-2-9-16,2 0-8 0,3-1-11 16,3-3 0-16,0-3-10 0,4 0-1 15,-2-4-8-15,0 0-4 0,3-1-3 0,-8-5 4 16,4 4 29-16,-2-6 18 0,-3-1 18 16,-6 1 6-16,-2-4-4 0,1-1 19 15,-1-3-4-15,-5 3-6 0,-3-1-7 16,-3-1-11-16,3 3-10 0,-5-1-11 0,-2 5-14 15,-1 0-11-15,0 6-7 0,-3 1-4 16,-1 4-33-16,-1 3-48 0,0 1-77 16,-4 6-66-16,5-1-94 0,0 1-91 0,6 1-114 15,0-1-133-15,6-3-182 0,5-2 62 16,3 0 65-16,15-3-469 0,8-3-602 0</inkml:trace>
  <inkml:trace contextRef="#ctx0" brushRef="#br0" timeOffset="1815.98">9232 3930 3171 0,'4'-6'141'16,"-4"6"87"-16,0 0 80 0,-4-11 62 0,4 11 42 0,-9-9 21 16,9 9 7-16,-7-7-9 15,7 7-20-15,-7-4-36 0,7 4-33 0,0 0-36 16,0 0-31-16,-13-1-24 0,13 1-23 16,0 0-159-16,-14 12-69 0,7-4 0 0,3-4 0 15,-1 4 0-15,1-4 0 0,-1 1 0 16,5-5 0-16,-11 10 0 0,8-6 0 15,3-4 0-15,-6 6 0 0,6-6 0 0,0 0 0 16,0 0 0-16,0 0 0 16,-7-22 0-16,11 5 0 0,-1-4 0 0,8-16 0 15,5-11 0-15,7-1 0 0,-1-3 0 0,3 0 0 16,0 6 0-16,-4 5 0 0,-4 12 0 16,-1 4 0-16,-1 7 0 0,-7 6 0 15,1 1 0-15,2 5 0 0,1 2 0 0,-3 4-432 16,4 0-319-16,-1 4-164 0,-1 0 39 15,2 4 82-15,-6 1-710 0,-3 3-951 16</inkml:trace>
  <inkml:trace contextRef="#ctx0" brushRef="#br0" timeOffset="1982.53">9053 3885 4178 0,'-25'12'38'0,"9"-5"64"16,-2 1 65-16,5-6 64 0,4 4 38 15,1-5 34-15,8-1-7 0,-15 5-13 16,15-5-25-16,0 0-27 0,0 0-24 15,0 0-20-15,0 0-57 0,36-12-88 0,2 0-112 16,19-3-130-16,2-2-133 0,9-2-147 16,20-7-153-16,7 3-140 0,5 4 59 0,3-2-551 15,-1 1-725-15</inkml:trace>
  <inkml:trace contextRef="#ctx0" brushRef="#br0" timeOffset="2331.78">10486 3736 3654 0,'-30'6'105'0,"4"2"50"0,3 1 44 15,1-3 42-15,1 0 35 0,5 4 2 16,-4-2-11-16,9 3-7 0,-1-3-7 0,3 4-28 16,1-3-22-16,7 1-19 0,-3 2-16 15,6-4-17-15,1 3-13 0,1-1-17 16,5 2-14-16,5-4-3 0,-1 4-9 0,1-6-11 15,3 0-8-15,-2-2-5 0,4-2-6 16,-4-2-5-16,0 0-7 0,3-2-4 0,-2-2-7 16,-2-2 1-16,1 0-4 15,-3-6-6-15,-1-1 10 0,-1-4-1 0,0-2-1 16,-5-3 4-16,-3-5 1 0,2 2-6 16,-4 2 3-16,-2-1-6 0,0 7-4 0,-4 0-11 15,1 5-22-15,-3 0 0 0,-4 7 0 16,0 4 0-16,-6 2-108 0,-1 6-95 15,-7 8-87-15,3 3-93 0,7-1-117 0,5 1-145 16,5-4-200-16,8 1 65 0,2-1 91 16,5 1-586-16,16 2-734 0</inkml:trace>
  <inkml:trace contextRef="#ctx0" brushRef="#br0" timeOffset="2481.92">10799 3357 3113 0,'-10'-8'-272'0,"6"2"3"15,-1 1-7-15,3 2-46 0,2 3-350 16,-6-7-166-16</inkml:trace>
  <inkml:trace contextRef="#ctx0" brushRef="#br0" timeOffset="2716.53">10789 3294 1817 0,'0'0'48'0,"7"-7"72"0,-7 7 60 0,1-9 50 15,-1 9 48-15,0-6 20 0,0 6 5 16,0 0-14-16,0 0-24 0,0 0 36 16,0 0 21-16,0 0 10 0,-3 44-8 15,-2-3-18-15,1 18-12 0,-1 4-23 0,-1 6-26 16,3 4-23-16,-8 1-21 0,4 5-17 16,-4 17-18-16,4-21-17 0,-2-1-23 0,4-5-32 15,-1-6-48-15,3-3-56 0,-7-5-41 16,6-12-64-16,-4-7-54 0,5-10-50 15,1-4-45-15,-2-9-65 0,4-5-65 16,-2-2-54-16,2-6-53 0,0 0-64 0,0 0-75 16,8-31 21-16,-5-1-431 0,5-12-523 0</inkml:trace>
  <inkml:trace contextRef="#ctx0" brushRef="#br0" timeOffset="2948.64">10746 3763 2812 0,'2'-21'-10'15,"-1"6"42"-15,1 1 39 0,6 4 39 16,-4 2 28-16,5 0 36 0,-1 1 17 0,1 1 12 15,5 3 7-15,-3 3 9 0,-11 0 11 16,31 3-9-16,-12 3 7 0,-1 1-10 0,4 2-4 16,-7 4 5-16,2-1 9 0,-5-1 2 15,-3 2 17-15,-1-2 11 0,-7 0 1 16,-1 1-6-16,-3-2-11 0,-3 1-21 0,-7 2-23 16,1 1-16-16,-2-2-19 15,-4-2-25-15,3 0-46 0,-1-3-92 0,4-2 0 16,0-1-74-16,2-4-153 0,10 0-114 15,0 0-127-15,-17-15-149 0,17 4-160 0,3-3-48 16,8-4 80-16,3-7-655 0,0 7-853 16</inkml:trace>
  <inkml:trace contextRef="#ctx0" brushRef="#br0" timeOffset="3581.68">11214 3789 3747 0,'0'0'-10'0,"0"9"73"16,0-9 64-16,0 0 50 0,-4 12 34 15,4-12 22-15,0 0 5 0,0 8-15 16,0-8 2-16,2 5-20 0,-2-5-6 16,9 6-18-16,-9-6-16 0,12 2-11 0,-12-2-15 15,22 3-23-15,-8-3-10 0,-14 0-6 16,25-4-9-16,-13 1 2 0,-4-1 25 0,1-1 20 16,-2 0 7-16,-3-2 1 0,-4 7 5 15,5-14-11-15,-8 7-10 0,3 7-14 0,-11-11-18 16,2 5-8-16,-3 3-12 0,1 1-20 15,11 2-58-15,-33 5 0 0,18 1 0 16,-4 4 0-16,2 2 0 0,2 2 0 0,1 1 0 16,5 2 0-16,1 0 0 0,5-1 0 15,-2 0 0-15,5-3 0 0,6 4 0 16,6-1 0-16,0-3 0 0,13 4 0 16,0-4 0-16,0-5 0 0,-2-3 0 0,4-3 0 15,-1-2 0-15,3 0 0 0,-3-3 0 16,-1-2 0-16,8-6 0 0,-8 2 0 15,-8-1 0-15,2-2 0 0,-5-3 0 0,0-9 0 16,-3-2 0-16,-2-5 0 0,-6-4 0 16,-1-2 0-16,0-1 0 0,-4 0 0 0,0 9 0 15,1 7 0-15,-1 3 0 0,-2 4 0 16,4 1 0-16,-2 4 0 0,-1 2 0 0,2 1 0 16,1 7 0-16,-8-9 0 15,8 9 0-15,-4-5 0 0,4 5 0 0,0 0 0 16,0 0 0-16,0 0 0 0,20-5 0 15,-20 5 0-15,30 1 0 0,-13 0 0 0,6 5 0 16,-2-1 0-16,0 2 0 0,-4 2 0 16,3 1 0-16,-6 2 0 0,2 2 0 15,-3 0 0-15,-4 1 0 0,1 3 0 0,-2-1 0 16,-3-3 0-16,-1 2 0 0,2-1 0 16,-2 1 0-16,-2-2 0 0,0-2 0 0,2-1 0 15,-2 2 0-15,-1 1 0 0,3-1 0 16,0-1 0-16,-1 0-278 0,3-2-290 0,4 2-58 15,-1-6-28-15,2 1-45 16,3-6-45-16,1-1 33 0,8-7-619 0,8-8-787 16</inkml:trace>
  <inkml:trace contextRef="#ctx0" brushRef="#br0" timeOffset="3931.36">12091 3734 3385 0,'8'-13'-96'0,"-2"-1"84"0,-3 6 87 0,-3-2 79 0,2 5 73 16,-2 5 46-16,4-10 37 0,-4 10 33 15,4-8 12-15,-4 8-5 0,0 0-16 0,1-9-27 16,-1 9-25-16,0 0-3 0,0 0-4 15,0 0-14-15,0 0-29 0,-3 27-18 16,1-15-23-16,0 5-16 0,-2 0-13 0,4-2-47 16,-3 3-115-16,-6 2 0 15,0-3 0-15,4 3 0 0,-5-3 0 0,-4 1 0 0,3-2 0 16,-3-2 0-16,3 0 0 16,-3-1 0-16,0-7 0 0,1 1 0 0,3-4 0 15,0-3 0-15,10 0 0 0,-17-8 0 16,11-3 0-16,6-6 0 0,2-5 0 0,8-9 0 15,1 2 0-15,5 2 0 0,-1 3 0 16,1 7 0-16,-3 2 0 0,-4 5 0 16,3 3 0-16,-3 4 0 0,4-1 0 0,1 4 0 15,-14 0 0-15,30 6 0 0,-15-2 0 16,6 2 0-16,-3 0 0 0,2 3-24 0,3-1-21 16,0 0-49-16,-1-3-65 15,-2 2-59-15,5-2-60 0,-2-1-84 0,2-1-73 16,4-3-98-16,-2-3-103 0,12-1-150 15,-1-4 61-15,-4-3-600 0,-1-5-782 0</inkml:trace>
  <inkml:trace contextRef="#ctx0" brushRef="#br0" timeOffset="4432.1">12871 2771 3471 0,'-10'-23'-49'0,"2"3"55"15,1 6 48-15,-3 2 59 0,3 2 30 16,-1 5 20-16,-2 5 29 0,10 0 26 15,-25 17 27-15,7 9 7 0,-5 11-1 0,3 9 0 16,2 12-20-16,6 8-11 0,5 9-22 16,3 1-17-16,8 5-19 0,5 16-14 0,3-4-7 15,-1-22-18-15,0-1-8 0,1-6-12 16,-1-4-12-16,-4-8-8 0,2-11-26 16,-4-6-12-16,-3-8-5 0,0-6-15 0,0-7 1 15,-2 1 6-15,-2-3-3 0,0-5-12 16,0-2-9-16,2-5-23 0,0 0-5 0,-15 2-23 15,15-2-8-15,-21-16-4 0,-2-3-9 16,0-5-9-16,-11-9-2 0,3 0 2 0,-5-2 17 16,4 4 0-16,5 10-1 15,2 4 5-15,-1 4 4 0,2 4 8 0,4 4 13 16,4 3 12-16,4 2 5 0,12 0 6 16,-20 4 5-16,20-4 7 0,-7 5 17 15,7-5 11-15,0 0 1 0,19 14-6 0,3-13-1 16,19 1-4-16,4-2-2 0,5-2-7 15,11-5 2-15,0 0-1 0,-4 1-2 0,-10 2 5 16,-9-1-12-16,-7 2 3 0,-8 3-1 16,-4 3 18-16,-4 2 29 0,1 0 16 0,-7 6 16 15,0 0 2-15,0 6-10 0,-6-3-7 16,1 3-4-16,0 0-4 0,-2 3-23 16,-2 1-53-16,0-5-73 0,1 1-80 15,-1 1-76-15,0-5-81 0,0 1-76 16,2 0-79-16,-2-5-95 0,2 1-141 0,3-3 2 15,-3-4 62-15,-2-3-464 0,0 0-578 16</inkml:trace>
  <inkml:trace contextRef="#ctx0" brushRef="#br0" timeOffset="4598.42">13208 3294 3056 0,'-8'-19'12'0,"-1"4"58"0,3 5 50 0,-2 2 16 0,3 1 10 16,-3 1-23-16,5 0-12 0,3 6-26 15,0 0-37-15,-16-2-73 0,16 2-100 16,-4 14-125-16,4-5-216 0,0 3-90 16,2 5 59-16,0 2-179 0,3 6-172 15</inkml:trace>
  <inkml:trace contextRef="#ctx0" brushRef="#br0" timeOffset="5198.56">13324 3614 2162 0,'-21'0'209'0,"-2"2"46"16,2 3 47-16,0 2 41 0,-7 6 32 0,-5 1 1 15,6 1-12-15,2 2-29 16,2 1-28-16,-1 1-21 0,11-1-27 0,1-1-25 16,5-2-18-16,3-1-25 0,3 0-18 15,1 1-7-15,5-1-23 0,2 1-10 0,3-3-15 16,4 0-11-16,2-2-12 0,4-3-11 15,-1-2-6-15,-1-2-10 0,4-3-9 16,-3 0-3-16,1-3-5 0,2-2 0 0,-1-4-12 16,3-5 0-16,-5-1-4 0,-1-7 4 15,-1-3 2-15,-5-3 4 0,-5-4-1 0,-2 0-2 16,-3 3 4-16,-4 5-3 0,-3-9-5 16,-1 8-1-16,-6 6-6 0,3-1-2 0,-7 6-6 15,4 2-1-15,-10 3-20 16,6 4-2-16,-6 3 0 0,1 4 0 0,3 1 0 15,-4 3 0-15,3 2 0 0,2 3 0 16,3-1 0-16,5 2 0 0,6 0 0 16,1-1 0-16,4 2 0 0,3 1 0 0,7 1 0 15,10 5 0-15,5-5 0 0,2-1 0 16,1-5 0-16,3-1 0 0,-7-2 0 0,-3-3 0 16,-1 0 0-16,-4-3 0 15,0 0 0-15,-4 0 0 0,2 0 0 0,-1 0 0 0,-15 0 0 16,21 0 0-16,-21 0 0 0,20 0 0 15,-20 0 0-15,13 4 0 0,-12 3 0 16,3-1 0-16,0 3 0 0,-1 2 0 16,-3-2 0-16,2 3 0 0,1 1 0 0,3-1 0 15,-3 4 0-15,1-3 0 0,3 1 0 16,1 0 0-16,0-4 0 0,1 2 0 16,2-3 0-16,3-1 0 0,1-3 0 0,5-2 0 15,-1 1 0-15,1-2 0 0,3-2 0 16,4-2 0-16,0-2 0 0,11-1 0 0,-2-1-151 15,-8-1-571-15,7 0-189 0,-7 2 13 16,-5-1 91-16,-1 5-792 0,4-2-1040 0</inkml:trace>
  <inkml:trace contextRef="#ctx0" brushRef="#br0" timeOffset="5481.8">14797 3756 4251 0,'-21'0'-92'0,"4"0"67"0,0 0 67 0,5 0 72 16,12 0 67-16,-16 3 52 0,16-3 26 16,0 0 17-16,-18 0 3 0,18 0 2 0,0 0 2 15,0 0-15-15,0 0-27 0,0 0-26 16,50 4-22-16,-20-4-23 0,10 0-66 15,2 0-74-15,0-1-94 0,2-2-89 0,-4 3-95 16,-5 0-88-16,2-3-101 16,-4 3-124-16,-8-2-209 0,-2 0 43 0,-5 0 70 15,3-2-482-15,-3 0-608 0</inkml:trace>
  <inkml:trace contextRef="#ctx0" brushRef="#br0" timeOffset="5698.56">15243 3593 3350 0,'-17'-6'166'0,"2"3"60"0,5-1 62 15,0 1 71-15,10 3 36 0,-9-7 12 0,3 3-13 16,6 4-33-16,0 0-32 0,-5-8-33 16,5 8-32-16,0 0-25 0,-4-7-29 0,4 7-20 15,0 0-44-15,0 0-66 0,0 0-91 16,0 0-118-16,0 0-125 0,0 0-134 15,0 0-165-15,0 0-274 0,0 0 19 0,6 24 91 16,-14-14-648-16,-4 2-819 0</inkml:trace>
  <inkml:trace contextRef="#ctx0" brushRef="#br0" timeOffset="5915.75">14945 4017 3689 0,'-3'8'222'0,"-1"-5"85"15,4-3 66-15,0 0 31 0,0 0 28 16,-4 6 4-16,4-6-17 0,0 0-38 0,0 0-39 16,0 0-31-16,0 0-34 0,0 0-30 15,0 0-25-15,0 0-93 0,0 0-129 0,0 0 0 16,0 0 0-16,-1 4-237 0,1-4-128 16,0 0-150-16,0 0-190 0,-18 4-176 0,5-4 76 15,-6 3 93-15,-6 0-639 16,-6-1-805-16</inkml:trace>
  <inkml:trace contextRef="#ctx0" brushRef="#br0" timeOffset="6564.47">5854 4630 3557 0,'-56'6'-122'0,"11"0"36"0,-10 4 32 0,1 0 49 0,13-5 50 15,4-1 55-15,8 0 31 0,7 0 15 16,2 0-6-16,6-3-7 0,5 1-9 15,9-2-11-15,-16 2-6 0,16-2-3 0,-10 1 0 16,10-1-6-16,0 0-7 0,0 0-7 16,0 0-8-16,71-3-10 0,-12-2-7 0,13-2-4 15,41-3-10-15,12-4-2 0,22 0-22 16,20-3-21-16,74-6-20 0,14 1-19 16,15 3-25-16,13-1-24 0,14-1-21 15,8 2-20-15,11-3 2 0,10 2-1 16,6-2 0-16,0 3 6 0,9-4 18 0,-6 5 12 15,-2 2 5-15,-5 3 20 0,-12-1 16 16,-20 3 14-16,-18 5 24 0,-27-6 19 0,-9 1 30 16,-68 5 14-16,-9-2 8 0,-16 1 12 15,-13-1 9-15,-20 2-10 0,-31-2 13 16,-12-1 15-16,-10 4 20 0,-16 0 17 0,-8 0 7 16,-7 0 17-16,-10 2-11 15,-8-1-14-15,-1-1-19 0,-2 1-11 0,-8 1-24 0,-3 3-64 16,4-5-83-16,-4 5-116 15,0 0-133-15,-21-15-178 0,6 8-190 0,-3-1 57 0,-7-6-420 16,0 0-521-16</inkml:trace>
  <inkml:trace contextRef="#ctx0" brushRef="#br0" timeOffset="19895.34">14655 7011 2595 0,'-16'-2'271'0,"3"-1"-86"0,4 1-18 0,-2 1 9 0,11 1-7 0,-11-4-8 0,11 4-13 0,0 0-16 0,-12-2-5 0,12 2-8 15,0 0-11-15,0 0-12 0,0 0-10 0,0 0-8 16,27-5-7-16,-6 2-8 16,17-1-5-16,5 3-3 0,2-4-8 0,5 3-6 15,11-2-1-15,5-1-6 0,-1 2-6 16,3 1 0-16,4 1-2 0,-8-1-3 0,1-2-3 16,-13 1 1-16,-3 0-5 0,-1 1-2 15,-1 0-1-15,-5-4 0 0,2 2-1 0,-2 1 2 16,0-6-4-16,-3 4-2 0,0-5 0 15,-1 4 2-15,6-2-3 0,-2-1 2 0,9-3-1 16,1 1-1-16,3 1-1 0,-10 3 3 16,13-3-5-16,-5 2 1 0,-7 0 1 15,1 3-2-15,13-2-1 0,-14 2 1 0,-1 1-1 16,1-4 3-16,1 3-4 0,-7 0 0 16,8 1-1-16,-2-4 3 0,1 3-2 15,11-2-1-15,-1 0-1 0,-7 4 3 16,-3-4-2-16,10 2-1 0,-9-2-1 0,-1 4 2 15,11-4 0-15,-15 2-1 0,3 0 0 16,-6 1 3-16,3 0-1 0,-4 1-1 0,-1 0-3 16,-6 1 1-16,-3 1 1 0,0 1 0 15,-2 0 1-15,-1-2 1 0,-1 2-1 0,2 0-1 16,-5-2-3-16,1 2 5 16,6-2-1-16,-2 2-3 0,0-1 4 0,-1-1-1 15,1-1-2-15,2 3 2 0,-3-2 1 16,0 2-1-16,-1-2 1 0,0 2-1 0,4 0-2 15,-2 0 1-15,1 0 0 0,1 0-1 16,2 2 1-16,8 0-1 0,1-2 2 0,3 0-3 16,-4 3 5-16,5-6-2 0,-9 6-1 15,-8-3 0-15,7 0 0 0,5-3 0 0,-3 3 0 16,-5 0 0-16,11 0-2 0,-4 0 2 16,-2 0 2-16,-9 0-1 0,2 0-1 0,-7 0 3 15,8 0-1-15,-3 0-4 0,4 0 1 16,-3 0 0-16,3 0 2 0,11 0-1 15,4 0-1-15,-2 0 0 0,1 3 2 0,3-3 0 16,1 0 1-16,-1 0-3 16,-2 0 1-16,0 0-4 0,-3-3 4 0,3 6 0 15,-2-3-2-15,0 0 1 0,1 0 2 16,0 0-1-16,-6 2-1 0,8-1-2 0,-6-1 5 16,6 2-2-16,1-2 1 0,0 2-2 15,1 0 5-15,14-1-3 0,0 1 0 0,0 0 1 16,-10-2-8-16,8 1 5 0,2 1-3 15,-7-2 3-15,-5 0-1 0,0 0 1 0,1 0-2 16,2 1 1-16,-5 1-2 0,12 2-2 16,-12-2 1-16,1-1 1 0,11 3 3 0,-14-1-1 15,3-1 2-15,11 1-2 16,-11-1-1-16,-3 2 2 0,3 1-1 0,2-2 1 16,4 2-2-16,-4-2 2 0,11 1 3 15,-4 1-4-15,0-1 2 0,0 2 1 0,2-2 0 16,2-1 0-16,0 2-3 0,0 0 3 15,1 1-3-15,-3-1 7 0,5 0-5 0,-3 0 2 16,-14-2 1-16,-3 1-2 0,-5 1-2 16,-8-3 3-16,-7-1-2 0,-6-1 1 15,-4 2-2-15,0-2 1 0,-5 3-6 0,1-3-22 16,-12 0-51-16,17-5-78 0,-17 5-115 16,5-3-130-16,-5 3-195 0,0 0-18 15,0 0 63-15,0 0-352 0,-22-13-384 0</inkml:trace>
  <inkml:trace contextRef="#ctx0" brushRef="#br0" timeOffset="20761.59">17048 8594 2525 0,'-35'-8'15'0,"3"4"17"0,-2-4 7 0,-1 0 15 0,10 3 26 15,3-1 13-15,3 0 35 0,3 2 19 16,5-1-1-16,2 0-16 0,0 1-8 15,9-1-15-15,0 5-13 0,18-16-9 0,14 3-10 16,20-2-9-16,13 0-7 0,30-2-2 16,16 0-10-16,16 1 3 0,18 2-9 15,21-3-6-15,54 2-3 0,10 0-9 0,12 4 1 16,5 1-6-16,1 1-8 0,-4 3-1 16,-6-3 3-16,-53 4 0 0,-6-2-6 0,-5 1 3 15,-18-1-1-15,-11 3-2 0,-19-4 0 16,-14 0-1-16,-38 4 2 0,-9-1 5 0,-19 1 1 15,-8-2 13-15,-8 4 5 0,-8-3-2 16,-8 2 1-16,0-1-6 0,-3-1 1 16,-5 2-3-16,-6 3-5 0,5-7-10 15,-5 7-42-15,-1-4-52 0,1 4-68 0,0 0-70 16,-21-6-86-16,9 6-105 0,-1 0-151 16,-8 0 49-16,3 0-277 0,-4 2-282 0</inkml:trace>
  <inkml:trace contextRef="#ctx0" brushRef="#br0" timeOffset="22612.13">12119 10142 2318 0,'-16'-3'-13'0,"0"1"-3"0,3-2 6 0,3 3-1 0,10 1-1 15,-13-2 1-15,13 2 0 0,0 0 8 0,-5-2 0 16,5 2 3-16,0 0 5 0,0 0 1 16,37 2-1-16,-10-2 0 0,15 3 1 15,8-3-5-15,16 4 3 0,9-2-1 0,4-1-1 16,4-1 0-16,3 0-1 0,1 0 2 16,3 2-2-16,24-5 8 0,-23 1-6 0,1-2 0 15,-3 3-1-15,4-1 0 16,-5 0 1-16,0-1-1 0,-6-1-2 0,-6 1 1 15,-7 0 1-15,-8-2 0 0,-14 1-3 16,-2 1 2-16,-15 3 1 0,-3-2 1 0,-3 2-2 0,-3-2 1 16,2 1 1-16,-4 1-4 15,8-2 1-15,-1 2 3 0,15-2-1 0,2 0-3 16,3 0 0-16,4 2 3 0,1-1-2 16,14 1 6-16,2-3-9 0,3 1 4 0,6 0 1 15,0 2 4-15,3 0-6 0,-1-1 3 16,2-1-3-16,-2 0 0 0,-4 2 2 15,1-2-2-15,-3-1 0 0,-4 0 1 16,-7-1-1-16,-11 0 2 0,-4-1-1 0,-8 2 0 16,-7-1-2-16,-8 1 7 0,-5 0 26 15,2 0 5-15,-7 3 15 0,-1-4 2 16,-1 2 1-16,-2 0-2 0,-1 1-3 0,-8 1-7 16,17-3 1-16,-17 3-9 0,12-2-4 15,-12 2-2-15,11 0-3 0,-11 0-8 0,11-2 1 16,-11 2-3-16,16 2 1 0,-7-4-4 15,-9 2-3-15,25 0-10 0,-5 0-11 0,0 0-6 16,10 0 1-16,18-2 8 0,17 0-5 16,1 0 2-16,5-1-3 0,-2 3 3 0,1-1 0 15,0 2 1-15,2 0 2 0,-10 1 1 16,-9-2 2-16,-1 0-1 0,-6 2-1 0,-4-2 1 16,-12 2 0-16,-7-2 4 0,-4 0-1 15,-4 0 4-15,-4 0-1 0,1 0 8 0,-12 0 6 16,17 0 3-16,-9-2-1 15,-8 2 1-15,11-2-2 0,-11 2 0 0,0 0 1 16,15 0-5-16,-15 0 0 0,10 2-3 16,-10-2 2-16,0 0-5 0,19 0 0 15,-19 0 2-15,17-2-4 0,-7 4-6 0,-10-2-5 16,19 0-4-16,-4 2 2 0,2-2 3 16,7 2-3-16,2-2 3 0,16 0 3 0,-1 0 0 15,6 2-2-15,0-2-1 0,1 5 4 16,4-5-2-16,-5 0 2 0,3 0 1 15,-3 0 4-15,-1 0-4 0,-3 0-1 16,-10 0 3-16,-9 0-1 0,1 0 2 0,-5 0-1 16,-4 0 0-16,0 0-2 0,-3 0 0 15,1-3 2-15,-1 1-2 0,1 2 7 0,-1 0-5 16,0-2 4-16,-1 0-4 0,2 2-1 16,10-2-1-16,2 0 1 0,18 0-3 0,6 2 3 15,12 0 0-15,3 4-2 0,-2 0 3 16,0-2 0-16,0 3-3 0,-2-2 3 0,0 3-2 15,-12-3 4-15,1-2-4 0,-3 3 5 16,0-3-3-16,-8 3 3 0,-6-2-3 0,-8-2 6 16,-4-2-6-16,-1 2 2 15,1-4 0-15,-1 3 1 0,-4-1 1 0,-2-1 3 16,3 0 7-16,-3 1-7 0,-3-2 2 16,0 2 0-16,-1-2-3 0,-1 2-1 15,2 0 1-15,0-2-2 0,-2 2 0 0,0 0-2 16,7 2 1-16,3-1 2 0,9 1-2 15,13 1 1-15,2 1 0 0,3 0-4 0,15 4-1 16,0-4-1-16,4 1-8 0,-1 0 6 16,5-1-7-16,0 2-2 0,1 0 4 0,-3 0-1 15,3-1 2-15,-1 1 0 0,-6-2 2 16,-2 4 2-16,-16-4 1 0,-7 0-2 0,-3 0 1 16,-6-2 0-16,2-2 4 15,-6 0-3-15,2 0-2 0,2-4-1 0,7 4 9 0,3-4-6 16,0 1-1-16,5-1 0 15,0 2 3-15,1-2-2 0,2 4-1 0,-2 0 1 16,-1 0 0-16,1 0 3 0,5 2-2 16,-2 2 0-16,1-2 0 0,-1 0 2 0,0-2-1 15,0 2 2-15,-5-2-2 0,1 4 1 16,2-6-2-16,-6 4 1 0,4-1 9 16,-5 0-8-16,-3-2 0 0,-11 3-1 0,4 0 0 15,-2-4 3-15,-2 2-2 0,-4 0 0 16,-3 0 0-16,0-2 2 0,-3 4-1 15,-1-3 0-15,-3 2-1 0,-1-1 1 0,-1 0 2 16,-9 2-3-16,17-2 0 0,-17 2-12 0,12-2-34 16,-12 2-55-16,7 0-73 15,-7 0-78-15,0 0-171 0,0 0-206 0,0 0-128 16</inkml:trace>
  <inkml:trace contextRef="#ctx0" brushRef="#br0" timeOffset="23494.5">17226 11577 1896 0,'0'0'61'0,"-9"-4"-1"0,9 4 3 0,0 0 16 15,0 0 18-15,46 2 17 16,-6 0 19-16,10-2 10 0,17 2-7 0,-1-2-17 15,6 0-8-15,5 0-12 0,3 1-3 16,1 1-13-16,2-2-8 0,-8 0-15 0,-2 2-41 16,-19-2-48-16,-7 0-61 0,-2 2-76 15,-17-2-105-15,-6 0-159 0,-8-2-54 0,-5 0-188 16,-5 0-166-16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21:41.9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3750 4202 1357 0,'0'0'54'0,"-17"-5"-17"0,17 5 10 0,-8-2 18 16,8 2 12-16,0 0-18 15,0 0-14-15,0 0-5 0,36-10 0 0,6 10-1 0,21-2-6 16,8 2-2-16,12 0-5 15,37 2 2-15,10-4-8 0,16 6 2 0,11-2-6 16,7-6 2-16,13 4-4 0,3-2 21 16,-1 2 17-16,2-5 17 0,-12 0 17 15,-8-2 16-15,-19 3 24 0,-6-4 22 0,-20 0 14 16,-35 3 13-16,-14 1 20 0,-23 1 25 16,-2 1 34-16,-12 0 24 0,-6 1 5 0,-7 1 5 15,-2-2-3-15,-4 2-7 0,-11 0-13 16,21-3-24-16,-12 3-25 0,-9 0-21 15,16-2-24-15,-16 2-9 0,0 0-23 16,18-2-27-16,-18 2-62 0,0 0-78 16,11-2-99-16,-11 2-138 0,0 0-158 0,0 0-191 15,0 0-175-15,0 0 81 0,0 0-551 16,0 0-719-16</inkml:trace>
  <inkml:trace contextRef="#ctx0" brushRef="#br0" timeOffset="3782.99">6417 5588 3140 0,'-18'0'-219'0,"0"-4"33"0,6 3 34 16,-4-1 27-16,7-1 30 0,-1 1 33 0,2-1 35 15,8 3 20-15,-13-6 8 0,9 3 9 16,4 3-3-16,-5-7 3 0,5 7 3 0,0 0 1 15,15-14 3-15,-1 11 0 16,2 0-3-16,9-3 7 0,17 3 11 0,8 0 2 16,10-3-9-16,9 3 4 0,9 1-2 15,5 1-1-15,3-1-5 0,9 4 2 16,18-4-6-16,-19 0 1 0,22 4-3 0,0-2-1 0,-20 0 0 16,16-2-1-16,-20-1 0 15,20 1-2-15,-2-6 1 0,-24 4-3 0,2-4-2 16,-2 3 1-16,-5 1 0 0,3-4-2 15,-1 0-1-15,-3 2 0 0,-4-1-1 0,0 2 1 16,-4-2-2-16,-1 1 0 0,0 2 1 16,-3 0 3-16,2 0-4 15,-3 1 3-15,0 3-2 0,-2-4-1 0,-2 4-2 16,2 0 2-16,-3-5-3 0,3 4 1 0,1-1-1 16,8 0-1-16,-1-2 6 0,4 1-2 0,4 0-1 15,3-3-7-15,2 3 7 0,0-2-1 16,0 4 1-16,-5-1-1 0,-4 2 0 15,-7 0 2-15,-1 2-1 0,-18-1 0 16,-1 2-4-16,-3-3 2 0,-2 2 0 16,-2-2 0-16,2 3 0 0,-4-1 0 0,3-2 1 15,-2 0 2-15,1 2-2 0,4-4 2 16,2 2 0-16,1-2-2 0,12 1 3 0,1 1-6 16,4-2 2-16,0 2-1 0,2 2 1 15,-5-1-1-15,3 1 1 0,-4 2 1 16,-1-1 1-16,-1 2-1 0,-2 1 1 15,2-2-1-15,-11-2 2 0,11 0-7 16,-9 1 6-16,-3-1 2 0,6-2-4 0,-3 0 0 16,13 0 3-16,-1 0-2 0,1 0-1 15,2-2 0-15,-5 1-1 0,-1-1 2 0,-9 0-1 16,-2 0 1-16,-3-1 0 0,1 2-1 16,-1-1-2-16,-2 0 4 0,-6 2-4 15,-4 0 2-15,-7-2-3 0,1 2 3 0,1 0 3 16,-1 0-2-16,14-2-2 0,-2 2 0 15,4 0-1-15,3-3 3 0,0 2 1 0,15-1-1 16,2 2-3-16,5-2 2 0,0 4 1 16,3-4-2-16,-1 4-1 0,3 1 1 15,-5 0 0-15,1-1 0 0,-2 2 2 16,3-1-2-16,-4 2 0 0,-5-1 0 16,0-3 3-16,-2 1-4 0,-7 2 4 0,-5-3 1 0,0 2 0 15,-1-1-5-15,2 0 1 16,-3-2 2-16,-4 2 16 0,-9 0 8 0,-7-2 18 15,-5 2 3-15,-2-2 10 0,-6-2-1 16,0 2 8-16,-1 2-5 0,-13-2-8 0,19 0-2 16,-19 0-8-16,0 0-4 0,13-4 2 15,-13 4-10-15,0 0-24 0,0 0-54 16,0 0-89-16,0 0-155 0,0 0-237 0,0 0 19 16,-41-6-153-16,33 3-159 15</inkml:trace>
  <inkml:trace contextRef="#ctx0" brushRef="#br0" timeOffset="6631.84">18707 5486 1759 0,'-13'-2'13'0,"-2"2"17"0,2 0 0 16,-1-2 9-16,5-1 33 0,9 3 39 16,-17-2 38-16,17 2 27 0,-12-4 7 15,12 4-26-15,0 0-2 0,0 0-16 16,38-10-9-16,4 4-18 0,19 2-10 0,15 0-12 16,16 1-12-16,30 3-9 0,12 0-11 15,12 3 3-15,12 5-11 0,11 2 1 0,1 2-3 16,1 1-7-16,-10-1-3 0,-3 1 2 15,-9 1-10-15,-10-2-5 0,-9-1 3 0,-5-3 2 16,-5 3-7-16,1-5-3 16,-9 1-1-16,-18-4-3 0,-5 1 0 0,3-1 0 0,-3-1-5 15,5 0 2-15,-7-2 1 16,-4 0-7-16,-2 3 0 0,-3-1 4 0,-9 1-7 16,-6 1 1-16,-16-2 0 0,-7 1 2 15,-9-3 4-15,-6 3 13 0,-9-3 8 16,2 0 16-16,-5 0-1 0,3-2-2 0,-3 2-4 15,-4-1-6-15,1 0-6 0,-10 1 2 16,15-4-7-16,-12 2-6 0,-3 2-3 0,2-7-2 16,-2 7 0-16,0 0-3 0,-27-10 4 15,3 6-5-15,-13-2-2 0,-13 1-2 0,-11 1 1 16,-8 3 3-16,-6-1-5 0,-4 0 2 16,-11-1-5-16,-28 1 1 0,2 0 3 15,-1 0-3-15,1 1-2 0,-2-1 3 0,4-1-2 16,1-1 2-16,24 6 2 0,-3 0 1 15,-3-2 0-15,6 0 3 0,1 3 3 16,0-3 2-16,8 2 2 0,9-1 0 16,20 1-3-16,5-2-2 0,10 2 0 0,11-2 9 15,8 0 16-15,8 2 11 0,3-2 1 16,6 0-2-16,0 0-5 0,65 0-3 0,1-2-5 16,22-2-1-16,40 1-1 0,13 0-6 15,21 3-1-15,11 0-5 0,8 3-2 0,10-3-1 16,53 0 2-16,-6 2-4 15,-55 1-2-15,2 2-1 0,-6 1-1 0,-7-1 0 16,-13-2-1-16,-13 4 1 0,-10-2-3 16,-8-2-1-16,-14 1 0 0,-30-2 1 15,-10-1-2-15,-8-1-2 0,-17-1 1 0,-15 1 1 16,-5 0 7-16,-8 0 3 0,-6 0 5 16,-3 0 4-16,-3 0-4 0,-9 0-1 0,0 0-2 15,0 0-2-15,-57-4 0 0,6 1-2 16,-26 1 1-16,-11-3-1 0,-28 1 2 0,-13 1-6 15,-15-2 4-15,-8 2-4 0,1-3-3 16,1 3 1-16,8-1-1 0,8 1 1 0,12 3-1 16,28-3-2-16,10 3 0 0,16 0-1 15,16 0 1-15,11 0 0 0,8 0 5 16,12 3 3-16,10-3 9 0,5 2-3 16,6-2 0-16,0 0 0 0,60 0-1 15,2-5 0-15,18 5-2 0,46-2-1 0,18-1-4 16,23-1-3-16,18-1 3 0,66 2-16 15,7-1-3-15,-7 0-4 0,-4 4-6 0,-62 0 6 16,52 6-1-16,-64-3 3 0,-18 2-1 16,-17 1 1-16,-14-3 3 0,-38-1 0 0,-15-2 2 15,-20 0 3-15,-7 0 3 0,-8 0 11 16,-11 0 9-16,-4 0 14 0,-8-2 7 16,0 0 3-16,-1 1 4 0,-1-1 4 15,-11 2 17-15,20-2 4 0,-20 2 7 16,15-2 8-16,-15 2-4 0,15-1-8 0,-2-1-8 15,3 2-7-15,2-2-1 0,4 2-7 16,6 0-7-16,16 2-2 0,4-2 9 0,13 2-23 16,5 1 3-16,9-1-8 0,3 0 13 15,4-1-20-15,2-2-3 0,1 1-2 0,-3-2-1 16,0 0-1-16,-9 0-2 0,-5-3 2 16,-4 2-3-16,-19-3 0 0,-4 2-1 0,-4-4 4 15,-1 0-7-15,-3-1 3 0,-8 1-4 16,-3 0-1-16,-1 1 0 0,8-5-2 15,-1-4-3-15,-3 5 8 0,4-3 8 16,-2-1-13-16,1 1 2 0,-2-3-1 0,3 5 4 16,0-3-4-16,-6 5 5 0,-4 1-11 15,1 2 3-15,0 0 4 0,-1 1 0 16,2-1-2-16,2 0 5 0,0 4-6 0,0-3 4 16,1 0-9-16,1 1 4 0,-2 0 6 15,2-2-3-15,-2 1-1 0,-3-2-3 0,2-1 2 16,-3-1-5-16,-2-2 7 0,6-7-6 15,-7-1 3-15,0 3 0 0,-5-1 0 0,-1-1-1 16,1-6 0-16,0 2 5 0,-2 4 2 16,-4-3-5-16,3 3-2 0,-1-1 5 15,0 3 0-15,-4 0-7 0,3 1 1 16,-3 1 5-16,-1-1-2 0,2 3-5 0,-2-1 7 16,-2 2-2-16,2-1-4 0,-4 1 0 15,-2 0 4-15,-1-1-3 0,-6-3 10 16,-11-2-6-16,-1-1-8 0,-6 0 7 0,-3 0-4 15,-9-2 7-15,-2 1-4 0,9 3 0 16,2 2 5-16,-1-1 0 0,5 2-5 0,-1 1 2 16,9 3-3-16,0-2 1 0,3 3-1 15,-2 1 1-15,4-2 1 0,0 3-3 16,-5-3 2-16,4 0 2 0,-6-1-2 16,-4-1-5-16,-7-1 5 0,3-1 3 0,-16-3-1 15,-5-2-5-15,-3 4 6 0,-3-4-4 16,-4 2 1-16,-7-4-4 0,-4 3 7 0,-17-7-1 15,15 9 2-15,-2-3-8 0,1 0-1 16,2 1 2-16,-2 1 2 0,-1 5-4 16,-3-4 2-16,-16 0-3 0,17 2 4 0,-19-3-2 15,14 5 5-15,-21-4 3 0,0 3-5 16,-2-3 20-16,6 3-23 0,-4 1 0 0,23 3 1 16,-3 1 4-16,2-1-10 0,2 0 8 15,0 3 3-15,1 1-3 0,3-1-3 16,2 3 4-16,3 0 16 0,1 3-16 15,6 3-2-15,1 0-3 0,9-1 7 0,-7 2-3 16,11-1 2-16,1 2 2 0,1-2-3 16,-2 0-4-16,1 0 4 0,1 1 3 0,1 0-7 15,-3 1 3-15,4-1 5 0,1-1 2 16,-1 2-4-16,0-1 2 0,0 2-5 16,3-2 1-16,-5-1 0 0,-11 2 1 0,2 2-1 15,-4-2 3-15,2 2 9 0,-2 2-7 16,-2-4 6-16,3 0-11 0,-4 2 5 0,3-2-4 15,3-2 0-15,-4 1 0 0,3 1 3 16,11-2-7-16,-2 3 8 0,5 0-7 0,1-4 5 16,0 3-1-16,-2 0 20 0,5 1-20 15,-1-1-1-15,1 2-3 0,2-3 9 16,-3 3-7-16,0-1 4 0,-2 1-2 16,0-1-6-16,-1-2 4 0,-2 1-1 0,0 2 1 15,-1-4 2-15,3 1 4 0,-5 2-5 16,5-4 2-16,1 2 0 0,-2 2-1 15,2-3 16-15,1-1-17 0,0 2 4 0,3 2-3 16,1-4 0-16,-2 4 0 0,3 0 0 16,0-1-6-16,2 1 10 0,-3 0-6 0,3 0 6 15,0 1-3-15,-2-2-2 0,1 2 1 16,0-3-2-16,1 4 3 0,3-3-1 16,-3 2-1-16,2-2 4 0,5-1 0 15,4 4 0-15,0-3-2 0,0 2 4 0,2-2-5 16,-1 2-1-16,-6 3-2 0,7 1-2 15,2-3 6-15,-8 6-4 0,0 0 2 16,5 1-2-16,-1 1 2 0,0 0 0 0,2 3 4 16,1-2-1-16,-1 1 2 0,5-3-3 15,2-1 2-15,0 0 7 0,3-1-7 0,-1 0 0 16,1-1 3-16,4 1-6 0,-3 3 2 16,3-3-2-16,-3 3 2 0,3 1 0 0,-2 0 3 15,0 0-2-15,2 4-3 0,-2 6 7 16,1 2-2-16,3 2-4 0,-1 0 21 15,6-4 3-15,2 1-5 0,2-2-7 16,4 6 7-16,1 4 3 0,3-3-5 0,3-2-1 16,5 0-5-16,-2-2 5 0,11 4-7 15,4-1 2-15,3-3-2 0,2-2 3 0,3-1-3 16,0-2-3-16,-3-7 4 0,-1 0-3 16,0-1-1-16,-8-3 2 0,-2-1-1 15,-3-4 1-15,-8-1 2 0,0-1-7 0,-1 0 0 16,-3-1 1-16,1-2-3 0,-3 1 4 15,-3-2 0-15,4 1-6 0,-9-3-13 0,9 4-25 16,-9-4-47-16,7 4-57 0,-7-4-93 16,11 4-131-16,-11-4-164 0,1 2-199 0,-1-2-70 15,0 0 87-15,0 0-608 16,0 0-776-16</inkml:trace>
  <inkml:trace contextRef="#ctx0" brushRef="#br0" timeOffset="7316.1">8468 6938 5071 0,'0'0'155'0,"0"0"-5"16,0 0 21-16,0 0-15 0,0 0-16 16,20-13-10-16,-13 7-9 0,2 0-29 0,3-3-1 15,5 1-23-15,10-6-5 0,7-1-8 16,10-3-9-16,3 1-52 0,3-3-47 16,4 3-72-16,-5-1-95 0,3 3-109 15,-13 3-103-15,-8 4-116 0,-10 1-175 16,-8 5 59-16,-9 4-496 0,-4-2-625 0</inkml:trace>
  <inkml:trace contextRef="#ctx0" brushRef="#br0" timeOffset="7448.02">8603 6909 3080 0,'-13'8'-85'0,"4"-4"25"15,3 4 41-15,2-6 45 0,4-2 36 16,0 0 15-16,0 0 12 0,0 0-9 0,25 2 1 16,-25-2-9-16,36-8-1 15,-13 3-15-15,11-4-27 0,-1 0-52 0,-1-1-66 16,0 0-88-16,-3 0-105 0,1-1-197 15,-7 2-35-15,-5 0-165 0,-5 0-173 0</inkml:trace>
  <inkml:trace contextRef="#ctx0" brushRef="#br0" timeOffset="8915.02">18230 6749 3855 0,'-9'7'175'15,"2"-4"-9"-15,3 2 42 0,4-5-1 0,0 0-26 16,0 0-6-16,0 0-26 0,-1-17-31 15,6 7-12-15,6 0-6 0,10-13-6 0,3 1-15 16,8-6-6-16,4-5-9 16,2 2-7-16,1-4-3 0,-2-3-9 0,7-1-4 0,-2-4-2 15,2 2-4-15,-5-3-6 16,-2 1-7-16,-2 4 3 0,-10 3-6 0,-7 9-1 0,-2 3-3 16,-9 5-2-16,-1 4-2 15,-4-1-5-15,-4 8 1 0,0 1-3 0,2 7-2 16,-11-7 1-16,11 7 2 0,-18 0-1 15,18 0 16-15,-21 7-2 0,14 0 0 0,-1-1 2 16,3 3-6-16,-1 0 0 0,1 0 1 16,4-1 2-16,-1 2 6 0,2 4 8 15,2 0 16-15,-1 1 4 0,8 4-1 0,-4 2 15 16,3 0 5-16,-5 2-4 0,8 8 2 16,-4 0-5-16,0 0-8 0,-3-5 11 15,0-3 4-15,-2 1-1 0,-1-1 2 16,-2-3 9-16,-3 2-2 0,0-1-3 0,0-4-3 15,-1 3-3-15,-2-3-4 0,-4-4-8 16,2 1-6-16,0-4-1 0,-9 0-8 0,4 1-3 16,-6-3-7-16,4-2-6 0,2-3-12 15,1 0-47-15,-1-3-58 0,1-1-78 0,1-4-101 16,3 1-131-16,1-6-116 0,5-1-103 16,1-1-168-16,4 1 25 0,1-3 92 0,5 0-564 15,-1 1-698-15</inkml:trace>
  <inkml:trace contextRef="#ctx0" brushRef="#br0" timeOffset="9749.62">18827 6557 3129 0,'8'4'-53'0,"-5"0"38"0,-3-4 38 16,5 3 49-16,-5-3 55 0,0 0 41 0,8 2 23 16,-8-2 9-16,0 0-5 0,0 0-6 15,21-5-9-15,-14 1-6 0,6-2-18 0,1 0-8 16,-3-4-16-16,9-1-11 0,4-7-13 15,-1 1-9-15,0-2-12 0,-2 1-11 0,-4 0-8 16,-4 5-6-16,0-3-5 0,-2 3-3 16,-6 2-6-16,2-1-2 0,-3 4-6 15,2-1-2-15,-4 3-4 0,-2 6-3 0,0 0-3 16,0 0-4-16,-13-6 0 0,13 6-5 16,-20 14 1-16,9-5-6 0,0 8 3 15,1-1 0-15,3 4-2 0,-1-2-3 16,4 1 1-16,4-2 3 0,0 0 7 0,2 0-2 15,4-1 11-15,1-3 9 0,7-1 16 16,1 0 25-16,-1-8 19 0,0-3 4 0,2-1 3 16,3-3-5-16,9-9-13 0,-1-2-4 15,0-3-10-15,0-3-4 0,-2-1 2 0,-5-1-14 16,-1 0-5-16,-4 5-4 0,-3 3 2 16,-3 2 1-16,-1 4-6 0,-5-1-8 0,2 4-8 15,-5 5 2-15,8-5-7 16,-8 5-5-16,0 0-3 0,0 0 1 0,0 0 1 15,-13 31-5-15,10-14-1 0,1-2 1 16,0 0 0-16,2 1-2 0,4 1 1 16,-2-2-3-16,1 1 2 0,4-1 2 0,0-1-3 15,2-1-1-15,3-3 0 0,1-3 2 16,0-1-6-16,7-3 3 0,-3 0-4 0,2-7 1 16,4-2-1-16,5-5-8 0,3-3 1 15,-1-5 10-15,8-7-1 0,1-6 0 0,-5-3-2 16,0-5-4-16,1-5-3 15,-5-6 6-15,2-1-7 0,-5-3-2 0,-2 2 0 16,-3 5-1-16,-6 3 1 0,-7 12-1 16,0 8-2-16,-6 7-5 0,-3 3 9 0,0 5-3 15,-6 3-1-15,-3 4 2 0,9 3-4 16,-35 10 8-16,-2 17 0 0,-1 6 0 0,-5 8 7 16,3 8-2-16,-4 17 2 0,4 1-2 15,6 10 3-15,11-12 4 0,8-2 3 0,12 3 9 16,3-2 7-16,13-3 14 0,10-8-33 15,5-3-12-15,12-9 0 0,0-6 0 0,4-8 0 16,0-8 0-16,-8-7 0 0,2-8 0 16,-3-4 0-16,2-9 0 0,-1-6 0 15,-1-2 0-15,-5-3 0 0,2-9 0 16,-10 1 0-16,-5-2 0 0,-6-4 0 0,-3-1 0 16,-5-2 0-16,-4 8 0 0,-3-4 0 15,-3 8 0-15,-1 3 0 0,-4 5 0 16,-3 3 0-16,0 4 0 0,-6 3 0 0,2 4 0 15,-2 1 0-15,-3 4 0 0,-3 1 0 16,-4 6 0-16,5-1 0 0,2-1 0 0,7 2 0 16,-2 1 0-16,9-3-412 0,5 0-467 15,3-4-63-15,2-3 100 0,0 0-898 0,23 7-1172 16</inkml:trace>
  <inkml:trace contextRef="#ctx0" brushRef="#br0" timeOffset="9931.7">20211 6627 4791 0,'0'0'-49'0,"0"0"46"0,-10 4 60 16,10-4 67-16,0 0 53 0,0 0 27 0,0 0-4 15,0 0-28-15,0 0-14 0,0 0-12 16,0 0-19-16,0 0-13 0,46-6-32 0,-21 2-54 16,0 0-80-16,11-4-90 0,0 0-131 15,4-1-109-15,10-5-110 0,4-3-220 0,-4 2 31 16,6-5 83-16,-4 1-421 0,-4-3-494 15</inkml:trace>
  <inkml:trace contextRef="#ctx0" brushRef="#br0" timeOffset="10181.61">21141 5953 2991 0,'-9'-7'28'15,"-1"0"39"-15,5 4 47 0,-2-1 27 16,7 4 13-16,0 0 25 0,-16 9 15 0,6 6 9 15,-5 15-2-15,-5 12 4 0,-2 9-11 16,3 8-20-16,-14 17-6 0,-1 5-23 0,-2 6-14 16,-3 0-12-16,0-1-12 15,-3-3-16-15,1-3-11 0,5-7-20 0,11-15-57 16,3 0-27-16,1-3-36 0,5-11-95 16,3-12-82-16,2 1-51 0,5-13-57 0,0-5-81 15,4-6-131-15,2-4-45 0,0-5 51 16,0 0-301-16,0 0-336 0</inkml:trace>
  <inkml:trace contextRef="#ctx0" brushRef="#br0" timeOffset="10431.51">20735 6515 2540 0,'2'-22'81'0,"0"7"60"0,0-1 64 16,1 6 37-16,2 0 18 0,1-1 6 0,1 3-9 16,2 1-4-16,7 2-9 15,-1 2-9-15,0 3-16 0,4 3-21 0,2 2-8 16,0 6-13-16,6 4-12 0,-3 4-25 15,-3 1-3-15,-7-1-14 0,-4-2-7 16,-7-2-2-16,-1 2-1 0,-6-1 7 0,-5 3-25 16,-7 4 11-16,0 2-17 0,-7-4-6 15,-2-3-9-15,0 0-6 0,-4-3-14 0,2-1-24 16,7-5-47-16,3-4-66 0,4-4-92 16,1-2-137-16,2-3-151 0,5-6-139 0,1-4-174 15,4-5 53-15,6-3 87 0,5-7-503 16,3 2-606-16</inkml:trace>
  <inkml:trace contextRef="#ctx0" brushRef="#br0" timeOffset="10882.91">20939 6575 3335 0,'0'9'21'0,"0"-9"30"0,0 0 46 0,0 8 33 16,0-8 32-16,0 0 12 0,0 0 8 15,4 9 9-15,-4-9-2 0,7 3-6 0,-7-3-16 16,16 3-18-16,-16-3-14 0,22 0-13 15,-10 0-18-15,-12 0-4 0,27-8-8 0,-10 5-11 16,-1-3-7-16,-4 0-10 16,0 0-4-16,-2-7-5 0,-3 3-9 0,-1-4-6 15,-3 1-4-15,-1-1-1 0,-4 0-5 16,0 2-6-16,-1-2 2 0,-5 2-8 0,1 2 0 16,1 3-6-16,-4 0 2 0,3 6 0 15,7 1-4-15,-20 0 0 0,20 0 5 0,-20 5-3 16,12-2 0-16,8-3 0 0,-11 7-3 15,11-7 18-15,-2 7 27 0,2-7 13 16,0 0-9-16,32-2 0 0,4-5-6 0,7-1 0 16,11-6-10-16,0 4-6 0,-10 3 21 15,-6-2 4-15,-11 6 1 0,-7-2-13 0,0 3-2 16,-6 2 11-16,-5 3 16 0,0 2 10 16,-4 4-16-16,-3 3-1 0,-2 2-6 0,-2 5-7 15,-1 3-2-15,-3 2-8 16,1 7-3-16,-3-1 3 0,2-3-14 0,-2-6-1 15,3 2-5-15,-1-5-5 0,3-1-19 0,-1 0-40 16,-1-5-54-16,4-2-50 0,1 0-57 16,0-10-85-16,1 9-121 0,-1-9-115 15,11 2-110-15,-11-2-149 0,26-9 57 16,0-5-620-16,7 1-799 0</inkml:trace>
  <inkml:trace contextRef="#ctx0" brushRef="#br0" timeOffset="11197.69">21770 6520 3892 0,'-13'-5'-23'0,"-1"4"50"0,7 1 47 0,7 0 39 0,-18-2 24 0,18 2 4 0,-13 3 21 15,8 2 3-15,5-5-6 0,-9 14 0 16,4-5-7-16,1 1-15 0,2 2-10 0,0 1-11 16,4-1-4-16,4-1-12 0,0 3-4 15,5-2-14-15,0-3-8 0,5 3-6 16,3-4-6-16,-4-2-6 0,-2-5-2 0,5 1-8 15,-5-2-4-15,-13 0-4 0,25-5 0 16,-11-2 10-16,-7 0 8 0,-1-3-11 0,-3-5-2 16,-3 1 6-16,0-5-21 15,-3-6-2-15,-5-6-3 0,3 6-2 0,-4 3-3 16,4 3-10-16,-4 0 0 0,1 5-7 16,0 1-4-16,0 2-19 0,-3 4-11 0,4 4-37 15,-3-1-49-15,10 4-74 0,-19 0-98 16,9 0-113-16,10 0-135 0,-13-3-206 0,13 3 53 15,0 0 85-15,-2-8-435 0,2 8-514 16</inkml:trace>
  <inkml:trace contextRef="#ctx0" brushRef="#br0" timeOffset="11647.3">22383 5953 3047 0,'0'-17'67'0,"0"3"34"0,-1 4 49 16,-1 1 40-16,-2 1 29 15,2 2-9-15,2 6-20 0,-4-4 6 0,4 4 11 16,0 0-15-16,0 0-17 0,-17 25-7 16,13-8-4-16,2 5-11 0,-1 3-12 0,1 10-13 15,0 6-9-15,0-2-14 0,0 0-4 16,-1 2-18-16,-4 0-5 0,-2 0-10 16,0-1-3-16,-5-7-13 0,1-3 2 0,0 0-11 15,3-10-2-15,-1-4-1 0,-1-5-5 16,2 0 0-16,1-4-5 0,4-2 12 0,1-5-21 15,4 0 5-15,0 0-5 0,0 0 0 16,5-21-7-16,8 8 4 0,7 1 9 16,7-4 15-16,1 3 24 0,-4 5 34 15,-1 4 16-15,0 3-5 0,2 2 24 0,-1 7 15 16,3 2 1-16,0 5-5 0,-4 5 12 16,-2 2-3-16,-4 2-131 0,-7 3-24 0,-1 0 0 15,-7-8 0-15,-4 3 0 0,2-1 0 16,-5 0 0-16,-9 7 0 0,-3-5 0 0,-2-2 0 15,-4 0 0-15,-1-4 0 0,-7-3 0 16,1-1 0-16,-2-3 0 0,-5-1 0 16,-3-4 0-16,0 0 0 0,-1-2 0 0,0-3 0 15,9-1 0-15,-6-4 0 0,11-2-304 16,6-2-589-16,1-4-56 0,7-3 113 16,4-1-936-16,4-2-1201 0</inkml:trace>
  <inkml:trace contextRef="#ctx0" brushRef="#br0" timeOffset="14896.99">22820 6237 4453 0,'4'-17'-162'0,"2"0"72"0,-5 5 52 0,3-3 63 16,0-1 50-16,1 3 60 0,-4 3 37 16,1 1-3-16,2 1-16 0,-2 2-16 0,-2 6 9 15,0 0 23-15,0 0-3 0,11 26 28 16,-8-2-1-16,-1 14-6 0,3 5-13 16,-3 15 18-16,-2 4-7 0,2 1-18 15,1 0-14-15,-1-3-12 0,-2-2-16 0,2-11-10 16,-2-3-13-16,0-2-8 0,-2-6-5 15,0-6-13-15,2-6-5 0,0-4-11 0,0-5-3 16,0 0-9-16,2-2-4 0,-2-1-8 16,2-4-4-16,0-3-38 0,-2-5-76 0,0 0-92 15,0 0-100-15,0 0-137 0,9-18-135 16,-1 4-171-16,0-7-114 0,1-9 86 0,7 0-704 16,-1-3-897-16</inkml:trace>
  <inkml:trace contextRef="#ctx0" brushRef="#br0" timeOffset="15714.03">23285 6517 4198 0,'-4'7'-38'0,"3"-3"42"16,1-4 61-16,-4 8 61 0,4-8 29 16,-2 7 6-16,2-7 2 0,-2 6 1 0,2-6 1 15,6 10-4-15,-4-8-6 0,-2-2-17 16,11 7-11-16,-3-5-12 0,-1 2-11 0,-7-4-11 15,21 0 4-15,-9-4-18 0,-1 0-13 16,1-1-4-16,-1-3-12 0,0 0 0 16,-5-1-4-16,0 1 1 0,-4-3-22 0,-4-1-4 15,-2 2-1-15,-4 0 0 16,-3-1-6-16,-5 3 0 0,-2 3 1 0,-7 1-2 16,-2 3-1-16,-2 1-5 0,-9 5 5 15,2 3 2-15,2 4-6 0,4 3 5 0,3 3-5 16,2 0 0-16,7 5 4 0,5-4 4 15,10-1 7-15,3-3-3 0,2 3 24 0,3-7 9 16,6 6 1-16,14 0 5 0,4-3-3 16,1-6-8-16,6-3 2 0,-2-5-9 0,11-5-2 15,-4 0-4-15,9-9 2 0,-2-3 22 16,-6-3-3-16,-8 3 10 0,-3-3 9 0,-5 5 16 16,-2 3 19-16,-10 1 6 15,0 5-5-15,-5 0-4 0,1 0-71 0,-3 2-36 16,0 1 0-16,-7 3 0 0,0 0 0 15,0 0 0-15,11 10 0 0,-10-3 0 0,-1 1 0 16,0 5 0-16,0 1 0 0,2-3 0 16,-2 5 0-16,2-4 0 0,0 1 0 0,2 0 0 15,-3-3 0-15,2 0 0 0,-1-1 0 16,0 0 0-16,2-4 0 0,-2-1 0 0,-2-4 0 16,11 4 0-16,-11-4 0 0,26-8 0 15,-6-3 0-15,7-7 0 0,-3 4 0 16,1-3 0-16,-6 6 0 0,-4 1 0 0,-3 4 0 15,-3 0 0-15,-2 1 0 0,2 2 0 16,-9 3 0-16,0 0 0 0,0 0 0 16,14 12 0-16,-12-2 0 0,2-2 0 15,-2 3 0-15,2 2 0 0,-2-2 0 0,4 0 0 16,-2 0 0-16,-1-1 0 0,3-2 0 16,-3-2 0-16,3 1 0 0,2-4 0 0,-8-3 0 15,21-2 0-15,-6-3 0 16,5-2 0-16,-2-1 0 0,4-2 0 0,4-4 0 0,-4 2 0 15,-6 3 0-15,0 2 0 0,-7 3 0 16,0 0 0-16,-1-1 0 0,-2 1 0 0,-6 4 0 16,15-4 0-16,-15 4 0 0,0 0 0 15,21 4 0-15,-13 0 0 0,1 1 0 0,-1-3 0 16,1 4 0-16,3 0 0 16,-2-1 0-16,1-2 0 0,2 3 0 0,-1-5 0 15,1 1 0-15,-1-2 0 0,1 0 0 16,-13 0 0-16,25 0 0 0,-14-3 0 0,-4 1-637 15,1-2-279-15,0 1 1 0,-8 3 108 16,0 0-865-16,13-3-1108 0</inkml:trace>
  <inkml:trace contextRef="#ctx0" brushRef="#br0" timeOffset="16896.75">24905 6940 4485 0,'-6'6'-55'0,"0"-4"65"0,6-2 35 0,0 0 48 16,0 0 36-16,0 0 9 0,0 0-1 15,10-21-14-15,0 11-13 0,3-3-4 0,8-7-6 16,4 1-13-16,4-5-6 0,1-7-12 16,2 0-4-16,5-5-6 0,-1-7-12 0,0 1 1 15,1-3-7-15,0 0-5 16,-4 3-6-16,-3 1-5 0,-5 5 3 0,-6 12-10 16,-4 5 3-16,-7 4-3 0,-1 3-4 15,-1 0-5-15,-3 6-2 0,-3 3 0 0,0 3 1 16,0 0 1-16,0 0-3 0,0 0 1 15,0 0-1-15,-24 21 2 0,21-9-1 0,-2-1-2 16,3 1 9-16,4 2 14 0,1 0 10 16,2 6 21-16,5-3 13 0,-1 2 4 0,5 7 13 15,-3-4 6-15,1 6-4 0,-5-6 1 16,-1-1 6-16,-1-2 1 0,-1 3 13 16,-4-1 5-16,0-3 4 0,-2-1 8 0,-2 2 1 15,3-2 2-15,-5 2-9 0,0-3-9 16,0-1-7-16,-1-1-39 0,-3-2-68 15,3-2 0-15,-3 0 0 0,1-1 0 16,-1 1 0-16,-2-5 0 0,3 3 0 0,0-6 0 16,-3 2 0-16,1-2 0 0,11-2 0 15,-22-4 0-15,11 0 0 0,2-2-309 0,5-3-236 16,2-2-149-16,5-4-175 0,6-2 44 16,5-6 96-16,6-2-706 0,7 3-886 0</inkml:trace>
  <inkml:trace contextRef="#ctx0" brushRef="#br0" timeOffset="17213.95">25576 6584 4156 0,'-6'-10'-23'0,"0"4"41"0,6 6 64 0,-7-7 56 0,7 7 26 0,-9-6-3 15,9 6-12-15,0 0 34 0,0 0 30 16,0 0 8-16,-22 11 5 0,19-2 8 16,1 2-25-16,0 1-18 0,0-1-16 15,0 1-15-15,4 1-15 0,0-1-15 0,2-2-9 16,-1 1-12-16,3 1-8 15,-1-4-9-15,6 1-13 0,0-1-7 0,2-1-23 0,-1-4-12 16,1-1-12-16,0 0-4 0,-13-2 6 16,27-4-12-16,-14 3 2 0,-2-4-7 0,-1-4-2 15,1-1 0-15,-3-2-1 16,-3-2 2-16,0-3-5 0,-3-2 2 0,-2-1 4 16,0 3-10-16,-2-1 1 0,-3 3-10 15,2 3-2-15,-7 1 3 0,1 5-4 0,-1 4-44 16,-5 0-57-16,0 7-80 0,0 2-121 15,-3 3-144-15,2 3-216 0,-6 6-156 0,8-5 84 16,3 1-729-16,8-2-922 0</inkml:trace>
  <inkml:trace contextRef="#ctx0" brushRef="#br0" timeOffset="18012.91">25887 6904 3855 0,'-16'-4'-46'0,"3"-1"46"0,1 0 39 16,3 5 75-16,1-4 55 0,8 4 29 16,-14-4-1-16,14 4-9 0,-7-4 3 15,7 4 0-15,0 0 4 0,-7-4 15 0,7 4-33 16,0 0-18-16,3-11-19 0,-3 11-14 16,11-10-11-16,-2 2-9 0,0-1-13 0,4-5-8 15,6-6-11-15,3-4-10 0,3-12-6 16,-1-2-7-16,2-6-7 0,3-5-5 15,1-3-7-15,6-19 0 0,-5 12-9 0,-2 0 20 16,-4 4-7-16,-4 1-2 16,-5 7-7-16,-5 11-4 0,-4 5-5 0,-3 4 0 15,-1 7-1-15,-3 5-5 0,2 1-10 16,-4 6 7-16,1 1-5 0,-5 4 4 0,6 3 1 16,0 0 2-16,-29 17-2 0,8 4 5 15,3 6-11-15,-5 14 2 0,-1 3 2 0,10 4 6 16,0 5-5-16,5-1-1 0,5 3 8 15,2-10-10-15,6-1-2 0,-1-5 6 0,5 0-1 16,2-8 1-16,1 0 2 16,-2-8 1-16,3-7-5 0,-1-3 5 0,0-5-5 0,3 0-1 15,5-5 3-15,0-3 4 0,6-3-1 16,8-8-10-16,-3-2 0 0,-1-6 4 16,5-10 3-16,-4 0-3 0,-5 6-2 15,-2 0 9-15,-2-2 18 0,-6 9 23 0,-5 4 2 16,-1 2-13-16,-3 2-7 0,-2 4-4 15,-4 4-2-15,0 0 7 0,0 0-5 0,-16 29-6 16,3-3-2-16,-4 3-1 0,2 2 1 16,-3 2 1-16,7-2-5 0,-1 1-2 15,1-1-3-15,8-5-1 0,-3-6 0 0,4-3 4 16,2-3-1-16,2 1 0 0,2-3 5 16,5-1-4-16,-2-5 1 0,5 0-5 15,-1-4-3-15,5 0 1 0,1-6-3 16,2-2-1-16,4 0 3 0,4-9-2 0,1-1-2 15,-1-3-2-15,-2-2-2 0,-2-1-2 16,-2 0-1-16,-4 5 0 0,-4 3 0 0,-3 4 0 16,-1 2 0-16,-4-1 0 0,2 4 0 15,-3 3 0-15,-4 2 0 0,0 0 0 0,0 0 0 16,-4 22 0-16,-3-7 0 0,2 3 0 16,-3 4 0-16,3-1 0 0,-4-1 0 0,0-1 0 15,4 1 0-15,1-3 0 0,0-1 0 16,3-4 0-16,1 1 0 0,-2-3 0 15,4-2 0-15,-1-2 0 0,3-1 0 16,2-1 0-16,1 0 0 0,0-2-43 0,-7-2-93 16,12 0-44-16,-12 0-46 0,13-4-61 15,-4-2-94-15,-4 2-94 0,-1-1-100 0,2-3-162 16,-1 0-19-16,2 0 79 0,-2-3-588 16,2 1-724-16</inkml:trace>
  <inkml:trace contextRef="#ctx0" brushRef="#br0" timeOffset="18579.74">27562 5999 3323 0,'-2'-27'-10'0,"-2"4"69"0,-2 1 55 0,5 5 58 0,-4 0 53 0,1 0 43 0,1 1 21 0,1 5-23 0,-2 0-29 15,0 6-30-15,4 5-1 0,0 0-10 16,-30 14-4-16,9 10 24 0,-8 13-8 15,4 11-3-15,-5 9-3 0,-5 17-20 0,3 3-15 16,3 2-13-16,-1-1-19 0,10-14-10 16,-3-4-11-16,-1 0-13 0,5-4-10 15,1-4-11-15,0-5-6 0,5-11-9 0,-1-4-13 16,5-1-7-16,0-11-22 16,0-2-17-16,6-5-7 0,-1-3-4 0,-2-1-9 0,6-4-16 15,0-5-29-15,0 0 7 16,0 0 3-16,0 0-1 0,0 0 13 0,0 0-6 15,-3-26-5-15,3 9 11 0,0-3 0 16,0-4 2-16,-2 0 7 0,0 1-3 0,-2 5 9 16,3 1-5-16,-1 5 6 0,-3-1 0 15,3 4 1-15,0-1 4 0,0 2-2 0,2 8 7 16,0-10 27-16,0 10 25 0,0-8 19 16,0 8 19-16,11-5 2 0,0-1-8 0,5 0-6 15,18-2-10-15,2-1-2 0,3-1-6 16,5 2-5-16,-2-1-4 0,0 3-9 0,-4 0-2 15,-10 4-6-15,-5 4-5 16,-5 2 1-16,-3 4-7 0,-5 3 1 0,-4 5 0 16,-3 1-7-16,-5 3 3 0,-1 13 2 15,-7-1-1-15,-3-1-1 0,2 2 2 0,-7-3-2 16,5 3 4-16,-3-6-3 0,3-1-6 16,1-8-5-16,5-4-25 0,1 1-50 15,1-5-63-15,-2-1-66 0,6-1-78 0,-1-4-113 16,2-4-90-16,0 0-86 0,0 0-86 15,0 0-109-15,0 0 58 0,28-25-608 0,-8-3-773 16</inkml:trace>
  <inkml:trace contextRef="#ctx0" brushRef="#br0" timeOffset="18714.59">27696 6266 3477 0,'2'-29'-85'0,"-4"8"43"0,-1 0 41 0,1 4 44 0,-4 1 36 15,6 4 20-15,-3 2-8 0,1-2-11 0,2 5-15 16,-2 2-4-16,2 5-4 0,0 0-28 15,0 0-87-15,0 0-135 0,-7 19-200 16,4-5-176-16,3 4 58 0,-2 3-247 0,2 3-249 16</inkml:trace>
  <inkml:trace contextRef="#ctx0" brushRef="#br0" timeOffset="19331.68">27865 6584 2249 0,'-22'0'103'0,"8"0"31"0,0-2 49 16,14 2 43-16,-22 2 38 0,9 2 2 16,4-2-6-16,0 3-6 0,-1 1-18 0,2 0-10 15,3 2-20-15,-1 2-19 0,2-1-19 16,0 1-11-16,2 0-15 0,2 1-9 0,2-1-13 16,2 0-13-16,0-1-7 0,4-1-11 15,1-2-5-15,-2-1-9 0,7-2-7 0,-3-1-10 16,5-2-6-16,-16 0-3 0,31-7-1 15,-17 0-6-15,4-5 3 0,-3-1-7 0,-1-3 3 16,0-7 2-16,2-2-3 16,-3-2-3-16,-8 2-6 0,-3 3-8 0,0 3 15 15,-4-1 0-15,0-1-2 0,-3 1 0 16,-2 1 0-16,-3 2 5 0,-2 3-27 16,1 3-1-16,-3 3 8 0,0 5 11 0,-2-1 9 15,1 4-3-15,-2 4 1 0,-4 2-5 16,4 3 4-16,0 1-3 0,1 4-6 15,5 0 7-15,5 0 13 0,4-1 7 16,7 3 7-16,4-1-17 0,6 0 0 0,9 1-3 0,3-4-2 16,6-4-4-16,-3 0 31 15,-3-6 23-15,0-2 10 0,0 0 26 0,-3 0 21 0,-3 0-52 16,-2-2-96-16,-4 2 0 16,-1-2 0-16,-14 2 0 0,21-2 0 0,-21 2 0 15,17 2 0-15,-17-2 0 0,14 6 0 16,-9-1 0-16,-1 2 0 0,-1 0 0 0,3 3 0 15,-2-1 0-15,-1-1 0 0,4 2 0 16,-3-4 0-16,1 1 0 0,-3-3 0 16,-2-4 0-16,7 12 0 0,-1-10 0 0,-6-2 0 15,17 6 0-15,-7-4 0 0,-10-2 0 16,21 0 0-16,-10 0 0 0,-11 0 0 16,19 0 0-16,-19 0 0 0,20-2 0 15,-20 2 0-15,15-2 0 0,-8 1 0 0,1-2 0 0,3-1 0 16,-3-2 0-16,6-2 0 15,0-4 0-15,10-5-18 0,-1-6-1041 0,-9 0 109 16,4-3-1146-16,-11 3-1508 0</inkml:trace>
  <inkml:trace contextRef="#ctx0" brushRef="#br0" timeOffset="19996.72">29084 6324 5396 0,'7'-9'-28'0,"-7"9"70"0,0-8 37 0,0 8 49 0,0 0 53 15,0 0 16-15,0 0 1 0,0 0 34 16,0 0 15-16,0 0-12 0,-20 25-17 0,12-7-17 16,-1 11-21-16,-2 3-16 0,5 2-17 15,-2 0-15-15,2-1-11 0,2-6-17 0,1-3-87 16,1-3-17-16,0-2 0 0,0-2 0 15,0-3-88-15,2-2-118 0,0 0-66 16,0-5-76-16,2-1-95 0,4-4-76 16,-6-2-67-16,0 0-68 0,21-8-79 15,-10-1 50-15,2-5-562 0,1-1-705 0</inkml:trace>
  <inkml:trace contextRef="#ctx0" brushRef="#br0" timeOffset="20129.77">29166 6471 3252 0,'10'-28'-30'0,"-5"3"82"0,2 2 74 15,-4 3 55-15,3-1 43 0,-4 3 29 16,-1 3 17-16,1 1 0 0,0 4-19 0,-2 1-24 15,2-1-23-15,0 0-23 0,-2 2-22 16,0 8-43-16,5-11-47 0,-5 11-63 16,9 0-98-16,-9 0-112 0,0 0-110 15,27 8-100-15,-13-4-91 0,9 5-89 16,-2-4-14-16,16 2-440 0,-3-1-520 0</inkml:trace>
  <inkml:trace contextRef="#ctx0" brushRef="#br0" timeOffset="20463.12">29570 6301 2756 0,'0'0'-17'0,"0"0"53"0,0 0 47 15,0 0 36-15,0 0 41 0,-34-11 16 0,23 11 5 16,11 0 6-16,-33 5-1 16,18 1 1-16,-5 0-3 0,4 4-10 0,-2 0-11 15,3 1-11-15,5 1-6 0,1 1-5 0,3 3-5 16,6-3-13-16,0 1-6 16,6 1-12-16,-1-1-7 0,7 3-10 0,0 0-10 15,1-1-10-15,0-1-3 0,-2 0-5 16,3 2-3-16,-3-3-3 0,1 1-1 0,-2-1 8 15,-3-1 10-15,0-2 15 0,-3-1 29 16,-1 0 3-16,-3-2 31 0,0 1 17 0,-3-3 18 16,3-6 16-16,-11 16 6 0,4-9-1 15,-3-2-11-15,-3-2-14 0,1 1-40 0,-5-2-140 16,2-2 0-16,-1 0 0 0,0 0 0 16,-2-2 0-16,3-2 0 0,2-2 0 15,0 1 0-15,-1-3 0 0,3 0 0 0,3 0 0 16,2 4-143-16,2-3-443 15,0 4-217-15,4 3-104 0,0 0 94 0,0 0-867 16,0 0-1115-16</inkml:trace>
  <inkml:trace contextRef="#ctx0" brushRef="#br0" timeOffset="21646.95">30342 6561 4362 0,'-2'-22'4'0,"0"5"68"0,0 5 56 16,2 2 56-16,0 3 40 0,0 7 13 0,-2-12-11 16,2 12-28-16,0-7-25 0,0 7-9 15,0 0-16-15,0 0-10 0,0 0-20 16,0 0-13-16,8 29-2 0,-10-15-1 16,-2 1-6-16,-2 2-9 0,-1 0-5 0,-4 1-3 15,-1-1-11-15,-1 1 5 0,-1-3-8 16,-1-1-5-16,1 1-11 0,1-3-3 0,0-3-4 15,3-1-1-15,1-1-2 0,2-4 1 16,7-3-3-16,0 0-3 0,0 0 2 16,-10-18-7-16,18-1-4 0,5-12-4 0,8-7 3 15,-2 7 4-15,2 3 7 0,0 3 6 16,-2 4 5-16,-2 6-4 0,-4 3 0 16,1 5-8-16,-5 4 2 0,2 3-9 15,-11 0 2-15,27 7-3 0,-13 1-2 0,2 2-2 16,0 2-22-16,4 5 0 0,5 3 0 15,-1-3 0-15,-5-1 0 0,-2-7 0 0,0 1 0 16,4-2 0-16,-4-4 0 0,2-1 0 16,-4-3 0-16,3-5 0 0,0-1 0 0,2-4 0 15,5-7 0-15,-4-4 0 0,-3-3 0 16,2-3 0-16,0-13 0 0,1-5 0 0,1-2 0 16,-1-7 0-16,-1-8 0 0,9-13-8 15,5-5-27-15,-4-1 6 0,5 2-1 16,-10 17 1-16,-2 8 9 0,-8 5-2 15,-2 16 1-15,-4 4 1 0,-3 6 11 16,-1 7-9-16,-7 9 10 0,-3 4-2 0,5 3 3 16,-22 14 4-16,-3 10 2 0,-5 13 13 15,1 9 10-15,0 5 0 0,4 9 2 0,2 5-1 16,5 1 4-16,0 4-3 0,9-6-1 16,3 1-5-16,3-3 1 0,5-4-3 0,-1-4-1 15,9-15 0-15,-3-3-5 0,0-7-10 16,5-5 0-16,-2-6 0 0,2-7 0 0,-1-1 0 15,2-6 0-15,2 0 0 0,0-4 0 16,6-2 0-16,-1-2 0 0,0 2 0 0,0-4 0 16,-5 2 0-16,-2 2 0 15,-4 1 0-15,-9 1 0 0,18 0 0 0,-18 0 0 16,9 5 0-16,-5 3 0 0,-4 2 0 16,0-1 0-16,-4 3 0 0,1 6 0 0,-1-3 0 15,-2 1 0-15,3-1 0 0,-2-1 0 16,1-2 0-16,2 0 0 0,-1-2 0 0,1-3 0 15,-2 2 0-15,2-3 0 0,-1 1 0 16,3-7 0-16,-10 9 0 0,2-6 0 16,-1 1 0-16,-2-1 0 0,-1-3 0 0,12 0 0 15,-23 0 0-15,23 0 0 0,-21 0 0 16,21 0 0-16,-17 0 0 0,17 0 0 16,-11-2 0-16,11 2 0 0,-10-5 0 15,10 5 0-15,1-10 0 0,-1 10 0 0,12-12 0 16,0 5 0-16,7-3 0 0,8-5 0 15,7 1 0-15,2-1 0 0,12-4 0 0,-1-3 0 16,5-1 0-16,0-2 0 0,-2-5 0 16,4-1 0-16,-2-2 0 0,-7 8 0 0,-2-1 0 15,-13 6 0-15,-6 3 0 0,-5 5 0 16,-5 3 0-16,-5 1 0 0,-1 4 0 0,-6 2 0 16,-2 2 0-16,0 0 0 0,-23 12 0 15,6-1 0-15,-12 7 0 0,4 5 0 0,-1 2 0 16,-3 8 0-16,9-9 0 0,0 3 0 15,5-3 0-15,7-2 0 0,3-3 0 16,3-3 0-16,2-1 0 0,3-1 0 16,3-1 0-16,6 0 0 0,3-3 0 0,2-2 0 15,5 0 0-15,3-5 0 0,4 0 0 16,12-3 0-16,0-3 0 0,3-2 0 0,2-5 0 16,4-3 0-16,-5-5 0 0,-2-1 0 15,-7 0 0-15,-2-7 0 0,-6-7 0 0,-9 6 0 16,-2-2 0-16,-9 5 0 0,-6 3 0 15,-4 3 0-15,-7-2 0 0,-11-1 0 16,-7 3 0-16,-9 7 0 0,-3-1 0 0,-8 8 0 16,2 2 0-16,-1 4 0 0,3 2 0 15,5 6 0-15,-1 0 0 0,5 2 0 16,9-3-337-16,1 7-692 0,4-9 98 16,6 2-1073-16,7-2-1422 0</inkml:trace>
  <inkml:trace contextRef="#ctx0" brushRef="#br0" timeOffset="22614.79">28019 7138 4121 0,'-8'-6'292'0,"3"3"-14"16,5 3 27-16,-10-5 25 0,10 5-5 0,-13-2-18 15,13 2-36-15,-25 7-27 0,9 0-19 16,-2 3 2-16,-5 5-7 0,-1 2-17 0,10 1-16 16,3-3-11-16,0 3-9 0,4-1-17 15,3 0-11-15,4-3-115 0,0 1-24 0,6 1 0 16,-1-1 0-16,8 1 0 15,-1-5 0-15,8 1 0 0,-4-3 0 0,2-3 0 16,0-5 0-16,4-1 0 0,-1-1 0 16,4-5 0-16,4-5 0 0,-4-4 0 0,-1 1 0 15,-1-9 0-15,-4 0 0 0,-2 1 0 16,-6-5 0-16,-1-2 0 0,-5 3 0 0,-5 6 0 16,0 0 0-16,-1 5 0 0,-5-1 0 15,-2 5 0-15,-5 0 0 0,-2 6 0 0,-4 3 0 16,-3 2 0-16,-3 4 0 0,-7 8 0 15,0 3 0-15,-1 5 0 0,7 0 0 0,2-1-16 16,2 0-566-16,8-2-100 0,7-5-145 16,3-6-18-16,6 1 86 0,4-1-765 15,8-4-968-15</inkml:trace>
  <inkml:trace contextRef="#ctx0" brushRef="#br0" timeOffset="23129.32">28394 6895 4400 0,'-2'-25'-7'0,"-2"4"64"0,3 6 65 0,1 1 52 16,-2 2 36-16,-2 3 6 0,4 0-13 15,-4 2-31-15,4 7-13 0,0 0-12 16,0 0 6-16,0 0-9 0,-10 25-15 0,6-1-7 16,-3 16-10-16,-2 13-18 0,-3 4 13 15,3 1-10-15,-2 5-8 0,-2-5-18 16,2 5-8-16,0-5-7 0,-1-5-43 15,1-2-36-15,-3-5-24 0,9-9-19 0,-4-6-11 16,3-7-6-16,1-5-2 0,-2-6 2 16,3-2 6-16,2-4-17 0,1-6-9 0,1-1 1 15,0 0 6-15,0 0 9 0,0 0 4 16,-2-27 9-16,4 4 10 0,1-10 4 0,8-6 5 16,-4 0 7-16,2-14 7 0,5 0 8 15,-1 5 24-15,-2 8 29 0,1 8 30 0,-5 3 22 16,8 2 24-16,-3 5 16 0,-1 5 14 15,11-2 12-15,-6 6-12 0,2 4-3 16,-3 2-11-16,2 4-7 0,1 3-5 16,-2 3-8-16,4 2-8 0,1 2-9 0,3 8-5 15,-3 3 1-15,-3-2-12 0,-9 0 7 16,-4 0 0-16,1-1 9 0,-4 3 7 0,-4-1-2 16,-4-2-1-16,-1 3-3 0,-4-1-5 15,-3-1-11-15,-1-2-4 0,1 0-8 0,0-2-3 16,0-3-8-16,3-1-3 0,-3-1 1 15,3-4-15-15,0-1-42 0,-1-2-57 16,12 0-57-16,-21-10-66 0,15 3-88 0,0-2-103 16,3-6-98-16,1-2-87 0,7-6-109 15,6-8-74-15,1 1 68 0,13-8-614 16,0 3-764-16</inkml:trace>
  <inkml:trace contextRef="#ctx0" brushRef="#br0" timeOffset="23611.33">28908 6743 3475 0,'14'-15'24'0,"-6"5"95"0,-5 1 63 0,3 2 45 0,-2 2 34 0,-4 5 16 0,3-5 6 0,-3 5 30 16,0 0 18-16,0 0-1 0,-16 24-31 15,3 2-3-15,-3 4-27 0,1 5-25 16,-4 10-25-16,0 3-20 0,0 1-18 0,2 1-18 16,2 0-17-16,-1-4-15 0,5-9-9 15,-3 2-22-15,3-7-100 0,2-1 0 16,0-5 0-16,2-7 0 0,3-2 0 15,-1-5 0-15,-1 0 0 0,4-1 0 0,-2-3 0 16,2-4 0-16,2-4 0 0,0 0 0 16,-7 6 0-16,7-6-56 0,0 0-10 0,0 0 6 15,-24-22 6-15,19 13 4 0,-2-1 22 16,1 1 9-16,0 1-7 0,2 0 9 0,-2 3 2 16,6 5-4-16,-7-10 7 0,1 7 0 15,6 3 3-15,0 0 1 0,-5-7 3 0,5 7-3 16,0 0 16-16,0 0 16 0,0 0 5 15,0 0 0-15,13-10 1 0,-2 6-1 16,6-1-4-16,3-2-2 0,2-1-2 16,8-5-6-16,1 2 2 0,-1 1-5 0,-6 2 2 15,-5 4-3-15,-4 0-1 0,-3 3 3 16,-1 2 7-16,-2 3 1 0,-1 0 3 0,0 4 1 16,-3 5 0-16,-1 1-1 0,0 1-9 15,-4 2-15-15,0 1 0 0,-2 0 0 0,0 1 0 16,0-2 0-16,-2 1 0 0,1-1-14 15,1-3-103-15,-4 1-77 0,5-3-72 16,-2-3-91-16,1-1-89 0,0-2-77 0,2-6-82 16,-2 6-68-16,2-6-49 0,0 0 54 15,0 0-559-15,0 0-688 0</inkml:trace>
  <inkml:trace contextRef="#ctx0" brushRef="#br0" timeOffset="23763.3">29030 7132 3234 0,'11'-22'-3'0,"-9"5"73"0,1 3 69 0,1 5 35 0,-4 0 20 0,2 0-3 0,-2 2-16 0,0 2-19 0,0 5-17 16,2-9-18-16,-2 9-13 0,0-8-44 0,0 8-59 16,0 0-97-16,0 0-126 0,0 0-146 15,0 0-200-15,0 0-32 0,0 0 70 0,0 0-293 16,19 19-305-16</inkml:trace>
  <inkml:trace contextRef="#ctx0" brushRef="#br0" timeOffset="24279.71">29311 7217 2517 0,'-14'-4'171'0,"2"1"17"0,-1 0 32 0,6 0 35 15,7 3 10-15,-15-4-10 0,15 4-17 16,0 0-4-16,-17 7-8 0,17-7-12 0,-8 12-11 16,7-4-13-16,-1 1-17 0,0 1-19 15,4 0-12-15,-2 2-18 0,2-2-10 16,-2 1-12-16,0-3-13 0,1 1-9 0,-1-2-6 15,0-7-5-15,2 14-7 0,-2-9-6 16,0-5 5-16,2 8 0 0,-2-8 12 16,0 0 17-16,0 0-11 0,0 0-9 15,0 0-2-15,0 0-3 0,0 0-7 0,7-24-6 16,-1 14-1-16,1 1-4 0,-2-1 0 16,-1 1-4-16,-1 3-1 0,3-1-3 0,-2 0-5 15,-4 7-8-15,10-8 8 0,-10 8-9 16,0 0-4-16,15 0-5 0,-15 0-4 0,0 0 4 15,21 12-8-15,-12-6-2 0,-2 1 2 16,4-3-2-16,-4 4 2 0,-1-3 2 0,-1 0-6 16,-5-5 2-16,12 9 2 15,-12-9-5-15,8 5 4 0,-8-5-1 0,9 2 4 0,-9-2-8 16,0 0 4-16,28-9-3 16,-14 4 9-16,1-2-13 0,-1 2 5 0,-1 0 0 15,2 0 0-15,-5 2-1 0,-5-1-3 16,-5 4 1-16,15-2 8 0,-15 2 9 15,0 0 2-15,18 7 0 0,-15-4-6 0,3 4-4 16,-6-7 8-16,6 14-13 0,-2-5-9 16,-2-3-20-16,0 1-67 0,-2-7-57 0,5 14-65 15,-1-9-67-15,0 2-79 16,-1-2-46-16,6-1-31 0,-4 0-48 0,-5-4-52 0,15 1-45 16,-5-1-21-16,-10 0-631 15,19-1-694-15</inkml:trace>
  <inkml:trace contextRef="#ctx0" brushRef="#br0" timeOffset="24763.94">29719 7303 3210 0,'5'-6'-68'0,"-1"3"61"16,-4 3 41-16,0 0 33 0,5-5 39 0,-5 5 27 0,0 0 18 16,0 0 7-16,0 0 36 0,0 0 13 0,0 0 2 15,0 0-3-15,0 0-27 0,0 0-14 16,-7 27-18-16,3-20-14 0,4 2-13 16,-1-2-9-16,-3 1-16 0,0 1-8 0,1-3-5 15,-6 3-16-15,5-3-2 0,-3-2-3 16,7-4-8-16,-19 5-1 0,9-2-4 0,10-3-11 15,0 0-1-15,-23-11-5 0,18 3-9 16,-3-2-2-16,8-8-2 0,0 1-2 0,2 0 0 16,4 0-3-16,-3 1 3 15,8 3 5-15,-6-1 12 0,3 5 11 0,-1-1 1 16,1 2-5-16,2 4 1 0,-1 2 2 16,-9 2-11-16,19-2 2 0,-6 2-7 0,-13 0-5 15,27 4-2-15,-13-2 2 0,2-1 3 16,0 3-16-16,3-4 3 0,2 1-13 0,0-2-20 15,6-3-12-15,9-5 4 0,-2 0-7 16,-2-5 2-16,-1-5 3 0,-2-1 5 16,-3-5 3-16,3-8 1 0,-4-4 0 0,-3-4 2 15,3-7 6-15,0-4-3 0,-2 0 5 16,-3 1-1-16,-2 8 3 0,-7 16 2 16,-3 5 3-16,-4 6 3 0,-4 10 11 15,-4 4 34-15,4 2 13 0,-21 17 9 0,-4 9 2 16,-5 15-3-16,-3 7-2 0,1 4-10 15,3 4-1-15,-1 2-3 0,3-3-9 0,2 1-3 16,7-6-7-16,2 0-12 0,7-13-30 16,0 0-46-16,9-8-87 0,-3-4-99 0,7-9-97 15,0-1-123-15,3-3-162 0,8 3-119 16,16-1 59-16,9-3-567 0,21-1-715 0</inkml:trace>
  <inkml:trace contextRef="#ctx0" brushRef="#br0" timeOffset="25012.95">30990 7325 3619 0,'-36'-5'140'0,"9"5"63"0,-14 3 66 0,-6 1 80 0,-14 0 64 0,-3 2 34 15,-5-3 11-15,-9 2 5 0,-4 0 1 0,-6 2-23 16,0-2-35-16,-20 4-40 0,-5-1-213 16,3 4-153-16,-2 3 0 0,-1-1 0 0,5-2 0 15,4 8 0-15,27-5 0 0,7 0 0 16,8 3 0-16,6 1 0 0,11-2 0 15,11-4 0-15,1 3 0 0,10-4 0 0,6-4 0 16,2 1 0-16,4-1 0 0,1-4 0 0,1 4 0 16,3-2 0-16,0-1-106 15,4-2-616-15,2-3-165 0,0 0 4 0,12 7 101 16,-12-7-854-16,14 4-1075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22:32.9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12682 16959 5162 0,'-4'-6'87'16,"3"-1"-64"-16,1 7-1 0,-7-7 8 15,7 7-3-15,0 0 93 0,0 0 9 0,-4 22-8 16,1-6-18-16,-1 6-8 0,2 12-6 16,0 4-13-16,0-1-4 0,2 4-6 0,-3-1-10 15,1 0-5-15,-2-1-5 0,0-1-3 16,0-2-6-16,0-9-5 15,0-5 0-15,-1-1-7 0,1-4-4 0,2-3-30 16,-1 0-46-16,-2-5-58 0,3-1-96 16,0-4-118-16,2-4-112 0,0 0-125 0,0 0-191 15,6-29 57-15,0 7-457 0,2-11-622 16</inkml:trace>
  <inkml:trace contextRef="#ctx0" brushRef="#br0" timeOffset="299.14">12695 16972 3378 0,'-2'-16'37'0,"-2"3"53"0,4 4 43 0,0 2 49 15,0 7 20-15,0-12 0 0,0 12-12 16,4-7-12-16,4 4-16 0,2-3-10 16,3 5-16-16,4-2-13 0,3 6-14 0,4-2-13 15,2 7-7-15,7 2-11 16,-1 7-7-16,0 3-8 0,4 6-3 0,-11 0-5 16,-2-1-4-16,-3 5-2 0,-4 0 8 15,0 14 43-15,-1 0 104 0,-5-6 5 16,-4-2-15-16,-1 3 8 0,-1-1 49 0,-4-7-8 15,-2-5-16-15,-2-2-14 0,-5 6-16 16,-3-1-9-16,1-8-168 0,-7 3-20 0,-2-5 0 16,-3-2 0-16,-4-3 0 0,6-6 0 15,-2-1 0-15,4-3 0 0,0-2 0 0,1-4 0 16,-2-4 0-16,3-4 0 16,0-3 0-16,1-1-442 0,7-1-221 15,4-1-212-15,-1 1-29 0,4 4 94 0,4-1-719 0,5 2-975 16</inkml:trace>
  <inkml:trace contextRef="#ctx0" brushRef="#br0" timeOffset="565.13">14416 16934 4587 0,'-4'-16'141'0,"1"5"-11"16,-1-1-1-16,4 8-4 0,0 4 82 16,0 0 70-16,0 0 9 0,-14 33-26 0,10-8-22 15,-3 12-23-15,3 3-5 0,3 5-19 16,-2 0-18-16,-5 8-18 0,1 0-17 0,3-10-13 16,2-1-8-16,-1-4-16 0,-6-2-11 15,6-9-8-15,-3-4-13 0,4-5-16 0,1-1-57 16,-5-5-73-16,4-2-90 0,0-3-121 15,0-3-125-15,2-4-147 0</inkml:trace>
  <inkml:trace contextRef="#ctx0" brushRef="#br0" timeOffset="2581.05">14555 17166 3744 0,'-21'-6'-134'0,"-2"0"41"0,6-1 39 0,2 1 44 0,-3 0 48 0,5 0 42 0,-2 0 18 16,6 3 25-16,-3-3 9 0,2 4-7 16,10 2 11-16,-11-6 2 0,11 6 2 0,-4-8-11 15,4 8-12-15,12-8-12 16,5 3-10-16,15-6-8 0,6 2-8 0,7-3-9 15,7 1-8-15,-5 2 3 0,-8 2-8 16,0 2-10-16,-8 3-8 0,-9-2-3 0,-5 0-2 16,0 2-6-16,-3 0-3 0,-1 4 0 15,1 4 9-15,-2 2 8 0,1 5 8 16,-2 4 13-16,1 13 8 0,2 1 11 0,-4 4 10 16,-3 4 3-16,9 7 16 15,-5 0-7-15,-4-7-6 0,5 1-14 0,1 5-4 16,-1-12-6-16,-3 0-3 0,-1-2-8 15,-3-8 26-15,0-6 12 0,-3-3 1 0,0-3 16 16,0 0 0-16,-2-2-1 0,0-1 12 16,-6 0 16-16,-1 3 5 0,0-5 1 15,-6 4-10-15,-6-3-88 0,-3 2-53 0,-1-4 0 16,-13 3 0-16,2-1 0 0,-2-1 0 16,9-3 0-16,1 0 0 0,2-3 0 0,-3 2 0 15,7 0 0-15,6-2 0 0,-4 0 0 16,4-2 0-16,14 2 0 0,-20 0 0 15,11-2-238-15,-3-2-355 0,6 0-196 0,2-3-150 16,4 7 99-16,0-14-790 0,8 2-1068 16</inkml:trace>
  <inkml:trace contextRef="#ctx0" brushRef="#br0" timeOffset="2914.93">16039 17074 4707 0,'-2'-13'-48'0,"1"2"10"0,1 5 20 0,0 6 17 0,0-11 19 0,0 11 18 16,0 0 7-16,0 0 53 0,0 0 25 15,0 0 0-15,0 34-8 0,0-7-14 0,0 14-5 16,-6 2 6-16,2 13 8 15,-5 2-11-15,6-2-7 0,-6 2-10 16,2-5-7-16,1-11-8 0,1-1-6 0,-4-1-5 16,6-3-3-16,-3-4-10 0,2-8-7 15,1-4 0-15,-1-3-15 0,0-1-53 0,3-5-59 16,-2-2-77-16,3-3-108 0,0-3-133 16,0-4-172-16,0 0-157 0,0 0 66 15,4-25-437-15,0 4-579 0</inkml:trace>
  <inkml:trace contextRef="#ctx0" brushRef="#br0" timeOffset="3180.19">15998 16977 3318 0,'-6'-12'72'0,"4"5"24"0,2 2 59 0,0 5 56 16,4-10 42-16,3 6 26 0,7-1-7 16,5 3-23-16,8 2-17 0,12 4-33 0,13 8-14 15,2 3-22-15,-1 6-16 0,-2 6-12 16,-3 4-8-16,-3 6-19 0,-6 4-2 15,-7 3-20-15,-5 4-5 0,-8-1-7 0,-5 7 9 16,-9-13 16-16,-5 3 23 0,-7 10 12 16,-5-5 10-16,-5-2 9 0,-6-3 7 0,-2 0-13 15,-4-6-14-15,-3-1-13 16,0-7-11-16,-4-2-12 0,0-4-12 0,3-5-28 16,0-7-57-16,5 0-60 0,3-6-121 15,6-6-141-15,4-3-167 0,7-5-205 0,4-10-209 16,14-17 71-16,14-15 91 0,19-18-609 15,12-5-805-15</inkml:trace>
  <inkml:trace contextRef="#ctx0" brushRef="#br0" timeOffset="3431.68">17265 17028 4167 0,'-2'-7'195'0,"2"7"-7"0,0 0 0 0,0 0 95 16,0 0 44-16,-12 23 20 0,7-2-2 15,-4 16-21-15,-5 15-30 0,3 6-17 0,0 3 5 16,0 2-17-16,6-3-21 0,1 1-25 16,2-3-21-16,2-12-150 0,0-3-48 15,0-2 0-15,0-5 0 0,-1-6 0 0,1-6 0 16,0-5 0-16,0-3 0 0,-2-2 0 16,-2-3 0-16,0-5-228 0,1 0-193 0,-2-3-64 15,5-3-57-15,0 0-51 16,-11-20-60-16,11 0-78 0,4-15 12 0,5-17-580 15,1-10-757-15</inkml:trace>
  <inkml:trace contextRef="#ctx0" brushRef="#br0" timeOffset="3597.21">17303 17191 3421 0,'9'-21'-49'0,"0"7"42"0,-6 5 35 0,1 2 57 15,2 4 53-15,-6 3 82 0,0 0 63 16,0 0 44-16,26 17 11 0,-16-5 0 0,-3 6-11 16,1 3-23-16,-2 3-24 0,-1 10-28 15,-3 0-25-15,0 2-19 0,-4 0-25 16,0 1-21-16,-5-2-20 0,-5 0-52 0,-1-1-56 15,-6-3-81-15,-2 0-104 0,0-4-126 16,-7 4-123-16,-3-11-150 0,-7 4-234 0,-6-4-10 16,-7-6 88-16,-4-2-526 0,-8-8-694 15</inkml:trace>
  <inkml:trace contextRef="#ctx0" brushRef="#br0" timeOffset="3997.33">13398 16975 3173 0,'-11'3'-35'0,"2"-1"32"16,9-2 26-16,-18-2 37 0,18 2 47 0,-13-10 32 16,8 1 15-16,0-1 6 0,1-7-11 15,4 0-19-15,6-15-10 0,6-4-12 0,11-15-12 16,13-1-11-16,20-17-3 15,6 4-12-15,12 1-9 0,7 6-8 16,3 6-7-16,1 8-10 0,1 8-17 0,3 9-26 16,-20 6-66-16,0 6-74 0,-3 5-77 15,-3 6-102-15,-16 2-113 0,-6 2-186 0,-7 6 47 16,-9 4-243-16,-8 0-308 0</inkml:trace>
  <inkml:trace contextRef="#ctx0" brushRef="#br0" timeOffset="4280.32">15106 17135 2584 0,'-25'-21'159'0,"0"-3"-21"0,-5-9 32 16,-1-5 27-16,6-3-1 0,0-7-8 0,3-1-10 15,-3-8-19-15,4-5-15 0,2-3-16 16,-7-16-15-16,6 14-10 0,1 0-9 16,1 3-12-16,-4 2-11 0,3 4 2 0,-1 2-48 15,-3 8-40-15,-1 2-52 0,6 14-52 16,0 6-61-16,1 9-57 0,2 7-72 0,-1 6-85 16,3 3-185-16,-2 2 13 0,-2 6-229 15,3 5-282-15</inkml:trace>
  <inkml:trace contextRef="#ctx0" brushRef="#br0" timeOffset="4548.35">16349 16973 2471 0,'-18'-27'142'0,"-10"-12"-17"0,-10-2-12 16,-8-5 1-16,-21-9 1 0,-7-9-5 16,-4 0-12-16,-5-3-10 0,0 8-7 0,-5-2-8 15,4 10-11-15,2 8-4 0,8 7-5 16,15 14-11-16,7 7-4 0,13 6-16 0,-1 5-39 16,11 4-40-16,8 5-52 0,2 3-63 15,6 0-88-15,4 1-112 0,2-1-172 16,11-1 39-16,0 2-97 0,7-1-101 0</inkml:trace>
  <inkml:trace contextRef="#ctx0" brushRef="#br0" timeOffset="4780.6">17097 16864 1824 0,'-29'-17'213'0,"-16"-6"21"0,-7-1-19 0,-12 3-18 16,-5-3 9-16,-18-5 10 0,-3 4-4 16,22 4-9-16,-2 0-18 0,11 3-19 0,7 1-19 15,9 8-24-15,7-1-21 0,9 3-88 16,6 0-103-16,4 5-145 0,6 0-188 0,-1 2-192 16,12 0 55-16,0 0-237 0,-18 2-283 15</inkml:trace>
  <inkml:trace contextRef="#ctx0" brushRef="#br0" timeOffset="5882.91">15976 16044 2297 0,'0'0'65'0,"0"0"-4"0,0 0 28 0,0 0 51 0,0 0 76 15,0 0 57-15,0 0 31 0,0 0 15 0,0 0 6 16,0 0-5-16,0 0-1 15,16 19-6-15,-16-19-10 0,11 7-26 0,-3-4-20 16,-8-3-20-16,14 7-22 0,-14-7-21 0,11 3-16 16,-11-3-13-16,12 2-18 15,-12-2-14-15,0 0-14 0,18-7-11 0,-12 1-12 0,-2-3-9 16,2-1-6-16,-4-2-8 16,0-2-12-16,-4-3-4 0,-4-4-7 0,0 2-7 15,-5 1 0-15,-6-7-11 0,-1 4-1 16,-3 9-3-16,3 1-8 0,-4 4-1 0,3 3-3 15,2 1-3-15,4 3-1 0,0 0-1 16,13 0 1-16,-24 5-3 0,19-2-1 16,5-3 3-16,-4 11-7 0,4-11-4 0,15 7 0 15,4-4 0-15,8-1 0 0,15-2 0 16,4-4 0-16,1-1 0 0,1 0 0 0,-3-2 0 16,2 2 0-16,-6 0 0 15,-3 1 0-15,-9 4 0 0,-8-3 0 0,-3 6 0 16,-2-2 0-16,-2 5 0 0,-3 1 0 15,-4 2 0-15,4 3 0 0,-8 1 0 0,1 3 0 16,-4 1 0-16,-2 3 0 0,0-3 0 16,2 4-3-16,-1 0-158 0,-3 1-67 0,2-3-81 15,-3 0-101-15,3-2-120 0,2-3-122 16,2-4-167-16,0 0 42 0,8-1 76 16,-6-6-524-16,-4-3-687 0</inkml:trace>
  <inkml:trace contextRef="#ctx0" brushRef="#br0" timeOffset="6230.88">16593 16051 3420 0,'-2'-10'43'15,"2"10"33"-15,0 0 9 0,-5-5 48 0,5 5 53 0,0 0 41 0,0 0 23 16,0 0 10-16,0 0 0 0,0 0-20 0,9-11-21 16,-9 11-29-16,12-3-19 0,-12 3-14 15,20-7-19-15,-9 4-16 0,0-1-19 0,1-1-12 16,-1 0-22-16,-1 0-16 0,0-1-21 15,-3 2-13-15,-2-2-6 0,-5 6-7 0,4-11-2 16,-4 11-3-16,0 0 3 0,-15-12-3 16,2 12-2-16,-8 0 0 0,-6 4 8 0,-9 4-7 15,0-1-1-15,1 3 1 16,7 2 2-16,0 1 2 0,7 1-2 0,5-4 8 16,1 3 16-16,8 0 15 0,-3-1 23 15,2 1 5-15,6-2 10 0,1-1-8 16,1 2-5-16,1-2-11 0,1 0-3 0,7 1-9 15,2-1-18-15,2-1-58 0,4-1-104 16,3-1-136-16,5-4-168 0,4-1-237 0,-2 0-144 16,1-2 73-16,10-4-630 0,0-1-831 15</inkml:trace>
  <inkml:trace contextRef="#ctx0" brushRef="#br0" timeOffset="6579.99">17057 15946 3948 0,'-9'-6'-55'0,"3"3"45"16,6 3 44-16,-10-6 15 0,10 6-13 0,0 0 6 15,-7-6-2-15,7 6-11 0,0 0 6 16,0 0-7-16,0 0-4 16,0 0 4-16,0 0-5 0,-17 15 0 0,13-11-2 0,2 4-6 15,2-8 10-15,0 14 1 0,4-5 8 16,-1-1 10-16,6 0 0 0,0 1 5 0,4-3-5 15,1 0-4-15,0-3-3 16,6-2-3-16,-4-1-2 0,0 0 2 0,2-1 3 16,-3 1 18-16,-3-3 17 0,-12 3 23 15,25 0 7-15,-25 0 1 0,16 0-6 16,-16 0-8-16,13 0-11 0,-13 0-9 0,12 3-6 16,-12-3-6-16,7 5-6 0,-7-5-5 15,12 5-4-15,-12-5-6 0,10 7-10 0,-7-2-32 16,-3-5-60-16,10 7-84 0,-10-7-103 15,5 7-127-15,-5-7-177 0,0 8-155 0,0-8 68 16,-13 13-412-16,-1-3-527 0</inkml:trace>
  <inkml:trace contextRef="#ctx0" brushRef="#br0" timeOffset="6830.79">15710 16320 3312 0,'-42'0'243'0,"11"2"6"0,6-2 24 16,7 2 39-16,4-2 22 0,7 1 65 16,7-1 40-16,0 0-3 0,28 11-28 0,39-4-39 15,21-5-35-15,39 2-35 0,18-4-34 16,11-2-32-16,11 2-28 0,4-2-124 0,2 1-81 16,-3 0 0-16,-4-1 0 15,-16-2 0-15,-15-1-194 0,-22-2-207 0,-35 2-93 0,-15 0-25 16,-18 2-11-16,-16-2-7 15,-10-1-59-15,-7 3-138 0,-7-2 40 0,-5 5-494 16,0 0-652-16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23:01.3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4570 8201 1594 0,'3'-5'497'0,"-3"5"-120"0,0 0-50 0,4-10-27 0,-4 10-14 0,0 0-21 0,2-9-21 15,-2 9-21-15,0 0-8 0,0 0-7 16,0 0-9-16,0-9-11 0,0 9-17 16,0 0-10-16,0 0-10 0,0 0-13 0,0 0-2 15,-6-7-13-15,6 7-15 16,0 0-10-16,-13-5-8 0,3 2-8 0,1 0-10 16,9 3-2-16,-23-4-8 0,9 2-10 15,-1-3-5-15,-2 2-7 0,0 0-5 0,-4 2-3 16,0 1-10-16,-5 4 8 0,-1-1-8 15,-10 8-4-15,-1 0-5 0,4 7 0 0,0-3 0 16,2 2-9-16,1 4 2 0,2-2 0 16,4 4 0-16,2-4 0 0,1 3-3 0,5-1-1 15,-1 4-1-15,7-7 0 0,4-1 4 16,-1 2-1-16,2 2-2 0,4 1 0 16,2-1 4-16,2 2-2 0,6 6 1 0,1 2 3 15,4 1-1-15,5-5 6 16,3-1 1-16,3 0 0 0,3-3 4 0,7 3 7 0,5 0-10 15,-9-6 6-15,8 5-1 16,-9-4 39-16,-2-4 16 0,-2 9 16 0,-5-3 25 16,-3 4 23-16,-2 2 5 0,-5 4 10 15,-4 1 2-15,-2 6-2 0,-8-2 8 0,-2 3-161 16,-7 6-1-16,-2 3 0 0,-3 0 0 16,-3-2 0-16,1 0 0 0,-3 1 0 0,-4-2 0 15,-2 0 0-15,0 1 0 0,-5-6 0 16,0-1 0-16,-2 1 0 0,-2-1 0 15,-1-6 0-15,5 0 0 0,0-6 0 16,9-8 0-16,0-1 0 0,9-6 0 0,-2-2 0 16,7-5 0-16,3 0 0 0,-2 1 0 15,3-6 0-15,1 1 0 0,6-3 0 16,0 0 0-16,0 0 0 0,0 0 0 0,-7-18 0 16,7 18 0-16,13-21 0 0,1 9 0 15,-1-2 0-15,6 3 0 0,1 2 0 0,0 4 0 16,-1 1 0-16,2 6 0 0,0 5 0 15,7 10 0-15,3 19 0 0,-4 7 0 0,-9 13 0 16,-2 10 0-16,-7 11 0 0,-3 24 0 16,-8 5 0-16,-6 2 0 0,-1 3 0 0,-3 1 0 15,-3 5 0-15,-2-3 0 16,0 5 0-16,-2-2 0 0,-1-4 0 0,4 2 0 0,-2-8 0 16,3 0 0-16,0-4 0 15,2 0 0-15,2-6 0 0,-3 0 0 0,7-21 0 16,-1 4 0-16,0-2 0 0,0-2 0 15,5-3 0-15,-1-2 0 0,2-3 0 0,2-2 0 16,2-4 0-16,0-4 0 0,3-17 0 16,-3-4 0-16,4-6 0 0,0-6 0 15,2-5 0-15,-1-4 0 0,4-2 0 0,1-2 0 16,1-8 0-16,6 0 0 0,-2-6 0 16,6-4 0-16,11-2 0 0,2-3 0 0,-2-3 0 15,0-2 0-15,0 1 0 16,0-1 0-16,-1 3 0 0,-5 1 0 0,-7 3 0 15,-4 2 0-15,-3 2 0 0,-3 1 0 16,-4 1 0-16,2 1 0 0,-9 2 0 0,14-3 0 16,-14 3 0-16,8-4 0 0,-8 4 0 15,0 0 0-15,5-5 0 0,-5 5 0 0,0 0 0 16,0 0 0-16,-9-12 0 0,4 7-778 16,-3-2-208-16,-2-3 99 0,-1 0-997 0,-4 0-1308 15</inkml:trace>
  <inkml:trace contextRef="#ctx0" brushRef="#br0" timeOffset="7744.76">15928 11081 2628 0,'-25'-1'497'0,"0"-1"-171"0,2 2-121 0,0 0-34 0,2 0 1 0,2 0 21 0,-2 0 9 15,6 0-1-15,0-2 8 0,1 2-13 0,1 0-18 16,3-1-13-16,10 1-18 15,-17 0-17-15,17 0-10 0,0 0-12 0,0 0-10 16,0 0-14-16,0 0-2 0,65-15-10 16,5 1-11-16,39-5-4 0,21-5-11 0,20-2-1 15,79-3-7-15,13 0-5 0,19 4-17 16,13 9-20-16,16 3-21 0,-1 7-17 0,0 0 2 16,-8 2-7-16,-10 4 0 0,-20-4-10 15,-68 2-17-15,-3-2-20 0,-12 1-22 0,-16 0-9 16,-11-4-5-16,-19-1 3 0,-40 0-2 15,-14 0 22-15,-11-1 14 0,-21-1 19 0,-3 0 8 16,-16 1 10-16,-7 1 5 0,-9 1 0 16,-1 0 6-16,0 7 3 0,-20-14-29 0,1 8-61 15,-15-1-78-15,-4 3-112 16,-7 3-143-16,-2-1-116 0,-3 4 44 0,-11 5-320 16,0 1-342-16</inkml:trace>
  <inkml:trace contextRef="#ctx0" brushRef="#br0" timeOffset="8111.92">16265 11373 2791 0,'-45'-5'247'0,"0"1"-27"0,-1 4-22 16,3-3-16-16,10 2-15 0,8-1 30 15,8 0-1-15,6 0-18 0,9-1-22 0,2 3-13 0,41-16-15 16,27-1-11-16,38-7-15 16,34-3-6-16,65-11-19 0,16 2-18 0,18 6-10 15,16-3-7-15,12 0-10 0,-5 5-17 16,-1 5-12-16,-11 2-3 0,-12 4-7 0,-62 3 0 16,-15-1-2-16,-14 3-6 0,-25 0-2 15,-16 0 1-15,-38 1 5 0,-11 1 2 0,-17 2 9 16,-6-3 16-16,-11 2-1 15,-6 1-1-15,-5 2 1 0,-5-3-5 0,-1 2-2 16,-4 0-2-16,0 1-15 0,-1 0-34 16,-1 6-54-16,0-10-86 0,0 10-109 0,-3-8-137 15,3 8-215-15,-6-5 38 0,6 5 80 16,0 0-345-16,0 0-353 0</inkml:trace>
  <inkml:trace contextRef="#ctx0" brushRef="#br0" timeOffset="8978.46">21388 10735 2920 0,'-3'-8'318'0,"-1"2"-25"0,4 6-31 0,-6-10-13 0,6 10 11 16,-3-1 26-16,3 1 27 0,0 0 4 0,-13 17-11 15,6-2-19-15,0 5-29 0,-2 11-20 16,1 0-8-16,-2 4-8 0,3 3-13 16,-2-5-10-16,0 2-15 0,4-1-12 0,-3-8-3 15,5-4 0-15,-1-5 3 0,0 0-14 16,2-5-158-16,1 0 0 0,-4-1 0 16,5-5 0-16,-4 0 0 0,4-6 0 0,0 0 0 15,0 0 0-15,0 0 0 0,0 0 0 16,-5-28 0-16,5 6 0 0,2-12 0 0,-1-6 0 15,7 1 0-15,-2 2 0 0,0 2 0 16,1 4 0-16,-1 8 0 0,-3 6 0 16,-1 5 0-16,3 0 0 0,-3 3 0 0,0 0 0 15,-1 4 0-15,3-1 0 0,-4 6 0 0,7-2 0 16,-7 2 0-16,0 0 0 0,0 0 0 16,27 9 0-16,-16-4 0 0,1 1 0 15,-1 0 0-15,3-3 0 0,-3 1 0 0,0 0 0 16,2-1 0-16,-2 0 0 0,1-3 0 15,1-3 0-15,1-4 0 0,6-3 0 0,8-11 0 16,-1-1 0-16,7-8 0 0,1-5 0 16,-3 5 0-16,-7 2 0 0,-2 3 0 15,-3 6 0-15,-2 3 0 0,-7 3 0 0,-3 5 0 16,0 4 0-16,-1 1 0 0,-7 3 0 0,0 0 0 16,16 17 0-16,-13-2 0 15,-1 7 0-15,2 2 0 0,0 0 0 0,-3 12 0 16,1-7 0-16,2-4 0 0,-2 1 0 15,-2 0 0-15,2-2 0 0,-2-2 0 0,2-1 0 16,-2-4 0-16,0-3 0 0,0 0 0 16,0-1-163-16,0-1-304 0,0-3-107 0,0-3-113 15,0 1-148-15,0-7 67 0,0 7 85 16,0-7-682-16,0 0-820 0</inkml:trace>
  <inkml:trace contextRef="#ctx0" brushRef="#br0" timeOffset="9528.29">21955 11051 4158 0,'-13'7'195'0,"4"-1"28"0,0-2 41 0,4-1 35 0,5-3 8 0,-10 2-12 0,10-2-19 16,0 0-25-16,0 0-26 0,0 0-20 15,21-13-21-15,-9 3-16 0,1-3-20 0,2-2-20 16,4-8-13-16,-2 1-14 0,3-3-11 15,-5-3-11-15,0-3-11 0,-2 2-3 0,-2-2-5 16,1 3-7-16,-4 6-5 0,-5 3-1 16,3 6-7-16,-2-1-2 0,0 4-4 0,-2 1-7 15,2 1-27-15,-2 4 0 0,-2 4 0 16,0 0 0-16,0 0 0 0,0 0 0 16,-12 22 0-16,6-6 0 0,2 4 0 15,1 5 0-15,-3-2 0 0,4 1 0 0,1 2 0 16,2-2 0-16,1 0 0 0,2 0 0 15,0-3 0-15,1-2 0 0,5-1-4 0,1-7-39 16,0-3-5-16,2-2 6 0,-1-2-9 16,2-7-1-16,3-2 0 0,0 0 6 0,2-6-1 15,6-7 7-15,0-1 5 0,0-5 2 16,-2-2 7-16,-1-2 8 0,5-5 0 0,-8 3 3 16,0 4 3-16,-2 0 0 15,-4 8 3-15,-3 2 3 0,0 6 4 0,-5 2 3 0,-1 1-5 16,1 3 5-16,-5 4-2 15,0 0 3-15,0 0 3 0,0 0 1 0,3 18-1 16,-5-7-1-16,1 2-4 0,-2 3 2 16,-1 2 1-16,0-1 2 0,2 0-5 0,2 2-14 15,-1-1-19-15,1-1-31 0,1 1-32 16,-1-5-34-16,0 2-44 0,4-3-48 0,-2-2-63 16,0 0-60-16,3-1-53 0,-4-2-69 15,5-2-73-15,-6-5-136 0,9 2 30 0,-9-2-551 16,14-1-661-16</inkml:trace>
  <inkml:trace contextRef="#ctx0" brushRef="#br0" timeOffset="9794.95">22803 10286 3408 0,'-2'-22'87'0,"2"5"44"0,0 3 30 0,2 3 42 0,-2 1 27 0,0 4 14 0,0 6 7 0,0-11 12 0,0 11 21 15,0 0-9-15,0 0-3 0,-6 24-15 16,3-2-21-16,-5 15-22 0,2 5-16 0,-4 12-25 16,-1 2-15-16,1 1-18 0,3-1-18 15,-2-2-26-15,-1 2-20 0,2-3-32 16,1-1-34-16,1-12-23 0,1-3-33 0,-4 0-29 16,6 0-31-16,-3-7-42 0,2-4-50 15,1-7-68-15,1-4-94 0,0-4-97 0,2-3-106 16,0-3-177-16,0-5 56 0,0 0 77 15,0 0-505-15,32-24-582 0</inkml:trace>
  <inkml:trace contextRef="#ctx0" brushRef="#br0" timeOffset="10294.4">23362 9972 3282 0,'-7'-16'166'0,"5"3"40"15,-1 5 41-15,-1 0 28 0,0 3 27 16,4 5 34-16,0 0 15 0,0 0 10 15,-23 23 2-15,10 4-9 0,-2 8-10 16,-9 14-18-16,4 6-24 0,-1 9-26 0,-8 17-28 16,2 1-18-16,-1-2-23 0,-3-1-192 15,11-14-15-15,-1-3 0 0,0 0 0 0,0-6 0 16,4-2 0-16,-3-7 0 0,9-10 0 16,-2 0 0-16,1-8 0 0,5-6 0 0,-1-5 0 15,5-4 0-15,-2-4 0 16,1-3 0-16,3-2 0 0,1-5 0 0,0 0 0 15,0 0 0-15,0 0 0 0,-19-17-32 16,15 7-102-16,0 0 23 0,-2-2 7 0,3 1 13 16,-1 0 11-16,-2 2 13 0,5-2 32 15,-3 5 19-15,2-1 9 0,-3-1 1 0,5 8 3 16,0-10 2-16,0 10 7 0,5-9 6 16,1 3 7-16,-1 0-5 0,6-2 1 0,5 1-4 15,0-3 5-15,13-6-2 0,0 3-7 16,1 1-1-16,-3-2 3 0,3 3-2 0,-8 0-6 15,-6 4 4-15,-4 3 4 0,1-1 2 16,-1 3 13-16,-2 2 12 0,-10 0 4 0,14 4 4 16,-7 1 0-16,-3 4 0 15,-3 2-8-15,1 0 1 0,-2 3-8 0,-2-1 0 0,2 5-5 16,0-1-3-16,-1 1-19 16,-1 3-24-16,0 0-26 0,-1-3-29 0,-1 0-31 15,2-1-33-15,2-3-52 0,-1 0-61 16,-1-4-84-16,0 0-85 0,-2-3-80 0,2 2-110 15,2-4-124-15,0-5 57 0,0 0-660 16,0 0-795-16</inkml:trace>
  <inkml:trace contextRef="#ctx0" brushRef="#br0" timeOffset="10460.79">23344 10580 3547 0,'6'-18'-2'0,"-4"7"97"0,-1-1 64 0,-1 4 51 0,0 1 37 0,0 7 26 0,0-10 15 16,0 10-13-16,2-9-23 0,-2 9-29 15,0 0-26-15,2-10-31 0,-2 10-64 16,0-5-78-16,0 5-89 0,0 0-116 0,0 0-134 16,0 0-149-16,0 0-185 0,0 0-13 15,0 0 75-15,16 17-479 0,-9-6-537 0</inkml:trace>
  <inkml:trace contextRef="#ctx0" brushRef="#br0" timeOffset="10762.04">23719 9956 2933 0,'0'-42'132'0,"0"3"71"15,-2 11 42-15,2 4 35 0,0 7 17 0,0 3 5 16,-1 8 12-16,-1 2 14 0,2 4-2 16,0 0-2-16,-19 48-8 0,7 7-17 0,1 13 1 15,-5 27-7-15,2 16-11 0,-6 8-33 16,2 7-25-16,0 9-23 0,2 1-15 0,2-1-29 15,1-7-157-15,1-2 0 0,-7-12 0 16,2-6 0-16,-3-11 0 0,2-9 0 0,-2-23 0 16,8-9 0-16,-4-8 0 0,5-13-6 15,1-5-225-15,2-13-43 0,5-5-42 16,-3-11-57-16,6-1-40 0,0 0-33 16,2-30-29-16,5-11-10 0,5-17 3 0,5-8 4 15,8-23 38-15</inkml:trace>
  <inkml:trace contextRef="#ctx0" brushRef="#br0" timeOffset="10994.6">23508 11188 3112 0,'23'-76'-223'0,"-6"18"63"0,0 5 46 15,-1 5 40-15,-5 12 39 0,-2 4 34 0,-1 8 28 16,0 2 27-16,-5 7 24 0,5 1 29 16,-2 1 24-16,4 1 32 0,-1 2 10 0,3 3 17 15,-1 1 7-15,2 4 3 0,1 0 6 16,-1 2 3-16,0 2-4 0,0 2-11 16,-1 1-13-16,-1 4-12 0,2 3-14 15,-1 0-12-15,-4 2-14 0,-5 1 1 0,1 1 6 16,-4-1 5-16,0-3 1 0,-4 6-15 15,-1-1-14-15,-4 2-16 0,-1-4-11 0,-3 0-23 16,-1-1-38-16,-1-2-37 0,4-3-54 16,-1-5-52-16,3-2-57 0,9-2-61 0,-20-10-67 15,15-4-69-15,3-9-81 0,6-19-112 16,8-17-75-16,20-30 61 0,6-1-427 0,5 3-481 16</inkml:trace>
  <inkml:trace contextRef="#ctx0" brushRef="#br0" timeOffset="11210.39">24179 10031 2921 0,'6'-9'187'0,"-2"1"81"0,-3 3 62 16,-1 5 33-16,4-6 30 0,-4 6 24 16,0 0 5-16,0 0-3 0,6 31-1 0,-4-8-18 15,-2 14-11-15,-2 4-8 0,-2 14-10 16,-2 6-21-16,-1 5-188 0,-5 1-162 0,-3 1 0 16,-2 2 0-16,0-2 0 0,0-1 0 15,0-3 0-15,-3-5 0 0,5 0 0 0,-2-6 0 16,0-6 0-16,7-11 0 0,-1 0 0 15,3-5 0-15,1-9 0 0,1-5 0 0,2-2 0 16,1-6-130-16,1-2-405 0,2-5-40 16,0-2-33-16,0 0-8 0,0 0 7 0,16-31 24 15,4 2 68-15,2-12-849 16</inkml:trace>
  <inkml:trace contextRef="#ctx0" brushRef="#br0" timeOffset="11377.31">24124 10851 3490 0,'29'-51'-126'0,"-5"11"71"0,-5 8 55 16,-1 3 47-16,-4 5 49 15,-2 7 44-15,-2 3 40 0,-3 4 34 0,-2 4 31 16,1 4 18-16,-6 2 12 0,8 0 10 15,-8 0 5-15,6 10-12 0,-4 0-17 0,0 4-17 16,-2 3-26-16,-2 4-22 0,-2 3-23 16,0 0-43-16,-1 8-46 0,-4 0-52 0,0 0-61 15,4-6-58-15,-3-4-66 0,2-1-74 16,-2-2-89-16,5-1-86 0,-3-6-88 16,3 0-115-16,1-2-69 0,0-5 48 15,2-5-514-15,0 0-607 0</inkml:trace>
  <inkml:trace contextRef="#ctx0" brushRef="#br0" timeOffset="11527.05">24404 10510 3027 0,'5'-25'40'16,"-1"7"101"-16,-2 0 60 0,0 6 35 15,-2 2 17-15,0 1-8 0,-2 2-21 0,-2 2-23 16,4 5-31-16,-3-5-56 0,3 5-85 16,-6-3-126-16,6 3-144 0,0 0-158 0,0 0-190 15,0 0 19-15,0 0 55 0,0 0-325 16,17 23-326-16</inkml:trace>
  <inkml:trace contextRef="#ctx0" brushRef="#br0" timeOffset="11744.22">24650 10648 2544 0,'-24'10'238'16,"6"1"49"-16,-9 4 46 0,0 0 38 0,2 4 30 15,2 0 18-15,1 2-7 0,5-1-25 16,6-2-36-16,0-2-32 0,8-1-51 0,-1 1-25 15,0-2-31-15,4 1-43 0,0-1-55 16,4-3-63-16,0 2-76 0,-1-2-67 16,8-4-75-16,-4 1-82 0,2-4-78 0,3-1-66 15,1-2-57-15,0-2-35 0,3-3-40 0,0 1-49 16,4-5-8-16,-3-3-523 16,8-7-576-16</inkml:trace>
  <inkml:trace contextRef="#ctx0" brushRef="#br0" timeOffset="12094.02">24701 10790 2770 0,'8'-14'-70'16,"-3"5"80"-16,1 0 66 0,-3 0 50 15,0 2 56-15,3 0 37 0,-4 2 28 0,-2 5 22 16,5-7 7-16,-5 7 8 0,0 0 18 16,0 0-7-16,0 0-10 0,0 0-13 0,27 14-10 15,-25-5-9-15,0-1-19 16,0 5-26-16,-2-2-18 0,-2 4-17 0,-2-1-14 16,-2 3-12-16,0 1-16 0,-3-1-14 15,0-2-13-15,-4-1-13 0,2-1-9 0,-3 1-13 16,0-5-22-16,1-1-35 0,-1-1-25 15,3-3-18-15,2-3-14 0,9-1-24 0,-20-6-13 16,15-4 2-16,-1-4 0 0,4-6 10 16,6-6 8-16,3-9 3 0,4 0-8 0,5 4 2 15,-1 1 7-15,-3 10 4 0,-1 6 4 16,-2 3 6-16,2 3-1 0,-2 5 10 0,0 1-3 16,-9 2-13-16,19 5-10 0,-9 0-11 15,2 2-16-15,-1 1-13 0,0 3-9 0,1 1-13 16,-1-4-22-16,0 1-28 0,1-2-32 15,-3-2-19-15,0 0-13 0,3-4-9 0,0 1-10 16,-12-2-27-16,24-4-32 0,-11-5-25 16,1-3-43-16,8-9-63 0,-2-5-59 15,5-9-315-15,-2-8-307 0</inkml:trace>
  <inkml:trace contextRef="#ctx0" brushRef="#br0" timeOffset="12578.14">25532 9699 2270 0,'17'-29'53'0,"-6"10"68"16,-3 7 58-16,-6 2 47 0,-2 5 48 15,0 5 48-15,0 0 37 0,0 0 45 16,-34 17 15-16,10 4 4 0,8 8-12 0,-11 12-35 16,2 11-26-16,2 8-29 0,1 3-20 15,-5 19-27-15,9-14-31 0,-2 21-24 0,1-2-20 16,3 2-21-16,1-17-17 0,10-2-53 16,-4-1-108-16,2-9 0 0,3-3 0 15,1-4 0-15,-1-14 0 0,0-1 0 16,1-11 0-16,-2-5-32 0,-1 0-75 0,3-9-13 15,-5-3-9-15,5-2-3 0,-5-4-4 16,8-4-5-16,0 0-6 0,0 0 10 0,-19-22 13 16,11 1 14-16,7-3 11 0,-6-14 21 15,3 3 19-15,3 7 18 0,-3 2 21 0,0 9 23 16,0 0 22-16,4 5 16 0,-1 0 7 16,-1 4 10-16,0 1 9 0,2 7 16 0,2-8 4 15,-2 8-16-15,0 0 8 0,0 0-6 16,15 3-1-16,-15-3-13 0,25 0-2 15,-8-4-8-15,5-1-8 0,11-3-6 0,4-3 2 16,0 1-5-16,-2-2-19 0,-1 1 6 16,-9 5-5-16,-2 4-4 0,-7 2-1 15,-2 4-2-15,1-2 5 0,-5 7-4 0,-1 3 1 16,-3 1-6-16,-2 1 5 0,-2 2-1 16,-2 3 4-16,0 0-4 0,-2-3-1 0,-2 7 3 15,-3-4-9-15,3-2 0 0,-3 1-23 16,6-4-34-16,-3-3-37 0,2-1-39 15,0-1-55-15,2-2-63 0,-2-2-84 0,2-5-93 16,0 0-90-16,0 0-140 0,0 0-71 0,0 0 74 16,18-15-596-16,-13 4-713 15</inkml:trace>
  <inkml:trace contextRef="#ctx0" brushRef="#br0" timeOffset="13943.88">27215 10507 3891 0,'0'0'222'0,"0"0"-4"0,0 0 25 0,0 0 60 0,0 0 44 0,0 0 13 0,0 0-6 15,0 0 14-15,-16 9 0 0,16 4-2 0,-3 3-15 16,-5 7-22-16,-4 8-10 0,1 4-167 16,-5-1-152-16,4 1 0 0,-6 6 0 0,3-9 0 15,0-1 0-15,2-2 0 0,3-6 0 16,2-6 0-16,2-3 0 0,1-1 0 15,1-5 0-15,2 0 0 0,1-1 0 0,-1-1 0 16,2-6 0-16,-2 6 0 0,2-6 0 16,0 0 0-16,0 0 0 0,13-33 0 15,-2 4 0-15,6-14 0 0,3-7 0 0,2-5 0 16,1 1 0-16,2 1 0 0,0 4 0 16,-7 8 0-16,-4 14 0 0,-1 6 0 0,-4 6 0 15,-2 4 0-15,-1 5 0 0,-1 4 0 16,-5 2 0-16,0 0 0 0,16 19 0 0,-13-6 0 15,5 6 0-15,-3 3 0 0,7 7 0 16,-2 0 0-16,-3-4 0 0,0-4 0 0,2-1 0 16,-4-1 0-16,5-2 0 0,-5-3 0 15,-1-4 0-15,0 1 0 0,2-5 0 16,-2 1 0-16,-1-2 0 0,3-1 0 0,-6-4 0 16,0 0 0-16,23-9 0 0,-10-3 0 15,4-8 0-15,7-9 0 0,2-8 0 0,-2-5 0 16,7-6 0-16,-1 1 0 0,4 8 0 15,-7 4 0-15,-4 12 0 0,-3 4 0 0,-5 5 0 16,-3 9 0-16,-3 5 0 0,-9 0 0 16,11 15 0-16,-6-1 0 0,-4 5 0 0,-1 5 0 15,0 3 0-15,0 12 0 16,-1-1 0-16,-4 0 0 0,3-2 0 0,-2-2 0 16,3-6 0-16,1-2 0 0,-2-2 0 15,2-4 0-15,0-2 0 0,-2-2 0 0,2 1 0 16,0-5 0-16,0 1 0 0,0-5 0 15,2 1 0-15,0-5 0 0,-2-4-70 0,1 6-864 16,-1-6-6-16,0 0 91 0,25-6-987 16,-3 2-1262-16</inkml:trace>
  <inkml:trace contextRef="#ctx0" brushRef="#br0" timeOffset="14194.6">28297 10427 5419 0,'-6'-12'116'0,"1"-2"82"0,-3 3 75 0,0 2 63 0,3 2 43 0,-5 0 25 0,0 0-19 0,-1 2-20 0,-2 5-49 16,-4 0-316-16,-8 10 0 0,-10 4 0 16,-4 10 0-16,1 5 0 0,3 1 0 15,4 6 0-15,5 2 0 0,11-6 0 0,2-1 0 16,3 0 0-16,2 0 0 0,6-3 0 16,1-6 0-16,1-1 0 0,1 1 0 0,5-1 0 15,-1-3 0-15,4 1 0 0,0-2 0 16,2 1 0-16,1-3 0 0,3-5 0 0,1-2 0 15,4-3 0-15,3-2-559 0,2-1-421 16,2-2 96-16,1-2 84 0,8-1-890 0,2-2-1124 16</inkml:trace>
  <inkml:trace contextRef="#ctx0" brushRef="#br0" timeOffset="14743.51">28399 10632 4607 0,'-9'-17'33'16,"4"5"57"-16,1 3 66 0,-2 1 70 0,5 0 63 15,-3 2 34-15,4 6 5 0,-7-4-4 16,7 4-10-16,0 0-9 0,0 0-15 16,-24 20-14-16,14-9-19 0,1 7-15 0,0-1-111 15,-7 9-131-15,5 0 0 0,-1-6 0 16,5-1 0-16,-3 0 0 0,5-3 0 0,-4-1 0 16,6-1 0-16,-5-1 0 0,5-3 0 15,-1 0 0-15,0-5 0 0,3 3 0 16,1-8 0-16,-5 7 0 0,5-7 0 0,0 0 0 15,0 0 0-15,12-24 0 0,-3 4 0 16,7-10 0-16,6-10 0 0,-4 6 0 16,-4 5 0-16,2 2 0 0,-5 8 0 0,-1 3 0 15,-2 6 0-15,-1 3 0 0,-3 1 0 16,-4 6 0-16,0 0 0 0,0 0 0 0,17 21 0 16,-13-5 0-16,-2 1 0 0,-2 4 0 15,2 1 0-15,-2 2 0 0,2-3 0 0,-2-1 0 16,0-1 0-16,1-2 0 0,-1 1 0 15,4-7 0-15,-2 0 0 0,0-3 0 0,2-3 0 16,4-3 0-16,-8-2 0 16,16-4 0-16,0-3 0 0,1-5 0 0,11-9 0 15,3-8 0-15,1-4 0 0,-1-2 0 16,-1 0 0-16,-5 10 0 0,-4 3 0 0,-6 6 0 16,-5 4 0-16,1 4 0 0,-3 4 0 15,-4 4 0-15,-4 0 0 0,8 12 0 0,-6 0 0 16,0 4 0-16,-2 2 0 0,-4 6 0 15,0-1 0-15,0 12 0 0,-4-1 0 0,1-3 0 16,1 4 0-16,3-9 0 0,-3-3 0 16,1-4 0-16,3-3 0 0,1 1 0 0,-1 0 0 15,0-6 0-15,0-4 0 16,2 0-186-16,0-7-564 0,-2 5-171 0,2-5 66 16,0 0 91-16,23-18-840 0,6-1-1043 15</inkml:trace>
  <inkml:trace contextRef="#ctx0" brushRef="#br0" timeOffset="15110.06">29494 9747 4331 0,'-19'-60'-44'0,"-21"-15"38"0,-15 3 23 0,-20 6 43 0,-18 8 51 0,-19 10 35 0,-22 15 21 16,-19 13 18-16,-20 20 12 0,-73 26 26 0,-5 27 16 16,-2 27 25-16,-9 27 4 0,7 21 4 15,17 17 16-15,22 16 1 0,30 10 19 16,33 8 7-16,43-5 2 0,36-2-73 15,52-40-244-15,33 0 0 0,34-5 0 0,48 26 0 16,36-19 0-16,28-18 0 0,16-17 0 16,18-16 0-16,15-15 0 0,13-13 0 0,6-12 0 15,7-14 0-15,4-15 0 0,5-10 0 16,-13-18 0-16,-6-21 0 0,-16-18 0 0,-22-23 0 16,-28-16 0-16,-9-19 0 0,-17-15 0 15,-18-9 0-15,-16-11 0 0,-23-13 0 0,-15-9 0 16,-33 31 0-16,-25-9 0 15,-25 7 0-15,-38-27 0 0,-30 18-13 0,-33 25-13 16,-30 20 4-16,-35 24 5 0,-25 20-20 16,-20 22-36-16,-15 22-52 0,-15 15-53 0,8 17-52 15,2 15-68-15,17 12-97 0,13 12-128 16,28 6-198-16,34 4-52 0,60-12 84 16,16-3-696-16,23 1-837 0</inkml:trace>
  <inkml:trace contextRef="#ctx0" brushRef="#br0" timeOffset="16228.34">7916 13776 4057 0,'-43'-4'1'0,"0"-1"-12"0,1 2 10 0,0-2 28 0,6-3 28 0,9 4 41 0,6 2 39 0,4-2 9 0,5 0-9 16,7 1-14-16,5 3-14 16,21-10-15-16,42-4-1 0,53-3-12 0,35-4-7 15,85-10-11-15,30 1 2 0,35-3-12 16,26 2-7-16,31-1 4 0,13 6-10 0,15 5-7 16,6 4-7-16,-1 7-5 0,-10-1 3 15,-15 2-7-15,-26 2 2 0,-23-1-3 0,-29 2 4 16,-31-1-2-16,-74 1-5 0,-21 0 2 15,-22 0-2-15,-26 0 0 0,-36 1 2 16,-14 1 1-16,-17 2-1 0,-10-4-8 0,-12 2-24 16,-8-1-53-16,-7 2-71 15,-6 1-99-15,-4 2-121 0,0 0-155 0,-21-9-156 0,-1 6 44 16,-5 2-428-16,-16-3-531 16</inkml:trace>
  <inkml:trace contextRef="#ctx0" brushRef="#br0" timeOffset="21891.79">13406 13304 3070 0,'-21'-2'55'0,"21"2"-7"0,-16 0-7 0,16 0-2 0,0 0 9 0,0 0 21 0,-14-2 9 15,14 2 2-15,0 0-11 0,0 0-10 0,0 0 1 16,0 0 12-16,32 11-3 0,-3-6 5 16,22 5 10-16,8-5-6 0,8 2-6 0,9-4-5 15,4 2-2-15,6-5-12 0,30 2 0 16,0-2-3-16,0-2-3 0,4-1-3 15,-5 0-10-15,0-1 0 0,-7 1-4 16,-21-1-5-16,22-2-2 0,-21 4-4 16,0 0 0-16,3 0-2 0,3-1 1 0,-5 1 1 15,6 1-7-15,17-1-1 0,3-2 2 16,-24 1-1-16,20-2-2 0,-19 2-5 0,20-1-4 16,-20 1 6-16,14-2 1 0,-18-1 4 15,0 3-7-15,-1 3-1 0,3-2 1 0,1 0-5 16,-3 1 0-16,2 1-12 0,-5 0-5 15,-1-2 3-15,2 4-5 0,-2-2-1 0,4-2 6 16,-3 0-4-16,0-1 5 0,3 0-1 16,0-2 2-16,3 1 2 0,-3 2 1 15,2-3 0-15,-1 0 2 0,-3 0-1 16,-1 2 0-16,1-1 0 0,-3 1 4 0,-3 3-5 16,-3-4 0-16,-3 4-6 0,-4 0 3 15,-2-1-2-15,-1-1 3 0,-5 2 3 16,-10-2 1-16,-4 0 2 0,-3 0-1 0,-2 1-1 15,0-2 6-15,-3 3-3 0,3-2 1 16,-4-2 0-16,3 2-2 0,0-1-1 0,2 0 4 16,0 1-1-16,5 2-2 0,3-1 5 15,11 1-3-15,1 1-1 0,6 3 4 0,-4-1 1 16,4 2-14-16,2 3-14 16,0-2-8-16,0 1-11 0,2-2-5 0,-1 0-3 15,-3 3 5-15,-4-1 14 0,-2-1-6 0,-5-1 8 16,-12-4 8-16,-1 3-8 0,0-4 11 15,-7 1 5-15,-5-1-2 0,-7-1 1 16,2-1 9-16,0 4 0 0,-1-2 4 16,3 0-2-16,-1-2 8 0,15 2-4 0,-4 0-3 15,4 2 6-15,-6-1-5 0,5-1 5 16,-4 4-6-16,2-3 5 0,-1 3-4 0,4-1 3 16,-4 1 4-16,7-1-9 0,0 1 12 15,0-1-6-15,2 3 3 0,-2-4-4 0,13 2 1 16,0-1-5-16,-13 1 2 0,1-2 3 15,5-1-2-15,-2 1-5 0,-3 0-2 16,-3-2-11-16,-5 0 0 0,2-2-9 16,-11 0-3-16,-1 1-7 0,-4-3-6 15,-1 2-2-15,3 2-1 0,-1-1-21 0,-2 1-17 16,1-2-2-16,2 2-5 0,-2 0-3 16,1 0 3-16,1-2 4 0,1 2 7 0,14 0 5 15,-2 0-2-15,0 0 7 0,2 0 3 16,2-2 7-16,-2 1 0 0,1 1 7 0,3-3-7 15,1-1 2-15,16 1-2 0,1-1-6 16,2 1-5-16,0-1 0 0,6 3 1 0,1-1 7 16,2 2 1-16,6 2-3 15,-1 1 11-15,-2 1 5 0,2-1 1 0,-2 2 13 16,-1 1 6-16,2-2-6 0,-3 3 12 16,-6-2 6-16,-1 0 8 0,-9 1 4 15,-10-3 17-15,-6 0 9 0,-4-3 18 0,-10 0 19 16,-5 0 26-16,-6 0 17 0,0-3 18 15,-6 3 14-15,0-1 8 0,-1-1 6 0,-14 2 13 16,18-4-13-16,-7 2-6 0,-11 2-10 16,11-1-11-16,-11 1-10 0,9-4-12 0,-9 4-13 15,0 0-5-15,0 0-10 0,8-5-21 16,-8 5-53-16,0 0-66 0,6-3-107 16,-6 3-167-16,0 0-169 0,2-6 45 0,-2 6-150 15,0 0-119-15</inkml:trace>
  <inkml:trace contextRef="#ctx0" brushRef="#br0" timeOffset="23475.34">26961 12398 1999 0,'2'-8'194'0,"0"1"12"0,-2 2 23 16,0 5 27-16,2-7 29 0,-2 7 20 0,1-7-2 0,-1 7-7 15,0 0-23-15,0 0-27 0,0 0-24 16,0-10-25-16,0 10-25 0,0 0 42 0,0 0-1 15,-25 43-1-15,7-12-9 0,-9 13-5 16,-3 5-1-16,-3 4 2 0,-8 15-5 0,-2 2-4 16,4 1-9-16,-3 1-1 0,0-1 0 15,9-14 11-15,1-2 3 0,1-4 22 0,3-5-170 16,-3-2-46-16,3-5 0 16,3-4 0-16,4-10 0 0,4-1 0 0,4-9 0 15,3-1 0-15,2-4 0 0,3-1 0 16,-1-1 0-16,3-2 0 0,-2-1 0 0,5-5 0 15,0 0 0-15,-6 6 0 0,6-6 0 16,0 0 0-16,0 0 0 0,11-25 0 0,-8 16 0 16,5-3-68-16,5-3-768 0,0-1-123 15,6-4 85-15,6 0-981 0,2-1-1280 0</inkml:trace>
  <inkml:trace contextRef="#ctx0" brushRef="#br0" timeOffset="23808.58">27278 12527 4962 0,'-5'-15'-98'15,"3"3"45"-15,1 1 36 0,1 3 70 16,-2 2 44-16,0 0 18 0,2 6-12 0,-2-7-9 16,2 7 10-16,0 0 22 0,-15 21 13 15,1 4 19-15,-4 8 17 0,-11 10 22 0,1 5 6 16,-6 5 4-16,-15 17 2 0,0 0-4 15,0 2-4-15,1-1 5 0,0-5-2 16,11-13 3-16,1-3 0 0,2-1-20 0,4-3-187 16,-1-3 0-16,5-6 0 0,4-9 0 15,6-1 0-15,-2-5 0 0,7-5 0 16,2-2 0-16,0-6 0 0,6 0 0 0,-3-1 0 16,3-4 0-16,3-4 0 0,0 0 0 15,0 0 0-15,0 0 0 0,0 0 0 16,12-21 0-16,-3 12-531 0,-2-6-196 0,4 0-190 15,3 1 84-15,-1 2 89 0,5-1-766 16,-2 2-955-16</inkml:trace>
  <inkml:trace contextRef="#ctx0" brushRef="#br0" timeOffset="24275.02">27802 12915 3869 0,'7'-12'-200'15,"1"2"42"-15,-2-1 47 0,-2 3 46 16,-1-2 52-16,1 3 51 0,-4-3 16 0,2 4 15 16,-4-2 4-16,0 0 2 0,-1 1 16 15,-8 1 4-15,2 2 15 0,-6 0 6 0,-10 1 1 16,2 3 6-16,-2 3 6 15,-9 3 1-15,0 2 11 0,2 3-7 0,7-3-7 0,3 2-17 16,6 1-11-16,7-1-11 0,-2 2 3 16,6 1 8-16,3-1 2 0,2 1-3 15,6 3-2-15,1 3-5 0,1-1-4 16,3-1-13-16,-1-1-6 0,2 1-9 0,-3 0-6 16,-2 0-4-16,2-3-7 0,-6 0 1 15,1 1 11-15,0-3 18 0,-4 2 20 16,-2-3 25-16,-4 1 15 0,0 3 22 15,-2-3 10-15,1 0 8 0,-4-2 7 0,-1-1 2 16,-1 1-3-16,-1-3-8 0,-1 0-11 16,0-2-84-16,2-2-75 0,-3-3 0 15,1 0 0-15,1-3 0 0,0-1 0 0,0-4 0 0,3-3 0 16,1-1 0-16,0-5 0 16,7 1 0-16,1-3-415 0,4 0-168 0,10-11-158 15,2 1-135-15,13-7 75 0,5 3-823 16,11 4-1063-16</inkml:trace>
  <inkml:trace contextRef="#ctx0" brushRef="#br0" timeOffset="24675.32">28474 12357 4689 0,'-5'-22'-30'0,"-3"4"65"0,2 4 74 16,0 0 60-16,3 5 37 15,-3-1 14-15,2 4-39 0,1 0-22 0,3 6-1 16,0 0 39-16,-20 14 6 0,6 11 1 15,-8 17 3-15,1 5 3 0,-4 8-3 0,-4 4 0 16,-3 15-17-16,-4-1-18 0,0-1-15 16,7-14-15-16,-7 20-11 0,8-22-63 0,-5-1-68 15,7-2 0-15,-5-5 0 0,4-3 0 16,2-6 0-16,2-10 0 0,7-1 0 0,-4-4 0 16,11-7 0-16,-2-3 0 0,3-4 0 15,2-3 0-15,2-4 0 0,4-3 0 0,-9 0-60 16,9 0-143-16,0 0 12 0,-10-19 14 15,4 8 12-15,-1-8 16 0,-2-10 13 0,-3 0 17 16,-1 3 14-16,1 0 20 16,1 6 29-16,3 7 24 0,1 1 18 0,1 2 19 15,0 1 11-15,2 3 6 0,2 0 9 16,2 6 46-16,0 0 41 0,6-12 16 0,-6 12-13 16,21-7-5-16,1 6-16 0,2-4-9 15,14-1-12-15,4 1-21 0,-1 0-75 16,4 0-104-16,-2-2-120 0,0 4-151 0,2-2-177 15,-1-2-256-15,0 2 36 0,-1-1 78 16,-2 3-650-16,-3 6-816 0</inkml:trace>
  <inkml:trace contextRef="#ctx0" brushRef="#br0" timeOffset="25708.07">28274 13071 3541 0,'-13'4'-10'0,"2"-2"52"0,2 2 24 0,9-4 28 0,-9 2 29 16,9-2 23-16,0 0 19 0,-5 6 4 16,5-6-10-16,0 0-13 0,0 0-14 0,0 0-15 15,23 4-8-15,-23-4-12 0,16 0-11 16,-16 0-9-16,24-4-5 0,-13 2-8 0,4-4-5 16,-4 0-7-16,1-4-6 15,1-1-2-15,2-3-7 0,6-5 0 0,-9-2-4 16,-1 4-5-16,-3-3-3 0,-1-1-3 15,2 2-1-15,-8 1-1 0,5 2-4 0,-6 3 1 16,0 1 2-16,0-1-2 0,-4 5-4 16,2 0 0-16,-1 3 4 0,-6 2 0 0,9 3 0 15,0 0 3-15,-13-2 9 0,13 2 4 16,0 0 18-16,0 0 27 0,0 0 28 0,0 0 17 16,0 0-4-16,25 12-8 0,-4-12 1 15,4-2-5-15,1 0 7 0,10-6-4 16,-5 5-7-16,-4-1-5 0,0 2-8 15,-8 0-9-15,-1 0-7 0,0 2-5 0,-5 4 10 16,1-2 8-16,-3 5 4 0,-2 3 5 16,-1 2-1-16,-6 3 3 0,2-1-46 15,-6 6-52-15,-2 2 0 0,1 0 0 0,-2 2 0 16,-4 5 0-16,3-3 0 0,1-5 0 16,-1-1 0-16,0 1 0 0,2-6 0 0,0 1 0 15,1-4 0-15,1-3 0 16,0 1 0-16,2-2 0 0,2-2 0 0,-2-6 0 0,7 5 0 15,-7-5 0-15,18-3 0 16,-7-1 0-16,5-6 0 0,-2-2 0 0,11-5 0 0,-2-3 0 16,-4 5 0-16,-3 5 0 15,-5-1 0-15,-3 5 0 0,-1-2 0 0,1 2 0 0,-5 0 0 16,3 5 0-16,-6 1 0 16,0 0 0-16,0 0 0 0,0 0 0 0,0 0 0 15,0 0 0-15,0 0 0 0,0 0 0 16,0 0 0-16,14 13 0 0,-14-13 0 0,7 4 0 15,-7-4 0-15,16 2 0 0,-5-2 0 16,-11 0 0-16,29-6 0 0,-13-2 0 16,6-1 0-16,4-3 0 0,3-3 0 0,-4-2 0 15,-3-2 0-15,-1-1 0 0,1-3 0 16,-4 1 0-16,0-3 0 0,1 4 0 0,-6 1 0 16,-6 9 0-16,4 1 0 15,-6 0 0-15,1 2 0 0,-5 3 0 0,-1 5 0 16,2-4 0-16,-2 4 0 0,0 0 0 15,0 0 0-15,0 0 0 0,0 0 0 0,0 0 0 16,0 0 0-16,-3 23 0 0,4-17 0 16,1 0 0-16,2-1 0 0,0 2 0 0,-1 0 0 15,0-1 0-15,1 5 0 0,-2-1 0 16,0 4 0-16,-2 3 0 0,0 2 0 0,-4 3 0 16,-6 11 0-16,0-1 0 0,-2 6 0 15,0 0 0-15,0-1 0 0,1 15 0 0,3-11 0 16,1 1 0-16,-3 9 0 0,0 0 0 15,5-9 0-15,-5 8 0 0,3 3 0 0,-1-2 0 16,0-8 0-16,5-4 0 16,-7-1 0-16,2-5 0 0,-1 0 0 0,-4-3 0 15,1-4 0-15,-1-8 0 0,2 0 0 16,-3-7 0-16,-3 0 0 0,2-4 0 0,-7-2 0 16,4-5 0-16,-7-4 0 0,-9-4 0 15,2-4 0-15,-3-5 0 0,5-4 0 0,-5-6 0 16,2-4 0-16,3 0 0 0,-1 0 0 15,9 5 0-15,3 4 0 0,-2 0 0 16,0 1 0-16,2 2 0 0,1 6 0 16,2 1-155-16,-6 3-878 0,-12 2 87 15,6 4-1114-15,-5 1-1473 0</inkml:trace>
  <inkml:trace contextRef="#ctx0" brushRef="#br0" timeOffset="25974.64">27501 13701 5851 0,'-42'-2'-135'0,"-1"4"55"0,2-4 83 0,10 4 91 0,5-4 94 0,4 2 23 0,8 0 34 0,-2-2 13 0,16 2 8 16,-15-2 7-16,15 2 15 0,0 0 14 15,0 0-6-15,90-6-165 0,-16 4-131 16,12 2 0-16,32-3 0 0,6 0 0 16,-1 3 0-16,-1-2 0 0,-2-2 0 0,-1 0 0 15,-30 1 0-15,-5-1 0 0,-8-2 0 16,-6 0 0-16,-9 0 0 0,-16 1 0 15,-7 0 0-15,-12 2 0 0,-3-1 0 0,-6 1 0 16,-5 0 0-16,-5-1 0 0,1 2 0 16,-8 2-235-16,0-6-414 0,0 6-152 0,0 0-95 15,-19-6 87-15,6 6-824 0,13 0-1071 16</inkml:trace>
  <inkml:trace contextRef="#ctx0" brushRef="#br0" timeOffset="26275.23">27477 13882 4879 0,'-37'-7'96'16,"1"0"-4"-16,11 2 33 0,3 1 67 0,8 1 95 16,0 1 59-16,6-1 25 0,8 3-14 15,0 0-28-15,48-15-26 0,21 6-26 0,37 0-26 16,21 2-32-16,9 1-152 0,6-1-67 15,0 0 0-15,-6-2 0 0,-7 3 0 16,-5 2 0-16,1 4 0 0,1 4 0 0,-8-1 0 16,-34 0 0-16,-9-1 0 0,-24 0 0 15,-7-2 0-15,-9 0 0 0,-10 2 0 0,-7-2 0 16,-2 0 0-16,-5 0 0 16,-1-2 0-16,-10 2 0 0,0 0 0 0,0 0-480 15,0 0-166-15,0 0-212 0,0 0-13 16,0 0 97-16,-41-6-778 0,41 6-994 0</inkml:trace>
  <inkml:trace contextRef="#ctx0" brushRef="#br0" timeOffset="28707.3">29770 12808 4298 0,'2'-10'-3'0,"2"1"35"15,-2 3 38-15,0 0 55 0,-2 6 48 0,0 0 33 0,0 0 15 0,0 0 64 0,0 0 19 16,0 0 2-16,0 0-5 0,-10 29-12 0,5-10-12 16,-7 11-17-16,1-1-7 0,1 0-16 15,-3 0-18-15,4-5-20 0,0-3-60 16,2-3-139-16,1-2 0 0,3-3 0 15,-1-1 0-15,-2-3 0 0,5-1 0 0,-2-2 0 16,3-6 0-16,0 0 0 0,0 0 0 16,0 0 0-16,0 0 0 0,26-14 0 15,-6-7 0-15,-1-1 0 0,3-2 0 0,3 0 0 16,0 0 0-16,-2-1 0 0,0 3 0 16,-4 8 0-16,-5 1 0 0,-5 5 0 0,-2 1 0 15,3 3 0-15,-6 0 0 0,-4 4 0 16,11 0 0-16,-11 0 0 0,10 4 0 0,-7 4 0 15,4-1 0-15,-3-1 0 0,1 2 0 16,1 2 0-16,-3-3 0 0,3 1 0 0,-1-4 0 16,0 4 0-16,1-1 0 0,1-2 0 15,4 0 0-15,5-1 0 0,5-4 0 0,6-2 0 16,9-4 0-16,2 0 0 16,0-3 0-16,0-1 0 0,2-2 0 0,-6 2 0 15,-5 3 0-15,-10 1 0 0,-2 4 0 16,-3-3 0-16,-3 5 0 0,-2 0 0 0,-9 0 0 15,12 5 0-15,-8 1 0 0,0 3 0 16,-3 1 0-16,-2 0 0 0,1 2 0 0,0 0 0 16,0 4 0-16,0-2 0 0,0-1 0 15,0 1 0-15,0-2 0 0,1 0 0 0,-1-2 0 16,0 1 0-16,0-3 0 16,4 2-64-16,-2-3-287 0,2-2-39 0,1 0-39 0,4-3 0 15,0-1 9-15,-9-1 30 16,27-5 44-16,-11-1 35 0,4-3 40 0,1 0 56 15,-5 1 62-15,2 1 55 0,-5 0 57 16,-3 2 29-16,1 0 33 0,-3 3 32 16,-8 2 48-16,12 0 35 0,-12 0 20 0,5 7 12 15,-7 2 13-15,0 1 0 0,1 2 6 16,-1 2-23-16,-7 1-12 0,4 5-13 0,-4-3-17 16,-1 1-9-16,0-1-11 15,1-1-15-15,-2-1-5 0,3-3-8 0,-3 0-8 0,1-1-8 16,-4-1-1-16,1-3-8 15,3-2-16-15,-3-2-7 0,4-3-16 0,9 0-25 16,-21-7-14-16,15-3-16 0,3 0-4 16,3-5 0-16,3-5-3 0,8-9 7 0,7 2 3 15,-1 2 7-15,-4 7 0 0,0 7 0 16,-2-1 7-16,2 4 0 0,-4 3 12 0,1 1 11 16,-5 3 7-16,-5 1 2 0,17-2 7 15,-17 2-1-15,18 3 0 0,-9-1-2 16,3 1-1-16,3 3-2 0,0-3-10 0,0 4-45 15,5-3-62-15,-2 0-81 0,0-2-88 16,0 0-88-16,3-4-86 0,2 0-83 0,1-4-127 16,6-8 46-16,0-1-419 15,3-4-511-15</inkml:trace>
  <inkml:trace contextRef="#ctx0" brushRef="#br0" timeOffset="29806.76">31539 12157 2840 0,'5'-29'6'0,"-1"5"32"16,-6 8 25-16,-2 4 42 0,-1 7 49 0,-4 2 43 0,9 3 24 0,-36 10 18 0,9 9 16 0,-12 7 5 0,5 13 13 16,-2 4 7-16,3 8-4 0,-4 21-16 0,4 5-26 15,5 1-25-15,8-14-21 0,4 6-17 16,4-2-17-16,1 1-15 0,-3-2-8 0,3-6-33 16,-2-4-33-16,1-6-28 15,1-12-16-15,-2-5-2 0,2-4-6 0,0-7-3 16,5-6-3-16,-2-5-3 0,3-4-12 15,-1-2-10-15,3-1-5 0,3-5-3 0,0 0-6 16,0 0 9-16,-18-17-1 0,14 5-3 16,-1-5 6-16,-2-3 4 0,0-11 1 0,0 10-1 15,1 1 1-15,-1 1 4 0,-2 5 6 16,2 1 8-16,0 4 9 0,1 2 12 0,0 1-2 16,0 1 7-16,1-1 12 0,5 6 12 15,-6-8 18-15,6 8 17 0,0 0 11 0,0 0 4 16,0 0-4-16,13-9-16 15,1 7-3-15,2-1-8 0,7-2-11 0,2 0-7 16,10-2-3-16,1 0-8 0,-8 3-3 16,-5 0-9-16,-1 2-3 0,-6 0-7 0,0 1-7 15,-16 1 0-15,18 5 0 0,-12-1-3 16,-3 2-2-16,-3-6 3 0,0 19-3 16,-5-9 0-16,1 4 0 0,-1-1-2 0,-1 1-4 15,1 0 4-15,-1-4-1 0,2 0-1 16,0-1 2-16,0-2 0 0,2-1 4 0,2-6 4 15,0 9 5-15,0-9-8 0,0 0 0 16,16 2-2-16,-16-2-1 0,26-9-3 0,-8 1 0 16,6-6 2-16,5-3 1 15,-4 3-5-15,-5 2 1 0,-4 4-4 0,-3-1 5 0,-1 2-3 16,-5-1-2-16,3 4-3 16,-5 0-1-16,-5 4 4 0,0 0-8 0,0 0 5 15,0 0 1-15,0 0 3 0,0 0 0 16,-2 23-4-16,-1-14 2 0,-3-1-1 0,2 2-2 15,3-1 0-15,-1-1-4 0,0-1-17 16,2-7-13-16,0 12-12 0,4-5-11 0,-4-7-25 16,12 6-24-16,-1-8-18 0,5 0-14 15,6-5-7-15,6-5-12 0,6-7-4 0,2-5 15 16,4-7 14-16,1-1 11 16,0-7 15-16,-3-6 9 0,1-2 11 0,-3-6 10 15,-4 0 15-15,-1-1 24 0,-2 3 31 16,-8 5 35-16,-8 13 24 0,-2 4 23 15,-5 7 2-15,-2 7 16 0,-2 1 8 0,-6 5 18 16,-1 5 9-16,5 4 3 0,0 0 1 16,-30 13 9-16,12 11 8 0,-4 5-10 0,-3 10-8 15,5 3-15-15,-1 1-10 0,3 3-9 16,2-1-8-16,2-10-8 0,3 1-9 0,0 2-6 16,0-4-5-16,2-3-36 0,2 0-22 15,-2-6 0-15,6-5 0 0,-1-3 0 0,2-3-48 16,0 0-39-16,2-4-20 15,0 0-18-15,2 0-23 0,0-1-33 0,2-1-33 0,-1-1-29 16,6 0-30-16,-6 0-36 0,5 0-31 16,-3-2-14-16,4 3-21 0,-2 4-1 15,4-5 30-15,1 3 37 0,5-1 30 16,-1 0 23-16,0 2 36 0,2-3 59 0,-2 2 29 16,0-3 34-16,-1-3 46 0,-1 4 47 15,-3-2 49-15,-2 0 51 0,-1 0 40 16,-2-1 43-16,-1 3 41 0,-5 0 34 0,2 1 45 15,-4-1 33-15,-5 3 22 0,-2 1 15 16,-9 0 5-16,-10 2-1 0,-8-1-6 0,-14 1-7 16,-8-4-12-16,-3 1-20 15,-7-3-18-15,-4-1-27 0,-3-2-253 0,-4-2-29 16,0 1 0-16,2-2 0 0,5 0 0 16,2-1 0-16,6 2 0 0,10-3 0 0,4 0 0 15,7 4 0-15,0-3 0 0,7 3 0 16,6 1 0-16,7-2-313 0,0 1-359 0,2 0-180 15,2 0-23-15,2-2 91 0,-2 2-813 16,-2-3-1037-16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35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77 3436 0 0,'9'-33'8714'0'0,"-9"31"-7589"0"0,2-28 4464 0 0,0 19 1637 0 0,0 473-1067 0 0,-5-370-5662 0 0,-12 219-476 0 0,15-301-21 0 0,-6 40-3 0 0,5-47-271 0 0,-2-10-5384 0 0,-12-41 1080 0 0,-1-40-8129 0 0,12 58 5016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35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221 191 13933 0 0,'-131'18'1187'0'0,"45"-13"5151"0"0,82-5-3941 0 0,13-6-1718 0 0,9-5-373 0 0,1 1 0 0 0,0 1-1 0 0,1 1 1 0 0,35-11 0 0 0,97-18 708 0 0,-121 31-843 0 0,155-30 790 0 0,63-14 333 0 0,-146 30-2090 0 0,-100 19-27 0 0,-1 1 532 0 0,0 1-1 0 0,0-1 1 0 0,-1 1 0 0 0,1 0 0 0 0,0 0-1 0 0,0 0 1 0 0,-1 0 0 0 0,1 0 0 0 0,0 0-1 0 0,-1 1 1 0 0,1-1 0 0 0,-1 0 0 0 0,0 1-1 0 0,1-1 1 0 0,-1 1 0 0 0,0-1 0 0 0,0 1-1 0 0,0 0 1 0 0,0 0 0 0 0,0-1 0 0 0,0 1-1 0 0,-1 0 1 0 0,2 4 0 0 0,2 48-10586 0 0,-4-45 8977 0 0,0 11-4361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36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81 141 13577 0 0,'-63'8'4651'0'0,"59"-7"-3140"0"0,-8 0 303 0 0,10 0-543 0 0,14-1 6326 0 0,66-11-6699 0 0,0-4 0 0 0,145-46-1 0 0,-15 3-6834 0 0,-174 52 954 0 0,-13 5-7080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36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106 159 16153 0 0,'-56'32'1147'0'0,"13"-7"5199"0"0,42-23-4575 0 0,-4 4-1769 0 0,15-4 5414 0 0,34-12-4475 0 0,69-22 0 0 0,-51 8-1557 0 0,88-34 1055 0 0,-50 21-2913 0 0,-15 7-4065 0 0,0 1-6095 0 0,-69 24 3597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36.5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73 16950 0 0,'-1'-2'64'0'0,"-18"-40"1410"0"0,10 14 8501 0 0,12 37-8807 0 0,21 90-540 0 0,-4 1-1 0 0,-4 1 0 0 0,-5 0 0 0 0,-2 133 0 0 0,-9-231-1004 0 0,0-1-1 0 0,0 1 1 0 0,0-1-1 0 0,0 0 1 0 0,0 1-1 0 0,1-1 1 0 0,-1 1-1 0 0,1-1 1 0 0,0 1-1 0 0,0-1 1 0 0,-1 0 0 0 0,1 0-1 0 0,1 1 1 0 0,-1-1-1 0 0,0 0 1 0 0,2 2-1 0 0,-1-3 67 0 0,-1 0-1 0 0,0-1 1 0 0,0 1-1 0 0,0 0 0 0 0,1-1 1 0 0,-1 0-1 0 0,0 1 1 0 0,1-1-1 0 0,-1 0 1 0 0,1 0-1 0 0,-1 1 0 0 0,0-1 1 0 0,1 0-1 0 0,-1 0 1 0 0,0-1-1 0 0,1 1 1 0 0,-1 0-1 0 0,0 0 0 0 0,1-1 1 0 0,-1 1-1 0 0,0-1 1 0 0,1 1-1 0 0,-1-1 1 0 0,0 1-1 0 0,0-1 0 0 0,0 0 1 0 0,2-1-1 0 0,18-11-5998 0 0,1-2-3150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36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391 138 15801 0 0,'0'0'250'0'0,"-9"2"257"0"0,2 1-196 0 0,0 0-1 0 0,0 0 1 0 0,-1 1-1 0 0,2 0 1 0 0,-1 0-1 0 0,0 1 1 0 0,1 0-1 0 0,0 0 1 0 0,0 0 0 0 0,1 1-1 0 0,-1 0 1 0 0,1 0-1 0 0,0 0 1 0 0,1 1-1 0 0,0-1 1 0 0,-5 9-1 0 0,6-8-30 0 0,0-1 0 0 0,0 1-1 0 0,1-1 1 0 0,-1 1-1 0 0,1 0 1 0 0,1 0-1 0 0,-1 0 1 0 0,1 0 0 0 0,1 1-1 0 0,-1-1 1 0 0,1 0-1 0 0,0 0 1 0 0,1 0 0 0 0,0 1-1 0 0,0-1 1 0 0,0 0-1 0 0,1 0 1 0 0,3 8 0 0 0,-2-10-150 0 0,-1 0 0 0 0,1 1 1 0 0,1-1-1 0 0,-1-1 0 0 0,1 1 1 0 0,-1 0-1 0 0,1-1 1 0 0,1 0-1 0 0,-1 0 0 0 0,1 0 1 0 0,-1-1-1 0 0,1 1 0 0 0,0-1 1 0 0,0 0-1 0 0,1 0 1 0 0,-1-1-1 0 0,1 0 0 0 0,-1 0 1 0 0,1 0-1 0 0,0 0 0 0 0,-1-1 1 0 0,9 1-1 0 0,4-1 26 0 0,-1 0 0 0 0,1-1 0 0 0,0 0 0 0 0,0-2 0 0 0,-1 0 0 0 0,1-1 0 0 0,0-1 1 0 0,27-10-1 0 0,-36 11-93 0 0,0 0 1 0 0,-1 0 0 0 0,1-1 0 0 0,-1 0 0 0 0,0-1 0 0 0,0 0 0 0 0,-1 0 0 0 0,1-1 0 0 0,-1 0 0 0 0,-1 0 0 0 0,1 0 0 0 0,-1-1-1 0 0,0 0 1 0 0,0 0 0 0 0,-1-1 0 0 0,0 0 0 0 0,0 0 0 0 0,5-12 0 0 0,-8 11-64 0 0,0 0 0 0 0,-1 0 0 0 0,0 0 0 0 0,-1 0 0 0 0,0 0 0 0 0,0 0 0 0 0,-1 0 0 0 0,0 0 0 0 0,-1 0 0 0 0,0 0 0 0 0,-5-15 0 0 0,2 7 0 0 0,-2 0 0 0 0,-1 0 0 0 0,0 1 0 0 0,-18-28 0 0 0,22 38-3 0 0,-1 0 0 0 0,1 1 0 0 0,-1-1 0 0 0,-1 1 0 0 0,1 0 0 0 0,-1 1 0 0 0,1-1 0 0 0,-1 1 0 0 0,-1 0 0 0 0,1 1 0 0 0,0-1 0 0 0,-1 1 0 0 0,-13-4 0 0 0,9 5-18 0 0,0 0 0 0 0,0 0 0 0 0,0 1 1 0 0,-1 0-1 0 0,1 1 0 0 0,0 0 1 0 0,-1 1-1 0 0,-12 2 0 0 0,-4 3-145 0 0,0 1 1 0 0,1 2-1 0 0,0 1 0 0 0,0 1 1 0 0,1 1-1 0 0,-28 17 0 0 0,19-7-3653 0 0,-57 47-1 0 0,19 0-8030 0 0,55-45 1817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37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381 769 17094 0 0,'-192'28'-956'0'0,"7"-2"3323"0"0,182-25-1584 0 0,11-6-406 0 0,74-32 14 0 0,2 3 0 0 0,123-33 0 0 0,-125 42-251 0 0,949-265 877 0 0,9 32-315 0 0,-981 243-655 0 0,279-77 1800 0 0,-336 91-1738 0 0,-12 6-5019 0 0,-184 97-7105 0 0,142-73 6096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38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199 606 11189 0 0,'-115'30'321'0'0,"32"-8"3798"0"0,238-52-1658 0 0,747-235 1006 0 0,-713 206-2970 0 0,159-53 467 0 0,-298 94-819 0 0,278-108 1064 0 0,-321 122-1570 0 0,0 1-1 0 0,0-1 1 0 0,-1-1-1 0 0,1 1 1 0 0,-1-1 0 0 0,0 0-1 0 0,5-7 1 0 0,-9 11-1214 0 0,-16-2-4122 0 0,5 2 4578 0 0,-9 3-3888 0 0,-24 5-1220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56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50 12117 0 0,'-64'-49'19702'0'0,"62"64"-18232"0"0,5 20-1992 0 0,137 485 522 0 0,-138-512-350 0 0,19 56 446 0 0,-13-43-3167 0 0,1-2-3953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56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459 1 32767 0 0,'-60'32'0'0'0,"39"-19"0"0"0,-2-1 0 0 0,1 0 0 0 0,-1-2 0 0 0,-1-1 0 0 0,0 0 0 0 0,0-2 0 0 0,-36 6 0 0 0,55-12 0 0 0,1 0 0 0 0,-1-1 0 0 0,0 0 0 0 0,0 0 0 0 0,0 0 0 0 0,0-1 0 0 0,0 1 0 0 0,0-1 0 0 0,0 0 0 0 0,-7-3 0 0 0,-7-2 0 0 0,-41-16-305 0 0,26 3-5865 0 0,34 19 5984 0 0,0-1 0 0 0,-1 1 0 0 0,1-1-1 0 0,0 1 1 0 0,-1 0 0 0 0,1-1 0 0 0,0 1-1 0 0,0-1 1 0 0,-1 1 0 0 0,1-1-1 0 0,0 1 1 0 0,0-1 0 0 0,0 1 0 0 0,0-1-1 0 0,0 1 1 0 0,-1-1 0 0 0,1 1 0 0 0,0-1-1 0 0,0 1 1 0 0,0-1 0 0 0,0 1-1 0 0,0-1 1 0 0,1 1 0 0 0,-1-1 0 0 0,0 1-1 0 0,0-1 1 0 0,0 1 0 0 0,0-1 0 0 0,1 1-1 0 0,-1 0 1 0 0,0-1 0 0 0,0 1 0 0 0,1-1-1 0 0,-1 1 1 0 0,0-1 0 0 0,1 1-1 0 0,-1 0 1 0 0,0-1 0 0 0,1 1 0 0 0,-1 0-1 0 0,0-1 1 0 0,1 1 0 0 0,-1 0 0 0 0,1 0-1 0 0,-1-1 1 0 0,1 1 0 0 0,17-12-2765 0 0,-18 12 2904 0 0,22-9-5115 0 0,5-4-2360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57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132 327 13197 0 0,'-54'-3'925'0'0,"9"-7"3689"0"0,43 9-4325 0 0,0 0-1 0 0,0-1 1 0 0,0 1-1 0 0,0 0 0 0 0,1-1 1 0 0,-1 1-1 0 0,0-1 0 0 0,1 0 1 0 0,-1 0-1 0 0,1 1 1 0 0,0-1-1 0 0,0 0 0 0 0,0 0 1 0 0,-1 0-1 0 0,2 0 1 0 0,-1-1-1 0 0,0 1 0 0 0,0 0 1 0 0,1 0-1 0 0,-1-4 0 0 0,0 1 194 0 0,0 0-1 0 0,0 0 1 0 0,0 0-1 0 0,1-1 1 0 0,0 1-1 0 0,0 0 1 0 0,1-8-1 0 0,3 1-245 0 0,0 0 0 0 0,1 0 0 0 0,0 0 0 0 0,1 1 0 0 0,0 0 0 0 0,1 0 0 0 0,0 0 0 0 0,1 1 0 0 0,0 0 0 0 0,1 1 0 0 0,0 0 0 0 0,0 0 0 0 0,1 0 0 0 0,0 2 0 0 0,0-1 1 0 0,1 1-1 0 0,0 1 0 0 0,17-8 0 0 0,-15 8-258 0 0,1 0 1 0 0,-1 1 0 0 0,1 1 0 0 0,0 1-1 0 0,0 0 1 0 0,0 0 0 0 0,0 1-1 0 0,0 1 1 0 0,1 1 0 0 0,-1 0 0 0 0,0 1-1 0 0,1 0 1 0 0,-1 1 0 0 0,0 0 0 0 0,0 2-1 0 0,16 5 1 0 0,-16-4 21 0 0,0 0 0 0 0,0 1 0 0 0,-1 1 0 0 0,0 0 0 0 0,0 1 0 0 0,0 0 0 0 0,-1 1 0 0 0,-1 0 0 0 0,0 1 0 0 0,0 1 0 0 0,-1-1 0 0 0,0 2 0 0 0,-1-1 0 0 0,0 1 0 0 0,0 1 0 0 0,-2 0 0 0 0,0 0 0 0 0,0 0 0 0 0,-1 1 0 0 0,6 22 0 0 0,29 107 0 0 0,-35-129 0 0 0,-3-5 0 0 0,1 1 0 0 0,-2-3-415 0 0,9 11-10031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58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225 102 17314 0 0,'-89'27'10'0'0,"47"-16"3032"0"0,-48 6-1 0 0,87-17-1306 0 0,7-4-1386 0 0,7-6-189 0 0,0 1 0 0 0,1 0 0 0 0,0 1 0 0 0,0 1 0 0 0,21-10 0 0 0,79-29 386 0 0,-73 30-323 0 0,26-10-1026 0 0,-63 25 44 0 0,-2 1 637 0 0,1 0 0 0 0,-1 0 1 0 0,0-1-1 0 0,0 1 1 0 0,0 0-1 0 0,0 0 0 0 0,1-1 1 0 0,-1 1-1 0 0,0 0 0 0 0,0 0 1 0 0,1-1-1 0 0,-1 1 0 0 0,0 0 1 0 0,1 0-1 0 0,-1 0 1 0 0,0 0-1 0 0,0 0 0 0 0,1-1 1 0 0,-1 1-1 0 0,0 0 0 0 0,1 0 1 0 0,-1 0-1 0 0,0 0 1 0 0,1 0-1 0 0,-1 0 0 0 0,0 0 1 0 0,1 0-1 0 0,-1 0 0 0 0,0 0 1 0 0,1 0-1 0 0,-1 0 0 0 0,0 0 1 0 0,1 0-1 0 0,-1 1 1 0 0,0-1-1 0 0,1 0 0 0 0,-1 0 1 0 0,0 0-1 0 0,0 0 0 0 0,1 1 1 0 0,-1-1-1 0 0,0 0 1 0 0,0 0-1 0 0,1 1 0 0 0,19 9-6601 0 0,-15-8 6439 0 0,-1 6-4376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58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71 467 14481 0 0,'-70'17'16445'0'0,"69"-21"-15264"0"0,1 2-1145 0 0,0-1 0 0 0,1 1 0 0 0,-1-1 0 0 0,1 1 0 0 0,0-1 0 0 0,-1 1 0 0 0,1 0 0 0 0,0-1-1 0 0,0 1 1 0 0,1 0 0 0 0,-1 0 0 0 0,0 0 0 0 0,1 0 0 0 0,-1 0 0 0 0,1 0 0 0 0,0 0 0 0 0,-1 0 0 0 0,1 1 0 0 0,3-3 0 0 0,51-35-148 0 0,-33 24 165 0 0,170-106-39 0 0,-42 28-173 0 0,-28 6-10377 0 0,-54 36 218 0 0,-30 23 406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58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72 19094 0 0,'-6'-1'530'0'0,"-1"-1"1"0"0,1 0 0 0 0,0 0-1 0 0,0-1 1 0 0,0 1-1 0 0,0-1 1 0 0,0-1 0 0 0,1 1-1 0 0,-1-1 1 0 0,1 0-1 0 0,-5-4 1 0 0,10 6-369 0 0,0 1 1 0 0,1 0-1 0 0,-1-1 1 0 0,1 1-1 0 0,-1 0 1 0 0,1 0-1 0 0,-1-1 1 0 0,1 1-1 0 0,0 0 1 0 0,-1 0-1 0 0,1 0 0 0 0,0 0 1 0 0,0 0-1 0 0,0 0 1 0 0,0 0-1 0 0,0 0 1 0 0,0 0-1 0 0,0 0 1 0 0,0 1-1 0 0,0-1 0 0 0,0 0 1 0 0,1 1-1 0 0,-1-1 1 0 0,0 1-1 0 0,3-1 1 0 0,20-7 739 0 0,-23 8-521 0 0,5 0-39 0 0,-3 1-280 0 0,0-1 0 0 0,0 0 0 0 0,-1 1-1 0 0,1 0 1 0 0,0-1 0 0 0,0 1 0 0 0,0 0 0 0 0,-1 0-1 0 0,1 1 1 0 0,0-1 0 0 0,-1 1 0 0 0,1-1 0 0 0,-1 1-1 0 0,0 0 1 0 0,1 0 0 0 0,-1 0 0 0 0,0 0 0 0 0,0 0-1 0 0,0 0 1 0 0,2 5 0 0 0,0 0-44 0 0,-1-1-1 0 0,-1 1 1 0 0,0 0 0 0 0,0 0-1 0 0,0 0 1 0 0,0 0 0 0 0,-1 0-1 0 0,0 9 1 0 0,1-1-18 0 0,0 0 0 0 0,1 0 0 0 0,1-1 0 0 0,0 1 0 0 0,1-1 0 0 0,13 26 0 0 0,2-4 0 0 0,29 39 0 0 0,-16-27 0 0 0,-29-40 0 0 0,-1-1 1 0 0,1 1-1 0 0,-1 0 1 0 0,0-1-1 0 0,-1 1 0 0 0,0 1 1 0 0,0-1-1 0 0,-1 0 0 0 0,0 0 1 0 0,0 1-1 0 0,-1-1 1 0 0,0 0-1 0 0,-1 1 0 0 0,1-1 1 0 0,-2 0-1 0 0,1 0 1 0 0,-5 14-1 0 0,4-17-3 0 0,1 0 0 0 0,-1 0 0 0 0,0 0 0 0 0,0 0 0 0 0,-1-1 0 0 0,0 1 0 0 0,0-1-1 0 0,0 1 1 0 0,0-1 0 0 0,0 0 0 0 0,-1 0 0 0 0,0 0 0 0 0,0-1 0 0 0,0 1 0 0 0,0-1 0 0 0,-1 0 0 0 0,1 0 0 0 0,-1-1 0 0 0,0 1 0 0 0,0-1 0 0 0,1 0 0 0 0,-2 0 0 0 0,1-1 0 0 0,0 1-1 0 0,0-1 1 0 0,0 0 0 0 0,-11 0 0 0 0,-44-4-5354 0 0,-13 1-8570 0 0,43 4 2379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3:59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98 17894 0 0,'-21'0'-3067'0'0,"-29"3"3104"0"0,40-3 4146 0 0,62-19-2113 0 0,-1-1-1 0 0,60-35 1 0 0,-110 54-1911 0 0,6-1-268 0 0,3 1 1515 0 0,-3-1-3670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02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438 260 11601 0 0,'-60'14'1490'0'0,"-2"-2"0"0"0,-80 6 0 0 0,-31 4 4661 0 0,187-22-3245 0 0,85-8-2257 0 0,318-59 846 0 0,730-93 197 0 0,-759 112-1174 0 0,-348 43-457 0 0,180-15 3146 0 0,-195 17-3190 0 0,-1 3-17 0 0,3-3 0 0 0,-1-2 0 0 0,-5 1 0 0 0,-6 2-296 0 0,-12 2-1392 0 0,-13 3-8162 0 0,4-1 9125 0 0,-28 11-2142 0 0,3 1-3320 0 0,0 0-3111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03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1 467 15077 0 0,'0'0'-874'0'0,"20"-4"1548"0"0,207-43 5757 0 0,124-9-3959 0 0,-54 8-603 0 0,-165 25-743 0 0,207-26 439 0 0,368-104-228 0 0,-423 99-355 0 0,-162 34 805 0 0,-119 19-1602 0 0,1 1-70 0 0,13-3-94 0 0,-2 0-21 0 0,0 0 0 0 0,-1 1-148 0 0,-12 2-705 0 0,-15 2-7061 0 0,-5 7 6598 0 0,10-4 261 0 0,-55 22-8993 0 0,31-13 471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04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0 378 15345 0 0,'0'0'-845'0'0,"17"-9"5569"0"0,-8 6-4702 0 0,134-8 2249 0 0,-36 6-1326 0 0,31-7 126 0 0,267-34 2762 0 0,273-64 1494 0 0,-160 12-5253 0 0,-398 74-74 0 0,-19 4 0 0 0,154-11 0 0 0,-229 29 0 0 0,0 1 0 0 0,-1-1 0 0 0,-2 2 0 0 0,0 0 0 0 0,-2 0 0 0 0,-3-1 0 0 0,3-1 0 0 0,-5 2-206 0 0,-12 0-1070 0 0,-16 0-8340 0 0,-33 1 6368 0 0,1 3-3651 0 0,7-1-2767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05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204 493 15929 0 0,'-62'-8'-3301'0'0,"-27"7"3371"0"0,58 1 394 0 0,28 0 91 0 0,-10 0-501 0 0,7-1 851 0 0,12 0 4694 0 0,1012-178 2530 0 0,-599 102-6250 0 0,-30 7-824 0 0,173-37-355 0 0,-408 82 9 0 0,-126 21-689 0 0,-4 1-20 0 0,-1-2 0 0 0,-2 2 0 0 0,0 0 0 0 0,2 0 0 0 0,-8 1-69 0 0,-12 1-510 0 0,-19 7-3799 0 0,-6 1 3047 0 0,-66 22-3954 0 0,26 3-4726 0 0,23-8 753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09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0 225 15497 0 0,'0'0'-713'0'0,"4"16"12407"0"0,-4-22-11475 0 0,0-1 0 0 0,0 1 0 0 0,1 0 0 0 0,0-1 0 0 0,0 1 0 0 0,1 0 0 0 0,0-1-1 0 0,0 1 1 0 0,0 0 0 0 0,1 1 0 0 0,0-1 0 0 0,0 0 0 0 0,6-8 0 0 0,4-1 2 0 0,0 1 0 0 0,1 1 0 0 0,0 1 1 0 0,1 0-1 0 0,0 0 0 0 0,24-12 1 0 0,-28 17-146 0 0,1 1 0 0 0,1 0 0 0 0,-1 1 0 0 0,1 0 0 0 0,0 1 0 0 0,0 1 1 0 0,0 0-1 0 0,1 1 0 0 0,20-2 0 0 0,-31 4-66 0 0,0 0-1 0 0,0 1 1 0 0,0-1 0 0 0,0 1 0 0 0,0-1-1 0 0,0 1 1 0 0,0 0 0 0 0,0 0-1 0 0,-1 0 1 0 0,1 0 0 0 0,0 1 0 0 0,-1-1-1 0 0,1 1 1 0 0,-1-1 0 0 0,1 1-1 0 0,-1 0 1 0 0,0 0 0 0 0,0 0 0 0 0,0 1-1 0 0,0-1 1 0 0,0 0 0 0 0,0 1-1 0 0,-1-1 1 0 0,1 1 0 0 0,-1-1 0 0 0,0 1-1 0 0,1 0 1 0 0,-1 0 0 0 0,-1-1-1 0 0,1 1 1 0 0,0 0 0 0 0,0 5 0 0 0,1 7 16 0 0,-1-1 0 0 0,0 1 0 0 0,-1-1 0 0 0,-1 0 0 0 0,-2 18 0 0 0,-9 33 65 0 0,-3-1-1 0 0,-26 73 0 0 0,-8 29 76 0 0,42-140-166 0 0,1-7 0 0 0,1-1 0 0 0,1 1 0 0 0,1 0 0 0 0,0 0 0 0 0,2 0 0 0 0,0 0 0 0 0,1 1 0 0 0,4 35 0 0 0,-3-51 0 0 0,0-1 0 0 0,0 0 0 0 0,0 1 0 0 0,0-1 0 0 0,1 0 0 0 0,0 0 0 0 0,-1 0 0 0 0,1 0 0 0 0,0 0 0 0 0,0-1 0 0 0,0 1 0 0 0,1 0 0 0 0,-1-1 0 0 0,1 0 0 0 0,-1 1 0 0 0,1-1 0 0 0,0 0 0 0 0,3 2 0 0 0,0-2 0 0 0,-1 0 0 0 0,1 0 0 0 0,0 0 0 0 0,0 0 0 0 0,0-1 0 0 0,0 0 0 0 0,0 0 0 0 0,0-1 0 0 0,10 0 0 0 0,5-2 0 0 0,0 0 0 0 0,-1-2 0 0 0,1 0 0 0 0,36-14 0 0 0,-41 13 0 0 0,-10 4 0 0 0,0-1 0 0 0,0 1 0 0 0,0-1 0 0 0,-1-1 0 0 0,1 1 0 0 0,-1-1 0 0 0,1 0 0 0 0,-1 0 0 0 0,0 0 0 0 0,0-1 0 0 0,-1 0 0 0 0,1 0 0 0 0,4-5 0 0 0,-7-5 0 0 0,-4 10 0 0 0,0 1 0 0 0,0-1 0 0 0,0 1 0 0 0,0-1 0 0 0,-1 1 0 0 0,1-1 0 0 0,-1 1 0 0 0,0 0 0 0 0,0 0 0 0 0,0 1 0 0 0,0-1 0 0 0,-1 1 0 0 0,1-1 0 0 0,-1 1 0 0 0,1 0 0 0 0,-5-1 0 0 0,-69-28 0 0 0,63 26 0 0 0,-67-21 0 0 0,15 5 0 0 0,-65-31 0 0 0,122 48 0 0 0,1 0 0 0 0,0 0 0 0 0,0-1 0 0 0,0 0 0 0 0,0-1 0 0 0,1 0 0 0 0,0 0 0 0 0,0 0 0 0 0,1-1 0 0 0,0 0 0 0 0,0-1 0 0 0,0 1 0 0 0,-4-9 0 0 0,8 11 0 0 0,0 0 0 0 0,1 0 0 0 0,-1 0 0 0 0,1 0 0 0 0,0 0 0 0 0,0-1 0 0 0,0 1 0 0 0,1 0 0 0 0,0 0 0 0 0,0-1 0 0 0,0 1 0 0 0,1 0 0 0 0,-1-1 0 0 0,1 1 0 0 0,1 0 0 0 0,-1 0 0 0 0,1 0 0 0 0,0 0 0 0 0,0 0 0 0 0,0 0 0 0 0,1 0 0 0 0,-1 1 0 0 0,8-9 0 0 0,7-9-3 0 0,1 1 0 0 0,1 0 0 0 0,1 1 1 0 0,0 2-1 0 0,2 0 0 0 0,0 1 0 0 0,1 1 0 0 0,1 1 0 0 0,0 1 0 0 0,1 1 1 0 0,45-16-1 0 0,8 6-3378 0 0,1 9-3526 0 0,-53 14 2358 0 0,-9 3-1388 0 0,-1 2-4166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09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750 19 16798 0 0,'-10'-4'-65'0'0,"1"1"1"0"0,-1 0-1 0 0,0 1 1 0 0,0 0-1 0 0,0 0 1 0 0,0 1-1 0 0,0 0 1 0 0,-1 1 0 0 0,1 0-1 0 0,0 1 1 0 0,0 0-1 0 0,0 0 1 0 0,0 1-1 0 0,0 0 1 0 0,-13 6-1 0 0,-2 1 383 0 0,1 2-1 0 0,0 1 1 0 0,1 0-1 0 0,-39 29 1 0 0,25-13 119 0 0,1 1 1 0 0,2 2-1 0 0,1 1 1 0 0,1 2-1 0 0,2 1 1 0 0,1 1-1 0 0,2 1 1 0 0,-43 81-1 0 0,55-86-142 0 0,1 0 0 0 0,1 0 0 0 0,2 1 0 0 0,1 0 0 0 0,1 1 0 0 0,3 0 1 0 0,0 1-1 0 0,2-1 0 0 0,2 1 0 0 0,1 0 0 0 0,2 0 0 0 0,8 56 0 0 0,-6-73-179 0 0,1-1 0 0 0,1 1 1 0 0,1-1-1 0 0,0 1 0 0 0,2-2 0 0 0,0 1 1 0 0,0-1-1 0 0,2 0 0 0 0,0-1 0 0 0,0 0 1 0 0,2-1-1 0 0,0 0 0 0 0,0-1 0 0 0,1 0 1 0 0,1-1-1 0 0,0 0 0 0 0,21 13 0 0 0,-11-12-4 0 0,0 0 0 0 0,0-1 0 0 0,1-2-1 0 0,0 0 1 0 0,1-2 0 0 0,0-1 0 0 0,0-1 0 0 0,1-1-1 0 0,0-1 1 0 0,0-1 0 0 0,38-2 0 0 0,-15-3-29 0 0,-1-3 0 0 0,0-2 0 0 0,0-2 0 0 0,-1-3 0 0 0,0-1 1 0 0,-1-2-1 0 0,0-3 0 0 0,-2-1 0 0 0,0-3 0 0 0,-1-1 0 0 0,-2-2 0 0 0,0-2 1 0 0,49-43-1 0 0,-75 56-54 0 0,0 0 1 0 0,-2-2 0 0 0,0 1-1 0 0,-1-2 1 0 0,0 0 0 0 0,-1 0-1 0 0,17-36 1 0 0,-23 39-14 0 0,0-1 1 0 0,-1 0-1 0 0,0 0 1 0 0,-2 0-1 0 0,1 0 0 0 0,-2-1 1 0 0,0 0-1 0 0,-1 1 1 0 0,-1-1-1 0 0,0 0 0 0 0,-3-19 1 0 0,-3-2-7 0 0,-2 0-1 0 0,-1 0 1 0 0,-2 1 0 0 0,-1 1 0 0 0,-2 0-1 0 0,-2 0 1 0 0,-1 2 0 0 0,-1 0 0 0 0,-2 1-1 0 0,-25-32 1 0 0,31 47-68 0 0,0 0 1 0 0,-1 1-1 0 0,0 1 0 0 0,-2 1 1 0 0,0 0-1 0 0,0 1 0 0 0,-1 0 0 0 0,-1 2 1 0 0,0 0-1 0 0,0 1 0 0 0,-1 1 0 0 0,0 1 1 0 0,-1 1-1 0 0,0 1 0 0 0,0 0 1 0 0,0 2-1 0 0,-1 0 0 0 0,-40-1 0 0 0,22 7-486 0 0,0 1-1 0 0,0 3 1 0 0,0 0-1 0 0,1 3 1 0 0,0 1-1 0 0,1 2 0 0 0,-45 21 1 0 0,32-10-2137 0 0,-65 41-1 0 0,66-32-2409 0 0,-49 43 0 0 0,65-44-2321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0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32 13349 0 0,'0'0'340'0'0,"-8"-31"4618"0"0,7 30-3661 0 0,-5 2-948 0 0,-4 2-230 0 0,1 0 0 0 0,0 0 1 0 0,0 1-1 0 0,0 0 0 0 0,1 0 0 0 0,-1 1 0 0 0,1 0 0 0 0,0 1 0 0 0,0 0 0 0 0,1 0 0 0 0,-9 9 1 0 0,7-5-39 0 0,0-1 0 0 0,0 2 0 0 0,1-1 1 0 0,0 1-1 0 0,1 0 0 0 0,0 1 1 0 0,1 0-1 0 0,-6 15 0 0 0,10-22-55 0 0,1-1 1 0 0,-1 1-1 0 0,1 0 1 0 0,0-1-1 0 0,0 1 1 0 0,1 0-1 0 0,0 0 0 0 0,0 0 1 0 0,0 0-1 0 0,0 0 1 0 0,1-1-1 0 0,-1 1 0 0 0,1 0 1 0 0,1 0-1 0 0,-1-1 1 0 0,0 1-1 0 0,1-1 1 0 0,0 1-1 0 0,0-1 0 0 0,4 5 1 0 0,3 3 131 0 0,0-2 0 0 0,1 1 0 0 0,0-1 1 0 0,1-1-1 0 0,16 12 0 0 0,-18-15 142 0 0,0 1-1 0 0,0 0 1 0 0,0 1 0 0 0,-1 0-1 0 0,0 0 1 0 0,-1 1 0 0 0,0 0-1 0 0,0 0 1 0 0,8 15-1 0 0,-13-18-39 0 0,1-1 0 0 0,-2 1 0 0 0,1-1 0 0 0,0 1 0 0 0,-1 0 0 0 0,0 0 0 0 0,-1 0 0 0 0,1 0 0 0 0,-1 0 0 0 0,-1-1 0 0 0,0 9 0 0 0,0-10-173 0 0,0 0 1 0 0,0-1 0 0 0,0 1-1 0 0,-1 0 1 0 0,1-1-1 0 0,-1 1 1 0 0,0-1-1 0 0,0 0 1 0 0,0 0 0 0 0,-1 0-1 0 0,1 0 1 0 0,-1 0-1 0 0,0 0 1 0 0,1 0-1 0 0,-1-1 1 0 0,0 0 0 0 0,-7 4-1 0 0,8-5-135 0 0,0 0-1 0 0,-1 0 0 0 0,1 0 1 0 0,-1 0-1 0 0,1-1 1 0 0,0 1-1 0 0,-1-1 1 0 0,1 0-1 0 0,-1 0 0 0 0,1 1 1 0 0,-1-2-1 0 0,1 1 1 0 0,-1 0-1 0 0,1 0 0 0 0,-1-1 1 0 0,1 0-1 0 0,0 1 1 0 0,-1-1-1 0 0,1 0 0 0 0,0 0 1 0 0,-1 0-1 0 0,1-1 1 0 0,0 1-1 0 0,0 0 0 0 0,0-1 1 0 0,0 1-1 0 0,0-1 1 0 0,1 0-1 0 0,-3-2 0 0 0,-1-1-382 0 0,1 1-1 0 0,0-1 1 0 0,0 0-1 0 0,1 0 1 0 0,0 0-1 0 0,0 0 1 0 0,0-1-1 0 0,0 1 1 0 0,1-1-1 0 0,-4-11 1 0 0,5 3-581 0 0,0 1 1 0 0,1-1 0 0 0,0 0 0 0 0,1 1 0 0 0,0-1 0 0 0,1 1-1 0 0,5-17 1 0 0,3-8-3291 0 0,21-48 0 0 0,-1 19-2594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1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0 187 12141 0 0,'48'-107'1320'0'0,"-20"34"5438"0"0,-27 72-5876 0 0,-1 1-817 0 0,0-1 0 0 0,0 1 0 0 0,0 0 0 0 0,1-1 0 0 0,-1 1 0 0 0,0 0 0 0 0,0-1 0 0 0,1 1 0 0 0,-1 0 0 0 0,0-1 0 0 0,1 1 0 0 0,-1 0-1 0 0,0 0 1 0 0,0-1 0 0 0,1 1 0 0 0,-1 0 0 0 0,1 0 0 0 0,-1 0 0 0 0,0 0 0 0 0,1-1 0 0 0,-1 1 0 0 0,0 0 0 0 0,1 0 0 0 0,-1 0 0 0 0,1 0 0 0 0,-1 0 0 0 0,0 0 0 0 0,1 0 0 0 0,-1 0 0 0 0,1 0 0 0 0,-1 0 0 0 0,0 0 0 0 0,1 0 0 0 0,-1 1 0 0 0,0-1 0 0 0,1 0 0 0 0,-1 0 0 0 0,1 0 0 0 0,-1 0 0 0 0,0 1 0 0 0,1-1 0 0 0,-1 0 0 0 0,0 0 0 0 0,0 0 0 0 0,1 1 0 0 0,-1-1 0 0 0,1 1 0 0 0,12 14 921 0 0,-13-15-1044 0 0,18 30 880 0 0,-1-1 0 0 0,-1 2 1 0 0,14 39-1 0 0,-3-7-96 0 0,40 77 1018 0 0,-64-139-1694 0 0,0 1-1 0 0,1 0 0 0 0,-1-1 0 0 0,0 0 0 0 0,1 1 0 0 0,-1-2 0 0 0,1 1 0 0 0,-1 0 0 0 0,1-1 0 0 0,4 1 1 0 0,14 3 121 0 0,10 15-77 0 0,-29-16-82 0 0,1 0 0 0 0,0 0 0 0 0,0 0 0 0 0,0-1 0 0 0,0 0 0 0 0,0 0 0 0 0,1 0 0 0 0,-1 0 0 0 0,0-1 0 0 0,1 1 0 0 0,-1-1 0 0 0,1 0 0 0 0,0 0 0 0 0,-1-1 0 0 0,1 0 0 0 0,0 1 0 0 0,0-2 0 0 0,5 0 0 0 0,15-8 12 0 0,-1-1 1 0 0,0-2-1 0 0,0-1 1 0 0,25-18 0 0 0,-12 9-25 0 0,-33 20-51 0 0,0 1 0 0 0,0 0-1 0 0,1 0 1 0 0,-1 1 0 0 0,0-1-1 0 0,0 1 1 0 0,1 0 0 0 0,-1 0 0 0 0,0 0-1 0 0,1 1 1 0 0,-1-1 0 0 0,0 1-1 0 0,1 0 1 0 0,-1 1 0 0 0,0-1-1 0 0,0 1 1 0 0,5 2 0 0 0,23 13-3754 0 0,-11-6-1900 0 0,3 1-6173 0 0,-11-5 3981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1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26 193 13965 0 0,'0'0'324'0'0,"-12"5"480"0"0,6-7 6312 0 0,5 0-6918 0 0,0 0 0 0 0,0 0 1 0 0,0-1-1 0 0,0 1 0 0 0,1 0 1 0 0,-1 0-1 0 0,1-1 0 0 0,-1 1 0 0 0,1 0 1 0 0,0-1-1 0 0,0 1 0 0 0,0 0 1 0 0,0-1-1 0 0,0 1 0 0 0,1 0 1 0 0,-1-1-1 0 0,1 1 0 0 0,1-3 0 0 0,0-2 142 0 0,1 0 0 0 0,0 1 0 0 0,0-1-1 0 0,1 1 1 0 0,0 0 0 0 0,6-6 0 0 0,-1 0 58 0 0,1 1 0 0 0,1 1 1 0 0,0 0-1 0 0,0 1 0 0 0,1 0 1 0 0,13-8-1 0 0,-19 14-297 0 0,0 0-1 0 0,0 0 1 0 0,0 0 0 0 0,0 1 0 0 0,1 0-1 0 0,-1 1 1 0 0,1-1 0 0 0,0 1-1 0 0,-1 1 1 0 0,1-1 0 0 0,0 1 0 0 0,-1 0-1 0 0,1 1 1 0 0,13 2 0 0 0,-11-1-76 0 0,0 1-1 0 0,0 0 1 0 0,0 1 0 0 0,0 0 0 0 0,-1 1 0 0 0,1-1-1 0 0,-1 2 1 0 0,-1-1 0 0 0,13 12 0 0 0,-8-6-36 0 0,0 1-1 0 0,-1 1 1 0 0,0 0 0 0 0,-2 0 0 0 0,1 1-1 0 0,-2 0 1 0 0,1 1 0 0 0,-2 0 0 0 0,0 0-1 0 0,-1 1 1 0 0,7 29 0 0 0,7 111 11 0 0,-14-132 0 0 0,-2-22 0 0 0,3-11 0 0 0,3-8 0 0 0,67-141 0 0 0,-66 140 0 0 0,1 0 0 0 0,0 1 0 0 0,1 0 0 0 0,1 1 0 0 0,1 1 0 0 0,18-16 0 0 0,-28 26 0 0 0,-3 4 0 0 0,0-1 0 0 0,0 0 0 0 0,0 1 0 0 0,0-1 0 0 0,1 1 0 0 0,-1-1 0 0 0,0 1 0 0 0,1 0 0 0 0,-1 0 0 0 0,1 0 0 0 0,-1 0 0 0 0,1 1 0 0 0,-1-1 0 0 0,1 1 0 0 0,0-1 0 0 0,-1 1 0 0 0,1 0 0 0 0,0 0 0 0 0,-1 0 0 0 0,1 1 0 0 0,0-1 0 0 0,-1 1 0 0 0,1-1 0 0 0,4 2 0 0 0,5 2 0 0 0,0 0 0 0 0,0 1 0 0 0,0 0 0 0 0,-1 1 0 0 0,0 0 0 0 0,0 0 0 0 0,0 2 0 0 0,-1-1 0 0 0,0 1 0 0 0,0 1 0 0 0,-1-1 0 0 0,14 18 0 0 0,9 16 0 0 0,49 79 0 0 0,-56-80 0 0 0,-12-19-221 0 0,-12-20-1225 0 0,1-8-2759 0 0,2-12 1743 0 0,-2 6-2967 0 0,1 6 2478 0 0,-1 0-32 0 0,1-7-8231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2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151 135 21218 0 0,'-109'5'4677'0'0,"67"-4"1713"0"0,48-2-6320 0 0,0 0 0 0 0,-1 0 1 0 0,1 0-1 0 0,-1 0 0 0 0,1-1 0 0 0,9-5 1 0 0,18-5-81 0 0,149-43 291 0 0,0 1-3762 0 0,-153 50-6001 0 0,-17 2 1782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2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55 17834 0 0,'-35'-55'11381'0'0,"36"63"-10512"0"0,4 25 164 0 0,0 4-703 0 0,0 1 0 0 0,-3-1 0 0 0,-1 0 0 0 0,-4 39 0 0 0,4-69-330 0 0,-3 21 0 0 0,4-42 0 0 0,2 0 0 0 0,0 0 0 0 0,0 1 0 0 0,1-1 0 0 0,1 1 0 0 0,14-24 0 0 0,-10 30 0 0 0,13-1 0 0 0,5 9 0 0 0,-3 7 0 0 0,8 1 0 0 0,-27-6 0 0 0,25 15 0 0 0,-31-17 0 0 0,0-1 0 0 0,1 0 0 0 0,-1 1 0 0 0,1-1 0 0 0,-1 0 0 0 0,1 0 0 0 0,-1 1 0 0 0,1-1 0 0 0,-1 0 0 0 0,1 0 0 0 0,-1 0 0 0 0,1 0 0 0 0,-1 1 0 0 0,1-1 0 0 0,-1 0 0 0 0,1 0 0 0 0,-1 0 0 0 0,1 0 0 0 0,-1 0 0 0 0,1-1 0 0 0,-1 1 0 0 0,1 0 0 0 0,-1 0 0 0 0,1 0 0 0 0,0-1 0 0 0,3-1 0 0 0,0-1 0 0 0,-1 0 0 0 0,1 0 0 0 0,-1 0 0 0 0,0 0 0 0 0,0 0 0 0 0,0-1 0 0 0,0 0 0 0 0,0 1 0 0 0,-1-1 0 0 0,3-6 0 0 0,-2 4 0 0 0,0 0 0 0 0,1 1 0 0 0,-1-1 0 0 0,1 1 0 0 0,0 0 0 0 0,1 0 0 0 0,-1 0 0 0 0,1 1 0 0 0,0 0 0 0 0,0 0 0 0 0,1 0 0 0 0,-1 0 0 0 0,1 1 0 0 0,8-4 0 0 0,11 3 0 0 0,-20 5 0 0 0,1-1 0 0 0,-1 2 0 0 0,1-1 0 0 0,-1 0-1 0 0,0 1 1 0 0,0 0 0 0 0,0 0 0 0 0,0 1 0 0 0,0 0 0 0 0,0-1 0 0 0,0 2 0 0 0,-1-1 0 0 0,8 7 0 0 0,5 7 2 0 0,-1 0 0 0 0,15 21 0 0 0,-21-25-16 0 0,0 0 0 0 0,1-1-1 0 0,1 0 1 0 0,19 16-1 0 0,-23-22-3399 0 0,17 6-4255 0 0,-2-16-2927 0 0,3-6 1431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2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64 130 16165 0 0,'0'0'6197'0'0,"-11"0"-4678"0"0,-31 0-72 0 0,31 0 3118 0 0,18-5-3734 0 0,19-11-596 0 0,1 2 0 0 0,30-12 0 0 0,6-3-4373 0 0,-5-4-7006 0 0,-53 31 5383 0 0,8-3-2769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3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76 15721 0 0,'-32'-39'1249'0'0,"-2"7"3832"0"0,29 28-597 0 0,2 9-3154 0 0,0 3-920 0 0,-1 0 1 0 0,1 0-1 0 0,0 0 1 0 0,1 0-1 0 0,0 0 1 0 0,0 1-1 0 0,1-1 1 0 0,0 1-1 0 0,1 11 1 0 0,5 91 521 0 0,-2-65-1067 0 0,8 72 135 0 0,5-1 0 0 0,40 147 0 0 0,-57-263-113 0 0,1 0 0 0 0,0 0 0 0 0,0 0 0 0 0,0-1 0 0 0,0 1 0 0 0,1 0 0 0 0,-1 0 0 0 0,0 0 0 0 0,0-1 0 0 0,0 1 0 0 0,1 0 0 0 0,-1 0 0 0 0,0-1 0 0 0,1 1 0 0 0,-1 0 0 0 0,0 0 0 0 0,1-1 0 0 0,-1 1 0 0 0,1 0 0 0 0,0-1 0 0 0,-1 1 0 0 0,1-1 0 0 0,-1 1-1 0 0,1-1 1 0 0,0 1 0 0 0,-1-1 0 0 0,1 1 0 0 0,0-1 0 0 0,-1 0 0 0 0,1 1 0 0 0,0-1 0 0 0,0 0 0 0 0,0 0 0 0 0,-1 0 0 0 0,1 1 0 0 0,0-1 0 0 0,0 0 0 0 0,0 0 0 0 0,-1 0 0 0 0,1 0 0 0 0,0 0 0 0 0,0 0 0 0 0,0-1 0 0 0,-1 1 0 0 0,1 0 0 0 0,0 0 0 0 0,0 0 0 0 0,-1-1 0 0 0,1 1 0 0 0,0 0 0 0 0,1-2 0 0 0,29-28-11065 0 0,-26 24 7274 0 0,4-3-6048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3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19286 0 0,'7'-15'12572'0'0,"3"42"-12373"0"0,0 0-1 0 0,-1 1 1 0 0,-2 0 0 0 0,5 44-1 0 0,6 128-356 0 0,-12-106 232 0 0,20 175-74 0 0,-23-217 0 0 0,2-38 309 0 0,-4-14-419 0 0,-1 0 0 0 0,0 0 0 0 0,1 0 0 0 0,-1 0 0 0 0,0 0 0 0 0,1 0 0 0 0,-1 0 0 0 0,0 0-1 0 0,0 0 1 0 0,1 0 0 0 0,-1 0 0 0 0,0 0 0 0 0,1 0 0 0 0,-1 0 0 0 0,0 0 0 0 0,1-1 0 0 0,-1 1 0 0 0,0 0 0 0 0,0 0 0 0 0,1 0-1 0 0,-1 0 1 0 0,0-1 0 0 0,0 1 0 0 0,1 0 0 0 0,-1 0 0 0 0,0 0 0 0 0,0-1 0 0 0,0 1 0 0 0,1 0 0 0 0,-1 0 0 0 0,0-1 0 0 0,0 1 0 0 0,0 0-1 0 0,0-1 1 0 0,35-62-7382 0 0,-13 13-548 0 0,0-4-3795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4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38 22022 0 0,'-1'-1'60'0'0,"1"0"1"0"0,-1 0-1 0 0,0 1 0 0 0,1-1 1 0 0,-1 0-1 0 0,1 0 1 0 0,-1 0-1 0 0,1 0 0 0 0,-1 0 1 0 0,1 0-1 0 0,0 0 0 0 0,-1 0 1 0 0,1 0-1 0 0,0 0 0 0 0,0 0 1 0 0,0 0-1 0 0,0 0 0 0 0,0 0 1 0 0,0 0-1 0 0,0 0 1 0 0,0 0-1 0 0,0 0 0 0 0,0 0 1 0 0,0 0-1 0 0,1 0 0 0 0,-1 0 1 0 0,1-1-1 0 0,0 1 41 0 0,1 0-1 0 0,-1 0 0 0 0,0 0 1 0 0,1 0-1 0 0,-1 0 1 0 0,0 1-1 0 0,1-1 1 0 0,-1 0-1 0 0,1 1 1 0 0,-1 0-1 0 0,1-1 1 0 0,-1 1-1 0 0,1 0 0 0 0,0-1 1 0 0,2 1-1 0 0,7 0 358 0 0,0 1 1 0 0,0 0-1 0 0,-1 0 0 0 0,15 4 0 0 0,-4 1-29 0 0,0 1 1 0 0,0 1 0 0 0,0 1-1 0 0,-1 1 1 0 0,0 0-1 0 0,-1 2 1 0 0,0 0-1 0 0,-1 1 1 0 0,28 26-1 0 0,-28-20-367 0 0,-1 0 0 0 0,0 1-1 0 0,-1 0 1 0 0,-2 1-1 0 0,0 1 1 0 0,-1 1-1 0 0,-1 0 1 0 0,-1 0-1 0 0,-2 1 1 0 0,0 0-1 0 0,-1 1 1 0 0,-2 0-1 0 0,5 32 1 0 0,-4 5-62 0 0,-3 0 0 0 0,-3-1 0 0 0,-2 1 0 0 0,-3 0 0 0 0,-3 0 0 0 0,-3-1 0 0 0,-31 109 0 0 0,14-87 0 0 0,-4-1 0 0 0,-3-1 0 0 0,-4-2 0 0 0,-93 143 0 0 0,112-194-139 0 0,-1-1 0 0 0,-2-1 0 0 0,0-1-1 0 0,-2-1 1 0 0,0-1 0 0 0,-2-1 0 0 0,0-1 0 0 0,-41 24 0 0 0,40-30-1564 0 0,0-1 0 0 0,-1-2 0 0 0,0-1 0 0 0,-1-1 1 0 0,-51 10-1 0 0,-59-1-8210 0 0,60-8 384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4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18 15977 0 0,'0'-1'-42'0'0,"0"1"0"0"0,0-1 0 0 0,-1 0-1 0 0,1 0 1 0 0,0 1 0 0 0,0-1-1 0 0,0 0 1 0 0,-1 0 0 0 0,1 1 0 0 0,0-1-1 0 0,-1 0 1 0 0,1 1 0 0 0,0-1 0 0 0,-1 0-1 0 0,1 1 1 0 0,-1-1 0 0 0,1 1-1 0 0,-1-1 1 0 0,0 1 0 0 0,1-1 0 0 0,-1 1-1 0 0,1-1 1 0 0,-1 1 0 0 0,0 0-1 0 0,1-1 1 0 0,-1 1 0 0 0,0 0 0 0 0,0 0-1 0 0,1-1 1 0 0,-1 1 0 0 0,0 0-1 0 0,1 0 1 0 0,-1 0 0 0 0,0 0 0 0 0,0 0-1 0 0,1 0 1 0 0,-2 0 0 0 0,0 1 26 0 0,0 1 0 0 0,0-1 1 0 0,0 1-1 0 0,0-1 0 0 0,1 1 0 0 0,-1 0 1 0 0,0 0-1 0 0,1-1 0 0 0,-1 1 1 0 0,1 0-1 0 0,0 0 0 0 0,-1 3 0 0 0,-6 10 166 0 0,1 0 0 0 0,1 1 0 0 0,-4 16 0 0 0,-7 39 470 0 0,3 1 1 0 0,4 0-1 0 0,2 1 0 0 0,4 0 0 0 0,3 0 1 0 0,3 0-1 0 0,4 0 0 0 0,2 0 0 0 0,24 89 1 0 0,-19-112-232 0 0,2-1 1 0 0,3-1 0 0 0,1-1 0 0 0,3-1 0 0 0,2-1 0 0 0,29 43-1 0 0,-30-56-269 0 0,1-1-1 0 0,2-1 0 0 0,1-1 0 0 0,0-1 0 0 0,3-2 0 0 0,0-1 0 0 0,1-1 0 0 0,51 29 1 0 0,-67-45-647 0 0,0 0 1 0 0,1-1-1 0 0,0-1 1 0 0,0 0 0 0 0,1-1-1 0 0,-1-1 1 0 0,1 0 0 0 0,35 2-1 0 0,-30-6-1091 0 0,-1-1-1 0 0,1 0 0 0 0,0-2 1 0 0,-1-1-1 0 0,1-1 0 0 0,32-11 0 0 0,12-8-5226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6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11757 0 0,'0'0'-562'0'0,"27"-28"700"0"0,-26 27 196 0 0,0-1 0 0 0,-1 1 0 0 0,1 0 1 0 0,0 0-1 0 0,0 0 0 0 0,0 0 0 0 0,0 0 0 0 0,0 0 0 0 0,0 0 0 0 0,0 0 0 0 0,0 0 1 0 0,0 0-1 0 0,1 0 0 0 0,-1 1 0 0 0,0-1 0 0 0,0 0 0 0 0,3 0 0 0 0,-4 1-256 0 0,1 0-1 0 0,0 1 1 0 0,-1-1-1 0 0,1 0 1 0 0,-1 0-1 0 0,1 1 1 0 0,0-1-1 0 0,-1 0 1 0 0,1 0-1 0 0,-1 1 1 0 0,1-1-1 0 0,-1 1 0 0 0,1-1 1 0 0,-1 1-1 0 0,1-1 1 0 0,-1 1-1 0 0,1-1 1 0 0,-1 1-1 0 0,0-1 1 0 0,1 1-1 0 0,-1-1 1 0 0,0 1-1 0 0,1 0 1 0 0,-1-1-1 0 0,0 2 1 0 0,4 9-216 0 0,-1 1 0 0 0,-1-1 1 0 0,2 19-1 0 0,0-4 991 0 0,-2-17-767 0 0,82 363 3447 0 0,-76-352-3669 0 0,-1 1 2691 0 0,-3-8-4036 0 0,-1-3-3902 0 0,-2-1-5372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16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 10957 0 0,'13'-40'-118'0'0,"-12"25"1303"0"0,4-9 5945 0 0,111 415-3846 0 0,-105-349-2911 0 0,34 172 1777 0 0,-44-212-2104 0 0,-1 5-1444 0 0,-21-27-14051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23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395 594 12413 0 0,'-142'4'-141'0'0,"51"-2"3053"0"0,95-7-2313 0 0,6-4-465 0 0,0 1 1 0 0,1 0-1 0 0,0 1 1 0 0,1 0-1 0 0,0 1 1 0 0,0 0-1 0 0,0 0 1 0 0,1 2-1 0 0,22-7 1 0 0,-10 3-15 0 0,732-202 1421 0 0,17 52-744 0 0,-201 44-189 0 0,-552 110-567 0 0,-8 2-7 0 0,-1 0 0 0 0,0-1 0 0 0,0-1 1 0 0,0 0-1 0 0,17-8 0 0 0,-28 11-1 0 0,-16 1-23 0 0,-77 6-1 0 0,-115 23 0 0 0,-105 36 10 0 0,200-40-17 0 0,-1610 388 124 0 0,1702-409-118 0 0,12-2 11 0 0,0 0 0 0 0,0 0 0 0 0,1 0-1 0 0,-1 1 1 0 0,-14 7 0 0 0,18-8 6 0 0,25-4 258 0 0,1338-317 951 0 0,-1337 314-1071 0 0,48-16 462 0 0,-65 20-486 0 0,0-1 1 0 0,0-1 0 0 0,0 1 0 0 0,-1 0-1 0 0,1-1 1 0 0,-1 0 0 0 0,1 0 0 0 0,-1-1 0 0 0,0 1-1 0 0,5-6 1 0 0,-8 7 236 0 0,-6-1-24 0 0,-2 0-277 0 0,0 0 1 0 0,-1 0 0 0 0,1 1-1 0 0,0 0 1 0 0,-1 1 0 0 0,0-1-1 0 0,1 1 1 0 0,-1 1 0 0 0,0-1-1 0 0,-9 2 1 0 0,-89 9 247 0 0,67-5-211 0 0,-31 3 25 0 0,-71 17-1 0 0,55 2-2626 0 0,73-21 48 0 0,10-3-1730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23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9 13285 0 0,'-26'6'-152'0'0,"-2"-3"52"0"0,2-3 24 0 0,0 0-8 0 0,7 0 28 0 0,-13 0 8 0 0,10-3-4 0 0,12-3-804 0 0,49-2-6133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24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2409 9 7061 0 0,'0'1'18'0'0,"0"-1"0"0"0,0 0 0 0 0,0 0 0 0 0,-1 0 0 0 0,1 0 1 0 0,0 0-1 0 0,0 0 0 0 0,-1 0 0 0 0,1 0 0 0 0,0 0 0 0 0,0 0 1 0 0,0 0-1 0 0,-1 0 0 0 0,1 0 0 0 0,0 0 0 0 0,0 0 1 0 0,-1 0-1 0 0,1 0 0 0 0,0 0 0 0 0,0 0 0 0 0,0 0 0 0 0,-1 0 1 0 0,1 0-1 0 0,0-1 0 0 0,0 1 0 0 0,0 0 0 0 0,-1 0 0 0 0,1 0 1 0 0,0 0-1 0 0,0 0 0 0 0,0-1 0 0 0,0 1 0 0 0,-1 0 0 0 0,1 0 1 0 0,0 0-1 0 0,0 0 0 0 0,0-1 0 0 0,0 1 0 0 0,0 0 0 0 0,0 0 1 0 0,0-1-1 0 0,0 1 0 0 0,0 0 0 0 0,-1 0 0 0 0,1 0 0 0 0,0-1 1 0 0,0 1-1 0 0,0 0 0 0 0,0 0 0 0 0,0-1 0 0 0,0 1 0 0 0,1 0 1 0 0,-1 0-1 0 0,0 0 0 0 0,0-1 0 0 0,0 1 0 0 0,0 0 0 0 0,0 0 1 0 0,0-1-1 0 0,0 1 0 0 0,0 0 0 0 0,0 0 0 0 0,1 0 0 0 0,-1 0 1 0 0,0-1-1 0 0,0 1 0 0 0,0 0 0 0 0,-56 4 774 0 0,-1 3 0 0 0,0 3 1 0 0,-65 20-1 0 0,22-6-115 0 0,74-18-526 0 0,-893 211 3579 0 0,25 77-1079 0 0,824-261-2368 0 0,46-20-29 0 0,-1-1 0 0 0,-26 8 1 0 0,50-20-23 0 0,10-3-122 0 0,1296-374 550 0 0,-1211 352-602 0 0,59-19 965 0 0,-199 51-1131 0 0,37-7-18 0 0,1 1-1 0 0,-1 0 0 0 0,0 0 0 0 0,-14 5 0 0 0,15-3-103 0 0,-106 36-4880 0 0,103-34 3438 0 0,-1 1-1 0 0,1 0 1 0 0,0 1-1 0 0,-11 8 1 0 0,8-2-3831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24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40 122 11909 0 0,'0'0'110'0'0,"-1"0"0"0"0,1 0 0 0 0,-1 0 0 0 0,0 0 0 0 0,1 0 0 0 0,-1 0 0 0 0,1 0 0 0 0,-1 0 0 0 0,1 0 0 0 0,-1 0 0 0 0,0 0 0 0 0,1-1 0 0 0,-1 1 0 0 0,1 0 0 0 0,-1 0 0 0 0,1 0 0 0 0,-1-1 0 0 0,1 1 0 0 0,-1 0 0 0 0,1-1 0 0 0,-1 1 0 0 0,1 0 0 0 0,-1-1 0 0 0,1 1 0 0 0,-1-1 0 0 0,1 1 0 0 0,0 0 0 0 0,-1-1 0 0 0,1 1 0 0 0,0-1 0 0 0,0 1 0 0 0,-1-1 0 0 0,1 0 0 0 0,0 1 0 0 0,0-1 0 0 0,0 1 0 0 0,-1-1 0 0 0,1 1 0 0 0,0-1 0 0 0,0 0 0 0 0,0 1 0 0 0,0-1 0 0 0,0 1 0 0 0,0-1 0 0 0,0 1 0 0 0,0-1 0 0 0,1 0 0 0 0,-1 1 0 0 0,0-1 0 0 0,0 1 0 0 0,0-1 0 0 0,1 1 0 0 0,-1-1 0 0 0,0 1 0 0 0,0-1 0 0 0,1 1 0 0 0,-1-1 0 0 0,1 1 0 0 0,-1-1 0 0 0,0 1 0 0 0,1 0 0 0 0,0-1 0 0 0,16-13 573 0 0,1 2 0 0 0,1 0 0 0 0,0 1 1 0 0,0 1-1 0 0,1 1 0 0 0,21-6 0 0 0,-34 12-554 0 0,1 0 1 0 0,-1 1-1 0 0,0 0 1 0 0,1 1 0 0 0,0 0-1 0 0,-1 0 1 0 0,1 0-1 0 0,-1 1 1 0 0,1 0-1 0 0,0 0 1 0 0,-1 1-1 0 0,1 0 1 0 0,0 1-1 0 0,-1 0 1 0 0,0 0-1 0 0,1 0 1 0 0,-1 1-1 0 0,0 0 1 0 0,0 0-1 0 0,-1 1 1 0 0,10 6-1 0 0,-12-6-48 0 0,0 1 0 0 0,0-1-1 0 0,0 1 1 0 0,0 0 0 0 0,-1 0-1 0 0,0 1 1 0 0,0-1 0 0 0,0 1-1 0 0,-1-1 1 0 0,1 1-1 0 0,-2 0 1 0 0,1 0 0 0 0,0 0-1 0 0,-1 0 1 0 0,0 0 0 0 0,-1 0-1 0 0,0 1 1 0 0,1-1 0 0 0,-2 0-1 0 0,0 9 1 0 0,-3 12 178 0 0,-1-1 0 0 0,-1 0 1 0 0,-12 33-1 0 0,14-48-193 0 0,-74 196 1174 0 0,-1 2 189 0 0,75-198-1321 0 0,1 1 1 0 0,1-1-1 0 0,0 1 0 0 0,1 0 1 0 0,0 0-1 0 0,1 20 1 0 0,0-29-107 0 0,0 1 1 0 0,0-1-1 0 0,1 0 0 0 0,-1 0 0 0 0,1 0 1 0 0,0 0-1 0 0,-1 0 0 0 0,1 0 1 0 0,0 0-1 0 0,1 0 0 0 0,-1-1 1 0 0,1 1-1 0 0,-1 0 0 0 0,1-1 1 0 0,0 1-1 0 0,0-1 0 0 0,0 1 1 0 0,0-1-1 0 0,0 0 0 0 0,0 0 1 0 0,1 0-1 0 0,-1 0 0 0 0,1 0 1 0 0,0-1-1 0 0,-1 1 0 0 0,1-1 1 0 0,0 1-1 0 0,0-1 0 0 0,0 0 1 0 0,4 1-1 0 0,-5-2-2 0 0,0 1 0 0 0,1 0 0 0 0,-1-1 0 0 0,1 1 0 0 0,-1-1 0 0 0,1 0 0 0 0,-1 1 0 0 0,1-1 0 0 0,-1-1 0 0 0,0 1 0 0 0,1 0 0 0 0,-1 0 0 0 0,1-1 0 0 0,-1 0 0 0 0,1 1 0 0 0,-1-1 0 0 0,4-2 0 0 0,0 0 0 0 0,-3 2 0 0 0,-1 0 0 0 0,1 1 0 0 0,-1-1 0 0 0,0 0 0 0 0,1-1 0 0 0,-1 1 0 0 0,0 0 0 0 0,0-1 0 0 0,0 1 0 0 0,0-1 0 0 0,0 1 0 0 0,0-1 0 0 0,0 0 0 0 0,0 0 0 0 0,-1 0 0 0 0,1 0 0 0 0,-1 0 0 0 0,0-1 0 0 0,1 1 0 0 0,-1 0 0 0 0,0 0 0 0 0,0-1 0 0 0,-1 1 0 0 0,1-1 0 0 0,0 1 0 0 0,-1-1 0 0 0,0 1 0 0 0,1-1 0 0 0,-1 1 0 0 0,0-1 0 0 0,0 0 0 0 0,0 1 0 0 0,-1-1 0 0 0,1 1 0 0 0,-1-1 0 0 0,0-3 0 0 0,-3-7 0 0 0,0 1 0 0 0,-1 0 0 0 0,0 0 0 0 0,-1 0 0 0 0,-10-17 0 0 0,-2 5 0 0 0,0 0 0 0 0,-2 0 0 0 0,-1 2 0 0 0,0 1 0 0 0,-2 0 0 0 0,-30-20 0 0 0,-56-54 0 0 0,107 93 0 0 0,0 0 0 0 0,1 0 0 0 0,-1 0 0 0 0,1 0 0 0 0,-1 0 0 0 0,1 0 0 0 0,0-1 0 0 0,0 1 0 0 0,0 0 0 0 0,0-1 0 0 0,0 1 0 0 0,0-1 0 0 0,1 1 0 0 0,-1-1 0 0 0,1 1 0 0 0,0-1 0 0 0,-1 1 0 0 0,1-1 0 0 0,1 1 0 0 0,-1-4 0 0 0,1 0 0 0 0,1 1 0 0 0,-1 0 0 0 0,1 0 0 0 0,0 0 0 0 0,1 0 0 0 0,-1 0 0 0 0,1 0 0 0 0,0 1 0 0 0,5-7 0 0 0,2-1 0 0 0,2-1 0 0 0,0 2 0 0 0,0-1 0 0 0,1 2 0 0 0,21-15 0 0 0,-7 9 78 0 0,1 2 1 0 0,39-16-1 0 0,18 3-2877 0 0,-11 13-3552 0 0,1 7-5263 0 0,-45 6 1232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25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924 129 18434 0 0,'-28'-1'93'0'0,"-1"1"0"0"0,0 2-1 0 0,0 1 1 0 0,1 1 0 0 0,0 2 0 0 0,0 1 0 0 0,0 1 0 0 0,-39 17 0 0 0,16-2 569 0 0,2 2 1 0 0,0 2 0 0 0,-64 49-1 0 0,79-50-216 0 0,2 2 1 0 0,0 1-1 0 0,2 1 0 0 0,1 2 0 0 0,1 1 1 0 0,-30 48-1 0 0,40-52-71 0 0,1 0 0 0 0,2 0 0 0 0,1 2 1 0 0,1 0-1 0 0,2 0 0 0 0,1 1 0 0 0,1 0 0 0 0,-6 55 1 0 0,13-73-239 0 0,2 0 0 0 0,0 0 0 0 0,0 0 1 0 0,2 0-1 0 0,0 0 0 0 0,0 0 0 0 0,1 0 1 0 0,1-1-1 0 0,0 1 0 0 0,1-1 0 0 0,1 0 1 0 0,0 0-1 0 0,0-1 0 0 0,1 1 0 0 0,1-2 1 0 0,0 1-1 0 0,1-1 0 0 0,0 0 0 0 0,0-1 1 0 0,1 0-1 0 0,1 0 0 0 0,0-1 0 0 0,20 12 1 0 0,-9-6-51 0 0,1-2 1 0 0,1-1 0 0 0,0-1-1 0 0,1-1 1 0 0,0-1 0 0 0,0-1 0 0 0,1-1-1 0 0,0-2 1 0 0,0 0 0 0 0,1-2-1 0 0,44 0 1 0 0,-17-5-88 0 0,0-2 0 0 0,-1-3 0 0 0,0-2 0 0 0,0-3 0 0 0,-1-2 0 0 0,0-2 0 0 0,-1-2 0 0 0,-1-2 0 0 0,-1-3 0 0 0,84-53 0 0 0,-103 56 0 0 0,-1-2 0 0 0,-2-1 0 0 0,0-1 0 0 0,-1-1 0 0 0,-2-1 0 0 0,-1-2 0 0 0,29-43 0 0 0,-37 47 0 0 0,-1-1 0 0 0,-2-1 0 0 0,0 0 0 0 0,-2 0 0 0 0,-1-1 0 0 0,-1 0 0 0 0,-1-1 0 0 0,-2 0 0 0 0,-1 0 0 0 0,2-34 0 0 0,-6 31 0 0 0,-1 1 0 0 0,-1-1 0 0 0,-2 1 0 0 0,-1 0 0 0 0,-1 0 0 0 0,-2 1 0 0 0,0 0 0 0 0,-2 0 0 0 0,-2 1 0 0 0,0 0 0 0 0,-2 1 0 0 0,-25-38 0 0 0,30 53-4 0 0,-1 0 0 0 0,0 1 0 0 0,0 0 0 0 0,-1 1 0 0 0,-1 0 0 0 0,0 1 0 0 0,0 0 0 0 0,0 1 0 0 0,-1 0 0 0 0,0 1 0 0 0,-1 1 0 0 0,-15-6 0 0 0,9 6-16 0 0,-1 1-1 0 0,0 1 1 0 0,1 0 0 0 0,-1 2 0 0 0,0 0 0 0 0,-1 1-1 0 0,-36 4 1 0 0,18 2-614 0 0,0 2 0 0 0,0 2 0 0 0,-51 18 0 0 0,30-5-2954 0 0,-66 36 0 0 0,113-52 2156 0 0,-18 11-1738 0 0,16-3-4504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26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14453 0 0,'-9'15'-1077'0'0,"8"-13"1353"0"0,0-1 1 0 0,1 1 0 0 0,-1 0 0 0 0,1 0 0 0 0,-1 0 0 0 0,1 0 0 0 0,-1-1-1 0 0,1 1 1 0 0,0 0 0 0 0,0 0 0 0 0,0 0 0 0 0,0 0 0 0 0,1 3 0 0 0,-1-2 1350 0 0,12 3-340 0 0,-2-5 3851 0 0,11-5-4554 0 0,-16 3 1502 0 0,1-6-1601 0 0,-3 4-167 0 0,-6 4 2762 0 0,-5 5-3067 0 0,2-3 37 0 0,1 0 0 0 0,0 0 0 0 0,0 1-1 0 0,1-1 1 0 0,-1 1 0 0 0,1 1 0 0 0,0-1 0 0 0,0 0 0 0 0,0 1-1 0 0,0 0 1 0 0,1 0 0 0 0,0 0 0 0 0,0 0 0 0 0,0 1 0 0 0,1-1-1 0 0,0 1 1 0 0,-2 6 0 0 0,3-11-50 0 0,1 0 0 0 0,-1 1 0 0 0,1-1 0 0 0,0 0 0 0 0,0 0 0 0 0,-1 1 0 0 0,1-1 0 0 0,0 0 0 0 0,0 1 0 0 0,0-1 0 0 0,0 0 0 0 0,0 1 0 0 0,1-1 0 0 0,-1 0 0 0 0,0 0 0 0 0,0 1 0 0 0,1-1 0 0 0,0 2 0 0 0,1 1 0 0 0,-1-2 0 0 0,0 0 0 0 0,1 0 0 0 0,-1 0 0 0 0,1 0 0 0 0,-1 0 0 0 0,1 0 0 0 0,0 0 0 0 0,-1 0 0 0 0,1-1 0 0 0,0 1 0 0 0,0-1 0 0 0,0 1 0 0 0,1-1 0 0 0,-1 0 0 0 0,0 0 0 0 0,0 0 0 0 0,1 0 0 0 0,-1 0 0 0 0,1 0 0 0 0,-1-1 0 0 0,0 1 0 0 0,1-1 0 0 0,-1 0 0 0 0,6 0 0 0 0,-5 1 0 0 0,0 0 0 0 0,1-1 0 0 0,-1 0 0 0 0,0 1 0 0 0,0-1 0 0 0,1 0 0 0 0,-1-1 0 0 0,0 1 0 0 0,0-1 0 0 0,0 1 0 0 0,1-1 0 0 0,-1 0 0 0 0,5-2 0 0 0,1-1 0 0 0,11-2 0 0 0,-17 6 0 0 0,0-1 0 0 0,-1 0 0 0 0,1 0 0 0 0,-1 0 0 0 0,1-1 0 0 0,0 1 0 0 0,-1 0 0 0 0,0-1 0 0 0,1 0 0 0 0,-1 0 0 0 0,0 1 0 0 0,0-1 0 0 0,0 0 0 0 0,3-5 0 0 0,-1 5 0 0 0,-3 1 0 0 0,0 0 0 0 0,0 1 0 0 0,0-1 0 0 0,0 0 0 0 0,0 0 0 0 0,0 0 0 0 0,0 0 0 0 0,0 0 0 0 0,-1 0 0 0 0,1 0 0 0 0,0 0 0 0 0,-1 0 0 0 0,1 0 0 0 0,-1 0 0 0 0,1-1 0 0 0,-1 1 0 0 0,1 0 0 0 0,-1-2 0 0 0,4-10 0 0 0,-5-1 0 0 0,-9 3 0 0 0,-9 9 0 0 0,-14 7 0 0 0,16-1-37 0 0,14-4-561 0 0,14-1-8895 0 0,-2-6 8614 0 0,1 0-1318 0 0,5 5-4981 0 0,4 2-3351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27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17598 0 0,'13'21'-976'0'0,"3"4"12639"0"0,-9-28-11267 0 0,21-8 6 0 0,-21 8 2270 0 0,-16 7-2391 0 0,2-2-292 0 0,0 1 94 0 0,-1 0-1 0 0,1 0 0 0 0,0 0 1 0 0,0 1-1 0 0,0 0 1 0 0,1 0-1 0 0,-1 1 1 0 0,-10 10-1 0 0,10-5-82 0 0,0 2 0 0 0,5 2 0 0 0,11-4-157 0 0,-6-8-820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29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 15529 0 0,'0'0'-352'0'0,"-4"-1"288"0"0,-15 9 11461 0 0,19 5-3828 0 0,1 0-10185 0 0,19 156 3268 0 0,-2 257 0 0 0,11-599-652 0 0,-17 125 0 0 0,2 0 0 0 0,2 0 0 0 0,26-52 0 0 0,-40 95 0 0 0,0 1 0 0 0,1 0 0 0 0,-1 0 0 0 0,1 0 0 0 0,0 0 0 0 0,1 0 0 0 0,-1 0 0 0 0,6-4 0 0 0,4 3 0 0 0,-6 6 0 0 0,-1 0 0 0 0,0 0 0 0 0,0 0 0 0 0,0 1 0 0 0,0 0 0 0 0,0 0 0 0 0,-1 0 0 0 0,1 1 0 0 0,-1 0 0 0 0,1 0 0 0 0,-1 0 0 0 0,0 1 0 0 0,0 0 0 0 0,-1 0 0 0 0,1 0 0 0 0,-1 0 0 0 0,7 9 0 0 0,10 12 0 0 0,35 53 0 0 0,-55-76 0 0 0,26 45 0 0 0,24 34 0 0 0,-39-70 0 0 0,-12-10 0 0 0,1-1 0 0 0,-1 0 0 0 0,1 0 0 0 0,-1 1 0 0 0,1-1 0 0 0,-1 0 0 0 0,1 0 0 0 0,-1 0 0 0 0,1 0 0 0 0,-1 0 0 0 0,1 0 0 0 0,-1 0 0 0 0,1 0 0 0 0,-1 0 0 0 0,1 0 0 0 0,-1 0 0 0 0,1 0 0 0 0,-1-1 0 0 0,1 1 0 0 0,-1 0 0 0 0,1 0 0 0 0,-1 0 0 0 0,1-1 0 0 0,-1 1 0 0 0,1 0 0 0 0,-1 0 0 0 0,1-1 0 0 0,12-11 0 0 0,-1 0 0 0 0,0-1 0 0 0,-1 0 0 0 0,0-1 0 0 0,10-17 0 0 0,29-37 0 0 0,-37 51 0 0 0,-10 13 0 0 0,0 0 0 0 0,0-1 0 0 0,1 1 0 0 0,-1 1 0 0 0,1-1 0 0 0,0 0 0 0 0,0 1 0 0 0,0 0 0 0 0,8-5 0 0 0,4 10 0 0 0,-10 2 0 0 0,-1 0 0 0 0,1 0 0 0 0,-1 0 0 0 0,0 1 0 0 0,0 0 0 0 0,0 0 0 0 0,-1 0 0 0 0,0 1 0 0 0,0 0 0 0 0,0 0 0 0 0,5 11 0 0 0,34 84 0 0 0,-27-61 0 0 0,-10-24 0 0 0,7 17 0 0 0,2-1 0 0 0,1 0 0 0 0,25 39 0 0 0,-39-69 0 0 0,-2 0 0 0 0,1-1 0 0 0,0 0 0 0 0,0 0 0 0 0,-1 0 0 0 0,1 0 0 0 0,0 0 0 0 0,0 0 0 0 0,0 0 0 0 0,0 0 0 0 0,0 0 0 0 0,0 0 0 0 0,1-1 0 0 0,-1 1 0 0 0,0 0 0 0 0,0-1 0 0 0,0 1 0 0 0,1-1 0 0 0,-1 1 0 0 0,0-1 0 0 0,1 0 0 0 0,-1 0 0 0 0,0 1 0 0 0,1-1 0 0 0,-1 0 0 0 0,0 0 0 0 0,1 0 0 0 0,-1 0 0 0 0,0-1 0 0 0,1 1 0 0 0,-1 0 0 0 0,0 0 0 0 0,1-1 0 0 0,-1 1 0 0 0,2-2 0 0 0,6 0 0 0 0,-1-1 0 0 0,1-1 0 0 0,-1 0 0 0 0,1 0 0 0 0,-1 0 0 0 0,-1-1 0 0 0,1-1 0 0 0,0 1 0 0 0,-1-1 0 0 0,0 0 0 0 0,-1-1 0 0 0,0 0 0 0 0,0 0 0 0 0,0 0 0 0 0,0-1 0 0 0,7-13 0 0 0,7-16 0 0 0,-1 0 0 0 0,18-51 0 0 0,-20 48 0 0 0,-9 24 0 0 0,-1-1 0 0 0,-1-1 0 0 0,8-29 0 0 0,-14 39-160 0 0,-6 11-1122 0 0,-21 19-3298 0 0,2 2 1 0 0,0 0 0 0 0,-39 52-1 0 0,16-14-6571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34:30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4985 6 18246 0 0,'28'-6'185'0'0,"-37"6"1914"0"0,-47 10-480 0 0,-285 80 1778 0 0,-205 50-367 0 0,-996 231 1128 0 0,80 104-4125 0 0,910-217-33 0 0,294-131 0 0 0,39-11 0 0 0,205-111 0 0 0,3-2-4 0 0,9-3-578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35:04.5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27476 1941 1350 0,'0'0'244'16,"0"0"-63"-16,3-9-12 0,-3 9-7 0,0 0 15 15,2-6 4-15,-2 6 8 0,4-8 7 16,-4 8 19-16,5-8 18 0,-5 8 25 0,7-9 9 15,-3 4 15-15,-4 5 21 16,5-8 12-16,-5 8 6 0,6-7-1 0,-6 7-9 16,1-5-11-16,-1 5-19 0,0 0-25 15,0 0-24-15,4-7-21 0,-4 7-20 16,0 0-9-16,0 0 1 0,0 0-20 0,-16 37-17 16,0-6 3-16,-4 8 14 0,-2 6-103 15,1 3-60-15,-1 1 0 0,1-3 0 0,1 3 0 16,4-3 0-16,2-9 0 0,5-2 0 15,-1-6 0-15,2-4 0 0,2-6 0 16,3-4 0-16,-1 1 0 0,-2-4 0 0,5-2 0 16,-3-1 0-16,2-3 0 15,-1 1 0-15,3-7 0 0,-2 9 0 0,2-9 0 16,0 0 0-16,0 0 0 0,0 0 0 16,-3-28 0-16,3 16 0 0,2-5-561 0,-1-4-101 15,8 0-119-15,-2-12-102 0,1 8 84 16,-3-1-733-16,7-3-977 0</inkml:trace>
  <inkml:trace contextRef="#ctx0" brushRef="#br0" timeOffset="316.77">27517 1906 4132 0,'-4'-7'-53'0,"-1"3"67"15,5 4 63-15,-4-7 68 0,4 7 61 16,0 0 32-16,0-9 18 0,0 9 5 15,0 0-11-15,0 0-8 0,0 0 8 16,0 0 1-16,0 0-8 0,0 0-12 0,33 26-3 16,-14-5-3-16,1 4-22 0,14 9-13 15,-4 4-19-15,2-1-15 0,3 3-16 16,-3-2-8-16,2 0-129 0,-2-2-3 0,-1-7 0 16,-6-5 0-16,-9-1 0 0,2-6 0 15,-7-3 0-15,-1-2 0 0,0-7 0 0,-5 5 0 16,1-2 0-16,-1-2 0 0,2-2 0 15,-7-4 0-15,5 9 0 0,-5-9 0 16,4 4 0-16,-4-4-3 0,0 0-594 0,0 0-223 16,0 0-113-16,0 0 91 15,-31-1-857-15,31 1-1134 0</inkml:trace>
  <inkml:trace contextRef="#ctx0" brushRef="#br0" timeOffset="601.5">27371 2380 5025 0,'-15'3'82'0,"3"-1"49"0,12-2 94 0,-15-2 72 15,15 2 59-15,0 0 48 16,0 0 12-16,0 0-21 0,0 0-24 0,0 0-24 16,0 0-205-16,44-15-142 0,-12 7 0 15,6 0 0-15,0 2 0 0,1-2 0 16,-3 4 0-16,-2-3 0 0,-5 3 0 0,-6 0 0 15,-6 2 0-15,-2-2 0 0,-2 2 0 16,-4 0 0-16,3 0 0 0,-4 0 0 0,-8 2 0 16,16 0 0-16,-16 0 0 15,9-4 0-15,-9 4 0 0,7-3-421 0,-7 3-334 0,0 0-205 16,0 0 84-16,9-2 107 16,-9 2-731-16,0 0-946 0</inkml:trace>
  <inkml:trace contextRef="#ctx0" brushRef="#br0" timeOffset="915.98">28200 2259 4476 0,'0'0'121'16,"0"0"54"-16,0 0 72 0,0 0 61 16,0 0 24-16,-6-15 2 0,6 15-16 0,0 0-10 15,0 0 5-15,0 0 21 0,0 0-11 16,8 23-6-16,-5-10-32 0,3 5-285 15,-2 3 0-15,4 14 0 0,-1 0 0 16,1 6 0-16,-3-2 0 0,2-2 0 16,-2-1 0-16,-1 2 0 0,2-5 0 0,-5-6 0 0,-1-3 0 15,2-5 0-15,0-1 0 16,-2-1 0-16,0-4 0 0,-2 1 0 0,2-4 0 16,2 1 0-16,-2-5 0 0,0 1 0 15,0-7 0-15,0 9 0 0,0-9 0 0,0 0 0 16,0 0 0-16,0 0 0 0,0 0 0 15,0 0 0-15,0 0 0 0,-9-24-248 0,5 13-807 16,1 3 106-16,1 0-1071 16,-2-3-1435-16</inkml:trace>
  <inkml:trace contextRef="#ctx0" brushRef="#br0" timeOffset="1250.71">28768 2167 5618 0,'0'0'262'0,"-16"-5"76"16,16 5 83-16,0 0 83 15,-11-3 1-15,11 3-34 0,0 0-399 0,-7-4-72 16,7 4 0-16,0 0 0 0,0 0 0 15,0 0 0-15,-8-5 0 0,8 5 0 0,0 0 0 16,0 0 0-16,0 0 0 0,-6-7 0 16,6 7 0-16,0 0 0 0,0 0 0 0,0 0 0 15,0 0 0-15,0 0 0 0,-4-4 0 16,4 4 0-16,0 0 0 0,0 0 0 16,0 0 0-16,0 0-548 0,-9 20-480 0,5-10 111 15,0 0-1021-15,4-1-1358 0</inkml:trace>
  <inkml:trace contextRef="#ctx0" brushRef="#br0" timeOffset="1566.5">29242 1964 5648 0,'0'-9'1'0,"0"0"57"15,0 9 78-15,2-11 73 0,-2 11 49 0,-2-8 10 16,2 8-17-16,0 0-18 0,0 0-25 16,-4-7-12-16,4 7-4 0,0 0 18 15,0 0 7-15,0 0-111 0,-5 33-106 0,1-16 0 16,0-2 0-16,3 7 0 16,-8 2 0-16,4 5 0 0,-5 3 0 0,3 0 0 15,-1-8 0-15,0-2 0 0,-1 6 0 16,0-4 0-16,1-5 0 0,-2 1 0 0,3-3 0 15,1-5 0-15,-2 0 0 0,3 0 0 16,1-3 0-16,-2-1-397 0,6-8-227 16,0 0-109-16,0 0-105 0,0 0 16 0,31-26-803 15,-11 3-1063-15</inkml:trace>
  <inkml:trace contextRef="#ctx0" brushRef="#br0" timeOffset="1816.48">29380 1839 4291 0,'-2'-16'-57'0,"0"-1"102"0,-2 7 87 15,4 3 85-15,-2-2 66 0,2 2 30 16,0 7 15-16,-4-10-4 0,4 10-1 0,-4-9-25 16,4 9-15-16,0 0-4 0,0 0 9 15,0 0-8-15,0 0-9 0,18 23-45 16,-9-6-159-16,7 12-67 0,2 0 0 0,-2 3 0 16,7 8 0-16,-8-8 0 0,8 8 0 15,-7-7 0-15,0-2 0 0,1-2 0 16,-2-2 0-16,-5-5 0 0,-3-5 0 15,0-3 0-15,-2-4 0 0,-1 0 0 0,-2-3-164 0,-1 2-364 16,-2-2-120-16,1-7-174 16,-6 6-51-16,-1-4 92 0,7-2-707 0,-18 0-935 15</inkml:trace>
  <inkml:trace contextRef="#ctx0" brushRef="#br0" timeOffset="1985.39">29286 2170 4421 0,'-12'0'110'0,"12"0"67"15,0 0 103-15,-16 0 60 0,16 0 36 0,0 0 3 16,0 0-10-16,-12-3-16 0,12 3-30 16,0 0-32-16,0 0-27 0,0 0-26 0,0 0-40 15,26-10-126-15,-6 8-72 16,3-1-15-16,15-2-269 0,0-1-179 0,-6 3-244 16,7 0-228-16,1 1 98 0,-8 2 92 15,-3 0-685-15,7 6-881 0</inkml:trace>
  <inkml:trace contextRef="#ctx0" brushRef="#br0" timeOffset="2316.44">29844 2255 4188 0,'0'0'162'0,"0"0"24"0,-18-11 32 0,18 11 59 16,2-10 35-16,-2 10 11 15,11-10-8-15,-4 3-16 0,3 5-20 0,-10 2-18 16,17-5-13-16,-10 3-16 0,-7 2-18 15,0 0-13-15,23 9-3 0,-17 1 0 16,-4 2-118-16,-2 8-80 0,-8 9 0 0,-4 4 0 16,-4 2 0-16,1-2 0 0,-1 2 0 15,3-4 0-15,0 0 0 0,3-4 0 0,1-4 0 16,5-4 0-16,2-3 0 0,2-2 0 16,6 2 0-16,5 0 0 0,12 2 0 0,8-2 0 15,1-7 0-15,4-1 0 16,2-3 0-16,-8-3 0 0,1-2 0 0,-2-2 0 15,-4-3 0-15,0 0 0 0,-4-2 0 0,-5-3 0 16,0 4 0-16,-8 1-53 16,-5 0-979-16,-3 5 62 0,-3-9 109 0,3 9-933 0,-25-4-1223 15</inkml:trace>
  <inkml:trace contextRef="#ctx0" brushRef="#br0" timeOffset="6516.94">28047 3319 4557 0,'0'0'-191'0,"8"-7"67"0,-8 7 70 0,0 0 72 16,0 0 71-16,2-11 63 16,-2 11 38-16,0 0 30 0,0 0 26 0,0-7 12 15,0 7 14-15,0 0 12 0,0 0-10 16,0 0-16-16,0 0-15 0,0 0-26 0,0 0-8 16,0 0 14-16,0 0-2 0,0 0-12 15,10 25-17-15,-6-9-6 0,-3-1-144 0,5 7-42 16,-4 1 0-16,2-1 0 0,-3 0 0 15,5-2 0-15,-4 4 0 0,2-7 0 16,-4 1 0-16,2-5 0 0,0 2 0 0,0-2 0 16,-2-1 0-16,2-3 0 0,-2 0 0 15,2-1 0-15,-2-1 0 0,0-7 0 0,1 10 0 16,-1-10 0-16,0 0 0 16,0 0 0-16,0 0 0 0,0 0 0 0,0 0 0 15,13-15 0-15,-8 8-145 0,1 0-507 16,-1-1-82-16,2-5-160 0,1 7 39 0,-2-3 95 15,5 1-652-15,2-2-863 0</inkml:trace>
  <inkml:trace contextRef="#ctx0" brushRef="#br0" timeOffset="6952.6">28408 3384 3624 0,'2'-12'-100'16,"-1"2"63"-16,1 1 56 15,-2-1 64-15,4 0 46 0,-4 0 40 0,2 0 25 16,-2 3 11-16,0 7 10 0,2-14-9 15,-2 9-7-15,0 5-2 0,-2-10-18 16,2 10-9-16,0 0-15 0,-4-11-11 0,4 11-17 16,0 0-8-16,0 0-15 0,-28 19-4 15,16-9-11-15,0 4 2 0,1 0-16 0,0 4-3 16,1-4 1-16,-1 2 9 16,6-3 7-16,-1 1 10 0,3-2 10 0,1-2 11 15,2 0 10-15,2 2 0 0,3 1 3 0,0-3-2 16,1 2-9-16,-1-1-10 0,6 1-13 15,-4 1-9-15,0-1-6 0,1 0-24 0,-1 0-60 16,0-2 0-16,-4 1 0 16,3-3 0-16,-2 2 0 0,-1 1 0 0,-1-3 0 15,0 3 0-15,-2-6 0 0,0-5 0 16,-6 15 0-16,1-8 0 0,-3 0 0 0,3-2 0 16,-5 0 0-16,1-1 0 0,9-4 0 15,-20 1 0-15,9-1 0 0,11 0 0 16,-23-1 0-16,12-1 0 0,-3 0 0 0,3-1 0 15,-2 1 0-15,13 2 0 0,-18-5 0 16,11 3 0-16,7 2 0 0,-16-5 0 0,16 5-419 16,-5-4-345-16,5 4-187 0,-4-8 76 15,4 8 98-15,0 0-721 0,11-13-945 16</inkml:trace>
  <inkml:trace contextRef="#ctx0" brushRef="#br0" timeOffset="7481.96">28690 3459 3833 0,'3'-9'-76'0,"1"1"82"0,-2 0 62 0,1 1 63 0,-3 7 60 16,5-11 47-16,-1 5 31 16,-4 6 7-16,2-9 13 0,-2 9 1 0,0 0-9 0,3-8-20 15,-3 8-27-15,0 0-27 16,0 0-20-16,0 0-11 0,0 0-6 0,0 0-15 16,-5 27-12-16,1-13-14 0,0 0-13 15,-2 3-10-15,0 1-12 0,1-1-7 16,-1 1-7-16,3-2-8 0,-1-1-4 0,-3-1-7 15,4 0-12-15,-1-3-49 0,0-2 0 16,3 1 0-16,-3-3 0 0,2 0 0 0,2-7 0 16,-6 10 0-16,6-10 0 15,-6 6-203-15,6-6-121 0,0 0-82 0,0 0-83 16,0 0-83-16,0 0-104 0,-4-19-126 16,4 19 53-16,2-11-601 0,-2 11-806 15</inkml:trace>
  <inkml:trace contextRef="#ctx0" brushRef="#br0" timeOffset="8652.64">28621 3477 3515 0,'0'0'-53'0,"-5"-9"57"0,5 9 52 0,-7-9 66 15,7 9 60-15,-4-6 42 0,4 6 27 16,0 0 16-16,-1-7 5 0,1 7 6 0,0 0 10 16,-4-7-2-16,4 7-15 15,0 0-14-15,0 0-18 0,0 0-20 0,0 0-8 16,0 0-7-16,0 0 1 0,0 0-4 16,0 0-9-16,32 14-12 0,-16-4-13 15,-1 0-16-15,2 2-149 0,6 5-2 0,1-1 0 16,-2 0 0-16,-7-4 0 0,4 0 0 15,-3-2 0-15,-2 0 0 0,2 1 0 0,-7-3 0 16,2-1 0-16,0 1 0 0,-4-4 0 16,-2 0 0-16,1 0 0 0,2 0 0 0,-8-4 0 15,10 7 0-15,-10-7 0 0,9 3 0 16,-9-3 0-16,0 0 0 0,10 5 0 16,-10-5 0-16,0 0 0 0,0 0 0 15,13 0 0-15,-13 0 0 0,0 0 0 16,0 0 0-16,0 0 0 0,13-5 0 0,-13 5-448 15,0 0-332-15,5-5-174 0,-5 5 84 16,0 0-878-16,0 0-1179 0</inkml:trace>
  <inkml:trace contextRef="#ctx0" brushRef="#br0" timeOffset="8981.53">29120 3384 4437 0,'2'-12'-89'0,"-2"2"83"0,2 1 77 0,1 3 66 0,-3 6 61 0,1-10 47 15,-1 10 19-15,4-7-9 0,-4 7-10 16,0 0-16-16,0 0-20 0,0 0-3 16,0 0 4-16,0 0-11 0,0 0-18 0,19 25-16 15,-14-10-13-15,3 3-16 0,0 1-11 16,-1-1-10-16,2 3-16 0,-2-2-6 15,-2 1-8-15,1 0-9 0,0-5-8 16,-5 0-7-16,6-1-36 0,-5-3-25 16,1 0 0-16,-1-2 0 0,0-1 0 0,2-1 0 15,-4-7-163-15,3 12-146 0,-3-7-122 16,0-5-119-16,8 2-133 0,-8-2-174 0,0 0 68 16,0 0-711-16,0 0-945 0</inkml:trace>
  <inkml:trace contextRef="#ctx0" brushRef="#br0" timeOffset="9281.84">29423 3442 3925 0,'-2'-12'-60'0,"2"12"54"0,-3-6 46 15,3 6 39-15,0 0 31 0,-6-7 14 16,6 7 11-16,0 0 15 0,0 0 17 0,0 0 11 16,0 0 5-16,-9 22 7 0,9-15 1 15,0 2 11-15,2 1-16 0,-1-2 13 16,1 2 7-16,4-2-1 0,1 1-2 15,1-1-3-15,2-3-7 0,1 2-14 0,5-4-16 16,-2 1-15-16,2-6-14 0,1 2 1 16,-2-2 9-16,-2 0-2 0,-1-1-14 15,-1-1-110-15,1 0-18 0,-2-4 0 0,-7 0 0 16,3-1 0-16,-2-1 0 16,-4-2 0-16,-4 0 0 0,-2-1 0 0,-2-1 0 0,-5 0 0 15,-2 2 0-15,-11-2 0 0,1 6-128 16,-11 3-349-16,-5 1-185 0,-2 4-278 0,-6 4 70 15,-12 1 102-15,2 3-710 16,10-4-926-16</inkml:trace>
  <inkml:trace contextRef="#ctx0" brushRef="#br0" timeOffset="9604.11">27992 2862 4236 0,'-7'-7'-74'0,"1"1"68"15,2 1 46-15,4 5 80 0,0 0 48 16,-4-6 13-16,4 6-10 0,0 0-16 0,0 0-13 15,0 0 14-15,0 0 14 0,0 0-4 16,0 0-15-16,17 25-19 0,-6-12-11 16,1 1-10-16,9 7-14 0,-2-1-4 0,2 1-8 15,4 0-33-15,-2-2-60 0,-2 1-90 16,0-1-134-16,-4-3-155 0,-2-3-213 16,-4 1-179-16,2-1 74 0,-6-2-539 15,-2 0-706-15</inkml:trace>
  <inkml:trace contextRef="#ctx0" brushRef="#br0" timeOffset="10147.79">30425 3004 3633 0,'-12'-15'-23'0,"-1"6"32"0,2-1 66 0,4 3 79 0,0 2 55 0,0-1 21 16,7 6-18-16,-7-6-19 0,7 6-13 15,0 0-12-15,0 0 27 0,0 0 37 0,0 0-6 16,17 20-12-16,8-1-4 0,10 8-8 15,8 3-17-15,5 2-19 0,3 1-8 0,2-2-13 16,1-4-16-16,-2 0-14 0,-5 0-12 16,-3-2-8-16,-12-9-9 0,1 1-10 0,-13-6-7 15,-2 0 0-15,-5-4-5 0,-1 0-1 16,-3-3-9-16,0 2-2 0,-1-1-3 16,0-2-7-16,-8-3-12 0,11 6-15 0,-11-6-66 15,8 5-102-15,-8-5-159 0,6 3-170 16,-6-3-230-16,0 0-188 0,0 0 85 15,-14 15-770-15,5-5-1025 0</inkml:trace>
  <inkml:trace contextRef="#ctx0" brushRef="#br0" timeOffset="10664.13">30839 3696 4624 0,'0'-12'23'0,"2"4"71"0,2 2 75 0,-2-2 95 16,-2 8 52-16,2-10 20 0,-2 10-10 0,1-7-19 15,-1 7-6-15,0 0-16 0,0 0-8 16,0 0 2-16,0 0-15 0,0 0-29 0,18 25-144 16,-14-11-91-16,-1 3 0 0,1 4 0 15,0 3 0-15,6 5 0 0,-5-4 0 16,1-2 0-16,-2 0 0 0,-1-3 0 16,1-2 0-16,1-2 0 0,-2-2 0 0,1-2 0 15,-2-1 0-15,0-3 0 0,0 0 0 16,0-6-103-16,-2-2-510 0,0 0-97 15,0 0-116-15,0 0-32 0,0 0 90 0,19-14-699 16,-10 1-915-16</inkml:trace>
  <inkml:trace contextRef="#ctx0" brushRef="#br0" timeOffset="10981.67">31142 3754 3919 0,'0'0'-57'0,"2"-8"55"16,-2 8 51-16,0 0 51 0,0 0 47 15,0 0 35-15,0 0 40 0,0 0 36 0,0 0 14 16,0 0 6-16,0 0 5 0,-13 28-8 15,9-18-13-15,2 2-20 0,0 0-15 16,2 0-16-16,0-1-16 0,2 1-12 0,1 3-15 16,6-2-17-16,0-2-12 0,0-1-20 15,5 0-1-15,-1-3-15 0,5-2-9 0,-2 1-41 16,2-5-53-16,-2 3 0 0,0-4 0 16,-16 0 0-16,25-4 0 0,-14 1 0 15,-3-3 0-15,-2-2 0 0,-4-3 0 0,2 0 0 16,-4-3 0-16,-4-3 0 0,-3-5 0 15,2 1 0-15,-4 2 0 0,-1 1 0 0,0 2 0 16,-1 3 0-16,0 1 0 0,-3 6 0 16,3 3 0-16,-5 3 0 0,2 0 0 15,-8 6 0-15,8-1-221 0,-2 1-323 0,3 1-172 16,1 0-207-16,6-3 74 16,6-1 99-16,0-3-674 0,0 0-876 0</inkml:trace>
  <inkml:trace contextRef="#ctx0" brushRef="#br0" timeOffset="11215.55">31706 3657 4071 0,'-4'-12'67'0,"1"4"33"15,-3-3 70-15,2 5 100 0,1 0 71 16,3 6 3-16,-11-10-23 0,11 10-31 0,-5-5-31 16,5 5-16-16,0 0-18 15,0 0-15-15,-17 22-19 0,12-6-19 0,-2 2-19 0,2 3-13 16,-1 3-26-16,2-2-14 15,3 1-42-15,-1-1-50 0,0-4-67 0,0-1-82 16,2-2-73-16,0-2-61 0,-2-2-42 16,-1-3-46-16,3-1-44 0,-1-3-43 15,1-4-31-15,0 0-9 0,0 0 0 0,0 0 39 16,0 0 38-16,-21-12-708 16</inkml:trace>
  <inkml:trace contextRef="#ctx0" brushRef="#br0" timeOffset="11349.04">31578 3805 2798 0,'-5'-16'-117'0,"1"2"73"0,2 4 64 15,1 1 52-15,-1 1 45 0,2 8 59 16,-4-10 34-16,4 10 26 0,-2-8 17 15,2 8 10-15,-5-6 11 0,5 6 8 0,0 0-4 16,0 0-29-16,0 0-26 16,0 0-22-16,0 0-21 0,31 15-20 0,-19-8-61 15,1 1-97-15,4 0-116 0,2 1-119 16,10 3-115-16,-4-6-151 0,-2-1-211 0,-6-1 40 16,2-2 80-16,-5-2-352 0,0 0-420 15</inkml:trace>
  <inkml:trace contextRef="#ctx0" brushRef="#br0" timeOffset="11831.57">31893 3756 2852 0,'4'-4'140'16,"-4"4"70"-16,0-10 67 0,0 10 48 0,4-10 31 16,-4 10 7-16,4-8-5 0,-4 8-19 15,5-8-15-15,-5 8-17 0,7-3-21 16,-7 3-24-16,9-4-24 0,-9 4-26 16,0 0-21-16,20 4-19 0,-12 2-17 15,0 2-13-15,-1-1-16 0,-1 4-13 0,-3-1-7 16,-3 2-11-16,0 2-9 0,0-1-9 15,0-1-18-15,0 2-39 0,-1-3-20 0,-1 1 0 16,2 0 0-16,0-3 0 0,0 0 0 16,0-2 0-16,3 0 0 0,-3-7 0 0,11 10 0 15,-4-8 0-15,-7-2-64 0,25 0-74 16,-10-4-5-16,6 0 8 0,2-3 16 16,-3 0 13-16,2 0 8 0,-3 0 25 0,-4 2 27 15,-1 2 41-15,-5-3 43 16,0 3 27-16,1 0 11 0,-10 3 12 0,11-2 9 15,-11 2 9-15,0 0 5 0,10-4 3 16,-10 4 14-16,0 0-24 0,0 0-104 0,0 0 0 16,10 12 0-16,-10-12 0 0,4 10 0 15,-1-5 0-15,-3-5 0 0,9 11 0 0,-3-6 0 16,2-1 0-16,2 1 0 0,1-2 0 16,3-2 0-16,-3 1 0 0,2 0 0 15,-13-2 0-15,23 0 0 0,-11-2 0 0,-12 2 0 16,13-6 0-16,-8 1 0 0,-3-1 0 15,-2 6 0-15,-2-18 0 0,-5 7 0 16,-6-4 0-16,-7-7 0 0,-6-2 0 16,-3 1 0-16,-2 6-156 0,-1 5-453 0,3 6-137 15,-8 1-173-15,4 7 77 0,-8 1-831 16,0 6-1109-16</inkml:trace>
  <inkml:trace contextRef="#ctx0" brushRef="#br0" timeOffset="12247.74">29174 3913 4774 0,'-29'0'-122'0,"6"1"20"0,6-1 61 0,3 0 80 16,14 0 84-16,0 0 47 0,-12 0 27 0,12 0 1 15,0 0-29-15,0 0-20 0,53-14-15 16,-13 7-14-16,1 1-17 0,4-3-78 0,0 2-112 16,-1 2-147-16,3 2-197 0,0-2-299 15,-6 2 30-15,-3-3 86 0,-6 5-454 16,-7 2-540-16</inkml:trace>
  <inkml:trace contextRef="#ctx0" brushRef="#br0" timeOffset="12632.76">30803 4226 3400 0,'-15'2'254'0,"5"-1"-1"0,10-1 54 0,-7 2 85 16,7-2 46-16,0 0 5 0,0 0-33 15,0 0-41-15,47-5-36 0,-20 4-34 0,2 0-35 16,7-5-35-16,1-1-71 0,-5 5-98 16,-8-3-145-16,1 0-148 0,-4 1-146 0,-2 1-169 15,-4-2-233-15,-2-2-49 16,-3 5 102-16,-4-1-641 0,-1-2-823 0</inkml:trace>
  <inkml:trace contextRef="#ctx0" brushRef="#br0" timeOffset="19512.75">14097 4532 1464 0,'5'-8'465'16,"-1"-4"-90"-16,-2 6-63 0,-1-1-15 15,-1 7-16-15,0-12 4 0,0 12-8 0,2-10-10 16,-2 10 9-16,2-9-8 0,-2 9-15 16,2-7-35-16,-2 7-19 0,0 0-10 0,0 0-14 15,0 0 15-15,0 0 3 0,0 0-14 16,-6 35 0-16,-1-15 14 0,-3 9 2 15,-3-2-4-15,1 2-6 0,-1 0-11 0,0 0-11 16,-1-4-12-16,5-3-15 16,-1-3-15-16,1-1-10 0,-3 0-10 0,0-2-10 0,3-1-54 15,0-1-37-15,2-2 0 0,-2-2 0 16,4 0 0-16,-1-5 0 0,3 2 0 16,3-7-166-16,-2 7-80 0,2-7-79 15,0 0-75-15,0 0-57 0,16-16-38 0,-2-1-30 16,5-6-17-16,0-7 24 0,6-5 35 15,0-3 64-15</inkml:trace>
  <inkml:trace contextRef="#ctx0" brushRef="#br0" timeOffset="19729.57">14115 4572 3000 0,'18'-34'-202'0,"-11"5"79"0,-2 5 68 0,-1 5 66 16,2 1 58-16,-3 2 53 0,-3 2 56 15,2 1 30-15,-2 1 24 0,3 2 13 0,1 1 0 16,-2 2-8-16,-1 0-12 0,-1 7 5 16,11-5 18-16,-11 5 0 0,24 5-2 15,-8 2-6-15,9 9-13 0,4 1-13 16,-1 5-19-16,7 9-17 0,-1-1-14 0,-1 3-19 15,-1 0-16-15,-1 0-6 0,-9-10-19 16,-1 3-13-16,1-3-12 0,-10-6-41 16,1 0-52-16,-4-5-47 0,-2 1-57 0,0-1-61 15,0 0-77-15,-1-3-82 0,-5 1-85 16,1-5-85-16,0 0-110 0,-2-5-112 0,0 0 64 16,0 0-484-16,0 0-616 0</inkml:trace>
  <inkml:trace contextRef="#ctx0" brushRef="#br0" timeOffset="19896.02">14380 4691 3126 0,'-23'-3'28'16,"2"-1"68"-16,0 3 59 0,6-1 55 16,0 2 43-16,15 0 27 0,-21 0 2 15,21 0-13-15,-20 0-14 0,20 0-19 0,-11-2-7 16,11 2-21-16,0 0-19 0,0 0-12 16,0 0-16-16,0 0-19 0,0 0-29 0,50 0-73 15,-22 0-83-15,12-2-116 0,4 2-158 16,0 0-173-16,0 0-228 0,0 2-16 15,-1-2 91-15,-10 0-495 0,-5 2-605 0</inkml:trace>
  <inkml:trace contextRef="#ctx0" brushRef="#br0" timeOffset="20164.64">14984 4675 3251 0,'0'0'118'0,"0"0"64"16,-21-13 37-16,21 13 25 0,0 0 17 0,0 0 6 15,0 0 22-15,0 0 49 0,-16 17 11 16,14-5-16-16,1 5-10 0,-3 6-9 0,0 0-18 16,-1 8-22-16,-1-2-28 0,3 6-21 15,-4-8-24-15,5-1-18 0,-2-3-21 0,4 2-46 16,-1-1-116-16,-1-5 0 16,2-2 0-16,-2-3 0 0,0-2 0 0,4-2 0 15,-2-2 0-15,0-8 0 0,2 14 0 16,0-8-239-16,-2-6-233 0,0 0-157 0,0 0-187 15,0 0-41-15,17-20 98 0,-11 10-744 16,-1-3-949-16</inkml:trace>
  <inkml:trace contextRef="#ctx0" brushRef="#br0" timeOffset="20397.68">15291 4674 4439 0,'0'0'256'0,"0"0"93"0,0 0 59 16,-14-10 50-16,14 10 48 0,-4-5-3 16,4 5-25-16,-3-7-37 0,3 7-88 0,-4-10-353 15,4 10 0-15,4-9 0 0,-4 9 0 16,2-10 0-16,-2 10 0 0,3-10 0 16,-3 10 0-16,2-6 0 0,-2 6 0 0,0 0 0 15,6-8 0-15,-6 8 0 0,0 0 0 16,0 0-199-16,-15 31-856 0,9-23 113 15,5-1 93-15,1-7-901 0,0 0-1182 16</inkml:trace>
  <inkml:trace contextRef="#ctx0" brushRef="#br0" timeOffset="20995.98">15783 4431 5115 0,'-12'-13'39'0,"4"7"64"15,3 0 75-15,-1 0 67 0,6 6 22 0,-7-5-9 16,7 5-25-16,0 0-21 0,0 0-8 16,0 0 15-16,-23 17-12 0,15-4-21 0,0 3-16 15,-1 3-16-15,-4 10-15 0,1-2-14 16,-1 0-10-16,-1 1-93 0,3-3-22 16,0-2 0-16,2-6 0 0,0 1 0 15,4-5 0-15,-1-1 0 0,2 0 0 0,0-3 0 16,-2-1 0-16,4-3 0 0,2-5 0 15,0 0 0-15,0 0 0 0,0 0 0 16,0 0 0-16,23-42 0 0,-5 11 0 0,4-13 0 16,7 1 0-16,-1-8 0 0,3 0 0 15,-2 3 0-15,-4 4 0 0,-2 4 0 0,-7 9 0 16,-2 6 0-16,-3 5 0 0,-2 6 0 16,-5 5 0-16,4 0 0 0,-4 2 0 0,2 5 0 15,-6 2 0-15,0 0 0 16,23 18 0-16,-12-5 0 0,6 9 0 0,-2 3 0 15,3 2 0-15,-2 2 0 0,2 2 0 0,1 0 0 16,0 2 0-16,-2-4 0 16,4 0 0-16,-4-7 0 0,-4-1 0 0,-3-8 0 15,0 1 0-15,-1-3 0 0,-3-3 0 16,4-2 0-16,-5 2 0 0,2-4 0 0,0 0 0 16,-7-4 0-16,9 5 0 0,-9-5 0 15,0 0 0-15,0 0 0 0,0 0 0 0,0 0 0 16,0 0 0-16,0 0 0 0,-38-17 0 15,15 13 0-15,-4 4 0 0,-1 0 0 16,-3 0 0-16,3 0 0 0,-3 0 0 0,6 4 0 16,-2-2 0-16,7 1 0 0,2 0 0 15,-1 0 0-15,6-2 0 0,0 0 0 16,1 3 0-16,3-4 0 0,9 0 0 16,-14 4 0-16,14-4-48 0,0 0-617 0,0 0-200 15,0 0-57-15,35-13 97 0,-11 7-830 16,19 0-1092-16</inkml:trace>
  <inkml:trace contextRef="#ctx0" brushRef="#br0" timeOffset="21313.55">16317 4570 4827 0,'0'0'23'0,"0"0"60"0,0 0 59 0,0 0 56 0,0 0 24 15,0 0 11-15,0 0 0 0,0 0-3 0,0 0-16 16,20 8-16-16,-4-2-16 15,-2 6-4-15,2 3 5 0,2 5 3 0,-5-1 9 16,-6 2 23-16,-3-3 7 0,-6 5-4 16,-7 6-221-16,-5-2 0 0,-1 1 0 15,-3 0 0-15,4-3 0 0,1-4 0 0,2-7 0 16,4 1 0-16,-1-3 0 0,2 0 0 16,2-4 0-16,3 1 0 0,-1-1 0 0,2-8 0 15,5 11 0-15,6-8 0 16,-2-1 0-16,5-2 0 0,6 0 0 0,1-2 0 0,1-1 0 15,3-2 0-15,-2-1 0 16,2 4 0-16,-2-4 0 0,0-1 0 0,-2-1 0 0,-2-1 0 16,2-1-1036-16,-4 0 59 15,-4-2 106-15,1 2-934 0,-5-1-1233 0</inkml:trace>
  <inkml:trace contextRef="#ctx0" brushRef="#br0" timeOffset="21562.5">16826 4534 5373 0,'-11'-2'169'0,"11"2"100"0,-14-2 77 0,14 2 68 15,-11-4 49-15,11 4-5 16,0 0-16-16,-9-5-185 0,9 5-257 0,0 0 0 16,-5-7 0-16,5 7 0 0,0 0 0 15,0 0 0-15,3-12 0 0,-3 12 0 16,0 0 0-16,11-6 0 0,-3 5 0 0,-8 1 0 15,16-3 0-15,-16 3 0 0,21 3 0 16,-14 1-47-16,2 1-1023 0,1 3 114 0,-4 1 101 16,3 2-935-16,2-1-1219 0</inkml:trace>
  <inkml:trace contextRef="#ctx0" brushRef="#br0" timeOffset="22145.77">17456 4334 5278 0,'-8'-21'89'0,"3"8"90"0,-2 1 95 16,3 4 45-16,1 2 11 0,-3-1-12 0,6 7-31 15,-7-6-18-15,7 6 6 0,0 0 6 16,-29 23-5-16,12 0-260 0,-2 6-16 0,2 12 0 16,-5-1 0-16,6 3 0 0,-2 1 0 15,5-7 0-15,3-4 0 0,1 0 0 0,1-2 0 16,1-5 0-16,2-6 0 0,0-4 0 15,1-1 0-15,2-3 0 0,1-2 0 16,-1-1 0-16,-2-1 0 0,2-4 0 16,2-4 0-16,0 0 0 0,0 0 0 0,0 0 0 15,9-19 0-15,1 0 0 0,3-13 0 16,4-11 0-16,6-3 0 0,2-4 0 16,0 0 0-16,0 4 0 0,-1 3 0 0,-5 12 0 15,-3 4 0-15,-5 7 0 0,-2 7 0 16,0 3 0-16,-4 0 0 0,-1 4 0 0,3 5 0 15,-7 1 0-15,0 0 0 0,27 13 0 16,-14 3 0-16,8 8 0 0,1-1 0 0,-4 7 0 16,5 6 0-16,4 0 0 0,4 0 0 15,-3 0 0-15,4 0 0 0,1-1 0 16,-1-3 0-16,-5-10 0 0,-6-1 0 16,-2-7 0-16,-5-3 0 0,-5-4 0 0,-4 2 0 15,5-4 0-15,-6 0 0 0,-4-5 0 16,6 3 0-16,-6-3 0 0,0 0 0 0,0 0 0 15,0 0 0-15,0 0 0 0,-58-6 0 16,33 2 0-16,1 3 0 0,-7-1 0 0,2 0 0 16,2 2 0-16,-2-2 0 0,8 4 0 15,0-2 0-15,2 0 0 0,3 2 0 16,2-2 0-16,0 0 0 0,14 0 0 0,-19 0 0 16,19 0 0-16,-14 0 0 0,14 0 0 15,-9-4 0-15,9 4 0 0,2-8 0 16,-2 8-594-16,23-11-430 0,-1 5 109 15,11-1-1009-15,5 0-1346 0</inkml:trace>
  <inkml:trace contextRef="#ctx0" brushRef="#br0" timeOffset="22562.7">18052 4660 4894 0,'4'-8'-75'0,"0"1"86"15,-1 2 72-15,-3 5 90 0,4-10 71 0,-4 10 47 0,4-7 2 16,-4 7-20-16,5-6-27 0,-5 6-23 0,14-1-23 15,-14 1-16-15,22 7-17 16,-10-2-15-16,4 3-18 0,-1 2-11 0,1 4-10 16,-5 1-7-16,-4-1-4 0,-1 0-4 15,-5 3-2-15,-2 0-36 0,-10 12-60 0,-4 1 0 16,-6-2 0-16,-1 3 0 0,1-6 0 16,3 1 0-16,4-7 0 0,4-2 0 15,1-5 0-15,6 3 0 0,-2-3 0 0,3 0 0 16,2-3 0-16,5 2 0 0,-2 0 0 15,8 1 0-15,1 1 0 0,1 4 0 0,7 2 0 16,-4-3 0-16,-3-1 0 0,-1-1 0 16,-1 1 0-16,0-3 0 0,-6 2 0 15,-1-3 0-15,-2 1 0 0,-2 0 0 16,-4-2 0-16,-3 2 0 0,-4-2 0 0,-1 2 0 16,-6-2 0-16,0 1 0 0,-4-4 0 15,-1 1 0-15,-2-3 0 0,1 0 0 0,1-3 0 16,2 0 0-16,1-2 0 0,2-2 0 15,0-1 0-15,-2-6 0 0,6 2 0 0,1-1 0 16,1-1 0-16,3 1 0 0,4-3 0 16,-1 1-830-16,2 0-149 0,1 3-1191 0,6-1-1578 15</inkml:trace>
  <inkml:trace contextRef="#ctx0" brushRef="#br0" timeOffset="24011.73">13658 5651 5396 0,'-33'2'-305'0,"8"-2"64"0,0-2 48 0,2 2 44 0,3-2 41 0,2 2 43 0,4-3 45 15,0 2 40-15,14 1 15 0,-19 0 15 16,19 0 2-16,-14-4-7 0,14 4-6 16,0 0-4-16,0 0-2 0,61-14-2 0,4 5-3 15,46-4-5-15,20 1-5 0,25-2 0 16,73-3 3-16,15 5-6 0,16 0-3 16,22 3 7-16,17 5-8 0,11 7-2 0,15-3 1 15,-2 1-5-15,-1 8 4 0,-13-2-1 16,-10 2 4-16,-19 1-4 0,-20-1-3 15,-25 1 6-15,-63-2 3 0,-12-1 11 0,-17-2 11 16,-15-1 9-16,-40-3 2 0,-14 1 10 16,-9-2 18-16,-22 2 29 0,-8-4 19 0,-9 2 3 15,-6 0-11-15,-5 0-10 16,-1 0-11-16,-3-2-15 0,-11 2-27 0,15-1-46 16,-15 1-71-16,0 0-97 0,11 0-118 15,-11 0-134-15,0 0-153 0,0 0-135 0,0 0 66 16,-37 11-444-16,15-4-550 0</inkml:trace>
  <inkml:trace contextRef="#ctx0" brushRef="#br0" timeOffset="-162916.12">15811 7755 3724 0,'-25'16'457'0,"-2"3"-84"15,-5 12-50-15,2 6-55 0,-5 8-49 16,3 1-32-16,5 0-42 0,0-1-27 0,6-4-27 16,6-8-10-16,3-3-5 15,1-7-7-15,4-8-10 0,1-1 3 0,5-2 5 16,-6-2 12-16,5-3 16 0,2-7-1 15,0 0-7-15,0 0-13 0,0 0-9 0,10-24-21 0,3-5-1 16,-1-7-9-16,3-12-1 16,6-8-5-16,0-6-6 0,9-18 3 0,4 4 20 15,-11 20 19-15,1 11 15 0,-9 12 18 16,-2 5 7-16,-2 7-2 0,-1 8 4 0,-4 6 15 16,3 6 19-16,-9 1 4 0,16 11-10 15,-9 1-121-15,4 7-13 0,3 7 0 0,-1 3 0 16,5 2 0-16,-2 0 0 0,7 8 0 15,2-1 0-15,0-1 0 0,2-1 0 0,0-1 0 16,-7-11 0-16,0-2 0 0,-6-7 0 16,-1-4 0-16,-8-1 0 0,2-2 0 15,1 0 0-15,-4-3 0 0,-4-5 0 16,2 4 0-16,-2-4 0 0,0 0 0 0,0 0 0 16,-25-14 0-16,8 2 0 0,-14-3 0 15,3-2 0-15,-7 0 0 0,5 5 0 0,-1-1 0 16,7 4 0-16,1 6 0 0,4-1 0 15,0 4 0-15,-2 4 0 0,2 3 0 0,-2 1 0 16,2 5 0-16,3 0 0 0,4 0 0 16,-1 4 0-16,4-5 0 0,6-2 0 0,3-3-241 15,1-1-591-15,10-3-107 0,5 3 86 16,5-6-958-16,21-3-1240 0</inkml:trace>
  <inkml:trace contextRef="#ctx0" brushRef="#br0" timeOffset="-162749.22">16166 8024 4658 0,'5'-4'41'0,"-5"4"125"0,2-5 101 0,-2 5 65 0,2-6 38 0,-2 6 11 0,0 0-12 16,0 0-18-16,0-14-35 0,0 14-32 15,-2-9-36-15,2 9-56 0,0-6-82 0,0 6-96 16,2-6-123-16,-2 6-104 0,4-6-115 16,-4 6-134-16,5-6-152 0,5 5-221 15,-10 1 44-15,17-4 82 0,-4 7-664 16,3-1-828-16</inkml:trace>
  <inkml:trace contextRef="#ctx0" brushRef="#br0" timeOffset="-162414.15">16213 8065 4113 0,'-7'-4'162'16,"7"4"67"-16,-12-4 59 0,6 2 56 0,6 2 26 16,0 0 9-16,0 0-13 0,0 0 23 15,-13 9 19-15,9 1 0 0,3 6-14 0,-1 2-53 16,-3 7-341-16,1 10 0 16,1 3 0-16,-3 1 0 0,3 2 0 0,-1-4 0 15,0 1 0-15,0-1 0 0,0-3 0 16,-2-5 0-16,4-4 0 0,1-5 0 0,-3 0 0 15,0-6 0-15,4 1 0 0,-2-4 0 16,0-3 0-16,2 2 0 0,0-4 0 0,0-1 0 16,0-5 0-16,-1 8 0 0,1-8 0 15,0 0-501-15,0 0-426 0,0 0 14 0,0 0 109 16,5-23-912-16,3 9-1150 16</inkml:trace>
  <inkml:trace contextRef="#ctx0" brushRef="#br0" timeOffset="-161732.36">16550 7742 4987 0,'-2'-6'51'0,"2"6"77"0,-3-8 50 0,3 8 49 16,0 0 26-16,-6-6 23 0,6 6 25 16,0 0 7-16,-9 18-22 0,2-5-13 0,0 3-18 15,0 5-17-15,-7 6-14 0,3 6-18 16,-2-4-206-16,-1 3 0 0,1 2 0 0,1-2 0 15,-1-3 0-15,8-6 0 0,-6-3 0 16,6-5 0-16,-1-1 0 0,3-4 0 0,-1 0 0 16,0-1 0-16,2-2 0 0,2-7 0 15,0 0 0-15,0 0 0 0,0 0 0 16,0 0 0-16,4-40 0 0,7 6 0 16,3-16 0-16,3-5 0 0,-2-3 0 0,4 1 0 15,-4 4 0-15,2 6 0 0,-3 12 0 16,-5 6 0-16,-1 8 0 0,-5 6 0 0,6 5 0 15,-6 4 0-15,3 6 0 0,-6 0 0 16,13 12 0-16,-5 3 0 0,3 1 0 0,2 11 0 16,3 2 0-16,-1 0 0 0,2 0 0 15,3 0 0-15,-4 0 0 0,5-2 0 0,-4-1 0 16,2-4 0-16,-8-5 0 16,2-3 0-16,-4-2 0 0,-4-4 0 0,4-1 0 0,-4 1 0 15,1-2 0-15,-3-2 0 16,1 0 0-16,-4-4 0 0,0 0 0 0,7 6 0 15,-7-6 0-15,0 0 0 0,0 0 0 16,0 0 0-16,0 0 0 0,-34-8 0 0,20 6 0 16,-6 0 0-16,2-2 0 0,-4 4 0 15,-1 0 0-15,-2 4 0 0,3 2 0 0,-3-3 0 16,2 3 0-16,4 0 0 0,-2 4 0 16,0-3 0-16,6-2 0 0,3 2 0 0,1-5 0 15,6 4 0-15,-2-4-601 0,7-2-375 16,0 0 74-16,0 0 110 0,31-6-881 0,-10-1-1110 15</inkml:trace>
  <inkml:trace contextRef="#ctx0" brushRef="#br0" timeOffset="-161432.77">16862 7956 5045 0,'0'0'228'0,"-3"-11"81"0,3 11 49 0,0 0 24 0,0 0 6 15,2-10-25-15,-2 10-14 0,10-4-35 16,-10 4-32-16,15-3-109 0,-15 3-173 0,19 4 0 15,-10 1 0-15,5 3 0 0,-1 4 0 16,-4 5 0-16,1-1 0 0,-8 5 0 0,-2 0 0 16,-5 11 0-16,-7 0 0 15,-3 3 0-15,-1-3 0 0,-7 6 0 0,5-7 0 0,-2-3 0 16,5-5 0-16,3-3 0 16,5-5 0-16,2-3 0 0,1-2 0 0,0-3 0 15,2 0 0-15,2-7 0 0,10 4 0 16,-10-4 0-16,14-1 0 0,-14 1 0 0,29-7 0 15,-12 1 0-15,5 0 0 0,0 0 0 16,3 0 0-16,5-2 0 0,5-3 0 0,-1 5 0 16,1-2-963-16,1 1 0 0,2 3-1168 15,1 0-1539-15</inkml:trace>
  <inkml:trace contextRef="#ctx0" brushRef="#br0" timeOffset="-161016.14">17942 7841 5474 0,'-27'0'-10'0,"4"0"91"0,0 0 49 0,2 0 73 15,2 2 61-15,2-1 61 0,3-1 41 0,1 0 42 16,4 0 12-16,9 0-10 0,0 0-290 15,0 0-120-15,0 0 0 0,0 0 0 0,63-11 0 16,-20 5 0-16,17-2 0 0,-3-1 0 16,0-1 0-16,-1 0 0 0,-9 2 0 0,-7 0 0 15,0 3 0-15,-9-3 0 16,-7 5-11-16,-1 2-787 0,-8 1-153 0,-2 1 73 16,-6 5 95-16,-5-1-839 0,-9 5-1062 15</inkml:trace>
  <inkml:trace contextRef="#ctx0" brushRef="#br0" timeOffset="-160832.22">18006 8022 4533 0,'-21'16'153'0,"2"-5"101"0,4-3 86 16,0 0 49-16,1-2 62 0,1 1 49 0,2-2 13 15,5-2-11-15,-4 1-23 0,7-1-402 16,3-3-77-16,0 0 0 0,0 0 0 0,19 11 0 16,0-11 0-16,7-1 0 0,10-2 0 15,5-4 0-15,2-1 0 0,11-6 0 16,0 4 0-16,-13-1 0 0,-1-1-374 15,1 2-616-15,-7 2 74 0,-7 1 106 0,-7 1-925 16,-6 5-1167-16</inkml:trace>
  <inkml:trace contextRef="#ctx0" brushRef="#br0" timeOffset="-160549.98">18294 7623 5182 0,'-10'-31'158'0,"-1"2"62"16,4 9 68-16,1 4 62 0,2 4 37 15,-2 1 19-15,2 2-20 0,-1 2-9 0,1 3-11 16,4 4-295-16,0 0-71 0,-17 20 0 16,6 12 0-16,-7 11 0 0,1 9 0 0,-2 7 0 15,-2 4 0-15,-3 17 0 0,-5 6 0 16,4 2 0-16,4 0 0 0,0 3 0 0,2-3 0 16,5-22 0-16,3 1 0 0,0-6 0 15,1-3 0-15,3-18 0 0,-1-3 0 16,3-4 0-16,-2-8 0 0,3-5 0 0,3-5 0 15,-1-4 0-15,0-4 0 0,2-4 0 16,0-3 0-16,0 0 0 0,16-25 0 0,0-6 0 16,7-15 0-16,10-12 0 0,15-13-879 15,1-5-83-15,8 2 96 0,6 6-999 0,3 1-1290 16</inkml:trace>
  <inkml:trace contextRef="#ctx0" brushRef="#br0" timeOffset="-159999.59">19144 7558 5238 0,'-6'-22'281'0,"2"5"60"16,2 2 53-16,1 3 34 0,-3 4 0 15,2 2-20-15,0 2-7 0,2 4-129 0,0 0-272 16,-21 26 0-16,6 3 0 0,-2 14 0 16,-4 3 0-16,0 2 0 0,0 1 0 0,-1 1 0 15,4 0 0-15,-1 0 0 16,2-4 0-16,-1 0 0 0,4-3 0 0,0-11 0 15,6-7 0-15,3-7 0 0,-4-3 0 16,8-3 0-16,-3-2 0 0,0-3 0 0,4-2 0 16,0-5 0-16,0 0 0 0,0 0 0 15,16-17 0-15,-5 0 0 0,9-16 0 0,3-11 0 16,4-7 0-16,6-1 0 16,2-5 0-16,-5 6 0 0,-2 7 0 0,-3 8 0 0,-8 9 0 15,-4 9 0-15,-1 3 0 0,-4 3 0 16,-3 5 0-16,5 3 0 0,-4 2 0 0,-6 2 0 15,0 0 0-15,22 12 0 16,-10-1 0-16,-3-1 0 0,4 3 0 0,1 1 0 16,6 4 0-16,-2 3 0 0,3 0 0 15,-6-5 0-15,1-3 0 0,-3-3 0 0,-1 1 0 16,-1-3 0-16,-4 2 0 0,2-4 0 16,-4 1 0-16,3-2 0 0,-7 0 0 0,5-3 0 15,-6-2 0-15,2 6 0 0,-2-6 0 16,0 0 0-16,0 0 0 0,-33-3 0 0,13-2 0 15,-12-4 0-15,-3-1 0 0,0 1 0 16,1 1 0-16,7 3 0 0,4 1 0 0,3 1 0 16,1 1 0-16,-3 2 0 0,4 0 0 15,0 0 0-15,4 2 0 0,0-2 0 16,5 2 0-16,-3-2 0 0,12 0 0 0,0 0 0 16,0 0 0-16,0 0-211 0,0 0-804 15,0 0 85-15,40-2-1122 0,-9 2-1467 16</inkml:trace>
  <inkml:trace contextRef="#ctx0" brushRef="#br0" timeOffset="-159732.85">19430 7841 5929 0,'0'0'9'0,"0"0"85"0,0 0 81 0,0 0 58 0,0 0 45 0,23-2 13 16,-23 2 0-16,13 2-26 0,-13-2-9 16,14 5-15-16,-7 2-112 0,1 0-129 0,2 3 0 15,-3 3 0-15,-1 3 0 16,-3 0 0-16,-3 2 0 0,-2 5 0 0,-7 7 0 15,-5-1 0-15,1 0 0 0,-4 0 0 16,0-4 0-16,0-1 0 0,6-5 0 0,-1-4 0 16,4-3 0-16,5-1 0 0,-3-3 0 15,4 1 0-15,0-2 0 0,2-7 0 0,8 7 0 16,-8-7 0-16,14 1 0 0,-14-1 0 16,27-12 0-16,0-1 0 0,2-10 0 0,10-8 0 15,4-1 0-15,2-4 0 0,3-2-826 16,6 7-143-16,-2 4 107 0,4 4-1020 0,1 3-1306 15</inkml:trace>
  <inkml:trace contextRef="#ctx0" brushRef="#br0" timeOffset="-159566.02">20036 7860 5533 0,'-18'-2'96'0,"5"0"79"16,4-1 84-16,9 3 52 0,-16-3 39 0,16 3-8 15,-9-2-24-15,9 2-30 0,-7-4-29 16,7 4-57-16,-7-3-144 0,7 3-58 0,0 0 0 15,0 0-88-15,0 0-219 0,23-9-165 16,-10 6-165-16,1-2-232 0,4 0 55 16,2-2 96-16,3 2-740 0,11-6-906 0</inkml:trace>
  <inkml:trace contextRef="#ctx0" brushRef="#br0" timeOffset="-158899.83">20562 7715 4106 0,'-10'-6'137'0,"10"6"68"0,-9-6 46 0,9 6 69 16,0 0 50-16,-25 6 31 0,11 0 13 16,1 3 5-16,0 3-35 0,-2-2-4 0,-2 5-27 15,-2 5-29-15,-3 2-197 0,10-5-127 16,-2-4 0-16,1 4 0 0,4-6 0 0,-2 0 0 16,6-1 0-16,-3-3 0 0,5 0 0 15,-1-1 0-15,4-6 0 0,-7 6 0 0,7-6 0 16,0 0 0-16,0 0 0 15,0 0 0-15,25-25 0 0,-11 9 0 0,5-7 0 16,0-4 0-16,6-9 0 0,0 0 0 16,-5 6 0-16,2 5 0 0,-6 3 0 0,-4 6 0 15,-1 4 0-15,0 4 0 0,-2 3 0 16,-4 3 0-16,-5 2 0 0,18 3 0 0,-11 4 0 16,2 3 0-16,2 5 0 0,2-1 0 15,1 11 0-15,-2-4 0 0,-1-3 0 16,0 1 0-16,0-1 0 0,-4 0 0 15,5-1 0-15,-3-2 0 0,1-1 0 0,-3-3 0 16,-1-1 0-16,2-2 0 0,-4 1 0 16,-3-4 0-16,1 0 0 0,-2-5 0 0,4 7 0 15,-4-7 0-15,0 0 0 0,0 0 0 16,0 0 0-16,0 0 0 0,0 0 0 0,-36-11 0 16,25 9 0-16,1-4 0 0,-1 3 0 15,1-2 0-15,2 3 0 0,8 2 0 0,-17-5 0 16,14 1 0-16,3 4 0 0,-12-3 0 15,12 3 0-15,-6-3 0 0,6 3 0 0,-2-7 0 16,2 7-148-16,8-11-404 0,2 3 25 16,-1 1 46-16,6 0 57 0,1 1 52 0,-4 2 63 15,4 2 70-15,-3-1 88 0,3 3 100 16,-3 1 90-16,1 3 86 0,-3 0 67 16,-4 2 61-16,5 4 56 0,-1 1 39 15,-2 1 34-15,0 1 12 0,-4 1 12 0,1-1-26 16,-1 3-18-16,-1 1-298 0,-2-1-64 15,3 1 0-15,-4 0 0 0,-1 3 0 0,2-6 0 16,0 4 0-16,-2 0 0 0,0-4 0 16,0 1 0-16,2 3 0 0,0-1 0 0,-2-3 0 15,2 1 0-15,-4-1 0 0,0-1-352 16,-2 3-402-16,1-2-167 0,0-4 73 0,-3 2 98 16,1-4-803-16,-3 2-996 15</inkml:trace>
  <inkml:trace contextRef="#ctx0" brushRef="#br0" timeOffset="-158516.04">18621 8721 4568 0,'-20'0'162'0,"13"0"-21"0,7 0-12 0,0 0-12 0,41-7 7 15,20 0 11-15,23 3 7 0,44 1-10 16,10-1-14-16,13 6-14 0,12 0-9 0,0 1-9 15,5 4-19-15,0 0-21 0,-9 0-28 16,-3 1-27-16,-14-1-28 0,-10 2-28 16,-18-4-53-16,-36-2-65 0,-10 1-47 0,-18-4-23 15,-8 2-25-15,-13-1-32 0,-10-1-49 16,-6 0-91-16,-9 0-156 0,-4 0 47 16,0 0-369-16,-29-7-407 0</inkml:trace>
  <inkml:trace contextRef="#ctx0" brushRef="#br0" timeOffset="-158182.6">15697 9091 2802 0,'-44'3'111'0,"2"2"3"16,-7-3-23-16,1 1 2 0,-2-1 25 15,6 2 55-15,10-3 47 0,11 2 48 0,6-3 30 16,9 2-26-16,8-2-19 0,0 0-24 16,54 6-26-16,14-6-18 0,47 2-19 15,18-10-13-15,15 3-19 0,13-4-12 0,16 0 3 16,54-7-23-16,-4 4-47 0,-54 3-41 0,0 1-56 15,1-2-56-15,-12 3-86 16,-19-2-116-16,-18-1-118 0,-40 1-184 0,-17 3-94 16,-27 1 68-16,-14-1-506 0,-13 3-601 15</inkml:trace>
  <inkml:trace contextRef="#ctx0" brushRef="#br0" timeOffset="-146502.66">10584 13547 2418 0,'-44'-15'155'0,"11"1"-3"16,12 5 14-16,12 3-33 0,9-1-60 15,12 0-12-15,20-3-13 0,27 3 6 0,17-1-1 16,42 3-3-16,17 1 7 0,19 6-11 16,15 5-10-16,4 3-5 0,50 5-9 15,-53-1-19-15,-1 1-38 0,-5-1-40 16,-15 0-50-16,-14 1-58 0,-20-3-69 0,-41-2-51 16,-19 4 9-16,-23-2 30 0,-18-2-426 15,-14 0-183-15</inkml:trace>
  <inkml:trace contextRef="#ctx0" brushRef="#br0" timeOffset="-146402.17">12641 13654 1684 0,'-43'6'-121'0,"-22"0"36"0,-5-2 25 0,-7-4 23 15,-7-2 33-15,12-2 30 0,8 0 44 16,17 2 37-16,11-2 10 0,13 0-17 0,12 0-8 16,9 1-9-16,2 3-6 0,20-7-10 15,4 2-5-15,16 3-12 0,11-2-52 16,19 0-88-16,3 2-107 0,4 2-199 0,3-3-129 16,-6-1-29-16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35:35.6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7601 15050 2715 0,'-32'-4'111'0,"1"0"3"15,2 3 6-15,4 0 17 16,-2-2 54-16,0 3 7 0,4 0-16 0,3-1-27 15,6 1-28-15,0-2-5 0,3 2-13 16,11 0-7-16,-11-2-8 0,11 2-8 0,0 0-6 16,0 0-12-16,66-3-6 0,4-1-6 15,13-1-4-15,29 0-6 0,14 1-4 0,5-4-3 16,11 3-4-16,6-5-2 0,7 5-7 16,-3-2 0-16,2-2-1 0,1 5-3 0,-14-5 1 15,-12 2-2-15,-9 0-1 0,-36 0-6 16,-12 2 1-16,-9-2 2 0,-16 4-1 15,-11-2-1-15,-10 3 13 0,-5 0 13 16,-6 0 6-16,-2 2-1 0,-4-2-3 16,-9 2-5-16,18-1-3 0,-18 1-4 0,11 0-3 15,-11 0-5-15,12-4-1 0,-12 4 0 16,0 0-5-16,17-1-2 0,-17 1-6 0,12-2 1 16,-12 2 2-16,18 0-8 0,-4 2-15 15,3-4-21-15,2-2-18 0,2 2-18 0,6-2-8 16,11 0 8-16,5-1 5 0,0 2 8 15,0-2 7-15,2 1 4 0,-6 0 5 16,-6 3 4-16,-8-2 5 0,-7 3 0 0,3-4 5 16,-7 3 6-16,-3-1 11 15,1 2 13-15,-12 0 9 0,15 0 4 0,-15 0 8 0,15-2 6 16,-15 2 8-16,12-2 0 16,-12 2-3-16,9 0 1 0,-9 0-2 0,9-2-5 15,-9 2 0-15,0 0-6 0,14-2-4 16,-14 2 2-16,0 0-5 0,0 0-1 0,11 0-4 15,-11 0-5-15,0 0-3 0,0 0-7 16,0 0-22-16,0 0-44 0,0 0-65 0,0 0-97 16,-9 15-119-16,9-15-169 15,-21 10-165-15,6-3 65 0,-1-2-382 0,-5-1-475 16</inkml:trace>
  <inkml:trace contextRef="#ctx0" brushRef="#br0" timeOffset="1865.79">11441 14855 2533 0,'-17'3'-71'16,"0"-3"31"-16,1-3 17 0,5 3 20 16,-3 3 25-16,3-3 31 0,11 0 29 15,-21-3 15-15,21 3 11 0,-16 3 4 0,16-3 2 16,0 0-3-16,-18-3-8 0,18 3 19 16,0 0 5-16,0 0-2 0,0 0 11 0,0 0 14 15,0 0 9-15,0 0 8 16,0 0-3-16,69 11-9 0,-22-9-11 0,18 2-14 15,10 2-14-15,6-1-13 0,26 3-8 16,1 0 7-16,7 0-11 0,7 3-11 0,8-1-7 16,3 2-8-16,2 2-3 0,1-3-10 15,2 1-2-15,-9-1-6 0,-3-3-2 16,-15-3-5-16,-21-3-2 0,-10 0-7 0,-8 0 2 16,-20-2-2-16,-6 0-2 0,-10 0 27 15,-11-2 27-15,-3 2 34 0,-2-2 21 0,-7 2 17 16,1-2 9-16,-14 2-7 15,19-1-14-15,-19 1-11 0,17-2-15 0,-17 2-8 0,14 0-12 16,-14 0-8-16,0 0-9 0,14 0-12 16,-14 0-6-16,0 0-10 0,22 0-6 15,-22 0-5-15,14 3 0 0,-6-1-7 16,-8-2-4-16,17 4-4 0,-9 0 2 0,-8-4-1 16,15 1-4-16,-15-1 0 0,11 3-5 15,-11-3 5-15,0 0-2 0,13 2 12 16,-13-2 2-16,0 0 1 0,7 3-3 0,-7-3-10 15,0 0-20-15,0 0 0 0,0 0 0 16,0 0-26-16,0 0-142 0,0 0-124 0,0 0-168 16,0 0-218-16,0 0-230 0,0-12 79 15,0 12 91-15,0 0-654 0,-2-10-844 16</inkml:trace>
  <inkml:trace contextRef="#ctx0" brushRef="#br0" timeOffset="2966.3">15198 14911 3627 0,'-22'2'-63'0,"7"-2"53"0,0 3 22 16,6-3 32-16,9 0 33 0,-20 0 38 0,20 0 40 16,-11 0 14-16,11 0-8 0,0 0-9 15,0 0-11-15,0 0-9 0,76 2-11 16,-1-2-6-16,12 1-16 0,37-1-8 0,9 2-8 15,7-2-9-15,0 0-11 0,4 1-14 16,1 3 3-16,-1-1-5 0,3-2-6 0,-2 5-3 16,-12 1-2-16,-10-5-5 15,-37 0 0-15,-13-2 1 0,-12 1 0 0,-15-1 25 16,-14 0 27-16,-7 0 29 0,-6 0 2 16,-4 0-5-16,1 0-10 0,-16 0-6 0,18 0-12 15,-18 0-9-15,12 0-9 0,-12 0-5 16,0 0-7-16,0 0-34 0,0 0-72 0,0 0-83 15,11 0-108-15,-11 0-164 0,0 0-194 16,0 0-185-16,0 0 76 0,0 0-587 16,0 0-758-16</inkml:trace>
  <inkml:trace contextRef="#ctx0" brushRef="#br0" timeOffset="8848.16">3695 16804 1175 0,'-16'-2'241'16,"3"2"-83"-16,13 0-25 0,-19-2 8 15,19 2 6-15,-13 0-1 0,13 0-14 0,0 0-8 16,-16-2-4-16,16 2-16 16,0 0-3-16,-11-2-9 0,11 2-1 0,0 0-9 15,0 0-9-15,0 0-1 0,0 0-2 16,0 0-6-16,0 0 0 0,0 0-1 16,0 0-4-16,0 0-4 0,65 12-7 0,-17-9-4 15,18 0-2-15,6 0-8 0,9-3 4 16,7 2-9-16,1-4-18 0,6 2-3 15,19-3 2-15,4-3-1 0,0 2-4 0,-5-2-1 16,-4-1-2-16,-28 2-1 0,-2-2 5 16,-7 2 0-16,-4 0 2 0,-7-2 10 15,-13 4 7-15,-6-3 5 0,-1 2 12 0,-13 0 5 16,-6 3-4-16,-6-1-7 0,-1 0-4 16,-3 2-5-16,-12 0-6 0,23-2 2 15,-10 4-3-15,0-2-5 0,4 0 2 16,5 2 1-16,3-2-4 0,2 3 5 0,18 0-6 15,-2-1 11-15,3 1-20 0,0 1-3 16,-2-2 11-16,-1 0-2 0,-4 2 1 0,-6-4 9 16,-8 2-14-16,-2-2-1 0,-3 0 1 15,-4 0-5-15,-2 2 2 0,1-2 18 16,-15 0 19-16,21 0 0 0,-21 0-3 16,16 0-4-16,-16 0-5 0,11 0-6 15,-11 0 1-15,0 0-6 0,15 2 6 0,-15-2-3 0,0 0 0 16,0 0 2-16,14 0 4 15,-14 0 0-15,0 0 16 0,0 0-1 16,0 0-2-16,0 0-8 0,16 0 2 0,-16 0-1 16,0 0-2-16,0 0 0 0,0 0-5 15,0 0 4-15,0 0 16 0,12 2 3 0,-12-2 5 16,0 0 0-16,0 0 2 0,0 0 4 16,0 0 1-16,0 0 14 0,0 0 3 15,0 0 8-15,0 0 5 0,0 0-4 16,0 0-3-16,0 0-9 0,0 0-6 15,0 0-7-15,0 0-2 0,0 0-8 0,0 0-5 16,0 0-8-16,0 0-3 0,0 0-7 16,0 0-1-16,0 0-3 0,0 0-5 0,0 0-1 15,0 0-7-15,0 0-1 0,0 0-1 16,0 0-6-16,0 0-2 0,0 0-3 16,0 0-1-16,0 0 0 0,0 0-4 0,0 0-9 15,0 0-12-15,0 0-20 0,0 0-24 16,0 0-29-16,0 0-38 0,0 0-69 0,0-8-71 15,0 8-70-15,0 0-106 0,0 0-213 16,0 0-25-16,0 0 78 16,0 0-361-16,-46 4-453 0</inkml:trace>
  <inkml:trace contextRef="#ctx0" brushRef="#br0" timeOffset="9730.93">7988 16860 2619 0,'-13'6'-31'0,"3"-3"12"0,3 0 8 16,7-3 14-16,0 0 42 0,0 0 25 0,0 0 28 16,37 4 8-16,17-2 11 15,26-2-5-15,35-2 10 0,22 0-32 0,15 4 16 16,18-2-14-16,13-7-5 0,55 4-18 15,-49 3-1-15,57-2-6 0,-60 4 0 0,3-2-7 16,-10 4-10-16,-11-2-5 0,-16 2-6 16,-11-6 1-16,-21 2-4 0,-36 0 23 15,-14 0 27-15,-22 0 22 0,-12 0 27 0,-9 0 26 16,-6 0 20-16,-8-2 3 0,1 0-19 16,-5 1-11-16,-9 1-20 0,13-3-11 0,-13 3-11 15,10-2-12-15,-10 2-10 0,0 0-8 16,13-4-15-16,-13 4-14 0,0 0-47 15,11-2-76-15,-11 2-116 0,0 0-149 16,0 0-197-16,13 4-225 0,-13-4 79 16,0 0 78-16,0 0-356 0,0 0-438 0</inkml:trace>
  <inkml:trace contextRef="#ctx0" brushRef="#br0" timeOffset="11630.78">10627 11650 2461 0,'0'0'-98'0,"4"-10"46"15,-4 10 42-15,2-5 38 0,-2 5 33 16,2-5 23-16,-2 5 14 0,0 0 10 0,0 0 1 15,0 0-12-15,0 0-7 0,0 0-10 16,0 0 47-16,0 0 20 0,0 0 16 16,-22 20 1-16,2 0 23 0,3 7 2 0,-9 10 13 15,-1 0-7-15,0 2 10 16,0 2-10-16,1 4-5 0,3-2-3 0,-1-6 1 16,6-3-13-16,2-5-7 0,2-2-12 15,1-3-9-15,2-5-21 0,4-5-4 0,2-1-16 16,-2-2-2-16,1-3-19 0,5-1-5 15,-3 0-2-15,0 0-14 0,4-7-9 0,-2 10-11 0,2-10-37 16,0 3-65-16,0-3-82 16,0 0-121-16,0 0-148 0,0 0-148 0,24-24-236 15,-17 12 61-15,2-1 89 0,3-4-486 16,-1 3-597-16</inkml:trace>
  <inkml:trace contextRef="#ctx0" brushRef="#br0" timeOffset="11930.26">10683 11613 3121 0,'0'-5'-3'0,"0"5"32"16,0-12 18-16,0 12 16 0,2-7 13 0,-2 7 3 16,0 0-6-16,0 0 59 0,0 0 24 15,0 0 6-15,13 28 10 0,-5-10 11 0,5 11 8 16,4 0 3-16,2 4-13 0,6 6-9 15,2 1-15-15,-1-1 4 0,3-1-15 0,-2 1-12 16,2-6-12-16,-13-6-15 0,2-3-12 16,-5-4-8-16,-1-3-10 0,-3-2-7 15,-2-3-4-15,1-1-7 0,-4-1-9 16,0-3-13-16,0 0-28 0,-1 0-47 0,-1-3-66 16,-2-4-111-16,0 7-152 0,0-7-160 15,0 0-226-15,0 0 58 0,0 0 75 0,-28-13-430 16,15 6-522-16</inkml:trace>
  <inkml:trace contextRef="#ctx0" brushRef="#br0" timeOffset="12147.2">10521 11964 3120 0,'-16'0'86'0,"16"0"30"0,-14 0 26 0,14 0 34 15,0 0 26-15,0 0 2 16,0 0-6-16,0 0-16 0,0 0-18 0,66-2-16 15,-26 4-17-15,4-2-11 0,0 2-14 16,-1-2-15-16,1 0-9 0,-4 2-21 16,-6 0-46-16,-11 0-40 0,-3-2-43 0,-4 0-53 15,-2 0-65-15,-4 0-59 0,-10 0-72 16,0 0-83-16,0 0-135 0,0 0-69 0,0 0 67 16,0 0-248-16,0 0-272 0</inkml:trace>
  <inkml:trace contextRef="#ctx0" brushRef="#br0" timeOffset="13131.05">11197 11814 2364 0,'0'-14'85'16,"2"4"16"-16,-2 0 33 0,0 1 42 15,2 2 24-15,-2 2-1 0,0 5-24 0,0-8-14 16,0 8-15-16,0 0-4 0,0 0 8 16,0 0-6-16,8 20 12 0,-8-6-9 0,1 5-11 15,-1 3 14-15,0 5-12 16,0 11-11-16,0 0-9 0,0-1-16 0,-1-7-5 16,1-4-9-16,-2-1-10 0,0-1-4 0,0-3-11 15,0-4-2-15,2 2-3 0,-2-6-6 16,2-1-7-16,0 0-2 0,2 0-8 15,-2-3-3-15,0-3-2 0,2 3-8 0,-2-2-6 16,0-7-8-16,4 8-38 0,-4-8-72 16,3 6-108-16,-3-6-137 0,0 0-158 0,0 0-210 15,0 0 44-15,0 0 79 0,0 0-388 16,0 0-457-16</inkml:trace>
  <inkml:trace contextRef="#ctx0" brushRef="#br0" timeOffset="13430.58">11585 12069 3137 0,'0'0'286'0,"1"-6"14"15,-1 6 38-15,0 0 71 0,2-8 17 16,-2 8-14-16,0 0-32 0,0 0-39 0,2-4-35 16,-2 4-29-16,0 0-29 0,0 0-25 15,0 0-22-15,0 0-22 0,0 0-18 16,0 0-23-16,0 0-29 0,0 0-55 16,0 0-57-16,0 0-84 0,0 0-116 0,0 0-142 15,0 0-203-15,0 0-230 0,0 0-75 16,0 0 99-16,0 0-727 0,7 17-928 0</inkml:trace>
  <inkml:trace contextRef="#ctx0" brushRef="#br0" timeOffset="14046.97">12057 11810 4070 0,'5'-16'-56'0,"4"5"39"0,-8 1 30 0,5 2 65 16,-1 2 41-16,-5 1 11 0,0 5-14 16,4-6-9-16,-4 6 29 0,0 0-5 0,2 21-4 15,-8-5 4-15,-1 6-7 0,-5 11-5 16,-5 2-6-16,0 6-7 0,-3 5-8 0,-4-3-9 16,3-4-9-16,0-3-11 0,4-5-2 15,3-6-5-15,1-6-10 0,4-3-7 0,4-3 1 16,-2-3-9-16,2 0-2 15,-1-4 3-15,4 0 6 0,-1 0 11 0,3-6-7 16,0 0-4-16,0 0-7 0,0 0-2 16,0 0-10-16,14-30-4 0,2 7-1 0,-1-8-4 15,6-10-5-15,0-5-1 0,3 6 1 16,-1-5 1-16,2 6-2 0,-9 5-3 0,1 3 2 16,-1 3-7-16,-5 8 3 0,-4 3 2 15,0 3 1-15,4 2 4 0,-8 4-9 16,3-1 1-16,-3 3-3 0,3 3 3 0,-6 3-1 15,0 0 2-15,23 9-1 0,-11 0 0 16,-1 3 1-16,2 3-3 0,7 7 1 0,-5 2 2 16,0 0-1-16,1 0-3 15,-3-4 4-15,-4-3-1 0,1-1-2 0,-1 1 2 16,2-1 1-16,-2-3-3 0,-4 0-1 16,4-4-1-16,-5 2 4 0,2-5 5 0,-4 4 2 15,-1-5 17-15,-1-5 11 0,3 11 12 16,-3-11 13-16,-4 13 1 0,-6-6 1 0,-3 0-9 15,0-2-1-15,-8 5-1 0,0-6-10 16,2 4-1-16,0-3-4 0,0-1-4 0,3-1-6 16,1 0-2-16,4-1-2 0,-3 0-3 15,14-2-5-15,-16 2-5 0,16-2 2 0,-16 0-14 16,16 0-43-16,-15-2-55 0,15 2-67 16,-8-2-110-16,8 2-154 0,-4-7-185 15,4 7-220-15,0 0 59 0,20-12 93 16,-8 9-579-16,4-2-719 0</inkml:trace>
  <inkml:trace contextRef="#ctx0" brushRef="#br0" timeOffset="14346.54">12482 11980 3619 0,'0'-12'-19'0,"1"0"45"0,10 2 36 0,-4-1 47 0,6 3 31 0,4-3 8 16,2 5-1-16,4 1-9 0,-2 4-5 15,2 1-4-15,-4 1 0 0,2 2 4 16,-1 5-1-16,-8 1 20 0,-2 3 11 16,-4 3 10-16,-9 1 37 0,2 5 7 0,-12 6 17 15,-5 1 3-15,1-3-5 0,-2-2-5 16,4-4-14-16,3-4-21 0,3-1-15 16,2-3-10-16,1 0-14 0,1-2-11 0,2 1-8 15,3-2-9-15,2-1-108 0,1 2-17 16,9 0 0-16,1-2 0 0,8-1 0 0,4-3 0 15,0 2 0-15,4-5-322 0,11-2-262 16,-2-6-239-16,-1-2-77 0,0-1 107 0,-2-7-829 16,-7-1-1061-16</inkml:trace>
  <inkml:trace contextRef="#ctx0" brushRef="#br0" timeOffset="14580.39">13080 11598 4579 0,'11'-5'-132'16,"5"5"49"-16,1 1 42 0,2 6 36 16,12 9 25-16,-3 6 21 0,6 11 6 0,-1 5-2 15,-5 7-2-15,-6 5 1 0,-8 3 1 16,-5 5 21-16,-7 2-5 0,-11-2-4 0,-2 0 6 16,-6-3-11-16,-10-4 4 15,-6-2-4-15,-3-3-7 0,-7-2-8 0,-1-5-8 16,-3-1-32-16,-7-6-68 0,-1-3-108 15,-5-6-144-15,1-3-176 0,-5-5-156 0,-3-1 62 16,2-8-359-16,-3-1-430 0</inkml:trace>
  <inkml:trace contextRef="#ctx0" brushRef="#br0" timeOffset="15014.95">9808 11426 2476 0,'-17'25'-46'15,"-8"10"66"-15,-1 8 52 0,-3 7 42 16,2 1 55-16,2 8 30 0,5 0 22 0,2 3 7 15,11 4-10-15,3-3-8 0,12-1-8 16,6-2-6-16,11-4-12 0,23 9-17 0,12-4-15 16,6-7-14-16,8-4-16 0,5-5-25 15,3-4-55-15,-1-3-47 0,-20-15-111 0,-4-3-174 16,-5-7-194-16,-16-3-182 0,-9-2 51 16,-8-6-407-16,-4 2-497 0</inkml:trace>
  <inkml:trace contextRef="#ctx0" brushRef="#br0" timeOffset="15715">13719 12160 3226 0,'0'0'268'0,"0"0"22"0,0 0 35 15,0 0 47-15,0 0 18 0,0 0-4 16,0 0-24-16,0 0-37 0,0 0-26 0,0 0-38 16,0 0-27-16,0 0-17 15,0 0-29-15,0 0-26 0,0 0-23 0,0 0-39 0,0 0-71 16,0 0-83-16,0 0-82 0,0 0-110 15,-18-3-142-15,18 3-169 0,-2 5-252 0,2-5 10 16,-5 5 102-16,5-5-625 0,0 0-779 16</inkml:trace>
  <inkml:trace contextRef="#ctx0" brushRef="#br0" timeOffset="16315.01">14551 11584 3869 0,'0'-12'-2'0,"-2"2"0"0,2 3 1 15,0 2-7-15,0 5 51 0,0 0 52 0,-11 17 30 0,2 0 14 16,-3 14 3-16,-7 10 10 16,2 4-7-16,-6 1-4 0,4 4 7 0,-2 1-13 15,0-1-8-15,0-1-15 0,0 0-8 16,-2-5-9-16,5-4-10 0,4-8-5 0,-1-4-14 15,5-6-5-15,1-7-6 0,1-1-7 16,4-4-1-16,-2-1 1 0,2-1 15 0,2-3 13 16,2-5-13-16,0 0-13 0,0 0-1 15,0 0-7-15,12-22-6 0,0-4 9 16,2-8 2-16,9-7-12 0,4-8-4 16,4 3-2-16,-5-5-4 0,1 7-5 0,0 1-2 15,-8 10-4-15,-4 6 2 0,-4 6 2 16,1 6-9-16,-4 3 0 0,-5 4-5 15,3-1 2-15,0 6 3 0,-6 3-1 0,12 1-3 16,-12-1 3-16,12 11-2 0,1 2 1 16,-2 1-3-16,1 1 0 0,6 7 4 0,1 1 0 15,0 1-3-15,0-2 0 0,3 0 2 16,-8-6-2-16,8 5 0 0,-6-6 3 0,0-1-4 16,-5-5 4-16,1 3-4 0,-3-4 1 15,1-1-3-15,-5-1 3 0,2-1 0 0,-4 1 6 16,-1 1 12-16,-2-7 3 15,0 8 17-15,-5-2-1 0,-6-1-4 0,-5-1 0 16,-6 2 8-16,-2-1 9 0,-3-2 2 16,0 1-5-16,-2-1-5 0,3-1-3 0,3-2-1 15,2 2-7-15,2-2-2 0,0-4-5 16,4 4-1-16,2-1-14 0,-1-1-23 0,3-2-56 16,0-1-66-16,2 0-102 0,2-3-139 15,3 1-150-15,4-2-157 0,2-1-125 0,5-3 81 16,7 0-657-16,1-1-833 0</inkml:trace>
  <inkml:trace contextRef="#ctx0" brushRef="#br0" timeOffset="16713">15010 11769 3970 0,'7'-10'-33'0,"-4"-1"49"16,3 3 57-16,-1 2 43 0,-3-2 41 0,4 4 25 15,-2-2-11-15,-4 6-17 0,13-6-17 16,-3 4-15-16,-10 2-8 0,21 2-13 0,-12 4-12 15,5 0-3-15,-5 2-10 0,0 4-8 16,0 0-4-16,-4-1-1 0,-3 4 7 16,-6 2-1-16,1 3 3 0,-6-1 1 0,2-2 3 15,1-1 6-15,5-5-3 0,-3 2 9 16,0-1 46-16,6 1 11 0,0-1 16 16,3 5-4-16,1 0-6 0,6-1-11 15,1 0-8-15,6 6-10 0,-2-1-10 0,4-1-9 16,-6-4-9-16,1-3-10 0,-5 1-3 15,-1-2-5-15,-3-3 5 0,3 2 2 0,-7 1-83 16,-1-5 0-16,0 2 0 0,0 0 0 16,-4-1 0-16,0 0 0 0,-2-1 0 0,1 3 0 15,-5-4 0-15,-6 2 0 0,3-3 0 16,-1 1 0-16,-4-2 0 0,-2-2 0 0,3-2 0 16,0 2 0-16,-2-4 0 0,0-3 0 15,4-3 0-15,-1 1 0 0,5-3 0 0,1 1-388 16,4-1-330-16,4 1-124 0,10-1-35 15,5 0 97-15,9-4-780 0,9 0-1002 16</inkml:trace>
  <inkml:trace contextRef="#ctx0" brushRef="#br0" timeOffset="16863.28">15939 11947 4556 0,'0'-6'28'15,"-2"0"59"-15,2-2 47 0,0 8 35 16,2-11 14-16,-1 5-1 0,3 1-11 0,6 0-18 15,0-1-14-15,4 1-22 16,6 2-37-16,-3-1-70 0,5 2-96 0,0 2-129 0,-1-1-152 16,-3 1-178-16,0 1-173 15,-7 1 66-15,-1 2-513 0,-2 1-632 0</inkml:trace>
  <inkml:trace contextRef="#ctx0" brushRef="#br0" timeOffset="17063.14">15807 12073 3463 0,'-19'5'107'0,"4"0"40"0,5-2 53 0,10-3 51 16,-13 2 59-16,13-2 72 0,0 0 16 16,0 0-15-16,0 0-28 0,0 0-37 0,0 0-31 15,69-3-32-15,-30 1-26 16,6 2-27-16,-6-3-44 0,2 3-74 0,-1-2-85 16,-10 2-101-16,-7-2-96 0,-4 2-95 15,-4 0-102-15,-5 0-101 0,-10 0-110 0,11 2-175 16,-11-2 59-16,0 0-616 0,0 0-795 15</inkml:trace>
  <inkml:trace contextRef="#ctx0" brushRef="#br0" timeOffset="17996.13">18279 11550 3895 0,'2'-19'23'0,"-1"3"56"0,-1 5 44 0,2 0 48 0,0 1 45 15,-2 1 21-15,2 3-5 0,-2 6-3 16,3-11-46-16,-3 11-15 0,0 0 4 16,0 0 38-16,5 28-7 0,-3-4-5 15,4 13 1-15,-4 3-15 0,-1 3-18 0,1-2-12 16,4-1 11-16,-4 1-3 0,-2-2-14 16,1-1-9-16,-1-9-12 0,0-6-8 0,0 1-14 15,0-6-9-15,0-1-8 0,0-2-88 16,0-3 0-16,0 1 0 0,3-3 0 15,-3-2 0-15,2 0 0 0,-2-8 0 0,4 7 0 16,-4-7 0-16,5 4 0 0,-5-4-272 16,0 0-216-16,17-15-182 0,-9 7-240 0,1-4 68 15,1 3 106-15,2-3-717 0,-1-2-903 16</inkml:trace>
  <inkml:trace contextRef="#ctx0" brushRef="#br0" timeOffset="18379.34">18765 11637 4025 0,'-8'-8'37'0,"6"2"45"15,-1 1 29-15,3 5 23 0,-6-5 9 16,6 5 7-16,0 0 11 0,0 0 3 16,-21 10-8-16,9 2 6 0,1-1-2 0,2 7-4 15,-3-1 9-15,2 3-11 0,3 1-1 16,1-3-2-16,6-1-9 0,0 2-8 0,2-1-9 15,4 3-13-15,1-3-9 0,2 0-12 16,11 6-7-16,-3-10-7 0,2-3-4 16,-2-3-9-16,5-3-10 0,-2-2-4 15,-1-3-6-15,3-1-4 0,-4-1-3 0,2-3 0 16,-4 1-11-16,2-6 1 0,-5 0-6 16,-1-3-1-16,-3-3 1 0,-2-3-6 0,-3-2 7 15,-1 3-10-15,-1-1-2 0,-7-5 0 16,-1 4-2-16,1 0-5 0,-2 2 0 0,-6 2-4 15,1 4-4-15,-4 2-18 16,-1 3-20-16,0 6-41 0,-2-2-38 0,0 6-69 0,-4 1-94 16,2 2-131-16,-2-2-148 15,9 4-200-15,5-1-10 0,5-3 84 0,4 2-591 16,0-6-741-16</inkml:trace>
  <inkml:trace contextRef="#ctx0" brushRef="#br0" timeOffset="18662.22">19575 11485 3523 0,'2'-16'-11'0,"0"2"62"0,-1 4 55 0,-1 4 31 0,2-1 19 15,-2 3-13-15,0 4 6 0,0 0 4 0,0 0 5 0,-19 14 1 16,8 1-6-16,-9 11 8 15,4 5-3-15,-4-1-14 0,-2 10-6 0,5-7-16 16,-5 8-15-16,4-2-5 0,2-6-13 16,0 1-7-16,2-1 3 0,-3-4-23 0,5 0-11 15,3-8-38-15,1-1-43 0,0-1-62 16,3 1-114-16,-3-5-135 0,5-5-146 16,1-2-237-16,2-3 35 0,0-5 88 0,0 7-427 15,0-7-501-15</inkml:trace>
  <inkml:trace contextRef="#ctx0" brushRef="#br0" timeOffset="18846.15">19288 11604 2973 0,'-9'-15'95'0,"6"5"48"0,-1 2 21 0,-2 2 32 16,6 6 31-16,-1-8 9 0,1 8 13 16,0 0 9-16,0 0-5 0,0 0-24 15,48 18-23-15,-21-1-24 0,7-1-11 0,-1 5-1 16,7 1-40-16,-2 2-3 0,-5-6-71 15,-5 1-84-15,3 4-129 0,-3-4-169 0,-4 2-193 16,-2-6-208-16,-7-1 45 16,-2-4 82-16,-1-2-429 0,-1 1-504 0</inkml:trace>
  <inkml:trace contextRef="#ctx0" brushRef="#br0" timeOffset="19281.02">19808 11662 2691 0,'2'-11'-11'0,"-1"0"43"0,3 1 15 16,3 1 21-16,3-3 46 0,5 1 19 16,-2 2 1-16,7 0-12 0,-4 6-8 15,4-1-16-15,-3 3-4 0,2 2-12 0,-2 3-3 16,-2 1-1-16,-1 2 2 16,-5 2 6-16,0-1 14 0,-4 3 8 0,-5 1 13 15,0-1 6-15,-6 3 14 0,-4 4-1 16,-7 3-1-16,0-2 10 0,1-5-2 0,5 0 0 15,-1 0 1-15,-1-3-10 0,6 0 6 16,2-2 8-16,-3-1 13 0,4 1 7 0,2-2 7 16,2 1-6-16,0 1-5 0,2 1-8 15,-1-2-17-15,6 3-10 0,-2 1-13 0,-1 0-8 16,3-2-12-16,-3 5-11 0,3-3-10 16,-2 2-8-16,1-3-4 0,-3-1-7 0,1 1-2 15,0-3-4-15,-2 1-1 16,-1-3-3-16,1 2-7 0,-2-8-43 0,3 12 0 15,-3-12 0-15,-3 9 0 0,3-9 0 16,-13 8 0-16,8-5 0 0,-7-2 0 0,12-1 0 16,-24 0 0-16,10-4 0 0,-1 4 0 15,3-3-183-15,-3-2-180 0,3-1-138 0,3-3-151 16,5-1-203-16,3 0 43 0,1-1 88 16,3 1-671-16,5 3-847 0</inkml:trace>
  <inkml:trace contextRef="#ctx0" brushRef="#br0" timeOffset="19679.2">20318 11732 3636 0,'0'0'-137'0,"-6"-10"29"0,6 10 26 0,-4-4 33 0,4 4 23 0,0 0 20 15,0 0 52-15,0 0 38 0,0 0 23 0,-26 14 8 16,18-6 21-16,-4 3 13 0,5 1 12 16,-1 0 11-16,-1-1 10 0,6 3-2 15,-2 1 2-15,1-2-6 0,4 0-6 0,2 1-10 16,5 0-3-16,2 1-7 16,6-1-19-16,8 1-17 0,3-1-3 0,3-4-18 15,3-1-9-15,1-5-12 0,-5-4-5 16,3 0-9-16,-2-3-5 0,-5-1-2 0,-3-2-7 15,0-2-6-15,-2 0-1 0,-4-5-2 16,-3-1-6-16,-3-4-3 0,-5-1-8 0,-4-2 0 16,-4-3-3-16,-3-8-2 0,-7 3-1 15,-1 3-2-15,-8 2-8 0,-2 4 6 0,-5 7-5 16,-6 3-2-16,-2 6-25 0,-3 2-28 16,3 6-44-16,4 4-61 0,-2 0-82 0,9 0-108 15,8-1-113-15,2 3-180 0,5-2-81 16,7-3 81-16,-1 3-490 0,6-4-598 15</inkml:trace>
  <inkml:trace contextRef="#ctx0" brushRef="#br0" timeOffset="20713.12">22321 11685 2979 0,'-2'-9'-3'0,"2"3"37"0,-2 0 26 0,4-2 25 15,3-1 23-15,5 1 15 16,5-4 18-16,6 2-1 0,12-1-12 0,1 5-14 16,2 0-9-16,-4 6-17 0,-1 2-2 15,6 3-11-15,-9 0-11 0,-7 4-2 0,-2-1 2 16,-4 4 2-16,-9-1 3 0,-2 1 10 15,-8 2 7-15,-6 1 10 0,-8 8 11 0,-11-1 8 16,-10 1 0-16,-2 2-4 0,-3 2-3 16,0-3 1-16,12-7 4 0,1-2-3 0,10-2 2 15,4-3 6-15,3-2 15 0,5-2 12 16,4 2 27-16,3-1 10 0,0 0 4 16,6 1-5-16,-1-1-15 0,7 3-14 15,3 1-12-15,0 1-15 0,7-1-10 0,5 5-14 0,-7-2-4 16,0-3-16-16,-2 1-9 15,-2-2-6-15,-3-3-4 0,0 1-14 0,-6-1-48 16,1-2 0-16,-3 0 0 0,-3-1 0 16,0-4 0-16,-3 13 0 0,-5-8 0 0,0 1 0 15,-1-3 0-15,-2 2 0 0,-2-3 0 16,2-2 0-16,-1 1 0 0,12-1 0 16,-24-1 0-16,24 1 0 0,-17-9 0 0,9 1 0 15,8-3-245-15,0-2-209 0,10-6-67 16,2 2-42-16,4-6-24 0,13 2 21 0,-2 1 14 15,12-3-38-15,-6 6-12 16,7-6-592-16,-3 7-659 0</inkml:trace>
  <inkml:trace contextRef="#ctx0" brushRef="#br0" timeOffset="20995.49">22772 11823 3028 0,'23'-9'-87'15,"-5"0"68"-15,-5 2 54 0,-4 2 44 0,0 2 36 16,-4-1 23-16,-5 4 13 0,9-6-5 16,-9 6 27-16,0 0 34 0,0 0 10 0,0 0-5 15,2 17 1-15,-2-17-7 0,-13 22-9 16,7-10-14-16,-2 1-15 0,3 0-20 0,1-1-2 15,2 1-10-15,2 1-5 0,0-2-13 16,6 2-10-16,1-1-13 0,3-2-2 16,5 1-13-16,3 0-3 0,-2-6-12 15,6-3-7-15,-3-1-3 0,-1-2-8 0,4 0-1 16,-8-1-3-16,4-3-11 0,-3-2 2 16,-3 0-8-16,-1-6-4 0,-4 1-3 15,0-5-2-15,-5 1 3 0,-1-4-5 0,-2 0-1 16,-1 0-6-16,0 2 3 0,-5 0-7 15,4 2-27-15,-5 3-31 0,1 0-35 0,-1 3-41 16,-2 3-59-16,-1 2-97 0,4 2-108 16,-5 0-131-16,3 0-200 0,9 2 16 0,-14-1 77 15,14 1-482-15,0 0-582 16</inkml:trace>
  <inkml:trace contextRef="#ctx0" brushRef="#br0" timeOffset="21595.1">23301 11670 3285 0,'5'-2'32'0,"1"-2"23"0,-6 4 25 15,0 0 56-15,0 0 41 0,0 0 16 0,-2 15-6 16,-4-7-13-16,1 2-12 0,-3 3-19 16,-2 2-13-16,1 0-13 0,-1 4-11 15,1-2-10-15,-9 9-11 0,3-2-11 0,-2 0-11 16,-2-2-9-16,-4 2-43 16,-2-2-25-16,0 1-48 0,-5-4-70 0,6 0-48 0,1-11-11 15,3-2 5-15,7-2 7 0,1-5 9 16,3-6 15-16,7-2 15 0,2-3 13 0,2-5 20 15,11-12 7-15,7-4 23 0,4-3 36 16,1 2 37-16,0 9 36 0,-4 4 39 16,-4 5 15-16,-4 4 5 0,3 4 4 15,-3 1-7-15,1 2-5 0,-1 2-8 0,-1 3-6 16,4 3-9-16,4 0-3 0,-2 1-8 16,3 1-6-16,2 3-19 0,-2-2-60 0,-2 2-75 15,1-3-59-15,-6 0-45 0,4-1-38 16,-3-4-23-16,0 0 10 0,4-4 24 0,6-1 25 15,3-8 16-15,5-3 27 0,-5-5 35 16,7-6 15-16,-5-4 26 0,1-3 42 16,-5-1 48-16,-4 6 38 0,-6 4 37 0,-2 3 41 15,-5 5 20-15,-3 3-8 16,0 5 20-16,-4 1 14 0,-2 0 15 0,0 8 20 16,-4-4 8-16,4 4-5 0,0 0 5 15,-24 8 0-15,12 2-2 0,-3 4 3 0,3 1-9 16,3 2-9-16,-1 3-2 0,7 2 2 15,1-4-9-15,4 7-5 0,-1-2-3 0,7 6-12 16,1 0-2-16,3 2-2 0,1-3-11 16,1 0-8-16,-5-6-19 0,-1-5-10 0,-5-3-8 15,1-1-4-15,-2 1 0 0,-4 0-8 16,-4 0-8-16,-1-3-7 0,-2 2-1 0,-5-2-7 16,3 0-13-16,-5-3 0 15,1-1-7-15,-2-1-10 0,-5 2-23 0,6-5-31 16,-4-1-45-16,0 0-65 0,1 0-91 15,-3-2-113-15,-4 2-122 0,0 0-110 0,1 2-173 16,-16 4 60-16,7 3-580 0,-2 1-728 16</inkml:trace>
  <inkml:trace contextRef="#ctx0" brushRef="#br0" timeOffset="22078.81">19205 12276 3178 0,'-28'-4'-169'0,"1"-2"46"0,4 4 31 0,3-2 34 0,4 2 35 0,-4-2 31 0,7 2 18 15,1 1 7-15,3 0 3 0,9 1 0 16,-13-3 8-16,13 3-3 0,0 0-5 16,0 0-3-16,42-2-2 0,11 0-7 15,27 2-3-15,43-2 0 0,15 0 2 0,24 0-2 16,26 2-5-16,63 0-1 0,7 0-4 15,20-2 4-15,2 4-1 0,1 0-6 0,-1 0 4 16,0-2-3-16,-15 2-1 0,-21 0 7 16,-66-2 12-16,-19 0 5 0,-15-4 11 0,-22 2-7 15,-44 0 4-15,-11 0 3 0,-22 2 7 16,-15-2 22-16,-5-1-4 0,-11 0-10 16,-6-1-6-16,-8 4-9 0,0 0-2 0,0 0-9 15,0 0-35-15,0 0-82 16,-35-2-104-16,35 2-151 0,-23 6-228 0,16-4 53 15,-1 4 60-15,0-4-141 0,8-2-96 16</inkml:trace>
  <inkml:trace contextRef="#ctx0" brushRef="#br0" timeOffset="22762.32">24722 11805 2111 0,'-11'-8'381'15,"7"4"-1"-15,4 4-7 0,-2-10-11 0,2 10-19 16,13-14-22-16,1 8-32 0,6-6-28 15,12 3-28-15,11 1-26 0,-1 2-22 0,4 0-18 16,-1 3-36-16,-1 3-67 16,-2 0-89-16,-10 3-119 0,-7-3-152 0,-5 3-149 15,-4-2-155-15,-7 3-70 0,0-2 62 16,-9-2-419-16,0 7-502 0</inkml:trace>
  <inkml:trace contextRef="#ctx0" brushRef="#br0" timeOffset="22946.22">24707 11976 3164 0,'-18'5'197'0,"7"-1"39"0,6-2 35 0,5-2 34 0,-12 4 43 16,12-4 33-16,0 0-2 0,0 0-22 15,0 0-33-15,0 0-33 0,50-10-30 16,-24 10-27-16,10-5-21 0,-1 5-23 16,2-3-44-16,-1 2-65 0,-8-1-105 0,-2 0-121 15,1 0-134-15,-6 2-167 0,-1 0-177 16,-8-2-204-16,-1 2 79 0,-11 0 81 0,16 2-564 15,-16-2-693-15</inkml:trace>
  <inkml:trace contextRef="#ctx0" brushRef="#br0" timeOffset="24095.15">26443 11646 3353 0,'3'-16'-28'0,"-1"1"57"15,4 5 68-15,-3 1 34 0,-1 0 28 16,-1 4 1-16,-1 5-15 0,0 0 28 16,0 0 38-16,0 0 12 0,10 22 1 0,-10-4 1 15,0 7-3-15,-2 11-16 0,-4 3 12 16,3-2-17-16,-4 2-18 0,0-1-16 0,-3 2-17 16,5-3-15-16,-5 2-16 15,0-2-9-15,-1-4-9 0,1-4-16 0,5-4-16 16,1-4-37-16,-2-6-46 0,5-1-45 15,-1 0-42-15,4-3-60 0,3-2-96 0,2-2-118 16,7-3-100-16,3-4-108 0,8-4-161 16,11-10 55-16,0 1-550 0,8-10-700 0</inkml:trace>
  <inkml:trace contextRef="#ctx0" brushRef="#br0" timeOffset="24412.24">26835 11901 3384 0,'2'-15'-8'0,"0"4"60"0,-2 1 56 15,-2 2 49-15,2 2 34 0,0 6 18 0,-2-10-3 16,2 10-16-16,0-7-20 0,0 7-4 15,0 0 7-15,0 0-3 0,0 0-2 16,-28 21 1-16,19-9-6 0,-2 3-12 16,6 1-9-16,-3 2-10 0,8 3 16 15,0 0-13-15,8 10-15 0,6-4-7 0,6 1-5 16,3-3-16-16,6-4-9 0,-1 0-8 16,5-6-10-16,-5-1-3 0,-3-6-5 0,-3-1-5 15,-8-4-5-15,4-3 2 16,-5 0-14-16,1-1-1 0,-1-6 0 0,-2-2 0 0,3-4-9 15,-5-3 0-15,0-3-6 0,-1-3 2 16,-2-9-3-16,-2-1-6 0,-3 3-3 0,1 4-1 16,-2 1-4-16,0 4-4 0,-2 3-10 15,2 1-20-15,-3 4-34 0,-1 2-26 0,-3 1-42 16,-2 6-69-16,-2 0-89 16,2 3-108-16,9 0-110 0,-25 8-172 0,9-1-89 15,5 5 81-15,8-2-576 0,3-1-725 16</inkml:trace>
  <inkml:trace contextRef="#ctx0" brushRef="#br0" timeOffset="24796.45">27807 11807 3605 0,'4'-13'81'0,"-2"4"34"16,-2 4 31-16,0 0 28 15,0 5 24-15,0 0 22 0,0 0 13 0,-40 8 0 16,11 7-31-16,1 4-4 0,-6 7-7 15,-2 3-2-15,0 0-11 0,-1 3-13 0,-1-1-24 16,4 2-7-16,3-2-19 0,-1 0-11 16,7-7-12-16,2 0-17 0,2-2-39 0,8-4-36 15,1-7-28-15,0 0-19 0,5-1-14 16,2-5-16-16,1-2-45 0,4-3-35 16,0 0-19-16,0 0 2 0,2-24 10 0,7 4 10 15,3-12 13-15,5-11 25 0,6 0 10 16,-4-1 13-16,-4 14 8 0,-2 2 40 15,-1 9 40-15,-7 1 10 0,5 7 7 0,-7-1-4 16,4 6 22-16,-2 2 23 0,1 2 7 0,-6 2-3 16,0 0-4-16,25 14-8 15,-12-2-1-15,1 5-4 0,6 7-6 0,-1 5-3 16,1 0-18-16,-2 0-59 0,0-2-75 16,-4-2-104-16,-2-6-108 0,1-3-90 0,1-4-101 15,1-2-106-15,4-5 41 0,0-2-319 16,10-3-388-16</inkml:trace>
  <inkml:trace contextRef="#ctx0" brushRef="#br0" timeOffset="25128.23">28207 11858 2436 0,'20'-30'-45'0,"-7"0"57"0,-1 3 60 15,-5 3 48-15,0 7 49 0,-3 3 28 16,3 1 4-16,-6 3-12 0,-1 2-10 16,0 3 15-16,0 5 12 0,0 0 8 15,-23 0-7-15,23 0-3 0,-30 16 0 0,5 2-7 16,-2 3-12-16,0 1-14 0,4 4-16 15,7 3-15-15,5-1 11 0,4-1-9 0,9-3 15 16,3 0-3-16,6 7-7 0,3-1-2 16,4-1 7-16,1 1 2 0,-2-4-16 0,1-2-11 15,-7-5-13-15,-2-4 2 0,-3-1-5 16,-2-4 11-16,-2 4 14 0,-4-2 9 0,-2-2 10 16,-4 2 7-16,-3-2-106 0,-7 3-56 15,2-5 0-15,-11 5 0 0,2-3 0 16,0-4 0-16,1-1 0 0,-1 1 0 15,-2-4 0-15,2 2 0 0,2-4 0 16,0 0 0-16,3-2 0 0,-3-2 0 0,3-4 0 16,7 1 0-16,1-5-394 0,1-2-235 15,8-1-180-15,-1 0-79 0,4 3 93 0,0 0-795 16,4 0-1032-16</inkml:trace>
  <inkml:trace contextRef="#ctx0" brushRef="#br0" timeOffset="25445.14">28449 11461 4551 0,'6'-18'-51'0,"0"3"72"0,0 3 38 0,1 3 34 0,3 3 24 0,2 1 0 15,-1 6 7-15,4 6 15 0,11 17 7 16,5 13 9-16,-5 13 3 0,3 6 4 0,-6 8-6 16,0 17-34-16,-13-11-3 0,-9 4-13 15,-4 1-6-15,-15 15-13 0,-10-4-5 16,-9-6-6-16,-2-5-9 0,-5-4-8 16,7-18 10-16,1-7-16 0,0-1-24 15,2-5-34-15,2-3-57 0,1-4-53 0,5-9-91 16,-1-5-111-16,-2 0-124 0,-1-8-162 15,-5-2-156-15,-1-2 72 0,6-4-579 0,-1-4-725 16</inkml:trace>
  <inkml:trace contextRef="#ctx0" brushRef="#br0" timeOffset="25794.11">26039 11318 3271 0,'-29'3'-92'0,"-7"3"35"16,-14 14 41-16,-3 8 51 0,-1 9 42 15,-7 16 45-15,9 5 27 0,2 5 21 16,6 2 1-16,14-6-11 0,5 2-8 16,7 2 1-16,5 1-6 0,12-2-14 0,2 0-10 15,11-4-14-15,5 2-11 0,6-6-9 16,8-1-10-16,3-4-9 0,4-3-21 0,0-5-43 16,-1-5-73-16,0-5-124 0,-6-10-148 15,-4-5-162-15,-5-5-152 0,-5-3 57 0,-5-4-374 16,-2-2-447-16</inkml:trace>
  <inkml:trace contextRef="#ctx0" brushRef="#br0" timeOffset="32360.1">19266 12858 1892 0,'4'-11'349'15,"-4"11"-40"-15,7-12-19 0,-5 6-8 0,2 1-17 16,1-1-15-16,-5 6-26 16,9-10-37-16,-9 10-15 0,5-4-10 0,-5 4 22 15,0 0 8-15,11 14-2 0,-7-3-8 16,1 7 4-16,-2 3 3 0,-3 4 10 0,0 2-22 16,0 0-7-16,2 11-11 0,-2-7-16 15,0-4-16-15,-2 1-12 0,2-5-8 0,-1 1-11 16,1-3-13-16,-2-1-8 0,-3-3-10 15,3 3-59-15,0-5-61 0,2-1-81 0,0 0-100 16,0-4-106-16,2-1-115 0,7-1-158 16,-2-3-162-16,4 0 67 0,5-3-548 15,2-2-719-15</inkml:trace>
  <inkml:trace contextRef="#ctx0" brushRef="#br0" timeOffset="32710.13">19819 13026 3301 0,'-6'-12'-41'15,"3"3"46"-15,-6 4 32 0,4 0 47 16,5 5 38-16,-13-2 24 0,13 2 17 0,0 0 10 16,-25 7-6-16,16 2-3 0,-5 5-11 15,3-1-7-15,-1 5-8 0,2 0-14 16,-1 1-9-16,5 2-6 0,2 0-11 16,2-1-7-16,4 3-6 0,6-3-8 0,5 7 0 15,7-4-12-15,0-5-7 0,5 0-5 16,2-4-5-16,-4-6-5 0,-3-3-2 15,2-2-5-15,-5-3-3 0,3-1-2 0,-4-3-3 16,2-1-5-16,-5-1 1 0,-2-5 0 16,-1-1-4-16,-5-2 3 0,-1-1-7 0,0-4-4 15,-6-1 4-15,-2-5-4 0,-3-8 0 16,-2 0-3-16,-2 3-3 0,-1 4-3 0,-2 4-1 16,3 5-3-16,-1 3-1 0,0 4-20 15,0 2-14-15,-2 3-29 0,-3-1-37 0,3 5-47 16,1-1-47-16,1 2-54 0,12 0-57 15,-15 5-87-15,15-5-129 0,-7 5-152 16,7-5 70-16,6 9-363 0,-6-9-445 16</inkml:trace>
  <inkml:trace contextRef="#ctx0" brushRef="#br0" timeOffset="34259.83">20364 12978 2417 0,'0'0'-99'0,"2"-7"34"0,-2 7 25 15,0 0 28-15,0-8 31 0,0 8 21 0,0-7 15 16,0 7 1-16,0 0-6 0,0 0-5 16,0 0 6-16,-6-5 33 0,6 5 19 0,0 0 30 15,-27 17 11-15,13-3 6 0,-8 6 17 16,1 3 10-16,0 0 0 0,1 4 2 0,-4-2-4 16,3 1-10-16,6 1-2 0,0-1-6 15,-5-2-11-15,7 0-14 0,0-5-10 0,1-4-13 16,1 0-13-16,-1 1-5 0,5-1-11 15,-2-3-8-15,-1 0-8 0,2 0-13 16,1 0-41-16,-1-3-51 0,5-1-91 16,-3 1-87-16,0-3-74 0,4-2-109 15,2-4-183-15,0 0-47 0,0 0 53 0,0 0-299 16,0 0-361-16</inkml:trace>
  <inkml:trace contextRef="#ctx0" brushRef="#br0" timeOffset="34459.89">20138 13072 2486 0,'-3'-14'71'15,"-3"4"38"-15,3 2 50 0,1 1 28 16,0 2 27-16,2 5-1 0,-4-9-12 16,4 9 22-16,0 0 17 0,0 0-2 15,0 0-2-15,15 27-18 0,-5-11-11 16,10 5-19-16,2 2-19 0,-1 1-16 0,1 1-16 16,-1-1-14-16,2-2-9 0,-4 0-13 15,-2 1-19-15,-1-6-39 0,-5-2-49 0,0 3-61 16,1-5-82-16,-2 1-105 0,-3-3-116 15,0 1-138-15,2-4-212 0,-4-2 48 0,4 1 81 16,-1-2-353-16,4-2-423 0</inkml:trace>
  <inkml:trace contextRef="#ctx0" brushRef="#br0" timeOffset="34876.07">20600 13046 2549 0,'0'-13'-4'0,"2"1"30"0,4 2 15 15,-1 3 19-15,6-2 21 0,1 2 14 16,3 4-7-16,5-2-5 0,-3 1-7 0,3 4-5 16,2 0-14-16,-3 2 0 0,0 2-1 15,-2 1-5-15,-4 1 2 0,-1 1 14 0,-3 4 12 16,-1-1 4-16,-5 0 22 0,-4 2 10 16,-3 0 8-16,-4 2 2 0,-4 4-7 15,-4 1-3-15,-2 1 5 0,5-7-2 0,-1 3-9 16,5-5-8-16,0-1-7 15,-1 3 1-15,2-1 4 0,5-2 10 0,-1 1 14 0,4-1-4 16,2 0 2-16,2 2-13 0,1 0-11 16,5 0-7-16,-2 2-9 0,1-2-10 15,-4 0-4-15,6 1-7 0,-6-1-6 16,3-1-7-16,-5 1 1 0,-1-1 0 0,2-2 8 16,-4 0 25-16,-4 2 15 0,0-3-2 15,-1 1 4-15,-2 0-4 0,-6-2-7 0,2 1-8 16,-2-2-10-16,1 0-7 0,0-1-9 15,-4-1-5-15,3-2-34 0,-1 2-26 16,1-4-67-16,4 0-52 0,9 0-70 0,-18-6-94 16,16 2-109-16,1-7-114 15,2-3-166-15,5 1-72 0,6-5 84 0,10-5-528 16,7 0-664-16</inkml:trace>
  <inkml:trace contextRef="#ctx0" brushRef="#br0" timeOffset="35226.12">21339 13104 3274 0,'0'0'-14'0,"0"0"50"0,-15-13 54 16,7 11 45-16,8 2 33 0,-16 0 18 0,16 0-4 15,-23 2 4-15,7 5-3 0,-3 1 1 16,-2 4-4-16,-4 3-8 0,0 2-15 0,5 1-10 16,4 0-14-16,3-3-11 15,1 2-11-15,7-1-12 0,-1-1-7 0,4-1-6 16,2-1-12-16,2 1-1 0,4 0-6 15,4-2-11-15,3 1-7 0,4-4-11 0,2-1-14 16,2 0-11-16,2-4-2 0,1-2 1 16,-2 0-5-16,-1-2 3 0,-5-4-2 0,2 0-1 15,-3-4 1-15,0-2-1 0,-2-3-3 16,-1-3 0-16,-2-3 2 0,-7-1-2 16,3-2 3-16,-1-1 7 0,-5 3-13 0,-5-4 0 15,-1 4-4-15,1 0 1 16,-4 5-2-16,-2 3 0 0,-2 4-23 0,-2 2-25 0,-2 2-44 15,3 4-60-15,-2 4-90 0,-2-1-105 16,1 2-116-16,7 3-173 0,3-4-58 16,5 2 74-16,2-6-411 0,0 0-510 15</inkml:trace>
  <inkml:trace contextRef="#ctx0" brushRef="#br0" timeOffset="35609.03">21850 13121 2773 0,'0'-9'37'0,"0"9"50"0,-5-11 23 0,5 11 39 16,-9-5 34-16,9 5 29 16,0 0 14-16,-24 8 3 0,9 6-11 0,-3-3-17 15,-4 11-20-15,1 3-17 0,-1 0-17 0,2 1-13 16,-3 3-15-16,2 0-7 0,-6 5-12 16,-2 1-12-16,9-10-14 0,-1 0-17 15,1-3-23-15,6-5-19 0,3-1-22 0,0-7-19 16,2 2 0-16,4-4-7 0,-4-4-25 15,9-3-25-15,0 0-33 0,0 0 5 0,-3-15-8 16,6 0 4-16,9-14 11 0,1-4 6 16,9-14 14-16,1 1 9 0,2-4 4 15,-3 7 10-15,-5 11 47 0,-4 3 31 0,-1 8 30 16,-3 6 16-16,-5 1 12 0,4 3-5 16,-5 3-5-16,4 2 1 0,-7 6 18 15,9 0-1-15,-9 0-7 0,18 12-9 16,-7-1-6-16,1 5-7 0,10 3-11 0,-3 5-46 15,5-2-57-15,-3-2-93 0,4-1-93 16,0-3-71-16,-2-6-60 0,-2-1-56 0,9 1-3 16,3-7 37-16,-5-3-586 0,3-2-462 15</inkml:trace>
  <inkml:trace contextRef="#ctx0" brushRef="#br0" timeOffset="35942.61">22256 13168 2471 0,'17'-21'-116'16,"2"-5"45"-16,-2-4 40 0,-4 2 45 15,1 3 37-15,-4 4 52 0,-7 6 28 0,3 1 16 16,-6 2 0-16,0 4 15 0,-4-1-3 15,-3 4 6-15,-4 0 6 0,-3 5 11 16,-1 0 3-16,-4 4 0 0,-5 2-1 16,4 3-12-16,-7 6-11 0,8 4-14 0,2-4-4 15,11 1 5-15,2-1 3 0,6 2-1 16,6 1 4-16,9 3-22 0,2 4-9 0,8-1-8 16,9 7 40-16,6-2 6 0,-3 2-21 15,-3-4-12-15,-10-4-8 0,-2-3-7 0,-4 0-15 16,-4-4 4-16,-9-2-4 0,-2-1 10 15,-3-3 27-15,-4 3 1 0,-3-1 18 16,-2-2 14-16,-6 1 4 0,-3-1-2 0,-4-3-8 16,-1 0-126-16,1-2-36 15,-5-2 0-15,-2 0 0 0,0-1 0 0,1 0 0 0,-1-2 0 16,0-2 0-16,0 2 0 16,1-2 0-16,7 0 0 0,-1 1 0 0,6 0 0 15,-6-1-119-15,7 2-487 0,1-3-192 16,1 3-126-16,4-4 93 0,-3 0-840 0,10 4-1107 15</inkml:trace>
  <inkml:trace contextRef="#ctx0" brushRef="#br0" timeOffset="37009.21">20122 13701 4121 0,'-46'0'-242'0,"-1"-2"60"0,-3 2 39 16,4-2 35-16,0 2 34 0,14 2 37 16,9-2 38-16,2 0 29 0,8 0 26 0,13 0-2 15,0 0 1-15,0 0 4 0,48 0 3 16,25 2-5-16,44 1-7 0,19-1-3 0,16 4-9 15,15-2 4-15,14 4-5 0,54 2-7 16,-58-3-2-16,-4-1-7 0,-1 2 6 16,-16 1-7-16,-18-4 0 0,-25-2 2 15,-36-1-3-15,-12 0 0 0,-24-2-15 16,-12 0-4-16,-11 0-13 0,-13 0-20 0,-5 0-20 16,0 0-15-16,-41-4-7 0,-13 4-2 15,-25-1-4-15,-34 1 6 0,-14 0-4 0,-2 0-1 16,-11-2 3-16,-6 0 8 0,-2-1 7 15,-10 1 7-15,-7-1 6 0,2-1 16 0,-4 0 14 16,4-1 20-16,12 2 18 16,18-1 23-16,44 2 13 0,14 1-4 0,24 1-4 15,21 0 3-15,16 1 14 0,16 1 8 0,-2-2 13 16,84 6 2-16,28-5-3 16,31 6-5-16,25-1-4 0,62 4-11 0,15 0-1 15,2 0 1-15,3 2 6 0,-6 2 7 16,-12 0-7-16,-9 1-6 0,-61-1-9 0,-15 1-3 15,-20-6-5-15,-23 1-11 0,-36-6-13 16,-20 0-11-16,-6-4-28 0,-18 0-12 0,-7 0-38 16,-11 0-42-16,-6 0-46 0,0 0-47 15,0 0-71-15,-38-4-96 0,9 2-199 0,-12 0 22 16,-4 0 58-16,4 2-136 0,-5-2-121 16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07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1491 5024 0 0,'-69'-12'4231'0'0,"-126"-41"-1"0"0,191 52-1491 0 0,15 6-2215 0 0,48 18 130 0 0,0-2 0 0 0,107 22 0 0 0,142 8 630 0 0,424 11 487 0 0,3-51-535 0 0,-575-12-668 0 0,288 8 787 0 0,-245-4-1164 0 0,-1-8 1 0 0,259-39-1 0 0,-391 32-134 0 0,-1-2 0 0 0,87-30 0 0 0,129-62-18 0 0,-248 91-31 0 0,-18 7 32 0 0,-2 0 0 0 0,1-2 0 0 0,-1 0-1 0 0,-1-1 1 0 0,0-1 0 0 0,18-16 0 0 0,79-91 356 0 0,-1 0-13 0 0,-98 107-212 0 0,-1 0 1 0 0,-1-2-1 0 0,0 1 1 0 0,-1-2-1 0 0,0 1 1 0 0,16-31-1 0 0,-23 36-92 0 0,0 0 0 0 0,-1 0 0 0 0,0 0-1 0 0,0 0 1 0 0,-1 0 0 0 0,-1 0-1 0 0,1-1 1 0 0,-1 1 0 0 0,-1 0-1 0 0,0-1 1 0 0,0 1 0 0 0,-1-1-1 0 0,0 1 1 0 0,-5-19 0 0 0,-4-5 10 0 0,-2 0 0 0 0,-1 1 0 0 0,-1 1 0 0 0,-1 0 1 0 0,-2 1-1 0 0,-2 0 0 0 0,0 1 0 0 0,-27-29 0 0 0,16 25-35 0 0,-3 1 0 0 0,0 1 0 0 0,-2 2 0 0 0,-1 1 0 0 0,-62-36 0 0 0,19 23-39 0 0,-2 4 1 0 0,-1 3 0 0 0,-1 3-1 0 0,-2 4 1 0 0,-166-29-1 0 0,94 35-28 0 0,-241 0-1 0 0,227 16 10 0 0,-849 0-77 0 0,873 14 50 0 0,1 6 0 0 0,0 7 0 0 0,2 6 0 0 0,-249 82 0 0 0,354-96 19 0 0,0 1 1 0 0,1 3-1 0 0,1 1 0 0 0,-65 44 1 0 0,82-49 5 0 0,1 2 1 0 0,0 1 0 0 0,1 0-1 0 0,1 1 1 0 0,1 1-1 0 0,0 1 1 0 0,2 0 0 0 0,0 1-1 0 0,-16 33 1 0 0,29-51 5 0 0,-45 99-11 0 0,34-74 7 0 0,2 1-1 0 0,0 1 1 0 0,-6 43 0 0 0,8-30 9 0 0,2 1 1 0 0,2 0-1 0 0,2 0 1 0 0,2 0-1 0 0,9 67 0 0 0,-3-51 32 0 0,-5-45 3 0 0,0 1-1 0 0,1-1 1 0 0,1 1-1 0 0,6 20 0 0 0,-8-21-427 0 0,3 5-1322 0 0,12-13-7999 0 0,-13-7 9146 0 0,15 2-2005 0 0,-4 1-3025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08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1473 13337 0 0,'-84'-6'-1816'0'0,"79"6"2015"0"0,-1 0 67 0 0,-13 0 94 0 0,-27-1 6340 0 0,479 78-2818 0 0,-248-50-3251 0 0,592 59 956 0 0,-150-63-1196 0 0,-61-8-227 0 0,-501-17-136 0 0,-1-3 0 0 0,0-2 0 0 0,118-31 0 0 0,-149 28-7 0 0,-1-2-1 0 0,0-1 1 0 0,0-2-1 0 0,-2-1 1 0 0,51-35-1 0 0,126-119 424 0 0,-183 148-274 0 0,0-1-1 0 0,-2-1 0 0 0,-1-1 1 0 0,26-40-1 0 0,-38 50-69 0 0,0-1 1 0 0,-1 0-1 0 0,-1 0 1 0 0,0-1-1 0 0,-1 1 1 0 0,-1-2-1 0 0,-1 1 1 0 0,0 0-1 0 0,2-31 1 0 0,12-274 1263 0 0,-17 310-1304 0 0,-1-1 0 0 0,0 1-1 0 0,-1-1 1 0 0,0 1 0 0 0,0-1 0 0 0,-2 1 0 0 0,1 0-1 0 0,-2 0 1 0 0,0 0 0 0 0,-6-13 0 0 0,3 11-32 0 0,-1 1 0 0 0,-1 0 0 0 0,0 0 1 0 0,-1 1-1 0 0,0 0 0 0 0,-1 1 0 0 0,-22-18 0 0 0,-10-4-6 0 0,-2 1 0 0 0,-1 3-1 0 0,-1 1 1 0 0,-1 3 0 0 0,-2 2-1 0 0,-93-31 1 0 0,-3 13 0 0 0,-177-27 0 0 0,99 33-44 0 0,0 11 0 0 0,-251 4-1 0 0,256 23-3 0 0,-242 35 0 0 0,342-21 16 0 0,0 6 1 0 0,2 6-1 0 0,-186 69 0 0 0,263-81-4 0 0,1 2 0 0 0,1 1-1 0 0,1 2 1 0 0,-63 48-1 0 0,81-54 3 0 0,0 0 1 0 0,2 1-1 0 0,0 1 0 0 0,1 0 1 0 0,1 1-1 0 0,0 1 0 0 0,2 0 1 0 0,0 1-1 0 0,2 0 0 0 0,-10 25 1 0 0,7-14-425 0 0,-7 27-1577 0 0,20-55 791 0 0,0 0 0 0 0,1 0 0 0 0,0 0 0 0 0,-1 0 0 0 0,1 0 0 0 0,1 0 0 0 0,0 7 0 0 0,1-10 508 0 0,-1 0 0 0 0,0 1 0 0 0,1-1-1 0 0,-1 0 1 0 0,1 0 0 0 0,0 0 0 0 0,-1 0-1 0 0,1 0 1 0 0,0-1 0 0 0,0 1 0 0 0,-1 0-1 0 0,4 0 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10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471 1527 11061 0 0,'0'0'-234'0'0,"-5"0"140"0"0,-12-2 135 0 0,13 1 149 0 0,-1 0 158 0 0,-29-2 6417 0 0,67 16-5233 0 0,76 21-1103 0 0,563 121 2066 0 0,-501-127-1926 0 0,342 8 1 0 0,535-94 126 0 0,-983 53-677 0 0,-2-3-1 0 0,1-3 0 0 0,-1-3 1 0 0,-1-2-1 0 0,0-3 1 0 0,86-39-1 0 0,-107 38-11 0 0,-1-1 0 0 0,-1-2 0 0 0,-1-2 0 0 0,-1-1 0 0 0,-1-2 0 0 0,62-63 0 0 0,-56 41 352 0 0,-1-1 1 0 0,-3-2 0 0 0,-2-1 0 0 0,-2-2 0 0 0,43-100-1 0 0,-47 75 576 0 0,27-120 0 0 0,-51 178-730 0 0,-4 16-142 0 0,-1 0-1 0 0,0-1 1 0 0,0 1 0 0 0,0 0 0 0 0,-1-1 0 0 0,0 1 0 0 0,-1-1 0 0 0,0 1 0 0 0,0-1 0 0 0,0 1-1 0 0,-1 0 1 0 0,0-1 0 0 0,-4-9 0 0 0,0 7-19 0 0,1 0 0 0 0,-1-1 0 0 0,-1 2 0 0 0,0-1 0 0 0,0 1 0 0 0,-1 0 0 0 0,-15-14 0 0 0,-6 1-5 0 0,0 0-1 0 0,-1 2 1 0 0,-1 2 0 0 0,-51-23 0 0 0,-41-14 14 0 0,-3 6 0 0 0,-1 5 0 0 0,-2 6 0 0 0,-141-22-1 0 0,75 31-69 0 0,-273-7 0 0 0,-200 41-26 0 0,496 9 39 0 0,-295 64-1 0 0,319-49 21 0 0,-144 39-9 0 0,279-64-6 0 0,-33 7-7 0 0,2 3 0 0 0,-1 2 0 0 0,-48 25 0 0 0,71-29-8 0 0,1 0 1 0 0,0 2 0 0 0,1 0-1 0 0,0 1 1 0 0,2 1 0 0 0,-1 1-1 0 0,-26 33 1 0 0,0 5 3 0 0,3 3 0 0 0,2 1 1 0 0,-50 104-1 0 0,76-134 23 0 0,2 2 0 0 0,-11 44 0 0 0,19-59-7 0 0,1 0 1 0 0,0 0-1 0 0,2 0 1 0 0,0 0-1 0 0,0 0 1 0 0,5 32-1 0 0,7 51 54 0 0,-8-62-41 0 0,2 0 0 0 0,18 70 0 0 0,-19-95 22 0 0,0 0 0 0 0,1-1-1 0 0,0 0 1 0 0,1 0 0 0 0,0 0-1 0 0,1-1 1 0 0,0 0 0 0 0,0 0-1 0 0,1-1 1 0 0,1 0 0 0 0,0 0-1 0 0,0-1 1 0 0,10 8 0 0 0,62 36 425 0 0,159 75 1 0 0,-225-119-431 0 0,23 10 63 0 0,1-1-1 0 0,1-1 1 0 0,0-3 0 0 0,1-1 0 0 0,1-2-1 0 0,-1-2 1 0 0,69 5 0 0 0,-91-11-99 0 0,2 1 0 0 0,1-1 0 0 0,-5-1 0 0 0,1 1-2030 0 0,-6-3 5518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36:19.2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7950 11463 277 0,'-14'2'193'0,"3"1"-18"0,4-3-13 16,7 0 0-16,-14 1 5 16,14-1 3-16,0 0 1 0,0 0 5 0,-13 0 7 15,13 0-4-15,0 0-6 0,0 0-12 16,0 0-1-16,0 0 1 0,0 0-16 0,0 0-2 16,21-12-10-16,-21 12 0 0,17-2-9 15,-7 1 0-15,-10 1-11 0,26 0-3 0,-9 0-15 16,3-3-3-16,0 6-6 0,9-2-9 15,7 3-5-15,6 1 2 0,-2-1 1 16,4-1-5-16,2 4-1 0,0 0-1 16,-1 0-10-16,0 3-1 0,-4-3-13 15,-3-2-1-15,-2 2-4 0,-6-5 0 0,-5 3-8 16,0-2 2-16,-2 1-4 0,-8-1-3 16,5-2 1-16,-6 4 12 0,-2-3 7 0,-1 0 3 15,2 1 12-15,-6-3 5 0,-7 0 14 16,18 4 0-16,-7-2 1 0,1-2-6 0,2 0-6 15,-1 0-9-15,5 0-6 0,0-2-6 16,4 2-3-16,-1 0-5 0,-1 0-4 16,3 0-6-16,0 0-2 0,4 0-4 0,0 0-2 15,-3 0 0-15,-3 0-2 0,0 0-5 16,3-2-1-16,-6 2 1 0,1 0-2 0,-2 0-3 16,2 0 0-16,1-2-4 0,-4 2 2 15,2 0 1-15,-3-1 1 0,1 1-5 16,-2-2 2-16,2 0-2 0,-1 2 6 15,-1-3 12-15,-1 0 5 0,0 2 4 0,0 0-2 16,0-1-6-16,1-1-6 0,1 1 2 16,2-1 2-16,0 1-7 0,4-2-1 0,4 4-3 15,4-1 0-15,1 1-3 0,-1 1-2 16,14-1-14-16,-2 4 0 0,-1-2-1 16,0-1 3-16,-8 1 3 0,-7-2-3 0,-4 2 6 15,2-2-1-15,-2 0-6 0,-4 0 5 16,0 2 0-16,-2-2 2 0,-2 0-1 0,1 0 1 15,-1-2-1-15,-1 2 2 0,-1 0 0 16,2-4 0-16,-3 4 3 0,1-1-1 16,3-1-4-16,-3-1-2 0,4 2 7 0,1 0-4 15,-1-1 2-15,4 0-3 0,4 2 0 16,6 0 2-16,-1 2-2 0,1-2 1 16,-2 2 0-16,-1-1 0 0,-1 3-1 0,-6-4-2 15,-2 2 4-15,-2-1-1 0,-2-1-1 16,1 2 2-16,-3-2-2 0,-2 0 4 15,-9 0-1-15,20 2-3 0,-13-2 1 0,-7 0 1 16,16 2 6-16,-16-2 20 0,15 1 3 16,-15-1 4-16,14 0 5 0,-14 0 5 15,0 0-7-15,14 2 4 0,-14-2-3 16,0 0 0-16,0 0-6 0,16 0 4 0,-16 0 3 16,0 0-2-16,0 0 0 0,11 1-4 15,-11-1 4-15,0 0 1 0,0 0 1 0,0 0-3 16,0 0-1-16,0 0-6 0,12 1-3 15,-12-1-5-15,0 0 6 0,0 0-2 0,0 0-8 16,0 0 6-16,0 0 1 0,0 0 15 16,0 0 5-16,0 0-5 0,0 0-1 0,0 0-5 15,0 0 0-15,0 0-4 0,0 0-1 16,0 0 1-16,0 0-8 0,0 0 6 16,0 0-8-16,0 0-4 0,0 0-1 0,0 0-3 15,0 0-11-15,0 0-47 16,6 4-79-16,-6-4-85 0,0 0-110 0,-18 13-153 15,9-8-203-15,-7 4-164 0,-4-1 96 16,-9 5-695-16,4-7-890 0</inkml:trace>
  <inkml:trace contextRef="#ctx0" brushRef="#br0" timeOffset="4463.97">12345 11502 1059 0,'-23'-2'433'0,"2"-1"-123"0,-3-1-98 15,8 3-51-15,-4-3-3 0,2 1 11 0,0 1 20 16,5-1-4-16,1 3 8 0,12 0-12 15,-18-2-19-15,18 2-13 0,0 0-17 0,0 0-8 16,0 0 9-16,0 0-6 16,59 14-10-16,-16-8-12 0,20 5-10 0,7-1-11 15,9 2-8-15,3-4-14 0,21 3-4 16,-19-3 1-16,22-1-8 0,-20 0-2 0,-4-2-9 16,1 0-3-16,-10-3-1 0,-1-2-5 15,-2 0-5-15,-18 2 23 0,-4-4 10 16,-4 0 17-16,-3 2 10 0,-7-2 11 0,-7 1 7 15,-4-1-1-15,-1 0 3 0,-1 0 3 16,0 1-12-16,0 0-5 0,-2-1-8 0,2 0-7 16,1 0-2-16,0 1-11 0,3-1-9 15,1 0-4-15,-1 0-2 0,6 1-5 0,10-1-4 16,1-2-6-16,4 1-1 16,-1 1-1-16,3-1-1 0,4-1-3 0,7 1-8 15,-8 0 0-15,8-1-7 0,2 1 17 16,-11-1-20-16,2 3-3 0,-3-1 0 0,-5 0-1 15,-2 0 4-15,-14 1 0 0,-3 1-3 16,-8-3-1-16,-1 3-2 0,-3-1 0 16,-13 1 1-16,19-1 2 0,-19 1-3 0,18 0 0 15,-18 0 5-15,12-2-6 0,-12 2-1 16,0 0 4-16,15 0 10 0,-15 0-15 0,0 0-1 16,12-2-1-16,-12 2 0 0,0 0 2 15,0 0-3-15,0 0 4 0,0 0-7 0,0 0 2 16,0 0 0-16,0 0 4 0,0 0-2 15,0 0 1-15,-30 14-1 0,9-10 2 16,-4 2-2-16,-11 3 3 0,-8-3-1 16,-11 3 0-16,-6 0 0 0,-4-2 18 0,-1-4-5 15,-6 2 4-15,0-3 0 0,-1-1-6 16,-2 1-3-16,-4-4 1 0,3 2-4 0,3-3 3 16,1-1 3-16,2 0 1 0,4-1-7 15,-4-1-4-15,6-2-3 0,-3 2 10 16,4 0 8-16,0 1 12 0,2-2-1 0,2 3-2 15,8 1 3-15,2 1-8 0,-12-1-4 16,7 3 0-16,2-4 2 0,1 4-2 0,0 0-5 16,-3 0 1-16,8 1 3 15,3 2-3-15,-1 0-4 0,4-1 0 0,-2 1 0 16,11-2 8-16,7 2 16 0,-1 0-3 16,3 1-5-16,2-2 4 0,2 1-3 0,0-2 1 15,4 0-6-15,1 2 2 0,1-2-1 16,12-1 2-16,-16 4-3 0,5-2 10 0,11-2 10 15,-13 1 5-15,13-1 9 0,-12 2 6 16,12-2 0-16,0 0-3 0,0 0-5 0,-18 2-3 16,18-2-2-16,0 0-10 0,0 0-25 15,0 0-13-15,-11 2-6 0,11-2-127 16,0 0-100-16,0 0-133 0,0 0-174 0,0 0-198 16,0 0-136-16,0 0 93 0,40-7-756 15,-27 1-982-15</inkml:trace>
  <inkml:trace contextRef="#ctx0" brushRef="#br0" timeOffset="5313.86">15322 11397 4336 0,'-27'2'-134'0,"5"0"23"0,1 0 32 0,8-2 37 0,2 1 40 16,1 0 40-16,10-1 21 15,-11 5 34-15,11-5 24 0,0 0 8 0,19 8-1 0,5-4-10 16,26 2-6-16,19 0-7 16,15-1-11-16,34-2-8 0,9 0-6 0,7-1-10 15,-1 2-8-15,4-4 0 0,-5 0-8 16,-1 4 12-16,-7-4 12 0,-6 2-1 0,-26 0 2 16,-12-2 5-16,-13-2 19 0,-17 2 27 15,-11-2 19-15,-4 1 13 0,-12 1-1 0,-5-3-12 16,-2 3-13-16,-3-3-12 0,-5 3-12 15,-8 0-13-15,13-3-9 0,-13 3-14 0,0 0-6 16,0 0-15-16,0 0-66 0,0 0-79 16,0 0-77-16,0 0-108 0,0 0-148 15,6 6-160-15,-6-6-214 0,0 0 65 16,0 0 84-16,0 0-535 0,0 0-651 16</inkml:trace>
  <inkml:trace contextRef="#ctx0" brushRef="#br0" timeOffset="6163.79">18366 10699 3186 0,'-5'-12'49'0,"-1"6"78"0,3-1 14 16,-2 1 5-16,5 6 17 0,-4-5-3 0,4 5 26 15,0 0 42-15,0 0 21 0,0 0 7 16,0 35-11-16,2-15 3 0,-2 4-4 15,2 3-5-15,0 9-7 0,1-5-17 0,-3-3-9 16,0 1-26-16,2-3-11 0,-4-1-12 16,4-1-14-16,-4-5-9 0,2-2-9 0,0-3-6 15,-3 0 2-15,1-4-2 16,2 0 12-16,0-1 15 0,0-9-19 0,-2 8-127 16,2-8 0-16,0 0 0 0,0 0 0 15,0 0 0-15,0 0 0 0,0-36 0 0,2 18 0 16,5-4 0-16,0-9 0 0,0-1 0 15,4 3 0-15,0 6 0 0,-6 4 0 0,1 3 0 16,-1 2 0-16,2 4 0 0,-4 1 0 16,1-1 0-16,0 6 0 0,1-2 0 0,-3 3 0 15,-2 3 0-15,0 0 0 0,14-2 0 16,-14 2 0-16,0 0 0 0,18 5 0 16,-7-2 0-16,-2 1 0 0,4 1 0 15,3-2 0-15,-2 2 0 0,6-1 0 0,-4-2 0 0,7-2 0 16,2-2 0-16,11-5 0 15,5-3 0-15,4-6 0 0,2-3 0 0,-11 4 0 16,-6 1 0-16,-3 6 0 0,-11 0 0 16,0 2 0-16,-5 1 0 0,-2 3 0 0,-9 2 0 15,0 0 0-15,14 11 0 0,-12 1 0 16,-2 1 0-16,-2 5 0 0,1 5 0 0,-1 3 0 16,0 10 0-16,2 1 0 0,0-6 0 15,2 8 0-15,1-5 0 0,-1-7 0 0,0-3 0 16,2 1 0-16,-1-9 0 0,-1 1 0 15,5 0 0-15,-5-1 0 0,-1 0 0 16,3-5-142-16,0 0-338 0,-2-3-128 16,3 0-180-16,-3-6-72 0,5 1 80 0,-7-3-762 15,16 1-985-15</inkml:trace>
  <inkml:trace contextRef="#ctx0" brushRef="#br0" timeOffset="6680.27">19121 11133 4137 0,'0'0'-63'0,"0"0"62"16,0 0 55-16,-14-3 39 0,14 3 29 0,0 0 25 16,0 0-1-16,24-14-7 15,-11 8-12-15,2-2-7 0,6-1-10 0,1-1-4 0,3-2-13 16,-3-1-4-16,-5 2-16 16,4-1-4-16,-6-1-6 0,0-1-10 0,3 0-2 15,-7-1-3-15,3 3-5 0,-7 0-3 16,0 0-5-16,-1-1-2 0,0 4-2 0,-4-2 0 15,2 4-6-15,0-2-2 0,-4 5-3 16,0 4-5-16,0 0-3 0,0 0 8 0,0 0 5 16,0 0-2-16,0 0 5 0,-20 19 4 15,18-7 5-15,-1 1 8 0,1 1 4 16,2 0 0-16,2 1 0 0,0 1-1 16,-1-1 3-16,3-1-4 0,6-1-3 0,0-1-5 15,-1-3 0-15,-1-4-1 0,7 2-7 16,-1-4-3-16,0-3-4 0,2 2 0 15,3-6-1-15,0-1-13 0,1-5 0 0,5-4 6 16,0-3-5-16,0-2-3 0,-2-1 2 16,-4-2-7-16,-5 3 5 0,-1 4-6 0,-4 1-2 15,-1 1 0-15,1 4 1 0,-1-1-6 16,-3 6-3-16,2-2 4 0,-7 6 0 0,0 0 6 16,0 0-9-16,0 0 1 0,0 0 4 15,5 25 0-15,-5-12 8 0,0 1-3 0,2 1 4 16,2 3-3-16,-2-1 3 0,3 3-3 15,1-4 2-15,2 3-1 0,0-4-21 0,-5-1-33 16,6-1-41-16,2-1-51 16,-6 1-70-16,4-2-100 0,0-4-114 0,-2-2-122 15,0-2-205-15,3 0 62 0,-10-3 69 16,15-3-437-16,-15 3-529 0</inkml:trace>
  <inkml:trace contextRef="#ctx0" brushRef="#br0" timeOffset="6913.62">20072 10568 2704 0,'0'-19'-24'0,"-4"3"58"0,4 5 39 0,-2 1 61 0,2 2 48 0,0 1 20 0,0 7-16 15,0-7-8-15,0 7 36 0,0 0 16 16,0 0 3-16,-7 34-5 0,1-9 0 16,2 8-11-16,-2 6-7 0,1 1-13 0,-3 2-22 15,-1 11-12-15,1-2-18 0,-1 3-12 16,-1-5-11-16,4-9-21 0,-3-1-9 0,1-1-18 15,3-5-54-15,-1-6-51 0,3-4-63 16,1-5-77-16,2-3-90 0,0-1-73 0,2-3-100 16,7-5-121-16,-6-2-139 0,8-2 51 15,7-6-457-15,9-8-570 0</inkml:trace>
  <inkml:trace contextRef="#ctx0" brushRef="#br0" timeOffset="7447.8">20743 10121 2849 0,'-4'-35'-40'0,"-2"2"64"16,3 6 48-16,-3 6 63 0,2 3 35 16,0 5 14-16,0 3-4 0,-1 4 38 0,5 6 27 15,0 0 10-15,-27 20 14 0,5 17 7 16,0 9 8-16,-1 8 1 0,7 7-6 0,-7 25-2 16,5 2-17-16,7-17-25 0,4 5-20 15,-2 1-21-15,6-1-20 0,-1-1-18 0,0-3-12 16,2-5-15-16,-1-3-12 15,-8-10-11-15,4-4-9 0,0-11-13 0,-3-5-7 0,-2-6-16 16,5-6-19-16,1-6-10 16,-1-7-16-16,2 1-32 0,0-8-40 0,5-2-29 15,0 0-10-15,-19-12-7 0,13 0-10 16,-1-8-6-16,-3-9 0 0,3-5 8 0,-1 1 10 16,-3 3 10-16,0 2 9 0,0 6 6 15,4 5 9-15,1 5 4 0,3 1 5 0,-3 1 8 16,3 3 9-16,1 1 17 0,2 6 15 15,-1-10 23-15,1 10 26 0,8-7 16 0,1 3-7 16,11 1 1-16,2-2-10 0,17-4 8 16,-2 2-12-16,14-6 1 0,3 1-4 15,-2-3-2-15,-2 1-5 0,-2-3-8 16,-12 4 2-16,1 1-7 0,-13 4 1 0,-4 0 6 16,-4 3 3-16,-2 0-4 0,-4 3-3 15,-2 1 2-15,-8 1 20 0,0 0 12 0,9 8 2 16,-9-8 0-16,-4 21 2 0,3-8 7 15,-5 4-4-15,1 1-7 0,0 2 1 16,-1 1-4-16,-1 2-11 0,3-4 1 0,2 1-10 16,-2-1 0-16,-2-2-16 0,4-3-54 15,1 3-64-15,-1-4-76 0,0-1-74 0,-2-1-88 16,6-1-78-16,0-5-112 16,3 0-160-16,-5-5-89 0,12 2 68 0,-12-2-600 15,0 0-773-15</inkml:trace>
  <inkml:trace contextRef="#ctx0" brushRef="#br0" timeOffset="7613.76">20977 10652 3539 0,'2'-33'-47'16,"-2"4"50"-16,0 4 58 0,-2 3 50 0,0-2 41 0,2 5 17 15,0 2 0-15,-1 1-7 0,1 1-16 0,0 3-19 16,0 2-16-16,0 1-48 0,0 9-70 16,0-11-75-16,0 7-93 0,0 4-99 0,0 0-115 15,0 0-221-15,0 0 42 0,0 0 56 16,0 0-219-16,0 0-223 0</inkml:trace>
  <inkml:trace contextRef="#ctx0" brushRef="#br0" timeOffset="8246.84">21271 9866 2200 0,'-10'-22'116'16,"-1"5"37"-16,2 5 42 0,-2 3 27 15,2 6 28-15,9 3 38 0,-21 12 26 0,2 12 19 16,-2 18 19-16,0 12-8 0,3 8-10 15,-4 25-9-15,3 10-21 0,2-2-25 0,1 3-25 16,7-21-27-16,2-1-23 0,0 0-17 16,-6-4-22-16,4-1-17 0,-3-7-7 15,5-9-19-15,-4-1-12 0,3-15-5 16,2-3-20-16,0-12-30 0,3-3-31 0,-1-6-10 16,0-2 2-16,2-5-16 0,2-3-36 15,0-5-33-15,0 0-21 0,0 0-17 0,0 0-18 16,15-34-9-16,1 5-4 0,-1-6 11 15,4-8 15-15,2 1 9 0,-6 10 14 0,-4 6 14 16,-1 6 25-16,-2 5 15 0,-5 4 10 16,1 1 0-16,3 3 3 0,-6 4 12 0,-1 3 31 15,0 0 11-15,0 0-3 16,0 0 6-16,0 0-4 0,0 0-4 0,0 0 6 16,10 17-5-16,-8-14-4 0,-2-3 3 15,3 9-5-15,1-4 3 0,-4-5 6 0,4 5-10 16,-4-5-5-16,12 4 0 0,-12-4-1 15,18-6-12-15,2-6-22 0,6-3-16 16,7-4-26-16,8-10-24 0,5-5-6 0,0-6-5 16,11-11 6-16,-2-4 7 0,-15 12 10 15,-6 4 4-15,1 5 14 0,-14 8 25 0,-6 3 17 16,-2 7 7-16,-2 5 2 0,-10 5 34 16,-1 4 23-16,0 2 8 0,0 0 11 0,-19 20 13 15,1 3 7-15,4 2 14 0,-2 3 8 16,3 2 4-16,6 1-3 0,-4 0-6 0,8-4-8 15,1-3-6-15,2-3-11 16,0 2-4-16,4-1-8 0,4-1-2 0,1-3-15 16,2 0 3-16,5-5-12 0,1-1 4 15,0-2-8-15,4-2-7 0,-2-1-4 0,-2-5 0 16,2 4-3-16,-3-3-8 0,-4 0-13 16,1 1-30-16,-2-2-47 0,-4 0-55 0,3 2-47 15,-2-1-41-15,-3-1-70 0,1 2-95 16,-3 4-84-16,2-4-104 0,-1 4-130 0,-1-3-43 15,8 7 67-15,1-2-546 0,14 5-681 16</inkml:trace>
  <inkml:trace contextRef="#ctx0" brushRef="#br0" timeOffset="8496.68">22252 11151 3218 0,'2'6'-40'0,"-2"-6"66"0,-9 8 60 0,-1-5 69 15,-5 5 50-15,-17 1 48 0,-10-2 29 16,-19 4 28-16,-10 0 21 0,-30 4 10 15,-10 0-1-15,-5 1-5 0,-8 3-15 0,-2 0-18 16,-7-2-9-16,1 3-10 0,8-8-23 16,6 5-27-16,10-1-23 0,30-3-20 0,9-1-17 15,8 2-88-15,11 1-85 16,13-6 0-16,2 2 0 0,10-2 0 0,5-3 0 16,4-1 0-16,3 1 0 0,3-3 0 15,-1 0 0-15,2 1 0 0,2-2 0 0,7-2-362 16,0 0-181-16,0 0-155 0,-9-9-186 15,9 9 66-15,0-12 86 0,0 5-681 0,0 7-864 16</inkml:trace>
  <inkml:trace contextRef="#ctx0" brushRef="#br0" timeOffset="14445.9">10810 8301 3444 0,'6'-15'-256'0,"-1"3"77"0,2-2 46 15,-3-1 43-15,-3 3 52 16,3-1 53-16,-2 1 54 0,4 0 47 0,-5 2 3 15,-1 1-16-15,0 9-8 0,0 0 48 16,0 0 23-16,0 0 14 0,-13 33 13 0,0 0 10 16,-6 10 1-16,-4 9 1 0,0 3-19 15,1 2-14-15,-5-3-12 0,2 2-18 0,-2-7-10 16,4 1-9-16,-2-6-8 0,9-3-12 16,-2-8-14-16,3-6-5 0,5-5-7 15,3-5-5-15,1-5 0 0,1-2 46 0,1-3 21 16,2-3-10-16,2-4-13 0,0 0-12 15,0 0-11-15,0 0-11 0,15-23-7 0,1-2-10 16,8-12-10-16,0-3-8 16,7-4-22-16,1-6-10 0,9 0-24 0,-5 0 0 0,0 1-1 15,-4 2-2-15,3 7 2 16,-11 4 1-16,-2 9 9 0,-6 5-4 0,-2 7-8 16,-5 3-1-16,1 6-4 0,-6 2 1 15,0 6 8-15,-4-2 3 0,0 0-3 0,7 19 1 16,-5-7 5-16,4 5 7 0,-3 3-3 15,3 1 4-15,6 11 1 0,1-1 1 0,3-3 4 16,0-1-3-16,4-2 3 0,3-1-1 16,-3-5 2-16,1-1-1 0,1-6 6 0,-9-3-4 15,0-1-3-15,-3-3 8 0,-3-1 17 16,-1-1 1-16,-6-3-5 0,0 0-2 16,0 0-3-16,0 0-10 0,-15-20 2 15,-3 12-5-15,-2 0-1 0,-14-5 0 0,-3 3-1 16,1 2 1-16,2 0-7 0,-2 3-2 15,5 1 1-15,6 2-3 0,2 2-5 0,5 0-2 16,0 0-29-16,3 2-38 0,1 2-39 16,3-2-33-16,1 1-31 0,5-1-29 15,5-2-42-15,-6 6-56 0,6-6-57 0,0 0-49 16,32 4-49-16,-9-6-47 0,15-2-106 16,9-2-26-16,5-5-441 0,5-1-549 15</inkml:trace>
  <inkml:trace contextRef="#ctx0" brushRef="#br0" timeOffset="14778.94">11409 8429 2751 0,'18'-12'-95'0,"-4"3"58"0,-3 1 45 16,0 1 44-16,-8 0 40 0,3 2 23 0,-6 5 19 16,7-10-12-16,-7 10-10 0,2-6-11 15,-2 6 13-15,0 0 7 0,0 0-6 0,0 0 4 16,-23 21 13-16,16-12-4 0,-3 4-4 16,5 1-1-16,-1 3-5 0,6 1-6 15,2 0 10-15,7 11-4 0,4-2-10 0,7 2-10 16,-1-3-10-16,1 1-3 15,5-4-8-15,0 2-3 0,-2-1-10 0,1-4-5 16,-6 1-7-16,0-4-1 0,-7-4-2 16,-4-2 0-16,0 1 2 0,0-4 1 0,-3 2 6 0,-3-5 16 15,-1-5 28-15,-1 14 18 16,-7-8 2-16,0 0 2 0,-3-3-10 0,-5-1-11 16,-1 0-5-16,-6-2-9 0,-3 0-11 15,-3-4-10-15,-9 1-5 0,2-3-10 0,4-1-1 16,3 0-53-16,6 0-59 0,3-1-60 15,8 0-68-15,-6-4-70 0,7 4-90 16,4-1-63-16,1-1-87 0,4 0-95 0,4 3-111 16,4-3 51-16,6-2-450 0,13-3-572 15</inkml:trace>
  <inkml:trace contextRef="#ctx0" brushRef="#br0" timeOffset="15111.99">11876 8545 2886 0,'13'-14'-76'0,"0"3"60"16,-2 1 39-16,1-3 52 0,-4 3 39 0,-1 2 29 15,0-1 24-15,-4 2 8 0,1 1-11 16,2 0-23-16,-6 6-6 0,0 0-13 0,0 0 18 16,0 0-4-16,0 0 3 0,-33 5-2 15,19 0-7-15,-2 7-8 0,-2 2-11 16,5 1-6-16,2 3 2 0,1 1 0 0,6-1 11 16,4-1-4-16,2-1-4 0,2 5 13 15,4-2 25-15,9 7 7 0,-1-3-15 16,2 0-8-16,0-1-10 0,0-3-12 15,0-2-3-15,-4-4-20 0,-2 1-3 0,-1-4-9 16,-3-3 3-16,0 0 3 0,-4 0-1 16,1-1-3-16,-3-2-2 0,-2-4-7 0,0 9-2 15,0-9-8-15,-11 8 4 0,1-6-10 16,-3 2-7-16,0 0-1 0,-3-2-11 0,-1-2-15 16,-2 0-56-16,-2 0-71 0,3 0-68 15,-2 0-67-15,3-6-84 0,2-1-96 0,3-2-85 16,6-2-99-16,1-5-174 0,5-1 65 15,5-2-580-15,11-7-755 0</inkml:trace>
  <inkml:trace contextRef="#ctx0" brushRef="#br0" timeOffset="15412.01">12186 8595 3335 0,'14'-3'-77'16,"-5"0"45"-16,-2 0 26 0,0 1 19 16,-7 2 24-16,0 0 60 0,0 0 50 0,0 0 2 15,11 11 12-15,-11-11 5 0,2 12 9 16,0-4 4-16,1 0 7 0,1 1-1 0,6 3-10 15,1-2-10-15,5 1-17 0,3 2-13 16,0-3-14-16,2-2-1 0,-1 1-20 16,2-4-6-16,-6 0-11 0,2-3 11 0,-2-2 0 15,-16 0-6-15,25-7 3 0,-12 0-12 16,-4-3-4-16,-2-2-8 0,0-4-11 16,-4 0-7-16,-3-5 0 0,0-4-7 0,-3-8-7 15,-6 0 15-15,0 4-8 0,2 6-6 16,-5 5-6-16,-3 4-20 0,-5 4-28 15,2 0-35-15,0 8-44 0,-3 2-54 0,-3 0-94 16,-1 7-124-16,-3 5-137 0,6-1-237 16,8 0 24-16,0 3 71 0,6-3-472 0,8 2-590 15</inkml:trace>
  <inkml:trace contextRef="#ctx0" brushRef="#br0" timeOffset="16278.85">16823 8290 3347 0,'0'0'68'0,"0"0"-3"0,0 0 24 0,0 0 23 15,0 0 24-15,0 0 19 0,0 0 5 0,7-26-9 16,1 15-12-16,5-7-10 16,7-6-10-16,-2-2-8 0,13-13-11 0,-3-3-9 0,1-1-12 15,3-5-8-15,1-5-10 16,7-15-4-16,-9 14-8 0,-2-2-3 0,-3 2 9 15,-2 0 16-15,-2 12 14 0,-11 7 18 16,1 8 1-16,-5 5-10 0,-1 6-19 0,-3 8-5 16,-1 3-12-16,-2 5 0 0,0 0-2 15,0 0 4-15,5 31 20 0,2 1 13 0,8 2 13 16,8 12 10-16,6 1-5 0,8-1 0 16,17 11-24-16,3-1 0 0,-13-10-16 0,0-6-8 15,-2-3-11-15,-6-4 4 0,-11-8-4 16,-4-7-10-16,-4-4-1 0,-5-2 17 0,-3-3 10 15,-6-4 10-15,1-2-3 0,-4-3-10 16,0 0-3-16,0 0-7 0,-38-10 4 16,8-2-2-16,-6-2 2 0,-12-3-7 15,1-2-3-15,-3 1-6 0,1-2-24 0,1 2-19 16,0 2 0-16,12 4 0 0,0 1 0 16,11 3 0-16,3 1 0 0,6 2 0 15,0 1 0-15,5 1 0 0,2 2 0 0,-3 0 0 16,12 1-60-16,-20 1-141 0,9 0-62 15,6 2-79-15,5-3-83 0,-9 8-67 0,7-3-103 16,2-5-232-16,14 11 68 0,2-7 87 16,7 3-537-16,15 1-673 0</inkml:trace>
  <inkml:trace contextRef="#ctx0" brushRef="#br0" timeOffset="16778.31">18260 7654 2965 0,'2'-9'-213'0,"-2"1"22"0,0 2 1 0,0 6-1 0,0 0 14 0,2-6 4 16,-2 6 9-16,0 0 7 0,0 0 16 0,0 0 13 15,0 0 15-15,0 0 25 16,-4 20 35-16,4-20 35 0,-6 12 48 0,0-7 47 15,1 3 38-15,-3-4 25 0,3 3 19 16,-4 1 18-16,4-4 20 0,-1 2 14 0,6-6 17 16,-11 8 14-16,7-4 9 0,4-4 11 15,-6 4 21-15,6-4 7 0,0 0 18 0,-9 7 0 16,9-7 22-16,0 0 12 16,-6 4-11-16,6-4-22 0,0 0-28 0,0 0-24 0,0 0-21 15,0 0-24-15,0 0-23 0,0 0-21 16,0 0-23-16,0 0-19 0,0 0-15 15,-5 9-11-15,2-2-8 0,-1 4-9 16,2 7-9-16,1 6-6 0,-7 8-9 16,6 8 3-16,-1 1-9 0,-3 2-2 0,3 1-3 15,3-1-5-15,0 0-4 0,-1-3-2 16,1-1-6-16,-2-3 0 0,2-7-2 0,0-7-21 16,0-1-8-16,0-3 0 0,0-3 0 15,0-3 0-15,0-1 0 0,0 0 0 0,0-2 0 16,0-1 0-16,0-2-16 0,0 1-157 15,2-1-87-15,-2-6-123 0,0 0-143 0,1 7-153 16,-1-7-179-16,0 0 79 0,0 0 78 16,0 0-597-16,14-28-756 0</inkml:trace>
  <inkml:trace contextRef="#ctx0" brushRef="#br0" timeOffset="17344.18">18951 7735 3570 0,'2'-20'-20'0,"0"4"48"0,-4 3 39 0,0 1 27 0,0 4 23 15,1 2 9-15,1 6 21 0,-13-3 18 0,13 3 6 16,-27 17 2-16,4 0-1 15,0 7-9-15,-1 3-2 0,-7 5-3 0,3 4-13 16,3-2-8-16,-2 3-15 0,2-10-11 16,4-2-12-16,0-1-8 0,6 1-8 0,2-7-4 15,1-5-11-15,2-4-5 0,3 1-7 16,1-2 13-16,3-1 17 0,3-7-9 0,-9 2-8 16,9-2-2-16,0 0-6 0,0-20-13 15,9 4 11-15,6-11-24 0,6-2-4 16,6-7-5-16,3 2 1 0,4-3-8 0,-1 6 0 15,-1 0 4-15,-5 10-9 0,-5 3-3 16,-5 4-2-16,-1 5-8 0,-5 3 0 16,0 8-1-16,-11-2 8 0,23 13 16 15,-10 1-5-15,7 8 5 0,-1 5 6 0,1 0 6 16,7 11 9-16,6 1-3 0,-3-1 5 16,2-1-12-16,4-5 3 0,-12-9-8 0,-1-2 0 15,-8-5 4-15,-2-4 51 0,-4-3 43 16,0-4 21-16,-4-2-16 0,-5-3-10 0,0 0-90 15,0 0-33-15,0 0 0 0,-25-27 0 16,8 14 0-16,-11-3 0 0,-2 0 0 0,-4-1 0 16,0 1 0-16,2 5 0 0,0-1 0 15,7 4 0-15,1 2 0 0,1 2 0 0,1 1 0 16,6 1 0-16,0 0 0 16,3 2-398-16,3 0-130 0,10 0-98 0,-13 0-137 15,13 0-81-15,0 0 87 0,0 0-697 16,0 0-903-16</inkml:trace>
  <inkml:trace contextRef="#ctx0" brushRef="#br0" timeOffset="17598.27">19277 8011 4154 0,'11'-5'-64'0,"0"-2"33"0,-2 3 57 16,2-1 41-16,3 1 30 0,1 1 23 0,0 3 0 16,7 0 6-16,-2 6 6 0,1-2 7 15,0 9-1-15,2 1 14 0,-10 4 10 16,0-1 15-16,-7 1 21 0,-6-1-5 15,-2 1 10-15,-5 3 8 0,-4 4-1 0,-7 2-6 16,7-9-14-16,2-2-12 0,0-3-15 16,8 2-10-16,-3-2-10 0,2-1-11 0,6 0-10 15,-1-1-13-15,9 1-13 0,1 0-23 16,14 3-57-16,-2-5-81 0,9-3-100 0,2-2-113 16,-2-3-134-16,4-6-130 15,9-1-147-15,-10-5-155 0,11-10 79 0,1-2-714 0,-1-7-927 16</inkml:trace>
  <inkml:trace contextRef="#ctx0" brushRef="#br0" timeOffset="17811.45">20321 7565 3820 0,'12'-11'-99'16,"-2"5"36"-16,-1 3 47 0,-1 3 55 16,-8 0 68-16,20 15 41 0,-9 4 29 0,2 12 10 15,-6 4 12-15,-1 9-2 0,-6 3-12 16,-4 15-9-16,-9 3 4 0,-16 15-16 0,-7-1-14 15,-5-5-13-15,-9-2-14 0,-8-7-12 16,-1-3-23-16,-5-5-37 0,-5-9-50 0,-6-7-54 16,-2-5-68-16,8-14-95 0,-23 1-97 15,13-12-90-15,-9-4-98 0,-2-8-177 16,-22-5 54-16,2-3-449 0,-1-7-543 16</inkml:trace>
  <inkml:trace contextRef="#ctx0" brushRef="#br0" timeOffset="18094.84">17081 6936 2749 0,'-41'-9'-74'15,"-3"6"33"-15,-5 4 24 0,-12 10 28 16,-2 2 24-16,-4 9 33 0,-11 13 30 15,0 8 28-15,10 7 26 0,-2 6 7 0,11 4 4 16,9 7-5-16,7 5-3 0,16-11-7 16,9 2-11-16,8 2-8 0,8 0-11 0,8 1-14 15,11-2-6-15,8 0-10 0,11 11-8 16,14-3-34-16,3-8-58 0,8-6-85 0,8-5-95 16,3-7-115-16,8-1-106 0,4-11-184 15,6-7 40-15,1-6-299 0,-13-11-339 0</inkml:trace>
  <inkml:trace contextRef="#ctx0" brushRef="#br0" timeOffset="18862.74">20854 8121 2612 0,'-12'11'127'0,"2"1"4"0,1-2 10 0,2-1 19 0,-2 0 21 16,6-2 16-16,-3-1 13 0,2-4 17 0,4-2 13 16,-5 7 17-16,5-7 17 0,0 0-13 15,0 0-29-15,0 0-23 0,13-15-10 16,1-1-24-16,6-9-11 0,5-10-10 0,2-3-15 16,-1-5-22-16,-1-1-8 0,0-6-7 15,-4-1-16-15,0-5-9 0,-2 2-6 0,-4 5 5 16,-4 12 27-16,-1 6 3 0,-2 9-7 15,-3 8-19-15,-3 2-21 0,2 6 2 0,-4 6-3 16,0 0-4-16,0 0-8 0,-6 27 0 16,8-5 1-16,5 14-4 0,2 1-1 15,6 10-3-15,4 3 2 0,6 0-7 0,4 3-3 16,1-5 1-16,4-1-1 0,-1-5-5 16,-5-7-2-16,-5-10-2 0,-10-7 5 15,-2-3 14-15,0-3 30 0,-6-2-71 0,1-5 0 16,-5-1 0-16,-1-4 0 0,0 0 0 15,0 0 0-15,0 0 0 0,-47-14 0 16,19 0 0-16,-3 1 0 0,1-3 0 0,-4-2 0 16,0 4 0-16,4-2 0 0,-1 3 0 0,11 4 0 15,2 2 0-15,6 0 0 0,-1 4 0 16,2 0 0-16,0 0 0 0,1 3 0 16,10 0 0-16,-15 3 0 0,5 0 0 0,5 2-30 15,-1-1-393-15,4 4-79 0,2-8-80 16,11 13-107-16,3-5-154 0,15 4 85 15,7 1-726-15,16 3-932 0</inkml:trace>
  <inkml:trace contextRef="#ctx0" brushRef="#br0" timeOffset="19228">21633 8165 3865 0,'11'-14'-94'0,"-1"1"48"0,-4 4 47 0,1-1 49 0,-1 1 32 16,-1 1 29-16,1-1 13 0,2 4-5 15,2-2-5-15,-5 4-9 0,-5 3-6 16,21 0 0-16,-21 0-5 0,25 10-4 15,-12-2-5-15,0 4 10 0,-3 5 4 0,0-3 1 16,-9 1 12-16,1 3 25 0,-4 0 13 16,-3 3 7-16,-2 0 2 0,-6 4 7 0,2-4 8 15,4-2-11-15,2-3-2 0,2 1 19 16,1 2 10-16,2-1 2 0,5 1-3 0,-2 3-8 16,6 8-5-16,1-5-8 0,-2-3-11 15,1 7-15-15,0-6-97 0,-3-3-45 16,0 1 0-16,-4-4 0 0,0 1 0 0,0-3 0 15,-6 1 0-15,2-3 0 0,-4 1 0 16,-1 0 0-16,-3-3 0 0,-4 1 0 16,2-1 0-16,-4-1 0 0,-3-1 0 0,-2-3 0 15,2 1 0-15,-5-2 0 0,1-3 0 16,-2 0 0-16,3-2 0 0,0-2 0 16,1-3 0-16,5-2 0 0,3-5 0 0,10-1-129 15,29-66-925-15,9 40 111 16,15 0 95-16,27-10-926 0,15 6-1205 0</inkml:trace>
  <inkml:trace contextRef="#ctx0" brushRef="#br0" timeOffset="19410.84">22953 8110 5343 0,'-3'-17'162'16,"-5"2"65"-16,5 2 59 0,1 3 32 0,-3 2 9 15,3 1-22-15,0-1-33 0,2 8-38 16,2-10-27-16,5 6-29 0,2 1-63 0,6 1-78 15,2 0-111-15,6 2-112 0,4 4-123 16,2-4-133-16,5 11-145 0,-2-1-197 0,-11 4-24 16,-7-3 94-16,-9 1-683 0,-3-2-849 15</inkml:trace>
  <inkml:trace contextRef="#ctx0" brushRef="#br0" timeOffset="19578.57">22709 8313 3747 0,'-23'5'135'0,"9"0"64"16,2-2 27-16,2-1 38 0,3 0 58 15,7-2 55-15,-9 2 22 0,9-2-10 16,0 0-36-16,0 0-34 0,0 0-34 0,0 0-30 16,56 0-30-16,-13 3-60 0,-2-3-44 15,9 1-60-15,0 1-68 0,-5-2-71 16,1 4-89-16,-2-2-91 0,-10-1-124 0,-5-1-127 16,-3-3-157-16,-4 1-151 0,-8-3 81 15,0-2-700-15,-4 2-886 0</inkml:trace>
  <inkml:trace contextRef="#ctx0" brushRef="#br0" timeOffset="20361.04">24465 8050 3819 0,'2'-22'-71'0,"-2"5"72"0,0 1 50 0,-2 4 45 0,-2 1 34 16,0 1 20-16,1 2 16 0,-6 5 13 16,9 3 12-16,-20 1 15 0,3 8 10 15,-8 8-2-15,0 8-18 0,1 0-10 16,-3 11-4-16,0-2-6 0,6-3-15 0,2-2-12 15,0 2-16-15,3-4-8 0,1 2-22 16,4-10-4-16,3 0-12 0,-1-5-4 16,1-2-12-16,5-1 5 0,-4-3-9 0,5-1 34 15,-1-2 30-15,3-5 7 0,0 0-16 16,0 0-14-16,0 0-12 0,0 0-10 0,21-45-10 16,-4 14-9-16,8-10-43 0,1-5-24 15,7-2 0-15,3 0 0 0,1-1 0 0,1 3 0 16,-4 5 0-16,-2 6 0 15,-7 7 0-15,-4 7 0 0,-2 6 0 0,-4 2 0 16,-4 7 0-16,5 3 0 0,-1 0 0 16,-1 7 0-16,1 0 0 0,2 5 0 0,0 3 0 15,0-1 0-15,4 10 0 0,2 0 0 16,-2 3 0-16,0 0 0 0,1 2 0 0,0-4 0 16,-5-1 0-16,-2-3 0 0,-6-4 0 15,1-2 0-15,-2-2 0 0,-4-1 0 0,-3 1 0 16,-1-1 0-16,-7-1 0 0,-12-1 0 15,-14 3 0-15,-5-1 0 0,-8-4 0 0,-1-2 0 16,-1-1 0-16,3 0 0 0,2-2 0 16,9 0 0-16,5-2 0 0,9 2 0 15,1-2 0-15,1-1 0 0,3 1 0 16,1-5 0-16,3 0 0 0,6 3 0 0,-1-3 0 16,5 0 0-16,2 0 0 0,-1 7 0 15,11-12 0-15,3 9-620 0,8-3-150 0,0 6-154 16,8 0 93-16,18 4-885 0,17 3-1150 15</inkml:trace>
  <inkml:trace contextRef="#ctx0" brushRef="#br0" timeOffset="20594.75">25351 8240 4862 0,'0'0'47'0,"-20"-15"36"0,20 15 41 0,-7-7 33 15,7 7 11-15,-9-3 25 0,9 3 36 0,0 0 9 16,-20 16-3-16,15-7-7 15,-3 7-13-15,3 2-16 0,-2 3-18 0,6 4-17 16,-1-1-17-16,2 1-15 0,0-1-15 16,2 4-11-16,-2-5-12 0,1 0-31 0,2-3-41 15,-3-3-37-15,2-3-50 0,0-1-65 16,0 1-65-16,0-2-73 0,-1-7-135 0,3-1-147 16,3-2-179-16,-7-2-71 0,0 0 76 15,25-15-679-15,-12 1-855 0</inkml:trace>
  <inkml:trace contextRef="#ctx0" brushRef="#br0" timeOffset="20846.21">26359 7203 4109 0,'-31'1'37'0,"-3"6"47"16,-6 3 42-16,-10 17 41 0,-3 3 25 0,-10 23 33 15,0 2 6-15,4 8 5 0,6 5 2 16,5 0-14-16,18-10-14 0,1 2-33 16,13 6-6-16,-2 1-13 0,11 0-13 15,5-2-15-15,7-1-15 0,6-1-12 0,7-2-6 16,2-3-40-16,5-4-41 0,2-7-56 16,2-4-75-16,3-3-97 0,-1-9-102 0,5-4-139 15,-1-15-155-15,1-7-182 0,-4-5 80 16,6-3 73-16,2-4-509 0,-2-6-613 0</inkml:trace>
  <inkml:trace contextRef="#ctx0" brushRef="#br0" timeOffset="21361.01">26723 7820 3408 0,'-11'-12'70'0,"1"4"22"0,-2 4 41 0,-1 3 32 15,1 4 31-15,-2 3 23 0,-13 10 11 0,0 7 10 16,-5 6 18-16,-1 5-10 0,1 5-20 15,2-2-7-15,1 1-22 0,-2 0-13 16,5 0-16-16,4-9-12 0,0-1-20 16,5-4-15-16,4-5-7 0,1-5-6 0,2-2 16 15,5-3 36-15,-1-1 31 0,3-2 29 16,3-6-11-16,-7 2-18 0,7-2-26 0,0 0-158 16,10-25-9-16,3-3 0 0,10-10 0 15,4-6 0-15,7-4 0 0,10-16 0 0,2 1 0 16,-1 0 0-16,-9 16 0 0,-1 8 0 15,-9 4 0-15,-4 14 0 0,-9 4 0 0,-2 5 0 16,-3 4 0-16,-4 6 0 0,-4 2 0 16,0 0 0-16,8 20 0 0,-6-9 0 15,0 7 0-15,-1 1 0 0,1 6 0 16,6 9 0-16,1 0 0 0,3 2 0 0,6 7 0 16,4-2 0-16,3-6 0 0,-4-8 0 15,-3-2 0-15,4-1 0 0,-10-9 0 0,1-3 0 16,-4-2 0-16,-4-1 0 0,1-2 0 15,-3-2 0-15,-3 0 0 0,0-5 0 0,-12 6 0 16,-3-2 0-16,-5-2 0 0,-5-1 0 16,0-1 0-16,-3 0 0 0,-3 0 0 15,7-1 0-15,1 1 0 0,2 0 0 0,3 0 0 16,0-2 0-16,0 2 0 0,4-2 0 16,0 2 0-16,3-2 0 0,-2 1 0 15,13 1 0-15,-20 0 0 0,13-2-533 0,7 2-182 16,0 0-216-16,0 0 89 0,0 0 81 15,0 0-739-15,0 0-945 0</inkml:trace>
  <inkml:trace contextRef="#ctx0" brushRef="#br0" timeOffset="21644.94">26967 8177 4098 0,'8'-9'-5'0,"-1"1"49"0,3-2 26 0,0-1 35 16,3 1 36-16,0 3 28 0,4 2 11 15,1 2-1-15,-4 3 6 0,8 3 8 16,-4 4 18-16,2 5-2 0,-8 2 18 15,1 3 21-15,-6 3 24 0,-7 1 25 0,-6 2 21 16,-8 7 10-16,-11 2 6 0,-9-1-10 16,2-3-260-16,3-7-64 0,5-4 0 0,5-4 0 15,3-2 0-15,9-3 0 0,0 1 0 16,1-2 0-16,2-1 0 0,10 1 0 0,1 0 0 16,13 2 0-16,12 1 0 0,6-2 0 15,15 3 0-15,5-5 0 0,5 0 0 16,3-4 0-16,2 2 0 0,1-2 0 0,4 2 0 15,1-2 0-15,-3 2-379 0,-7-4-637 16,-13 0 98-16,-6 0-1081 0,-13 0-1416 16</inkml:trace>
  <inkml:trace contextRef="#ctx0" brushRef="#br0" timeOffset="22195.81">28038 7724 5811 0,'-10'-21'-20'0,"3"8"40"16,-3 1 40-16,0 5 47 0,-1 4 68 0,-2 5 39 15,-8 2 19-15,-9 12 11 0,-6 9 10 0,-5 5-1 16,3 3-11-16,-2 1-17 16,2 4-16-16,-2-1-45 0,4 4-164 0,2 3 0 15,1-5 0-15,5-3 0 0,4-9 0 16,6-3 0-16,2-5 0 0,5-5 0 15,3-2 0-15,0-4 0 0,1 1 0 0,3-4 0 16,1-2 0-16,3-3 0 0,0 0 0 16,0 0 0-16,3-24 0 0,7 5 0 0,5-11 0 15,9-10 0-15,10-2 0 0,2-5 0 16,3-1 0-16,1 5 0 0,-1 1 0 0,-3 9 0 16,-9 8 0-16,-5 3 0 0,-5 7 0 15,-4 6 0-15,-1 6 0 0,-2 3 0 0,-10 0 0 16,19 12 0-16,-8 2 0 0,9 9 0 15,-2 6 0-15,9 10 0 0,1 3 0 16,5 1 0-16,-1 3 0 0,2-5 0 16,1 1 0-16,-2-6 0 0,-5-5 0 0,-7-9 0 15,-6-5 0-15,-4-5 0 0,2-1 0 16,-8-3 0-16,1-3 0 0,-5-1 0 0,-1-4 0 16,0 0 0-16,0 0 0 0,-25-17 0 15,-3 1 0-15,-16-8 0 0,-5 0 0 0,-3 0 0 16,1 0 0-16,-1 3 0 0,7 3 0 15,8 3 0-15,3 6 0 0,7 1 0 16,5 8 0-16,1-4 0 0,-1 4 0 0,9 0 0 16,-2 1 0-16,4 2 0 0,1 3 0 0,9 0 0 15,1-6 0-15,5 11-584 16,8-2-314-16,6 0-25 0,17 2 102 0,14 3-868 16,3-4-1123-16</inkml:trace>
  <inkml:trace contextRef="#ctx0" brushRef="#br0" timeOffset="22526.85">28243 8136 4632 0,'11'-7'-33'0,"-6"-1"57"0,-1-1 53 0,3 0 52 16,-3 1 42-16,0-1 27 0,2 2 3 16,-2 1-5-16,-1 0-12 0,-3 6-12 0,10-10-14 15,-10 10-16-15,8-5-14 16,-8 5 2-16,0 0 0 0,17 9-4 0,-12 3 0 16,-1 1-16-16,0 1-1 0,2 1-5 15,-6 2-10-15,2 2-3 0,-2 0 4 0,-2 0-4 16,-2 0-2-16,2 4 8 0,-2-3 6 15,0-3-6-15,0 1-12 0,1 2-6 0,-1-3-23 16,0 0-56-16,1 0 0 0,-1 0 0 16,-3 2 0-16,2 2 0 0,-1-2 0 0,3-1 0 15,-1 3 0-15,-3 0 0 0,0-3 0 16,0 2 0-16,-1-6 0 0,3 2 0 0,-4-1 0 16,4-2 0-16,-1 1 0 0,1-4 0 15,-1 0 0-15,0-1 0 0,-2-1 0 16,7-1 0-16,-1 0 0 0,-2-2 0 15,4-5 0-15,0 0-49 0,0 0-406 0,0 0-133 16,21-31-136-16,0 2-157 0,11-13 85 16,22-21-802-16,7-10-1038 0</inkml:trace>
  <inkml:trace contextRef="#ctx0" brushRef="#br0" timeOffset="22760.49">29297 7350 4663 0,'-1'-10'-20'0,"1"2"1"0,0 4 16 0,0 4 59 0,0 0 61 15,0 0 45-15,-6 24 40 16,8 2 19-16,3 16 13 0,5 13 2 0,4 9-3 16,-2 1-9-16,2 5-22 0,-1 1-14 0,-3 4-16 15,-8-3-16-15,-4 2-15 0,-6-4-8 16,-5 2-16-16,-12 10-11 0,-7-6-9 16,-10-6-5-16,-6-8-12 0,-5-4-10 15,7-20-19-15,0-1-54 0,1-6-93 0,1-1-98 16,4-2-112-16,0-6-136 0,10-7-164 15,8-3-247-15,5-5 73 0,6-5 79 0,3-1-636 16,8-1-792-16</inkml:trace>
  <inkml:trace contextRef="#ctx0" brushRef="#br0" timeOffset="23061.06">29679 9221 3408 0,'13'9'-101'0,"-6"1"18"0,-2-1 56 16,-8-1 56-16,-6 1 64 0,-6-1 57 15,-24 3 35-15,-18-4 25 0,-17-6 13 16,-14-1 9-16,-35-5-8 0,-14-2 8 16,-16-5 7-16,-65-8 26 0,-17-8-9 0,-19-7-18 0,-19-7-7 15,-14-3-9-15,-1 2-3 0,6-3-6 16,9 5-8-16,18 4-22 0,23 11-19 15,63 6-15-15,19 8-18 0,17 1-12 16,18 5-16-16,41 4-12 0,10 2-16 0,17 2-48 16,10 1-60-16,10 2-70 0,6 4-81 15,9-1-100-15,3 2-136 0,7 1-137 0,1 1-215 16,1 1-26-16,-2-1 90 16,2 2-668-16,-5-1-830 0</inkml:trace>
  <inkml:trace contextRef="#ctx0" brushRef="#br0" timeOffset="23577.67">22784 8154 3853 0,'-17'-4'14'0,"6"-2"40"16,1 5 31-16,2-3 27 0,4-2 12 15,4 6 2-15,8-14 4 0,8 3 3 16,12 1-9-16,16 0-12 0,13 0-11 0,8 3-13 16,3 5-6-16,1 4-28 0,-2-2-40 15,-3 4-55-15,-6 2-77 0,-13 3-86 0,-6-3-78 16,-5 2-99-16,-9 0-93 16,-14-3-139-16,-6 0 56 0,-3-2-306 0,-2-3-346 0</inkml:trace>
  <inkml:trace contextRef="#ctx0" brushRef="#br0" timeOffset="23794.2">22502 8361 2739 0,'-21'3'205'16,"6"-2"18"-16,4-1 46 0,0 2 67 16,11-2 65-16,-11 0 41 0,11 0-15 0,0 0-39 15,0 0-39-15,0 0-36 0,54-6-33 16,-13 6-28-16,7 3-24 0,1-2-25 15,16 3-45-15,3 0-70 0,-4-1-58 0,-3 2-78 16,-2 2-89-16,-12-2-85 0,-8 0-104 16,-6-1-85-16,-11-1-79 0,-1-3-128 0,-7-2-138 15,-3-1 79-15,-4-2-563 0,4 0-702 16</inkml:trace>
  <inkml:trace contextRef="#ctx0" brushRef="#br0" timeOffset="28692.83">8018 13960 3055 0,'-45'-2'115'0,"1"-1"-71"0,10 2-8 0,7 1 20 15,8-2 49-15,6 2 31 0,5 0-4 16,8 0-11-16,0 0-18 0,56-6-3 0,23 1-15 16,45-3-8-16,23-2-6 0,21 1-6 15,62-5-4-15,6 1-6 0,-5-1-8 0,1-1-3 16,-4 3-4-16,-57 2-4 0,-3-1 0 16,-14 3-9-16,-13-4 5 0,-19 5-7 15,-38-2 5-15,-14 2-3 0,-12 1 30 0,-19 2 14 16,-14-1-11-16,-3 0-5 15,-13 2-4-15,-4 1-6 0,-5 2-5 0,-3-7-6 16,3 7-3-16,0 0-3 0,-22-5-6 16,22 5-12-16,-12-2-45 0,12 2-72 0,0 0-75 15,0 0-89-15,0 0-136 0,0 0-262 16,0 0 38-16,0 0 75 0,0 0-263 0,47 7-305 16</inkml:trace>
  <inkml:trace contextRef="#ctx0" brushRef="#br0" timeOffset="29108.66">12295 13774 2164 0,'-36'2'-9'0,"5"2"45"0,1-2 29 15,9-2 52-15,1 2 63 0,6-2 57 0,1 0 20 16,13 0-22-16,0 0-20 0,0 0-17 16,25-13-5-16,35 6-16 0,20-2-20 0,35 1-15 15,8 4-14-15,21-2-15 16,3 2-7-16,12 1-10 0,3 3-10 0,-2 3-9 15,-6-2-8-15,-13 1-11 0,-9-2 2 16,-16 1-7-16,-36-1 6 0,-15 0 21 0,-17 0 18 16,-14 0 9-16,-10 0-1 0,-3-1-8 15,-5 1-14-15,-3 0-5 0,-2 0-19 16,-11 0-2-16,0 0-1 0,16 0-6 0,-16 0-5 16,0 0-22-16,0 0-58 0,0 0-101 15,5 1-153-15,-5-1-203 0,0 0-273 0,0 0 47 16,0 0 84-16,0 0-440 15,0 0-545-15</inkml:trace>
  <inkml:trace contextRef="#ctx0" brushRef="#br0" timeOffset="29692.82">16369 13878 2870 0,'-49'-3'7'16,"-1"1"47"-16,0 0 8 0,5-1 18 0,15 1 36 15,7 2 52-15,10-1 15 0,11-1 6 16,2 2 5-16,36-4-1 0,32 3-14 0,47-1-16 16,23 0-12-16,27 2-19 0,10 0-13 15,8 2-11-15,8-2-12 0,-5-2-7 0,1 0-8 16,-14 1-11-16,-15-3-2 0,-18-3-9 15,-22 1-3-15,-38-1-9 0,-16 0 0 16,-18 0-8-16,-10-1-9 0,-12 3-8 16,-10-4-21-16,-10 0-24 0,-4 3-30 0,-2 1-42 15,-5-2-66-15,-2 0-85 0,-5 1-93 16,3 1-134-16,-5 0-212 0,5 0 60 16,0-1 77-16,1 2-277 0,-1 0-311 0</inkml:trace>
  <inkml:trace contextRef="#ctx0" brushRef="#br0" timeOffset="31526.76">23859 10805 803 0,'0'0'428'15,"3"-8"-70"-15,-3 8-48 0,0-4-31 0,0 4 1 16,2-8-14-16,-2 8-16 0,4-7-19 15,-4 7 0-15,2-7-13 0,-2 7-14 0,2-4-20 16,-2 4-18-16,0 0-17 0,4-6-20 16,-4 6-11-16,0 0-4 0,0 0-2 0,0 0 18 15,10 26 9-15,-12-9 7 16,0 8 23-16,-6 14 1 0,-5 14 17 0,-5 1 4 16,-2 4 0-16,-7 5 1 0,-5 9-5 15,3-11-7-15,0-3 0 0,4-3-6 0,0-4 9 16,5-5-3-16,4-11-9 0,7-2-8 15,-1-5-4-15,3-5-3 0,3-4-43 0,4-3-113 16,0-3 0-16,5-1 0 0,9 3 0 16,3-4 0-16,12 1 0 0,3 0 0 0,9-4 0 15,0 1 0-15,5-4 0 0,1 1 0 16,2-1 0-16,-6-1 0 0,-3-1 0 0,-2-1 0 16,-9 0 0-16,-9 0 0 15,0-2 0-15,-5 2 0 0,-3-2 0 0,-1 2 0 16,-1-2 0-16,-5 4 0 0,-5-4 0 15,0 0 0-15,11 0 0 0,-11 0-535 0,0 0-197 16,0 0-192-16,0 0 69 0,0 0 94 16,-11-25-730-16,11 13-938 0</inkml:trace>
  <inkml:trace contextRef="#ctx0" brushRef="#br0" timeOffset="31791.9">24056 10746 3799 0,'-14'-6'-145'0,"1"3"54"0,3-2 43 0,0 1 57 0,3 1 62 0,0 0 43 15,7 3 9-15,-9-4-6 0,9 4-13 16,0 0-11-16,0 0-8 0,16-14-9 0,1 11-9 15,2 0-7-15,4 1-4 0,1-2-6 16,-1 4-10-16,6 0-40 0,-6 0-56 0,-2 2-78 16,3 0-92-16,-3 0-111 15,4 1-134-15,-8 0-120 0,-1 1 50 0,-3-1-216 16,-1 4-246-16</inkml:trace>
  <inkml:trace contextRef="#ctx0" brushRef="#br0" timeOffset="32242.01">25378 10749 2275 0,'-29'-9'107'0,"6"2"11"0,1 2 30 0,0 0 46 15,5 0 13-15,6 2-1 16,0 1-17-16,1 0-17 0,10 2 0 0,0 0 16 15,0 0-12-15,0 0-10 0,28 10-17 16,4-3-9-16,5 4-10 0,1 2-10 0,-2 2-12 16,0 3-11-16,0 7-8 0,-11-4-3 15,-5 9 13-15,-4-1 18 0,-5 9 12 0,-10 1 8 16,-1 4 12-16,-3-1 17 0,-11 13 4 16,1 2-13-16,-1 1 11 0,-3 1-8 0,4-3-11 15,-4 0-11-15,1-1-9 0,3-3 19 16,-2-4 36-16,5-10-16 0,3-6-18 15,-1-8-14-15,0-2-10 0,5-6-11 16,-3-3-56-16,2 2-59 0,1-5 0 0,-4 0 0 16,3-3 0-16,-1-2 0 0,-2-2 0 15,-5 1 0-15,12-4 0 0,-24-2 0 0,11 0 0 16,1-1 0-16,-6-2 0 0,1 0 0 16,2-3 0-16,-2 2 0 0,1 0 0 15,3 1 0-15,1 1 0 0,1 0-44 0,0 0-463 16,5 1-129-16,6 3-200 0,-11-3-36 15,11 3 93-15,0 0-757 0,0 0-981 0</inkml:trace>
  <inkml:trace contextRef="#ctx0" brushRef="#br0" timeOffset="32609.23">25582 11879 4009 0,'-2'-7'-44'0,"4"0"55"0,1-1 29 0,7 1 30 0,2 0 31 0,2 2 19 15,10-2 3-15,1 5-6 0,-5 1-9 16,1 2-13-16,-1 3-11 0,-2 4-1 0,-4 1 6 16,-5 4 10-16,-7 3 22 0,-2 3 15 15,-11 10 26-15,-7 4 12 0,-1-4 34 16,-9 4 15-16,-2-1 12 0,5-6 11 15,2-1-3-15,0-2-6 0,8-8-15 0,1-1-19 16,5-4-10-16,1-1 0 0,5-1 17 16,1-1-130-16,2 0-80 0,3-1 0 0,7 0 0 15,4-1 0-15,6-2 0 0,5 2 0 16,3-3 0-16,3-2 0 0,10 2 0 0,0 0 0 16,-9-2 0-16,-1 1 0 0,-4-2-131 15,-1 2-488-15,-3-1-141 0,-4 0-163 16,-2 0 91-16,-2-1-843 0,-3 2-1112 15</inkml:trace>
  <inkml:trace contextRef="#ctx0" brushRef="#br0" timeOffset="33142.81">26218 11891 4263 0,'0'0'-203'0,"-2"-7"62"0,2 7 60 0,-1-7 62 0,1 7 52 0,0-6 41 16,0 6 22-16,1-9 17 0,-1 9 18 16,0-7 17-16,0 7 10 0,0 0 4 0,2-9-2 15,-2 9-4-15,0 0-11 16,0 0-1-16,0 0-1 0,0-10 6 0,0 10 0 16,0 0-4-16,0 0-5 0,0 0-7 0,0 0-9 15,0-8-5-15,0 8-4 0,0 0-5 16,0 0-15-16,0 0-10 0,0 0-9 15,0 0-12-15,0 0-10 0,0 0-5 0,0 0-1 16,-28 18-7-16,14-4 4 0,-5 8 0 16,0 6-6-16,-1 1 4 0,-2 2-1 0,1 4-2 15,3-3-2-15,2-5-9 0,0-1-1 16,5-5 8-16,2-4-7 0,1-2-1 0,2-3 5 16,0-2-7-16,1 1-2 0,-1-3 1 15,5-1-5-15,-4 0 1 0,5-7-36 16,-6 8-47-16,6-8-81 0,0 6-109 0,0-6-123 15,0 0-115-15,0 0-123 0,0 0-171 16,18-18 17-16,-11 6 89 0,7-3-543 16,1-11-684-16</inkml:trace>
  <inkml:trace contextRef="#ctx0" brushRef="#br0" timeOffset="33308.67">26090 11865 3596 0,'-2'-14'86'0,"0"6"58"15,2-1 59-15,-2 3 48 0,2 6 33 16,2-11 9-16,-2 11-3 0,10-3-8 0,-10 3-11 15,22 1-21-15,-4 3-25 0,3 5-15 16,10 3-27-16,-3 3-19 0,3 2-26 0,-2 2-68 16,-4 0-76-16,0 0-99 15,-3 3-109-15,-1-3-123 0,-6-2-126 0,-3-3-124 0,-5-4-184 16,0-3 69-16,-1 1-575 16,-1-2-737-16</inkml:trace>
  <inkml:trace contextRef="#ctx0" brushRef="#br0" timeOffset="33591.18">26479 11880 3337 0,'3'-15'-93'0,"4"3"51"0,-1 2 42 16,-1 1 30-16,2 3 44 0,4 0 39 0,0 3 18 15,2-1 18-15,2 4 15 0,0 0 13 16,3 4 1-16,-4 0 4 0,4 6 7 0,-2 3 11 16,-7 3 16-16,-4 2 24 15,-5 2 12-15,-3 3 19 0,-8 8 10 0,-3 2 8 16,-6-2 14-16,6-5 3 0,-8-1-3 15,6-2-13-15,4-8-21 0,3-1 1 0,-1-4-158 16,7-1-112-16,-4-1 0 0,3-3 0 16,6 2 0-16,4-2 0 0,4 1 0 0,5-2 0 15,2-3 0-15,8 2 0 0,13 0 0 16,7 1 0-16,23 2 0 0,2 0 0 0,4-3-555 16,1-4-401-16,1-7 30 0,-2 0 90 15,2-7-837-15,17-7-1108 0</inkml:trace>
  <inkml:trace contextRef="#ctx0" brushRef="#br0" timeOffset="34041.85">28021 10897 4520 0,'-4'-15'-71'0,"0"4"48"16,2 1 54-16,2 0 44 16,0 6 27-16,0 4-6 0,0-8-8 0,0 8 3 15,0 0 17-15,0 0 16 0,12 26 16 16,-11-1 13-16,3 17 27 0,-8 18 39 0,1 4 6 15,-8 6 3-15,-7 21 6 0,0-2-2 16,-2-2 3-16,3-16-3 0,2-2-10 0,1-4-15 16,3-1 2-16,2-4-10 0,0-7-64 15,7-7-135-15,1-4 0 0,1-1 0 0,3-10 0 16,4 2 0-16,6-5 0 0,2-5 0 16,8-2 0-16,3-4 0 0,9-1 0 15,3-4 0-15,-2-5 0 0,6-1 0 16,-2-2 0-16,-7-2 0 0,-2-2 0 0,-8 0 0 15,4 0 0-15,-5-4 0 0,-6 2 0 16,0 1 0-16,-3-3 0 0,-3 1-63 0,-3 1-647 16,-3-3-167-16,-4 5-39 0,-2-12 103 15,2 12-824-15,-3-14-1074 0</inkml:trace>
  <inkml:trace contextRef="#ctx0" brushRef="#br0" timeOffset="34243.89">27884 10882 4762 0,'-8'-20'-9'0,"8"1"26"0,8 2 42 15,10-5 28-15,9 3 14 0,7 2-7 16,16 3-7-16,6 4-8 0,-9 5-12 0,5 3-4 16,-1 2-16-16,12 7-52 0,-4 3-69 15,-6 5-100-15,-5 6-120 0,-8 5-141 16,-14-3-268-16,-2 6 67 0,-10 2 75 0,-3 6-314 15,-11 4-358-15</inkml:trace>
  <inkml:trace contextRef="#ctx0" brushRef="#br0" timeOffset="34541.1">28537 11923 2632 0,'0'0'153'0,"0"0"33"0,0 0 7 0,0 0 21 15,0 0 18-15,27-15 5 0,-8 15-10 16,0 2-15-16,8 1-17 0,5 5-17 0,2 1-16 16,-3 5-13-16,-3-2-10 0,-7 0 2 15,-4 0 2-15,-7 1 14 0,-2-1 41 0,-6-1 28 16,-4 1 18-16,-2 2 17 0,-5-1 3 16,-1 3-1-16,-2-4-13 0,5-1-22 15,-3 0-23-15,4-1-19 0,-1-2-17 0,1 3-22 16,5-2-147-16,-1-1 0 0,2 1 0 15,0 0 0-15,3-1 0 0,-1 1 0 16,6-3 0-16,-3 3 0 0,5-2-412 16,1-1-250-16,2-5-248 0,7-2 24 0,3-5 97 15,9-8-752-15,13-5-986 0</inkml:trace>
  <inkml:trace contextRef="#ctx0" brushRef="#br0" timeOffset="35074.25">29043 10810 4422 0,'-18'-14'-39'0,"3"-1"54"0,5 5 62 15,1 1 70-15,1 5 34 0,5-3 8 0,-4 3-15 16,7 4-18-16,0 0-13 0,18-8-15 16,1 9-13-16,19 3-12 0,5 4-8 15,15 7-8-15,1 1-23 0,2 6-13 0,0 2-4 16,-8 6-8-16,1 4-1 0,-11 1-4 16,-7 9-2-16,-7-1-1 0,-6 6 16 15,-10 3 2-15,-5 3 16 0,-9 3 19 0,-6 2 7 16,-4 2 12-16,0 1 17 0,-5-1 2 15,1 0-6-15,3 0-1 0,1 2 13 16,4-3 44-16,1 2-10 0,6-1 19 0,0-2-10 16,4-2-35-16,5-7-136 0,2-2 0 15,1-2 0-15,1-11 0 0,-1-3 0 0,1-2 0 16,-3-9 0-16,-5-5 0 16,2-3 0-16,-6-2 0 0,3 1 0 0,-9-3 0 15,-4-2 0-15,-2 1 0 0,-5-3 0 16,-8-2 0-16,-2 0 0 0,-5-4 0 0,-13-2 0 15,-3-4 0-15,-11-2 0 0,3-2 0 16,13-1 0-16,2 3 0 0,7-2 0 0,9 1 0 16,5 1 0-16,1-3 0 0,7 3 0 15,4-5 0-15,3 5 0 0,2 0 0 0,2-1-575 16,0 2-181-16,6 1-189 0,1 3 89 16,4 1 88-16,5 2-691 0,4 0-909 0</inkml:trace>
  <inkml:trace contextRef="#ctx0" brushRef="#br0" timeOffset="35374.51">29717 12477 4182 0,'0'0'90'0,"2"-22"50"16,-2 13 36-16,3 1 36 0,5-2 27 0,2-2 23 16,1 3-4-16,7-1-15 0,0 5-20 15,0 1-8-15,3 2-2 0,-3 4-20 0,4 0-11 16,-1 5-19-16,-5 1-13 0,2 4-1 15,-7 4 15-15,-3-3 15 0,-7 4 18 16,-1 1 7-16,-5-1-47 0,-4 3-157 0,-1-3 0 16,-4 2 0-16,7-3 0 15,-2 0 0-15,1-3 0 0,2-1 0 0,0-1 0 0,5-1 0 16,1 0 0-16,1 1 0 16,3-3 0-16,5 2 0 0,3-1 0 0,3-1 0 15,6-1 0-15,3-4 0 0,4-1 0 16,14-4 0-16,4-3 0 0,8-6-524 0,6-10-204 15,2-6-73-15,-1-2-74 0,11-12 77 16,-15 10-721-16,-8 2-963 0</inkml:trace>
  <inkml:trace contextRef="#ctx0" brushRef="#br0" timeOffset="35857.94">30617 12412 3824 0,'22'-24'-143'0,"-6"7"76"0,-11 5 60 15,-5 1 65-15,-4 3 67 0,-3 3 57 16,-5 2 49-16,-1 1 23 0,-6 0 26 16,-6 2 15-16,-4 4 1 0,-9 3-15 15,0 1-12-15,2 4-24 0,2 2-22 0,-1-1-20 16,3 5-21-16,-1-3-16 0,5 2-17 15,-5 0-14-15,5 2-13 0,-1-2-11 0,-1 0-14 16,-3 0-19-16,3-1-19 0,1-1-23 16,9-5-9-16,4-2 1 0,3-1 4 0,6-4-14 15,7-3-28-15,0 0-18 0,0 0 3 16,15-24 3-16,11 3-2 0,18-6 4 16,2 2-4-16,-3-2 1 0,2 7 17 0,-13 4 13 15,-1 5 10-15,-6 2 4 0,-7 2 8 16,-2 4 3-16,-2 1 1 0,0 4 0 0,-14-2-2 15,22 5-2-15,-9 2-3 16,-1 1-5-16,1 2 1 0,-1 6-6 0,-1-1-3 16,3-1-40-16,-3-2-26 0,0 0-32 15,-2-2-23-15,-4-1-19 0,3-1-20 0,-5-3-8 16,4 2 0-16,-3-2 16 0,-4-5 11 16,0 0 14-16,0 0 10 0,0 0 25 0,0 0 43 15,0 0 44-15,0 0 48 0,0 0 49 16,0 0 39-16,0 0 36 0,0 0 26 15,0 0 17-15,0 0 13 0,0 0 1 0,0 0-7 16,0 0-144-16,0 0-86 0,0 0 0 16,0 0 0-16,0 0 0 0,30-2 0 0,-9 6 0 15,15 4 0-15,0-2 0 16,2 1 0-16,-2-1 0 0,-2 2 0 0,-9-4 0 16,-1 0 0-16,-7 2 0 0,-4-5 0 15,-4 3 0-15,0 1 0 0,-8 2-477 0,-2-2-333 16,-11 4-135-16,-7 0 89 0,-16 7-880 15,-14 5-1167-15</inkml:trace>
  <inkml:trace contextRef="#ctx0" brushRef="#br0" timeOffset="36223.98">23678 13333 5148 0,'-27'-7'114'0,"7"2"60"16,6 1 86-16,5-1 68 0,2 2 53 0,7 3 36 16,-9-7-10-16,9 7-43 0,0 0-39 15,17-12-52-15,5 9-273 0,5-1 0 16,14 1 0-16,-1 1 0 0,-1 4 0 0,6 1 0 16,-6 4 0-16,-4 1-327 0,-3 3-277 15,-3 3-144-15,-14-3-140 0,-7 1 82 0,-8 4-833 16,-8 1-1076-16</inkml:trace>
  <inkml:trace contextRef="#ctx0" brushRef="#br0" timeOffset="36374.74">23601 13670 4624 0,'-11'5'82'0,"2"-1"61"15,1 0 70-15,4 0 94 0,4-4 50 16,0 0 32-16,0 0-5 0,0 0-27 16,0 0-32-16,35-8-46 0,-11 4-28 15,3 0-79-15,9 1-78 0,4-3-100 0,0 2-125 16,2 1-128-16,-2-2-149 0,0 3-175 15,0-6-227-15,-8-1-19 0,-7 3 96 16,-2-3-702-16,-4 2-884 0</inkml:trace>
  <inkml:trace contextRef="#ctx0" brushRef="#br0" timeOffset="38807.65">24773 13208 3925 0,'-5'-7'-22'0,"-3"2"58"0,5 0 44 0,-2 0 46 16,5 5 35-16,-4-10 18 0,4 10-1 15,4-12-16-15,4 7-11 0,5-1-15 16,5 3-7-16,0 0-17 0,6 6-15 0,-1 0-5 15,-3 3-12-15,9 9-4 0,-6 5-2 16,-8 4-5-16,-9 2 13 0,-4 1 20 16,-10 11 26-16,-11 11 32 0,-6-6 27 15,-7 3 18-15,-4-4 18 0,-2-2 20 0,2-3 17 16,1-3 4-16,9-9 9 0,3-4-50 16,7-5-223-16,1-3 0 0,8-4 0 0,-2 0 0 15,6-1 0-15,5-1 0 0,1 1 0 16,11-2 0-16,5 0 0 0,4-4 0 0,5 2 0 15,8 1 0-15,5-3 0 0,-9 0 0 16,-1 1 0-16,-2-2 0 0,-4 2 0 0,-3-2 0 16,-1 3 0-16,-3-2 0 0,-2 0 0 15,0 1-563-15,-5-3-213 0,-2 2-146 0,-9-2 74 16,14 1-880-16,-14-1-1162 16</inkml:trace>
  <inkml:trace contextRef="#ctx0" brushRef="#br0" timeOffset="39223.6">25500 13294 5008 0,'1'-19'-1'0,"1"2"68"0,0 5 53 16,0 0 45-16,-2 7 14 0,2-2 0 0,-2 7-25 16,0-9-18-16,0 9-4 0,0 0 23 15,0 0 11-15,-27 17-12 0,7 4-13 0,-2 4-8 16,-6 8-11-16,-1 4-14 15,0 1-9-15,-1 4-12 0,1-3-7 0,-1 1-10 16,1-3-8-16,1-3-32 0,7-8-28 16,2-2-27-16,-1-2-33 0,6-4-22 0,3-7-22 15,0-1-8-15,4-2-22 0,2-4-25 16,-1-2-13-16,6-2 10 0,0 0 14 16,-8-17 16-16,9 4 8 0,2-10 19 0,5-11 8 15,3-5 12-15,3-11 25 0,-1 1 24 16,2 3 33-16,0 15 34 0,-4 1 25 0,-1 7 18 15,0 6-1-15,-3 4-2 16,-2 2-8-16,2 3 6 0,-2 3 5 0,3 3-10 16,-8 2 0-16,0 0-11 0,32 14-3 15,-16-2-9-15,-1 3-2 0,6 8-45 0,-3 2-57 16,4 2-85-16,-3 0-110 0,1 2-40 16,9 7-77-16,-6-11-153 0,4-1-217 0,-2-2 56 15,0-3 77-15,0-3-387 0,-3-6-472 16</inkml:trace>
  <inkml:trace contextRef="#ctx0" brushRef="#br0" timeOffset="39474.65">25804 13465 3034 0,'6'-28'184'0,"-1"9"66"0,-3 1 50 0,5 5 47 15,-5 1 23-15,1-1 4 0,1 3-16 16,-2 1-34-16,3 4-34 0,-5 5-21 16,12-2-16-16,-12 2-15 0,17 14-16 15,-10 0-18-15,0 9-15 0,-5 2-20 0,-4 10-13 16,-8 4-10-16,-5 7 6 0,-8-3 14 15,-6-1 14-15,-1-1-164 0,-4-2-16 0,1-6 0 16,5-1 0-16,4-12 0 0,10-1 0 16,2-7 0-16,2 0 0 0,1-5 0 0,6 1 0 15,3-1 0-15,0-7 0 0,16 9 0 16,4-6 0-16,6-3 0 0,12-5 0 0,7 0 0 16,11-4 0-16,1-4 0 0,4 3-161 15,2-2-576-15,3-2-147 0,4-1-19 16,-4 3 96-16,-1-2-791 0,-8-3-1039 15</inkml:trace>
  <inkml:trace contextRef="#ctx0" brushRef="#br0" timeOffset="39842.73">26604 13465 4578 0,'-11'-20'-52'0,"-2"5"71"0,-2 1 65 16,2 2 53-16,-5 1 34 0,3 2 9 16,0 4-24-16,2 3-8 0,-5 6 9 0,2 2-2 15,-4 6-3-15,-5 7-7 0,0 6-15 16,5 2-9-16,-1 1-2 0,0 1-15 0,0 2-12 15,2-1-18-15,-1 1 1 16,2-2-9-16,-1 0-9 0,-5-2-13 0,4-1-33 16,-3-3-32-16,0 0-25 0,2-5-20 15,2-4-18-15,3-4-21 0,4-1-18 16,-1-6-19-16,8-3-17 0,5 0-13 0,-9-10 17 16,11-2 13-16,1-8 20 0,8-15 23 15,11-8 37-15,-1 1 41 0,4 0 56 0,-5 13 45 16,0 5 45-16,-8 5 22 0,-1 5 25 15,-4 4 0-15,0 3 7 0,4 2 11 0,0 5-2 16,-11 0-12-16,25 5-22 0,-11 4-17 16,2 1-11-16,4 7-12 0,2 4-15 0,-1-1-32 15,-3 1-66-15,-4-2-73 0,-1-4-84 16,1 1-84-16,-7-4-100 0,-1 0-87 16,-1-3-97-16,-3 3-97 0,1-6-146 15,-3 2 70-15,0-8-569 0,0 6-726 0</inkml:trace>
  <inkml:trace contextRef="#ctx0" brushRef="#br0" timeOffset="40090.87">26479 13629 3240 0,'12'-29'-39'0,"3"-3"68"0,0 1 67 0,2 3 65 16,0 3 52-16,2 3 37 0,-5 5 14 15,-1 5 12-15,2 5-10 0,-2-1 1 16,1 8-1-16,1 3-3 0,1 4-1 0,-3 8-2 16,2 8-2-16,-4 7-17 0,-7-3-20 15,-6 1-16-15,-1 9-14 0,-7 1-4 16,-7 7 9-16,-3 0-6 0,0-6 7 0,1-8 6 15,-1-4-175-15,4-1-28 0,2-7 0 16,5-4 0-16,3-3 0 0,0-3 0 0,5-1 0 16,2-1 0-16,5-2 0 0,7 0 0 15,5-3 0-15,10 2 0 0,17 0 0 0,23-2 0 16,2 0 0-16,9 0 0 0,-4-2 0 16,9-2-497-16,-1 0-260 0,-2 0-182 15,-1-1 75-15,0-4 93 0,-4-1-713 0,-2-6-931 16</inkml:trace>
  <inkml:trace contextRef="#ctx0" brushRef="#br0" timeOffset="40257.72">27754 13621 3811 0,'-11'-10'-30'0,"1"3"79"16,2 3 52-16,3-2 54 0,5 6 58 0,-8-7 18 16,8 7-14-16,6-11-16 0,5 6-21 15,4 0-23-15,10 0-15 0,11-2-23 16,6 0-67-16,2 4-92 0,-2-1-147 0,2-2-179 15,0 2-197-15,-12 3-141 0,-7-1 72 16,-6 2-425-16,-6 2-528 0</inkml:trace>
  <inkml:trace contextRef="#ctx0" brushRef="#br0" timeOffset="40423.89">27782 13772 3172 0,'-16'4'139'0,"2"-1"50"0,5-2 52 15,-1 1 46-15,10-2 28 0,-12 2 8 16,12-2-20-16,0 0-27 0,0 0-21 15,0 0-29-15,0 0-24 0,0 0-34 0,29 7-81 16,-10-4-97-16,6-1-114 0,-1 0-146 16,7 0-169-16,-1-4-162 0,17 4-132 0,4-1 66 15,16-1-469-15,5-1-603 0</inkml:trace>
  <inkml:trace contextRef="#ctx0" brushRef="#br0" timeOffset="40791.69">29172 13565 3214 0,'5'-14'40'0,"1"2"56"16,-1 3 60-16,-4 2 40 0,-1 7-3 0,2-8-26 16,-2 8-17-16,0 0 45 0,0 0 22 15,-21 29 8-15,-4-4 23 0,-9 8 21 0,-6 5 10 16,-4-1 6-16,0 2-6 0,0 0-6 16,1-1-26-16,5-2-17 0,5-2-17 0,7 0-20 15,8-5-11-15,5-1 10 0,8-5-6 16,5-1-8-16,1-5-90 0,10 1-88 15,11 5 0-15,2-6 0 0,6-5 0 0,4-4 0 16,-4-4 0-16,-6-4 0 16,1-4 0-16,-6-1 0 0,0-5 0 0,-5-4 0 15,-9-5 0-15,-3 1 0 0,-11-15 0 16,-7-2 0-16,-11-9 0 0,-1 1 0 0,-7 0 0 16,1 2 0-16,2 3 0 0,0 3 0 15,7 10 0-15,3 2 0 0,6 5 0 0,5 3 0 16,2 3 0-16,9 0 0 0,2-2 0 15,8 0 0-15,3 0 0 0,16 1 0 0,3 3 0 16,4 4 0-16,5 5 0 0,2 4 0 16,-5 6 0-16,5 1-384 0,-5 2-651 15,-2 3 91-15,4 9 107 0,-14 0-860 0,-3 2-1133 16</inkml:trace>
  <inkml:trace contextRef="#ctx0" brushRef="#br0" timeOffset="41190.58">29120 13201 4843 0,'-57'-25'-109'0,"2"13"56"0,-12 10 54 0,-9 2 41 0,-14 6 38 0,-20 15 26 15,-9 8 20-15,2 11 14 16,3 13 20-16,12 8 13 0,10 4 18 0,24 9 22 15,14 5 10-15,20 3 2 0,25-13-4 16,16 8 10-16,29 12-8 0,14-1-21 16,17-7-21-16,11-6-18 0,12-5-16 0,1-7-10 15,8-11-18-15,4-9-11 0,-1-12-17 16,-2-7-84-16,-18-14-7 0,0-5 0 0,-7-8 0 16,-3-6 0-16,-6-8 0 0,-4-7 0 15,-9-5 0-15,-5-9 0 0,-9-7 0 0,-8-10 0 16,-12-6 0-16,-9-7 0 15,-10-6 0-15,-15-21 0 0,-12 0 0 0,-21 5 0 16,-15 10 0-16,-17 11 0 0,-17 12 0 16,-8 11 0-16,-6 14-148 0,2 7-140 0,-4 14-99 15,25 13-144-15,-19 7-209 0,10 11-129 16,2 3 91-16,9 6-735 0,19-1-960 0</inkml:trace>
  <inkml:trace contextRef="#ctx0" brushRef="#br0" timeOffset="55287.32">3351 11851 1341 0,'-15'2'408'0,"-2"-2"-88"0,2 2-58 15,1-2-23-15,14 0 15 16,-20-4 4-16,8 4 5 0,12 0-12 0,-19-3 2 0,9 1-9 16,10 2-17-16,-15-2-16 15,15 2-11-15,0 0-11 0,-17 0-12 0,17 0-20 16,0 0-11-16,0 0-15 0,0 0-5 15,0 0-7-15,0 0-10 0,30 16-11 0,-5-13-5 16,15 3-4-16,8 0-10 0,20-5-6 16,11-1-5-16,7 0-8 0,9 0-2 0,23-4-10 15,6 1-4-15,-2-1 3 0,-4 1-8 16,-4-1 2-16,-1 1-11 0,-26-1 4 16,-1 1-7-16,-5 1-5 0,-11-3 0 0,-4 4-7 15,-21-3 4-15,-11 4-3 16,-10-2 3-16,-3 1 0 0,-5 1-2 0,-1-2 4 15,-1 2-1-15,-14 0 13 0,20-2-3 16,-10 2 9-16,-10 0-14 0,24-3 4 0,-8 3 5 16,0-4-14-16,4 3-25 0,8-1 5 15,10 0-1-15,10 0 4 0,4 1-3 0,17 1-2 16,-3-2 0-16,4 4 4 0,3-2 11 16,3 1-14-16,4 1-1 0,-4 0-1 0,-1 0 6 15,-3-1-3-15,-6-1 4 0,-14 1-5 16,-7-1 4-16,-13 0 5 0,-8 0-7 15,-3 0 7-15,-1 0-3 0,-6-1 32 16,0 1 7-16,-1-1 9 0,-13 1 13 16,23-2-2-16,-14 0-1 0,-9 2-8 0,24-3-4 0,-15 3-9 15,3-4 0-15,-12 4-4 16,20-3 2-16,-8 1 7 0,-3 1 10 0,-9 1-1 16,18-2 10-16,-18 2 2 0,15-4-12 15,-15 4-56-15,11-4 0 0,-11 4 0 0,12-1 0 16,-12 1 0-16,0 0 0 0,11-3 0 15,-11 3 0-15,0 0 0 0,0 0-48 0,0 0-325 16,0 0-161-16,0 0-210 0,0 0-159 16,0 0 101-16,-42 7-826 0,28-4-1067 15</inkml:trace>
  <inkml:trace contextRef="#ctx0" brushRef="#br0" timeOffset="57420.24">17206 10451 1151 0,'0'0'245'16,"8"-5"-44"-16,-8 5-41 0,9-6-6 0,-6 3 16 15,-3 3 16-15,11-7 22 0,-10 4-6 16,-1 3 14-16,6-6 2 0,-6 6 6 16,6-6 1-16,-6 6 2 0,1-5-10 0,-1 5-13 15,0 0-20-15,0-11-20 0,0 11-14 16,-7-7-18-16,0 4-8 0,-4-2-11 0,-1-2-14 15,-3 2-8-15,-8 0-7 0,-10-7-10 16,1 5-5-16,-5-1-3 0,1-2-6 0,-2 2 1 16,-2-3 12-16,2 3-1 15,-4-1-10-15,2 0-1 0,-2 2 0 0,0-1-2 16,1 0-4-16,-17-1-2 0,18 3-4 16,-6-2-5-16,2 2-2 0,1-1-6 0,3 0 18 15,-4 2-4-15,0-3-7 0,2 2 4 16,2-1-8-16,0 4 1 0,4-2-5 0,8 1 1 15,1 1-4-15,4 3-1 0,1-2-7 16,0 2-3-16,-1-1-1 0,4 2 1 0,-1-1-4 16,-2 5 3-16,-1-3-4 0,0 3 1 15,3 4-2-15,-11 1-5 0,3 2 3 16,-1 0-1-16,0 4-2 0,4-1 0 16,8-1 0-16,-5 1 1 0,0 1-1 0,7-4-2 15,0-1 5-15,-1 3-3 0,3-1-3 16,2 2-1-16,-3-1 3 0,5-2 44 15,0 0-7-15,-1 1 1 0,-1-1-5 0,1 2 2 16,-4-1-3-16,5 3-4 0,-3-2-1 16,3-1-1-16,0 4-5 0,-3 0-3 0,1-1 9 15,0 1-10-15,-1 1 0 0,0-1 2 16,1 2-2-16,3-2-4 0,3 1 9 0,-5 0 4 16,7-3-1-16,-6 1 0 0,6-3 7 15,1 3 1-15,-2-1 0 0,0-2-5 0,4 0 2 16,-3 0-2-16,1-1-4 15,0-1-5-15,0 0 0 0,0 1-3 0,2 0 15 16,-2-1-40-16,2-2 0 0,-2 0 0 16,2 3 0-16,-2-3 0 0,-2 4 0 0,0 1 0 15,1 2 0-15,-1 0 0 0,-2 1 0 16,5 0 0-16,-6 0 0 0,3-1 0 0,1 1 0 16,-3 3 0-16,4-3 0 0,-1 2 0 15,-1-1 0-15,0 0 0 0,2-1 0 0,2 2 0 16,-2-1 0-16,0-1 0 0,0 2 0 15,4-1 0-15,-4 2 0 0,4-2 0 0,2 3 0 16,0 1 0-16,4 0 0 0,1 7 0 16,1 0 0-16,7 1 0 0,-4-4 0 15,4 1 0-15,1-1 0 0,0-2 0 16,3 0 0-16,1-2 0 0,-4-1 0 0,0-5 0 16,-4-2 0-16,2-3 0 0,1 1 0 15,0 0 0-15,3-2 0 0,-4 0 0 0,6 1 0 16,1-2 0-16,7-1 0 0,2 2 0 15,3-1 0-15,1-3 0 0,2-1 0 0,0 1 0 16,2-1 0-16,0-1 0 0,1 1 0 16,-2-2 0-16,-1-1 0 0,-6 0 0 15,-3-1 0-15,0 1 0 0,-3 0 0 0,3-2 0 16,2 3 0-16,-5-3 0 0,1 2 0 16,-1-4 0-16,3 2 0 0,-3-3 0 15,-1 1 0-15,2 0 0 0,0-1 0 0,0-1 0 16,0-1 0-16,5-2 0 0,2-2 0 15,0 1 0-15,-1 0 0 0,-5-2 0 16,3-2 0-16,-6 3 0 0,-5 1 0 0,1 0 0 16,-1-1 0-16,-4 1 0 0,6 2 0 15,-10-2 0-15,8 0 0 0,-3-1 0 0,-2 1 0 16,5 0 0-16,-2-2 0 0,1-1 0 16,-1 0 0-16,4-5 0 0,3 1 0 0,0-3 0 15,0 1 0-15,-2-1 0 0,-1-1 0 16,1-2 0-16,-1 1 0 0,-4-3 0 15,3 4 0-15,-1-3 0 0,-4-1 0 16,4 2 0-16,-5 2 0 0,2-3 0 0,3-1 0 16,-8 5 0-16,2 1 0 0,-3 0 0 15,4-7 0-15,-1 3 0 0,1-4 0 0,-7 6 0 16,1-3 0-16,1 5 0 0,-5-5 0 16,4 1 0-16,-6 0 0 0,3-2 0 0,-4 1 0 15,-1 1 0-15,-1 1 0 0,-1-1 0 16,1 0 0-16,0 0 0 0,0 2 0 0,0-3 0 15,0 2 0-15,0 3 0 0,-2-2 0 16,0 3 0-16,0-2 0 0,0 1 0 0,0 0 0 16,-1 1 0-16,-4 1 0 15,3-2 0-15,-5 0 0 0,-2-1 0 0,-3 3 0 16,-7-5 0-16,-3 3 0 0,-5-1 0 16,-3 5 0-16,2 0 0 0,-6 4 0 0,0 1 0 15,0 5 0-15,4-1 0 0,7 2 0 16,2 2 0-16,5 0 0 0,-2 0 0 0,5 0 0 15,0 2 0-15,2 2 0 0,1-1 0 16,1 2 0-16,0 0 0 0,0 1 0 0,2-2 0 16,4 2-660-16,-1-2-354 0,2 0 130 15,4-4-1032-15,-10 9-1337 0</inkml:trace>
  <inkml:trace contextRef="#ctx0" brushRef="#br0" timeOffset="60204.97">9220 12632 4981 0,'5'-10'-194'0,"1"5"49"0,-5 1 34 16,1-1 52-16,-2 5 54 0,4-9 54 15,-4 9 39-15,0-6 26 0,0 6 12 0,0 0-5 16,-2-11-1-16,2 11-7 0,-4-6 4 15,4 6-5-15,-11-12-4 0,4 6-9 0,0-1-4 16,-4 1-5-16,-3-4-5 0,-4 0-4 16,0 1-2-16,-10-7 1 0,-1 2-7 15,-1 0-6-15,-3 0-13 0,-3 2-6 0,-13-3-5 16,3 0 0-16,7 4 4 16,-15-1-5-16,12 4 3 0,-13-2-1 0,9 4-10 15,0 1-2-15,-2 2 0 0,1 1-6 16,1 2 12-16,3 0 2 0,-2 2 6 0,6 0 14 15,1 3-16-15,5-4 2 0,5 3 0 16,-6 3 6-16,5-2 3 0,6 0 4 0,-2 0 1 16,4 2 3-16,0 0-3 0,0 0-4 15,2 1 8-15,-2 2 14 0,4-1 1 0,-3 1-3 16,4 2-1-16,-2 0-2 0,3 0 3 16,-2 0 1-16,2 1-4 0,-1-2-52 15,3 3-21-15,0-2 0 0,-2 1 0 0,6-1 0 16,-5 1 0-16,1 1 0 0,-1 0 0 15,3-5 0-15,-1 5 0 0,-1-1 0 0,0 0 0 16,3-3 0-16,1 2 0 16,-1 0 0-16,-2 2 0 0,3-2 0 0,0 3 0 15,-1 1 0-15,0-1 0 0,1 2 0 16,3-2 0-16,-2 2 0 0,3-1 0 0,-3 4 0 16,3-3 0-16,-2 0 0 0,2 1 0 15,-1 3 0-15,-1 0 0 0,1-3 0 0,0 1 0 16,0 2 0-16,5-4 0 0,-3 0 0 15,-2 3 0-15,4-2 0 0,-1 1 0 0,1-1 0 16,0-1 0-16,2 3 0 0,0-1 0 16,0 0 0-16,2-1 0 0,2 5 0 15,-3-1 0-15,5-2 0 0,0 2 0 16,-5 1 0-16,5 2 0 0,0-4 0 0,-4 1 0 16,4 1 0-16,-1-2 0 0,3 1 0 15,-3-3 0-15,2 1 0 0,0-1 0 16,0 0 0-16,-1 0 0 0,2-1 0 0,2 0 0 15,-1-1 0-15,1 2 0 0,1-2 0 16,0 1 0-16,5 7 0 0,0-4 0 0,2 3 0 16,0-2 0-16,-2 0 0 0,2-5 0 15,-3-3 0-15,0 0 0 0,0-1 0 0,1 1 0 16,0-2 0-16,2 0 0 16,-1 0 0-16,2-2 0 0,0 0 0 0,2-1 0 15,0-1 0-15,8 4 0 0,-3-2 0 16,5-3 0-16,1 5 0 0,2-4 0 0,2-2 0 15,0 1 0-15,3 1 0 0,1 0 0 16,0-2 0-16,0 1 0 0,0-1 0 0,3-4 0 16,-4 3 0-16,-1-2 0 0,-5-1 0 15,-7 2 0-15,1-4 0 0,-3 3 0 0,-1-3 0 16,-2 1 0-16,1-1 0 0,-4 2 0 16,3-2 0-16,3 2 0 0,1-2 0 0,0 2 0 15,6-2 0-15,9 3 0 0,4-1 0 16,0-1 0-16,1 3 0 0,4-1 0 0,-2-1 0 15,3 2 0-15,7 1 0 0,-10-4 0 16,3 1 0-16,-5 0 0 0,3 0 0 16,-2-1 0-16,-2-1 0 0,-3 0 0 15,0 0 0-15,1-1 0 0,-1-1 0 0,0 0 0 16,-9 0 0-16,-1 1 0 0,-5-4 0 16,3 5 0-16,0-2 0 0,-4-2 0 0,2 2 0 15,0-2 0-15,-2 2 0 0,2 0 0 16,0 1 0-16,-2-3 0 0,-1-1 0 15,1 2 0-15,-1-3 0 0,1 0 0 0,0 4 0 16,0-4 0-16,-1 1 0 0,10-3 0 16,2 0 0-16,0 2 0 0,-4-2 0 0,0 1 0 15,-3-1 0-15,-6 2 0 0,1-2 0 16,7 1 0-16,-7-3 0 0,0 0 0 16,-3 2 0-16,8-3 0 0,-7-1 0 15,-5 4 0-15,5-1 0 0,-6-4 0 0,0 1 0 16,0 2 0-16,-2-4 0 0,-1 0 0 15,3-1 0-15,-3-2 0 0,3 3 0 0,-2-9 0 16,2 5 0-16,-5 1 0 0,10-4 0 16,-8 2 0-16,5-4 0 0,-7 5 0 15,-2 0 0-15,3 0 0 0,-3-1 0 16,5-7 0-16,-4 2 0 0,-1-3 0 0,-4 1 0 16,4 4 0-16,-4-9 0 0,1-2 0 15,-3 0 0-15,1 4 0 0,-2 4 0 0,2-1 0 0,-3 2 0 16,-2-13 0-16,1 8 0 15,-6-6 0-15,4 6 0 0,-3-4 0 0,-3 0 0 16,-4 1 0-16,3 0 0 0,0 1 0 16,-5-2 0-16,-1 3 0 0,-1-3 0 0,0 2 0 15,-4 1 0-15,-1 1 0 0,-7-3 0 16,-5 3 0-16,-5 1 0 0,-5 1 0 0,-9 4 0 16,-5 2 0-16,-8 2 0 0,1-1 0 15,-13 5 0-15,1-1 0 0,-21 2 0 0,-3-2 0 16,19 5 0-16,-3 3 0 15,-18-3 0-15,17 5 0 0,0 0 0 0,2 1 0 0,6 0 0 16,4 3 0-16,6 1 0 16,17 2 0-16,5 1 0 0,5 2 0 0,1-1 0 0,11 2 0 15,4 1 0-15,3-1 0 16,1 4 0-16,5-5 0 0,2 5 0 0,-4 3-717 16,5-4-277-16,4 3 92 0,1-3 101 15,0 2-824-15,-2 3-1063 0</inkml:trace>
  <inkml:trace contextRef="#ctx0" brushRef="#br0" timeOffset="61003.03">16192 13896 4640 0,'-26'4'-54'0,"3"-2"55"0,2 2 41 16,-1-3 48-16,9 3 47 0,0-3 53 15,1-1 53-15,12 0 34 0,-11 4 25 0,11-4 17 16,0 0-5-16,38 1-11 0,10-2-9 16,22-3-25-16,11 1-14 0,6 0-29 0,22-3-18 15,3-2-73-15,-24 4-135 0,-1-2 0 16,-5 2 0-16,-3 1 0 0,-11-1 0 0,-7-1 0 16,-15 0 0-16,-8 3 0 15,-5-1 0-15,-10 1 0 0,-7 0 0 0,-2 2 0 16,-7 0 0-16,-7 0-26 0,0 0-428 15,12 2-125-15,-12-2-140 0,0 0-169 0,0 0 81 16,-25 9-798-16,6-6-1044 0</inkml:trace>
  <inkml:trace contextRef="#ctx0" brushRef="#br0" timeOffset="79718.72">8890 4142 3024 0,'2'-17'609'0,"-2"2"-165"0,1 1-71 0,1 3-9 16,-2 3 13-16,0-1 9 0,0 1-10 15,0 8-32-15,-2-12-8 0,2 12-22 0,0-9-33 16,0 9-10-16,0 0 21 0,-32 32 4 16,3 3-192-16,-3 12-104 0,-2 4 0 0,-9 17 0 15,4 5 0-15,1 2 0 0,9-15 0 16,2-2 0-16,2-4 0 0,2-4 0 15,5-8 0-15,2-9 0 0,7-11 0 0,2-5 0 16,1-3 0-16,1-2 0 0,3-5 0 16,1-4 0-16,1-3 0 0,0 0 0 0,15-26 0 15,4-8 0-15,9-12 0 0,3-7 0 16,15-19 0-16,1-4 0 0,-1-4 0 0,-2 0 0 16,-2 4 0-16,-11 22 0 0,-2 7 0 15,-7 7 0-15,-7 13 0 0,-5 6 0 16,0 7 0-16,-3 2 0 0,-1 6 0 15,-3 3 0-15,-3 3 0 0,0 0 0 0,12 14 0 16,-10 1 0-16,6 6 0 0,-1 14 0 16,4 1 0-16,5 9 0 0,3-1 0 0,2 1 0 15,2 0 0-15,3-5 0 0,3 0 0 16,3-6 0-16,-7-7 0 0,-3-4 0 0,2-3 0 16,-9-4 0-16,-2-5 0 0,-3-2 0 15,-2-1 0-15,-3-4 0 0,-1-2 0 16,-4-2 0-16,0 0 0 0,0 0 0 0,-27-18 0 15,2 1 0-15,-5-5 0 0,-12-5 0 16,-1-2 0-16,-7 0 0 0,-2 1 0 16,3-1 0-16,3 7 0 0,10 3 0 0,7 5 0 15,3 1 0-15,2 5 0 0,12 2 0 16,-4 2 0-16,7 4 0 0,9 0 0 16,-17 8 0-16,14-4 0 0,3-4 0 0,10 17 0 15,7-7-62-15,12 5-1009 0,11-1 109 16,13 3-1111-16,10-5-1486 0</inkml:trace>
  <inkml:trace contextRef="#ctx0" brushRef="#br0" timeOffset="79949.22">9768 4466 6086 0,'0'0'79'0,"9"-3"86"0,-9 3 67 16,0 0 57-16,0 0 33 0,0 0 20 15,0 0 7-15,0 0-22 0,-21 32-327 0,14-15 0 16,-4 12 0-16,-1 2 0 0,1 4 0 15,1-2 0-15,0 1 0 0,3 0 0 0,0-1 0 16,1-8 0-16,4-2 0 0,-2-5 0 16,4 0 0-16,-2-5 0 0,2-1 0 0,-2 1 0 15,2-4 0-15,4-3 0 0,-2-2 0 16,-2-4-832-16,17-2-158 0,-17 2 104 16,25-13-979-16,2-5-1289 0</inkml:trace>
  <inkml:trace contextRef="#ctx0" brushRef="#br0" timeOffset="80432.75">10360 4013 5531 0,'-12'-12'94'0,"-1"3"68"0,2 1 76 16,0 8 47-16,-1 0 36 0,12 0 19 0,-28 17 12 16,6 7 20-16,-3 16-3 0,0 3-242 15,3 5-127-15,2 3 0 0,-1 1 0 0,1-2 0 16,4 1 0-16,-2-1 0 0,2-4 0 15,2-7 0-15,4-8 0 0,-2-2 0 16,5-8 0-16,3-4 0 0,1-5 0 16,1-4 0-16,2-4 0 0,0-4 0 0,0 0 0 15,15-17 0-15,-2-9 0 0,11-12 0 16,0-3 0-16,2-12 0 0,1-6 0 0,4-1 0 16,-5 7 0-16,-1 7 0 0,-3 4 0 15,-8 16 0-15,-4 5 0 0,-2 10 0 0,-2 4 0 16,-1 4 0-16,-5 3 0 0,7 16 0 15,-3-3 0-15,5 8 0 0,-2 10 0 16,4-1 0-16,3 0 0 0,2-1 0 0,0 0 0 16,3-3 0-16,0-1 0 15,2-3 0-15,-4-8 0 0,-5-1 0 0,-1-2 0 16,-2-3 0-16,0-1 0 0,-6-3 0 16,3 1 0-16,-6-5 0 0,0 0 0 0,2 5 0 15,-2-5 0-15,0 0 0 0,-27 0 0 16,7 0 0-16,-2 0 0 0,1 0 0 0,-2 0 0 15,3 0 0-15,-2 0 0 0,1 0 0 16,3 0 0-16,2 0 0 0,1 0 0 0,-1-2 0 16,5 0 0-16,-1 2 0 0,12 0 0 15,-13 2 0-15,13-2 0 0,0 0-776 0,0 0-223 16,0 0-1183-16,0 0-1588 16</inkml:trace>
  <inkml:trace contextRef="#ctx0" brushRef="#br0" timeOffset="80682.7">10717 4396 6367 0,'9'-5'25'0,"1"2"68"0,-4-1 72 0,-6 4 52 0,15-3 32 0,-15 3 2 15,0 0-3-15,23 8 12 0,-16 3 20 16,2 3-244-16,-4 7-36 0,-5 5 0 16,-4 12 0-16,-6 1 0 0,-5 11 0 0,-4-3 0 15,1-3 0-15,-2-3 0 0,7-8 0 16,1-6 0-16,7-4 0 0,-1-5 0 0,4-1 0 15,2-6 0-15,4 1 0 16,3-2 0-16,4-1 0 0,3-5 0 0,8-2 0 16,3-2 0-16,16-2 0 0,16-8 0 15,4-1 0-15,8 1 0 0,5-5 0 0,24-3 0 16,-1 1-454-16,-22 1-562 0,2 4-1270 16,-3 3-1685-16</inkml:trace>
  <inkml:trace contextRef="#ctx0" brushRef="#br0" timeOffset="81248.69">11881 4134 6760 0,'-17'0'77'0,"4"3"35"15,-2 6 59-15,1 3 54 0,1 3 46 0,-5 11 14 16,0 1-10-16,0 6-260 0,0 8-15 15,0 1 0-15,-3 4 0 0,5-3 0 0,-4 1 0 16,4-1 0-16,-4-2 0 0,1-1 0 16,-3-1 0-16,2-10 0 0,3-3 0 0,0-4 0 15,5-5 0-15,5-3 0 0,-3-6 0 16,8-1 0-16,2-7 0 0,0 0 0 16,0 0 0-16,0-25 0 0,13-6 0 0,7-15 0 15,3-4 0-15,1-6 0 0,1-1 0 16,2 2 0-16,-2 3 0 0,0 8 0 15,-9 12 0-15,0 3 0 0,-5 9 0 0,-1 3 0 16,-2 6 0-16,-1 3 0 0,0 6 0 16,-7 2 0-16,20 2 0 0,-20-2 0 15,25 13 0-15,0 3 0 0,-1 3 0 0,2 4 0 16,10 3 0-16,5 3 0 0,1-2 0 16,0-3 0-16,2-2 0 0,-3 0 0 0,-4-5 0 15,-5-6 0-15,-3 1 0 16,-7-4 0-16,-6-1 0 0,-3-2 0 0,-3-3 0 0,-3-1 0 15,-7-1 0-15,0 0 0 0,0 0 0 16,0 0 0-16,0 0 0 0,-19-25 0 16,1 13 0-16,-11-3 0 0,0-2 0 15,-3 5 0-15,1-2 0 0,-1 3 0 0,7 5 0 16,4 1 0-16,1 1 0 0,2 2 0 16,2 2 0-16,-2 2 0 0,0 2 0 0,-1-1 0 15,6 2 0-15,-2 2 0 0,7-3 0 16,2 4 0-16,6-5-1032 0,0-3 61 15,22 7 106-15,1-4-945 0,16-1-1239 0</inkml:trace>
  <inkml:trace contextRef="#ctx0" brushRef="#br0" timeOffset="81650.23">12609 4466 5546 0,'0'0'266'0,"-7"-13"52"0,3 8 48 0,2-4 14 0,2 1-16 16,6-1-39-16,-1 0-30 0,7 2-31 15,3 1-197-15,8 1-67 0,2 3 0 16,-5 0 0-16,3 2 0 0,2 4 0 0,-5-1 0 16,-4 2 0-16,0 0 0 0,-3 4 0 15,-4-1 0-15,-4 2 0 0,-7 3 0 0,-3 2 0 16,-13 11 0-16,-5-1 0 0,-8 10 0 16,-5-4 0-16,11-8 0 0,2-1 0 0,3-1 0 15,6-3 0-15,5-7 0 16,7 2 0-16,2-3 0 0,6 0 0 0,1 0 0 15,11 1 0-15,8 3 0 0,7 1 0 16,8 5 0-16,4-1 0 0,-6 4 0 0,-4-7 0 16,-5 3 0-16,-1-3 0 0,-6 1 0 15,-7-3 0-15,-4-3 0 0,-6 1 0 0,-2 0 0 16,-4-3 0-16,-4 2 0 0,-2 1 0 16,-6-2 0-16,-1 4 0 0,-2-4 0 0,-4 2 0 15,-2-3 0-15,-2-2 0 16,-9-1 0-16,1-1 0 0,6-3 0 0,-4-2 0 0,6-3 0 15,-2-2 0-15,1-4 0 16,1-8 0-16,3-4 0 0,6 3 0 0,9-1-74 16,-1 2-990-16,6 1 123 0,0 3-1138 15,6-3-1490-15</inkml:trace>
  <inkml:trace contextRef="#ctx0" brushRef="#br0" timeOffset="82215.78">13539 4691 6100 0,'-13'2'29'0,"1"-2"27"0,12 0 49 0,0 0 69 0,-18 0 44 0,18 0 12 15,0 0-11-15,0 0-11 0,0 0-10 0,-14 0 2 16,14 0-4-16,0 0-1 0,0 0-132 16,0 0-63-16,0 0 0 0,4-14 0 0,-4 14 0 15,14-22 0-15,-5 5 0 0,7-10 0 16,-2-2 0-16,4-5 0 0,6-9 0 0,3-4 0 16,0 0 0-16,-4 2 0 15,-2 5 0-15,-4 5 0 0,-4 6 0 0,-3 7 0 16,-3 5 0-16,-1 5 0 0,-3 1 0 15,4 4 0-15,-4 3 0 0,-3 4 0 16,0 0 0-16,0 0 0 0,11 25 0 0,-7-5 0 16,6 15 0-16,3 1 0 0,5 5 0 15,2 4 0-15,3-3 0 0,2-2 0 0,2-4 0 16,-2-6 0-16,-3-6 0 16,-1-5 0-16,-3-2 0 0,-3-5 0 0,-6-2 0 0,1-5 0 15,-3-2 0-15,1 1 0 0,-8-4 0 16,0 0 0-16,0 0 0 0,0 0 0 15,-2-22 0-15,-13 10 0 0,-8-5 0 16,-7 3 0-16,-4-1 0 0,-3 1 0 0,-3 1 0 16,2 5 0-16,0 2 0 0,8 3 0 15,1 3 0-15,8 1 0 0,1 3 0 0,-2 0 0 16,6 1 0-16,3 2 0 0,8-3 0 16,5 1-708-16,0-5-277 0,20 6 80 15,3-4-997-15,15-1-1325 0</inkml:trace>
  <inkml:trace contextRef="#ctx0" brushRef="#br0" timeOffset="82600.46">14391 4563 5238 0,'0'0'186'0,"-11"-10"81"16,7 4 62-16,4 6 24 0,-8-11-6 16,8 11-32-16,-4-6-35 0,4 6-28 15,0 0-25-15,0 0-26 0,0 0-18 16,0 0-170-16,22 17-13 0,-17-9 0 0,4 4 0 15,-2 1 0-15,-2-1 0 0,-1 1 0 16,-2-1 0-16,-2 2 0 0,0 0 0 0,0-2 0 16,-2 2 0-16,-2-2 0 0,4 0 0 15,-1 1 0-15,-1-1 0 0,0 0 0 0,2 2 0 16,-2 1 0-16,2-1 0 0,0 3 0 16,0 0 0-16,2 2 0 0,-2 0 0 0,0 1 0 15,2-1 0-15,0 1 0 16,-2-1 0-16,0 1 0 0,0-3 0 0,-2 0 0 15,-2 0 0-15,-1 0 0 0,-4 1 0 16,2-1 0-16,-7-4 0 0,-1 1 0 0,-2-2 0 16,-2-2 0-16,0 0 0 0,-3-5 0 15,0-1 0-15,1-2 0 0,3-4 0 0,0 2 0 16,-1-7 0-16,-3 1 0 0,6-2 0 16,-2 0 0-16,-25-26 0 0,25 22-747 15,5 3-236-15,1 2-1214 0,1 4-1603 16</inkml:trace>
  <inkml:trace contextRef="#ctx0" brushRef="#br0" timeOffset="85014.89">9960 4966 5510 0,'-25'3'-181'0,"3"1"78"0,-3-3 32 0,0 0 39 16,-3 1 55-16,-1 0 69 0,4 2 62 15,0-1 53-15,9-1 21 0,-2-1-3 16,5-1-7-16,4 2-4 0,9-2 4 16,-14 4 4-16,14-4-1 0,0 0 1 0,0 0-12 15,0 0-19-15,46 12-18 0,-6-11-19 16,3 1-58-16,7 0-96 0,0-2 0 15,3 1 0-15,-3-1 0 0,-4 2 0 0,-12-2 0 16,-7 0 0-16,-7 2 0 0,-2-2 0 16,-7 3 0-16,-6 2 0 0,-5 1 0 0,0-6 0 15,-18 13 0-15,0-4 0 0,-3-1 0 16,-7 3 0-16,2-3 0 0,2-1 0 0,9 1 0 16,-2-4 0-16,5 1 0 0,3 0 0 15,0-3 0-15,9-2 0 0,-8 3 0 16,8-3 0-16,0 0 0 0,0 0 0 15,36-7 0-15,-14 1 0 0,15 0 0 0,3-4 0 16,2 0-156-16,0 1-890 0,3 3 106 16,13-1-1117-16,-10 3-1471 0</inkml:trace>
  <inkml:trace contextRef="#ctx0" brushRef="#br0" timeOffset="85466.73">11212 5190 5307 0,'-38'6'-62'0,"6"-6"58"0,3 0 36 0,8 3 31 0,6-2 46 0,1-1 62 0,3 2 55 16,11-2 28-16,-14 0-4 0,14 0-25 15,0 0-23-15,0 0-20 0,0 0-30 0,41-10-57 16,-5 2-85-16,9 6-95 0,4-3-75 16,11 1-78-16,-8 1-98 0,-4 3-67 15,-4-3-29-15,-14 7 7 0,-9 0 49 0,-8-1 70 16,-7 3 81-16,-8-4 72 0,2-2 72 15,-20 13 68-15,2-10 62 0,-5 4 48 16,3 0 44-16,-1 0 29 0,1-5 16 0,4 2 5 16,2 0 2-16,3-2-3 15,0 1-2-15,4-1-16 0,7-2-24 0,0 0-50 0,0 0-73 16,0 0-120-16,32-5-175 0,5-5-233 16,5 4-233-16,13-5 69 0,4-1 76 0,6 0-418 15,3 1-483-15</inkml:trace>
  <inkml:trace contextRef="#ctx0" brushRef="#br0" timeOffset="85780.62">12699 5289 3198 0,'-33'2'245'16,"8"2"0"-16,3-3 8 0,7 1 26 0,2-2 49 15,1 2 13-15,12-2 9 0,-17 2-15 16,17-2-30-16,0 0-37 0,0 0-69 0,0 0-101 15,52-6-131-15,-9 1-146 0,14-2-196 16,6-3-266-16,0 3-120 0,4-1 82 0,-3-3-605 16,6 3-744-16</inkml:trace>
  <inkml:trace contextRef="#ctx0" brushRef="#br0" timeOffset="144253.72">24784 2414 3559 0,'3'-13'259'0,"3"1"24"16,-4 0 30-16,1 6 40 0,1 1 20 15,-4 5 1-15,4-12-19 0,-4 12-37 16,0-8-41-16,0 8-14 0,0 0-17 16,0 0 14-16,0 0 28 0,0 0 5 15,-17 27-6-15,3 1-197 0,-1 6-90 0,-8 12 0 16,4-1 0-16,1 0 0 0,-4 1 0 15,6-3 0-15,4-8 0 0,-1-2 0 0,1-1 0 16,2-10 0-16,1-1 0 0,3-4 0 16,-2-3 0-16,5-2 0 0,-1-2 0 0,0-1 0 15,2-3 0-15,2-6 0 0,-5 5 0 16,5-5 0-16,0 0 0 0,0 0 0 16,2-38 0-16,7 3 0 0,8-16 0 15,4-4 0-15,4-5 0 0,3-16 0 0,-1 16 0 16,2 4 0-16,-2 5 0 0,-7 9 0 15,-4 11 0-15,-3 11 0 0,-6 7 0 16,1 1 0-16,2 6 0 0,-3 4 0 0,-7 2 0 16,17 8 0-16,-5 4 0 0,3 7 0 15,4 8 0-15,2 3 0 0,8 10 0 0,3-1 0 16,4 2 0-16,6 1 0 0,0-3 0 16,0-3 0-16,-4-6 0 0,-14-7 0 0,1-2 0 15,-5-7 0-15,-11-2 0 0,-2-4 0 16,2-3 0-16,-4 0 0 0,-5-5 0 15,0 0 0-15,0 0 0 0,0 0 0 16,0 0 0-16,-11-36 0 0,-8 16 0 0,-1-3 0 16,0 2 0-16,-3 3 0 0,-2-1 0 15,-4 6 0-15,1-1 0 0,1 8 0 16,5 1 0-16,1 5 0 0,-1 0 0 0,4 2 0 16,-3 1 0-16,3 1 0 0,1-1 0 15,5 0 0-15,1-1 0 0,4 2 0 0,0-2 0 16,7-2 0-16,0 0-721 0,0 0-196 15,0 0-4-15,47-8 93 0,-8-2-806 16,19 0-1072-16</inkml:trace>
  <inkml:trace contextRef="#ctx0" brushRef="#br0" timeOffset="144620.7">25639 2311 4245 0,'7'-13'-52'0,"-1"-1"83"0,-2 1 78 0,-3 5 64 15,3 0 51-15,-2 0 23 0,-2 8 10 16,0-8-14-16,0 8-4 0,0 0-17 0,0 0-8 15,0 0-11-15,0 0-14 0,-38 14-15 16,15 4-19-16,1 7-13 0,-3 2-17 16,4 1-11-16,4-2-15 0,5 3-14 0,5-5-14 15,7-4-6-15,3-3-3 0,5 4 1 16,9 3-9-16,6-2-6 0,1-1-6 16,3 0 2-16,0-5-8 0,-2 1-5 15,-6-3 21-15,-4-3 26 0,-1-1 26 0,-5 0-101 16,0-1-3-16,-1 0 0 0,-3-1 0 15,-5 1 0-15,-2-1 0 0,-5 1 0 0,-2 1 0 16,-4-2 0-16,-5 3 0 0,-1-1 0 16,-10 2 0-16,-1 0 0 0,-4-4 0 15,10-1 0-15,1-2 0 0,5-1 0 0,0-1 0 16,4-1 0-16,-1-4 0 0,3-3 0 16,3-2 0-16,1-3 0 0,6 0 0 0,2-6 0 15,8-2-28-15,5-8-719 0,10-1-63 16,13-2-83-16,8 4 51 0,7 0-815 15,3 3-1093-15</inkml:trace>
  <inkml:trace contextRef="#ctx0" brushRef="#br0" timeOffset="144954.01">26222 2351 4275 0,'7'-11'-82'16,"1"2"97"-16,-6 1 80 0,-1 2 67 0,-1 6 56 16,0-12 38-16,0 12 14 0,-7-9 7 15,0 5-13-15,7 4-6 0,-23-2-7 0,6 8-14 16,-4 0-12-16,-8 9-14 0,0-1-21 15,3 3-13-15,2 3-18 0,4-1-11 16,6-2-13-16,7-3-10 0,3 1-8 0,4-1-5 16,6 1-16-16,1 4-96 15,11 3 0-15,3 1 0 0,3-3 0 0,1 3 0 16,0-4 0-16,0 2 0 0,-7-1 0 16,0-5 0-16,-9-3 0 0,-1-2 0 0,-6-1 0 15,2 3 0-15,-4-4 0 0,-6 3 0 16,-4 1 0-16,-1-2 0 0,-3 0 0 0,-2 0 0 15,-6-3 0-15,4 2 0 0,-3-4 0 16,1 0 0-16,2-2 0 0,0-3 0 16,5 0 0-16,-2-3 0 0,2-2 0 0,3-7 0 15,2-5 0-15,8-2 0 0,8-15 0 16,13-9 0-16,6-1-370 0,10 0-578 16,12 3 10-16,-2 3 89 0,8 6-881 0,6 1-1162 15</inkml:trace>
  <inkml:trace contextRef="#ctx0" brushRef="#br0" timeOffset="145254.04">26763 2273 4517 0,'0'0'-4'0,"0"0"91"0,0 0 75 16,0 0 79-16,0 0 53 0,-26 25 22 15,10-14 21-15,-6 11-1 0,-3-1-8 0,2 3-14 16,1 2-9-16,6 0-15 0,0-1-20 16,5 3-20-16,5-6-102 0,5-1-148 0,1-3 0 15,1-1 0-15,9 2 0 0,6 4 0 16,6-7 0-16,-1-2 0 0,0-6 0 15,3-3 0-15,1-3 0 0,-2-2 0 16,2-2 0-16,0-5 0 0,6-3 0 16,-6-4 0-16,0-5 0 0,-3-4 0 0,-5-4 0 0,-4-4 0 15,-2-3 0-15,-3-4 0 16,-2-1 0-16,-6 0 0 0,-2 3 0 0,-3 3 0 16,-6 9 0-16,-3-2 0 0,-6 8 0 15,1 5 0-15,0 6 0 0,0 4 0 0,1 3 0 16,-6 5 0-16,1 2 0 0,7 4-79 15,0 0-772-15,5 1-136 0,4-2 95 0,12 1-938 16,4-1-1258-16</inkml:trace>
  <inkml:trace contextRef="#ctx0" brushRef="#br0" timeOffset="145636.82">27653 2234 5194 0,'-7'-14'69'0,"-4"0"66"0,4 4 82 15,-4 3 51-15,-3 0 24 0,-1 2 3 0,0 4 0 16,-2 4-3-16,-6 4 2 0,-6 6-15 16,2 6-19-16,4 5-17 0,-1 2-185 15,7 4-58-15,2 1 0 0,5 0 0 0,8-4 0 16,0-4 0-16,6 2 0 0,0-3 0 0,4 0 0 16,1-3 0-16,4-4 0 15,1-1 0-15,-1-5 0 0,3-1-260 0,0-3-20 16,4-3 1-16,1-2 9 0,1-5 15 15,1-2 31-15,6-5 33 0,-1-7 27 16,8-12 43-16,-3 1 52 0,-1-3 62 0,0 0 64 16,-5 8 47-16,-6 0 45 0,-1 1 21 15,-7 11 17-15,-4 1-7 0,-1 6-11 0,-2-2-19 16,-2 5-18-16,-4 3-13 0,0 0-11 16,0 0-8-16,0 0-11 0,5 20-15 0,-7-7-55 15,0-2-102-15,-1 7-101 0,1-1-92 16,-4-1-113-16,6 4-104 0,-3-3-116 15,3 2-172-15,0-2 9 0,3 0 87 0,1-3-542 16,2-2-688-16</inkml:trace>
  <inkml:trace contextRef="#ctx0" brushRef="#br0" timeOffset="145803.14">27975 2217 3516 0,'-6'-22'109'0,"0"4"55"16,5 5 53-16,-3 1 26 0,0 3 1 0,1 1-24 15,1 1-24-15,-2 0-27 0,4 7-67 16,-7-9-80-16,7 9-89 0,0 0-87 0,0 0-89 16,0 0-75-16,0 0-75 15,0 0-33-15,14 29 5 0,1-15 28 16,-1 0-555-16,-1 1-427 0</inkml:trace>
  <inkml:trace contextRef="#ctx0" brushRef="#br0" timeOffset="146085.72">28030 2227 2470 0,'8'12'-8'0,"0"-2"74"0,-3 0 62 15,-1-1 63-15,0-1 56 0,-3-2 39 0,4 0 35 16,-3 2 13-16,-2-8 17 0,2 13-8 15,-2-5-11-15,0-2-11 0,0-6-17 16,-2 13-20-16,2-5-19 0,-2-1-12 0,-3 0-22 16,0 1-22-16,-3-1-20 0,3 1-19 15,-5 0-14-15,1-3-15 0,-3 0-12 0,2-3-18 16,10-2-11-16,-16 1-16 16,16-1-19-16,-16-8-22 0,10-3-1 0,6-3-9 0,6-3-33 15,0-4 0-15,6 4 0 16,-1 1 0-16,1 0 0 0,-3 4 0 15,2 5 0-15,1 3 0 0,-1 4 0 0,-11 0 0 16,21 2 0-16,-6 5 0 0,1 1 0 16,0 4 0-16,0 1 0 0,-1-1 0 0,2 0 0 15,-4 1-32-15,3-3-127 0,-5 0-53 16,-1-2-55-16,0-1-55 0,-3-3-56 0,0 0-96 16,4-4-119-16,-11 0-151 0,18-6-20 15,-2-5 77-15,-3-5-524 0,6-7-673 16</inkml:trace>
  <inkml:trace contextRef="#ctx0" brushRef="#br0" timeOffset="146554.79">28756 1419 3590 0,'-4'-22'95'16,"-1"7"55"-16,3 4 57 0,-2 1 54 0,1 2 35 16,1 2 6-16,2 6-19 0,-5-6-26 15,5 6 14-15,0 0 10 0,-15 30-11 0,10 6-22 16,-3 16-22-16,4 8-22 0,0 0-18 15,4 2-17-15,-2 2-19 0,2 2-21 16,-2-2-24-16,2 0-40 0,0 1-46 0,0-4-37 16,-1-17-45-16,-1-1-42 0,-2-7-29 15,0-7-10-15,1-8-10 0,-1-4-6 16,-3-2 6-16,4-4 3 0,-5-1 9 16,3-5 14-16,-5-2 14 0,10-3 10 0,0 0 20 15,-33-13 31-15,19 1 43 0,0-4 33 16,1-1 25-16,0 2 26 0,4 3 28 15,-2 0 26-15,6 3 12 0,-2 3 1 0,0-2 4 16,1 4-6-16,6 4-7 0,-3-9-6 16,3 9-3-16,-4-8-1 0,4 8-5 0,0 0 5 15,17-14-8-15,-2 7-11 0,9 4-11 16,10-4-6-16,-6 1-18 0,-1 5-68 16,-3-2 0-16,-3 3 0 0,-1 0 0 0,-4 4 0 15,0 2 0-15,-3 2 0 16,1 6 0-16,-7 1 0 0,1 4 0 0,-5-2 0 15,-1 0 0-15,0 2 0 0,-2 2 0 16,3-3 0-16,-3 2 0 0,2-4 0 0,-2 3-291 16,0-4-199-16,0-1-174 0,2 1-227 15,-1-3 40-15,-1-2 90 0,6 0-682 16,-2-5-893-16</inkml:trace>
  <inkml:trace contextRef="#ctx0" brushRef="#br0" timeOffset="146719.6">28994 2067 4035 0,'-7'-13'81'0,"0"1"54"0,0 4 69 0,3 1 63 0,-1-1 47 16,-1 2 6-16,3-2-27 15,3 8-33-15,-8-9-28 0,7 3-69 0,1 6-118 16,-7-8-140-16,7 8-142 0,-4-6-123 16,4 6-121-16,0 0-170 0,0 0-71 0,0 0 86 15,-9 21-441-15,9-13-549 0</inkml:trace>
  <inkml:trace contextRef="#ctx0" brushRef="#br0" timeOffset="146919.17">29002 2210 2963 0,'0'5'65'0,"0"-5"64"0,0 0 60 0,0 11 69 15,0-11 61-15,0 0 40 0,2 8 9 0,-2-8-10 16,0 0-9-16,0 0-21 16,0 0-17-16,0 0-26 0,4 5-24 0,-4-5-21 15,0 0-27-15,0 0-18 0,0 0-21 16,0 0-17-16,0 0-16 0,0 0-28 0,22-4-39 15,-22 4-45-15,22-5-57 0,-9-5-74 16,2 2-69-16,8-9-59 0,8-2-59 16,-2 0-62-16,-1 0-53 0,5 2-44 0,-3 0-39 15,-1 2-17-15,-11 6 10 0,0 2 47 16,-5 3 47-16</inkml:trace>
  <inkml:trace contextRef="#ctx0" brushRef="#br0" timeOffset="147202.81">29370 2060 2983 0,'10'-2'-144'0,"-10"2"68"0,5-2 59 0,-5 2 52 15,0 0 42-15,0 0 48 0,0 0 44 16,0 0 37-16,0 0 29 0,0 0 16 15,0 0 4-15,0 0 1 0,0 15 5 16,0-15 6-16,0 0 11 0,4 6-11 0,-4-6-10 16,0 0-10-16,14 4-16 0,-5-2-17 15,-9-2-17-15,23 0-17 0,-10 0 2 0,-13 0 7 16,19-2 11-16,-19 2 5 0,13-1-7 16,-13 1-12-16,0 0-2 0,0 0-91 15,20 0-93-15,-20 0 0 0,3 7 0 0,-3-7 0 16,0 13 0-16,2-4 0 15,0 0 0-15,0 3 0 0,2-3 0 0,-1 5 0 16,6-3 0-16,-2 4 0 0,4-1 0 16,10 5 0-16,3-9 0 0,8 5 0 0,2-6 0 15,-2 0 0-15,-1-5 0 0,-8 0 0 16,-6 1-308-16,-7-2-392 0,-5 2-258 0,-5-5 66 16,-7 12 99-16,-14-4-751 0,-27 7-988 15</inkml:trace>
  <inkml:trace contextRef="#ctx0" brushRef="#br0" timeOffset="149854.81">23828 4009 4263 0,'-2'-13'20'0,"2"9"56"15,0 4 47-15,-1-8 39 0,1 8 32 16,0 0 15-16,-4-10-4 0,4 10-11 15,0 0 23-15,0 0 16 0,-23 22 7 0,3 7-13 16,-6 11 2-16,-2 3 1 0,-4 2 2 16,-2 2-4-16,4 0-8 0,-1 2-7 0,4-3-15 15,2-4-4-15,0-2-110 0,5-10-84 16,4 1 0-16,0-4 0 0,5-5 0 0,3-7 0 16,-2-1 0-16,5-1 0 0,-1-5 0 15,3 4 0-15,-1-7 0 0,-1 1 0 16,3 0 0-16,2-6 0 0,0 0 0 15,0 0 0-15,0 0 0 0,4-33 0 0,10 6-130 16,1-6-227-16,8-10 1 0,0-5 3 0,2-2 32 16,0 1 32-16,1-1 28 15,-1 3 52-15,0 5 51 0,-4 0 52 0,-6 10 56 16,-2 4 56-16,2 2 57 0,-6 5 47 16,2 7 45-16,-6 2 40 0,1-1 4 0,-3 5-5 15,1 3-9-15,3-1 6 0,-7 6 17 16,0 0 18-16,18 11-2 0,-6 3-8 0,3 13 1 15,2 5-16-15,2 10-201 16,0 2 0-16,3 2 0 0,0 1 0 0,-3-1 0 16,2-3 0-16,0 2 0 0,-7-13 0 0,0 1 0 15,0-4 0-15,-5-5 0 0,-1-5 0 16,-5-2 0-16,2-2 0 0,1 0 0 16,-4-6 0-16,-2 1 0 0,0-2 0 0,-2-1-307 15,2-7-253-15,-4 2-108 0,4-2-130 16,0 0-40-16,-16-15 84 0,11 3-697 15,-4-5-900-15</inkml:trace>
  <inkml:trace contextRef="#ctx0" brushRef="#br0" timeOffset="150036.01">23731 4424 4018 0,'-19'1'45'0,"2"-2"66"0,3 1 60 0,14 0 52 0,-16 1 60 0,16-1 27 16,-14 0 0-16,14 0-8 0,0 0-17 15,0 0-23-15,0 0-28 0,0 0-27 16,0 0-18-16,0 0-41 0,30-11-67 15,-7 7-107-15,2 0-116 0,11-2-124 16,2-3-124-16,0 2-165 0,3-2-229 0,-1 5 23 16,-3 0 94-16,-6-1-553 0,-4 5-684 15</inkml:trace>
  <inkml:trace contextRef="#ctx0" brushRef="#br0" timeOffset="150368.6">24750 3738 3615 0,'-14'-8'35'0,"-2"0"25"0,1 5 41 15,-1 5 55-15,0 4 45 0,-11 12 22 0,-7 11 21 16,0 7 11-16,-2 10 33 0,4 7 11 15,3 8-10-15,5-1 6 0,5 8-2 0,6-2-16 16,7 1-16-16,2 1-17 16,8-5-18-16,2-1-22 0,3-6-18 0,4-4-17 15,5-8-14-15,1-3-40 0,0-12-115 0,2-4 0 16,0-3 0-16,-2-7 0 0,0-5 0 16,-2-4 0-16,0-3-171 0,3-1-121 15,-4-6-89-15,4 1-101 0,-6-6-113 0,6-1-185 16,-7 2-26-16,-3-1 99 0,-3 0-646 15,-3 3-807-15</inkml:trace>
  <inkml:trace contextRef="#ctx0" brushRef="#br0" timeOffset="150901.97">24978 4100 4073 0,'-2'-6'152'0,"2"6"49"16,-4-9 44-16,4 9 40 0,-5-8 25 0,5 8-1 15,-1-9-13-15,1 9-23 0,0 0-20 16,-4-8-22-16,4 8-17 0,0 0-10 0,0 0-13 16,0 0 2-16,0 0-1 15,0 0 8-15,0 0-12 0,0 0-7 0,0 0-181 0,10 25 0 16,-8-10 0-16,-2 2 0 0,0 3 0 15,0 1 0-15,-2 4 0 0,2 1 0 0,-6 10 0 16,4-3 0-16,-2 2 0 0,-2-6 0 16,5-6 0-16,-3 1 0 0,-2-1 0 0,5-1 0 15,-3-5 0-15,1 0 0 16,-1-3 0-16,2-1 0 0,2-4 0 0,-1 1 0 16,-1 0 0-16,2-4 0 0,-2 0 0 15,2-6 0-15,-2 11 0 0,0-5 0 0,2-6 0 16,0 0 0-16,0 0 0 0,0 0 0 15,0 0 0-15,0 0 0 0,0 0-369 16,0 0-395-16,4-23-184 0,-2 14 86 0,1-1 93 16,-1-2-754-16,7-2-969 0</inkml:trace>
  <inkml:trace contextRef="#ctx0" brushRef="#br0" timeOffset="151518.73">24999 4098 3903 0,'-5'-5'-137'0,"1"-3"67"0,1 4 64 0,1-2 65 0,2 6 43 0,-6-10 40 15,6 5 22-15,0 5 14 0,0 0 11 16,2-18 6-16,2 14 11 0,-4 4 10 16,11-13-3-16,-3 9-4 0,0-4-20 0,3 2-13 15,1 0-18-15,1 4-20 0,4-1-12 16,-4 2-37-16,5 1-9 0,-2 4-5 16,4-2-14-16,-1 4-4 0,0 3 2 0,-2 0-10 15,-2 2-2-15,-5 1-6 0,-2 3-2 16,-7 3 25-16,-1-5-11 0,0 6 7 0,-5 3 7 15,-11 11 7-15,-2 8 20 0,-4-9 16 16,1-6 23-16,5 3 16 0,-2-6 4 16,5-4-7-16,3-5-9 0,3-2-133 15,-1-5-4-15,4 3 0 0,4-3 0 0,0-7 0 16,6 12 0-16,1-7 0 0,3 2 0 16,2-2 0-16,1 2 0 0,2-2 0 0,0 1 0 15,3 2 0-15,-2 3 0 0,2-2 0 16,-2 3 0-16,-2 0 0 0,1 1 0 0,-1-1 0 15,-7 4 0-15,1-1 0 0,-5 1 0 16,-3 1 0-16,0-1 0 0,-5 3 0 0,-4 1 0 16,-9 3 0-16,0-2 0 0,-5 2 0 15,5-8 0-15,-2 4 0 0,-2-5 0 16,6-4 0-16,-2 0 0 0,2-3 0 16,4-2 0-16,-1-1 0 0,1-1 0 0,2-3 0 15,10 0 0-15,-19-5 0 0,10 0 0 16,0-2 0-16,-2 0 0 0,2-3 0 0,2 0 0 15,-3-2 0-15,4 3 0 0,2-3-308 16,2 0-734-16,2 2 114 0,0 1-1083 16,4-1-1427-16</inkml:trace>
  <inkml:trace contextRef="#ctx0" brushRef="#br0" timeOffset="152051.95">25700 4420 5942 0,'-18'2'162'0,"18"-2"101"0,0 0 78 16,0 0 78-16,-9-8 25 0,9 8-13 15,0 0-242-15,-5-8-189 0,5 8 0 0,-3-6 0 16,3 6 0-16,-2-9 0 0,2 9 0 15,0 0 0-15,-2-10 0 0,2 10 0 16,0 0 0-16,2-7 0 0,-2 7 0 0,0 0 0 16,0 0 0-16,0 0 0 0,0 0 0 15,0 0 0-15,0 0-793 0,21 10-200 0,-15-5 108 16,-1-1-992-16,4 3-1302 0</inkml:trace>
  <inkml:trace contextRef="#ctx0" brushRef="#br0" timeOffset="152335">26229 4106 5188 0,'-9'-17'-6'16,"2"7"56"-16,-2 2 48 0,2 0 47 15,0 5 37-15,7 3 43 0,-20 2 10 0,5 3 13 16,3 2-2-16,-2 7-3 0,-4 8-6 15,3 3-6-15,1 3-12 0,9-4-15 0,-2-2-20 16,1 10-18-16,-1-7-70 16,7-1-96-16,0-3 0 0,2 0 0 0,3 2 0 15,-1-3 0-15,1 0 0 0,4-5 0 16,2-1 0-16,0-1-286 0,3-4-188 0,4-6-120 16,1 1-153-16,5-6-101 0,1-3 82 15,11-7-756-15,-2-2-968 0</inkml:trace>
  <inkml:trace contextRef="#ctx0" brushRef="#br0" timeOffset="152585.6">26687 3672 4426 0,'-2'-12'43'0,"0"4"72"0,2 3 55 16,0 5 57-16,0 0 55 0,0 0 41 16,0 0 26-16,0 0 14 0,0 0-7 0,18 37-7 15,-7-5-12-15,0 6 7 0,4 13-5 16,-2 4-171-16,-1 6-168 0,-6 6 0 0,-6 4 0 15,-7-1 0-15,-7 1 0 0,-11 17 0 16,-4-5 0-16,-3-5 0 0,5-18 0 16,-4-2 0-16,3-4 0 0,-3-7 0 0,5-2 0 15,2-5 0-15,4-10 0 0,5-6 0 16,0-5 0-16,5-4 0 0,3-6 0 0,0-4 0 16,4-3 0-16,3-2 0 0,0 0-547 15,3-19-450-15,11-10 87 0,8-10-1041 0,2-7-1371 16</inkml:trace>
  <inkml:trace contextRef="#ctx0" brushRef="#br0" timeOffset="152852.01">27334 4146 5848 0,'-13'-4'202'15,"6"1"46"-15,7 3 68 0,-10-5 69 0,10 5 21 16,-8-4-10-16,8 4-35 16,0 0-332-16,0 0-29 0,25-10 0 0,-5 8 0 15,2-2 0-15,3 2 0 0,2-2 0 0,-2 4 0 16,1-3 0-16,3-2 0 0,-4 5 0 16,-5 0-600-16,-2 0-156 0,-3 3-176 15,-3 0 85-15,-7 4 96 0,-3 2-713 16,-6 1-913-16</inkml:trace>
  <inkml:trace contextRef="#ctx0" brushRef="#br0" timeOffset="153037.94">27246 4371 4260 0,'-14'6'199'0,"5"0"75"0,1-3 80 16,2 0 61-16,6-3 53 0,0 0 28 16,-11 4-1-16,11-4-22 0,0 0-41 0,0 0-107 15,0 0-325-15,0 0 0 0,43 0 0 16,-22 0 0-16,6-4 0 0,2 1 0 15,-3 1 0-15,1-1 0 0,0-1 0 0,-3 2 0 16,1 1 0-16,-6-2-140 0,-2 3-426 16,-1-3-104-16,-5 2-173 0,-1-1-9 0,-10 2 96 15,13 0-728-15,-13 0-932 0</inkml:trace>
  <inkml:trace contextRef="#ctx0" brushRef="#br0" timeOffset="155167.97">28663 3945 3872 0,'-2'-10'-28'0,"0"1"55"0,0 1 40 0,2 8 44 0,-2-11 37 15,2 11 21-15,0 0-5 0,0 0 21 16,0 0 34-16,0 0 29 0,-23 34 5 0,10-4 0 16,-8 12-20-16,-2 4 0 0,1-2 2 15,-1 2-9-15,1 0-2 0,1 0-7 16,3-5-13-16,2-10-10 0,1 1-11 16,3-3-14-16,1-8-13 0,4-4-17 0,-1-5-49 15,2 1-90-15,0-4 0 0,5-2 0 16,-1-2 0-16,2-5 0 0,0 0 0 0,0 0 0 15,0 0 0-15,7-41 0 0,5 8 0 16,3-12 0-16,4-8 0 0,8-4 0 0,0-1 0 16,-1 4 0-16,-3 2 0 0,2 8 0 15,-8 11 0-15,-2 5 0 0,-6 9 0 16,2 3 0-16,-6 4 0 0,1 3 0 16,-3 4 0-16,3 3 0 0,-6 2 0 0,0 0 0 15,19 16 0-15,-10-4 0 0,4 5 0 16,-1 8 0-16,8 3 0 0,-4 2 0 15,4-1 0-15,-1 0 0 0,2-2 0 0,-2-3 0 16,-4-7 0-16,-1-2 0 0,-5-3 0 16,-4-1 0-16,4-3 0 0,-4 1 0 0,1-2 0 15,-3 0 0-15,-1-1 0 0,-2-6 0 16,-5 17 0-16,-3-5 0 0,-9 0 0 0,-8 5 0 16,-6 2 0-16,3-1 0 0,-5-3 0 15,3-1 0-15,-2 0 0 0,3-4 0 16,7-1 0-16,4-4 0 0,5 0 0 0,-1-2 0 15,3-1 0-15,11-2 0 0,-15 2 0 0,5-2 0 16,10 0 0-16,-12 0 0 16,12 0 0-16,-11-7 0 0,11 2-340 0,4-4-524 15,0-3-90-15,8-3 103 0,6-7-911 16,3-1-1194-16</inkml:trace>
  <inkml:trace contextRef="#ctx0" brushRef="#br0" timeOffset="155334.42">28983 4160 5210 0,'0'0'80'0,"0"0"41"0,-1-14 52 0,1 14 50 0,-4-12 15 0,4 12-18 0,-2-9-22 15,2 9-23-15,0-8-54 16,0 8-84-16,6-9-107 0,-6 9-106 0,11-5-143 16,-4 2-160-16,7 1-207 0,-1 2-75 15,1-2 89-15,-14 2-564 0,26 4-697 0</inkml:trace>
  <inkml:trace contextRef="#ctx0" brushRef="#br0" timeOffset="155917.73">29568 3993 3848 0,'-9'-9'248'0,"2"1"22"0,-2 3 44 15,6 0 33-15,3 5-21 16,0 0-26-16,0 0-16 0,0 0-25 0,-15 15-25 15,13-3-18-15,-1 8-23 0,1 3-17 16,4 1-18-16,-2 1-17 0,0 2-16 0,0-7-31 16,0 4-26-16,0-5-37 0,-2 1-39 15,0-4-49-15,2-3-38 0,0-1-33 0,0-3-35 16,0 1-47-16,0-10-55 0,2 2-53 16,-2-2-29-16,0 0-12 0,14-16 5 15,-6 0 17-15,5-10 21 0,6-3 28 0,-3-4 38 16,6-10 47-16,-1-3 55 0,-2 1 63 15,-2 4 54-15,-1 9 49 0,-7 6 43 0,0 2 39 16,0 8 29-16,-4 3 10 16,1 3-5-16,-1 0-15 0,-1 2-8 0,2 3-2 0,4 1 3 15,-10 4 4-15,14 3 4 16,-14-3-2-16,20 10 2 0,-11 0 8 0,-1 1 7 16,-2 4 12-16,-1 6 15 0,-1 1 8 15,-8 3 10-15,1 10 15 0,-7-1 18 16,2-2 15-16,-1-1 6 0,1-6 3 0,3-5-4 15,-2-4-3-15,4-1-5 0,-1 0 4 16,4-1-160-16,-2-2-69 0,4 3 0 0,0-3 0 16,2 5 0-16,-3-3 0 15,6 3 0-15,-3-1 0 0,-1 1 0 0,3 0 0 0,-4 1 0 16,1-2 0-16,-3 0 0 16,2 0 0-16,0-1 0 0,0-1 0 0,-2-1 0 15,-2 1 0-15,0-2 0 0,-1 0 0 16,-3 0 0-16,-3 0 0 0,-5 2 0 0,-3-3 0 15,0-2 0-15,-5-2 0 0,4-3 0 16,0 0 0-16,2-8 0 0,2-4 0 0,3-5-458 16,4-8-474-16,7-6 1 0,11-28 90 15,10-5-869-15,9-21-1145 0</inkml:trace>
  <inkml:trace contextRef="#ctx0" brushRef="#br0" timeOffset="156117.17">30153 3662 4505 0,'19'-19'-52'0,"-4"6"104"0,-3 1 76 0,-4 6 59 0,-3 0 55 0,-1 2 43 0,-4 4 24 15,0 0 21-15,0 0 26 0,19 16 1 0,-13 1-14 16,1 18-12-16,0 2-27 0,-6 8-29 16,-1 11-36-16,-5 9-239 0,-7 9 0 0,-11 15 0 15,-8 4 0-15,-1-4 0 0,-4-2 0 16,-2-3 0-16,0-7 0 0,-3-7 0 16,5-16 0-16,-1-8 0 0,-1-1 0 0,-7-6-336 15,4-6-228-15,-5-4-154 0,-1-8-190 16,-3-8 98-16,4-5 81 0,2-8-674 15,-3-3-856-15</inkml:trace>
  <inkml:trace contextRef="#ctx0" brushRef="#br0" timeOffset="156368">28417 3713 4093 0,'-23'3'-25'0,"-1"6"10"16,-8 11 53-16,-11 12 31 0,0 13 34 16,-9 15 17-16,6 13 10 0,4 2 15 0,10 5 2 15,12-12 0-15,9 4-12 0,9 3-9 16,10-4-15-16,13 15-9 0,10-9-8 16,8-5-19-16,13-10-49 0,11-7-70 15,7-4-93-15,10-9-152 0,5-7-199 16,6-9-204-16,-13-12 50 0,6-11 73 0,3-5-370 15,16-9-418-15</inkml:trace>
  <inkml:trace contextRef="#ctx0" brushRef="#br0" timeOffset="156551.65">30612 4236 3095 0,'-9'-12'305'15,"-4"-1"-32"-15,3 2-25 0,2 2-16 16,1 1-28-16,1 2-23 0,3 0-52 0,3 6-90 16,0 0-88-16,0 0-106 0,0 0-138 15,0 0-214-15,0 0-115 0,45 9 79 16,-20-4-320-16,9 5-347 0</inkml:trace>
  <inkml:trace contextRef="#ctx0" brushRef="#br0" timeOffset="156784.04">31623 4098 2915 0,'-25'-2'399'15,"0"0"22"-15,0 2 36 0,-2 2 35 16,1 0 8-16,-9 6-19 0,3 0-42 16,1 5-46-16,6 1-34 0,1 3-28 0,9-4-33 15,5 3-26-15,7-3-29 0,3 1-52 16,3 1-191-16,9 5 0 0,7 2 0 0,6 3 0 15,4-8 0-15,1 0 0 0,6-2 0 16,0-1-286-16,0-2-220 0,0-4-161 0,1 1-213 16,-8-2 39-16,-11-2 92 15,-6 1-701-15,-6 1-898 0</inkml:trace>
  <inkml:trace contextRef="#ctx0" brushRef="#br0" timeOffset="157200.66">26240 5467 3642 0,'-14'0'-187'0,"1"4"46"0,4-4 29 0,9 0 33 0,0 0 39 0,0 0 43 0,75-14 42 0,-5 3 21 16,40-11 14-16,19 1-1 0,18 0-6 15,61-10-13-15,9 2-4 0,16 3 1 16,11 1-9-16,14 2-6 0,9 0-1 16,9 4-6-16,1-1-11 0,-5 5-6 15,-5-2-19-15,-8 5-44 0,-17 2-58 0,-65 2-83 16,-12-4-102-16,-9 1-155 0,-21 1-71 16,-23-3 48-16,-40 5-134 0,-14-2-100 0</inkml:trace>
  <inkml:trace contextRef="#ctx0" brushRef="#br0" timeOffset="157467.85">26721 5432 1995 0,'-59'9'201'0,"13"-2"-18"0,14-2-15 16,13-3 2-16,9 0 19 0,10-2 28 15,0 0 1-15,97-13-8 0,33-7-8 0,76-12-17 16,40 3-10-16,30 2-20 0,25 1-17 16,25 9-3-16,13 0-9 0,6 5-17 0,2 8-9 15,-12 4-12-15,-19 6-14 0,-24 2-35 16,-26 6-48-16,-26-4-63 0,-79-3-85 0,-17-2-94 16,-26 0-94-16,-41-3-94 0,-23-4-134 15,-22 4-1-15,-12-4-330 0,-13 0-385 16</inkml:trace>
  <inkml:trace contextRef="#ctx0" brushRef="#br0" timeOffset="158151.04">22564 4263 2463 0,'-39'-2'100'15,"5"2"24"-15,7-2-9 0,4 0 33 16,4 0 49-16,3 2 52 0,5 0 45 16,11 0 22-16,-15-2 18 0,15 2-14 0,0 0-10 15,0 0-35-15,36-25-24 16,1 13-29-16,12-5-40 0,2 1-79 0,5 3-85 15,-5 3-97-15,-11 1-119 0,0 1-146 0,-11 6-154 16,-8 0-223-16,-6 5 50 0,-10 1 82 0,-5 4-405 16,0-8-469-16</inkml:trace>
  <inkml:trace contextRef="#ctx0" brushRef="#br0" timeOffset="158286.94">22288 4664 2941 0,'0'0'24'15,"0"0"-8"-15,23-16-12 0,-1 6-17 0,10-9-37 16,13-7-62-16,3 0-122 16,10-3-241-16,-10 2 7 0,2-2-88 0,-6 3-57 0</inkml:trace>
  <inkml:trace contextRef="#ctx0" brushRef="#br0" timeOffset="158516.79">23022 4032 2070 0,'4'-7'452'0,"-4"7"32"0,0 0 24 16,0 0 27-16,0 0 6 0,2-8-31 0,-2 8-50 16,0 0-44-16,0 0-43 0,31 13-36 15,-9 3-28-15,3 6-34 0,3 10-24 0,-3 7-26 16,-3 5-22-16,-11 4-17 16,-8 7-130-16,-10 5-56 0,-12 2 0 0,-17 12 0 0,-10-1 0 15,-5-7 0-15,-7-3 0 16,3-8 0-16,10-12-96 0,-2-4-225 0,4-3-100 15,2-3-116-15,9-4-140 0,5-10-170 16,11-7 72-16,0-5 94 0,7-5-624 0,1-7-762 16</inkml:trace>
  <inkml:trace contextRef="#ctx0" brushRef="#br0" timeOffset="159083.91">23851 5229 4078 0,'-69'-4'256'0,"1"2"-25"0,1-8-22 16,15 8 6-16,9-5 60 0,3 2 49 15,14 0 35-15,4-1 7 0,11 0-40 16,9-5-33-16,12 1-33 0,24-8-26 0,29 0-21 16,35-6-35-16,24 3-49 0,18-1-58 15,14 3-93-15,10 2-122 0,-4 0-149 0,-2 5-148 16,-1 5-113-16,-11 0-95 0,-16 3-153 16,-39 3 56-16,-22 0 75 0,-31 2-586 0,-21 4-717 15</inkml:trace>
  <inkml:trace contextRef="#ctx0" brushRef="#br0" timeOffset="159222.26">24793 5114 3875 0,'-82'6'196'0,"8"-6"1"0,-5-2 17 16,2 0 62-16,4 2 62 0,10 0 21 16,16-2 6-16,17 0-5 0,4 1-22 0,10-1-31 15,4 2-30-15,8-5-32 0,4 5-50 16,16-9-53-16,19-1-66 0,18 0-94 0,16 1-120 16,7-3-153-16,6 6-171 0,0-1-182 15,0 0-190-15,-6 0 52 0,-5 0 98 0,-5 0-645 16,-6-1-785-16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52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2710 144 8033 0 0,'28'-14'1399'0'0,"-14"-1"8508"0"0,-52-2-8245 0 0,-50 6-535 0 0,-796-76 3449 0 0,221 93-3867 0 0,567 0-460 0 0,0 5 0 0 0,-154 38-1 0 0,193-34-231 0 0,1 3 1 0 0,0 3-1 0 0,2 1 0 0 0,0 4 0 0 0,-84 53 1 0 0,124-69-19 0 0,0 1 1 0 0,1 0 0 0 0,1 1-1 0 0,0 0 1 0 0,0 1-1 0 0,1 0 1 0 0,1 1 0 0 0,0 0-1 0 0,1 1 1 0 0,1 0 0 0 0,0 0-1 0 0,1 1 1 0 0,0-1 0 0 0,-7 30-1 0 0,-37 121 50 0 0,48-152 3 0 0,1-1 0 0 0,0 1 0 0 0,0 0 1 0 0,2-1-1 0 0,-1 1 0 0 0,2 0 0 0 0,0 0 0 0 0,1 0 1 0 0,0-1-1 0 0,1 1 0 0 0,0-1 0 0 0,1 0 0 0 0,1 0 0 0 0,9 20 1 0 0,3-2 61 0 0,1 0 0 0 0,1-1 0 0 0,2-1 1 0 0,30 33-1 0 0,169 177 1918 0 0,-182-201-1672 0 0,78 59 0 0 0,-102-87-325 0 0,1 0 1 0 0,0-1-1 0 0,0-1 1 0 0,1-1-1 0 0,0 0 1 0 0,1-1-1 0 0,-1 0 1 0 0,1-1 0 0 0,27 3-1 0 0,28 1-35 0 0,28 2 0 0 0,108 0 0 0 0,217-31 0 0 0,-120 3 0 0 0,-86 21 0 0 0,-155 1 0 0 0,1-4 0 0 0,0-2 0 0 0,-1-3 0 0 0,89-17 0 0 0,271-44 0 0 0,-296 50 0 0 0,-92 9 0 0 0,-1-3 0 0 0,0 0 0 0 0,-1-3 0 0 0,0 0 0 0 0,-1-3 0 0 0,0 0 0 0 0,45-30 0 0 0,-24 13 0 0 0,-1-2 0 0 0,68-59 0 0 0,-109 83 0 0 0,-1-1 0 0 0,0 0 0 0 0,-1-1 0 0 0,0 0 0 0 0,0 0 0 0 0,-2-1 0 0 0,1-1 0 0 0,-2 1 0 0 0,0-1 0 0 0,0-1 0 0 0,-1 1 0 0 0,-1-1 0 0 0,-1 0 0 0 0,0 0 0 0 0,-1-1 0 0 0,0 1 0 0 0,-1-1 0 0 0,-1 1 0 0 0,-1-1 0 0 0,-2-24 0 0 0,-2 8 0 0 0,-1 2 0 0 0,-1-1 0 0 0,-2 1 0 0 0,-1 0 0 0 0,-2 0 0 0 0,0 1 0 0 0,-2 1 0 0 0,-2 0 0 0 0,0 0 0 0 0,-23-29 0 0 0,25 42 0 0 0,-1 0 0 0 0,-1 1 0 0 0,0 0 0 0 0,-1 1 0 0 0,0 1 0 0 0,-1 0 0 0 0,0 2 0 0 0,0 0 0 0 0,-30-12 0 0 0,-19-3 0 0 0,-96-24 0 0 0,73 24 0 0 0,58 15 0 0 0,9 3 0 0 0,-1 0 0 0 0,0 2 0 0 0,0 1 0 0 0,-43-3 0 0 0,36 5 0 0 0,-57 5 0 0 0,77-2 0 0 0,-23-1 0 0 0,6 5 0 0 0,-3 2 0 0 0,-28 4-2669 0 0,2-3-10572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55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70 14889 0 0,'-5'-48'-1681'0'0,"3"27"3694"0"0,19 74-213 0 0,21 111-1 0 0,0 7 350 0 0,-20-104-1314 0 0,15 47-371 0 0,-33-114-584 0 0,0 1 0 0 0,1-1 1 0 0,-1 1-1 0 0,0-1 0 0 0,1 1 0 0 0,-1-1 0 0 0,1 1 0 0 0,-1-1 0 0 0,0 1 1 0 0,1-1-1 0 0,-1 1 0 0 0,1-1 0 0 0,-1 0 0 0 0,1 1 0 0 0,0-1 1 0 0,-1 0-1 0 0,1 0 0 0 0,-1 0 0 0 0,1 1 0 0 0,0-1 0 0 0,-1 0 0 0 0,1 0 1 0 0,-1 0-1 0 0,1 0 0 0 0,0 0 0 0 0,-1 0 0 0 0,1 0 0 0 0,0 0 1 0 0,-1 0-1 0 0,1 0 0 0 0,-1 0 0 0 0,1 0 0 0 0,0-1 0 0 0,-1 1 0 0 0,2 0 1 0 0,19-10-2891 0 0,-19 8 3173 0 0,9-4-1487 0 0,0-1 0 0 0,-1-1-1 0 0,0 1 1 0 0,11-12 0 0 0,-8 6-579 0 0,19-19-2824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55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37 106 9185 0 0,'6'-5'-444'0'0,"-4"3"1130"0"0,-7 5 3552 0 0,2-1-4123 0 0,0 0 1 0 0,1 0-1 0 0,-1 0 1 0 0,0 1 0 0 0,0-1-1 0 0,1 1 1 0 0,0 0 0 0 0,-1 0-1 0 0,1 0 1 0 0,0 0-1 0 0,1 0 1 0 0,-1 0 0 0 0,0 0-1 0 0,1 1 1 0 0,0-1 0 0 0,0 1-1 0 0,0-1 1 0 0,0 1-1 0 0,0-1 1 0 0,1 1 0 0 0,0-1-1 0 0,-1 1 1 0 0,1 0 0 0 0,1-1-1 0 0,-1 1 1 0 0,0-1-1 0 0,1 1 1 0 0,0-1 0 0 0,0 1-1 0 0,0-1 1 0 0,0 1-1 0 0,0-1 1 0 0,1 0 0 0 0,-1 1-1 0 0,5 4 1 0 0,3 3 33 0 0,1 0 1 0 0,0-1-1 0 0,0-1 0 0 0,1 0 1 0 0,1 0-1 0 0,-1-1 0 0 0,2 0 1 0 0,-1-1-1 0 0,1-1 0 0 0,0 0 1 0 0,0 0-1 0 0,22 5 0 0 0,4 0 86 0 0,0-2 0 0 0,1-2 0 0 0,47 2 0 0 0,-74-8-162 0 0,0 0 1 0 0,0-2-1 0 0,0 1 1 0 0,0-1 0 0 0,0-1-1 0 0,-1-1 1 0 0,1 0-1 0 0,0 0 1 0 0,22-10-1 0 0,-30 10-55 0 0,0 1-1 0 0,-1-1 1 0 0,1 0 0 0 0,-1 0-1 0 0,0 0 1 0 0,0 0-1 0 0,0-1 1 0 0,0 0-1 0 0,-1 0 1 0 0,1 0 0 0 0,-1 0-1 0 0,0 0 1 0 0,0-1-1 0 0,-1 1 1 0 0,1-1 0 0 0,-1 0-1 0 0,0 0 1 0 0,0 0-1 0 0,-1 0 1 0 0,0 0-1 0 0,1 0 1 0 0,-2 0 0 0 0,1-1-1 0 0,0 1 1 0 0,-1 0-1 0 0,-1-8 1 0 0,0 0 2 0 0,0 1-1 0 0,-1 0 1 0 0,0 0-1 0 0,-1 0 1 0 0,-1 0-1 0 0,0 0 1 0 0,0 1 0 0 0,-1-1-1 0 0,0 1 1 0 0,-9-12-1 0 0,10 17-26 0 0,0 0-1 0 0,-1 0 1 0 0,0 0-1 0 0,0 1 1 0 0,0 0-1 0 0,-1 0 1 0 0,0 0-1 0 0,0 1 1 0 0,0 0 0 0 0,0 0-1 0 0,-1 0 1 0 0,1 1-1 0 0,-1 0 1 0 0,0 0-1 0 0,0 1 1 0 0,0 0-1 0 0,-15-2 1 0 0,17 3-277 0 0,0 0 1 0 0,-1 1-1 0 0,1-1 1 0 0,0 2-1 0 0,-1-1 1 0 0,1 0-1 0 0,-1 1 1 0 0,1 0 0 0 0,0 0-1 0 0,0 1 1 0 0,0 0-1 0 0,0 0 1 0 0,-7 3-1 0 0,9-3-1200 0 0,11 0-2742 0 0,-3 0 3753 0 0,1 0-211 0 0,1 0 1 0 0,-1 0-1 0 0,1-1 0 0 0,-1 0 0 0 0,1 0 1 0 0,0 0-1 0 0,7-1 0 0 0,25-3-3837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56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391 229 10017 0 0,'0'0'504'0'0,"-6"5"-44"0"0,-80 51 2553 0 0,49-34-1700 0 0,2 1 0 0 0,-38 33 1 0 0,-79 80 1123 0 0,151-134-2598 0 0,2-10-1654 0 0,2-7 1522 0 0,1-1 1 0 0,0 1-1 0 0,1 0 0 0 0,1 0 0 0 0,8-15 1 0 0,47-80-1073 0 0,-26 51 866 0 0,-35 58 533 0 0,0 1-1 0 0,0 0 1 0 0,0 0 0 0 0,1-1 0 0 0,-1 1 0 0 0,0 0-1 0 0,0-1 1 0 0,0 1 0 0 0,0 0 0 0 0,1 0 0 0 0,-1-1 0 0 0,0 1-1 0 0,0 0 1 0 0,1 0 0 0 0,-1-1 0 0 0,0 1 0 0 0,0 0-1 0 0,1 0 1 0 0,-1 0 0 0 0,0-1 0 0 0,1 1 0 0 0,-1 0 0 0 0,0 0-1 0 0,1 0 1 0 0,-1 0 0 0 0,0 0 0 0 0,1 0 0 0 0,-1 0-1 0 0,0 0 1 0 0,1 0 0 0 0,-1 0 0 0 0,0 0 0 0 0,1 0 0 0 0,-1 0-1 0 0,0 0 1 0 0,1 0 0 0 0,-1 0 0 0 0,0 0 0 0 0,1 0-1 0 0,-1 1 1 0 0,0-1 0 0 0,1 0 0 0 0,-1 0 0 0 0,0 0 0 0 0,0 0-1 0 0,1 1 1 0 0,-1-1 0 0 0,0 0 0 0 0,0 0 0 0 0,1 1 0 0 0,3 5 52 0 0,0-1 1 0 0,1 0-1 0 0,-1 0 1 0 0,1 0 0 0 0,1-1-1 0 0,-1 1 1 0 0,1-1 0 0 0,-1 0-1 0 0,1-1 1 0 0,0 1 0 0 0,0-1-1 0 0,1 0 1 0 0,7 2-1 0 0,0-1-30 0 0,1-1-1 0 0,-1 0 1 0 0,1 0-1 0 0,0-2 0 0 0,27 0 1 0 0,-6-3-194 0 0,-1-2-1 0 0,1-1 1 0 0,-1-2 0 0 0,50-16 0 0 0,-59 14 5 0 0,0-1-1 0 0,-1-2 1 0 0,0 0-1 0 0,37-26 0 0 0,-49 30 78 0 0,-2-1-1 0 0,1-1 0 0 0,-1 1 0 0 0,-1-2 0 0 0,0 1 1 0 0,0-2-1 0 0,-1 1 0 0 0,0-1 0 0 0,-1 0 0 0 0,9-21 0 0 0,-16 32 71 0 0,0-1 0 0 0,0 0 0 0 0,0 1 0 0 0,0-1 0 0 0,-1 0 0 0 0,1 0 0 0 0,-1 1 0 0 0,1-1 0 0 0,-1 0-1 0 0,0 0 1 0 0,1 0 0 0 0,-1 0 0 0 0,0 1 0 0 0,0-1 0 0 0,0 0 0 0 0,-1 0 0 0 0,1 0 0 0 0,0 0 0 0 0,-1 1-1 0 0,1-1 1 0 0,-1 0 0 0 0,0 0 0 0 0,1 1 0 0 0,-1-1 0 0 0,-1-1 0 0 0,0 1 29 0 0,0 1 0 0 0,0 0 1 0 0,0-1-1 0 0,0 1 0 0 0,0 0 1 0 0,-1 0-1 0 0,1 1 0 0 0,0-1 0 0 0,0 0 1 0 0,-1 1-1 0 0,1-1 0 0 0,0 1 1 0 0,0 0-1 0 0,-1 0 0 0 0,1 0 0 0 0,-5 0 1 0 0,-3 1 159 0 0,-1 1 0 0 0,1 0 0 0 0,0 0 0 0 0,-1 1 0 0 0,1 0-1 0 0,1 1 1 0 0,-19 9 0 0 0,22-9-30 0 0,-1 0 0 0 0,1 1 1 0 0,0 0-1 0 0,0 0 0 0 0,1 0 0 0 0,-1 1 0 0 0,1 0 0 0 0,0 0 0 0 0,1 0 0 0 0,-1 1 0 0 0,-4 9 0 0 0,8-12-83 0 0,-1 0-1 0 0,1 0 1 0 0,0 1 0 0 0,0-1-1 0 0,1 0 1 0 0,-1 0 0 0 0,1 1 0 0 0,0-1-1 0 0,0 0 1 0 0,0 1 0 0 0,0-1-1 0 0,1 0 1 0 0,0 0 0 0 0,0 0-1 0 0,0 1 1 0 0,0-1 0 0 0,1 0 0 0 0,0 0-1 0 0,0 0 1 0 0,0-1 0 0 0,0 1-1 0 0,3 4 1 0 0,31 43 541 0 0,-17-28-373 0 0,-2 2 0 0 0,-1 1-1 0 0,0 0 1 0 0,-2 1 0 0 0,11 29 0 0 0,-24-52-216 0 0,0 1 0 0 0,0-1 0 0 0,0 1 0 0 0,0 0-1 0 0,-1-1 1 0 0,1 1 0 0 0,-1 0 0 0 0,0 0 0 0 0,-1-1-1 0 0,1 1 1 0 0,-1 0 0 0 0,0 0 0 0 0,0-1 0 0 0,-1 1-1 0 0,1-1 1 0 0,-5 8 0 0 0,2-5-18 0 0,0-1-1 0 0,-1 1 1 0 0,1-1 0 0 0,-2 0 0 0 0,1-1-1 0 0,-1 1 1 0 0,0-1 0 0 0,0 0-1 0 0,-9 5 1 0 0,-10 5-835 0 0,-1-2-1 0 0,-1 0 0 0 0,0-2 1 0 0,-36 9-1 0 0,30-10-2711 0 0,0 2 1 0 0,1 1-1 0 0,-32 18 0 0 0,21-7-2520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58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456 52 10881 0 0,'-3'-15'-603'0'0,"2"13"647"0"0,1 1-1 0 0,0-1 0 0 0,-1 0 1 0 0,0 1-1 0 0,1-1 0 0 0,-1 0 1 0 0,0 1-1 0 0,0-1 0 0 0,0 0 1 0 0,0 1-1 0 0,0 0 0 0 0,0-1 1 0 0,0 1-1 0 0,0-1 0 0 0,-1 1 1 0 0,1 0-1 0 0,0 0 0 0 0,-1 0 1 0 0,1 0-1 0 0,-1 0 0 0 0,1 0 1 0 0,-1 0-1 0 0,0 1 0 0 0,1-1 1 0 0,-1 0-1 0 0,0 1 0 0 0,0 0 1 0 0,1-1-1 0 0,-4 1 0 0 0,-5-1 244 0 0,0 1 0 0 0,0 0-1 0 0,0 0 1 0 0,-13 3 0 0 0,10-1-252 0 0,-16 2 320 0 0,1 0 0 0 0,0 2-1 0 0,0 1 1 0 0,1 2 0 0 0,0 0 0 0 0,0 2 0 0 0,1 1-1 0 0,0 1 1 0 0,-31 21 0 0 0,55-32-280 0 0,-1-1-1 0 0,1 1 1 0 0,0 0-1 0 0,-1-1 1 0 0,1 1 0 0 0,0 0-1 0 0,0 0 1 0 0,0 1 0 0 0,1-1-1 0 0,-1 0 1 0 0,0 1 0 0 0,1-1-1 0 0,0 0 1 0 0,-1 1 0 0 0,1 0-1 0 0,0-1 1 0 0,0 1 0 0 0,1 0-1 0 0,-1 0 1 0 0,0-1 0 0 0,1 1-1 0 0,0 0 1 0 0,0 0 0 0 0,0 0-1 0 0,0 0 1 0 0,0-1 0 0 0,0 1-1 0 0,1 0 1 0 0,-1 0 0 0 0,1 0-1 0 0,0-1 1 0 0,0 1 0 0 0,0 0-1 0 0,0-1 1 0 0,0 1 0 0 0,1-1-1 0 0,-1 1 1 0 0,1-1 0 0 0,1 3-1 0 0,9 9 177 0 0,1-1 1 0 0,0 0-1 0 0,1 0 0 0 0,0-1 0 0 0,17 10 0 0 0,4 5 3 0 0,-3-2 88 0 0,-13-9-142 0 0,1 0 0 0 0,18 21 0 0 0,-34-33-128 0 0,0 1 0 0 0,-1-1 1 0 0,1 1-1 0 0,-1 0 0 0 0,0-1 0 0 0,0 2 0 0 0,-1-1 0 0 0,1 0 0 0 0,-1 0 0 0 0,0 1 1 0 0,-1-1-1 0 0,1 1 0 0 0,-1 0 0 0 0,0 9 0 0 0,-1-11 30 0 0,-1 0-1 0 0,0 0 0 0 0,0 1 1 0 0,0-1-1 0 0,-1 0 0 0 0,0 0 1 0 0,0-1-1 0 0,0 1 1 0 0,0 0-1 0 0,0-1 0 0 0,-1 1 1 0 0,1-1-1 0 0,-1 0 1 0 0,0 1-1 0 0,0-1 0 0 0,0-1 1 0 0,-1 1-1 0 0,-3 3 0 0 0,-7 3 251 0 0,1 0 0 0 0,-1 0-1 0 0,-21 8 1 0 0,18-11 4 0 0,1-1 1 0 0,-2 0-1 0 0,-31 4 0 0 0,43-8-253 0 0,0-3-137 0 0,4 1-68 0 0,-1 0 0 0 0,0 0 0 0 0,0 0 0 0 0,0 0 0 0 0,1-1 1 0 0,-1 1-1 0 0,1-1 0 0 0,-1 1 0 0 0,1-1 0 0 0,-4-3 1 0 0,5 3-47 0 0,1 1 1 0 0,-1 0 0 0 0,1 0 0 0 0,-1 0-1 0 0,1-1 1 0 0,-1 1 0 0 0,1 0 0 0 0,0-1 0 0 0,0 1-1 0 0,-1 0 1 0 0,1-1 0 0 0,0 1 0 0 0,0 0-1 0 0,1-1 1 0 0,-1 1 0 0 0,0 0 0 0 0,0-1 0 0 0,1 1-1 0 0,-1 0 1 0 0,0-1 0 0 0,1 1 0 0 0,-1 0-1 0 0,1 0 1 0 0,0 0 0 0 0,-1-1 0 0 0,1 1 0 0 0,0 0-1 0 0,0 0 1 0 0,0 0 0 0 0,0 0 0 0 0,1-1-1 0 0,9-8-909 0 0,0 0-1 0 0,0 1 0 0 0,0 0 0 0 0,1 1 0 0 0,0 0 1 0 0,1 1-1 0 0,0 0 0 0 0,0 1 0 0 0,22-6 1 0 0,12-8-2810 0 0,10-6-2194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59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10 10985 0 0,'29'-10'2258'0'0,"-40"18"2048"0"0,-35 20-2823 0 0,1 8-276 0 0,-51 57-1 0 0,-19 16-591 0 0,85-85-827 0 0,-55 35 1 0 0,84-58 179 0 0,0 0 1 0 0,-1 0-1 0 0,1-1 1 0 0,0 1-1 0 0,0 0 1 0 0,-1 0-1 0 0,1-1 1 0 0,-1 1-1 0 0,1-1 1 0 0,-1 1-1 0 0,1-1 1 0 0,-1 0-1 0 0,1 1 1 0 0,-1-1 0 0 0,1 0-1 0 0,-1 0 1 0 0,1 0-1 0 0,-1 0 1 0 0,1 0-1 0 0,-1 0 1 0 0,1-1-1 0 0,-1 1 1 0 0,1-1-1 0 0,-1 1 1 0 0,1-1-1 0 0,-1 1 1 0 0,1-1-1 0 0,-1 0 1 0 0,1 1-1 0 0,0-1 1 0 0,0 0-1 0 0,-1 0 1 0 0,1 0-1 0 0,0 0 1 0 0,0 0 0 0 0,0-1-1 0 0,0 1 1 0 0,0 0-1 0 0,0 0 1 0 0,0-1-1 0 0,1 1 1 0 0,-1 0-1 0 0,0-1 1 0 0,1 1-1 0 0,-1-1 1 0 0,1 1-1 0 0,0-1 1 0 0,-1-1-1 0 0,-1-5-7 0 0,0-1-1 0 0,1 1 0 0 0,0-1 0 0 0,1 1 1 0 0,0-1-1 0 0,0 1 0 0 0,2-10 0 0 0,-1 7 300 0 0,0 1-1 0 0,1 0 1 0 0,0 0-1 0 0,1-1 1 0 0,0 2-1 0 0,1-1 1 0 0,0 0-1 0 0,9-15 0 0 0,-11 24-152 0 0,-1-1-1 0 0,1 1 1 0 0,0 0-1 0 0,0 0 0 0 0,0 0 1 0 0,1 0-1 0 0,-1 0 0 0 0,0 0 1 0 0,0 0-1 0 0,1 1 1 0 0,-1-1-1 0 0,0 1 0 0 0,1 0 1 0 0,-1-1-1 0 0,0 1 1 0 0,4 1-1 0 0,38 1 865 0 0,-5 5-422 0 0,-2 2-1 0 0,1 1 1 0 0,56 25 0 0 0,21 5-2777 0 0,-93-33 15 0 0,0-2 0 0 0,0-1-1 0 0,30 3 1 0 0,7-12-5389 0 0,-25 1 1055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59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21 12381 0 0,'3'-17'348'0'0,"-6"13"1231"0"0,-14 18 1169 0 0,8-6-3258 0 0,-25 26 1375 0 0,1 2 0 0 0,2 1 0 0 0,-28 42-1 0 0,44-58-571 0 0,-5 4 52 0 0,2 0 0 0 0,1 2 0 0 0,0 0 0 0 0,2 1 0 0 0,2 1 0 0 0,-19 51 0 0 0,23-52-65 0 0,7-23-218 0 0,0-1 0 0 0,0 0 1 0 0,1 0-1 0 0,-1 1 0 0 0,1-1 0 0 0,0 1 1 0 0,0-1-1 0 0,1 1 0 0 0,-1-1 0 0 0,1 1 1 0 0,0-1-1 0 0,0 1 0 0 0,1 0 1 0 0,-1-1-1 0 0,1 1 0 0 0,0-1 0 0 0,2 6 1 0 0,-2-8-31 0 0,1-1 1 0 0,-1 0-1 0 0,1 1 1 0 0,-1-1-1 0 0,1 0 1 0 0,0 0 0 0 0,0 0-1 0 0,-1 0 1 0 0,1-1-1 0 0,0 1 1 0 0,0 0 0 0 0,0-1-1 0 0,0 1 1 0 0,0-1-1 0 0,0 0 1 0 0,0 1-1 0 0,0-1 1 0 0,0 0 0 0 0,0 0-1 0 0,0 0 1 0 0,2-1-1 0 0,36-5 415 0 0,-39 6-456 0 0,3-1 117 0 0,45-15-4687 0 0,131-73-6281 0 0,-138 67 7638 0 0,4-4-1637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59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71 9513 0 0,'23'-9'86'0'0,"-23"8"-61"0"0,0 1-1 0 0,1 0 1 0 0,-1 0 0 0 0,0 0-1 0 0,0 0 1 0 0,0 0 0 0 0,0 0-1 0 0,1 0 1 0 0,-1 0 0 0 0,0 0-1 0 0,0 0 1 0 0,0 0 0 0 0,1 0-1 0 0,-1 0 1 0 0,0 0 0 0 0,0 0-1 0 0,0 0 1 0 0,0 0 0 0 0,1 0-1 0 0,-1 0 1 0 0,0 0 0 0 0,0 0-1 0 0,0 0 1 0 0,0 1-1 0 0,1-1 1 0 0,-1 0 0 0 0,0 0-1 0 0,0 0 1 0 0,0 0 0 0 0,0 0-1 0 0,0 0 1 0 0,1 1 0 0 0,-1-1-1 0 0,0 0 1 0 0,0 0 0 0 0,0 0-1 0 0,0 0 1 0 0,0 1 0 0 0,0-1-1 0 0,0 0 1 0 0,0 0 0 0 0,0 0-1 0 0,0 0 1 0 0,0 1 0 0 0,0-1-1 0 0,1 0 1 0 0,-1 0 0 0 0,-17 33 3445 0 0,-3 5-2101 0 0,18-33-1185 0 0,0-1 0 0 0,1 1 0 0 0,0 0 0 0 0,0 0-1 0 0,0 0 1 0 0,0 1 0 0 0,1-1 0 0 0,0 0 0 0 0,0 0 0 0 0,1 0 0 0 0,-1 0 0 0 0,1 0-1 0 0,0 0 1 0 0,3 8 0 0 0,-3-9-123 0 0,1-1-1 0 0,0 0 1 0 0,0 0 0 0 0,0-1-1 0 0,1 1 1 0 0,-1 0 0 0 0,1-1-1 0 0,-1 1 1 0 0,1-1-1 0 0,0 0 1 0 0,0 0 0 0 0,0 0-1 0 0,0 0 1 0 0,0-1 0 0 0,0 1-1 0 0,1-1 1 0 0,-1 0-1 0 0,0 0 1 0 0,1 0 0 0 0,-1 0-1 0 0,1 0 1 0 0,3-1-1 0 0,0 1 34 0 0,-1 0 0 0 0,1 0-1 0 0,-1-1 1 0 0,1 0-1 0 0,-1 0 1 0 0,1-1 0 0 0,-1 0-1 0 0,1 0 1 0 0,-1 0-1 0 0,12-5 1 0 0,-15 5-57 0 0,0-1-1 0 0,-1 1 1 0 0,1-1 0 0 0,0 0 0 0 0,-1 0 0 0 0,1 0 0 0 0,-1-1-1 0 0,0 1 1 0 0,0-1 0 0 0,0 1 0 0 0,0-1 0 0 0,0 1 0 0 0,0-1-1 0 0,-1 0 1 0 0,1 0 0 0 0,-1 0 0 0 0,0 0 0 0 0,0 0 0 0 0,0 0-1 0 0,0 0 1 0 0,0-1 0 0 0,-1 1 0 0 0,0 0 0 0 0,1-4 0 0 0,-1-3 7 0 0,1 1 0 0 0,-1 0 0 0 0,-1 0 0 0 0,0 0 0 0 0,0 0 1 0 0,-1 0-1 0 0,0 0 0 0 0,0 0 0 0 0,-1 0 0 0 0,0 1 0 0 0,-1-1 1 0 0,0 1-1 0 0,-8-13 0 0 0,9 16-137 0 0,-1 1 0 0 0,1 0-1 0 0,-1 0 1 0 0,0 0 0 0 0,-1 1 0 0 0,1 0 0 0 0,0-1-1 0 0,-1 2 1 0 0,0-1 0 0 0,0 0 0 0 0,0 1 0 0 0,0 0-1 0 0,0 0 1 0 0,0 0 0 0 0,0 1 0 0 0,-1 0 0 0 0,1 0 0 0 0,0 0-1 0 0,-1 1 1 0 0,1-1 0 0 0,-1 1 0 0 0,1 1 0 0 0,-1-1-1 0 0,-5 2 1 0 0,-13 2-1432 0 0,1 1 0 0 0,1 1 1 0 0,-1 1-1 0 0,1 1 0 0 0,0 1 0 0 0,0 1 0 0 0,2 0 0 0 0,-24 17 0 0 0,17-7-2908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00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129 317 10197 0 0,'-42'2'488'0'0,"28"-1"285"0"0,1 0 1 0 0,0-1 0 0 0,0 0 0 0 0,-18-4-1 0 0,29 4 230 0 0,18-3-71 0 0,1026-167 3328 0 0,-298 58-4540 0 0,-638 86-1199 0 0,-105 26 620 0 0,-17-3-2121 0 0,-1 2 1158 0 0,0 0 1 0 0,-22 1-1 0 0,-3 0-2188 0 0,10-1 191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00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243 228 8265 0 0,'-100'-1'22'0'0,"-39"-3"2914"0"0,135 3-1427 0 0,16-2-778 0 0,119-25 608 0 0,236-18 0 0 0,-201 29-816 0 0,875-110 1719 0 0,-1017 126-7101 0 0,-31 9 2498 0 0,-55 18 877 0 0,25-11-242 0 0,-34 17-1207 0 0,-2 3-754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17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270 331 3092 0 0,'-38'-3'1080'0'0,"-31"-4"1678"0"0,-83-18-1 0 0,142 19-1886 0 0,15-1 292 0 0,26-6-91 0 0,-29 12-1143 0 0,28-8 402 0 0,0 1 1 0 0,1 2 0 0 0,43-4-1 0 0,-48 7-206 0 0,867-84 2172 0 0,14 29-946 0 0,-642 43-980 0 0,30-2 6 0 0,48-2 182 0 0,-112 3 192 0 0,-228 16-1761 0 0,7 0 2566 0 0,7-21-20125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18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14 162 9669 0 0,'-12'1'520'0'0,"12"-1"-459"0"0,0-1 1 0 0,1 1-1 0 0,-1 0 0 0 0,0 0 0 0 0,0 0 0 0 0,0 0 0 0 0,0 0 0 0 0,0 0 0 0 0,0 0 0 0 0,0-1 0 0 0,0 1 0 0 0,0 0 0 0 0,0 0 0 0 0,0 0 0 0 0,0 0 0 0 0,0 0 1 0 0,0 0-1 0 0,0-1 0 0 0,0 1 0 0 0,0 0 0 0 0,0 0 0 0 0,0 0 0 0 0,0 0 0 0 0,0 0 0 0 0,0 0 0 0 0,0-1 0 0 0,0 1 0 0 0,0 0 0 0 0,0 0 0 0 0,-1 0 1 0 0,1 0-1 0 0,0 0 0 0 0,0 0 0 0 0,0 0 0 0 0,0-1 0 0 0,0 1 0 0 0,0 0 0 0 0,0 0 0 0 0,0 0 0 0 0,0 0 0 0 0,-1 0 0 0 0,1 0 0 0 0,0 0 0 0 0,0 0 0 0 0,0 0 1 0 0,21-11 272 0 0,0 1 0 0 0,1 1 0 0 0,1 1 0 0 0,-1 0 0 0 0,27-3 0 0 0,129-19 624 0 0,-133 23-709 0 0,-12 2-107 0 0,49-7 538 0 0,103-3 1 0 0,-185 15-665 0 0,1 0 1 0 0,0 0-1 0 0,0-1 0 0 0,-1 1 1 0 0,1 0-1 0 0,0 0 0 0 0,0 0 1 0 0,-1 0-1 0 0,1 0 0 0 0,0 0 1 0 0,0 0-1 0 0,-1 1 1 0 0,1-1-1 0 0,0 0 0 0 0,0 0 1 0 0,-1 1-1 0 0,1-1 0 0 0,0 0 1 0 0,-1 1-1 0 0,1-1 0 0 0,0 1 1 0 0,-1-1-1 0 0,1 1 0 0 0,0-1 1 0 0,0 1-1 0 0,-14 11 106 0 0,-38 10-12 0 0,-194 44 563 0 0,-59 19 1330 0 0,289-77 596 0 0,44-11-1952 0 0,63-11-337 0 0,433-86 1286 0 0,-173 28-333 0 0,-351 72-1224 0 0,0 0 0 0 0,-1 0 0 0 0,1 0 0 0 0,0 0 1 0 0,0 0-1 0 0,0 0 0 0 0,0 0 0 0 0,0 0 0 0 0,-1-1 0 0 0,1 1 0 0 0,0 0 0 0 0,0-1 0 0 0,0 1 0 0 0,-1-1 0 0 0,1 1 0 0 0,0-1 0 0 0,0 1 0 0 0,-1-1 1 0 0,1 1-1 0 0,-1-1 0 0 0,1 0 0 0 0,0 1 0 0 0,-1-1 0 0 0,1-1 0 0 0,-16-9 277 0 0,-48-6 117 0 0,40 15-3144 0 0,18 2-3163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21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86 9145 0 0,'-6'0'92'0'0,"-106"10"412"0"0,40 2 3872 0 0,70-11-2554 0 0,19-1-951 0 0,522-13 2178 0 0,-417 7-2727 0 0,1197-81 3049 0 0,-1304 86-1961 0 0,25 0-6050 0 0,-39 9 212 0 0,-17 8 1967 0 0,-12 7-3948 0 0,18-17 1241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5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245 148 6465 0 0,'-59'3'3273'0'0,"-113"-8"0"0"0,159 1-2010 0 0,13 4-1230 0 0,0 0-1 0 0,0 0 1 0 0,0-1 0 0 0,-1 1-1 0 0,1 0 1 0 0,0 0 0 0 0,0 0-1 0 0,0 0 1 0 0,0 0 0 0 0,0-1-1 0 0,0 1 1 0 0,0 0-1 0 0,0 0 1 0 0,0 0 0 0 0,0 0-1 0 0,0-1 1 0 0,0 1 0 0 0,0 0-1 0 0,0 0 1 0 0,0 0-1 0 0,0 0 1 0 0,0-1 0 0 0,0 1-1 0 0,0 0 1 0 0,0 0 0 0 0,1 0-1 0 0,-1 0 1 0 0,0 0-1 0 0,0-1 1 0 0,0 1 0 0 0,0 0-1 0 0,0 0 1 0 0,0 0 0 0 0,0 0-1 0 0,1 0 1 0 0,-1 0 0 0 0,0 0-1 0 0,0-1 1 0 0,0 1-1 0 0,0 0 1 0 0,0 0 0 0 0,1 0-1 0 0,-1 0 1 0 0,0 0 0 0 0,0 0-1 0 0,0 0 1 0 0,0 0-1 0 0,0 0 1 0 0,1 0 0 0 0,-1 0-1 0 0,0 0 1 0 0,0 0 0 0 0,0 0-1 0 0,0 0 1 0 0,1 0 0 0 0,-1 0-1 0 0,49-16 543 0 0,1 2 0 0 0,85-12 0 0 0,118-1 156 0 0,-131 16-392 0 0,556-30-389 0 0,-660 41-81 0 0,36 1-173 0 0,-51-1 261 0 0,0 0 0 0 0,-1 1 0 0 0,1-1 0 0 0,-1 1-1 0 0,1-1 1 0 0,-1 1 0 0 0,1 0 0 0 0,-1 0 0 0 0,0 0 0 0 0,1 0 0 0 0,-1 1 0 0 0,0-1 0 0 0,0 0 0 0 0,0 1 0 0 0,4 3 0 0 0,-5-4-165 0 0,-11 4 25 0 0,-43 13-11 0 0,0-1 1 0 0,-1-3-1 0 0,-105 13 0 0 0,52-10-71 0 0,104-17 158 0 0,14-2-4626 0 0,-10 2 4672 0 0,18-3-1574 0 0,-1 0 1 0 0,1 1-1 0 0,34 2 0 0 0,-26 5-1393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6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95 8357 0 0,'0'-2'20'0'0,"0"-45"2829"0"0,6 1 7529 0 0,-5 55-9066 0 0,5 410 5971 0 0,-6-283-5750 0 0,-13 106-498 0 0,13-241-1396 0 0,-1 0 0 0 0,1 0 0 0 0,0 0 0 0 0,0 0 0 0 0,0 1 0 0 0,1-1 0 0 0,-1 0 0 0 0,0 0 0 0 0,0 0 1 0 0,0 0-1 0 0,1 0 0 0 0,-1 0 0 0 0,1 0 0 0 0,-1 0 0 0 0,1 0 0 0 0,-1 0 0 0 0,1 0 0 0 0,-1 0 0 0 0,1 0 0 0 0,0 0 0 0 0,1 1 0 0 0,-1-2 206 0 0,0 0 0 0 0,0 0 1 0 0,-1 0-1 0 0,1 1 0 0 0,0-1 0 0 0,0 0 0 0 0,0 0 0 0 0,0 0 0 0 0,0 0 1 0 0,0 0-1 0 0,0-1 0 0 0,0 1 0 0 0,0 0 0 0 0,0 0 0 0 0,-1-1 1 0 0,1 1-1 0 0,0 0 0 0 0,0-1 0 0 0,0 1 0 0 0,1-1 0 0 0,46-39-2385 0 0,-37 30 544 0 0,28-27-4098 0 0,8-15-2994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6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32 16714 0 0,'-1'-2'53'0'0,"1"0"1"0"0,-1 1 0 0 0,0-1-1 0 0,0 0 1 0 0,0 0 0 0 0,1 0-1 0 0,-1 1 1 0 0,-1-1 0 0 0,1 0-1 0 0,0 1 1 0 0,0-1 0 0 0,-1 1-1 0 0,1 0 1 0 0,-1-1 0 0 0,1 1-1 0 0,-1 0 1 0 0,-2-2 0 0 0,1 2 1189 0 0,-6 4-518 0 0,4-1-581 0 0,0 0 0 0 0,1 1 0 0 0,-1-1 0 0 0,0 1 0 0 0,1 0 0 0 0,-1 0 0 0 0,1 1-1 0 0,0-1 1 0 0,0 1 0 0 0,1 0 0 0 0,-1 0 0 0 0,1 0 0 0 0,-1 1 0 0 0,1-1 0 0 0,1 1 0 0 0,-1-1 0 0 0,1 1 0 0 0,0 0 0 0 0,0 0 0 0 0,0 0 0 0 0,0 1 0 0 0,1-1 0 0 0,0 0 0 0 0,-1 10 0 0 0,2-1 37 0 0,-1 0 0 0 0,2 0 0 0 0,0 0 0 0 0,0 0 1 0 0,1 0-1 0 0,1 0 0 0 0,0-1 0 0 0,1 1 0 0 0,1-1 1 0 0,0 0-1 0 0,1 0 0 0 0,0 0 0 0 0,1-1 0 0 0,0 0 0 0 0,1 0 1 0 0,0-1-1 0 0,1 0 0 0 0,0 0 0 0 0,12 9 0 0 0,-8-8-47 0 0,0-1-1 0 0,1 0 1 0 0,0-2 0 0 0,0 1-1 0 0,1-2 1 0 0,0 0 0 0 0,1-1-1 0 0,0 0 1 0 0,0-1-1 0 0,0-1 1 0 0,1 0 0 0 0,0-2-1 0 0,0 0 1 0 0,0 0-1 0 0,19-1 1 0 0,-33-2-118 0 0,-1 0 0 0 0,1 1 0 0 0,0-1 0 0 0,0-1 0 0 0,-1 1-1 0 0,1 0 1 0 0,0-1 0 0 0,0 1 0 0 0,-1-1 0 0 0,1 0 0 0 0,-1 0 0 0 0,1 0 0 0 0,-1 0 0 0 0,1-1 0 0 0,-1 1-1 0 0,0-1 1 0 0,1 1 0 0 0,-1-1 0 0 0,0 0 0 0 0,0 0 0 0 0,0 0 0 0 0,0 0 0 0 0,-1 0 0 0 0,1 0 0 0 0,0 0-1 0 0,-1-1 1 0 0,0 1 0 0 0,1 0 0 0 0,-1-1 0 0 0,0 1 0 0 0,0-1 0 0 0,0 0 0 0 0,-1 1 0 0 0,1-1 0 0 0,-1 0-1 0 0,1 0 1 0 0,-1 1 0 0 0,0-1 0 0 0,0 0 0 0 0,0 0 0 0 0,-1-4 0 0 0,-2-10 19 0 0,1 1 1 0 0,-2 1-1 0 0,0-1 0 0 0,-1 0 1 0 0,-9-19-1 0 0,11 27-32 0 0,-45-94 112 0 0,42 92-115 0 0,0 1 0 0 0,0-1 0 0 0,-1 1 0 0 0,0 0 0 0 0,-1 0 0 0 0,0 1 0 0 0,-16-13 0 0 0,22 20-31 0 0,0-1 0 0 0,0 1 1 0 0,-1-1-1 0 0,1 1 0 0 0,-1 0 0 0 0,1 0 0 0 0,-1 0 0 0 0,1 0 0 0 0,-1 1 1 0 0,1-1-1 0 0,-1 1 0 0 0,0-1 0 0 0,1 1 0 0 0,-1 0 0 0 0,0 0 1 0 0,1 0-1 0 0,-1 0 0 0 0,0 1 0 0 0,1-1 0 0 0,-1 1 0 0 0,-4 1 0 0 0,3 0-113 0 0,-1 1 1 0 0,0-1-1 0 0,1 1 0 0 0,0 0 0 0 0,0 0 0 0 0,0 0 0 0 0,0 1 0 0 0,0 0 0 0 0,1-1 0 0 0,-7 9 0 0 0,6-5-483 0 0,-1-1 0 0 0,1 0 0 0 0,0 1 0 0 0,1 0 0 0 0,0 0 0 0 0,0 0 0 0 0,0 1 0 0 0,1-1 0 0 0,0 0 1 0 0,0 1-1 0 0,1 0 0 0 0,0-1 0 0 0,0 1 0 0 0,1 0 0 0 0,1 11 0 0 0,0-14-130 0 0,1 0 0 0 0,-1 0 1 0 0,1 0-1 0 0,0 0 0 0 0,0-1 0 0 0,1 1 0 0 0,-1-1 1 0 0,1 0-1 0 0,0 0 0 0 0,5 6 0 0 0,29 21-6775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7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997 20 15533 0 0,'-6'-3'161'0'0,"1"0"-1"0"0,-1 1 0 0 0,1-1 0 0 0,-1 1 1 0 0,0 1-1 0 0,1-1 0 0 0,-1 1 1 0 0,0 0-1 0 0,0 0 0 0 0,0 1 0 0 0,0-1 1 0 0,0 2-1 0 0,0-1 0 0 0,0 0 0 0 0,0 1 1 0 0,0 0-1 0 0,0 1 0 0 0,0-1 1 0 0,0 1-1 0 0,1 0 0 0 0,-1 1 0 0 0,1-1 1 0 0,-1 1-1 0 0,1 0 0 0 0,-8 6 0 0 0,-8 7 240 0 0,-1 1-1 0 0,2 0 1 0 0,0 2-1 0 0,-21 26 0 0 0,-69 92 1337 0 0,-138 221-1 0 0,14-14-583 0 0,229-338-1185 0 0,-36 44-47 0 0,38-48-16 0 0,1 1 0 0 0,-1-1 0 0 0,1 0 1 0 0,-1 0-1 0 0,0 0 0 0 0,0 0 0 0 0,0 0 1 0 0,0-1-1 0 0,0 1 0 0 0,0-1 1 0 0,-1 0-1 0 0,1 0 0 0 0,0 0 0 0 0,-1 0 1 0 0,-3 0-1 0 0,5-2-13 0 0,1 0 1 0 0,-1-1-1 0 0,0 1 0 0 0,1 0 1 0 0,-1 0-1 0 0,1-1 0 0 0,0 1 1 0 0,-1-1-1 0 0,1 0 0 0 0,0 1 0 0 0,0-1 1 0 0,0 0-1 0 0,0 0 0 0 0,0 1 1 0 0,0-1-1 0 0,0 0 0 0 0,1 0 1 0 0,-1 0-1 0 0,1 0 0 0 0,-1 0 1 0 0,1 0-1 0 0,0 0 0 0 0,0-2 1 0 0,-2-32-447 0 0,2 1 1 0 0,2 0-1 0 0,1 0 1 0 0,2 0-1 0 0,13-53 1 0 0,-6 34 150 0 0,68-299 1120 0 0,-80 351-618 0 0,0 0 0 0 0,1 1-1 0 0,-1-1 1 0 0,1 0 0 0 0,0 0-1 0 0,0 0 1 0 0,0 0-1 0 0,0 1 1 0 0,0-1 0 0 0,0 0-1 0 0,0 1 1 0 0,0-1-1 0 0,0 1 1 0 0,1-1 0 0 0,-1 1-1 0 0,1 0 1 0 0,-1 0 0 0 0,3-2-1 0 0,-3 2 683 0 0,9 5 30 0 0,7 3-411 0 0,0 2 0 0 0,-1 0 1 0 0,0 1-1 0 0,21 17 0 0 0,69 61 1121 0 0,-48-39-1033 0 0,-10-9-578 0 0,123 103-1676 0 0,-61-42-8691 0 0,-92-84 5420 0 0,1 0-2252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7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74 15089 0 0,'-18'-56'2975'0'0,"18"56"-2914"0"0,0-1-1 0 0,0 0 0 0 0,0 0 1 0 0,0 1-1 0 0,0-1 1 0 0,0 0-1 0 0,0 1 0 0 0,0-1 1 0 0,1 0-1 0 0,-1 1 0 0 0,0-1 1 0 0,0 0-1 0 0,1 1 1 0 0,-1-1-1 0 0,1 0 0 0 0,-1 1 1 0 0,0-1-1 0 0,1 1 0 0 0,-1-1 1 0 0,1 1-1 0 0,-1-1 1 0 0,1 1-1 0 0,-1-1 0 0 0,1 1 1 0 0,0 0-1 0 0,-1-1 1 0 0,1 1-1 0 0,0 0 0 0 0,-1-1 1 0 0,1 1-1 0 0,0 0 0 0 0,-1 0 1 0 0,1 0-1 0 0,0-1 1 0 0,-1 1-1 0 0,1 0 0 0 0,1 0 1 0 0,34 1 1625 0 0,-33-1-1611 0 0,0 0-1 0 0,0 1 1 0 0,0 0-1 0 0,1 0 0 0 0,-1 0 1 0 0,-1 0-1 0 0,1 0 1 0 0,0 1-1 0 0,0-1 1 0 0,0 1-1 0 0,-1 0 0 0 0,1 0 1 0 0,-1 0-1 0 0,1 0 1 0 0,-1 0-1 0 0,0 0 1 0 0,0 1-1 0 0,0-1 0 0 0,0 1 1 0 0,0-1-1 0 0,-1 1 1 0 0,1 0-1 0 0,-1 0 1 0 0,0 0-1 0 0,0 0 0 0 0,0 0 1 0 0,0 0-1 0 0,0 0 1 0 0,0 0-1 0 0,-1 0 1 0 0,0 0-1 0 0,1 0 0 0 0,-1 1 1 0 0,0-1-1 0 0,-1 0 1 0 0,1 0-1 0 0,-2 4 1 0 0,-4 15 121 0 0,-2 0 0 0 0,-1-1 0 0 0,-1 0 0 0 0,-1-1 0 0 0,0 0 0 0 0,-1-1 0 0 0,-20 24 0 0 0,16-24 117 0 0,2 2 0 0 0,0 0 0 0 0,2 1 0 0 0,0 0 0 0 0,1 0 0 0 0,-8 27 0 0 0,18-45-174 0 0,1 0 0 0 0,-1 0-1 0 0,1 0 1 0 0,0 1 0 0 0,0-1 0 0 0,0 0 0 0 0,0 0 0 0 0,1 0 0 0 0,-1 0 0 0 0,1 0 0 0 0,0 0 0 0 0,1 0 0 0 0,-1 0 0 0 0,1 0 0 0 0,0 0 0 0 0,0 0 0 0 0,0-1 0 0 0,0 1 0 0 0,0-1-1 0 0,1 1 1 0 0,5 5 0 0 0,6 5 148 0 0,1-1 0 0 0,1 0-1 0 0,24 15 1 0 0,-13-9-356 0 0,-25-17 69 0 0,25 17 0 0 0,-1 1 0 0 0,0 1 0 0 0,-2 1 0 0 0,0 1 0 0 0,20 27 0 0 0,-40-44 0 0 0,0-1 0 0 0,0 1 0 0 0,0 0 0 0 0,-1 0 0 0 0,0 0 0 0 0,0 1 0 0 0,0-1 0 0 0,-1 1 0 0 0,0-1 0 0 0,0 1 0 0 0,-1 0 0 0 0,0 0 0 0 0,0 0 0 0 0,-1 0 0 0 0,1-1 0 0 0,-1 1 0 0 0,-1 0 0 0 0,0 0 0 0 0,0 0 0 0 0,0 0 0 0 0,0 0 0 0 0,-1-1 0 0 0,-1 1 0 0 0,1 0 0 0 0,-1-1 0 0 0,0 0 0 0 0,0 0 0 0 0,-1 0 0 0 0,1 0 0 0 0,-8 8 0 0 0,4-6 0 0 0,1-1 0 0 0,-1 1 0 0 0,0-2 0 0 0,0 1 0 0 0,0-1 0 0 0,-1 0 0 0 0,0 0 0 0 0,-1-1 0 0 0,1 0 0 0 0,-1-1 0 0 0,0 0 0 0 0,0 0 0 0 0,0-1 0 0 0,-1 0 0 0 0,1-1 0 0 0,-12 2 0 0 0,-10-5 0 0 0,24-1 46 0 0,0 0-1 0 0,-1 0 1 0 0,1-1 0 0 0,0 0 0 0 0,0 0-1 0 0,0-1 1 0 0,1 1 0 0 0,0-2-1 0 0,-1 1 1 0 0,1-1 0 0 0,0 1 0 0 0,1-2-1 0 0,-1 1 1 0 0,1-1 0 0 0,-6-9-1 0 0,4 6-411 0 0,1-1 0 0 0,0-1 0 0 0,-8-18 0 0 0,-6-38-8187 0 0,20 64 7560 0 0,0 1 1 0 0,-1 0-1 0 0,1-1 0 0 0,0 1 1 0 0,1 0-1 0 0,-1-1 0 0 0,0 1 1 0 0,1 0-1 0 0,-1-1 0 0 0,2-3 1 0 0,4-6-9714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8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154 162 20310 0 0,'-11'-12'221'0'0,"4"4"240"0"0,-1 0 0 0 0,0 0 0 0 0,-17-13 0 0 0,22 20-129 0 0,0-1 0 0 0,0 0 0 0 0,0 1 0 0 0,0 0 1 0 0,0 0-1 0 0,0 0 0 0 0,0 0 0 0 0,0 0 0 0 0,0 0 1 0 0,0 1-1 0 0,-4-1 0 0 0,5 2-222 0 0,0 0-1 0 0,0 0 1 0 0,0 0-1 0 0,0 0 1 0 0,0 0-1 0 0,0 1 1 0 0,0-1-1 0 0,0 0 1 0 0,1 1 0 0 0,-1 0-1 0 0,1-1 1 0 0,-3 4-1 0 0,2-2 87 0 0,-1 0-65 0 0,0 1 0 0 0,0 0 0 0 0,1 0-1 0 0,-1 0 1 0 0,1 0 0 0 0,0 0 0 0 0,0 1-1 0 0,1-1 1 0 0,-1 1 0 0 0,1-1 0 0 0,0 1-1 0 0,1 0 1 0 0,-1-1 0 0 0,1 1 0 0 0,-1 0-1 0 0,2 4 1 0 0,0 11 234 0 0,0 0 0 0 0,7 24 0 0 0,-8-41-314 0 0,3 10-14 0 0,1 1 0 0 0,1 0 1 0 0,0-1-1 0 0,0 0 0 0 0,1 0 1 0 0,1-1-1 0 0,0 0 0 0 0,1 0 1 0 0,14 17-1 0 0,-17-23-120 0 0,0 0 0 0 0,1 0 0 0 0,-1 0 0 0 0,2-1 0 0 0,-1 0-1 0 0,0 0 1 0 0,1 0 0 0 0,0-1 0 0 0,0 0 0 0 0,0 0 0 0 0,1-1 0 0 0,-1 0 0 0 0,1 0 0 0 0,0-1 0 0 0,0 0 0 0 0,0 0 0 0 0,12 0-1 0 0,-16-2 116 0 0,-1 0-1 0 0,0-1 0 0 0,0 0 0 0 0,0 1 1 0 0,0-1-1 0 0,0 0 0 0 0,-1-1 1 0 0,1 1-1 0 0,0 0 0 0 0,0-1 0 0 0,-1 0 1 0 0,1 1-1 0 0,-1-1 0 0 0,1 0 0 0 0,-1 0 1 0 0,0-1-1 0 0,0 1 0 0 0,0 0 0 0 0,0-1 1 0 0,0 1-1 0 0,-1-1 0 0 0,1 0 1 0 0,-1 1-1 0 0,2-5 0 0 0,2-5 186 0 0,0 0-1 0 0,0-1 0 0 0,4-25 1 0 0,-4 6-118 0 0,-1 1 0 0 0,-1-1 0 0 0,-2 0 0 0 0,-1 0 1 0 0,-2 0-1 0 0,-1 0 0 0 0,-1 0 0 0 0,-10-36 0 0 0,13 64-99 0 0,0 1 0 0 0,0 0 0 0 0,0 0 0 0 0,-1 0 0 0 0,1 0 0 0 0,-1 0 0 0 0,1 0 0 0 0,-1 0 0 0 0,0 0 0 0 0,0 0 0 0 0,0 1 0 0 0,-1-1 0 0 0,1 1 0 0 0,-6-4 0 0 0,7 5-121 0 0,0 0-1 0 0,0 0 1 0 0,0 1-1 0 0,0-1 1 0 0,0 1-1 0 0,0-1 1 0 0,0 1-1 0 0,0 0 1 0 0,-1-1-1 0 0,1 1 1 0 0,0 0-1 0 0,0 0 1 0 0,0-1-1 0 0,-1 1 1 0 0,1 0 0 0 0,0 0-1 0 0,0 0 1 0 0,0 1-1 0 0,-1-1 1 0 0,1 0-1 0 0,0 0 1 0 0,0 1-1 0 0,0-1 1 0 0,0 1-1 0 0,-1-1 1 0 0,1 1-1 0 0,0-1 1 0 0,0 1-1 0 0,0 0 1 0 0,0-1 0 0 0,0 1-1 0 0,0 0 1 0 0,1 0-1 0 0,-1 0 1 0 0,0 0-1 0 0,0 0 1 0 0,0 1-1 0 0,-2 1-857 0 0,1 1 0 0 0,0 0 0 0 0,0 0 0 0 0,0 0 0 0 0,1 0 0 0 0,0 0 0 0 0,-2 5 0 0 0,3-6 115 0 0,0 0-1 0 0,0 0 0 0 0,0 0 1 0 0,0 0-1 0 0,0 0 0 0 0,1 0 1 0 0,-1 0-1 0 0,1 0 1 0 0,0-1-1 0 0,2 6 0 0 0,6 15-8087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8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94 16674 0 0,'0'-1'21'0'0,"-2"-4"254"0"0,1 0 1 0 0,0 0-1 0 0,0 0 0 0 0,1 0 0 0 0,-1 0 0 0 0,1 0 0 0 0,0 0 0 0 0,1-5 0 0 0,0 8-146 0 0,0 0 0 0 0,0 0 0 0 0,0 0 0 0 0,0 0 0 0 0,0 0 0 0 0,0 0 0 0 0,1 1 0 0 0,-1-1 0 0 0,1 0 0 0 0,-1 1 0 0 0,1-1 0 0 0,0 1 0 0 0,0 0 0 0 0,-1-1 0 0 0,1 1 0 0 0,0 0 0 0 0,0 0 0 0 0,0 0 0 0 0,0 0 0 0 0,0 1 0 0 0,4-2 0 0 0,2 0 84 0 0,-1 0 0 0 0,1 0-1 0 0,0 1 1 0 0,0 0 0 0 0,0 0-1 0 0,0 0 1 0 0,0 1 0 0 0,0 1-1 0 0,0-1 1 0 0,0 2-1 0 0,0-1 1 0 0,14 5 0 0 0,-8-2-36 0 0,-1 2 1 0 0,1 0 0 0 0,-1 0 0 0 0,-1 1-1 0 0,1 1 1 0 0,15 12 0 0 0,-24-16-129 0 0,0-1 0 0 0,0 1 1 0 0,0-1-1 0 0,-1 1 0 0 0,0 0 0 0 0,0 0 1 0 0,0 1-1 0 0,0-1 0 0 0,-1 1 0 0 0,1-1 1 0 0,-1 1-1 0 0,0 0 0 0 0,-1 0 1 0 0,1 0-1 0 0,-1 0 0 0 0,0 0 0 0 0,0 0 1 0 0,-1 0-1 0 0,1 0 0 0 0,-1 0 0 0 0,0 0 1 0 0,0 1-1 0 0,-1-1 0 0 0,0 0 1 0 0,0 0-1 0 0,0 0 0 0 0,0 0 0 0 0,-1 0 1 0 0,0 0-1 0 0,-4 7 0 0 0,-7 14 165 0 0,-1-1-1 0 0,-1-1 1 0 0,-1 0-1 0 0,-26 29 1 0 0,20-26 52 0 0,-2 3-205 0 0,13-17 342 0 0,0 0 0 0 0,1 1-1 0 0,1 0 1 0 0,-14 27-1 0 0,21-37-329 0 0,1 0-1 0 0,-1 0 1 0 0,1 0-1 0 0,0 0 1 0 0,0 0 0 0 0,1 0-1 0 0,-1 1 1 0 0,1-1-1 0 0,0 0 1 0 0,0 0-1 0 0,0 0 1 0 0,1 1-1 0 0,-1-1 1 0 0,1 0 0 0 0,0 0-1 0 0,0 0 1 0 0,1 0-1 0 0,-1 0 1 0 0,1 0-1 0 0,0-1 1 0 0,0 1-1 0 0,0 0 1 0 0,1-1-1 0 0,3 5 1 0 0,44 45-73 0 0,-38-42 0 0 0,0 1 0 0 0,0 0 0 0 0,-1 1 0 0 0,-1 0 0 0 0,15 25 0 0 0,-23-33 0 0 0,0-1 0 0 0,-1 1 0 0 0,1-1 0 0 0,-1 1 0 0 0,0 0 0 0 0,0-1 0 0 0,0 1 0 0 0,-1 0 0 0 0,0 0 0 0 0,0 0 0 0 0,0-1 0 0 0,0 1 0 0 0,-1 0 0 0 0,0 0 0 0 0,0 0 0 0 0,0-1 0 0 0,0 1 0 0 0,-1-1 0 0 0,0 1 0 0 0,0-1 0 0 0,0 1 0 0 0,-1-1 0 0 0,1 0 0 0 0,-6 6 0 0 0,0 1 0 0 0,-1 0 0 0 0,0 0 0 0 0,-19 15 0 0 0,24-22 0 0 0,-1 0 0 0 0,1-1 0 0 0,-1 1 0 0 0,0-1 0 0 0,0-1 0 0 0,0 1 0 0 0,-1-1 0 0 0,1 0 0 0 0,-1 0 0 0 0,1 0 0 0 0,-11 1 0 0 0,-4-5 0 0 0,19 1-19 0 0,-1 1 0 0 0,0-1 0 0 0,0 1 0 0 0,0-1 0 0 0,0 0 0 0 0,1 0 0 0 0,-1 0 0 0 0,0 0 0 0 0,1 0 0 0 0,-1-1 0 0 0,1 1 0 0 0,-1 0 0 0 0,1-1 0 0 0,0 1 0 0 0,0-1 0 0 0,-1 1 0 0 0,1-1 0 0 0,0 1 0 0 0,0-1 0 0 0,1 0 0 0 0,-1 0 0 0 0,0 0 0 0 0,0 1 0 0 0,1-1 0 0 0,-1 0 0 0 0,1 0 0 0 0,0 0 0 0 0,0 0 0 0 0,-1 0 0 0 0,1 0 0 0 0,0 0 0 0 0,1 0 0 0 0,-1 0 0 0 0,0 0 0 0 0,0 0 0 0 0,1 1 0 0 0,-1-1 0 0 0,1 0 0 0 0,0 0 0 0 0,0 0 0 0 0,1-2 0 0 0,3-9-1043 0 0,1 1-1 0 0,1 0 1 0 0,0 0 0 0 0,14-18-1 0 0,0 4-1732 0 0,0 1 0 0 0,36-30 0 0 0,-9 15-3180 0 0,12-4-4466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9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40 19542 0 0,'-1'-3'109'0'0,"0"1"0"0"0,-1-1 1 0 0,1 1-1 0 0,-1-1 0 0 0,0 1 0 0 0,0 0 1 0 0,0 0-1 0 0,0-1 0 0 0,0 2 0 0 0,0-1 1 0 0,-1 0-1 0 0,1 0 0 0 0,-1 1 0 0 0,1-1 1 0 0,-1 1-1 0 0,1 0 0 0 0,-1-1 0 0 0,0 1 1 0 0,0 1-1 0 0,0-1 0 0 0,0 0 0 0 0,-3 0 1 0 0,1 1 54 0 0,0 1-1 0 0,0-1 1 0 0,0 1 0 0 0,0 0 0 0 0,1 0-1 0 0,-1 1 1 0 0,0-1 0 0 0,0 1 0 0 0,1 0 0 0 0,-1 1-1 0 0,1-1 1 0 0,-5 3 0 0 0,-5 6 180 0 0,0-1-1 0 0,1 2 1 0 0,0 0-1 0 0,1 0 1 0 0,0 1 0 0 0,-15 22-1 0 0,17-20-103 0 0,0 0 0 0 0,1 0 0 0 0,1 1 0 0 0,1 0 0 0 0,0 0 0 0 0,1 1 0 0 0,1 0 0 0 0,-3 20 0 0 0,6-30-166 0 0,2 1 0 0 0,-1-1 1 0 0,1 0-1 0 0,0 1 0 0 0,1-1 1 0 0,0 0-1 0 0,0 1 1 0 0,0-1-1 0 0,1 0 0 0 0,0 0 1 0 0,0 0-1 0 0,1 0 0 0 0,0 0 1 0 0,0 0-1 0 0,1-1 1 0 0,0 0-1 0 0,0 0 0 0 0,0 0 1 0 0,1 0-1 0 0,0 0 0 0 0,9 7 1 0 0,-10-8-8 0 0,1 0 1 0 0,0-1 0 0 0,0 0-1 0 0,1 0 1 0 0,-1-1-1 0 0,1 1 1 0 0,0-1 0 0 0,0 0-1 0 0,0-1 1 0 0,0 1-1 0 0,0-1 1 0 0,1 0 0 0 0,-1-1-1 0 0,1 0 1 0 0,-1 0-1 0 0,1 0 1 0 0,8-1 0 0 0,-12 0-14 0 0,0-1 1 0 0,-1 0-1 0 0,1 1 1 0 0,0-1-1 0 0,0 0 1 0 0,-1-1-1 0 0,1 1 1 0 0,-1 0-1 0 0,1-1 1 0 0,-1 0-1 0 0,0 1 1 0 0,1-1-1 0 0,-1 0 1 0 0,0 0-1 0 0,0 0 1 0 0,0 0-1 0 0,2-4 1 0 0,22-43 132 0 0,-20 37-190 0 0,3-12 10 0 0,0-1 1 0 0,-1 0-1 0 0,-2-1 1 0 0,4-33-1 0 0,10-37-500 0 0,-20 96 226 0 0,6-11-2757 0 0,-1 8-3327 0 0,37 13-14462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9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641 15 16622 0 0,'0'-1'131'0'0,"0"1"1"0"0,0-1-1 0 0,-1 0 1 0 0,1 0-1 0 0,0 1 1 0 0,0-1-1 0 0,-1 0 1 0 0,1 1-1 0 0,0-1 1 0 0,-1 1-1 0 0,1-1 1 0 0,-1 0-1 0 0,1 1 1 0 0,-1-1-1 0 0,1 1 1 0 0,-1-1-1 0 0,1 1 1 0 0,-1 0-1 0 0,0-1 1 0 0,1 1-1 0 0,-1-1 1 0 0,0 1-1 0 0,1 0 1 0 0,-1 0-1 0 0,0-1 1 0 0,1 1-1 0 0,-1 0 1 0 0,0 0-1 0 0,0 0 1 0 0,1 0-1 0 0,-1 0 1 0 0,0 0-1 0 0,0 0 1 0 0,1 0-1 0 0,-1 0 1 0 0,0 0 0 0 0,1 0-1 0 0,-2 1 1 0 0,-28 9-331 0 0,25-7 722 0 0,-6 2-124 0 0,0 0 0 0 0,0 1 0 0 0,0 1 0 0 0,1 0-1 0 0,0 1 1 0 0,0-1 0 0 0,-11 13 0 0 0,-52 66 1009 0 0,49-56-969 0 0,-4 6-444 0 0,-2-2 0 0 0,-2-1 0 0 0,0-2 0 0 0,-3-1 1 0 0,0-2-1 0 0,-2-1 0 0 0,-75 42 0 0 0,110-68-106 0 0,0 0 1 0 0,0 0 0 0 0,0 0-1 0 0,-1 0 1 0 0,1 0-1 0 0,0 0 1 0 0,0-1-1 0 0,-1 1 1 0 0,1-1 0 0 0,0 1-1 0 0,-1-1 1 0 0,1 0-1 0 0,-1 0 1 0 0,1 0 0 0 0,0 0-1 0 0,-5-1 1 0 0,6 0 60 0 0,1 1-1 0 0,-1-1 1 0 0,1 1 0 0 0,-1-1 0 0 0,1 1 0 0 0,0 0-1 0 0,-1-1 1 0 0,1 1 0 0 0,-1-1 0 0 0,1 0 0 0 0,0 1-1 0 0,-1-1 1 0 0,1 1 0 0 0,0-1 0 0 0,0 0 0 0 0,-1 1-1 0 0,1-1 1 0 0,0 1 0 0 0,0-1 0 0 0,0 0 0 0 0,0 1 0 0 0,0-2-1 0 0,6-27-448 0 0,14-16 316 0 0,1 2 0 0 0,2 1 1 0 0,2 0-1 0 0,2 2 0 0 0,2 1 1 0 0,1 2-1 0 0,2 0 0 0 0,45-39 1 0 0,-74 73 287 0 0,-1 1 1 0 0,0 0-1 0 0,1 0 1 0 0,-1 0 0 0 0,1 0-1 0 0,-1 0 1 0 0,1 1-1 0 0,0-1 1 0 0,0 1 0 0 0,0 0-1 0 0,0 0 1 0 0,0 0-1 0 0,0 0 1 0 0,0 0 0 0 0,0 1-1 0 0,0-1 1 0 0,0 1-1 0 0,0 0 1 0 0,0 0-1 0 0,1 0 1 0 0,-1 0 0 0 0,0 0-1 0 0,0 1 1 0 0,0 0-1 0 0,5 1 1 0 0,-4 0 28 0 0,0 1 0 0 0,0-1 1 0 0,0 1-1 0 0,-1 0 0 0 0,1 0 0 0 0,-1 1 1 0 0,0-1-1 0 0,0 1 0 0 0,0 0 0 0 0,0-1 0 0 0,0 1 1 0 0,-1 0-1 0 0,0 1 0 0 0,0-1 0 0 0,0 0 1 0 0,2 7-1 0 0,45 124 402 0 0,-15-46-3492 0 0,-33-86 2690 0 0,0-1 0 0 0,0 1 0 0 0,0-1 0 0 0,1 0 0 0 0,-1 0 1 0 0,0 1-1 0 0,1-1 0 0 0,0 0 0 0 0,-1 0 0 0 0,1 0 0 0 0,0-1 0 0 0,0 1 0 0 0,0 0 0 0 0,0-1 0 0 0,0 1 0 0 0,1-1 0 0 0,-1 0 0 0 0,0 1 0 0 0,1-1 0 0 0,-1 0 0 0 0,0-1 0 0 0,1 1 0 0 0,0 0 0 0 0,-1-1 0 0 0,1 1 0 0 0,-1-1 0 0 0,1 0 0 0 0,-1 0 0 0 0,1 0 0 0 0,0 0 1 0 0,-1 0-1 0 0,1-1 0 0 0,3 0 0 0 0,7-2-1005 0 0,-1-1 0 0 0,1-1 0 0 0,-1 0 0 0 0,0-1 0 0 0,13-7 0 0 0,-24 12 1145 0 0,48-28-5730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9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877 99 10837 0 0,'19'-22'60'0'0,"-13"15"220"0"0,0 1 0 0 0,0-1 1 0 0,-1 0-1 0 0,0-1 0 0 0,0 1 0 0 0,7-16 0 0 0,-12 21 419 0 0,0 2-679 0 0,0 0 1 0 0,0-1-1 0 0,1 1 0 0 0,-1 0 1 0 0,0 0-1 0 0,0-1 0 0 0,0 1 1 0 0,0 0-1 0 0,0 0 0 0 0,0-1 0 0 0,0 1 1 0 0,0 0-1 0 0,0 0 0 0 0,0-1 1 0 0,0 1-1 0 0,0 0 0 0 0,0-1 0 0 0,0 1 1 0 0,0 0-1 0 0,0 0 0 0 0,0-1 1 0 0,0 1-1 0 0,0 0 0 0 0,0-1 1 0 0,0 1-1 0 0,0 0 0 0 0,0 0 0 0 0,-1-1 1 0 0,1 1-1 0 0,0 0 0 0 0,0 0 1 0 0,0 0-1 0 0,-1-1 0 0 0,1 1 0 0 0,0 0 1 0 0,-10 2 3125 0 0,-12 10-2605 0 0,1 1-1 0 0,0 1 1 0 0,0 0-1 0 0,2 2 1 0 0,0 1-1 0 0,0 0 1 0 0,-19 25-1 0 0,-6 10 1118 0 0,-58 92 0 0 0,90-124-1303 0 0,0 0 0 0 0,1 0 0 0 0,1 1 0 0 0,1 1 0 0 0,1-1 0 0 0,1 1 0 0 0,1 1 0 0 0,1-1 0 0 0,-2 26 0 0 0,6-30-56 0 0,1 1 0 0 0,0 0-1 0 0,2-1 1 0 0,0 1 0 0 0,1 0 0 0 0,1-1 0 0 0,0 0-1 0 0,2 0 1 0 0,0 0 0 0 0,1-1 0 0 0,15 27 0 0 0,44 58 291 0 0,-48-78-597 0 0,-2 1 1 0 0,0 0-1 0 0,-2 1 1 0 0,20 47-1 0 0,-34-71 7 0 0,1 0 0 0 0,-1-1 0 0 0,1 1 0 0 0,-1 0 0 0 0,0-1 0 0 0,0 1 0 0 0,0 0 0 0 0,0 0 0 0 0,0-1 0 0 0,0 1 0 0 0,0 0 0 0 0,0-1 0 0 0,-1 1 0 0 0,1 0 0 0 0,-1-1 0 0 0,1 1 0 0 0,-1 0 0 0 0,0-1 0 0 0,1 1 0 0 0,-1-1 0 0 0,0 1 0 0 0,0-1 0 0 0,0 0 0 0 0,0 1 0 0 0,0-1 0 0 0,-1 0 0 0 0,-2 2 0 0 0,1 0 0 0 0,0-1 0 0 0,0-1 0 0 0,0 1 0 0 0,0 0 0 0 0,-1-1 0 0 0,1 1 0 0 0,-1-1 0 0 0,1 0 0 0 0,-1 0 0 0 0,0-1 0 0 0,-4 1 0 0 0,-14-1 5 0 0,1-1 1 0 0,0-2-1 0 0,0 0 1 0 0,0-1-1 0 0,-30-10 1 0 0,24 7-128 0 0,0 0 0 0 0,-45-4 0 0 0,37 10-2452 0 0,0 1 0 0 0,0 2 0 0 0,-54 9 0 0 0,59-4-658 0 0,1 0-1 0 0,-34 13 0 0 0,-14 14-7351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0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20 198 20398 0 0,'0'0'572'0'0,"-5"-1"23"0"0,-4-1-517 0 0,9 2-26 0 0,0 0 0 0 0,-1 0 1 0 0,1 0-1 0 0,0 0 0 0 0,0 0 1 0 0,-1 0-1 0 0,1 0 1 0 0,0 0-1 0 0,0 0 0 0 0,0 0 1 0 0,-1 0-1 0 0,1-1 1 0 0,0 1-1 0 0,0 0 0 0 0,0 0 1 0 0,-1 0-1 0 0,1 0 1 0 0,0 0-1 0 0,0 0 0 0 0,0-1 1 0 0,0 1-1 0 0,-1 0 1 0 0,1 0-1 0 0,0 0 0 0 0,0 0 1 0 0,0-1-1 0 0,0 1 1 0 0,0 0-1 0 0,0 0 0 0 0,-1 0 1 0 0,1-1-1 0 0,0 1 1 0 0,0 0-1 0 0,0 0 0 0 0,0 0 1 0 0,0-1-1 0 0,0 1 1 0 0,0 0-1 0 0,0 0 0 0 0,0-1 1 0 0,0 1-1 0 0,0 0 0 0 0,0 0 1 0 0,0 0-1 0 0,0-1 1 0 0,0 1-1 0 0,0 0 0 0 0,1 0 1 0 0,-1 0-1 0 0,0-1 1 0 0,0 1-1 0 0,0 0 0 0 0,0 0 1 0 0,0 0-1 0 0,0-1 1 0 0,1 1-1 0 0,-1 0 0 0 0,0 0 1 0 0,0 0-1 0 0,0 0 1 0 0,1-1-1 0 0,15-10 371 0 0,1 0 1 0 0,1 1-1 0 0,0 1 0 0 0,0 0 0 0 0,35-10 1 0 0,114-25 991 0 0,-90 25-1244 0 0,108-22-1405 0 0,-90 30-1557 0 0,-1 12-3399 0 0,-90 0 5695 0 0,18 2-2681 0 0,-11 5-2011 0 0,-9 0-2901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0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36 121 15561 0 0,'-20'13'821'0'0,"5"-3"4434"0"0,24-10-3692 0 0,42-2 702 0 0,69-11 0 0 0,60-19-1066 0 0,-10 1-2920 0 0,40-11-6849 0 0,-130 24 130 0 0,-50 12 98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1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17366 0 0,'0'0'252'0'0,"0"-1"0"0"0,0 0 1 0 0,0 1-1 0 0,0-1 0 0 0,0 1 1 0 0,0-1-1 0 0,0 0 1 0 0,0 1-1 0 0,1-1 0 0 0,-1 0 1 0 0,0 1-1 0 0,0-1 1 0 0,0 1-1 0 0,1-1 0 0 0,-1 1 1 0 0,0-1-1 0 0,0 1 0 0 0,1-1 1 0 0,-1 1-1 0 0,1-1 1 0 0,-1 1-1 0 0,0-1 0 0 0,1 1 1 0 0,-1-1-1 0 0,1 1 0 0 0,-1 0 1 0 0,1-1-1 0 0,-1 1 1 0 0,1 0-1 0 0,0-1 0 0 0,4 19 6473 0 0,-1-5-7764 0 0,11 60 1662 0 0,-2 0-1 0 0,3 95 0 0 0,-1-17-597 0 0,-10-84-25 0 0,-5-46 0 0 0,2 1 0 0 0,0-1 0 0 0,2-1 0 0 0,8 33 0 0 0,-11-52-176 0 0,-1 0 0 0 0,1-1 0 0 0,-1 1 1 0 0,0 0-1 0 0,1 0 0 0 0,0-1 0 0 0,-1 1 0 0 0,1 0 0 0 0,0 0 0 0 0,-1-1 1 0 0,1 1-1 0 0,0-1 0 0 0,-1 1 0 0 0,1-1 0 0 0,0 1 0 0 0,0-1 0 0 0,0 1 0 0 0,0-1 1 0 0,0 0-1 0 0,-1 1 0 0 0,1-1 0 0 0,0 0 0 0 0,0 0 0 0 0,0 0 0 0 0,0 0 1 0 0,0 0-1 0 0,0 0 0 0 0,0 0 0 0 0,0 0 0 0 0,0 0 0 0 0,0 0 0 0 0,0 0 1 0 0,0-1-1 0 0,-1 1 0 0 0,1 0 0 0 0,2-1 0 0 0,29-16-5292 0 0,-29 15 6087 0 0,7-4-2031 0 0,-1-1 0 0 0,0 0 0 0 0,0-1 0 0 0,9-10 0 0 0,-4 3-1557 0 0,25-24-6557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1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26 18054 0 0,'0'-1'-27'0'0,"-7"-24"3035"0"0,1 37 1338 0 0,0 6-5066 0 0,3-9 937 0 0,1-1 0 0 0,0 0 0 0 0,1 1 0 0 0,0 0-1 0 0,0-1 1 0 0,0 1 0 0 0,1-1 0 0 0,1 1 0 0 0,0 0 0 0 0,0-1 0 0 0,0 1 0 0 0,1-1 0 0 0,0 1 0 0 0,1-1-1 0 0,0 0 1 0 0,0 0 0 0 0,1 0 0 0 0,7 12 0 0 0,-3-8-68 0 0,0 0 1 0 0,1 0-1 0 0,1 0 0 0 0,0-2 1 0 0,0 1-1 0 0,1-1 0 0 0,0-1 1 0 0,0 0-1 0 0,23 14 0 0 0,-20-17-150 0 0,-1 0 1 0 0,1 0-1 0 0,0-2 0 0 0,0 1 0 0 0,1-2 0 0 0,-1 0 0 0 0,1-1 0 0 0,0 0 0 0 0,-1-1 0 0 0,1-1 0 0 0,0 0 0 0 0,0-1 0 0 0,0 0 0 0 0,-1-2 0 0 0,1 0 0 0 0,-1 0 0 0 0,21-8 0 0 0,-25 7 40 0 0,0 0-1 0 0,-1 0 1 0 0,1-1 0 0 0,-1 0 0 0 0,0 0-1 0 0,-1-1 1 0 0,1-1 0 0 0,-1 1 0 0 0,0-1-1 0 0,-1-1 1 0 0,0 1 0 0 0,0-1-1 0 0,0-1 1 0 0,-1 1 0 0 0,-1-1 0 0 0,1 0-1 0 0,-1 0 1 0 0,-1-1 0 0 0,0 1 0 0 0,0-1-1 0 0,-1 0 1 0 0,0 0 0 0 0,-1 0-1 0 0,3-21 1 0 0,-4 25 3 0 0,-1 1 0 0 0,0-1 0 0 0,0 0 0 0 0,0 1 0 0 0,-1-1 0 0 0,1 1 0 0 0,-1-1 0 0 0,-1 1 0 0 0,1-1 0 0 0,-1 1 0 0 0,0 0 0 0 0,0 0 0 0 0,-5-9 0 0 0,6 13-73 0 0,0 0-1 0 0,-1 0 0 0 0,1 0 0 0 0,0 0 1 0 0,-1 1-1 0 0,1-1 0 0 0,0 0 0 0 0,-1 1 1 0 0,1-1-1 0 0,-1 1 0 0 0,1-1 0 0 0,-1 1 1 0 0,1 0-1 0 0,-1 0 0 0 0,1 0 0 0 0,-1-1 1 0 0,1 1-1 0 0,-1 1 0 0 0,1-1 0 0 0,-1 0 1 0 0,1 0-1 0 0,-1 1 0 0 0,1-1 1 0 0,-1 0-1 0 0,1 1 0 0 0,-3 1 0 0 0,-29 16-1175 0 0,31-17 1190 0 0,-9 7-868 0 0,1 0-1 0 0,0 1 0 0 0,0 0 0 0 0,1 0 1 0 0,-10 14-1 0 0,-6 17-3982 0 0,23-35 3785 0 0,1-1-1 0 0,-1 0 1 0 0,1 0 0 0 0,0 0 0 0 0,0 1-1 0 0,0-1 1 0 0,0 7 0 0 0,3 10-7946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1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830 35 18086 0 0,'-1'-2'173'0'0,"0"-1"1"0"0,-1 1-1 0 0,0-1 1 0 0,1 1-1 0 0,-1-1 1 0 0,0 1-1 0 0,0 0 1 0 0,0 0-1 0 0,0 0 0 0 0,0 0 1 0 0,-1 0-1 0 0,1 0 1 0 0,-1 1-1 0 0,-2-2 1 0 0,2 2 1025 0 0,-6 4 65 0 0,-6 3-804 0 0,0 0-1 0 0,1 2 0 0 0,0 0 0 0 0,0 0 0 0 0,1 1 0 0 0,0 1 0 0 0,1 0 1 0 0,-20 21-1 0 0,-92 116 1741 0 0,84-97-1693 0 0,-187 217-1534 0 0,59-104-4246 0 0,130-134 2881 0 0,36-28 2115 0 0,1 0 0 0 0,-1 1 0 0 0,0-2 0 0 0,1 1 0 0 0,-1 0 0 0 0,0 0-1 0 0,1 0 1 0 0,-1-1 0 0 0,0 1 0 0 0,0-1 0 0 0,0 1 0 0 0,1-1 0 0 0,-1 0-1 0 0,0 0 1 0 0,0 0 0 0 0,0 0 0 0 0,0 0 0 0 0,0 0 0 0 0,1 0 0 0 0,-5-1-1 0 0,2-7-3286 0 0,3-15 785 0 0,1 21 1947 0 0,7-30-5616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1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0 225 11337 0 0,'22'-37'-94'0'0,"-6"9"514"0"0,2 0 0 0 0,35-41-1 0 0,-49 63 11 0 0,1 1 0 0 0,0 0 0 0 0,1 0 0 0 0,-1 0-1 0 0,1 1 1 0 0,0-1 0 0 0,0 1 0 0 0,0 1-1 0 0,1-1 1 0 0,-1 1 0 0 0,1 0 0 0 0,0 1 0 0 0,0 0-1 0 0,0 0 1 0 0,0 0 0 0 0,0 1 0 0 0,10-1 0 0 0,-8 3 42 0 0,0 0 0 0 0,-1 0 0 0 0,1 0 0 0 0,-1 2 0 0 0,0-1 1 0 0,1 1-1 0 0,-1 0 0 0 0,-1 0 0 0 0,10 6 0 0 0,64 44 1655 0 0,-54-33-1653 0 0,52 41-978 0 0,-36-16-2606 0 0,-12-3-2562 0 0,-6 6-3806 0 0,-19-36 2537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2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4 124 14137 0 0,'3'-19'406'0'0,"19"-67"5098"0"0,-21 84-5309 0 0,0 1 0 0 0,0 0 0 0 0,0-1 0 0 0,0 1 0 0 0,1 0 0 0 0,-1 0 1 0 0,0-1-1 0 0,1 1 0 0 0,-1 1 0 0 0,1-1 0 0 0,0 0 0 0 0,-1 0 0 0 0,1 0 0 0 0,-1 1 0 0 0,1-1 0 0 0,0 1 0 0 0,0-1 0 0 0,-1 1 0 0 0,4 0 0 0 0,-2-1 561 0 0,3 4-80 0 0,-2-1-591 0 0,-1 0 0 0 0,0 0-1 0 0,0 0 1 0 0,0 1 0 0 0,0-1 0 0 0,0 1-1 0 0,0 0 1 0 0,-1 0 0 0 0,0 0-1 0 0,1 0 1 0 0,-1 0 0 0 0,0 0-1 0 0,0 1 1 0 0,-1-1 0 0 0,1 1-1 0 0,-1-1 1 0 0,0 1 0 0 0,0 0 0 0 0,0 0-1 0 0,0-1 1 0 0,0 1 0 0 0,-1 0-1 0 0,0 0 1 0 0,0 0 0 0 0,0 0-1 0 0,0-1 1 0 0,-1 1 0 0 0,1 0 0 0 0,-2 4-1 0 0,-4 18 156 0 0,-1 0-1 0 0,-1-1 0 0 0,-1 0 1 0 0,-17 31-1 0 0,11-23 116 0 0,-17 53 1 0 0,30-78-234 0 0,-1-1 1 0 0,1 1-1 0 0,1 0 0 0 0,0 0 1 0 0,0 1-1 0 0,1-1 1 0 0,-1 0-1 0 0,2 0 1 0 0,-1 0-1 0 0,1 0 0 0 0,1 0 1 0 0,-1 0-1 0 0,1 0 1 0 0,1 0-1 0 0,-1-1 1 0 0,1 1-1 0 0,1-1 0 0 0,-1 1 1 0 0,1-1-1 0 0,0 0 1 0 0,1-1-1 0 0,0 1 1 0 0,9 9-1 0 0,-2-3-122 0 0,0 1 0 0 0,-2 0 0 0 0,1 0 0 0 0,-2 1 0 0 0,0 0 0 0 0,-1 1 0 0 0,0-1 0 0 0,-1 2 0 0 0,-1-1 0 0 0,4 20 0 0 0,-8-28 0 0 0,0 1 0 0 0,-1-1 0 0 0,0 0 0 0 0,-1 1 0 0 0,0-1 0 0 0,0 0 0 0 0,-1 1 0 0 0,0-1 0 0 0,0 0 0 0 0,-1 0 0 0 0,0 1 0 0 0,0-1 0 0 0,-1 0 0 0 0,0-1 0 0 0,-1 1 0 0 0,1-1 0 0 0,-1 1 0 0 0,-1-1 0 0 0,0 0 0 0 0,0-1 0 0 0,0 1 0 0 0,-1-1 0 0 0,-7 7 0 0 0,12-11 0 0 0,1-1 0 0 0,0 0 0 0 0,-1-1 0 0 0,1 1 0 0 0,-1-1 0 0 0,1 1 0 0 0,-1 0 0 0 0,1-1 0 0 0,-1 1 0 0 0,0-1 0 0 0,1 1 0 0 0,-1-1 0 0 0,1 1 0 0 0,-1-1 0 0 0,0 0 0 0 0,0 1 0 0 0,1-1 0 0 0,-1 0 0 0 0,0 0 0 0 0,0 1 0 0 0,1-1 0 0 0,-1 0 0 0 0,0 0 0 0 0,0 0 0 0 0,1 0 0 0 0,-1 0 0 0 0,0 0 0 0 0,0 0 0 0 0,0 0 0 0 0,0-1 0 0 0,-20 0 0 0 0,19 0-75 0 0,-1-1 0 0 0,1 1 1 0 0,0 0-1 0 0,-1-1 0 0 0,1 0 0 0 0,0 0 1 0 0,0 0-1 0 0,0 0 0 0 0,0 0 0 0 0,0 0 1 0 0,1 0-1 0 0,-1 0 0 0 0,-2-5 0 0 0,-6-19-6015 0 0,13 14-369 0 0,10-3 3086 0 0,-10 12 1266 0 0,19-21-9728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2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49 22122 0 0,'-13'-7'482'0'0,"0"0"1"0"0,0 1-1 0 0,-26-8 1 0 0,31 12 94 0 0,1 1 1 0 0,0-1 0 0 0,-1 2-1 0 0,1-1 1 0 0,0 1 0 0 0,-14 1-1 0 0,6 2-142 0 0,-1 0-1 0 0,0 1 0 0 0,1 0 1 0 0,0 2-1 0 0,0-1 0 0 0,0 2 0 0 0,1 0 1 0 0,-16 10-1 0 0,25-14-407 0 0,0 0 1 0 0,1 0-1 0 0,-1 1 0 0 0,1-1 0 0 0,-1 1 1 0 0,1 0-1 0 0,0 0 0 0 0,1 1 0 0 0,-1-1 1 0 0,1 1-1 0 0,0 0 0 0 0,0-1 0 0 0,0 2 1 0 0,1-1-1 0 0,-1 0 0 0 0,1 0 0 0 0,1 1 1 0 0,-1-1-1 0 0,1 1 0 0 0,0-1 0 0 0,0 1 1 0 0,0 0-1 0 0,1-1 0 0 0,0 1 0 0 0,0 0 1 0 0,0-1-1 0 0,3 11 0 0 0,-2-13-19 0 0,0 0 1 0 0,0 0-1 0 0,0 0 0 0 0,0 0 0 0 0,1 0 1 0 0,-1 0-1 0 0,1 0 0 0 0,0 0 0 0 0,0-1 1 0 0,0 1-1 0 0,0-1 0 0 0,1 1 0 0 0,-1-1 1 0 0,1 0-1 0 0,-1 0 0 0 0,1 0 0 0 0,5 3 1 0 0,-2-3-107 0 0,0 1 0 0 0,0-1 1 0 0,0 0-1 0 0,1-1 1 0 0,-1 1-1 0 0,0-1 1 0 0,1 0-1 0 0,10-1 1 0 0,1 0-407 0 0,0-2 0 0 0,0 0 0 0 0,0-1 0 0 0,-1-1 0 0 0,29-9 0 0 0,-35 8 441 0 0,0 0-1 0 0,0-1 1 0 0,-1 0 0 0 0,0 0-1 0 0,0-1 1 0 0,0-1-1 0 0,-1 0 1 0 0,0 0 0 0 0,-1 0-1 0 0,12-16 1 0 0,-17 20 146 0 0,0 1 0 0 0,-1 0 0 0 0,1-1 0 0 0,-1 1 0 0 0,0-1 0 0 0,0 0 0 0 0,0 0 0 0 0,-1 0 0 0 0,1 0 0 0 0,-1 0 0 0 0,0 0 1 0 0,0 0-1 0 0,-1 0 0 0 0,1 0 0 0 0,-1-1 0 0 0,0 1 0 0 0,0 0 0 0 0,0 0 0 0 0,0-1 0 0 0,-1 1 0 0 0,0 0 0 0 0,0 0 0 0 0,0 0 0 0 0,0 0 0 0 0,0 0 0 0 0,-1 0 0 0 0,0 0 0 0 0,0 0 0 0 0,0 1 0 0 0,0-1 0 0 0,-1 1 0 0 0,-5-7 1 0 0,5 8-170 0 0,0-1 0 0 0,0 1 0 0 0,0 0 0 0 0,0 0 0 0 0,-1 0 0 0 0,1 0 0 0 0,-1 0 0 0 0,1 1 0 0 0,-1 0 0 0 0,0 0 1 0 0,1 0-1 0 0,-1 0 0 0 0,0 0 0 0 0,0 1 0 0 0,0-1 0 0 0,1 1 0 0 0,-1 0 0 0 0,0 0 0 0 0,-5 1 0 0 0,-28 12-4324 0 0,34-12 3705 0 0,1 1 0 0 0,-1 0 0 0 0,1-1 0 0 0,0 1 0 0 0,0 0 0 0 0,-1 0 0 0 0,1 1 0 0 0,1-1 0 0 0,-1 0 0 0 0,-2 4 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2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926 30 17482 0 0,'-3'-3'235'0'0,"-1"0"1"0"0,1 0-1 0 0,0 1 1 0 0,-1-1 0 0 0,1 1-1 0 0,-1 0 1 0 0,0 0-1 0 0,0 0 1 0 0,0 1-1 0 0,0-1 1 0 0,0 1 0 0 0,0 0-1 0 0,0 0 1 0 0,0 1-1 0 0,0-1 1 0 0,0 1 0 0 0,-1 0-1 0 0,1 0 1 0 0,0 0-1 0 0,0 0 1 0 0,0 1-1 0 0,-1 0 1 0 0,1 0 0 0 0,0 0-1 0 0,0 0 1 0 0,-7 4-1 0 0,-6 2 393 0 0,0 1 0 0 0,1 1 0 0 0,-1 1 0 0 0,-25 20 0 0 0,-1 5 422 0 0,1 2 0 0 0,-59 69-1 0 0,-61 97 469 0 0,-55 60-3126 0 0,209-255 1425 0 0,-11 13-965 0 0,-2 0 0 0 0,0-2 1 0 0,-31 21-1 0 0,38-35-1086 0 0,11-13-572 0 0,10-20 420 0 0,19-18 494 0 0,8-16 152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2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0 389 11993 0 0,'227'-347'1554'0'0,"-192"306"5116"0"0,-34 43-6501 0 0,-1 0 0 0 0,1-1 0 0 0,-1 1-1 0 0,1 0 1 0 0,0 0 0 0 0,-1 0 0 0 0,1 0 0 0 0,0-1 0 0 0,0 1-1 0 0,0 0 1 0 0,0-1 0 0 0,2 2 0 0 0,3 5 236 0 0,18 57 2154 0 0,-17-44-2134 0 0,0 0 0 0 0,12 20 0 0 0,-11-25-900 0 0,2 0-1 0 0,-1-1 1 0 0,2 0 0 0 0,0-1-1 0 0,0 0 1 0 0,21 19 0 0 0,-25-28-331 0 0,-1 0 0 0 0,1 0 0 0 0,1 0 0 0 0,-1-1 0 0 0,1 0 0 0 0,14 5 0 0 0,-15-7-218 0 0,1 0 0 0 0,0 0 0 0 0,0-1-1 0 0,0 0 1 0 0,0 0 0 0 0,0-1 0 0 0,0 0 0 0 0,9-1 0 0 0,23-5-5585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3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774 84 12553 0 0,'3'-8'143'0'0,"8"-32"230"0"0,-11 38-213 0 0,1 0 1 0 0,-1 1-1 0 0,0-1 1 0 0,0 1-1 0 0,0-1 1 0 0,0 0-1 0 0,0 1 1 0 0,0-1-1 0 0,-1 1 1 0 0,1-1-1 0 0,0 0 1 0 0,-1 1-1 0 0,0-1 0 0 0,1 1 1 0 0,-1-1-1 0 0,0 1 1 0 0,1-1-1 0 0,-1 1 1 0 0,0 0-1 0 0,-2-2 1 0 0,2 1 1092 0 0,-8 7 107 0 0,-4 2-919 0 0,0 2 0 0 0,0-1-1 0 0,1 2 1 0 0,0-1-1 0 0,1 2 1 0 0,0 0-1 0 0,0 0 1 0 0,1 0 0 0 0,1 2-1 0 0,0-1 1 0 0,1 1-1 0 0,0 0 1 0 0,1 1 0 0 0,0 0-1 0 0,2 0 1 0 0,-1 0-1 0 0,2 1 1 0 0,-1 0-1 0 0,2 0 1 0 0,0 0 0 0 0,1 0-1 0 0,1 0 1 0 0,0 0-1 0 0,1 1 1 0 0,1-1-1 0 0,0 0 1 0 0,1 1 0 0 0,0-1-1 0 0,2 0 1 0 0,6 21-1 0 0,-1-13-429 0 0,-1 1-1 0 0,-1 0 0 0 0,-1 1 0 0 0,-2-1 1 0 0,3 30-1 0 0,-7-44-10 0 0,-1-1-1 0 0,1 1 1 0 0,-1-1 0 0 0,-1 0-1 0 0,0 1 1 0 0,0-1 0 0 0,-1 0 0 0 0,0 0-1 0 0,0 0 1 0 0,-1 0 0 0 0,0-1-1 0 0,-1 1 1 0 0,0-1 0 0 0,0 0 0 0 0,-1-1-1 0 0,-12 14 1 0 0,5-9-15 0 0,-1 0-1 0 0,-1 0 1 0 0,0-2-1 0 0,-1 0 1 0 0,1 0-1 0 0,-2-2 1 0 0,0 0-1 0 0,-33 11 1 0 0,-16 0-3751 0 0,-71 12 1 0 0,61-15-2007 0 0,12-2-1168 0 0,-3 0-3589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3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451 394 19322 0 0,'-51'4'287'0'0,"-322"33"4100"0"0,353-33-3641 0 0,13-1 167 0 0,13-2 1914 0 0,175-10-1203 0 0,302-55 1 0 0,-290 33-1218 0 0,1775-241 222 0 0,-1473 208-629 0 0,-473 61 0 0 0,-4 4 0 0 0,-11 5-176 0 0,-7-5-158 0 0,1 0 0 0 0,-1 1 0 0 0,0-1 0 0 0,0 0 0 0 0,0 0 0 0 0,0 0 0 0 0,-1 1 0 0 0,1-1 1 0 0,0 0-1 0 0,0 0 0 0 0,-1 0 0 0 0,1 0 0 0 0,-1 0 0 0 0,1 0 0 0 0,-1 1 0 0 0,1-1 0 0 0,-1 0 0 0 0,0 0 0 0 0,0-1 0 0 0,1 1 0 0 0,-1 0 0 0 0,0 0 0 0 0,0 0 0 0 0,0 0 0 0 0,-1 0 1 0 0,-23 22-11755 0 0,24-23 11939 0 0,-14 14-9667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02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397 48 14189 0 0,'-1'-2'76'0'0,"0"1"-1"0"0,0 0 0 0 0,0-1 0 0 0,0 1 1 0 0,0 0-1 0 0,0-1 0 0 0,-1 1 1 0 0,1 0-1 0 0,0 0 0 0 0,0 0 0 0 0,-1 0 1 0 0,1 0-1 0 0,-1 0 0 0 0,1 1 0 0 0,-1-1 1 0 0,1 0-1 0 0,-1 1 0 0 0,0-1 1 0 0,1 1-1 0 0,-1-1 0 0 0,0 1 0 0 0,1 0 1 0 0,-1 0-1 0 0,0 0 0 0 0,-2 0 1 0 0,1 1 18 0 0,-1 0 0 0 0,1 0 0 0 0,-1 0 0 0 0,1 1 0 0 0,-1-1 0 0 0,1 1 0 0 0,0 0 0 0 0,0 0 0 0 0,0 0 1 0 0,0 1-1 0 0,-3 3 0 0 0,-8 8 220 0 0,0 2 1 0 0,1 0 0 0 0,-14 23 0 0 0,26-37-267 0 0,-29 47 742 0 0,2 2 0 0 0,-40 104 0 0 0,-21 114 1008 0 0,58-176-453 0 0,41-120-901 0 0,1 0 0 0 0,2 1 0 0 0,16-26 1 0 0,-4 8-268 0 0,69-126 454 0 0,158-216 1 0 0,-251 384-607 0 0,0 1 0 0 0,1-1 0 0 0,-1 0 1 0 0,0 1-1 0 0,1-1 0 0 0,-1 1 0 0 0,1 0 1 0 0,0-1-1 0 0,-1 1 0 0 0,1 0 0 0 0,0 0 1 0 0,0 0-1 0 0,0 0 0 0 0,0 1 0 0 0,0-1 1 0 0,0 0-1 0 0,0 1 0 0 0,0-1 0 0 0,0 1 1 0 0,0 0-1 0 0,0 0 0 0 0,0 0 0 0 0,0 0 1 0 0,0 0-1 0 0,0 0 0 0 0,0 0 0 0 0,0 1 1 0 0,0-1-1 0 0,0 1 0 0 0,0-1 1 0 0,0 1-1 0 0,0 0 0 0 0,0 0 0 0 0,-1 0 1 0 0,1 0-1 0 0,0 0 0 0 0,0 0 0 0 0,2 3 1 0 0,8 5 34 0 0,-1 1 1 0 0,-1 1-1 0 0,1 0 1 0 0,11 17-1 0 0,-8-11 59 0 0,83 102 241 0 0,33 37 100 0 0,-83-96 1713 0 0,-45-59-1615 0 0,-12-6-142 0 0,-33-18-404 0 0,0 1-1 0 0,-2 3 1 0 0,-1 1-1 0 0,0 2 1 0 0,-1 3-1 0 0,-82-13 1 0 0,120 25 18 0 0,0 1-1 0 0,1 0 1 0 0,-1 1 0 0 0,0-1-1 0 0,1 2 1 0 0,-1 0 0 0 0,1 0 0 0 0,-1 0-1 0 0,-8 5 1 0 0,12-5-162 0 0,1 0 0 0 0,0 0 0 0 0,0 0 0 0 0,0 1 0 0 0,0 0 0 0 0,1-1 0 0 0,-1 2 0 0 0,-3 3 0 0 0,5-5-219 0 0,0 1 1 0 0,1-1-1 0 0,-1 1 0 0 0,1-1 1 0 0,-1 1-1 0 0,1-1 1 0 0,0 1-1 0 0,0 0 1 0 0,0-1-1 0 0,1 1 0 0 0,-1 0 1 0 0,1 0-1 0 0,-1 0 1 0 0,1 3-1 0 0,0-3-93 0 0,1 0 1 0 0,0-1-1 0 0,-1 1 0 0 0,1 0 1 0 0,0-1-1 0 0,0 1 1 0 0,1-1-1 0 0,-1 1 0 0 0,0-1 1 0 0,1 0-1 0 0,-1 1 0 0 0,1-1 1 0 0,0 0-1 0 0,0 0 0 0 0,0 0 1 0 0,4 2-1 0 0,41 28-7875 0 0,0-12-581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03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81 15161 0 0,'43'-47'292'0'0,"-17"16"2757"0"0,-24 29-904 0 0,-2 10-1480 0 0,-1 39-20 0 0,-3-1 0 0 0,-1 1 0 0 0,-3-1 0 0 0,-19 67-1 0 0,-5 31 96 0 0,26-112-669 0 0,2-14-435 0 0,0-1 1 0 0,2 1-1 0 0,0 0 1 0 0,1 0 0 0 0,1 22-1 0 0,0-39 111 0 0,0 0 0 0 0,1 0 0 0 0,-1 0 0 0 0,0 0 0 0 0,0 0 0 0 0,1 1 0 0 0,-1-1 0 0 0,1 0 0 0 0,-1 0 0 0 0,1 0 1 0 0,-1 0-1 0 0,1-1 0 0 0,0 1 0 0 0,-1 0 0 0 0,1 0 0 0 0,0 0 0 0 0,0 0 0 0 0,0-1 0 0 0,0 1 0 0 0,-1 0 0 0 0,1-1 0 0 0,0 1 0 0 0,0-1 0 0 0,0 1 0 0 0,0-1 0 0 0,0 1 0 0 0,0-1 0 0 0,1 0 0 0 0,-1 0 0 0 0,0 1 0 0 0,1-1 0 0 0,1 0-502 0 0,-1 0 0 0 0,1 0-1 0 0,-1 0 1 0 0,1 0 0 0 0,-1-1 0 0 0,1 1-1 0 0,-1-1 1 0 0,1 0 0 0 0,-1 1 0 0 0,5-3-1 0 0,10-8-4151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5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75 16474 0 0,'-3'-9'-95'0'0,"-11"-33"230"0"0,12 18 6462 0 0,-9 70-4841 0 0,2 0-1 0 0,-7 89 1 0 0,17-5-293 0 0,4-1 0 0 0,35 196 0 0 0,-36-307-1467 0 0,8 47-111 0 0,-12-64-45 0 0,0-1 0 0 0,0 0 0 0 0,0 1 0 0 0,0-1 0 0 0,1 0 0 0 0,-1 1 0 0 0,0-1 0 0 0,0 0 0 0 0,1 0 0 0 0,-1 1 1 0 0,0-1-1 0 0,0 0 0 0 0,1 0 0 0 0,-1 1 0 0 0,0-1 0 0 0,0 0 0 0 0,1 0 0 0 0,-1 0 0 0 0,0 1 0 0 0,1-1 0 0 0,-1 0 0 0 0,0 0 0 0 0,1 0 1 0 0,-1 0-1 0 0,0 0 0 0 0,1 0 0 0 0,-1 0 0 0 0,1 0 0 0 0,-1 0 0 0 0,0 0 0 0 0,1 0 0 0 0,-1 0 0 0 0,0 0 0 0 0,1 0 0 0 0,-1 0 0 0 0,0 0 1 0 0,1 0-1 0 0,-1 0 0 0 0,0-1 0 0 0,1 1 0 0 0,-1 0 0 0 0,0 0 0 0 0,1 0 0 0 0,-1-1 0 0 0,0 1 0 0 0,0 0 0 0 0,1 0 0 0 0,-1-1 0 0 0,0 1 1 0 0,0 0-1 0 0,1 0 0 0 0,-1-1 0 0 0,0 1 0 0 0,12-9-4040 0 0,-9 7 4519 0 0,32-28-9763 0 0,-7 10 613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5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481 50 16265 0 0,'0'-2'115'0'0,"0"0"-1"0"0,0 0 1 0 0,-1 0-1 0 0,1-1 1 0 0,-1 1-1 0 0,1 0 1 0 0,-1 0-1 0 0,0 0 1 0 0,1 0-1 0 0,-1 0 1 0 0,0 1-1 0 0,0-1 1 0 0,-1 0-1 0 0,1 0 1 0 0,0 0-1 0 0,-1 1 1 0 0,1-1-1 0 0,-1 1 1 0 0,1-1-1 0 0,-1 1 1 0 0,0 0-1 0 0,1 0 1 0 0,-1-1-1 0 0,0 1 1 0 0,0 0-1 0 0,0 1 1 0 0,0-1-1 0 0,0 0 1 0 0,0 0-1 0 0,0 1 1 0 0,0-1-1 0 0,0 1 0 0 0,0 0 1 0 0,0 0-1 0 0,0 0 1 0 0,-4 0-1 0 0,-2 0 315 0 0,0 0-1 0 0,0 1 0 0 0,0 0 1 0 0,0 0-1 0 0,0 1 1 0 0,1 0-1 0 0,-1 0 0 0 0,1 1 1 0 0,-11 4-1 0 0,-4 6 182 0 0,1 1-1 0 0,0 1 1 0 0,1 1 0 0 0,0 1-1 0 0,1 0 1 0 0,1 2 0 0 0,-27 36-1 0 0,22-24-4 0 0,1 2 0 0 0,2 0 0 0 0,2 2 0 0 0,-22 53 0 0 0,34-71-593 0 0,0-1 1 0 0,1 0-1 0 0,1 1 1 0 0,1 0-1 0 0,1 0 1 0 0,-1 27-1 0 0,2-40-12 0 0,1 0 0 0 0,0 1-1 0 0,1-1 1 0 0,-1 0 0 0 0,1 0 0 0 0,0 1-1 0 0,0-1 1 0 0,0 0 0 0 0,0 0 0 0 0,1 0 0 0 0,0 0-1 0 0,0 0 1 0 0,0-1 0 0 0,0 1 0 0 0,0 0 0 0 0,1-1-1 0 0,0 0 1 0 0,0 1 0 0 0,0-1 0 0 0,0 0-1 0 0,0-1 1 0 0,0 1 0 0 0,1 0 0 0 0,-1-1 0 0 0,1 0-1 0 0,0 0 1 0 0,0 0 0 0 0,0 0 0 0 0,0-1-1 0 0,0 1 1 0 0,5 0 0 0 0,4 0 0 0 0,0 0 0 0 0,0-1 0 0 0,1-1 0 0 0,-1 0 0 0 0,0-1 0 0 0,0 0 0 0 0,0-1 0 0 0,22-6 0 0 0,3-3 0 0 0,57-25 0 0 0,-76 27 0 0 0,0-1 0 0 0,-1 0 0 0 0,0-2 0 0 0,0 0 0 0 0,-1-1 0 0 0,-1 0 0 0 0,0-1 0 0 0,-1-1 0 0 0,-1-1 0 0 0,0 0 0 0 0,-1-1 0 0 0,15-25 0 0 0,-23 34 0 0 0,-1 0 0 0 0,0-1 0 0 0,0 1 0 0 0,0-1 0 0 0,-1 0 0 0 0,-1 1 0 0 0,0-1 0 0 0,0 0 0 0 0,0-1 0 0 0,-1 1 0 0 0,0 0 0 0 0,-1 0 0 0 0,0-1 0 0 0,-1 1 0 0 0,0 0 0 0 0,0 0 0 0 0,-1 0 0 0 0,0 0 0 0 0,-1 0 0 0 0,0 0 0 0 0,0 0 0 0 0,-1 1 0 0 0,0-1 0 0 0,0 1 0 0 0,-1 0 0 0 0,0 1 0 0 0,0-1 0 0 0,-1 1 0 0 0,0 0 0 0 0,-9-8 0 0 0,7 7 0 0 0,-1 0 0 0 0,0 1 0 0 0,0 0 0 0 0,-1 1 0 0 0,0-1 0 0 0,0 2 0 0 0,-1 0 0 0 0,1 0 0 0 0,-1 0 0 0 0,0 2 0 0 0,0-1 0 0 0,-1 1 0 0 0,1 1 0 0 0,-1 0 0 0 0,1 1 0 0 0,-1 0 0 0 0,1 1 0 0 0,-1 0 0 0 0,-21 3 0 0 0,16 1 0 0 0,-1 0 0 0 0,2 1 0 0 0,-1 1 0 0 0,0 0 0 0 0,1 1 0 0 0,0 1 0 0 0,1 0 0 0 0,0 1 0 0 0,0 1 0 0 0,1 1 0 0 0,0 0 0 0 0,-19 19 0 0 0,20-16-85 0 0,0 1-1 0 0,-16 22 1 0 0,26-33-344 0 0,0 1 1 0 0,0 0-1 0 0,1 0 1 0 0,-1 0-1 0 0,1 0 1 0 0,0 0-1 0 0,0 0 1 0 0,1 1-1 0 0,0-1 0 0 0,0 1 1 0 0,0-1-1 0 0,0 10 1 0 0,1-12 67 0 0,1-1 1 0 0,-1 0-1 0 0,1 0 1 0 0,-1 1 0 0 0,1-1-1 0 0,0 0 1 0 0,0 0-1 0 0,0 0 1 0 0,0 0-1 0 0,1 0 1 0 0,-1 0-1 0 0,0 0 1 0 0,1-1 0 0 0,-1 1-1 0 0,1 0 1 0 0,0-1-1 0 0,-1 1 1 0 0,1-1-1 0 0,0 0 1 0 0,0 1-1 0 0,0-1 1 0 0,0 0 0 0 0,4 1-1 0 0,1 1-911 0 0,1 0-1 0 0,0-1 0 0 0,0 0 1 0 0,0-1-1 0 0,15 2 1 0 0,46-2-7526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6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510 46 17486 0 0,'12'-39'2027'0'0,"-12"33"5951"0"0,-21 27-7198 0 0,0 2 1 0 0,1 0 0 0 0,-27 42 0 0 0,-49 93 847 0 0,49-78-1167 0 0,-46 71-392 0 0,-56 95-74 0 0,127-218 5 0 0,22-28 0 0 0,0 0 0 0 0,0 0 0 0 0,0 0 0 0 0,0-1 0 0 0,0 1 0 0 0,0 0 0 0 0,0 0 0 0 0,0 0 0 0 0,0 0 0 0 0,0 0 0 0 0,0 0 0 0 0,0-1 0 0 0,0 1 0 0 0,0 0 0 0 0,0 0 0 0 0,0 0 0 0 0,0 0 0 0 0,0 0 0 0 0,0 0 0 0 0,0 0 0 0 0,0 0 0 0 0,0-1 0 0 0,0 1 0 0 0,0 0 0 0 0,0 0 0 0 0,0 0 0 0 0,-1 0 0 0 0,1 0 0 0 0,0 0 0 0 0,0 0 0 0 0,0 0 0 0 0,0 0 0 0 0,0 0 0 0 0,0 0 0 0 0,0 0 0 0 0,-1 0 0 0 0,1-1 0 0 0,0 1 0 0 0,0 0 0 0 0,0 0 0 0 0,0 0 0 0 0,0 0 0 0 0,0 0 0 0 0,0 0 0 0 0,-1 0 0 0 0,1 0 0 0 0,0 0 0 0 0,0 1 0 0 0,0-1 0 0 0,0 0 0 0 0,0 0 0 0 0,0 0 0 0 0,0 0 0 0 0,-1 0 0 0 0,1 0 0 0 0,0 0 0 0 0,0 0 0 0 0,0 0 0 0 0,0 0 0 0 0,0 0 0 0 0,0 0 0 0 0,0 1 0 0 0,-1-22-12 0 0,1 0 1 0 0,0 0-1 0 0,2 1 0 0 0,1-1 1 0 0,6-22-1 0 0,-3 6-89 0 0,77-370-423 0 0,-82 402 582 0 0,1 1-1 0 0,-1 0 1 0 0,1-1-1 0 0,-1 1 0 0 0,1 0 1 0 0,0 0-1 0 0,1 0 1 0 0,2-4-1 0 0,1 10-38 0 0,-1 1 1 0 0,0-1-1 0 0,0 1 0 0 0,0 0 1 0 0,0 0-1 0 0,0 0 0 0 0,-1 1 1 0 0,1 0-1 0 0,6 8 0 0 0,40 48-46 0 0,-26-30 39 0 0,-8-10-64 0 0,119 126-208 0 0,-112-124-1403 0 0,53 37 0 0 0,-71-55 1134 0 0,1 0 1 0 0,-1 0-1 0 0,1-1 0 0 0,0 0 1 0 0,0-1-1 0 0,1 1 1 0 0,-1-2-1 0 0,0 1 0 0 0,1-1 1 0 0,-1 0-1 0 0,1 0 1 0 0,-1-1-1 0 0,1 0 1 0 0,-1 0-1 0 0,14-3 0 0 0,-8 0-820 0 0,1 0-1 0 0,-1-1 0 0 0,0-1 1 0 0,0 0-1 0 0,-1-1 0 0 0,1-1 0 0 0,18-12 1 0 0,11-14-6669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6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426 530 13617 0 0,'48'-77'-85'0'0,"71"-155"-1"0"0,-91 164 3765 0 0,23-85 4260 0 0,-62 160-6893 0 0,-2 0-690 0 0,1 1 1 0 0,0 0 0 0 0,0 1 0 0 0,1 1-1 0 0,1 0 1 0 0,-1 0 0 0 0,-16 24-1 0 0,12-13 105 0 0,1 0-1 0 0,1 1 1 0 0,1 1-1 0 0,2 0 1 0 0,-12 34-1 0 0,19-46-390 0 0,0 0-1 0 0,1 0 0 0 0,0 1 1 0 0,1-1-1 0 0,0 0 0 0 0,1 1 1 0 0,0-1-1 0 0,1 0 1 0 0,0 1-1 0 0,1-1 0 0 0,1 0 1 0 0,-1 0-1 0 0,2 0 1 0 0,6 17-1 0 0,4-3-69 0 0,0 0 0 0 0,30 37 0 0 0,3 6 0 0 0,-44-62 0 0 0,0 1 0 0 0,0 0 0 0 0,0 1 0 0 0,-1-1 0 0 0,0 0 0 0 0,-1 1 0 0 0,1-1 0 0 0,-1 1 0 0 0,-1 0 0 0 0,1-1 0 0 0,-2 1 0 0 0,1-1 0 0 0,-1 1 0 0 0,0 0 0 0 0,0-1 0 0 0,-1 1 0 0 0,0-1 0 0 0,0 0 0 0 0,-1 0 0 0 0,0 0 0 0 0,0 0 0 0 0,-7 10 0 0 0,3-4 0 0 0,-1-1 0 0 0,0 0 0 0 0,-1 0 0 0 0,-1-1 0 0 0,1 0 0 0 0,-2 0 0 0 0,1-1 0 0 0,-2-1 0 0 0,1 0 0 0 0,-25 14 0 0 0,29-20 13 0 0,0 0-1 0 0,0 0 1 0 0,0-1-1 0 0,0-1 1 0 0,-1 1-1 0 0,1-1 1 0 0,0 0-1 0 0,-1-1 1 0 0,1 1 0 0 0,-1-2-1 0 0,-9 0 1 0 0,-12-4-778 0 0,-47-13 1 0 0,53 12-1867 0 0,0 0 0 0 0,-33-3 1 0 0,-37 9-8368 0 0,32 7 355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6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445 404 19542 0 0,'-87'10'620'0'0,"-128"14"619"0"0,72-18 5801 0 0,156-11-6146 0 0,46-12-276 0 0,-1 2 0 0 0,92-10 0 0 0,-65 11-325 0 0,51-9 115 0 0,1147-166-1264 0 0,-95 51-3008 0 0,-1091 121 2354 0 0,-404 83-6884 0 0,129-31 5627 0 0,-164 40-4109 0 0,164-35 1109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7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692 382 11293 0 0,'-584'80'4900'0'0,"584"-79"-4852"0"0,-89 10 3070 0 0,70-9 3882 0 0,789-98-1953 0 0,-634 74-4511 0 0,733-121 289 0 0,-523 84-825 0 0,615-97 0 0 0,-1245 208 0 0 0,-1169 252-231 0 0,797-163-3569 0 0,577-124 6073 0 0,477-79-521 0 0,-152 19-1746 0 0,1087-153-6 0 0,-1284 189 0 0 0,-17 1 0 0 0,56-2 0 0 0,-125 23 0 0 0,-689 104 0 0 0,599-103 0 0 0,110-14-51 0 0,-52 6-886 0 0,27-6-2600 0 0,35-3-341 0 0,-4-7 3074 0 0,48-21-20900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2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38 16626 0 0,'15'-12'-1707'0'0,"-13"11"1903"0"0,-1 0 1 0 0,1 0-1 0 0,-1 0 1 0 0,1 0-1 0 0,-1 0 1 0 0,0 0 0 0 0,0-1-1 0 0,0 1 1 0 0,1 0-1 0 0,-1-1 1 0 0,0 1-1 0 0,-1-1 1 0 0,1 1 0 0 0,0-1-1 0 0,1-2 1 0 0,-2 1 2580 0 0,-2 11-2279 0 0,-35 76 1637 0 0,-67 115 0 0 0,17-38-221 0 0,33-59-595 0 0,18-37 489 0 0,-31 83 1 0 0,33-70-1501 0 0,29-64-308 0 0,5-14-4 0 0,0 1-1 0 0,0-1 1 0 0,0 0-1 0 0,-1 0 1 0 0,1 0-1 0 0,0 0 1 0 0,0 1 0 0 0,0-1-1 0 0,0 0 1 0 0,0 0-1 0 0,0 0 1 0 0,0 0 0 0 0,-1 1-1 0 0,1-1 1 0 0,0 0-1 0 0,0 0 1 0 0,0 0-1 0 0,0 0 1 0 0,-1 0 0 0 0,1 0-1 0 0,0 0 1 0 0,0 0-1 0 0,0 1 1 0 0,-1-1-1 0 0,1 0 1 0 0,0 0 0 0 0,0 0-1 0 0,0 0 1 0 0,-1 0-1 0 0,1 0 1 0 0,0 0 0 0 0,0 0-1 0 0,0 0 1 0 0,-1 0-1 0 0,1 0 1 0 0,0 0-1 0 0,0 0 1 0 0,0-1 0 0 0,-1 1-1 0 0,1 0 1 0 0,0 0-1 0 0,0 0 1 0 0,0 0-1 0 0,0 0 1 0 0,-1 0 0 0 0,1 0-1 0 0,0 0 1 0 0,0-1-1 0 0,0 1 1 0 0,0 0 0 0 0,0 0-1 0 0,-1 0 1 0 0,1 0-1 0 0,0-1 1 0 0,0 1-1 0 0,0 0 1 0 0,0 0 0 0 0,0 0-1 0 0,0-1 1 0 0,-3-6-716 0 0,0 0 1 0 0,1 0 0 0 0,0 0 0 0 0,0 0-1 0 0,1 0 1 0 0,0-1 0 0 0,0 1-1 0 0,1 0 1 0 0,0-1 0 0 0,1-14 0 0 0,13-83-12913 0 0,-14 105 13515 0 0,7-38-8868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2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8 17358 0 0,'-5'-8'8384'0'0,"20"38"-6217"0"0,32 49-1016 0 0,21 7 582 0 0,84 81 0 0 0,25 28-1492 0 0,-154-170-373 0 0,-4-5-1417 0 0,-4 1-3767 0 0,20-34-10182 0 0,-18 1 7082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3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142 527 16598 0 0,'-16'15'599'0'0,"0"1"1"0"0,2 1 0 0 0,0 0 0 0 0,0 1 0 0 0,2 0 0 0 0,0 1-1 0 0,2 0 1 0 0,-12 29 0 0 0,19-41-199 0 0,1 0 1 0 0,0 0-1 0 0,0 1 1 0 0,1-1-1 0 0,0 1 1 0 0,0-1-1 0 0,1 1 1 0 0,0 8-1 0 0,1-13 930 0 0,6-10-972 0 0,3-3-246 0 0,0 0 0 0 0,-2-1 0 0 0,1 0 0 0 0,-1-1 0 0 0,-1 0 0 0 0,0 0 0 0 0,6-17 0 0 0,105-340 833 0 0,-37 95 114 0 0,-80 272-1036 0 0,-1 1 0 0 0,1-1-1 0 0,-1 0 1 0 0,1 0 0 0 0,0 1 0 0 0,0-1 0 0 0,0 0 0 0 0,0 1 0 0 0,0-1 0 0 0,0 1-1 0 0,0-1 1 0 0,0 1 0 0 0,1-1 0 0 0,-1 1 0 0 0,0 0 0 0 0,1 0 0 0 0,-1 0 0 0 0,1 0-1 0 0,0 0 1 0 0,-1 0 0 0 0,1 0 0 0 0,0 0 0 0 0,-1 1 0 0 0,1-1 0 0 0,0 1 0 0 0,0-1-1 0 0,0 1 1 0 0,0 0 0 0 0,-1 0 0 0 0,1-1 0 0 0,0 1 0 0 0,0 1 0 0 0,0-1 0 0 0,0 0 0 0 0,0 0-1 0 0,-1 1 1 0 0,1-1 0 0 0,0 1 0 0 0,0-1 0 0 0,0 1 0 0 0,2 1 0 0 0,9 4 114 0 0,-1 1 0 0 0,1 1 0 0 0,-1 0 0 0 0,17 14 0 0 0,-11-7-70 0 0,246 177 729 0 0,-239-176-797 0 0,41 32 0 0 0,-65-48 0 0 0,-1 0 0 0 0,0 0 0 0 0,0 0 0 0 0,0 0 0 0 0,0 0 0 0 0,1 0 0 0 0,-1 0 0 0 0,0 0 0 0 0,0 0 0 0 0,0 0 0 0 0,0 0 0 0 0,1 0 0 0 0,-1 1 0 0 0,0-1 0 0 0,0 0 0 0 0,0 0 0 0 0,0 0 0 0 0,0 0 0 0 0,1 0 0 0 0,-1 0 0 0 0,0 1 0 0 0,0-1 0 0 0,0 0 0 0 0,0 0 0 0 0,0 0 0 0 0,0 0 0 0 0,0 0 0 0 0,0 1 0 0 0,0-1 0 0 0,0 0 0 0 0,0 0 0 0 0,0 0 0 0 0,1 1 0 0 0,-1-1 0 0 0,0 0 0 0 0,0 0 0 0 0,0 0 0 0 0,-1 0 0 0 0,1 1 0 0 0,0-1 0 0 0,0 0 0 0 0,0 0 0 0 0,0 0 0 0 0,0 0 0 0 0,0 1 0 0 0,0-1 0 0 0,0 0 0 0 0,0 0 0 0 0,0 0 0 0 0,0 0 0 0 0,0 1 0 0 0,-1-1 0 0 0,1 0 0 0 0,0 0 0 0 0,0 0 0 0 0,0 0 0 0 0,0 0 0 0 0,0 0 0 0 0,-1 0 0 0 0,1 1 0 0 0,0-1 0 0 0,0 0 0 0 0,0 0 0 0 0,0 0 0 0 0,-1 0 0 0 0,1 0 0 0 0,0 0 0 0 0,-18 4 0 0 0,1-2 0 0 0,-1 1 0 0 0,0-2 0 0 0,-26-1 0 0 0,17-1 0 0 0,-50 7 0 0 0,17 3-20 0 0,-60 13 64 0 0,110-20-76 0 0,0 1-1 0 0,0 1 0 0 0,0 0 1 0 0,0 0-1 0 0,1 1 1 0 0,0 0-1 0 0,0 0 0 0 0,-14 11 1 0 0,23-15-154 0 0,-1-1 1 0 0,1 0 0 0 0,-1 0 0 0 0,1 0 0 0 0,0 0 0 0 0,-1 1 0 0 0,1-1-1 0 0,0 0 1 0 0,0 0 0 0 0,-1 0 0 0 0,1 1 0 0 0,0-1 0 0 0,-1 0-1 0 0,1 1 1 0 0,0-1 0 0 0,0 0 0 0 0,0 0 0 0 0,-1 1 0 0 0,1-1-1 0 0,0 0 1 0 0,0 1 0 0 0,0-1 0 0 0,0 1 0 0 0,0-1 0 0 0,0 0-1 0 0,-1 1 1 0 0,1-1 0 0 0,0 0 0 0 0,0 1 0 0 0,0-1 0 0 0,0 1-1 0 0,0-1 1 0 0,0 0 0 0 0,1 1 0 0 0,-1-1 0 0 0,0 0 0 0 0,0 1-1 0 0,0-1 1 0 0,0 1 0 0 0,0-1 0 0 0,0 0 0 0 0,1 1 0 0 0,-1-1-1 0 0,0 0 1 0 0,0 0 0 0 0,1 1 0 0 0,-1-1 0 0 0,0 0 0 0 0,0 1-1 0 0,1-1 1 0 0,-1 0 0 0 0,0 0 0 0 0,1 0 0 0 0,-1 1 0 0 0,0-1-1 0 0,1 0 1 0 0,-1 0 0 0 0,0 0 0 0 0,1 0 0 0 0,-1 0 0 0 0,0 0-1 0 0,1 1 1 0 0,-1-1 0 0 0,1 0 0 0 0,16 2-6207 0 0,-10-2 5270 0 0,23-4-9970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3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877 44 20866 0 0,'36'-33'3216'0'0,"-34"31"-2325"0"0,6-2 341 0 0,-8 4-1172 0 0,1-1 1 0 0,-1 1-1 0 0,1 0 0 0 0,-1-1 0 0 0,0 1 0 0 0,1 0 1 0 0,-1-1-1 0 0,1 1 0 0 0,-1 0 0 0 0,1 0 0 0 0,-1-1 1 0 0,1 1-1 0 0,-1 0 0 0 0,1 0 0 0 0,0 0 0 0 0,-1 0 1 0 0,1 0-1 0 0,-1-1 0 0 0,1 1 0 0 0,-1 0 0 0 0,1 0 1 0 0,0 1-1 0 0,-1-1 0 0 0,1 0 0 0 0,-1 0 0 0 0,1 0 1 0 0,-1 0-1 0 0,1 0 0 0 0,-1 1 0 0 0,1-1 0 0 0,-1 0 1 0 0,2 1-1 0 0,4 0 92 0 0,1 1 1 0 0,0 0-1 0 0,-1 1 1 0 0,1 0-1 0 0,-1 0 1 0 0,0 0-1 0 0,0 1 1 0 0,0-1-1 0 0,0 1 1 0 0,-1 1-1 0 0,0-1 1 0 0,1 1-1 0 0,-2 0 1 0 0,1 0-1 0 0,0 1 1 0 0,-1-1-1 0 0,0 1 1 0 0,-1 0-1 0 0,1 0 1 0 0,-1 0-1 0 0,0 1 1 0 0,-1-1-1 0 0,1 1 1 0 0,-1-1-1 0 0,-1 1 1 0 0,1 0-1 0 0,-1 0 1 0 0,0 0-1 0 0,-1 9 1 0 0,-2 15-153 0 0,-1 0 0 0 0,-2-1 0 0 0,-1 0 0 0 0,-12 36 0 0 0,9-36 0 0 0,1 0 0 0 0,2 1 0 0 0,1 0 0 0 0,-2 38 0 0 0,13 59 0 0 0,-2-81 0 0 0,-2 1 0 0 0,-5 51 0 0 0,2-83 0 0 0,-2-1 0 0 0,0 1 0 0 0,-1-1 0 0 0,0 1 0 0 0,-1-1 0 0 0,-1-1 0 0 0,0 1 0 0 0,-1-1 0 0 0,-1 0 0 0 0,-11 16 0 0 0,12-19 0 0 0,-1-2 0 0 0,0 1 0 0 0,-1-1 0 0 0,0 0 0 0 0,-1-1 0 0 0,0 0 0 0 0,0-1 0 0 0,0 0 0 0 0,-1 0 0 0 0,-14 6 0 0 0,9-7 0 0 0,0-1 0 0 0,0 0 0 0 0,-1-1 0 0 0,1 0 0 0 0,-1-2 0 0 0,0 0 0 0 0,-17 0 0 0 0,21-2-22 0 0,0-1 0 0 0,1 0 0 0 0,-1-1 0 0 0,1 0 0 0 0,-14-5 0 0 0,-183-52-1198 0 0,-1-18-7983 0 0,138 48 1940 0 0,-23-8-5830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4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669 74 23946 0 0,'3'-15'55'0'0,"-4"13"0"0"0,1 0 0 0 0,0 0 0 0 0,0-1 1 0 0,1 1-1 0 0,-1 0 0 0 0,0-1 0 0 0,1 1 1 0 0,-1 0-1 0 0,1 0 0 0 0,0-1 0 0 0,0 1 0 0 0,0 0 1 0 0,0 0-1 0 0,0 0 0 0 0,0 0 0 0 0,1 0 0 0 0,-1 0 1 0 0,0 1-1 0 0,1-1 0 0 0,0 0 0 0 0,-1 1 1 0 0,1-1-1 0 0,0 1 0 0 0,0 0 0 0 0,3-3 0 0 0,-1 3 89 0 0,-3 0-110 0 0,0 0 0 0 0,0 1 0 0 0,1-1 0 0 0,-1 1 0 0 0,0-1 0 0 0,1 1 0 0 0,-1 0 0 0 0,0-1 0 0 0,1 1-1 0 0,-1 0 1 0 0,0 0 0 0 0,1 0 0 0 0,-1 0 0 0 0,1 0 0 0 0,-1 0 0 0 0,0 1 0 0 0,1-1 0 0 0,-1 0 0 0 0,0 1 0 0 0,1-1 0 0 0,-1 1 0 0 0,0-1 0 0 0,1 1 0 0 0,-1 0-1 0 0,1 0 1 0 0,22 11 159 0 0,-2 1 0 0 0,1 0 0 0 0,-1 2 0 0 0,-1 1-1 0 0,-1 0 1 0 0,0 2 0 0 0,-1 0 0 0 0,-1 1 0 0 0,-1 1-1 0 0,25 37 1 0 0,-3 1 63 0 0,-3 1-1 0 0,-3 2 1 0 0,-2 1-1 0 0,-3 2 1 0 0,-3 1-1 0 0,-2 1 1 0 0,-4 1-1 0 0,-2 0 1 0 0,-4 2-1 0 0,-2-1 1 0 0,-3 2-1 0 0,-3 106 1 0 0,-7-137-141 0 0,-3 0 0 0 0,-1 0-1 0 0,-2-1 1 0 0,-2 0 0 0 0,-1 0 0 0 0,-24 52 0 0 0,13-43-104 0 0,-2-1 1 0 0,-3-1 0 0 0,-1-1-1 0 0,-46 54 1 0 0,54-74-186 0 0,-2-2 0 0 0,0 0 0 0 0,-1-2 0 0 0,-2 0 0 0 0,0-2 0 0 0,0 0 0 0 0,-2-2 0 0 0,0-1 0 0 0,-1-1 0 0 0,-31 11 1 0 0,22-13-1089 0 0,0-1 0 0 0,-1-2 0 0 0,0-1 0 0 0,0-2 0 0 0,0-2 0 0 0,-1-2 0 0 0,-64-3 1 0 0,-123-22-8498 0 0,101 4 615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4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35 16426 0 0,'-2'-3'-6'0'0,"1"0"1"0"0,-1 1 0 0 0,1-1-1 0 0,-1 0 1 0 0,0 1 0 0 0,0-1-1 0 0,0 1 1 0 0,0-1 0 0 0,0 1-1 0 0,-1 0 1 0 0,-4-3 0 0 0,5 4 32 0 0,1 1-1 0 0,-1 0 1 0 0,1 0 0 0 0,-1 0 0 0 0,0 0 0 0 0,1 0 0 0 0,-1 0 0 0 0,0 1 0 0 0,1-1 0 0 0,-1 0 0 0 0,1 1 0 0 0,-1-1 0 0 0,1 1 0 0 0,-1 0-1 0 0,1-1 1 0 0,-1 1 0 0 0,1 0 0 0 0,0 0 0 0 0,-1 0 0 0 0,1 0 0 0 0,0 0 0 0 0,0 0 0 0 0,0 0 0 0 0,0 1 0 0 0,-2 1 0 0 0,-6 7 223 0 0,1 1 0 0 0,0-1 1 0 0,0 1-1 0 0,1 1 1 0 0,1-1-1 0 0,-9 22 1 0 0,-25 83 1296 0 0,27-74-1020 0 0,-12 39 685 0 0,3 1 0 0 0,4 1 0 0 0,-11 137 1 0 0,25-160-666 0 0,4 0 1 0 0,2 1-1 0 0,2-1 0 0 0,4 0 1 0 0,1-1-1 0 0,19 60 0 0 0,-15-75-249 0 0,2 0 1 0 0,2 0-1 0 0,1-2 0 0 0,3 0 0 0 0,1-1 0 0 0,35 47 0 0 0,-26-52-401 0 0,1-1 0 0 0,2-1 0 0 0,2-2-1 0 0,1-1 1 0 0,1-2 0 0 0,2-2 0 0 0,0-1-1 0 0,2-3 1 0 0,1-1 0 0 0,0-2 0 0 0,87 27 0 0 0,-71-30-1304 0 0,1-3 0 0 0,0-2 0 0 0,93 6 0 0 0,-96-15-944 0 0,-1-3 0 0 0,1-3 0 0 0,100-17-1 0 0,-50-8-3129 0 0,-4-8-2567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5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463 67 14285 0 0,'1'-27'802'0'0,"-2"25"-188"0"0,1 0-443 0 0,0 1 0 0 0,0-1 0 0 0,-1 0 0 0 0,1 1 0 0 0,-1-1-1 0 0,1 1 1 0 0,-1-1 0 0 0,1 1 0 0 0,-1-1 0 0 0,0 1 0 0 0,0-1 0 0 0,0 1 0 0 0,0-1 0 0 0,0 1 0 0 0,0 0 0 0 0,0 0 0 0 0,0-1 0 0 0,0 1 0 0 0,-1 0 0 0 0,1 0 0 0 0,0 0 0 0 0,-1 1 0 0 0,1-1-1 0 0,-1 0 1 0 0,1 0 0 0 0,-1 1 0 0 0,0-1 0 0 0,1 1 0 0 0,-1-1 0 0 0,1 1 0 0 0,-1 0 0 0 0,0-1 0 0 0,1 1 0 0 0,-4 0 0 0 0,-7 0 355 0 0,1 0-1 0 0,-1 0 1 0 0,-19 4 0 0 0,24-3-359 0 0,-14 3 244 0 0,0 0 1 0 0,0 1 0 0 0,1 1 0 0 0,0 1 0 0 0,0 1-1 0 0,1 0 1 0 0,-1 2 0 0 0,2 0 0 0 0,0 1 0 0 0,0 1 0 0 0,1 1-1 0 0,0 0 1 0 0,1 2 0 0 0,1-1 0 0 0,-21 27 0 0 0,32-36-338 0 0,0 1 0 0 0,1 0 1 0 0,0-1-1 0 0,0 1 0 0 0,0 0 0 0 0,1 0 1 0 0,0 0-1 0 0,0 1 0 0 0,0-1 0 0 0,1 1 1 0 0,0-1-1 0 0,0 1 0 0 0,1-1 0 0 0,0 1 1 0 0,0-1-1 0 0,0 1 0 0 0,1-1 0 0 0,0 1 1 0 0,0-1-1 0 0,1 0 0 0 0,0 1 0 0 0,0-1 1 0 0,0 0-1 0 0,1 0 0 0 0,0 0 0 0 0,0 0 1 0 0,0-1-1 0 0,1 1 0 0 0,7 8 0 0 0,10 10-82 0 0,1-1-1 0 0,1 0 1 0 0,2-2-1 0 0,45 32 1 0 0,-53-41 47 0 0,29 21-39 0 0,-16-13 0 0 0,44 39 0 0 0,-67-52 0 0 0,0-1 0 0 0,0 1 0 0 0,-1 0 0 0 0,-1 1 0 0 0,1-1 0 0 0,-1 1 0 0 0,0 1 0 0 0,-1-1 0 0 0,0 0 0 0 0,0 1 0 0 0,3 12 0 0 0,-6-17 0 0 0,-1 0 0 0 0,1 0 0 0 0,-1 0 0 0 0,0 0 0 0 0,0 1 0 0 0,0-1 0 0 0,0 0 0 0 0,-1 0 0 0 0,0 0 0 0 0,0 0 0 0 0,0 0 0 0 0,0 0 0 0 0,0 0 0 0 0,-1 0 0 0 0,-2 4 0 0 0,-1-1 0 0 0,1 0 0 0 0,-1 0 0 0 0,-1 0 0 0 0,1-1 0 0 0,-1 0 0 0 0,0 0 0 0 0,-8 5 0 0 0,-6 3 0 0 0,0-1 0 0 0,-1-1 0 0 0,-1 0 0 0 0,-28 9 0 0 0,44-18 2 0 0,0-1 1 0 0,0 0-1 0 0,-1 0 0 0 0,1-1 0 0 0,0 0 1 0 0,-1 0-1 0 0,1 0 0 0 0,-1-1 0 0 0,1 0 1 0 0,-1 0-1 0 0,1-1 0 0 0,-1 0 1 0 0,1 0-1 0 0,-1 0 0 0 0,1-1 0 0 0,-10-4 1 0 0,12 4-24 0 0,0 0 0 0 0,-1-1 0 0 0,1 0 0 0 0,0 0 0 0 0,0 0 0 0 0,1 0 1 0 0,-1-1-1 0 0,1 1 0 0 0,-1-1 0 0 0,1 0 0 0 0,1 0 0 0 0,-1 0 0 0 0,0-1 0 0 0,1 1 1 0 0,0-1-1 0 0,0 1 0 0 0,0-1 0 0 0,1 0 0 0 0,-1 0 0 0 0,1 1 0 0 0,0-1 0 0 0,0-8 1 0 0,1 5-638 0 0,0 0 0 0 0,0-1 0 0 0,1 1-1 0 0,0 0 1 0 0,1 0 0 0 0,-1 0 0 0 0,2 0 0 0 0,-1 0 0 0 0,1 1 0 0 0,0-1 0 0 0,5-8 0 0 0,7-9-5354 0 0,32-43-1 0 0,-16 28-4535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5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241 107 17566 0 0,'25'-52'464'0'0,"-23"45"478"0"0,0 0 0 0 0,0 0 0 0 0,0-1 0 0 0,-1 1 1 0 0,1-9-1 0 0,-2 14 1055 0 0,-40 51-567 0 0,-36 84-749 0 0,-61 96-7425 0 0,137-228 6718 0 0,0-1 1 0 0,0 1 0 0 0,0-1 0 0 0,0 0-1 0 0,-1 1 1 0 0,1-1 0 0 0,0 1-1 0 0,0-1 1 0 0,-1 1 0 0 0,1-1 0 0 0,0 0-1 0 0,-1 1 1 0 0,1-1 0 0 0,-1 0 0 0 0,1 1-1 0 0,0-1 1 0 0,-1 0 0 0 0,1 0 0 0 0,-1 1-1 0 0,1-1 1 0 0,-1 0 0 0 0,1 0-1 0 0,0 0 1 0 0,-1 1 0 0 0,1-1 0 0 0,-1 0-1 0 0,1 0 1 0 0,-1 0 0 0 0,1 0 0 0 0,-1 0-1 0 0,1 0 1 0 0,-1 0 0 0 0,1 0 0 0 0,-1 0-1 0 0,1 0 1 0 0,-1-1 0 0 0,1 1-1 0 0,-1 0 1 0 0,1 0 0 0 0,-1 0 0 0 0,1-1-1 0 0,-1 1 1 0 0,1 0 0 0 0,0 0 0 0 0,-1-1-1 0 0,1 1 1 0 0,-1 0 0 0 0,1-1 0 0 0,0 1-1 0 0,-1 0 1 0 0,1-1 0 0 0,0 1-1 0 0,0-1 1 0 0,-1 1 0 0 0,1 0 0 0 0,0-1-1 0 0,0 1 1 0 0,-1-1 0 0 0,1 1 0 0 0,0-1-1 0 0,0 1 1 0 0,0-1 0 0 0,0 1 0 0 0,0-1-1 0 0,0 1 1 0 0,0-1 0 0 0,0 0-1 0 0,-2-2 258 0 0,2 2-196 0 0,0 0 0 0 0,0 0 0 0 0,0-1 0 0 0,0 1 0 0 0,0 0-1 0 0,0 0 1 0 0,0 0 0 0 0,1 0 0 0 0,-1 0 0 0 0,0 0-1 0 0,1-1 1 0 0,-1 1 0 0 0,0 0 0 0 0,1 0 0 0 0,0 0-1 0 0,-1 0 1 0 0,1 0 0 0 0,-1 0 0 0 0,1 1 0 0 0,0-1-1 0 0,0 0 1 0 0,1-1 0 0 0,-1 1 73 0 0,3-5 156 0 0,1 0 0 0 0,0 0-1 0 0,0 1 1 0 0,0-1 0 0 0,1 1 0 0 0,0 0-1 0 0,0 1 1 0 0,1 0 0 0 0,-1 0 0 0 0,1 0-1 0 0,0 0 1 0 0,-1 1 0 0 0,2 1-1 0 0,12-4 1 0 0,7-2 587 0 0,1 3 0 0 0,41-5 0 0 0,-27 8-1198 0 0,58 4 1 0 0,-32 0-4597 0 0,-63-2 3712 0 0,-5 1 1144 0 0,1-1 0 0 0,-1 0 0 0 0,1 0 1 0 0,-1 0-1 0 0,1 0 0 0 0,-1 0 0 0 0,1 0 1 0 0,-1 0-1 0 0,1 0 0 0 0,-1 0 1 0 0,1 0-1 0 0,-1 0 0 0 0,1 0 0 0 0,-1 0 1 0 0,1 0-1 0 0,-1-1 0 0 0,1 1 0 0 0,-1 0 1 0 0,1 0-1 0 0,-1 0 0 0 0,1-1 0 0 0,-1 1 1 0 0,0 0-1 0 0,1-1 0 0 0,-1 1 1 0 0,1 0-1 0 0,-1-1 0 0 0,0 1 0 0 0,1-1 1 0 0,-1 1-1 0 0,0 0 0 0 0,0-1 0 0 0,1 1 1 0 0,-1-1-1 0 0,0 1 0 0 0,0-1 1 0 0,1 0-1 0 0,8-23-1403 0 0,-9 22 1467 0 0,0-12 541 0 0,0 0 0 0 0,1 0-1 0 0,4-17 1 0 0,-4 28-378 0 0,1 1 1 0 0,-1-1-1 0 0,1 1 1 0 0,-1-1-1 0 0,1 1 1 0 0,0 0-1 0 0,0 0 1 0 0,0-1-1 0 0,0 1 1 0 0,1 1-1 0 0,-1-1 0 0 0,0 0 1 0 0,1 1-1 0 0,-1-1 1 0 0,1 1-1 0 0,3-2 1 0 0,44-15 1605 0 0,-36 15-1354 0 0,0 0 0 0 0,1 1 1 0 0,-1 0-1 0 0,1 2 0 0 0,-1-1 1 0 0,1 2-1 0 0,0 0 0 0 0,-1 0 1 0 0,0 2-1 0 0,1 0 0 0 0,22 8 1 0 0,-31-9-186 0 0,0 0 0 0 0,0 1 1 0 0,-1 0-1 0 0,1 0 0 0 0,-1 0 1 0 0,1 1-1 0 0,-1-1 0 0 0,0 2 1 0 0,-1-1-1 0 0,1 0 0 0 0,-1 1 1 0 0,0 0-1 0 0,0 0 0 0 0,0 0 1 0 0,-1 0-1 0 0,1 1 0 0 0,-1-1 1 0 0,-1 1-1 0 0,1 0 0 0 0,-1 0 1 0 0,0 0-1 0 0,0 0 0 0 0,-1 0 1 0 0,0 1-1 0 0,0-1 0 0 0,0 0 1 0 0,-1 1-1 0 0,0 10 0 0 0,-3 10-66 0 0,-1 0 0 0 0,-15 52-1 0 0,11-52-152 0 0,1 1-1 0 0,-5 53 1 0 0,10 30 11 0 0,3-72 0 0 0,-2 1 0 0 0,-1-1 0 0 0,-14 68 0 0 0,15-103-188 0 0,1-1 0 0 0,-1 1 0 0 0,0-1 0 0 0,0 0 0 0 0,-1 1 0 0 0,1-1 0 0 0,-1 0 0 0 0,1 0 0 0 0,-1 0 0 0 0,0 0 0 0 0,0 0 0 0 0,0-1 0 0 0,-1 1 0 0 0,1-1 1 0 0,-1 1-1 0 0,-3 2 0 0 0,2-3-975 0 0,1-1 0 0 0,-1 1 0 0 0,1-1 0 0 0,-1 0 0 0 0,0 0 1 0 0,1-1-1 0 0,-1 1 0 0 0,0-1 0 0 0,-7 0 0 0 0,-8 1-4358 0 0,-11 2-5045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6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32 145 20210 0 0,'-32'4'10637'0'0,"59"-16"-8606"0"0,67-20-3017 0 0,-48 21 25 0 0,41-13-3485 0 0,-78 20 2898 0 0,0 1 0 0 0,0-2 0 0 0,0 1 0 0 0,0-1 0 0 0,-1 0 0 0 0,15-12 0 0 0,-12 5-4029 0 0,-6-2-2639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8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599 84 16025 0 0,'57'-84'8801'0'0,"-65"93"-7861"0"0,-304 332 4581 0 0,251-265-5027 0 0,3 3-1 0 0,-88 159 0 0 0,134-214-493 0 0,1 1 0 0 0,1 0 0 0 0,1 0 0 0 0,2 1 0 0 0,0 0 0 0 0,2 0 0 0 0,-4 50 0 0 0,8-66 0 0 0,2 0 0 0 0,-1 0 0 0 0,1-1 0 0 0,1 1 0 0 0,0 0 0 0 0,0 0 0 0 0,1-1 0 0 0,0 1 0 0 0,0-1 0 0 0,8 14 0 0 0,-7-17 0 0 0,1 1 0 0 0,0-1 0 0 0,-1 0 0 0 0,2-1 0 0 0,-1 1 0 0 0,1-1 0 0 0,0 0 0 0 0,0-1 0 0 0,0 1 0 0 0,0-1 0 0 0,1 0 0 0 0,0-1 0 0 0,0 0 0 0 0,0 0 0 0 0,10 3 0 0 0,4-1 0 0 0,0-1 0 0 0,0 0 0 0 0,0-2 0 0 0,0-1 0 0 0,0 0 0 0 0,0-1 0 0 0,1-2 0 0 0,-1 0 0 0 0,0-1 0 0 0,0-1 0 0 0,-1-1 0 0 0,1-1 0 0 0,34-15 0 0 0,-50 19 0 0 0,-1 0 0 0 0,1-1 0 0 0,-1 0 0 0 0,0 1 0 0 0,0-2 0 0 0,0 1 0 0 0,0 0 0 0 0,0-1 0 0 0,-1 0 0 0 0,0 1 0 0 0,0-1 0 0 0,0-1 0 0 0,0 1 0 0 0,0 0 0 0 0,-1-1 0 0 0,0 1 0 0 0,0-1 0 0 0,0 0 0 0 0,0 0 0 0 0,-1 0 0 0 0,0 0 0 0 0,0 0 0 0 0,0 0 0 0 0,-1 0 0 0 0,1 0 0 0 0,-2-7 0 0 0,0 4 0 0 0,0-1 0 0 0,-1 1 0 0 0,0 0 0 0 0,-1 0 0 0 0,0 0 0 0 0,0 1 0 0 0,0-1 0 0 0,-1 1 0 0 0,-1-1 0 0 0,1 1 0 0 0,-1 0 0 0 0,0 1 0 0 0,-1-1 0 0 0,1 1 0 0 0,-8-6 0 0 0,4 3-4 0 0,-1 1 0 0 0,0 0 0 0 0,0 1 0 0 0,-1 0 0 0 0,1 0 0 0 0,-1 1-1 0 0,-23-8 1 0 0,33 14-173 0 0,1-1 0 0 0,-1 1 0 0 0,0 0 0 0 0,0 0 0 0 0,1 0 0 0 0,-1 0 0 0 0,0 0 0 0 0,1-1 0 0 0,-1 1 0 0 0,0 0 0 0 0,0-1 0 0 0,1 1-1 0 0,-1 0 1 0 0,1-1 0 0 0,-1 1 0 0 0,0-1 0 0 0,1 1 0 0 0,-1-1 0 0 0,1 1 0 0 0,-1-1 0 0 0,1 1 0 0 0,-1-1 0 0 0,1 0 0 0 0,0 1 0 0 0,-1-1 0 0 0,1 0 0 0 0,0 1 0 0 0,-1-1-1 0 0,1 0 1 0 0,0 1 0 0 0,0-1 0 0 0,0 0 0 0 0,-1 0 0 0 0,1 1 0 0 0,0-1 0 0 0,0 0 0 0 0,0 0 0 0 0,0 1 0 0 0,1-1 0 0 0,-1 0 0 0 0,0 0 0 0 0,0 1 0 0 0,0-1-1 0 0,0 0 1 0 0,1 0 0 0 0,-1 1 0 0 0,0-1 0 0 0,1 0 0 0 0,-1 1 0 0 0,1-1 0 0 0,-1 1 0 0 0,1-1 0 0 0,-1 0 0 0 0,1 1 0 0 0,-1-1 0 0 0,1 1 0 0 0,-1-1 0 0 0,1 1 0 0 0,-1 0-1 0 0,1-1 1 0 0,0 1 0 0 0,0-1 0 0 0,43-28-10122 0 0,-43 28 9691 0 0,27-14-8208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9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372 317 15329 0 0,'-9'12'1823'0'0,"-1"0"-906"0"0,-1 1 0 0 0,2 0 0 0 0,0 1 0 0 0,-13 26-1 0 0,20-37-807 0 0,1-1 0 0 0,0 1 0 0 0,1-1-1 0 0,-1 1 1 0 0,0-1 0 0 0,1 1-1 0 0,0 0 1 0 0,-1-1 0 0 0,1 1-1 0 0,0 0 1 0 0,0-1 0 0 0,1 1-1 0 0,-1 0 1 0 0,0-1 0 0 0,1 1-1 0 0,1 4 1 0 0,0-5-53 0 0,-1 0 0 0 0,1 0-1 0 0,0 0 1 0 0,0 0 0 0 0,-1 0 0 0 0,2 0-1 0 0,-1-1 1 0 0,0 1 0 0 0,0-1 0 0 0,0 1-1 0 0,1-1 1 0 0,-1 0 0 0 0,1 0 0 0 0,-1 0-1 0 0,1 0 1 0 0,-1 0 0 0 0,1-1 0 0 0,-1 1-1 0 0,1-1 1 0 0,5 0 0 0 0,4 2 18 0 0,1-2 0 0 0,0 0 0 0 0,-1 0 0 0 0,1-1 0 0 0,-1 0 0 0 0,1-2 0 0 0,-1 1 0 0 0,0-1 0 0 0,0-1 0 0 0,0 0 0 0 0,0-1 0 0 0,-1 0 0 0 0,1-1 0 0 0,18-12 0 0 0,-23 12 71 0 0,0 1 0 0 0,0-1 0 0 0,0 0 0 0 0,-1 0 0 0 0,0-1 0 0 0,0 0-1 0 0,0 0 1 0 0,-1-1 0 0 0,0 1 0 0 0,-1-1 0 0 0,0 0 0 0 0,0 0 0 0 0,0-1 0 0 0,-1 1 0 0 0,-1-1-1 0 0,1 1 1 0 0,-1-1 0 0 0,-1 0 0 0 0,0 0 0 0 0,0 0 0 0 0,-1-12 0 0 0,0 10-46 0 0,-1-1 0 0 0,0 1 0 0 0,-1 0 1 0 0,0-1-1 0 0,-1 1 0 0 0,0 0 0 0 0,0 1 0 0 0,-2-1 1 0 0,1 1-1 0 0,-1-1 0 0 0,-1 1 0 0 0,0 1 0 0 0,0-1 1 0 0,-1 1-1 0 0,0 0 0 0 0,-1 0 0 0 0,0 1 0 0 0,0 0 1 0 0,0 1-1 0 0,-1 0 0 0 0,0 0 0 0 0,-1 1 0 0 0,0 0 1 0 0,0 0-1 0 0,0 1 0 0 0,-1 1 0 0 0,1-1 0 0 0,-1 2 1 0 0,-20-5-1 0 0,7 4-774 0 0,1 1 1 0 0,-1 1-1 0 0,1 1 1 0 0,-1 1-1 0 0,0 1 1 0 0,-40 8-1 0 0,-39 14-5447 0 0,7 10-4671 0 0,73-24 2257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7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282 415 13853 0 0,'-65'-1'-1528'0'0,"26"-1"2475"0"0,0 2 0 0 0,-58 8-1 0 0,95-8-813 0 0,0 1-1 0 0,-1-1 0 0 0,1 0 1 0 0,0 1-1 0 0,0-1 0 0 0,0 1 1 0 0,0 0-1 0 0,-1 0 1 0 0,1 0-1 0 0,0 0 0 0 0,1 0 1 0 0,-1 0-1 0 0,0 0 0 0 0,0 1 1 0 0,0-1-1 0 0,1 1 0 0 0,-1-1 1 0 0,-2 4-1 0 0,4-4-23 0 0,-1 0-1 0 0,1 0 1 0 0,0 1-1 0 0,0-1 1 0 0,0 0 0 0 0,0 0-1 0 0,0 1 1 0 0,0-1-1 0 0,0 0 1 0 0,0 0-1 0 0,0 1 1 0 0,1-1 0 0 0,-1 0-1 0 0,0 0 1 0 0,1 1-1 0 0,-1-1 1 0 0,1 0 0 0 0,-1 0-1 0 0,1 0 1 0 0,0 0-1 0 0,-1 0 1 0 0,1 0 0 0 0,1 1-1 0 0,3 4 181 0 0,1-1 0 0 0,-1 1 0 0 0,1-1 0 0 0,0-1 0 0 0,0 1 0 0 0,1-1 0 0 0,-1 0 0 0 0,13 5 0 0 0,62 17 559 0 0,1-4 1 0 0,1-4 0 0 0,112 10-1 0 0,-102-15-401 0 0,-80-11-392 0 0,583 72 1677 0 0,-459-64-1085 0 0,1-6 0 0 0,185-19 1 0 0,-17-14 1112 0 0,128-45-1215 0 0,-398 67-540 0 0,514-105-5 0 0,-534 108 0 0 0,-1 0 0 0 0,1-2 0 0 0,-1 0 0 0 0,0-1 0 0 0,0 0 0 0 0,14-11 0 0 0,83-61 0 0 0,-70 47 0 0 0,-17 15 0 0 0,-10 7 0 0 0,0-1 0 0 0,24-22 0 0 0,-28 20 0 0 0,-4 3 0 0 0,0-1 0 0 0,-1 0 0 0 0,0 0 0 0 0,-1-1 0 0 0,0 1 0 0 0,4-17 0 0 0,20-52 0 0 0,-25 67 0 0 0,-1-1 0 0 0,-3 13-62 0 0,1 0 0 0 0,-1 0 0 0 0,1 0 0 0 0,-1 0-1 0 0,0 0 1 0 0,0 0 0 0 0,1 0 0 0 0,-1 0 0 0 0,0 0 0 0 0,0 0 0 0 0,0 0 0 0 0,0 0 0 0 0,0 0 0 0 0,0 0-1 0 0,0 0 1 0 0,-1 0 0 0 0,1 0 0 0 0,0 1 0 0 0,-1-1 0 0 0,1 0 0 0 0,0 0 0 0 0,-1 0 0 0 0,1 0-1 0 0,-1 0 1 0 0,1 0 0 0 0,-1 0 0 0 0,0 1 0 0 0,1-1 0 0 0,-2-1 0 0 0,-19 1-3380 0 0,16 2 3262 0 0,-14 1-2527 0 0,0 1 1 0 0,0 1-1 0 0,0 1 1 0 0,0 1-1 0 0,-25 11 0 0 0,43-17 2506 0 0,-58 23-8784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3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0 6261 0 0,'-320'72'10531'0'0,"317"-72"-9919"0"0,-6 4 227 0 0,7-1-636 0 0,13 0 932 0 0,429 20 693 0 0,-2-1-1052 0 0,-344-13-628 0 0,-30-4 37 0 0,98 22-1 0 0,-161-28-179 0 0,0 1 0 0 0,0 0 0 0 0,-1 1 0 0 0,1-1-1 0 0,0 0 1 0 0,0 0 0 0 0,0 0 0 0 0,-1 0 0 0 0,1 1 0 0 0,0-1 0 0 0,0 0 0 0 0,-1 1-1 0 0,1-1 1 0 0,0 0 0 0 0,0 1 0 0 0,-1-1 0 0 0,1 1 0 0 0,0-1 0 0 0,-1 1 0 0 0,1 0-1 0 0,-1-1 1 0 0,1 1 0 0 0,-1 0 0 0 0,1 0 0 0 0,-16 7 74 0 0,-37 0 17 0 0,-538 6 670 0 0,368-17 200 0 0,108-2 877 0 0,109 5-776 0 0,15-4-785 0 0,45-10-84 0 0,0 3 0 0 0,0 2 1 0 0,84-2-1 0 0,-104 9-148 0 0,951-31-2066 0 0,-966 31 1028 0 0,-52-5 817 0 0,-68-4 228 0 0,-368-8 76 0 0,23 1 941 0 0,429 18-935 0 0,13 0 181 0 0,19 0-220 0 0,1140 23-3958 0 0,-1101-17 1175 0 0,-158-5 1227 0 0,-199-23 1 0 0,253 12-1260 0 0,4-5-4073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33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26 7509 0 0,'-8'1'-151'0'0,"5"1"212"0"0,7-1 279 0 0,44 3-173 0 0,1-3 1 0 0,-1-1-1 0 0,77-12 1 0 0,18 0 53 0 0,-15 1 475 0 0,-125 11 1343 0 0,-19 1-1569 0 0,-561 59 4551 0 0,543-53-4069 0 0,31-6-248 0 0,18 0-527 0 0,263-6-79 0 0,101 4-5260 0 0,-436 5 3131 0 0,-10 3-5265 0 0,43-7 4834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01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1534 15757 0 0,'-137'-34'2918'0'0,"133"33"-2301"0"0,-8 0-90 0 0,8 1 578 0 0,8 3 2436 0 0,27 9-3016 0 0,1-1 1 0 0,52 10-1 0 0,620 126 2909 0 0,-528-93-2877 0 0,413 109 1418 0 0,-520-150-1880 0 0,1-2 0 0 0,0-3 0 0 0,1-3 0 0 0,-1-3 0 0 0,1-4 0 0 0,-1-2 0 0 0,75-15 0 0 0,450-59-95 0 0,-536 73 0 0 0,224-23 0 0 0,-229 19 0 0 0,0-2 0 0 0,-1-2 0 0 0,61-24 0 0 0,-84 25 0 0 0,1-1 0 0 0,-2-1 0 0 0,0-2 0 0 0,-1 0 0 0 0,0-2 0 0 0,-1-2 0 0 0,-1 0 0 0 0,25-26 0 0 0,-43 38 0 0 0,129-138 0 0 0,-115 121 0 0 0,-2-1 0 0 0,-1-1 0 0 0,-1-1 0 0 0,15-33 0 0 0,-28 50 0 0 0,-1 0 0 0 0,-1-1 0 0 0,0 0 0 0 0,0 1 0 0 0,-1-1 0 0 0,-1 0 0 0 0,0 0 0 0 0,-1 0 0 0 0,0 0 0 0 0,0-1 0 0 0,-4-14 0 0 0,-4-16 0 0 0,-25-74 0 0 0,12 48 0 0 0,-79-197 0 0 0,47 136 0 0 0,43 106 0 0 0,-1 0 0 0 0,-1 1 0 0 0,-1 1 0 0 0,-1 0 0 0 0,-1 0 0 0 0,-1 2 0 0 0,-1 0 0 0 0,0 1 0 0 0,-2 0 0 0 0,0 2 0 0 0,-1 0 0 0 0,-1 1 0 0 0,0 1 0 0 0,-1 2 0 0 0,0 0 0 0 0,-1 1 0 0 0,-1 1 0 0 0,-29-10 0 0 0,-33-6 0 0 0,-1 3 0 0 0,-1 3 0 0 0,-1 5 0 0 0,-1 4 0 0 0,-112-2 0 0 0,-841 45 0 0 0,886-18 0 0 0,-227 46 0 0 0,-235 97 0 0 0,582-146 0 0 0,1 2 0 0 0,0 2 0 0 0,1 1 0 0 0,1 2 0 0 0,0 1 0 0 0,2 2 0 0 0,-40 30 0 0 0,58-39 0 0 0,0 0 0 0 0,1 2 0 0 0,1-1 0 0 0,0 1 0 0 0,1 1 0 0 0,0 0 0 0 0,1 1 0 0 0,1 0 0 0 0,0 0 0 0 0,1 1 0 0 0,1 0 0 0 0,0 1 0 0 0,1-1 0 0 0,1 1 0 0 0,1 0 0 0 0,0 1 0 0 0,-2 31 0 0 0,5-10 0 0 0,2 0 0 0 0,2 0 0 0 0,2 0 0 0 0,1 0 0 0 0,3-1 0 0 0,0 0 0 0 0,3 0 0 0 0,1-1 0 0 0,34 68 0 0 0,-28-66 0 0 0,3 0 0 0 0,0-1 0 0 0,3-2 0 0 0,0 0 0 0 0,3-2 0 0 0,1-1 0 0 0,1-1 0 0 0,2-2 0 0 0,1-1 0 0 0,1-1 0 0 0,1-2 0 0 0,2-2 0 0 0,0-1 0 0 0,58 26 0 0 0,21 2 0 0 0,-103-45 0 0 0,4-1 213 0 0,-3 3-6557 0 0,-8 5-7570 0 0,-5-10 12426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09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416 122 3964 0 0,'-65'-3'3132'0'0,"-74"-13"-1"0"0,20 1 1305 0 0,166 15 19 0 0,173 2-3374 0 0,993-7 1911 0 0,-1023 2-2684 0 0,283 3 709 0 0,-530 8-624 0 0,-50 2-376 0 0,-821 6 141 0 0,374-10-28 0 0,236-6 1547 0 0,312 0-722 0 0,22 0-702 0 0,336 1 431 0 0,437-2 256 0 0,-442-19-402 0 0,-344 20-524 0 0,0 0 1 0 0,-1-1-1 0 0,1 1 1 0 0,-1-1-1 0 0,1 1 1 0 0,-1-1-1 0 0,1 0 1 0 0,-1 0-1 0 0,1 0 1 0 0,-1 0-1 0 0,3-2 1 0 0,-5 3-11 0 0,0 0-1 0 0,1-1 1 0 0,-1 1 0 0 0,0 0 0 0 0,0-1 0 0 0,0 1 0 0 0,1-1 0 0 0,-1 1-1 0 0,0 0 1 0 0,0-1 0 0 0,0 1 0 0 0,0-1 0 0 0,0 1 0 0 0,1 0 0 0 0,-1-1-1 0 0,0 1 1 0 0,0-1 0 0 0,0 1 0 0 0,0-1 0 0 0,0 1 0 0 0,-1 0 0 0 0,1-1-1 0 0,0 1 1 0 0,0-1 0 0 0,0 1 0 0 0,0 0 0 0 0,0-1 0 0 0,0 1 0 0 0,-1-1-1 0 0,1 1 1 0 0,0 0 0 0 0,0-1 0 0 0,-1 1 0 0 0,1 0 0 0 0,0-1 0 0 0,0 1-1 0 0,-1-1 1 0 0,-4-2 4 0 0,1-1 0 0 0,-1 1 1 0 0,0 0-1 0 0,0 1 0 0 0,0-1 0 0 0,0 1 0 0 0,0 0 0 0 0,0 0 0 0 0,-8-1 0 0 0,-57-13 30 0 0,-1 3 0 0 0,-122-5 0 0 0,-154 16 17 0 0,274 3-43 0 0,-779 36 121 0 0,719-32 387 0 0,127-5 107 0 0,24 0-466 0 0,1004-3 320 0 0,-498 6-479 0 0,-476 0-2 0 0,-25-2 0 0 0,0 0 0 0 0,28-3 0 0 0,-51 2 0 0 0,-1 0 0 0 0,1 0 0 0 0,0 0 0 0 0,0 0 0 0 0,0-1 0 0 0,0 1 0 0 0,0 0 0 0 0,0 0 0 0 0,0 0 0 0 0,0 0 0 0 0,0 0 0 0 0,0 0 0 0 0,0 0 0 0 0,0 0 0 0 0,0 0 0 0 0,0 0 0 0 0,0 0 0 0 0,0 0 0 0 0,0 0 0 0 0,0 0 0 0 0,0-1 0 0 0,0 1 0 0 0,0 0 0 0 0,0 0 0 0 0,0 0 0 0 0,0 0 0 0 0,0 0 0 0 0,0 0 0 0 0,0 0 0 0 0,0 0 0 0 0,0 0 0 0 0,0 0 0 0 0,0 0 0 0 0,0 0 0 0 0,0 0 0 0 0,0 0 0 0 0,0-1 0 0 0,0 1 0 0 0,0 0 0 0 0,0 0 0 0 0,1 0 0 0 0,-1 0 0 0 0,0 0 0 0 0,0 0 0 0 0,0 0 0 0 0,0 0 0 0 0,0 0 0 0 0,0 0 0 0 0,0 0 0 0 0,0 0 0 0 0,0 0 0 0 0,0 0 0 0 0,0 0 0 0 0,0 0 0 0 0,-11-6 0 0 0,-19-3 0 0 0,-30-2 0 0 0,0 4 0 0 0,-73-1 0 0 0,-122 13 0 0 0,189-3 0 0 0,-502 41 0 0 0,86-2 0 0 0,810-48 0 0 0,805-38 0 0 0,-1054 42 0 0 0,-386 20 0 0 0,177-8 0 0 0,129-9-16 0 0,0 0 0 0 0,0-1 0 0 0,0 1 0 0 0,0 0 0 0 0,0 0 0 0 0,1 0 0 0 0,-1 0-1 0 0,0 0 1 0 0,0 1 0 0 0,0-1 0 0 0,0 0 0 0 0,0 0 0 0 0,1 1 0 0 0,-1-1 0 0 0,0 0 0 0 0,0 1 0 0 0,1-1 0 0 0,-1 0 0 0 0,0 1 0 0 0,0-1 0 0 0,1 1 0 0 0,-1 0-1 0 0,0-1 1 0 0,1 1 0 0 0,-1-1 0 0 0,1 1 0 0 0,-2 1 0 0 0,5 5-531 0 0,-3-5 168 0 0,-1 0 1 0 0,1 0-1 0 0,-1 0 1 0 0,0-1 0 0 0,0 1-1 0 0,0 0 1 0 0,0 0-1 0 0,0 0 1 0 0,0-1 0 0 0,0 1-1 0 0,-1-1 1 0 0,1 1 0 0 0,-1-1-1 0 0,1 0 1 0 0,-1 1-1 0 0,0-1 1 0 0,1 0 0 0 0,-3 1-1 0 0,-38 22-6153 0 0,33-20 5194 0 0,-18 12-4638 0 0,0-1-2902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2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22 730 6873 0 0,'0'0'5417'0'0,"-7"-13"-3322"0"0,4-3-1237 0 0,-1 5-530 0 0,2 0-1 0 0,0 0 1 0 0,0-1-1 0 0,1 1 1 0 0,0-1-1 0 0,1 0 1 0 0,0 1-1 0 0,3-16 1 0 0,3 3-209 0 0,1-1 0 0 0,1 1 0 0 0,1 1 1 0 0,1 0-1 0 0,1 0 0 0 0,1 1 0 0 0,1 0 0 0 0,1 1 0 0 0,1 0 0 0 0,0 2 0 0 0,2-1 1 0 0,27-23-1 0 0,19-11 41 0 0,2 3 0 0 0,102-60 1 0 0,-122 83-46 0 0,1 3-64 0 0,-32 22-256 0 0,22 12-12807 0 0,-29-6 11811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2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59 7821 0 0,'0'0'-612'0'0,"-9"-22"-1897"0"0,5 7 5268 0 0,2-7 3213 0 0,3 58-4371 0 0,10 109 246 0 0,-10-100-1261 0 0,2 1 0 0 0,2-1 0 0 0,2-1 1 0 0,24 84-1 0 0,-31-128-695 0 0,0 1 0 0 0,0 0 1 0 0,0-1-1 0 0,0 1 0 0 0,0-1 1 0 0,0 1-1 0 0,0-1 0 0 0,0 1 1 0 0,0 0-1 0 0,1-1 0 0 0,-1 1 1 0 0,0-1-1 0 0,0 1 0 0 0,1-1 1 0 0,-1 1-1 0 0,0-1 0 0 0,1 1 0 0 0,-1-1 1 0 0,0 1-1 0 0,1-1 0 0 0,-1 0 1 0 0,1 1-1 0 0,-1-1 0 0 0,0 0 1 0 0,1 1-1 0 0,-1-1 0 0 0,1 0 1 0 0,-1 1-1 0 0,1-1 0 0 0,0 0 1 0 0,-1 0-1 0 0,1 0 0 0 0,-1 0 0 0 0,1 1 1 0 0,-1-1-1 0 0,1 0 0 0 0,0 0 1 0 0,-1 0-1 0 0,1 0 0 0 0,-1 0 1 0 0,1 0-1 0 0,-1-1 0 0 0,1 1 1 0 0,0 0-1 0 0,-1 0 0 0 0,1 0 1 0 0,-1 0-1 0 0,1-1 0 0 0,-1 1 1 0 0,1 0-1 0 0,-1 0 0 0 0,1-1 0 0 0,-1 1 1 0 0,1 0-1 0 0,-1-1 0 0 0,0 1 1 0 0,1-1-1 0 0,-1 1 0 0 0,1-1 1 0 0,17-32-7712 0 0,-15 24 4207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3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7617 0 0,'0'0'790'0'0,"0"5"-416"0"0,-1 20 438 0 0,2 1 0 0 0,5 28 0 0 0,-4-45-647 0 0,0 1 1 0 0,0-1-1 0 0,1 0 0 0 0,1 0 1 0 0,-1 0-1 0 0,1-1 0 0 0,1 0 0 0 0,-1 1 1 0 0,2-1-1 0 0,5 7 0 0 0,-3-6-38 0 0,0-1-1 0 0,0 0 0 0 0,1-1 1 0 0,0 0-1 0 0,1 0 1 0 0,-1 0-1 0 0,1-2 1 0 0,1 1-1 0 0,-1-1 0 0 0,1-1 1 0 0,0 1-1 0 0,0-2 1 0 0,20 4-1 0 0,-26-5-78 0 0,1-2 0 0 0,0 1 0 0 0,-1-1 0 0 0,1 1 0 0 0,0-2 0 0 0,0 1-1 0 0,-1-1 1 0 0,1 1 0 0 0,0-2 0 0 0,-1 1 0 0 0,1 0 0 0 0,-1-1 0 0 0,1 0 0 0 0,-1-1 0 0 0,0 1 0 0 0,0-1-1 0 0,0 0 1 0 0,0 0 0 0 0,-1-1 0 0 0,1 1 0 0 0,-1-1 0 0 0,0 0 0 0 0,0 0 0 0 0,0 0 0 0 0,0-1 0 0 0,-1 0-1 0 0,0 1 1 0 0,0-1 0 0 0,3-7 0 0 0,-3 4 2 0 0,0-1 0 0 0,-1 1 0 0 0,0-1 0 0 0,0 0 0 0 0,-1 0-1 0 0,0 0 1 0 0,0 0 0 0 0,-1 0 0 0 0,-1 0 0 0 0,0 0 0 0 0,0 0 0 0 0,-3-12 0 0 0,2 9-13 0 0,-1 0 0 0 0,-1 1 0 0 0,0-1 0 0 0,-1 1 0 0 0,0 0 0 0 0,0 0 0 0 0,-1 1 0 0 0,-11-16 0 0 0,13 22-39 0 0,1 0 0 0 0,0 1 0 0 0,-1 0 0 0 0,1 0 0 0 0,-1 0 0 0 0,0 0 0 0 0,0 1 0 0 0,0-1 0 0 0,-1 1 1 0 0,1 0-1 0 0,0 0 0 0 0,-1 1 0 0 0,0-1 0 0 0,1 1 0 0 0,-1 0 0 0 0,0 1 0 0 0,1-1 0 0 0,-1 1 0 0 0,0-1 1 0 0,0 1-1 0 0,-8 2 0 0 0,8-1-297 0 0,0 0 1 0 0,-1 0 0 0 0,1 1-1 0 0,0-1 1 0 0,0 2 0 0 0,0-1 0 0 0,0 0-1 0 0,0 1 1 0 0,0 0 0 0 0,1 0-1 0 0,-7 6 1 0 0,10-9 129 0 0,1 1 0 0 0,0-1 0 0 0,-1 0 1 0 0,1 1-1 0 0,0-1 0 0 0,0 0 0 0 0,-1 1 0 0 0,1-1 1 0 0,0 1-1 0 0,0-1 0 0 0,0 1 0 0 0,-1-1 0 0 0,1 0 0 0 0,0 1 1 0 0,0-1-1 0 0,0 1 0 0 0,0-1 0 0 0,0 1 0 0 0,0-1 1 0 0,0 1-1 0 0,0-1 0 0 0,0 1 0 0 0,0-1 0 0 0,0 0 1 0 0,0 1-1 0 0,1-1 0 0 0,-1 1 0 0 0,0-1 0 0 0,0 1 0 0 0,0-1 1 0 0,1 0-1 0 0,-1 1 0 0 0,0-1 0 0 0,0 1 0 0 0,1-1 1 0 0,-1 0-1 0 0,1 1 0 0 0,12 10-3054 0 0,-12-10 3445 0 0,16 9-2552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4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349 44 5452 0 0,'-16'-43'3965'0'0,"11"46"-3093"0"0,-9 10-367 0 0,1 1 0 0 0,1-1 1 0 0,0 2-1 0 0,1 0 0 0 0,0 0 0 0 0,1 1 0 0 0,-14 31 1 0 0,-5 6 330 0 0,-3 8 405 0 0,4 1 1 0 0,-31 92 0 0 0,32-77-368 0 0,27-76-1032 0 0,0 0-1 0 0,0 0 1 0 0,-1 0-1 0 0,1 0 1 0 0,0 0-1 0 0,-1 0 1 0 0,1 0-1 0 0,-1 0 1 0 0,1 0-1 0 0,-1 0 0 0 0,1 0 1 0 0,-1 0-1 0 0,1 0 1 0 0,-1 0-1 0 0,0 0 1 0 0,0-1-1 0 0,0 1 1 0 0,1 0-1 0 0,-1 0 1 0 0,0-1-1 0 0,0 1 1 0 0,0-1-1 0 0,-2 2 0 0 0,2-3 50 0 0,0 0-1 0 0,0 1 1 0 0,1-1 0 0 0,-1 0-1 0 0,0 0 1 0 0,0 0-1 0 0,1 0 1 0 0,-1 0-1 0 0,1 0 1 0 0,-1 0-1 0 0,1 0 1 0 0,-1 0-1 0 0,1 0 1 0 0,0 0-1 0 0,-1-1 1 0 0,1 1 0 0 0,0 0-1 0 0,0-1 1 0 0,-10-77-2959 0 0,9 68 2014 0 0,-5-65-3616 0 0,4 36 1436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4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57 7297 0 0,'-10'-51'1891'0'0,"31"46"-491"0"0,-19 5-1330 0 0,-1-1 0 0 0,1 1 1 0 0,0 0-1 0 0,-1 0 1 0 0,1 0-1 0 0,-1 1 1 0 0,1-1-1 0 0,0 0 0 0 0,-1 0 1 0 0,1 1-1 0 0,-1-1 1 0 0,1 1-1 0 0,-1 0 0 0 0,1-1 1 0 0,-1 1-1 0 0,0 0 1 0 0,3 1-1 0 0,2 1 155 0 0,47 21 974 0 0,-1 1 0 0 0,0 3 0 0 0,75 54 0 0 0,-88-53-1987 0 0,-2 2 0 0 0,48 50 1 0 0,-83-79-97 0 0,9 8-2548 0 0,-1-10-2231 0 0,9-12 2985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4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94 6745 0 0,'12'-19'674'0'0,"-10"15"-539"0"0,0 1 1 0 0,0 0-1 0 0,1-1 1 0 0,-1 1-1 0 0,1 0 0 0 0,-1 0 1 0 0,1 1-1 0 0,0-1 1 0 0,0 0-1 0 0,0 1 1 0 0,0 0-1 0 0,1 0 0 0 0,5-3 1 0 0,7-2 131 0 0,0 2-1 0 0,1 0 1 0 0,0 0-1 0 0,0 2 1 0 0,0 0 0 0 0,0 1-1 0 0,1 0 1 0 0,-1 2 0 0 0,0 0-1 0 0,1 1 1 0 0,-1 1 0 0 0,0 0-1 0 0,0 1 1 0 0,30 10 0 0 0,-45-12-201 0 0,1 0 1 0 0,-1 0 0 0 0,1 0 0 0 0,-1 0 0 0 0,0 1 0 0 0,0-1 0 0 0,1 1 0 0 0,-1 0 0 0 0,0-1 0 0 0,0 1 0 0 0,-1 0 0 0 0,1 0 0 0 0,0 0 0 0 0,0 0 0 0 0,-1 1-1 0 0,0-1 1 0 0,1 0 0 0 0,-1 1 0 0 0,0-1 0 0 0,0 1 0 0 0,0-1 0 0 0,-1 1 0 0 0,1 0 0 0 0,0-1 0 0 0,-1 1 0 0 0,0-1 0 0 0,0 1 0 0 0,1 0 0 0 0,-2 0 0 0 0,1-1-1 0 0,0 1 1 0 0,0 0 0 0 0,-1-1 0 0 0,0 1 0 0 0,1-1 0 0 0,-3 5 0 0 0,-3 8 258 0 0,0 0-1 0 0,-2 0 0 0 0,0-1 1 0 0,-17 24-1 0 0,13-21-111 0 0,4-6 8 0 0,1 1 1 0 0,0 0-1 0 0,1 1 0 0 0,0-1 0 0 0,1 1 0 0 0,0 0 1 0 0,-4 20-1 0 0,8-26-140 0 0,0-1 0 0 0,1 1 1 0 0,0-1-1 0 0,0 1 0 0 0,1-1 1 0 0,0 1-1 0 0,0-1 0 0 0,0 1 1 0 0,1-1-1 0 0,0 1 0 0 0,0-1 0 0 0,1 0 1 0 0,-1 0-1 0 0,1 0 0 0 0,1-1 1 0 0,-1 1-1 0 0,8 8 0 0 0,14 17 180 0 0,-12-15-151 0 0,0 0 0 0 0,-1 1 0 0 0,0 0 0 0 0,-2 1 1 0 0,10 21-1 0 0,-19-37-95 0 0,0 0 1 0 0,0 0 0 0 0,-1 0-1 0 0,1 0 1 0 0,-1 0 0 0 0,1 0-1 0 0,-1 1 1 0 0,0-1 0 0 0,1 0 0 0 0,-1 0-1 0 0,-1 0 1 0 0,1 0 0 0 0,0 0-1 0 0,0 0 1 0 0,-1 0 0 0 0,1 1-1 0 0,-1-1 1 0 0,0 0 0 0 0,1 0-1 0 0,-1-1 1 0 0,0 1 0 0 0,0 0-1 0 0,0 0 1 0 0,-1 0 0 0 0,1 0 0 0 0,0-1-1 0 0,-1 1 1 0 0,1-1 0 0 0,-1 1-1 0 0,1-1 1 0 0,-1 0 0 0 0,0 1-1 0 0,1-1 1 0 0,-1 0 0 0 0,0 0-1 0 0,0 0 1 0 0,0 0 0 0 0,0-1-1 0 0,0 1 1 0 0,-4 1 0 0 0,3-2-104 0 0,0 1 0 0 0,0-1 0 0 0,-1 1 0 0 0,1-1 0 0 0,0 0 0 0 0,0 0 0 0 0,0-1 1 0 0,0 1-1 0 0,-1-1 0 0 0,1 1 0 0 0,0-1 0 0 0,0 0 0 0 0,0 0 0 0 0,0 0 0 0 0,0-1 0 0 0,1 1 0 0 0,-1-1 0 0 0,0 1 1 0 0,1-1-1 0 0,-1 0 0 0 0,1 0 0 0 0,-1 0 0 0 0,1 0 0 0 0,0-1 0 0 0,0 1 0 0 0,0-1 0 0 0,0 1 0 0 0,-2-4 0 0 0,2 0-402 0 0,0 0-1 0 0,0 0 0 0 0,0 0 0 0 0,1 0 0 0 0,-1 0 0 0 0,2 0 0 0 0,-1 0 0 0 0,1-1 0 0 0,-1 1 1 0 0,2 0-1 0 0,1-13 0 0 0,0 6-997 0 0,1 0 1 0 0,0 0-1 0 0,1 0 1 0 0,9-18 0 0 0,3-4-3204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5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53 8941 0 0,'1'21'2711'0'0,"0"3"-1470"0"0,0 0 0 0 0,8 43 0 0 0,-6-58-1065 0 0,1 0 1 0 0,1-1 0 0 0,0 1-1 0 0,0-1 1 0 0,0 0 0 0 0,1-1-1 0 0,0 1 1 0 0,1-1-1 0 0,0 0 1 0 0,0 0 0 0 0,0-1-1 0 0,1 0 1 0 0,0-1 0 0 0,0 1-1 0 0,0-1 1 0 0,1-1 0 0 0,13 6-1 0 0,-7-5-30 0 0,0 0-1 0 0,0 0 0 0 0,0-2 1 0 0,1 0-1 0 0,-1 0 0 0 0,1-2 1 0 0,0 0-1 0 0,-1-1 0 0 0,1 0 1 0 0,17-3-1 0 0,-28 2-108 0 0,-1 1 1 0 0,1-1-1 0 0,-1 0 0 0 0,1 0 1 0 0,-1 0-1 0 0,1-1 0 0 0,-1 0 0 0 0,1 0 1 0 0,-1 0-1 0 0,0 0 0 0 0,0-1 1 0 0,0 1-1 0 0,-1-1 0 0 0,1 0 0 0 0,0 0 1 0 0,-1-1-1 0 0,0 1 0 0 0,0-1 1 0 0,4-6-1 0 0,-5 6-15 0 0,0 0 0 0 0,-1-1 0 0 0,1 0 0 0 0,-1 1 1 0 0,-1-1-1 0 0,1 0 0 0 0,-1 0 0 0 0,1 1 0 0 0,-1-1 0 0 0,-1 0 1 0 0,1 0-1 0 0,-1 0 0 0 0,0 1 0 0 0,0-1 0 0 0,0 0 0 0 0,0 1 0 0 0,-1-1 1 0 0,0 1-1 0 0,-3-6 0 0 0,-1-4 6 0 0,-2 0 0 0 0,0 0-1 0 0,0 0 1 0 0,-1 1 0 0 0,-1 1 0 0 0,0 0 0 0 0,-1 0-1 0 0,0 1 1 0 0,0 0 0 0 0,-23-15 0 0 0,26 21-88 0 0,0 0 0 0 0,0 0 0 0 0,-1 1 0 0 0,0 0 0 0 0,0 1 0 0 0,0 0 0 0 0,0 0 0 0 0,-1 1 0 0 0,1 0 0 0 0,-1 1 0 0 0,1 0 0 0 0,-1 0 0 0 0,1 1 0 0 0,-1 0 0 0 0,0 1 0 0 0,1 0 0 0 0,-1 0 0 0 0,-18 6 0 0 0,11-1-473 0 0,0 1-1 0 0,0 0 1 0 0,1 1 0 0 0,0 1 0 0 0,-24 16-1 0 0,31-18-453 0 0,0 1 0 0 0,1-1 0 0 0,0 1 0 0 0,0 1 0 0 0,1-1-1 0 0,-7 11 1 0 0,6-3-2666 0 0,5 0-1236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6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4 121 9689 0 0,'-1'-2'61'0'0,"1"0"1"0"0,-1-1-1 0 0,0 1 0 0 0,1 0 1 0 0,0-1-1 0 0,-1 1 1 0 0,1 0-1 0 0,0-1 0 0 0,0 1 1 0 0,0 0-1 0 0,1-1 1 0 0,-1 1-1 0 0,1-1 0 0 0,-1 1 1 0 0,1 0-1 0 0,0 0 1 0 0,0-1-1 0 0,0 1 0 0 0,0 0 1 0 0,2-3-1 0 0,0 0 57 0 0,0 1 1 0 0,1 1-1 0 0,0-1 0 0 0,0 0 0 0 0,0 1 1 0 0,0 0-1 0 0,0 0 0 0 0,0 0 0 0 0,7-3 1 0 0,1 1 104 0 0,0 0 0 0 0,1 0 0 0 0,-1 1 0 0 0,1 0 0 0 0,0 1 0 0 0,25-2 0 0 0,-22 4-67 0 0,1 1 0 0 0,-1 1 1 0 0,1 0-1 0 0,-1 1 0 0 0,0 1 0 0 0,28 9 1 0 0,-38-10-60 0 0,0 0 1 0 0,0 1-1 0 0,0-1 1 0 0,0 1-1 0 0,-1 0 1 0 0,0 1-1 0 0,0-1 1 0 0,0 1 0 0 0,0 0-1 0 0,0 1 1 0 0,-1-1-1 0 0,1 1 1 0 0,-1 0-1 0 0,-1 0 1 0 0,1 0-1 0 0,-1 0 1 0 0,1 1 0 0 0,-2-1-1 0 0,1 1 1 0 0,3 10-1 0 0,-2 4 520 0 0,-1 2 0 0 0,0-1-1 0 0,-2 0 1 0 0,-1 30 0 0 0,-1-34-344 0 0,1 0 0 0 0,0 1 0 0 0,2-1 0 0 0,0 1 0 0 0,1-1 0 0 0,0 0 1 0 0,8 20-1 0 0,-8-27-151 0 0,-1-1 1 0 0,0 1 0 0 0,-1-1-1 0 0,0 1 1 0 0,0 0 0 0 0,-1 11-1 0 0,-1-20-109 0 0,1 0 0 0 0,-1 0 0 0 0,0 0-1 0 0,1 0 1 0 0,-1 0 0 0 0,0 0-1 0 0,0 0 1 0 0,0 0 0 0 0,0-1-1 0 0,0 1 1 0 0,0 0 0 0 0,0-1 0 0 0,0 1-1 0 0,0 0 1 0 0,0-1 0 0 0,0 1-1 0 0,0-1 1 0 0,0 0 0 0 0,0 1 0 0 0,-2-1-1 0 0,-27 7-870 0 0,29-7 680 0 0,0 0 0 0 0,0 0 0 0 0,0 1 0 0 0,0-1 0 0 0,0 0 0 0 0,0 0 0 0 0,0 0 0 0 0,0-1 0 0 0,0 1 0 0 0,0 0 0 0 0,0 0 0 0 0,0 0 0 0 0,0-1 0 0 0,0 1 1 0 0,0-1-1 0 0,0 1 0 0 0,0 0 0 0 0,0-1 0 0 0,1 0 0 0 0,-1 1 0 0 0,0-1 0 0 0,0 0 0 0 0,0 1 0 0 0,1-1 0 0 0,-1 0 0 0 0,0 0 0 0 0,1 1 0 0 0,-1-1 0 0 0,1 0 0 0 0,-1 0 0 0 0,1 0 0 0 0,-1 0 0 0 0,1 0 0 0 0,0 0 0 0 0,-1 0 0 0 0,1 0 0 0 0,0 0 0 0 0,0 0 0 0 0,0 0 0 0 0,-1 0 0 0 0,1 0 0 0 0,0 0 0 0 0,1 0 0 0 0,-1 0 0 0 0,0-2 0 0 0,1-2-593 0 0,1 1 0 0 0,0-1 0 0 0,0 1 0 0 0,0-1 0 0 0,0 1 0 0 0,0-1 0 0 0,1 1 0 0 0,0 0 0 0 0,6-6 0 0 0,14-15-3876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7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0 151 9201 0 0,'22'-36'2688'0'0,"-21"34"-1022"0"0,0 6-1072 0 0,5 20 113 0 0,2 0 0 0 0,0 0 0 0 0,2-1 0 0 0,18 33 0 0 0,-24-49-648 0 0,0-1 0 0 0,1 1 1 0 0,0-1-1 0 0,0 0 1 0 0,0 0-1 0 0,1 0 0 0 0,0-1 1 0 0,0 1-1 0 0,0-2 1 0 0,1 1-1 0 0,0-1 0 0 0,0 0 1 0 0,0 0-1 0 0,0-1 1 0 0,1 0-1 0 0,-1 0 1 0 0,1-1-1 0 0,13 3 0 0 0,-10-3-41 0 0,0-1 0 0 0,-1 0 0 0 0,1-1 0 0 0,0 0 0 0 0,-1-1 0 0 0,1 0-1 0 0,0-1 1 0 0,-1 0 0 0 0,1-1 0 0 0,-1 0 0 0 0,0 0 0 0 0,10-6 0 0 0,-14 6 5 0 0,0 0 0 0 0,-1-1-1 0 0,1 0 1 0 0,-1 0 0 0 0,0 0 0 0 0,0-1 0 0 0,-1 0 0 0 0,1 0 0 0 0,-1 0 0 0 0,0 0 0 0 0,-1-1 0 0 0,1 1-1 0 0,-1-1 1 0 0,0 0 0 0 0,0 0 0 0 0,-1 0 0 0 0,0-1 0 0 0,0 1 0 0 0,0 0 0 0 0,0-10 0 0 0,0 0 17 0 0,-1 0-1 0 0,-1 1 1 0 0,0-1 0 0 0,-1 0-1 0 0,-1 1 1 0 0,-1-1 0 0 0,0 1 0 0 0,-1 0-1 0 0,-10-25 1 0 0,13 37-48 0 0,0 0-1 0 0,0 1 1 0 0,-1-1-1 0 0,1 1 1 0 0,-1 0-1 0 0,0-1 1 0 0,1 1-1 0 0,-1 0 1 0 0,0 0-1 0 0,0 0 1 0 0,-1 0-1 0 0,1 1 1 0 0,0-1-1 0 0,-1 1 1 0 0,1-1-1 0 0,-1 1 1 0 0,1 0-1 0 0,-1 0 1 0 0,-5-2-1 0 0,3 2-71 0 0,0 0 0 0 0,-1 1-1 0 0,1 0 1 0 0,0 0-1 0 0,-1 0 1 0 0,1 1 0 0 0,0-1-1 0 0,-1 1 1 0 0,-9 4 0 0 0,0 0-691 0 0,1 1 0 0 0,-1 0 0 0 0,1 1 0 0 0,1 1 1 0 0,0 0-1 0 0,-17 14 0 0 0,29-21 606 0 0,-1 0-307 0 0,-1 1 1 0 0,1 0-1 0 0,-1 0 0 0 0,1 0 0 0 0,0 0 0 0 0,0 1 1 0 0,0-1-1 0 0,0 1 0 0 0,0-1 0 0 0,0 1 0 0 0,1 0 1 0 0,-1-1-1 0 0,1 1 0 0 0,0 0 0 0 0,-1 4 1 0 0,4 5-3514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7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28 9417 0 0,'-1'-2'176'0'0,"0"0"0"0"0,-1 0-1 0 0,1 0 1 0 0,-1 0 0 0 0,0 0 0 0 0,0 1 0 0 0,0-1 0 0 0,0 1-1 0 0,0-1 1 0 0,0 1 0 0 0,0 0 0 0 0,0-1 0 0 0,0 1 0 0 0,-1 0-1 0 0,1 1 1 0 0,0-1 0 0 0,-1 0 0 0 0,1 1 0 0 0,-1-1-1 0 0,1 1 1 0 0,-1 0 0 0 0,-2 0 0 0 0,1 0-29 0 0,0 1 0 0 0,0 0 0 0 0,0 0 0 0 0,0 1 0 0 0,0-1 0 0 0,0 1 0 0 0,0 0 0 0 0,1 0 0 0 0,-1 0 0 0 0,1 1 0 0 0,-1-1 0 0 0,-3 4 1 0 0,-7 8 130 0 0,0 1 0 0 0,1 0 1 0 0,0 1-1 0 0,-14 25 1 0 0,-141 249-209 0 0,140-239-1077 0 0,20-41-1287 0 0,4-11 893 0 0,5-27 427 0 0,13-45 424 0 0,3 19 945 0 0,45-95 1 0 0,-60 146-313 0 0,-1 0 1 0 0,0 1-1 0 0,1-1 1 0 0,-1 0-1 0 0,1 1 0 0 0,0 0 1 0 0,0-1-1 0 0,0 1 1 0 0,0 0-1 0 0,0 0 1 0 0,0 0-1 0 0,1 0 1 0 0,-1 0-1 0 0,0 0 0 0 0,1 1 1 0 0,0-1-1 0 0,-1 1 1 0 0,1 0-1 0 0,0 0 1 0 0,0 0-1 0 0,0 0 1 0 0,0 0-1 0 0,0 1 0 0 0,0-1 1 0 0,0 1-1 0 0,0 0 1 0 0,0 0-1 0 0,0 0 1 0 0,5 0-1 0 0,6 3-111 0 0,0 1 1 0 0,-1 0-1 0 0,1 0 0 0 0,-1 2 1 0 0,16 7-1 0 0,21 9-2103 0 0,28 2-4444 0 0,-50-23 3400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7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589 69 7541 0 0,'6'-17'193'0'0,"-3"10"100"0"0,-1 0 0 0 0,0 1 0 0 0,0-1 0 0 0,0 0 0 0 0,0-11 1964 0 0,-10 23-1519 0 0,-4 3-456 0 0,0 0 1 0 0,1 1-1 0 0,0 1 0 0 0,0 0 1 0 0,1 0-1 0 0,1 1 1 0 0,-1 0-1 0 0,2 1 1 0 0,-1 0-1 0 0,2 0 0 0 0,0 1 1 0 0,0 0-1 0 0,-8 24 1 0 0,10-22-55 0 0,0 0 0 0 0,1 1 0 0 0,1 0 0 0 0,0 0 0 0 0,1 0 0 0 0,1 0 0 0 0,0 1 0 0 0,1-1 0 0 0,1 0 0 0 0,1 0 0 0 0,0 0 0 0 0,8 27 0 0 0,-7-34-57 0 0,0 1 0 0 0,0 0 0 0 0,-1 0 0 0 0,0 0 0 0 0,-1 0 0 0 0,0 0 0 0 0,-2 21-1 0 0,1-28-144 0 0,-1 1 0 0 0,0-1 0 0 0,0 0-1 0 0,0 1 1 0 0,-1-1 0 0 0,1 0-1 0 0,-1 0 1 0 0,0 0 0 0 0,0 0-1 0 0,0 0 1 0 0,0 0 0 0 0,-1 0-1 0 0,1-1 1 0 0,-1 1 0 0 0,1-1-1 0 0,-1 0 1 0 0,0 0 0 0 0,0 0-1 0 0,0 0 1 0 0,0 0 0 0 0,0 0-1 0 0,0-1 1 0 0,-1 0 0 0 0,1 0-1 0 0,-1 0 1 0 0,-4 1 0 0 0,-9 2-686 0 0,-1 0 0 0 0,1-2 0 0 0,-1 0 0 0 0,1-1 0 0 0,-1-1 1 0 0,0 0-1 0 0,-32-6 0 0 0,15-1-2332 0 0,0-1 0 0 0,-63-25 0 0 0,40 8-2070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8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33 239 9509 0 0,'-32'17'1053'0'0,"40"-19"-481"0"0,276-83 2040 0 0,341-84 280 0 0,-671 193-2424 0 0,-46 15-434 0 0,-445 159 159 0 0,647-220-945 0 0,63-14-2982 0 0,-124 29 52 0 0,79-1 1 0 0,-82 10 53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9:48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74 8489 0 0,'-69'0'1784'0'0,"65"0"-1210"0"0,0 0 18 0 0,-11 0-29 0 0,11 0 1334 0 0,17-3-1496 0 0,376-68 342 0 0,-359 72-1297 0 0,-30 0 546 0 0,0-1-1 0 0,0 0 0 0 0,0 1 0 0 0,0-1 0 0 0,0 0 0 0 0,0 1 1 0 0,0-1-1 0 0,0 1 0 0 0,0-1 0 0 0,0 0 0 0 0,0 1 0 0 0,0-1 0 0 0,0 1 1 0 0,-1-1-1 0 0,1 0 0 0 0,0 1 0 0 0,0-1 0 0 0,0 0 0 0 0,0 1 1 0 0,-1-1-1 0 0,1 0 0 0 0,0 1 0 0 0,0-1 0 0 0,-1 0 0 0 0,1 0 1 0 0,0 1-1 0 0,-1-1 0 0 0,1 0 0 0 0,0 0 0 0 0,-1 1 0 0 0,1-1 1 0 0,0 0-1 0 0,-1 0 0 0 0,1 0 0 0 0,0 0 0 0 0,-1 1 0 0 0,-56 27-57 0 0,-205 50 1044 0 0,104-34 1622 0 0,156-44-1682 0 0,12-4-856 0 0,266-89-5520 0 0,-211 73 2808 0 0,29-4-2434 0 0,-66 16 1478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20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583 22 14361 0 0,'-274'31'-2317'0'0,"9"-1"2708"0"0,228-22-99 0 0,34-8-17 0 0,-1 5 415 0 0,5-5-654 0 0,-1 1 0 0 0,1-1 0 0 0,0 1 0 0 0,-1-1 0 0 0,1 1 0 0 0,0-1 0 0 0,0 1-1 0 0,-1-1 1 0 0,1 0 0 0 0,0 0 0 0 0,0 1 0 0 0,0-1 0 0 0,0 0 0 0 0,-1 0 0 0 0,1 0 0 0 0,0 0 0 0 0,0 0 0 0 0,0 0-1 0 0,0 0 1 0 0,-1 0 0 0 0,1 0 0 0 0,0 0 0 0 0,1-1 0 0 0,677-31 2274 0 0,-376 13-1794 0 0,1119-29 1456 0 0,-1177 52-1184 0 0,-228-1-8525 0 0,0 8 5033 0 0,2 1-769 0 0,5-3-897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22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228 104 9849 0 0,'-16'2'-44'0'0,"-12"1"267"0"0,1 1 1 0 0,0 1-1 0 0,0 2 0 0 0,0 0 1 0 0,-32 15-1 0 0,43-9 526 0 0,17-1 663 0 0,1-10-1300 0 0,0 0 0 0 0,1 0 0 0 0,-1-1 0 0 0,0 0 0 0 0,1 1 0 0 0,-1-1 0 0 0,1 0 0 0 0,0 0 0 0 0,-1 0 0 0 0,1 0 0 0 0,0-1 0 0 0,0 1-1 0 0,3 0 1 0 0,70 5 649 0 0,0-3 0 0 0,1-3-1 0 0,105-14 1 0 0,-108 7-405 0 0,707-91 1437 0 0,-769 96-2013 0 0,54-15-438 0 0,-63 17 361 0 0,0-2 0 0 0,0 1 0 0 0,-1 0 0 0 0,1 0 0 0 0,0-1 0 0 0,0 1 0 0 0,-1-1-1 0 0,1 0 1 0 0,-1 0 0 0 0,1 0 0 0 0,-1 0 0 0 0,0-1 0 0 0,0 1 0 0 0,0 0 0 0 0,0-1 0 0 0,0 1-1 0 0,1-4 1 0 0,-3 4-62 0 0,-1 1 0 0 0,1-1 0 0 0,-1 1-1 0 0,1-1 1 0 0,-1 1 0 0 0,0-1 0 0 0,0 1-1 0 0,1 0 1 0 0,-1 0 0 0 0,0-1 0 0 0,0 1-1 0 0,0 0 1 0 0,0 0 0 0 0,-1 0 0 0 0,1 0-1 0 0,0 0 1 0 0,0 0 0 0 0,-1 0 0 0 0,1 0-1 0 0,0 1 1 0 0,-2-2 0 0 0,-13-2-3721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22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21 290 9585 0 0,'0'0'191'0'0,"-16"16"-127"0"0,12-9 895 0 0,11-6 2912 0 0,360-135-206 0 0,-169 57-2437 0 0,97-23-1697 0 0,-280 98 724 0 0,-9 2-2430 0 0,-32 27-13143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0:23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56 9289 0 0,'-25'-11'558'0'0,"-1"1"1"0"0,-36-8-1 0 0,47 11 674 0 0,22 2 218 0 0,26 0-499 0 0,44 6-464 0 0,0 4 1 0 0,-1 3 0 0 0,0 3 0 0 0,0 3-1 0 0,-1 4 1 0 0,115 43 0 0 0,-159-49-363 0 0,0 1 0 0 0,0 2 0 0 0,-2 0 0 0 0,0 2 0 0 0,-1 2 0 0 0,0 0 0 0 0,33 32 0 0 0,-49-39-45 0 0,-1 0 0 0 0,0 0 0 0 0,0 1 0 0 0,-2 1 1 0 0,1 0-1 0 0,-2 0 0 0 0,0 0 0 0 0,-1 1 0 0 0,0 1 1 0 0,-1-1-1 0 0,-1 1 0 0 0,0 0 0 0 0,-1 0 0 0 0,-1 0 0 0 0,-1 1 1 0 0,1 29-1 0 0,-4-14 110 0 0,-2-1 1 0 0,-2 1-1 0 0,-1-1 1 0 0,-1 0-1 0 0,-1-1 1 0 0,-2 0-1 0 0,-1 0 1 0 0,-1-1-1 0 0,-32 53 1 0 0,5-20 82 0 0,-2-2 0 0 0,-3-2 0 0 0,-63 63 0 0 0,10-27-543 0 0,-210 155 1 0 0,230-191-1041 0 0,51-37 390 0 0,-69 47-3351 0 0,84-62 1910 0 0,0 1 1 0 0,0-2-1 0 0,-22 8 1 0 0,20-10-2673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49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480 254 15333 0 0,'-53'-25'34'0'0,"-1"2"-1"0"0,-93-25 1 0 0,140 46 139 0 0,6 2 551 0 0,8-4-320 0 0,26-9-140 0 0,1 1 0 0 0,1 1 1 0 0,42-6-1 0 0,114-12 194 0 0,-142 23-328 0 0,712-57 1233 0 0,-696 62-1102 0 0,-63 1-94 0 0,-10 4-103 0 0,-27 6-26 0 0,0-1 0 0 0,-1-1-1 0 0,-61 5 1 0 0,31-5-7 0 0,-348 46 113 0 0,-160 24 54 0 0,472-61 1178 0 0,557-46-710 0 0,145-5-112 0 0,-542 35-377 0 0,-96 2 11 0 0,-15 1-190 0 0,-985 81 976 0 0,952-77-411 0 0,83-8-74 0 0,23-2-432 0 0,79-5-724 0 0,123 8-1 0 0,-173 2-155 0 0,98 12-2131 0 0,-128-12 711 0 0,1 2-1 0 0,33 12 1 0 0,-34-7-4442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1:51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2943 83 10829 0 0,'0'0'47'0'0,"-7"-3"167"0"0,-27-16 266 0 0,23 11-105 0 0,-1 0-1 0 0,0 1 1 0 0,-1 1 0 0 0,0 0-1 0 0,0 1 1 0 0,-24-7 0 0 0,-6 7 146 0 0,-1 2 1 0 0,0 3 0 0 0,-83 8-1 0 0,-130 34 582 0 0,239-38-1019 0 0,-274 57 1230 0 0,-341 120 1 0 0,515-139-1183 0 0,3 5 0 0 0,2 4-1 0 0,2 6 1 0 0,3 5 0 0 0,3 4 0 0 0,-118 97-1 0 0,192-136-103 0 0,1 3 0 0 0,1 0-1 0 0,2 1 1 0 0,1 2 0 0 0,2 1-1 0 0,1 1 1 0 0,-33 66 0 0 0,29-39 3 0 0,3 1 0 0 0,2 1 0 0 0,-25 131 0 0 0,-19 246 52 0 0,61-369-58 0 0,3 0 1 0 0,3 0 0 0 0,3 0-1 0 0,16 85 1 0 0,24 38 961 0 0,138 377 1 0 0,-133-460-460 0 0,100 166 0 0 0,-141-264-500 0 0,35 56 114 0 0,4-2 0 0 0,2-2 0 0 0,4-2 0 0 0,2-2 0 0 0,3-3 0 0 0,117 93 0 0 0,-98-94-87 0 0,3-4-1 0 0,2-4 1 0 0,2-3 0 0 0,1-4 0 0 0,146 52 0 0 0,-120-62 10 0 0,191 33 0 0 0,117-10 11 0 0,-413-55-75 0 0,980 67 146 0 0,-124-103-59 0 0,-510 11-52 0 0,478 9 32 0 0,-1 40-111 0 0,-540-15 28 0 0,173 4 15 0 0,769 41 66 0 0,-920-28-47 0 0,263 15 1425 0 0,-501-39-732 0 0,161 9 1131 0 0,-194-6-1743 0 0,0 2 0 0 0,-1 2 1 0 0,0 1-1 0 0,0 2 0 0 0,64 32 0 0 0,-101-44-41 0 0,-5-1-57 0 0,1-1 0 0 0,0 0 0 0 0,0 1-1 0 0,-1-1 1 0 0,1 0 0 0 0,0 0 0 0 0,0-1 0 0 0,0 1-1 0 0,0 0 1 0 0,0-1 0 0 0,-3-2 0 0 0,-6-4 4 0 0,-115-62 85 0 0,-235-92 0 0 0,146 86 1248 0 0,345 141-1309 0 0,-87-46-30 0 0,416 202 0 0 0,-456-220 0 0 0,-1 0 0 0 0,1 1 0 0 0,-1-1 0 0 0,1 1 0 0 0,-1-1 0 0 0,1 1 0 0 0,-1 0 0 0 0,0 0 0 0 0,0 0 0 0 0,0 0 0 0 0,0 1 0 0 0,0-1 0 0 0,-1 0 0 0 0,1 1 0 0 0,-1-1 0 0 0,1 1 0 0 0,-1 0 0 0 0,0-1 0 0 0,0 1 0 0 0,1 5 0 0 0,-2-4 0 0 0,-1-1 0 0 0,1 0 0 0 0,-1 1 0 0 0,0-1 0 0 0,0 0 0 0 0,-1 0 0 0 0,1 0 0 0 0,0 0 0 0 0,-1 0 0 0 0,0 0 0 0 0,0 0 0 0 0,0 0 0 0 0,0 0 0 0 0,0-1 0 0 0,0 1 0 0 0,-1-1 0 0 0,-3 3 0 0 0,-34 29 0 0 0,-1-3 0 0 0,-2-1 0 0 0,-69 37 0 0 0,42-27 0 0 0,42-25 0 0 0,-29 20 0 0 0,47-28-1727 0 0,1-5 5090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18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2349 4083 14265 0 0,'-26'10'1920'0'0,"-6"-3"431"0"0,29-6-1575 0 0,-2-2-9 0 0,-17-1-1 0 0,17 2-5 0 0,-2-1-22 0 0,-84-4 1687 0 0,-23-2 646 0 0,-132-25-1 0 0,208 25-2839 0 0,1-2-1 0 0,1-2 1 0 0,0-1-1 0 0,1-2 1 0 0,0-1 0 0 0,1-2-1 0 0,-54-36 1 0 0,38 15-232 0 0,1-3 0 0 0,2-2 0 0 0,3-2 0 0 0,1-2 0 0 0,-45-63 0 0 0,14 3 0 0 0,-93-178 0 0 0,88 122 0 0 0,7-3 0 0 0,-73-249 0 0 0,-35-365 0 0 0,103 184 0 0 0,75 544 0 0 0,2 0 0 0 0,12-84 0 0 0,29-101 0 0 0,-16 109 0 0 0,42-182 0 0 0,-63 296 0 0 0,1 1 0 0 0,-1-1 0 0 0,-2 2 0 0 0,0 1 0 0 0,0-1 0 0 0,-2 1 0 0 0,0-1 0 0 0,0-2 0 0 0,0 14 0 0 0,0-1 0 0 0,0 1 0 0 0,0 0 0 0 0,0 0 0 0 0,0-1 0 0 0,0 1 0 0 0,0 0 0 0 0,0 0 0 0 0,0-1 0 0 0,0 1 0 0 0,0 0 0 0 0,0 0 0 0 0,0 0 0 0 0,0-1 0 0 0,0 1 0 0 0,0 0 0 0 0,0 0 0 0 0,-1-1 0 0 0,1 1 0 0 0,0 0 0 0 0,0 0 0 0 0,0 0 0 0 0,0 0 0 0 0,0-1 0 0 0,0 1 0 0 0,-1 0 0 0 0,1 0 0 0 0,0 0 0 0 0,0 0 0 0 0,0-1 0 0 0,-1 1 0 0 0,1 0 0 0 0,0 0 0 0 0,0 0 0 0 0,0 0 0 0 0,-1 0 0 0 0,1 0 0 0 0,0 0 0 0 0,0 0 0 0 0,-1 0 0 0 0,1 0 0 0 0,0 0 0 0 0,0 0 0 0 0,0 0 0 0 0,-1 0 0 0 0,1 0 0 0 0,0 0 0 0 0,0 0 0 0 0,-1 0 0 0 0,1 0 0 0 0,0 0 0 0 0,0 0 0 0 0,0 0 0 0 0,-1 0 0 0 0,1 0 0 0 0,0 1 0 0 0,-19 13 0 0 0,1 0 0 0 0,1 2 0 0 0,-20 22 0 0 0,-5 4 0 0 0,-301 246 0 0 0,330-278 0 0 0,12-10 0 0 0,1 0 0 0 0,0 0 0 0 0,0 0 0 0 0,-1 0 0 0 0,1 0 0 0 0,0 0 0 0 0,0 0 0 0 0,-1 0 0 0 0,1 0 0 0 0,0 0 0 0 0,-1 0 0 0 0,1 0 0 0 0,0 0 0 0 0,0-1 0 0 0,-1 1 0 0 0,1 0 0 0 0,0 0 0 0 0,0 0 0 0 0,-1 0 0 0 0,1 0 0 0 0,0-1 0 0 0,0 1 0 0 0,0 0 0 0 0,-1 0 0 0 0,1 0 0 0 0,0-1 0 0 0,0 1 0 0 0,0 0 0 0 0,0 0 0 0 0,-1-1 0 0 0,1 1 0 0 0,0 0 0 0 0,0 0 0 0 0,0-1 0 0 0,0 1 0 0 0,0 0 0 0 0,0 0 0 0 0,0-1 0 0 0,0 1 0 0 0,0 0 0 0 0,0 0 0 0 0,0-1 0 0 0,0 1 0 0 0,0 0 0 0 0,0-1 0 0 0,0 1 0 0 0,0 0 0 0 0,0 0 0 0 0,0-1 0 0 0,0 1 0 0 0,0 0 0 0 0,1-1 0 0 0,-1-13 0 0 0,7-6 0 0 0,0 0 0 0 0,1 0 0 0 0,0 1 0 0 0,2 0 0 0 0,1 1 0 0 0,14-20 0 0 0,-19 28 0 0 0,182-247 0 0 0,-186 256 0 0 0,-1-1 0 0 0,1 0 0 0 0,0 0 0 0 0,0 1 0 0 0,0-1 0 0 0,0 1 0 0 0,0-1 0 0 0,0 1 0 0 0,0 0 0 0 0,0 0 0 0 0,0 0 0 0 0,1 0 0 0 0,-1 0 0 0 0,0 1 0 0 0,1-1 0 0 0,-1 1 0 0 0,0-1 0 0 0,1 1 0 0 0,-1 0 0 0 0,1 0 0 0 0,2 0 0 0 0,43 12 0 0 0,-38-8 0 0 0,198 75 0 0 0,250 134 0 0 0,-404-187 0 0 0,-33-16 0 0 0,-21-9-31 0 0,1-1 1 0 0,0 1-1 0 0,-1 0 0 0 0,1-1 0 0 0,-1 1 1 0 0,0 0-1 0 0,1-1 0 0 0,-1 1 1 0 0,1 0-1 0 0,-1 0 0 0 0,0-1 1 0 0,0 1-1 0 0,0 0 0 0 0,1 0 0 0 0,-1-1 1 0 0,0 1-1 0 0,0 0 0 0 0,0 0 1 0 0,0 0-1 0 0,0-1 0 0 0,0 1 1 0 0,0 0-1 0 0,0 0 0 0 0,-1 0 0 0 0,1-1 1 0 0,0 1-1 0 0,0 0 0 0 0,-1 0 1 0 0,1-1-1 0 0,0 1 0 0 0,-1 0 0 0 0,1-1 1 0 0,-1 1-1 0 0,1 0 0 0 0,-1-1 1 0 0,1 1-1 0 0,-2 0 0 0 0,-11 20-2068 0 0,-1 0-1 0 0,-1-1 0 0 0,-1-1 1 0 0,-1-1-1 0 0,0 0 0 0 0,-22 15 1 0 0,0 5-3180 0 0,-18 16-4489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14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27 14725 0 0,'0'0'-705'0'0,"-12"-16"858"0"0,3 5 10161 0 0,7 28-5224 0 0,14 55-3925 0 0,-5-27-190 0 0,0 7-417 0 0,41 373-66 0 0,-36-310-492 0 0,-12-100 0 0 0,-2-3-129 0 0,2-9-873 0 0,2-19-6533 0 0,8-8 5142 0 0,-4 11-652 0 0,-2-1-3950 0 0,-1 3-2817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15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16 15817 0 0,'0'0'-756'0'0,"0"-10"1152"0"0,-4 5 968 0 0,-1 7 2983 0 0,-8 10-4156 0 0,0 2 1 0 0,1-1-1 0 0,1 2 1 0 0,0 0-1 0 0,0 0 0 0 0,2 0 1 0 0,0 2-1 0 0,-13 32 1 0 0,8-14 165 0 0,2 1 0 0 0,2 1 0 0 0,-9 57 0 0 0,17-78-257 0 0,1 1 1 0 0,1-1 0 0 0,0 0-1 0 0,1 0 1 0 0,1 1-1 0 0,1-1 1 0 0,0 0 0 0 0,1-1-1 0 0,0 1 1 0 0,13 28-1 0 0,-14-37-55 0 0,0-1 0 0 0,1 1 0 0 0,0 0 0 0 0,0-1 0 0 0,0 1 0 0 0,1-1 0 0 0,0-1 0 0 0,0 1 0 0 0,0 0 0 0 0,1-1 0 0 0,-1 0 0 0 0,2-1 0 0 0,-1 1 0 0 0,0-1 0 0 0,1 0 0 0 0,-1-1 0 0 0,1 0 0 0 0,0 0 0 0 0,0 0 0 0 0,1-1 0 0 0,-1 0 0 0 0,1 0 0 0 0,-1-1 0 0 0,14 1 0 0 0,-14-2-10 0 0,1-1 0 0 0,-1 0 0 0 0,1-1-1 0 0,-1 0 1 0 0,0 0 0 0 0,0-1 0 0 0,1 1-1 0 0,-2-1 1 0 0,1-1 0 0 0,0 0 0 0 0,-1 0-1 0 0,0 0 1 0 0,0 0 0 0 0,0-1 0 0 0,6-6-1 0 0,0-1 17 0 0,0-1-1 0 0,-1 0 0 0 0,0-1 1 0 0,-1 0-1 0 0,10-21 1 0 0,-9 12 25 0 0,-1 0 0 0 0,-1-1 0 0 0,-1 0 0 0 0,-1 0 0 0 0,-1-1 0 0 0,-2 0 0 0 0,0 0 0 0 0,-2 0 0 0 0,0 0 0 0 0,-2-1 0 0 0,-1 1 0 0 0,-4-31 0 0 0,4 51-60 0 0,0-1 1 0 0,0 0-1 0 0,0 1 1 0 0,-1 0 0 0 0,0-1-1 0 0,0 1 1 0 0,0 0 0 0 0,-1 0-1 0 0,1 0 1 0 0,-1 0 0 0 0,0 1-1 0 0,-1-1 1 0 0,1 1-1 0 0,-1-1 1 0 0,0 1 0 0 0,0 0-1 0 0,0 1 1 0 0,-1-1 0 0 0,1 1-1 0 0,-1 0 1 0 0,0 0-1 0 0,0 0 1 0 0,0 1 0 0 0,-9-4-1 0 0,4 4-112 0 0,-1 0 0 0 0,1 0 0 0 0,-1 1 0 0 0,0 0 0 0 0,0 1 0 0 0,0 0-1 0 0,1 0 1 0 0,-1 2 0 0 0,0-1 0 0 0,0 1 0 0 0,1 1 0 0 0,-12 4 0 0 0,11-4-568 0 0,0 1 1 0 0,0 1 0 0 0,-20 12 0 0 0,26-14-112 0 0,1 0 0 0 0,-1 0 0 0 0,1 1 0 0 0,0 0 0 0 0,0 0 0 0 0,-4 5 0 0 0,25 14-11101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15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361 53 11073 0 0,'10'-42'1081'0'0,"-8"31"5499"0"0,-23 69-5554 0 0,2 0 0 0 0,-18 92-1 0 0,0 5-121 0 0,29-126-755 0 0,3-6-14 0 0,-2 0 0 0 0,0-1 0 0 0,-1 1 0 0 0,-1-2-1 0 0,-1 1 1 0 0,-1-1 0 0 0,-17 24 0 0 0,27-43-161 0 0,0-1 0 0 0,0 0 0 0 0,0 0 0 0 0,0 0 1 0 0,0 0-1 0 0,0 0 0 0 0,0 0 0 0 0,0-1 0 0 0,0 1 0 0 0,-1 0 1 0 0,1-1-1 0 0,0 1 0 0 0,0 0 0 0 0,-1-1 0 0 0,1 1 0 0 0,0-1 1 0 0,-1 0-1 0 0,1 0 0 0 0,-1 1 0 0 0,1-1 0 0 0,0 0 0 0 0,-1 0 0 0 0,1 0 1 0 0,-1 0-1 0 0,1-1 0 0 0,0 1 0 0 0,-1 0 0 0 0,1 0 0 0 0,0-1 1 0 0,-1 1-1 0 0,1-1 0 0 0,0 1 0 0 0,0-1 0 0 0,-1 0 0 0 0,1 1 1 0 0,0-1-1 0 0,0 0 0 0 0,0 0 0 0 0,0 0 0 0 0,0 0 0 0 0,0 0 0 0 0,0 0 1 0 0,0 0-1 0 0,0 0 0 0 0,0 0 0 0 0,1-1 0 0 0,-2-1 0 0 0,-3-5-83 0 0,-1-1 0 0 0,1 1 0 0 0,1-1 0 0 0,0 0 0 0 0,-5-16 0 0 0,-36-172-790 0 0,14 54 1387 0 0,31 142-438 0 0,0 1-1 0 0,0-1 1 0 0,0 0 0 0 0,0 0-1 0 0,0 0 1 0 0,1 0-1 0 0,-1 0 1 0 0,0 0-1 0 0,0 0 1 0 0,1 0 0 0 0,-1 0-1 0 0,0 0 1 0 0,1 1-1 0 0,-1-1 1 0 0,1 0-1 0 0,-1 0 1 0 0,1 0-1 0 0,-1 1 1 0 0,1-1 0 0 0,0 0-1 0 0,-1 1 1 0 0,1-1-1 0 0,0 0 1 0 0,0 1-1 0 0,-1-1 1 0 0,1 1 0 0 0,1-1-1 0 0,0-1-106 0 0,1 0 501 0 0,7 5 5 0 0,76 35 411 0 0,-2 4 0 0 0,92 61 0 0 0,40 21-1289 0 0,-201-116 404 0 0,-7-3-1125 0 0,0-1 1 0 0,1 0-1 0 0,-1-1 1 0 0,17 5-1 0 0,-21-7 375 0 0,0-1-1 0 0,0 0 1 0 0,0 1 0 0 0,-1-1-1 0 0,1-1 1 0 0,0 1 0 0 0,0-1-1 0 0,0 1 1 0 0,0-1 0 0 0,-1 0-1 0 0,1-1 1 0 0,0 1-1 0 0,-1-1 1 0 0,1 1 0 0 0,3-3-1 0 0,14-9-5201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16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82 11625 0 0,'-6'-12'-200'0'0,"2"5"392"0"0,0-1 1 0 0,-1 0-1 0 0,0 1 1 0 0,0 0-1 0 0,-7-8 1 0 0,10 14-86 0 0,-1-1 0 0 0,1 0 1 0 0,0 0-1 0 0,0 1 1 0 0,-1 0-1 0 0,1-1 1 0 0,-1 1-1 0 0,1 0 1 0 0,-1 0-1 0 0,0 0 1 0 0,1 0-1 0 0,-1 1 0 0 0,0-1 1 0 0,0 1-1 0 0,0 0 1 0 0,1-1-1 0 0,-1 1 1 0 0,0 1-1 0 0,0-1 1 0 0,-5 1-1 0 0,-11 4 272 0 0,0 0 1 0 0,1 1-1 0 0,-1 1 0 0 0,1 1 1 0 0,0 1-1 0 0,1 0 0 0 0,0 1 1 0 0,1 1-1 0 0,-22 18 0 0 0,26-19-114 0 0,1-1 0 0 0,1 1 0 0 0,0 1 0 0 0,0 0 0 0 0,1 0 0 0 0,0 1 0 0 0,1 0 0 0 0,1 1 0 0 0,0 0 0 0 0,0 0 0 0 0,1 0 0 0 0,1 1 0 0 0,-5 20 0 0 0,9-28-111 0 0,0 1 1 0 0,1 0-1 0 0,0 0 0 0 0,0 0 1 0 0,0 0-1 0 0,1 0 1 0 0,0 0-1 0 0,0 0 1 0 0,1 0-1 0 0,0-1 1 0 0,5 13-1 0 0,-1-7 43 0 0,0-1-1 0 0,1 1 1 0 0,1-1 0 0 0,-1-1-1 0 0,17 18 1 0 0,7 1 286 0 0,0-2 0 0 0,66 44 1 0 0,-93-69-448 0 0,77 51 527 0 0,-38-27-148 0 0,-1 3 0 0 0,-1 1 0 0 0,41 40 0 0 0,-77-66-327 0 0,0 1 0 0 0,-1-1-1 0 0,0 1 1 0 0,0 0 0 0 0,0 1 0 0 0,-1-1 0 0 0,0 1 0 0 0,0-1 0 0 0,0 1 0 0 0,-1 0 0 0 0,0 0 0 0 0,0 0 0 0 0,0 0 0 0 0,-1 1 0 0 0,0-1-1 0 0,1 10 1 0 0,-3-9 39 0 0,0 1 0 0 0,0 0 0 0 0,-1-1-1 0 0,0 1 1 0 0,0-1 0 0 0,-1 0-1 0 0,0 0 1 0 0,0 0 0 0 0,0 0 0 0 0,-1 0-1 0 0,0-1 1 0 0,-1 1 0 0 0,-7 8 0 0 0,-9 8-100 0 0,-1-1 1 0 0,-1-1 0 0 0,-1-1 0 0 0,-1-1 0 0 0,0-1 0 0 0,-1-2-1 0 0,-1 0 1 0 0,-1-2 0 0 0,0-1 0 0 0,-1-1 0 0 0,0-1 0 0 0,0-2-1 0 0,-1-1 1 0 0,-40 6 0 0 0,58-13-191 0 0,0 0 0 0 0,1-1 1 0 0,-1 0-1 0 0,1-1 0 0 0,-1-1 0 0 0,1 1 0 0 0,-1-2 1 0 0,-20-6-1 0 0,-46-22-6957 0 0,17 6-6927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21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533 31 15869 0 0,'0'0'336'0'0,"-8"-13"2883"0"0,6 11-3110 0 0,1 0 0 0 0,-1 1 1 0 0,0-1-1 0 0,0 1 0 0 0,0 0 0 0 0,1 0 0 0 0,-1-1 0 0 0,0 1 0 0 0,0 0 0 0 0,-1 1 0 0 0,1-1 0 0 0,0 0 0 0 0,0 1 0 0 0,0-1 0 0 0,-1 1 0 0 0,1 0 0 0 0,-3-1 0 0 0,-2 1-3 0 0,0 1 0 0 0,0-1 1 0 0,0 1-1 0 0,1 1 0 0 0,-13 2 0 0 0,-6 5-80 0 0,0 2 0 0 0,-26 13 0 0 0,41-18 119 0 0,-151 84 196 0 0,142-77-250 0 0,0 1-1 0 0,0 1 1 0 0,2 1 0 0 0,0 0 0 0 0,-28 34 0 0 0,42-46-43 0 0,0 0 0 0 0,1 0 1 0 0,-1 1-1 0 0,1-1 0 0 0,0 0 1 0 0,0 1-1 0 0,0-1 0 0 0,1 1 1 0 0,-1 0-1 0 0,1 0 0 0 0,0-1 1 0 0,1 1-1 0 0,-1 0 0 0 0,1 0 1 0 0,0 0-1 0 0,0 0 0 0 0,2 9 1 0 0,0-6 31 0 0,0-1 0 0 0,1 0 0 0 0,0 1 0 0 0,0-1 0 0 0,1 0 0 0 0,0 0 1 0 0,0-1-1 0 0,1 1 0 0 0,0-1 0 0 0,6 7 0 0 0,10 7 153 0 0,2 0 0 0 0,0-1-1 0 0,0-2 1 0 0,45 25 0 0 0,66 32 322 0 0,121 78 494 0 0,-249-148-930 0 0,0 0 1 0 0,0 1-1 0 0,-1 0 1 0 0,0 0-1 0 0,0 0 1 0 0,0 1-1 0 0,-1 0 1 0 0,1 0-1 0 0,-1 0 1 0 0,3 7-1 0 0,-6-11-22 0 0,0 1 0 0 0,0 0-1 0 0,-1-1 1 0 0,1 1-1 0 0,-1 0 1 0 0,1 0-1 0 0,-1-1 1 0 0,0 1-1 0 0,0 0 1 0 0,0 0-1 0 0,0 0 1 0 0,0 0-1 0 0,-1-1 1 0 0,0 1 0 0 0,1 0-1 0 0,-1 0 1 0 0,0-1-1 0 0,0 1 1 0 0,0-1-1 0 0,-1 1 1 0 0,1-1-1 0 0,-1 1 1 0 0,1-1-1 0 0,-1 0 1 0 0,0 1-1 0 0,0-1 1 0 0,-3 3 0 0 0,-4 3 36 0 0,-1-1 0 0 0,0 0 1 0 0,0 0-1 0 0,0-1 1 0 0,0 0-1 0 0,-1-1 0 0 0,0 0 1 0 0,-23 6-1 0 0,-10 0-231 0 0,-46 6 0 0 0,54-12 191 0 0,8 1-93 0 0,1-1 0 0 0,1-1 0 0 0,-1-1 0 0 0,1-2 0 0 0,-1 0 0 0 0,-38-5 0 0 0,60 4-30 0 0,-1 0 0 0 0,1-1 0 0 0,0 0 0 0 0,0 0 0 0 0,0 0 0 0 0,0 0 0 0 0,0-1 0 0 0,0 0 0 0 0,0 0 0 0 0,-8-5 0 0 0,13 5-319 0 0,0 0 1 0 0,0 0-1 0 0,0 1 1 0 0,0-1-1 0 0,1 0 1 0 0,-1 0-1 0 0,0 0 1 0 0,1 0-1 0 0,-1 1 1 0 0,1-1-1 0 0,0 0 1 0 0,-1 1-1 0 0,1-1 1 0 0,0 0-1 0 0,0 1 1 0 0,0-1-1 0 0,0 1 1 0 0,1-1-1 0 0,1-1 1 0 0,7-7-1023 0 0,0 1 1 0 0,1 1-1 0 0,0 0 0 0 0,0 1 1 0 0,1 0-1 0 0,16-7 1 0 0,2-2-2739 0 0,37-20-5799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21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73 17038 0 0,'0'-70'2040'0'0,"0"68"-98"0"0,-4 11-1415 0 0,-74 250 2807 0 0,6-13-1162 0 0,53-190-1272 0 0,-48 92 0 0 0,67-146-948 0 0,-1-1 0 0 0,1 1 0 0 0,-1-1 0 0 0,0 0 0 0 0,0 1 0 0 0,1-1 0 0 0,-1 0 0 0 0,0 0 0 0 0,0 1 0 0 0,0-1 0 0 0,0 0 0 0 0,-1 0 0 0 0,1 0 0 0 0,0 0 0 0 0,0 0 0 0 0,-1 0 0 0 0,1-1 0 0 0,0 1 0 0 0,-1 0 0 0 0,1-1 0 0 0,-1 1 0 0 0,1-1 0 0 0,-1 1 0 0 0,1-1 0 0 0,-1 0 0 0 0,1 0 0 0 0,-1 1 0 0 0,-1-1 0 0 0,0-1-24 0 0,1 0-1 0 0,0-1 1 0 0,-1 1 0 0 0,1 0-1 0 0,0-1 1 0 0,0 1 0 0 0,0-1-1 0 0,0 0 1 0 0,0 1 0 0 0,0-1-1 0 0,0 0 1 0 0,1 0 0 0 0,-1-1-1 0 0,-2-3 1 0 0,-5-9-346 0 0,1-1 0 0 0,0 0 1 0 0,-8-26-1 0 0,-1-25-515 0 0,3-1-1 0 0,2 0 1 0 0,-2-79-1 0 0,13 145 1017 0 0,1 1 0 0 0,0-1 0 0 0,-1 0-1 0 0,1 0 1 0 0,0 0 0 0 0,0 0 0 0 0,0 0-1 0 0,0 0 1 0 0,1 0 0 0 0,-1 0 0 0 0,0 0-1 0 0,1 0 1 0 0,0 1 0 0 0,-1-1 0 0 0,1 0-1 0 0,0 0 1 0 0,0 1 0 0 0,0-1 0 0 0,0 0 0 0 0,0 1-1 0 0,2-3 1 0 0,-1 3 560 0 0,7 4 44 0 0,21 9 32 0 0,0 1 1 0 0,0 2 0 0 0,53 36-1 0 0,87 76 1051 0 0,-113-83-1239 0 0,24 22 203 0 0,64 45-2571 0 0,-144-111 1458 0 0,0 1 0 0 0,1-1 0 0 0,-1 1-1 0 0,0-1 1 0 0,0 1 0 0 0,1-1 0 0 0,-1 0 0 0 0,0 1 0 0 0,1-1 0 0 0,-1 0 0 0 0,0 0-1 0 0,1 0 1 0 0,-1 0 0 0 0,0 0 0 0 0,1 0 0 0 0,-1-1 0 0 0,0 1 0 0 0,0 0 0 0 0,1-1-1 0 0,-1 1 1 0 0,0-1 0 0 0,0 1 0 0 0,1-1 0 0 0,-1 1 0 0 0,0-1 0 0 0,2-1 0 0 0,23-28-8852 0 0,-13 6 2356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22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538 38 13901 0 0,'-1'-2'115'0'0,"0"0"1"0"0,0-1-1 0 0,0 1 0 0 0,-1 0 0 0 0,1 0 0 0 0,-1 0 1 0 0,1 0-1 0 0,-1 0 0 0 0,0 0 0 0 0,0 0 0 0 0,0 1 1 0 0,0-1-1 0 0,0 1 0 0 0,0-1 0 0 0,0 1 0 0 0,-1 0 1 0 0,1 0-1 0 0,0 0 0 0 0,-1 0 0 0 0,1 0 0 0 0,-1 1 1 0 0,1-1-1 0 0,-1 1 0 0 0,-4-1 0 0 0,1 2 25 0 0,0 0 0 0 0,0 1-1 0 0,0-1 1 0 0,0 1 0 0 0,1 0-1 0 0,-1 1 1 0 0,1 0 0 0 0,-1 0-1 0 0,1 0 1 0 0,-6 5 0 0 0,-26 19 382 0 0,2 1 1 0 0,1 2 0 0 0,1 1 0 0 0,2 1-1 0 0,1 2 1 0 0,2 2 0 0 0,1 0-1 0 0,2 2 1 0 0,1 0 0 0 0,3 2 0 0 0,1 0-1 0 0,1 2 1 0 0,-20 69 0 0 0,35-92-287 0 0,0-1 1 0 0,1 1-1 0 0,2 0 1 0 0,-1-1-1 0 0,2 1 1 0 0,1 0 0 0 0,0 0-1 0 0,1 0 1 0 0,1-1-1 0 0,6 23 1 0 0,-6-32-139 0 0,0 0 0 0 0,0-1-1 0 0,1 1 1 0 0,0-1 0 0 0,0 0 0 0 0,1 0 0 0 0,0 0 0 0 0,0-1-1 0 0,1 0 1 0 0,0 0 0 0 0,0 0 0 0 0,1-1 0 0 0,-1 0 0 0 0,1 0 0 0 0,1 0-1 0 0,-1-1 1 0 0,1 0 0 0 0,0-1 0 0 0,0 0 0 0 0,1 0 0 0 0,-1-1-1 0 0,1 0 1 0 0,10 2 0 0 0,-16-3-50 0 0,1-2 0 0 0,0 1 0 0 0,-1 0 0 0 0,1-1 0 0 0,0 1 0 0 0,0-1 0 0 0,-1 0 0 0 0,1-1 0 0 0,0 1 0 0 0,0 0 0 0 0,-1-1 0 0 0,1 0 0 0 0,-1 0 0 0 0,1 0 0 0 0,0 0 0 0 0,-1-1 0 0 0,0 0 0 0 0,1 1 0 0 0,-1-1 0 0 0,0 0 0 0 0,0-1 0 0 0,0 1 1 0 0,0 0-1 0 0,2-4 0 0 0,-2 2-7 0 0,0 0 1 0 0,-1 0-1 0 0,1 0 1 0 0,-1-1-1 0 0,0 1 1 0 0,-1-1-1 0 0,1 1 1 0 0,-1-1-1 0 0,0 0 1 0 0,0 0 0 0 0,0 0-1 0 0,-1 0 1 0 0,0 1-1 0 0,0-1 1 0 0,0 0-1 0 0,0 0 1 0 0,-3-9-1 0 0,2 7-4 0 0,0-1 0 0 0,-1 1 0 0 0,0-1 0 0 0,-1 1 0 0 0,0 0-1 0 0,0-1 1 0 0,0 2 0 0 0,-6-9 0 0 0,7 12-218 0 0,-1-1 1 0 0,1 2-1 0 0,-1-1 1 0 0,0 0 0 0 0,0 0-1 0 0,0 1 1 0 0,0 0-1 0 0,0-1 1 0 0,-1 1-1 0 0,1 0 1 0 0,0 1-1 0 0,-1-1 1 0 0,0 1-1 0 0,1-1 1 0 0,-1 1-1 0 0,0 0 1 0 0,-4 0-1 0 0,5 1-1099 0 0,-21-5-4766 0 0,22-5 1075 0 0,9-4 1730 0 0,19-6-1602 0 0,-25 19 4274 0 0,29-19-6242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22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313 92 13805 0 0,'-6'-1'246'0'0,"-8"1"115"0"0,0 1-1 0 0,0 1 1 0 0,1 0 0 0 0,-1 0-1 0 0,1 1 1 0 0,-1 1-1 0 0,1 0 1 0 0,0 1 0 0 0,1 1-1 0 0,-1 0 1 0 0,1 0-1 0 0,0 1 1 0 0,-15 12 0 0 0,18-13-63 0 0,1 0 0 0 0,0 1 0 0 0,0 0 1 0 0,0 0-1 0 0,1 0 0 0 0,1 1 0 0 0,-1 0 1 0 0,1 1-1 0 0,0-1 0 0 0,1 1 0 0 0,0 0 0 0 0,0 0 1 0 0,1 1-1 0 0,1 0 0 0 0,-1-1 0 0 0,1 1 1 0 0,1 0-1 0 0,0 0 0 0 0,-1 12 0 0 0,4-14-140 0 0,0 0 0 0 0,0 0-1 0 0,1 0 1 0 0,0 0-1 0 0,1 0 1 0 0,-1 0 0 0 0,1-1-1 0 0,1 1 1 0 0,0-1-1 0 0,0 0 1 0 0,0 0 0 0 0,1-1-1 0 0,0 1 1 0 0,0-1 0 0 0,7 7-1 0 0,1-1 71 0 0,0 1-1 0 0,1-2 0 0 0,0 0 1 0 0,1 0-1 0 0,28 14 1 0 0,-19-14 41 0 0,1-1-1 0 0,0-1 1 0 0,1 0 0 0 0,49 8 0 0 0,-62-15-141 0 0,1 0-1 0 0,0-1 1 0 0,0 0 0 0 0,0-1-1 0 0,-1 0 1 0 0,1-2-1 0 0,0 1 1 0 0,0-2-1 0 0,-1 0 1 0 0,0 0 0 0 0,17-7-1 0 0,-22 6-85 0 0,-1 0 1 0 0,0-1-1 0 0,-1 0 0 0 0,1 0 0 0 0,-1-1 1 0 0,0 1-1 0 0,0-1 0 0 0,0-1 0 0 0,-1 1 1 0 0,0-1-1 0 0,-1 0 0 0 0,1 0 0 0 0,-1 0 1 0 0,-1-1-1 0 0,1 1 0 0 0,-1-1 0 0 0,0 0 1 0 0,-1 0-1 0 0,0 0 0 0 0,0 0 0 0 0,-1 0 1 0 0,0 0-1 0 0,-1-13 0 0 0,1-3-52 0 0,-2-1-1 0 0,-1 1 1 0 0,0 0-1 0 0,-2 0 1 0 0,-1 0-1 0 0,-14-40 1 0 0,15 50 11 0 0,-1 1 0 0 0,-1-1 0 0 0,-1 1 0 0 0,0 0 0 0 0,0 0 0 0 0,-1 1 1 0 0,-1 0-1 0 0,0 0 0 0 0,-11-11 0 0 0,12 16-11 0 0,0 1 1 0 0,-1-1-1 0 0,0 1 0 0 0,0 1 1 0 0,0 0-1 0 0,0 0 1 0 0,-1 1-1 0 0,0 0 1 0 0,1 0-1 0 0,-2 1 0 0 0,1 1 1 0 0,0 0-1 0 0,-14-1 1 0 0,8 2-413 0 0,1 0 0 0 0,0 2 1 0 0,0 0-1 0 0,-1 0 1 0 0,1 2-1 0 0,0 0 0 0 0,1 0 1 0 0,-1 2-1 0 0,0 0 1 0 0,-13 7-1 0 0,7-2-1326 0 0,1 0 0 0 0,0 2-1 0 0,-21 16 1 0 0,35-23 879 0 0,0 0 0 0 0,0 0 0 0 0,0 0 0 0 0,1 1-1 0 0,0 0 1 0 0,-4 6 0 0 0,-4 11-4557 0 0,6 0-2221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25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496 219 12501 0 0,'-4'1'-1057'0'0,"-22"3"234"0"0,0-1 0 0 0,-1-2 0 0 0,0 0 0 0 0,-37-5 0 0 0,-49 1 1484 0 0,-95 5 4964 0 0,812-48-4377 0 0,20-2-905 0 0,-517 43-297 0 0,1298-45 503 0 0,-390 4 2874 0 0,-995 45-3542 0 0,12 0 2231 0 0,-21-4-4934 0 0,-7-3-5640 0 0,-1 4 4994 0 0,13-6-1141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39:59.3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7714 13118 1390 0,'7'-6'398'0,"0"4"-108"0,-4-2-82 16,-3 4-36-16,8-2-2 0,-8 2 24 16,0 0-8-16,0 0-9 0,5-6 0 15,-5 6-4-15,0 0-1 0,0 0-8 16,0 0-15-16,4-5-11 0,-4 5-9 0,0 0-5 15,0 0 1-15,0 0-6 0,0 0 2 16,0 0-4-16,0 0 5 0,0 0-7 0,0 0-2 16,-33 5-6-16,15 1-2 0,-7-2-10 15,-14 6-10-15,-2 0-2 0,-15 1-7 0,-7 1-12 16,-3 1-5-16,-4-1-6 0,-1 1-6 16,0-1-3-16,9 0-7 0,-1-3-1 0,5-1-6 15,15 1-2-15,0-2 2 0,7 0-7 16,2-1-2-16,8-2 0 0,2 1-6 0,8-2 1 15,2 1 0-15,-3-1-3 16,5 1-3-16,3-3-1 0,0 3 6 0,0-3-3 16,9-1 9-16,-11 2 18 0,11-2 12 15,0 0 15-15,0 0-2 0,0 0-24 16,-11-7 1-16,11 7 11 0,0 0-2 0,11-14-4 16,-7 9-2-16,-4 5-1 0,9-6-2 15,-2 2 5-15,-7 4-6 0,7-5 1 0,-7 5-10 16,8-2-6-16,-8 2 4 0,0 0-5 15,13 9 4-15,-9-2-3 0,0 3-5 16,0 4-1-16,-3 3 0 0,-1 8 1 0,0 0 1 16,0 10-2-16,-1 6-2 0,-3-3-1 0,-2 3 27 15,4 2 8-15,-4-1-10 0,2-1 5 16,2 1 20-16,1 2 1 0,-3-1 1 16,2 1-6-16,-2 11 2 0,4-11-5 15,-3 1 11-15,-1-4-3 0,2 0-11 0,-3 1-56 16,4-1 0-16,-3-4 0 0,2-1 0 15,0 0 0-15,0-7 0 0,2-3 0 16,0 2 0-16,0 10 0 0,-1-3 0 0,2 1 0 16,-1 4 0-16,4-3 0 0,-2 0 0 15,0 1 0-15,1 1 0 0,2-5 0 0,-1 0 0 16,0-4 0-16,-1-7 0 16,1-2 0-16,0-4 0 0,-1 1 0 0,1-4 0 0,-2-2 0 15,2-3 0-15,-2 2 0 16,0-4 0-16,0 1 0 0,0-1 0 0,0-3 0 15,-2-4 0-15,3 12 0 0,-3-12 0 16,2 8 0-16,-2-8 0 0,8 5 0 0,-5-4 0 16,-3-1 0-16,18 3 0 0,-7-3 0 15,-11 0 0-15,23 0 0 0,-9 0 0 0,4 0 0 16,2 0 0-16,7-3 0 0,-1 3 0 16,14 3 0-16,5-6 0 0,2 2 0 15,1 0 0-15,14-1 0 0,3-3 0 0,3 0 0 16,4-1 0-16,3 0 0 0,1-1 0 15,1 1 0-15,0 0 0 0,0-4 0 0,2 6 0 16,-4-3 0-16,2 1 0 16,-5-2 0-16,-4-1 0 0,-3 2 0 0,-4 2 0 15,-4-3 0-15,-10 1 0 0,-8 2 0 16,1-1 0-16,-1 0 0 0,-3 1 0 0,-2-2 0 16,2 2 0-16,-5 0 0 0,5-1 0 15,2 0 0-15,-2 1 0 0,4 1 0 0,-2-1 0 16,1 2 0-16,1 1 0 0,1-2 0 15,3 1 0-15,0 1 0 0,6 0 0 0,2 1 0 16,-4-2 0-16,13-1 0 0,0-1 0 16,4-2 0-16,3-1 0 0,0 0 0 15,0 0 0-15,4-2 0 0,3-1 0 0,-1 0 0 16,1-1 0-16,-5 0 0 0,0 1 0 16,1 1 0-16,-8 2 0 0,-2 2 0 15,-12 1 0-15,-4 1 0 0,-6 2 0 0,-5-2 0 16,-7 2 0-16,-2 0 0 0,-2 1 0 15,-2-2 0-15,0 3 0 0,0 0 0 0,4-3 0 16,4 2 0-16,10-3 0 0,-1 2 0 16,9 0 0-16,0-1 0 0,2 1 0 0,12-1 0 15,-9 3 0-15,3 0 0 0,7-1 0 16,-8 2 0-16,11-1 0 0,-1 3 0 0,-3-3 0 16,-7 0 0-16,-4 4 0 0,2-3 0 15,-3-1 0-15,0 2 0 0,-1 0 0 16,0-2 0-16,3 2 0 0,-4-2 0 15,5 0 0-15,0-2 0 0,2 2 0 0,-2 0 0 16,4-2 0-16,-5 2 0 0,-2 2 0 16,-1-2 0-16,-6 0 0 0,0 2 0 15,-11-2 0-15,-7 2 0 0,-5-2 0 0,-1 0 0 16,-3 1 0-16,-1-1 0 0,-3 0 0 16,-2 0 0-16,-9 0 0 0,19-1 0 0,-8 1 0 15,-11 0 0-15,25 0 0 0,-9-2 0 16,2 2 0-16,4 0 0 0,1 0 0 15,7 0 0-15,14 0 0 0,2 0 0 0,7 2 0 16,16-2 0-16,3 1 0 0,6 2 0 16,7-3 0-16,3 0 0 0,29 4 0 15,1-2 0-15,4 0 0 0,2 0 0 0,3 0 0 16,3-2 0-16,3 2 0 0,-1 0 0 16,3 0 0-16,4 0 0 0,0-2 0 0,1 0 0 15,-3 1 0-15,-4 1 0 0,1 1 0 16,-9 0 0-16,-5-3 0 0,-5 3 0 0,-22 0 0 15,-1-1 0-15,-4 0 0 0,-7 0 0 16,-4-2 0-16,-5 2 0 0,-8 2 0 16,-12-4 0-16,-8 0 0 0,-4 2 0 15,-11 0 0-15,-6-2 0 0,-7 2 0 0,0-2 0 16,-3 0 0-16,-2 0 0 0,-11 0 0 16,20 0 0-16,-20 0 0 0,13 1 0 0,-13-1 0 15,11 0 0-15,-11 0 0 0,0 0 0 16,13 0 0-16,-13 0 0 0,0 0 0 0,12 0 0 15,-12 0 0-15,0 0 0 0,0 0 0 16,11 0 0-16,-11 0 0 0,0 0 0 16,0 0 0-16,14 1 0 0,-14-1 0 0,11 0 0 15,-11 0 0-15,22-1 0 0,-9 1 0 16,2 0 0-16,4-1 0 0,0 1 0 16,1 0 0-16,4 0 0 0,-5 0 0 0,2 0 0 15,0 0 0-15,-2 1 0 0,0-1 0 16,-6 0 0-16,2 1 0 0,-3-1 0 15,-1 0 0-15,1 3 0 0,-3-3 0 0,-9 0 0 16,24 0 0-16,-12 0 0 0,2 0 0 16,7 0 0-16,0 0 0 0,6 0 0 0,1 0 0 15,5 0 0-15,6 0 0 0,6 0 0 16,-6 0 0-16,-4 0 0 0,-7 2 0 0,10 0 0 16,-5 0 0-16,-7 2 0 0,3-2 0 15,0 0 0-15,7 2 0 0,1 0 0 0,0 1 0 16,-2-3 0-16,4 0 0 15,6 0 0-15,2 0 0 0,-1 0 0 0,3 2 0 16,-1-4 0-16,4 2 0 0,-3-2 0 16,1 4 0-16,-1-2 0 0,0 0 0 0,1 2 0 15,-3-3 0-15,3 3 0 0,0-3 0 16,-1 2 0-16,1 1 0 0,11-1 0 0,-9-2 0 16,9 4 0-16,2-4 0 0,-13 1 0 15,15 0 0-15,3-2 0 0,-4 0 0 0,1 2 0 16,0-2 0-16,-14 0 0 0,14-2 0 15,-11 2 0-15,-4 0 0 0,4 0 0 0,-2 0 0 16,-3-2 0-16,0 2 0 16,1 0 0-16,1 0 0 0,1 2 0 0,0-4 0 0,-2 4 0 15,0 0 0-15,0-2 0 16,-4 0 0-16,2 1 0 0,-1-1 0 0,-5-1 0 16,-8 1 0-16,-1 0 0 0,-5-2 0 15,10 0 0-15,-4 0 0 0,4-1 0 0,5-1 0 16,-4 1 0-16,2-1 0 0,3 0 0 15,1 0 0-15,-1 1 0 0,3-1 0 16,-1 1 0-16,1 0 0 0,-4 3 0 0,5 0 0 16,-3 3 0-16,3-2 0 0,0 1 0 15,0 0 0-15,1 0 0 0,0 0 0 0,3-1 0 16,-3-1 0-16,5 0 0 16,-3 0 0-16,0-3 0 0,3 1 0 0,9 0 0 15,-2-1 0-15,0 0 0 0,-10 2 0 16,1 1 0-16,-5-1 0 0,-1 1 0 0,-4 0 0 15,-8 0 0-15,-7 0 0 0,-4 0 0 16,-2 0 0-16,-2 0 0 0,-2 0 0 0,-4 0 0 16,-1 0 0-16,1 0 0 0,-2 0 0 15,-11 0 0-15,23-4 0 0,-12 2 0 0,0-2 0 16,-4 0 0-16,0 3 0 0,2-3 0 16,-9 4 0-16,13-5 0 0,-8 2 0 0,-5 3 0 15,16-4 0-15,-9 2 0 0,4 0 0 16,1 0 0-16,3 2 0 0,3-2 0 0,-2 2 0 15,4-2 0-15,-1 2 0 0,0 0 0 16,-2 0 0-16,4 0 0 0,0 0 0 16,-4-3 0-16,5 2 0 0,-6 0 0 15,4 1 0-15,0-2 0 0,-1 0 0 0,4 0 0 16,1 1 0-16,1 1 0 0,2-3 0 16,18 1 0-16,-2 2 0 0,3 0 0 0,1 0 0 15,1 5-7-15,1-2-76 0,-1 1 0 16,-1 1 13-16,-4-1 4 0,-3 4 8 15,-12-6 5-15,-3 2 1 0,-4-2 9 0,-6 2 4 16,1-2 10-16,-3-2-4 0,1 1 11 16,-3 1-2-16,-2-2-1 0,-9 0 4 0,19 0 4 15,-7 0 4-15,-12 0 1 16,19 0-4-16,-12 0 2 0,-7 0 2 0,22 0-4 16,-11 0 4-16,4 2 2 0,-2 0 7 15,9 0-3-15,-3 2 0 0,7-1-3 0,-1 1 4 16,0-1 1-16,3-1 0 0,8 2 3 15,-3-1-4-15,5 0 10 0,-5-1-2 0,7-1-5 16,-6 1-1-16,9-2 2 0,3 0 4 16,4 2-6-16,3-2-2 0,-1 2 5 0,10-1-3 15,-12 0 5-15,13 2-3 0,-9-1 1 16,-5 1-1-16,1-1 1 0,-3 1-5 0,-5 1 1 16,-2-3-1-16,-11 1 4 15,-4-2 1-15,-4 3 3 0,-3-3 2 0,2-3-3 16,0 1-4-16,-1 1 2 0,1-3 6 15,2-1-9-15,11-4 1 0,1-1 2 0,2 0-8 16,4 0 4-16,3-2-19 0,-4 3-11 16,-1 1-12-16,0 0-4 0,1 4-1 15,-7-1 4-15,-1 3 3 0,-9 0 8 0,-4 0-1 16,-3 1 9-16,0-2 2 0,1 1 2 16,-3 2 5-16,1-2-1 0,0 0 0 0,1 2 6 15,1-5 0-15,5-1-5 0,-1 0-13 16,3 0-2-16,8-5-12 0,-1-2-5 0,-1 2-10 15,2-3 8-15,-5 2 4 16,-3 1 6-16,-4 3 4 0,0 2 5 0,-6-2 4 16,7 0 7-16,-6 1-1 0,6-2 8 15,-3-1 11-15,4 2 7 0,-2-3 4 0,8-5 3 16,0 1 3-16,1-3 0 0,1-3-3 16,3-8 3-16,2 0-2 0,1-8-2 0,-5 3-1 15,1-7 10-15,-5 0-11 0,3-3 4 16,-4-1 3-16,-5-4-7 0,3 1 1 0,-1-8 4 15,1 3-5-15,-3-3 6 0,3-4-4 16,0 2 4-16,2-1-9 0,9-15 0 16,-10 16-1-16,1-2 2 0,4 3 0 15,-4 2 0-15,-2 6-7 0,-3 11 3 16,-6 8 2-16,-5 9-1 0,2 4-1 0,-6 3-4 16,1 1 10-16,-3 5-10 0,-3 2 6 15,0 0-4-15,0 6 4 0,-11-4-2 0,11 4-2 16,-17 2 2-16,17-2-1 0,-25 8 5 15,8-4 7-15,1 1-10 0,0 3 0 0,-5-2 2 16,-1 2-1-16,0-2-1 0,1-1 2 16,-4-1-2-16,0 0 1 0,-4-2 1 0,-14 0 0 15,-3-2 0-15,-3-2-3 16,-12-4 6-16,-4 1-4 0,-4-5-1 0,-3-2 7 16,-3 2-6-16,-1-2-2 0,0 3 1 0,-2-4 0 15,-1 1 1-15,-14-9 9 0,17 9-10 16,-4-3 3-16,-19-2 0 0,0 0 0 15,-2 0-1-15,-6 0 4 0,-5 0-5 0,-3 1 1 16,-3 1-1-16,-2 1 2 0,-4 1 0 16,2 1 0-16,4 4 4 0,-4 3-1 15,4 4-7-15,-1-3 3 0,0 2-3 0,28 0 2 16,-3-1 1-16,3 2-2 0,0-2 5 16,1 1 3-16,-2-2 11 0,8 2-2 0,-3 0 1 15,-3 0-4-15,0 0 0 0,4-1-3 16,-3 2 0-16,8-3 2 0,-3 2 0 0,5 0-6 15,1 1 3-15,4 1 4 0,-2-2-8 16,5 2 6-16,2 0-3 0,1-2-7 16,3 2 8-16,14 0-9 0,-1 2 5 15,-1-2-4-15,1 0-2 0,-9 2-3 0,11-1 5 16,-1 1 4-16,-10 4-3 0,12-5-1 16,-1 2 0-16,-1-1 5 0,1 2-9 0,-2-4 4 15,4 0 2-15,-6 0-2 0,-9-2 0 16,0 2-2-16,-1-4 3 0,0 4-6 15,-3-3 8-15,1 3-3 0,-2-3-6 0,-4 3 6 16,2-2 9-16,0 2-15 0,-3 0 8 16,3 2-2-16,0-2-3 0,1 2 2 15,2-1-5-15,0-1 2 0,1 3 0 16,3-3-1-16,-4 0 0 0,3 2 0 0,-4 0 0 16,2 4 0-16,-3-2 5 0,3-4-6 15,-3 3 15-15,-4-2-14 0,3 2 3 0,-1-3 0 16,5 0-2-16,-1 2-4 0,2-2 5 15,3 2 0-15,6-2 4 0,-7 0-5 0,12 1-1 16,-16 2 4-16,4-3-3 0,0 0-1 16,1 1-4-16,-3 0 8 0,0 1-4 0,-2 2 3 15,0-2 2-15,-1 2-4 0,-2-1 2 16,0 0-3-16,6 1 1 0,-3-4 7 16,3 5-10-16,1-3 3 0,-2 0-1 0,13-2 6 15,-1 2-4-15,-3-4-1 0,6 2-2 16,-4 0-1-16,2 0 4 0,-1-2 3 15,0 2 0-15,1 0-4 0,-11-2 1 16,1-1-1-16,8 3 3 0,2 0-3 0,3 0-1 16,-1-1 6-16,2 0-7 0,-2-1 2 15,2 0 17-15,-1-1-21 0,2 0 3 0,2 3-1 16,1-4 5-16,0 0-5 0,-2 0-3 16,3 2 5-16,-3-1 0 0,-2-2-1 0,0 4-2 15,-13-2-1-15,8 3 2 0,-14-3-2 16,-1 3 2-16,-4-2-1 0,3 2 3 0,-2 0 0 15,3 0 1-15,2 0-3 0,-4 0-3 16,6 0 3-16,-3 0 0 0,13 0 3 16,-10 2 1-16,-1-2 1 0,2 0-2 15,-1 0-7-15,-4 4 4 0,2-4 3 0,-6 2-7 16,-5-1 7-16,3-1 15 0,-3 4-18 16,3-3-1-16,1 4 3 0,-2-3 4 15,-1 0-3-15,5 0 0 0,2 0 0 0,3 0-1 16,1-2-4-16,4 2 6 0,-3 2-3 15,3 0 2-15,-5-1 0 0,3 3 0 0,0-2-1 16,1 4-4-16,-5-5 1 0,2 4-2 16,3 0 2-16,-5-3 4 0,3 2-5 15,1-1 4-15,15-2 2 0,-15 1-1 16,15-2 3-16,4-2 10 0,2 0-10 0,8 0-5 16,3 0 0-16,2 0 0 0,3-2-2 15,-3 0 3-15,3 0 0 0,-1 0-1 0,-3 2 3 16,1 0 5-16,1 0-6 0,-5 0-3 15,-7-1 6-15,-6 4-3 0,2-1-2 0,1 0 2 16,-4 0 0-16,4 1 0 0,0-1-1 16,-4-1 0-16,4 2 1 0,0-3 0 15,2 2-2-15,-2 2 1 0,4-2 2 0,-3 3-3 16,0-4-1-16,-2 3 6 0,4-1-7 16,-4-1 4-16,1 2 8 0,-2-4-3 15,2 1-14-15,0 3 13 0,-4-4 4 16,4 1-16-16,-3-1 7 0,-1 2 1 0,-1-2-1 15,-1 0 4-15,1 2-6 0,-1 1 1 16,1 0-2-16,1 3 1 0,3-1-3 0,-1-2 3 16,1 4-1-16,0 0 8 0,4 0 2 15,2 0-8-15,8-6 2 0,-7 6-3 0,6-3 20 16,6-2 2-16,0-1-8 0,-2 1 6 16,0-1-4-16,2 1-4 0,2 0 1 0,3-2-4 15,-7 1 1-15,0 1 3 0,2 2-6 16,-4-1-2-16,3 0 5 0,-3-1-4 15,-9 4 3-15,0-2 1 0,2 0-5 16,-3 3-1-16,3-1-1 0,2 0 3 0,4-3-1 16,1 2 4-16,2-5-9 0,-11 5 1 15,8-3 7-15,3 0-6 0,-1 0-1 0,-1-1 2 16,0 2-1-16,1-3 1 0,-10 4 0 16,5-2-1-16,5 0-1 0,-3 0 6 15,-7 0-2-15,0 0-5 0,5 1 5 0,7 0 3 16,-11 1-4-16,7-2-5 0,8 1 8 15,-1-3-4-15,-2 0 0 0,-2 2 2 0,6-2-4 16,-1 0 2-16,-7-2-5 16,0 2 2-16,2 0-1 0,-1 0 3 0,-1 0 1 0,1 0 4 15,-14 4-6-15,1 0 2 0,3 2 2 16,1-2-4-16,1 4 1 0,0-3 1 16,5-5 2-16,6 4 3 0,2 2-8 15,5-4 1-15,-2-2 4 0,4 3-2 0,2-3-3 16,-2 0 8-16,1 0-4 0,1-3-2 15,1 3-2-15,-1-2 3 0,2 0 1 0,-4 2-2 16,3-2 2-16,-5 0-1 0,0 0-4 16,0 0 0-16,-2 2 5 0,1 0-3 0,-3 0 2 15,2 0-4-15,1 0 7 0,1 0-4 16,-2 0 0-16,0 0 2 0,7 0 8 16,-6 0 6-16,1-2 1 0,4 4 0 0,-2-2 10 15,3 0 4-15,2 0-1 0,11 0 2 16,-23 0 2-16,16 0 1 0,7 0 5 15,-24-2-1-15,14-1 2 0,1 3 2 16,9 0-4-16,-17 0-7 0,9-2 0 0,8 2-4 16,-13-2-10-16,13 2 8 0,-11-2-13 15,11 2-6-15,-10-3-24 0,10 3-58 0,0 0-64 16,-9-3-105-16,9 3-155 16,0 0-190-16,0 0-269 0,-8-4 82 0,8 4 85 0,-2-8-564 15,2 8-717-15</inkml:trace>
  <inkml:trace contextRef="#ctx0" brushRef="#br0" timeOffset="4366.01">20710 2460 3333 0,'-2'-25'-18'16,"-1"4"40"-16,-1 2 20 0,0 4 32 16,3-1 42-16,-1 0 27 0,0 2 36 0,-2 3 23 15,1 1 20-15,3-1-12 0,-2 3-20 16,2-1-22-16,-1 0-20 0,1 9-17 0,0 0-12 15,0 0 9-15,0 0 1 0,-6 41-9 16,2 2-6-16,1 18 16 0,-3 13 20 16,-2 21-13-16,0 16 7 0,-3 10 22 0,1 15 19 15,3 9 19-15,-1 8 19 16,5 7 4-16,3 2 11 0,-2 2 9 0,6-4 3 16,1 0-132-16,4-11-118 0,2-6 0 15,0-14 0-15,-2-7 0 0,-3-10 0 0,2-9 0 16,-6-27 0-16,-1-5 0 0,-1-9 0 15,-1-4 0-15,-1-15 0 0,0-6 0 0,0-8 0 16,0-8 0-16,0-3 0 0,1-5 0 16,-1-2 0-16,-3-6 0 0,-1-3 0 0,6-2 0 15,-11-12 0-15,-1-5 0 16,-1-18 0-16,-1-12 0 0,-2-9-551 0,3-6-451 16,3-6 86-16,1-9-1030 0,-2-23-1366 15</inkml:trace>
  <inkml:trace contextRef="#ctx0" brushRef="#br0" timeOffset="5232.54">20707 2358 5105 0,'-13'-14'-233'0,"1"4"29"16,2 5 32-16,5-3 38 0,-1 4 39 16,0-2 36-16,6 6 17 0,-8-6 13 15,5 2 5-15,3 4 3 0,0 0-4 0,0 0 6 16,11-11 11-16,6 9-2 0,8-2-2 16,33-4 6-16,8-1 0 0,37-3 1 0,13-1-6 15,18 1 5-15,10-3 0 0,21-2 3 16,61-11 2-16,16 5-5 0,6-1 4 15,11 7-6-15,10 0 9 0,5 3-2 0,-11 6-7 16,-5 4 6-16,-15 6 1 0,-61 0 2 16,-7 4-1-16,-11-2-5 0,-14 2 6 15,-19 0-2-15,-9-3 12 0,-32 2 17 16,-12-5 17-16,-6 0 18 0,-5-2 22 0,-17-4 12 16,-2 4 10-16,-8-5 11 0,-2 0 0 15,-4-3-1-15,-9 5 0 0,-4-1 1 16,-6 0-7-16,0 2-10 0,-4 0-14 0,0 2-13 15,-11 2-5-15,0 0-11 0,14 16-2 16,-14 7-1-16,-11 30-4 0,-3 15-4 0,-12 37-3 16,-3 18 0-16,3 12-1 0,-4 53 21 15,16-39 17-15,6 10 36 0,8 3 23 16,10-1 11-16,5 43 5 0,2-50-9 0,1-3 11 16,5-4 4-16,1-8 14 15,-1-11 6-15,-4-12 0 0,0-13-3 0,-4-12-8 16,-7-27-9-16,-3-7-14 0,-1-14-140 15,-1-6-8-15,-1-8 0 0,-2-7 0 0,0-5 0 16,2-3 0-16,-4-2 0 0,-3-2 0 16,1-1 0-16,-1-3 0 0,-4 0 0 0,-2-1 0 15,-2 1 0-15,-1 0 0 0,-4-1 0 16,1-2 0-16,-6 4 0 0,0-2 0 0,-2 0 0 16,-11 2 0-16,-2 0 0 0,-4 0 0 15,-5 0 0-15,-12-1 0 0,-8-2 0 0,-2-1 0 16,-7-1 0-16,-6-2 0 0,-6-2 0 15,-30-1 0-15,-6-4 0 0,-7 0 0 16,-16-1 0-16,-7 1 0 0,-10 0 0 16,-9-1 0-16,-7 1 0 0,-53 1 0 0,52 3 0 0,-2 0 0 15,-3 3 0-15,7 0 0 16,6 0 0-16,7 0 0 0,8 0 0 0,5 5 0 16,17-2 0-16,11 2 0 0,31-3 0 15,10 0 0-15,5 1 0 0,8 0 0 0,2-1 0 16,22 0 0-16,5 1 0 0,9-3 0 15,7 2 0-15,5-2 0 0,6 2 0 16,2-2 0-16,1 0 0 0,2 0 0 0,10 0 0 16,-17 1 0-16,17-1 0 0,-11-3 0 15,11 3 0-15,-6-7 0 0,6 7 0 16,10-13-494-16,-3 4-113 0,7-3-113 16,1-2-156-16,8-6 80 0,0 1-802 0,2-2-1038 15</inkml:trace>
  <inkml:trace contextRef="#ctx0" brushRef="#br0" timeOffset="5832.76">26399 3710 4184 0,'-1'-10'20'0,"-1"1"50"0,-1 2 25 0,3 7 25 0,-2-8 29 0,2 8 23 0,0 0 33 0,0 0 73 15,0 0 22-15,-6 24 7 0,3-2-8 16,-3 15-11-16,-1 14-15 0,-1 2-5 16,-2 2-27-16,3 1-17 0,0 0-25 15,-2-3-17-15,6-9-19 0,-1-3-12 0,-4-2-148 16,3-3-3-16,-2-1 0 0,4-10 0 15,-1-5 0-15,0-4 0 0,2-3 0 0,-1-3-15 16,1-1-293-16,-4-3-126 16,6-6-132-16,0 0-150 0,0 0-145 0,0 0 71 15,0-23-741-15,0 1-975 0</inkml:trace>
  <inkml:trace contextRef="#ctx0" brushRef="#br0" timeOffset="5999.75">26111 3754 4003 0,'-9'-15'-1'15,"2"6"70"-15,-2 0 47 0,5 1 47 16,3 0 42-16,-1-1 43 0,2 1 32 0,2 0 2 16,1-2-25-16,6-1-28 0,0 1-23 15,6-2-20-15,4 3-48 0,0 2-71 16,4 0-94-16,14 5-101 0,-5-1-136 0,4 8-164 16,0 4-225-16,2 3-100 0,-4 2 84 15,-4-1-530-15,1 5-664 0</inkml:trace>
  <inkml:trace contextRef="#ctx0" brushRef="#br0" timeOffset="6749.66">26835 3950 3680 0,'-12'7'168'0,"7"-4"2"15,-3 3 24-15,5 0 27 0,-5 3 22 16,3 3 14-16,-4 2-12 0,0 4-24 0,-2 11-38 15,3-6-17-15,-1-2 4 0,-2 6 1 16,-3 1-3-16,-1-3-12 0,-3 1-13 0,2-1-9 16,-6-1-7-16,1-5-21 15,6-1-6-15,0-8 0 0,4-1-4 0,0-5-3 16,0-4-6-16,11 0-6 0,-20-8-12 16,10-4-3-16,3-7-9 0,-3-14-5 0,8-2-4 15,2 6-6-15,2 5-4 0,2 1-5 16,-2 5-8-16,3 4-2 0,1 0-9 0,1 4-2 15,5 4 0-15,1 3 1 0,3 1-1 16,2 6-3-16,9 0 2 0,9 6 3 16,3 0 0-16,1-1 2 0,-1 1-1 0,0-6-8 15,1 2 0-15,-9-4 1 16,-5-4 1-16,7-6 3 0,1-6-1 0,-6-3-5 0,3-5 0 16,1-12-4-16,1-1-2 15,-7-8 4-15,-1-5-15 0,0-8-2 0,-3-2-1 16,0-6 4-16,1-20-9 0,0-2 4 15,-8 16 0-15,-4 5 3 0,-1 6 3 0,-6 16 4 16,-1 7 9-16,1 8-3 0,-2 9 2 16,-2 5 0-16,-2 3 1 0,-2 7 8 0,4 4 3 15,0 0 4-15,-23 28 2 0,8 1 1 16,-2 14 1-16,0 5 1 0,3 3-8 0,2 7-16 16,-1 4 0-16,6 2 0 0,0 1 0 15,1 1 0-15,-2-3 0 0,-3-1 0 16,0 3 0-16,-3-5 0 0,-3-7 0 15,1-5 0-15,5-15 0 0,-1-1 0 0,7-11 0 16,-3-4 0-16,7-7 0 0,-1-3 0 16,2-7 0-16,0 0 0 0,0 0 0 15,53-31 0-15,-24 16 0 0,0-1 0 0,-2 4 0 16,2-1 0-16,-6 7 0 0,-7 1 0 16,-1 4 0-16,-3 2 0 0,2 4 0 0,2 7 0 15,-3 0 0-15,-6 2 0 0,4 5 0 16,-8 3 0-16,1 0 0 0,-4-3 0 0,0 2 0 15,-6-1 0-15,2-1 0 0,0-1 0 16,-3-3 0-16,1-1 0 0,-1-1 0 0,-3-2 0 16,-1-2 0-16,-2-3 0 15,-1-2 0-15,1-3 0 0,-3-2 0 0,-5-6 0 0,2-2 0 16,-6-9 0-16,6-3 0 0,1-8 0 16,5-10 0-16,8-17-663 0,10-5-163 15,11-6-96-15,15-26 86 0,7 6-845 16,10-1-1118-16</inkml:trace>
  <inkml:trace contextRef="#ctx0" brushRef="#br0" timeOffset="6965.94">27825 3205 4782 0,'16'-17'-87'0,"-2"2"77"0,-4 7 54 0,-3-1 41 0,0 8 39 0,-7 1 90 0,0 0 83 16,12 29 39-16,-13-3 23 0,-5 27 6 16,-4 8 3-16,-5 6-1 0,-8 21-4 15,0 3-21-15,3-2-100 0,4 2-242 0,1 0 0 16,7-16 0-16,4-1 0 0,0-5 0 15,4-4 0-15,4-4 0 0,2-4 0 16,-3-15 0-16,4-3 0 0,-2-7 0 0,1-8 0 16,-1-8 0-16,3-8 0 0,2-6-293 15,5-7-520-15,11-9-141 0,7-15 81 0,3-9-915 16,5-9-1218-16</inkml:trace>
  <inkml:trace contextRef="#ctx0" brushRef="#br0" timeOffset="7283.46">28286 3947 4758 0,'0'0'-59'0,"0"0"99"0,0 0 82 15,-31 27 92-15,17-14 91 0,2 0 39 16,-4 0 16-16,3-1 2 0,4-1-11 16,-3-1-3-16,2 1-11 0,5 0-24 0,-1-4-30 15,2 2-170-15,4-2-113 0,0-7 0 16,8 12 0-16,1-7 0 0,7-3 0 0,-3-4 0 16,6-1 0-16,3-2 0 0,0-4 0 15,6-7 0-15,-3 0 0 0,-2-4 0 0,-10 4 0 16,-3 2 0-16,-5 1 0 0,-7 5 0 15,-5 1 0-15,-10 2 0 0,-9 1 0 0,-17 6 0 16,-4 5 0-16,-10 5 0 0,5 5 0 16,5 5 0-16,6 5 0 0,11 2 0 15,7-4 0-15,8 1 0 0,7-3 0 0,8-2 0 16,6 2 0-16,7 4 0 0,6 3 0 16,15 3 0-16,7-6 0 0,10 0 0 15,4-3 0-15,4-3 0 0,6-3 0 0,0 0 0 16,-2 0 0-16,-6-1 0 0,-7 0-438 15,-22-1-588-15,-11 1 112 0,-10-1-1063 0,-12-1-1395 16</inkml:trace>
  <inkml:trace contextRef="#ctx0" brushRef="#br0" timeOffset="7532.15">26168 5082 6108 0,'-26'0'275'15,"4"0"37"-15,11-2 64 0,9 0 51 16,2 2 4-16,0 0-169 0,83-15-262 0,17 5 0 16,31-4 0-16,24 4 0 0,13-2 0 15,63-3 0-15,4-3 0 0,8 1 0 0,-1 2 0 16,-10 1 0-16,-56 6 0 0,-11-3 0 16,-18 1 0-16,-23 1 0 0,-38 3 0 0,-21-2-40 15,-26 2-503-15,-16 2-34 0,-15-1-47 16,-10 1-83-16,2 4-102 0,-32-10 59 0,-10 3-658 15,-23 0-861-15</inkml:trace>
  <inkml:trace contextRef="#ctx0" brushRef="#br0" timeOffset="29846.82">21255 2911 3696 0,'8'-6'26'0,"-8"6"6"16,0 0 44-16,0 0 74 0,6-5 25 0,-6 5-8 15,0 0-35-15,6-6-26 0,-6 6-24 16,0 0-9-16,5-6-11 0,-5 6-10 16,10-6-53-16,-4 2-93 0,3 1-134 0,0-1-183 15,7 0-272-15,1-1 62 16,2-2 59-16,4-1-196 0,10-1-249 0</inkml:trace>
  <inkml:trace contextRef="#ctx0" brushRef="#br0" timeOffset="30011">22224 2830 2369 0,'-2'-12'144'16,"2"12"6"-16,0 0 14 0,-11-13 13 15,4 8 8-15,7 5 2 0,-9-9-19 0,9 9-13 16,-6-7-21-16,6 7-33 0,0 0-65 16,0 0-83-16,0 0-131 0,0 0-206 15,0 0-232-15,-17 16 63 0,6-8-193 0,-2 4-236 16</inkml:trace>
  <inkml:trace contextRef="#ctx0" brushRef="#br0" timeOffset="30177.72">21535 3217 2272 0,'-13'0'130'16,"0"0"23"-16,13 0 29 0,-17 0 14 0,17 0 2 15,0 0-17-15,-16 0-14 0,16 0-16 16,0 0-37-16,0 0-58 0,0 0-87 0,0 0-127 15,-7-4-177-15,7 4-254 0,0 0 47 16,0 0 67-16,0 0-93 0,0 0-70 16</inkml:trace>
  <inkml:trace contextRef="#ctx0" brushRef="#br0" timeOffset="31077.87">7750 15451 1808 0,'-15'8'511'0,"3"-1"-209"16,4-3-109-16,8-1-58 0,0-3-36 0,0 0-8 16,49-15 16-16,-2-2 5 0,6-4-9 15,12-4-3-15,21-7-9 0,3-1-14 0,3 3-6 16,-4-3-14-16,-6 4-7 15,-17 2-17-15,-6 0-14 0,-5 1-55 0,-9 5-65 16,-15 6-66-16,-9 5-76 0,-10 4-57 16,-9 4-10-16,-2 2 16 0,0 0 30 0,-57 28 28 15</inkml:trace>
  <inkml:trace contextRef="#ctx0" brushRef="#br0" timeOffset="31344.01">8409 15223 1651 0,'-68'34'-115'16,"7"-5"47"-16,0-2 58 0,4 2 49 16,3-2 35-16,7-7 25 0,14-5 4 0,7-1 6 15,6-3 4-15,8-3 33 0,3-4 40 16,9-1 23-16,0-3-7 0,0 0-7 0,36-15-13 15,10-5-15-15,4-2-17 0,9-2-12 16,2-3-16-16,19-6-14 0,-2-1-17 16,-18 10-20-16,-8 2-44 0,2 3-43 15,-8 3-63-15,-14 8-69 0,-10 4-26 16,-11 6 12-16,-8 2 19 0,-3-4 16 0,-17 19 16 16,-12 3 31-16,-14 7 28 0,-9 3 29 15,-5-1 27-15,0-2 23 0,0-2 26 0,9 0 13 16,12-10-6-16,7-3 1 0,6-2-4 15,8-2-4-15,3-3 5 0,3-2 3 16,6-2-5-16,3-3 7 0,0 0-10 0,0 0-8 16,0 0-5-16,53-11-40 0,-17 1-66 15,4-3-101-15,6-7-140 0,3-5-203 0,-1 0-30 16,-5-3 70-16,0-1-65 16,-3-2-37-16</inkml:trace>
  <inkml:trace contextRef="#ctx0" brushRef="#br0" timeOffset="31627.89">8528 14994 1595 0,'-20'0'67'16,"5"0"6"-16,3 0 5 0,12 0 12 0,0 0 14 15,-16 2 10-15,16-2 6 0,0 0 0 16,0 0-11-16,0 0-5 0,38-8-10 0,-12 8-15 16,16 0-3-16,-3 6-15 0,2 3-4 15,-3 1-3-15,-4 2-3 16,-3 3-2-16,-8-1-2 0,-4 1 18 0,-8-1 35 15,-5-2 36-15,-4 2 19 0,-2 1 18 0,-8-2-7 16,3 1-10-16,-6 3-7 0,1-3-17 16,0-1-15-16,1-1-12 0,-1-1-12 15,3-3-10-15,-1 0-20 0,-1 3-45 0,3-2-68 16,-6-1-78-16,3 0-96 0,-5 4-103 16,3-6-158-16,-3 2-149 0,1 1 62 15,1-1-256-15,-6 4-313 0</inkml:trace>
  <inkml:trace contextRef="#ctx0" brushRef="#br0" timeOffset="32227.75">9964 15104 2452 0,'-36'0'36'0,"6"0"2"0,-1 0 12 0,6 2 4 0,5-2 12 16,4 0 28-16,1 0 31 0,15 0 48 15,-10 2 32-15,10-2 7 0,34 4-8 0,27 0-18 16,23 0-21-16,38-2-15 0,10-2-15 16,5-2-15-16,6-2-13 0,4-3-3 15,6 0-14-15,3 0-10 0,0 1-9 0,-4-4-12 16,-13 2-12-16,-5 6-14 0,-12-9-22 15,-20-1-19-15,-29 7-17 0,-24 0-5 0,-6 1-16 16,-13-1-30-16,-13 1-28 0,-3 0-55 16,-9 0-37-16,-3 2-43 0,-2 2-65 0,0 0-74 15,-27-6-141-15,6 4-54 0,1 0 69 16,-1 4-145-16,-4 0-144 0</inkml:trace>
  <inkml:trace contextRef="#ctx0" brushRef="#br0" timeOffset="33678.92">6627 12695 1905 0,'-2'-5'4'0,"2"5"-1"0,0 0 13 0,0 0 33 0,-25 14 26 16,14-1 22-16,-10 8 14 0,-1 6 8 15,-7 6 4-15,2 3 6 0,-1 2-4 0,-1 1 0 16,2 1-10-16,6-11-15 16,3 2-3-16,-2-2-17 0,6-4-4 0,1-6-5 15,2-5-15-15,4-2 7 0,0-4 13 16,2 2 15-16,1-8-10 0,4-2-11 16,0 0-2-16,0 0-9 0,-2-24-6 0,4 7-2 15,0-7-6-15,2-10-8 0,1-4-5 16,0-2-3-16,1-4-8 0,-5 1-6 0,3-1 1 15,0 1-1-15,-1 2 0 16,-1 3 0-16,0 7-6 0,0 9 0 0,0 3 2 0</inkml:trace>
  <inkml:trace contextRef="#ctx0" brushRef="#br0" timeOffset="36626.87">6781 12657 1650 0,'16'-18'-107'0,"5"-1"10"0,0 0 28 0,0 0 7 0,4 1 11 0,-7 7 6 16,0 3 0-16,-2 0 15 16,-5 6 3-16,-2 0 39 0,0 2 30 0,-9 0 27 0,12 10 18 15,-10-2 18-15,-4 1 16 16,-1 5 13-16,-6-1 18 0,-2 5 14 0,-7 5 0 15,-4 2 12-15,-3-3-1 0,2 1-4 16,-3-2-11-16,-3 3-7 0,3-2-8 16,-3 2-21-16,-6 5-12 0,8-8-9 0,-4-1-12 15,4 1-14-15,1 0-4 0,2-4-10 16,5-3-2-16,6-2-9 0,2-3-6 0,-1-1-4 16,5 0-3-16,-1-2 1 0,3-3-10 15,5-3 0-15,0 0-8 0,0 0-4 0,0 0-10 16,-14-15-5-16,14 1 3 0,4-3-1 15,-3-6-8-15,1 2 6 0,0-3-1 16,5-1-3-16,-4 4-1 0,-1 1 2 16,0 6-2-16,0 2 3 0,1 5-8 0,-1 0-3 15,0 6 1-15,-2 1 7 0,0 0 1 16,0 0-3-16,21 14 6 0,-10-4 8 16,3 0-10-16,1 3 2 0,3-1 2 0,-2-1 1 15,2-3-7-15,-2 4 1 0,2-1 3 16,0-1-6-16,-5-2-4 0,-6-2-14 0,3-2-6 15,-2 1 1-15,-3-3-2 0,-5-2-9 16,0 0-12-16,0 0 7 0,0 0 1 0,0 0 4 16,-13-19 7-16,7 9-2 15,-2-1 7-15,1-1 0 0,-1 4 1 0,2 0 4 16,2 1-3-16,1 1-2 0,3 6 1 16,-8-4 10-16,8 4-1 0,0 0 0 0,0 0 0 15,0 0 5-15,0 19-1 0,2-11 5 16,2 0-5-16,-1 0 3 0,-1-1 3 15,2-1 1-15,-2 4-3 0,2-5 4 0,-4-5 3 16,4 7 0-16,-4-7 4 0,0 0-4 16,0 0-3-16,0 0 1 0,0 0 6 0,-10-22-9 15,1 8 6-15,-6-11-5 0,-3-2-1 16,-1-6 3-16,-3-4 1 0,2 6 0 0,1 0-1 16,4 4-5-16,1 1 5 0,3 10-3 15,2 5-1-15,4 5-3 0,-4 6 5 16,9 0-6-16,0 0 6 0,-7 17 0 15,9-6 1-15,1 3-1 0,3-2 4 16,4 7-6-16,10 3 1 0,3-2 9 0,2-3-5 16,6-1 4-16,1-1-5 0,2-1 5 15,2-4 1-15,0-2-3 0,-2-2-2 0,-7 0 4 16,-7-2-7-16,-3-3-1 0,-2-1-5 16,-5 0-8-16,-10 0-12 0,11-1-1 0,-11 1-2 15,0 0 2-15,0 0 1 0,-24-19 3 16,0 10 2-16,-10 0 0 0,-4-4 6 15,1 3 1-15,0 1-1 0,-3 4 4 16,9 2 2-16,6 3 1 0,1 3-1 0,1 1-4 16,4-1 4-16,4 4-2 0,1 0-1 15,7 1-4-15,3 1-8 0,4-1-21 16,4 1-28-16,5 2-31 0,7-2-49 0,5 0-39 16,10 2-43-16,3-5-55 0,-6-2-120 15,1-2-140-15,0-1-55 0</inkml:trace>
  <inkml:trace contextRef="#ctx0" brushRef="#br0" timeOffset="36793.92">6856 12779 1358 0,'0'0'-80'0,"-14"-7"21"0,5 4 20 0,-4-1 29 0,-1 2 19 0,1 1 12 15,0-1 8-15,-2 2 3 0,15 0-4 0,-20-3 0 16,9 3-7-16,11 0-4 16,-12-2-2-16,12 2 2 0,0 0-1 0,0 0 1 15,0 0 1-15,0 0-5 0,0 0 0 16,39-7-2-16,-20 5-17 0,-6 2-28 0,4-3-41 15,-3 1-46-15,1 1-38 0,-3-3-209 16,-5 2 120-16</inkml:trace>
  <inkml:trace contextRef="#ctx0" brushRef="#br0" timeOffset="38892.61">10161 11755 1076 0,'-18'-21'32'0,"7"-1"0"0,4 3 10 0,0-6 3 16,7 1 7-16,9-9 7 0,5 1 15 0,17-7 1 16,13 4 15-16,13 4-2 0,5 2 0 15,24 2-1-15,-9 13-2 0,5 7 13 0,5 11 0 16,18 13-3-16,-8 13 6 16,-3 14 0-16,-12 7-4 0,-12 11 5 0,-7 6 2 15,-15 7 1-15,-10 5 11 0,-9 2 2 16,-15-13-2-16,-3 0 3 0,-6 0 2 0,-5 0 0 15,0-5-4-15,-2-6-5 0,2-11-5 16,0-4-5-16,0-3-8 0,0-2-7 16,2-9-3-16,-2-7-10 0,2 1-7 0,2-5-8 15,-4 0-2-15,1-7-15 0,-1 1 0 16,2-1-5-16,-2-3-12 0,2 1-32 16,-2-4-53-16,0-5-102 0,-4 7-104 15,4-7-116-15,0 0-206 0,-12-2-5 0,12 2 70 16,-18-10-179-16,7 1-194 0</inkml:trace>
  <inkml:trace contextRef="#ctx0" brushRef="#br0" timeOffset="39192.44">10873 12560 1908 0,'-11'4'58'0,"4"-4"11"0,0 2-4 15,7-2 0-15,0 0 21 0,-3 8 38 16,3-8 34-16,0 0 25 0,28 10-5 0,-5-5-4 15,13 3-4-15,7 0-14 16,0-2-15-16,2 1-11 0,4-3-12 0,6 4-14 0,-10-4-6 16,-2 1-10-16,-4-2-9 15,-8 1-9-15,-6-1-12 0,-4-1 2 0,-1-2-7 16,-6 0-1-16,-1 0-6 0,1-4-5 16,-3 3 1-16,-2-6-11 0,3 0 0 15,-2-3-2-15,-1-7-9 0,1 1 0 0,1-3 0 16,2-8-11-16,1-2-20 0,-1-4-47 15,3 2-63-15,-3 0-62 0,2 2-52 0,-4 3-65 16,0 8-62-16,0 4-141 16,-6 4-71-16,2 3 68 0,-3 3-134 0,1 1-137 0</inkml:trace>
  <inkml:trace contextRef="#ctx0" brushRef="#br0" timeOffset="39658.94">12458 11533 1624 0,'-11'-31'-88'0,"0"0"39"0,-1 2 37 0,5 6 31 0,1 5 35 0,3 2 13 16,-1 4 10-16,4 3 1 0,0-1-5 16,4 3-9-16,5 4 28 0,18 6 19 0,24 14 12 15,12 9 15-15,20 26 13 16,1 8-2-16,1 9 2 0,-13 7-8 0,-8 9 10 0,-10 5 9 15,-12 4-2-15,-13 2 3 0,-11 3-3 16,-7-2-14-16,-14-18-9 0,-5-3-12 16,-3-3-14-16,-1-5-7 0,-1-6-12 15,-1-6 8-15,-4-2 0 0,2-6-9 0,3-12-9 16,1-4-4-16,-2 1-10 0,4-5-7 16,-2-7-8-16,5-6-4 0,2-1-31 15,-1 0-44-15,2-5-71 0,1-1-91 0,-4 2-90 16,3-7-151-16,4-3-233 0,0 0 46 15,0 0 77-15,0 0-258 0,-16-19-285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2T03:40:55.5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16979 2397 1249 0,'-27'-2'686'0,"7"1"-216"0,-1-4-137 0,4 5-59 15,1-2-13-15,3 2 3 0,13 0 0 16,-23-2-12-16,16 0 4 0,7 2-11 0,0 0 10 16,-20 0-3-16,20 0-3 15,0 0-17-15,0 0-14 0,0 0-19 0,0 0-26 16,56-2-11-16,-15 2-18 0,9 0-16 15,-1-1-12-15,3 1-21 0,0-3-11 0,-3 2-19 16,-3 0-10-16,-5-1-8 0,-10 2-10 16,-6-2-14-16,-8 2-1 0,-2 0-8 15,-1 0-5-15,-14 0-10 0,17-2 8 0,-17 2-10 16,0 0 3-16,0 0 3 0,0 0 1 16,0 0-2-16,-54 6 1 0,14-5 1 0,-7 3 4 15,1-1 7-15,5 1 0 16,2-2 0-16,10 3 0 0,9-4 7 0,0 1 11 15,9 0 13-15,1-2 19 0,10 0 19 0,-5 3 6 16,5-3 1-16,0 0-5 0,36-1-13 16,-10-1-9-16,17 0-7 0,2 2-5 15,1-2-3-15,1 1-8 0,0 1-3 16,-4-2-3-16,-11-1-6 0,-5 3-13 0,-6 0-16 16,-6 0 0-16,-1 0 0 0,-14 0 0 15,18-2 0-15,-18 2 0 0,0 0 0 0,0 0 0 16,0 0 0-16,-50 2 0 0,5-2 0 15,-4 3 0-15,1-3 0 0,5 0 0 16,12 0 0-16,5 0 0 0,4 2 0 0,10-2 0 16,-2 0 0-16,14 0 0 0,-21 0 0 15,21 0 0-15,0 0 0 0,-8 1 0 16,8-1 0-16,0 0 0 0,0 0 0 16,43-6-500-16,-27 4-212 0,4-2-253 0,-4-2 73 15,2 2 105-15,-5 2-687 0,-1-1-923 16</inkml:trace>
  <inkml:trace contextRef="#ctx0" brushRef="#br0" timeOffset="3196.6">8440 16744 2782 0,'-22'-6'125'0,"8"4"-22"0,-2 2 38 0,5-5 44 0,2 4 41 0,9 1-18 0,-18-2-22 15,18 2-29-15,-13-2-27 16,13 2-7-16,0 0 25 0,0 0 26 0,0 0 43 0,-2 10 7 16,2-10-9-16,46 16-18 15,-7-7-18-15,15-1-27 0,11 2-18 0,1-3-15 16,7 1-13-16,-3-6-11 0,2 6-15 15,-10-4-24-15,-11-4-43 0,-7 4-58 0,-6-2-71 16,-11 0-91-16,-6-1-108 0,-8-1-173 16,-3 0-286-16,-10 0 29 0,0 0 92 15,0 0-412-15,0 0-538 0</inkml:trace>
  <inkml:trace contextRef="#ctx0" brushRef="#br0" timeOffset="3480.61">8893 16612 3182 0,'-9'-9'145'0,"5"1"49"0,4 2 13 0,0 6 19 15,6-8 23-15,-6 8 11 0,17-3 0 16,-4 4-3-16,-13-1-24 0,38 8-18 16,-9 4-18-16,0 4-16 0,-3 5-25 0,-2-1-12 15,-8 4-7-15,-3 2-13 0,-5-2-14 16,-6-2 0-16,-4 3-11 0,-6 6-4 0,-7 4-11 15,-8 1-7-15,-5 0-9 0,-5-3-8 16,-1-3-7-16,-2 1-6 0,-2-4-4 16,10-8-5-16,-1 0-14 0,6-3-29 0,5-4-46 15,5-2-50-15,4-2-61 0,4-3-85 16,-4-1-116-16,4-2-164 0,5-2-203 16,0 0-73-16,0 0 102 0,0 0-518 15,0 0-683-15</inkml:trace>
  <inkml:trace contextRef="#ctx0" brushRef="#br0" timeOffset="5764.22">12580 15340 3086 0,'-11'0'-114'0,"11"0"37"0,-14-4 29 0,14 4 37 0,-14-2 38 0,14 2 37 0,-15-2 29 0,15 2 30 0,0 0 13 0,-18-2 7 15,18 2 1-15,0 0 5 0,-13-1 1 16,13 1 6-16,0 0-1 0,0 0-6 0,0 0 0 16,-13 0 1-16,13 0-2 0,0 0 3 15,0 0 8-15,0 0 12 0,0 0 12 0,0 0 10 16,0 0-9-16,42-2-12 16,-11 0-17-16,12 2-13 0,7-2-15 0,13-1-5 15,-2-2-14-15,2 2-11 0,-15 2-7 16,2-2-10-16,-2 0-12 0,-6-1-3 0,0 1-6 15,-12-1-6-15,-7 4 1 0,-2-3-15 16,-4 2-1-16,-1-1-4 0,-3 2 0 16,-13 0-3-16,19-2 3 0,-19 2-12 0,15 0-5 15,-15 0-1-15,0 0-4 0,16-2 2 16,-16 2-6-16,0 0-2 0,12-1-14 0,-12 1-36 16,0 0-46-16,11-1-60 0,-11 1-84 15,0 0-118-15,0 0-147 0,0 0-210 0,0 0-106 16,0 0 92-16,0 0-599 0,0 0-778 15</inkml:trace>
  <inkml:trace contextRef="#ctx0" brushRef="#br0" timeOffset="6397.91">13982 15329 3381 0,'-23'-2'-119'0,"0"0"43"0,0 2 25 0,0-2 31 0,4-1 39 0,0 3 43 0,2-1 40 0,1 1 20 15,16 0 9-15,-25 0-1 0,14 0-5 16,11 0 4-16,-13 0 15 0,13 0 34 0,0 0 25 16,0 0 8-16,0 0-10 0,36 6-17 15,-7-4-16-15,14 1-16 0,6-3-14 0,1 2-19 16,6-2-5-16,-5 0-16 15,-1-2-7-15,-4 2-8 0,-7-3-6 0,-4 3-8 16,-11-2 0-16,-2 2 10 0,-7 0 7 16,-2 0 1-16,0-2-4 0,-13 2-2 0,22 0-5 15,-22 0-5-15,13-3-8 0,-13 3-6 16,11-1-6-16,-11 1-7 0,0 0-10 16,13-2-2-16,-13 2-22 0,0 0-31 0,14-2-46 15,-14 2-55-15,0 0-88 0,11 0-131 16,-11 0-203-16,12-4-299 0,-2 0 81 0,1 0 85 15,4-1-514-15,9 1-655 0</inkml:trace>
  <inkml:trace contextRef="#ctx0" brushRef="#br0" timeOffset="6912.95">15346 15238 3108 0,'-15'-2'-28'0,"0"-1"47"0,5 0 24 0,1 3 39 0,9 0 45 0,-16-2 41 16,16 2 28-16,-9-2 21 0,9 2 0 0,0 0-8 15,-13-1-19-15,13 1-8 0,0 0 12 16,0 0 9-16,0 0 5 0,0 0-12 0,0 0-10 15,0 0-24-15,63 0-16 16,-22 1-15-16,7 1-9 0,1-1-11 0,1 0-12 16,-2 2-12-16,-5-2-8 0,-3 1-11 15,-9-2-11-15,-6 2 2 0,-8-2-7 0,-2 0-8 16,-1 2-1-16,-14-2-13 0,16 0 2 16,-16 0-9-16,12 1-2 0,-12-1-1 15,0 0-6-15,0 0-13 0,0 0-23 0,0 0-34 16,0 0-57-16,0 0-77 0,0 0-108 15,0 0-142-15,0 0-199 0,0 0-159 16,0 0 80-16,0 0-589 0,0 0-766 0</inkml:trace>
  <inkml:trace contextRef="#ctx0" brushRef="#br0" timeOffset="7412.72">16217 15294 3500 0,'-27'-4'-60'0,"5"2"21"0,2 0 17 0,5-1 43 0,2 2 64 0,0-4 48 0,13 5 33 0,-20-1 6 0,20 1 4 0,-13-2 6 16,13 2 6-16,0 0-3 0,0 0-10 0,0 0-6 15,0 0-12-15,46-4-18 16,-14 4-13-16,16 0-10 0,15-1-5 0,-9-1-7 16,-4 0-9-16,4 2-8 0,-6-2-10 15,-5 1-9-15,-3-2-5 0,-9 3-5 16,-8-2-4-16,-6 2 3 0,-4 0-3 0,-2-2-1 16,-11 2-7-16,20 0-5 0,-20 0-6 15,0 0-2-15,13-1 0 0,-13 1-22 0,0 0-26 16,0 0-44-16,0 0-62 0,0 0-90 15,0 0-126-15,0 0-152 0,0 0-225 0,2 5-30 16,-2-5 90-16,0 0-470 0,0 0-593 16</inkml:trace>
  <inkml:trace contextRef="#ctx0" brushRef="#br0" timeOffset="7881.67">17271 15351 2938 0,'-23'-1'-25'0,"1"-1"46"0,8 2 14 0,1-2 24 0,1 0 44 0,12 2 54 0,-17-2 44 0,17 2 19 16,-14-2 13-16,14 2 11 0,0 0-13 15,0 0-18-15,0 0-18 0,0 0-19 0,45-6-22 16,-17 6-11-16,18 0-14 15,2 2-13-15,0-1-11 0,2 2-13 0,-3-3-9 16,0 1-5-16,-15-1-7 0,-3 0-9 16,-8 1-3-16,-3-1-8 0,-2 0-8 0,-3 0 1 15,-13 0-9-15,19 0 1 0,-19 0-10 16,15 0-1-16,-15 0-7 0,0 0-8 16,14-1-31-16,-14 1-58 0,0 0-83 0,0 0-111 15,9-4-166-15,-5-1-249 0,2 0-58 16,2 1 92-16,3-4-475 0,5 4-597 0</inkml:trace>
  <inkml:trace contextRef="#ctx0" brushRef="#br0" timeOffset="8329.81">18655 15351 3333 0,'-23'-3'36'0,"9"1"18"0,3 0 32 0,1 0 52 0,10 2 69 0,-10-2 50 0,10 2-2 15,0 0-20-15,0 0-18 0,31-15-6 16,-6 10-23-16,11-2-19 0,6 5-13 0,2-2-21 16,2 0-13-16,-1 2-8 0,1 1-17 15,-2-3-5-15,-5 2-13 0,-5 2-1 0,-8 0-6 16,-5 0-14-16,-5-3-3 15,-4 3-8-15,1-1-5 0,-1-1-6 0,0 2-10 16,-12 0-2-16,15-2-9 0,-7 0-42 16,-8 2-50-16,13 0-80 0,-13 0-142 15,12-2-210-15,-3-1-286 0,2 0 49 0,3-1 91 16,2 2-491-16,9-1-613 0</inkml:trace>
  <inkml:trace contextRef="#ctx0" brushRef="#br0" timeOffset="8629.79">20211 15265 3396 0,'-19'-6'103'0,"6"1"0"0,6 3 28 15,7 2 33-15,-5-5 47 0,5 5 43 16,0 0 14-16,29-7-18 0,-8 5-32 16,6 0-26-16,1 2-19 0,5 0-15 0,-5 0-28 15,3 0-52-15,-4 0-56 0,-7 2-63 16,-1-2-63-16,-3 2-68 0,-1-1-64 0,-4 3-55 16,-3-1-86-16,-2 1-129 15,-6-4-170-15,0 0 63 0,-8 10-351 0,0-5-443 16</inkml:trace>
  <inkml:trace contextRef="#ctx0" brushRef="#br0" timeOffset="10912.59">11163 17181 2514 0,'0'0'-80'0,"-15"-2"26"0,15 2 35 0,-13-1 36 0,13 1 38 16,-12-2 32-16,12 2 25 0,0 0 23 15,-15-4 16-15,15 4-25 0,0 0 14 16,-9-3 6-16,9 3 20 0,0 0 19 0,0 0 13 16,0 0-1-16,0 0-13 0,0 0-8 15,0 0-11-15,0 0-7 0,20-9-17 16,-20 9-12-16,25-2-8 0,-8 2-13 0,4 0-9 15,6 0-7-15,3 0-2 0,13 2-13 16,4-2-5-16,1 0-8 0,2 0-6 0,2 0-7 16,-2 0-2-16,-3 0-6 0,1 0 1 15,-4 0 11-15,-12 0 8 0,-3 2 2 16,-3-2-2-16,-4 0 0 0,-1 0 0 16,-4 0-8-16,-2 0-3 0,0 0-9 15,1 0 2-15,-1 0 1 0,-15 0-1 0,26 0-2 16,-15 0-1-16,-11 0-3 0,22 2-8 15,-13-2 0-15,5 0-3 0,1 0-1 0,0 2-1 16,0-2-5-16,4-2 0 0,5 4-1 16,-3-4-4-16,5 2 1 0,-5-2 0 15,8 0-7-15,-3 0-3 0,1 0 2 0,-2 0-2 16,-3 2 0-16,-1-2 1 16,-1-1-1-16,-3 1 2 0,-2 0-1 0,-4 0 0 15,0 0 0-15,-11 2 15 0,22-1 17 16,-13-2-2-16,-9 3-8 0,17 0 1 0,-7-2-1 15,-10 2 0-15,15-4-5 0,-15 4 2 16,17-2-8-16,-17 2-1 0,19-2-1 16,-8 2-2-16,-11 0-3 0,20-2-1 0,-9 0-4 15,-11 2 4-15,29 0-4 0,-16 0-3 16,12-3 7-16,13 1-5 0,8 0-5 0,3 0 5 16,14 2 1-16,-7-2-6 0,-5 4 5 15,12-2-10-15,-16 0 11 0,-2 0-6 16,-11 0 3-16,-5 0-2 0,-11-2 3 0,1 2-2 15,-3 0-2-15,-3-1 9 16,-13 1 1-16,21 0 8 0,-21 0 1 0,17 0 7 16,-17 0 0-16,16-3-1 0,-16 3 3 15,0 0 0-15,14 0-3 0,-14 0 3 0,0 0 0 16,18 3 2-16,-18-3-2 0,0 0-2 16,0 0-7-16,15 0-3 0,-15 0-4 15,0 0-7-15,0 0-44 0,0 0-61 0,0 0-80 16,0 0-101-16,0 0-116 0,0 0-168 15,0 0-246-15,0 0-37 0,0 0 95 16,0 0-620-16,0 0-826 0</inkml:trace>
  <inkml:trace contextRef="#ctx0" brushRef="#br0" timeOffset="12480.9">15775 16943 3459 0,'0'0'-205'0,"-19"0"50"0,19 0 35 0,-20 1 44 16,20-1 39-16,-16 2 37 0,6 0 26 15,10-2 27-15,-21 1 10 0,12 1 14 16,-3 0 6-16,12-2 17 0,-17 5 13 0,7-5 11 16,10 0 5-16,-15 3 1 0,15-3 1 15,-12 4-8-15,12-4-7 0,0 0 6 0,-11 1 8 16,11-1 1-16,0 0 4 0,0 0-5 16,0 0 2-16,0 0-11 0,-7 6 8 15,7-6 15-15,0 0 6 0,0 0-6 16,0 0-6-16,32 6-5 0,-13-4-13 15,6 0 6-15,13 0-8 0,6 0-9 0,1-1-10 16,7-1 0-16,14 1-18 0,-3-1-7 0,3-1-8 16,-3-2 1-16,-16 3-31 0,1-4-3 15,-7 2 4-15,-1-1-4 0,-8 1-2 16,-9 1-2-16,-1-3 22 0,-5 2 8 16,-4-1 9-16,0 1 8 0,-3 2 0 0,-10 0-3 15,21-2-2-15,-21 2-11 16,15 0-3-16,-15 0-5 0,15-1-3 0,-15 1-5 0,20-2-8 15,-20 2-1-15,17 0-5 0,-17 0-1 16,22-2 3-16,-8 2-6 0,-1-1-5 0,1 1-3 16,1-2 1-16,-1 0-3 15,-2 1 0-15,4-1-5 0,3 0-3 0,-2 1 3 16,2-1-1-16,0-2-3 0,2 3-4 16,-2-3 1-16,4 1 6 0,-2-2-8 15,-1 3 2-15,-2-2-1 0,0 1-1 0,-4 1 1 16,0-1 1-16,-3 1-4 0,0-1 3 15,1 1-3-15,-12 2 0 0,15-2-3 0,-15 2 4 16,14-3 1-16,-14 3-1 0,0 0 0 16,17-3-1-16,-17 3-1 0,12 0 1 0,-12 0-4 15,14-2 4-15,-14 2-4 0,18 0 2 16,-18 0-4-16,20-2 3 0,-8 0-1 16,-12 2-4-16,23 0 1 0,-13-2 1 15,-10 2-1-15,18-1 4 0,-8-1-2 16,-10 2-3-16,0 0 4 0,22-1-2 0,-22 1 1 15,14 0-1-15,-14 0 6 0,15 0-4 16,-15 0 1-16,20 0 0 0,-20 0 5 0,19-2-2 16,-19 2-1-16,20 0 1 0,-8 0 2 15,-12 0-3-15,22-2 7 0,-11 1-5 0,-11 1-4 16,18-2 4-16,-18 2 0 0,18 0 0 16,-18 0-4-16,0 0 4 0,17 0-7 15,-17 0 4-15,0 0 0 0,17 0 1 0,-17 0 4 16,0 0-3-16,17 2 0 15,-17-2 0-15,17 0 1 0,-17 0 4 0,18 1-2 16,-18-1 2-16,14 0-3 0,-14 0-1 0,16 2 2 16,-16-2 1-16,11 2 0 0,-11-2 1 15,0 0 0-15,14 0-3 0,-14 0 1 16,0 0 0-16,0 0 4 0,15 1 0 0,-15-1 8 16,0 0 7-16,0 0 8 0,14 0-2 15,-14 0-24-15,0 0-4 0,0 0 0 16,0 0 0-16,0 0 0 0,0 0 0 0,0 0 0 15,13 2 0-15,-13-2 0 0,0 0 0 16,0 0 0-16,0 0 0 0,0 0 0 0,0 0 0 16,0 0 0-16,0 0 0 0,0 0 0 15,0 0-134-15,0 0-299 0,0 0-200 16,-63 7-340-16,47-11 110 16,16 4 86-16,-20 0-712 0,20 0-936 15</inkml:trace>
  <inkml:trace contextRef="#ctx0" brushRef="#br0" timeOffset="13494.46">20440 17205 3737 0,'-21'-6'-151'0,"4"2"40"0,-3 2 19 16,7-2 28-16,2 3 42 0,1-3 46 0,10 4 35 16,-15-3 16-16,15 3 9 0,-14-5-10 15,14 5 9-15,-9-2 10 0,9 2 9 0,0 0-14 16,0 0-3-16,0 0-8 15,0 0-5-15,47-5-5 0,-24 2-7 16,24 1-6-16,-2-2-2 0,22-2-5 0,7-1-17 16,12 0-10-16,22-6-2 0,7 6-1 15,-1-2 1-15,-1 0-5 0,-23 3-2 0,-11 4 4 16,0-4-7-16,-13 1 13 0,-3 1 11 16,-19-1 17-16,-2 2 19 0,-12 1 24 15,-6 0 31-15,-8 0 24 0,4 2 22 0,-8-3 20 16,1 2 10-16,-13 1 0 0,18-2 8 15,-10 0-10-15,-8 2-17 0,15-5-7 0,-15 5-10 16,11-4-13-16,-11 4-14 0,10 0-11 16,-10 0-13-16,0 0-14 0,13-3-9 15,-13 3-7-15,0 0-12 0,10-3-8 16,-10 3-7-16,0 0-22 0,0 0-46 16,0 0-66-16,0 0-94 0,0 0-106 0,0 0-161 15,13 3-248-15,-13-3-202 0,0 0 96 16,0 0-739-16,6 7-977 0</inkml:trace>
  <inkml:trace contextRef="#ctx0" brushRef="#br0" timeOffset="14061.85">24282 17028 3968 0,'-18'-2'-57'0,"9"2"33"0,9 0 11 0,0 0 39 0,-15 2 52 0,15-2 16 0,0 0 30 0,0 0 18 16,0 0 1-16,58-9-13 0,-17 6-15 16,4 0-10-16,3 1-8 0,0 0-12 15,0 2-8-15,-9-2-6 0,-4 1-6 0,-11-1-11 16,-2 0-5-16,-8 2-9 0,0-1-11 15,-3 1-21-15,-11 0-46 0,13-4-77 16,-13 4-99-16,0 0-139 0,0 0-212 0,0 0-126 16,0 0 76-16,-22-19-343 0,19 14-435 15</inkml:trace>
  <inkml:trace contextRef="#ctx0" brushRef="#br0" timeOffset="15344.47">25700 1966 1702 0,'0'-7'182'0,"2"-3"-12"0,-2 10 23 0,4-14 10 0,-3 6 32 0,-1 3 36 16,4-4 13-16,0 2-2 0,-1 0 17 0,-3 7 9 16,4-11-7-16,-4 11-24 0,2-7-22 15,-2 7-31-15,0 0 15 0,0 0 15 0,0 0-12 16,-11 24-26-16,-7 1-4 0,4 6-1 16,-10 10-15-16,4 3-15 0,-5 2-16 15,6-3-15-15,-2 1-12 0,2-3-14 0,3-8-12 16,3-2-8-16,1-2-11 15,5-6-10-15,0-3-6 0,3-5-11 0,-2-1-6 0,3-4-10 16,0 1-18-16,-1-3-32 16,4-3 0-16,0-5-84 0,0 0-133 0,0 0-96 15,0 0-97-15,9-18-93 0,-2-3-116 16,6-8-161-16,3-5-45 0,4-10 96 16,-3 1-533-16,7 1-723 0</inkml:trace>
  <inkml:trace contextRef="#ctx0" brushRef="#br0" timeOffset="15594.28">25767 1804 3203 0,'1'-15'-60'16,"-1"7"64"-16,2 2 55 0,-2 6 60 0,2-12 58 0,-2 12 39 15,2-5 5-15,-2 5-12 16,0 0 3-16,0 0 32 0,0 0 19 0,0 0 8 16,17 25-13-16,-7-8 4 0,3 10-6 15,2 5-17-15,7 8-16 0,0 3-9 16,3 3-23-16,1 0-12 0,-1 0-17 0,0-2-15 15,-1-1-13-15,-1-4-16 0,-7-8-11 16,-1-1-11-16,-1-5-12 0,-7-3-14 0,2-5-30 16,-5-4-59-16,0-1-77 0,-1-2-89 15,-1-1-94-15,-4-4-116 0,2-5-137 16,-9 3-173-16,9-3-149 0,0 0 90 16,-27-15-627-16,16-1-843 0</inkml:trace>
  <inkml:trace contextRef="#ctx0" brushRef="#br0" timeOffset="15794.43">25682 2188 4088 0,'-9'0'51'0,"9"0"53"15,-14 3 83-15,14-3 89 0,0 0 26 0,0 0 22 16,0 0-4-16,0 0-15 0,0 0-24 16,0 0-27-16,0 0-28 0,43-15-18 0,-7 9-27 15,2 0-28-15,1 1-55 0,4 1-91 16,-3 1-109-16,-1 1-118 0,-5 0-106 15,-7 2-108-15,0 2-124 0,-2 3-207 16,-7 0-11-16,-4 2 87 0,-3 2-500 16,-8-3-653-16</inkml:trace>
  <inkml:trace contextRef="#ctx0" brushRef="#br0" timeOffset="16095.82">26507 2284 3684 0,'0'0'201'0,"0"0"3"0,0 0 18 0,0 0 16 15,0 0-3-15,0 0 32 0,0 0 26 0,0 0-3 16,-11 23-14-16,10-3-8 16,1 5-15-16,0 0-12 0,-2 14-13 0,4 0-19 15,-1 1-16-15,-1-1-22 0,0-2-15 16,0-6-11-16,2-4-18 0,-2-2-12 15,2-4-9-15,-2 1-37 0,0-5-69 0,0-1 0 16,0-3 0-16,0-1 0 0,0-1 0 16,2-5 0-16,-2 3 0 0,0-9 0 0,0 0-43 15,0 0-300-15,0 0-106 0,0 0-129 16,13-22-167-16,-3 1-136 0,1-11 87 16,-2 1-688-16,7-15-930 0</inkml:trace>
  <inkml:trace contextRef="#ctx0" brushRef="#br0" timeOffset="16694.89">26902 1884 4150 0,'-2'-7'42'0,"-2"0"32"16,4 7 36-16,0 0 23 0,0-8 12 15,0 8 30-15,0 0 43 0,0 0 35 16,-7 21-8-16,0-6-7 0,-2 5 0 15,0 11-6-15,-2 0-13 0,-1 2-16 16,-1 0-14-16,-3-2-15 0,3-2-18 0,-1 0-12 0,3 0-12 16,0-9-15-16,3-3-13 15,2-5-11-15,1-1-6 0,-1-3-6 0,5 1-1 16,-3-3 25-16,0 0-51 0,4-6-54 16,0 0 0-16,0 0 0 0,0 0 0 0,-8-21 0 15,8 2 0-15,5-15 0 0,4-2 0 16,5-10 0-16,4-5 0 0,-1 4 0 15,2 3 0-15,-4 7 0 0,-3 7 0 0,1 4 0 16,-5 3 0-16,0 8 0 0,-3 3 0 16,1 2 0-16,-5 4 0 0,5 2 0 15,-6 4 0-15,0 0 0 0,0 0 0 16,18 20 0-16,-11-6 0 0,0 3 0 0,9 9 0 16,-1 3 0-16,1-1 0 0,3-1 0 15,-2-2 0-15,4 2 0 0,-5-3 0 16,6-5 0-16,-7-4 0 0,-4-1 0 0,-1-2 0 15,0-4 0-15,-5-3 0 0,3 2 0 16,-3-2 0-16,1 2 0 0,-6-7 0 0,6 9 0 16,-2-6 0-16,-4-3 0 15,2 8 0-15,-2-8 0 0,0 0 0 0,-14 9 0 0,5-6 0 16,-4 4 0-16,-7-3 0 0,1 4 0 16,-3-3 0-16,1 0 0 0,-4 1 0 15,0-1 0-15,3 0 0 0,-3-2 0 16,7-1 0-16,0 3 0 0,0-3 0 0,0 1 0 15,6-1 0-15,-1 0 0 0,-1 1 0 16,3-1 0-16,0-2-266 0,11 0-610 16,0 0-114-16,0 0 103 0,0 0-872 0,0 0-1190 15</inkml:trace>
  <inkml:trace contextRef="#ctx0" brushRef="#br0" timeOffset="16977.91">27185 2182 5132 0,'3'-8'17'0,"1"1"53"0,0 0 67 0,1 0 64 0,1 1 30 0,-1 0 2 0,4 0-18 0,0 4-21 16,-9 2-11-16,25-2-15 0,-12 4-12 15,2 3-11-15,4 7-1 0,4 5 0 0,-5 5 3 16,-4 2 8-16,-6 0 3 0,-8 0 7 16,-4-3 4-16,-1 11-142 0,-7-2-27 15,5-6 0-15,-7 3 0 0,1 1 0 0,3-8 0 16,3-1 0-16,3-5 0 0,-2-4 0 15,3 0 0-15,3-1 0 0,-2-2 0 0,2-7 0 16,7 12 0-16,3-9 0 0,3 0 0 16,8-3 0-16,6-3 0 0,-3 0 0 0,14-1 0 15,0-3 0-15,-3 0 0 0,1 2 0 16,-7-1 0-16,-6-1-374 0,-1 0-614 16,0-4 18-16,-3 5 112 0,-6-3-843 15,-4 2-1135-15</inkml:trace>
  <inkml:trace contextRef="#ctx0" brushRef="#br0" timeOffset="17529.73">27830 1898 4377 0,'0'-10'-53'0,"0"1"83"0,0 9 44 16,0-10 40-16,0 10 27 0,0 0 6 15,-1-7-5-15,1 7 47 0,0 0 40 16,0 0 15-16,-14 21-1 0,6-8 4 15,1 3-2-15,0 2-13 0,-7 11-16 16,-1-3-2-16,1 0-17 0,3-6-8 0,-3 7-16 16,5-5-15-16,0-8-15 0,-2 2-15 15,8-3-12-15,-3-1-60 0,3-4-56 0,1-1 0 16,-2 0 0-16,4-7 0 0,-4 7 0 16,4-7 0-16,0 0 0 0,0 0 0 15,8-29 0-15,1 8 0 0,7-8 0 16,6-14 0-16,1 6 0 0,0-2 0 15,-4 10 0-15,-4 2 0 0,-4 6 0 0,-1 6 0 16,-2 5 0-16,-3-1 0 0,1 3 0 16,0 1 0-16,-2 4 0 0,3 1 0 0,-7 2 0 15,0 0 0-15,25 8 0 0,-12 1 0 16,3 3 0-16,-1 2 0 0,2-2 0 0,5 5 0 16,-8-2 0-16,4-3 0 0,-3 0 0 15,-4-3 0-15,1-1 0 0,-5-1 0 16,2 1 0-16,-2-2 0 0,-2-3 0 0,-5-3 0 15,10 9 0-15,-7-6 0 0,-3-3 0 16,0 0 0-16,6 8 0 0,-6-8 0 0,0 0 0 16,0 0 0-16,0 0 0 0,-13 8 0 15,13-8 0-15,-25 1 0 0,8-1 0 0,2 3 0 16,-5-3 0-16,2 0 0 16,-2 4 0-16,4 0 0 0,-4 0 0 0,6-2 0 15,-4 1 0-15,0 3 0 0,6-2 0 16,2-2 0-16,0 0 0 0,5 1-550 15,5-3-330-15,0 0-82 0,0 0 107 0,0 0-826 16,50-7-1118-16</inkml:trace>
  <inkml:trace contextRef="#ctx0" brushRef="#br0" timeOffset="17977.54">28419 2044 4812 0,'-9'-8'-71'0,"-2"3"90"0,4 1 109 0,3-4 82 0,4 8 32 0,-5-8-24 0,5 8-17 0,0 0-23 16,2-10-25-16,-2 10-17 0,7-5-9 16,-7 5-13-16,18-2-13 0,-7 2-8 0,-11 0-17 15,28 5-4-15,-12 1-10 0,-1-2-1 16,-1 4-14-16,-1 0 12 0,-2-2-7 0,-1 5 1 16,-5-1 13-16,1 1 6 0,-6 3 3 15,-2 3 7-15,-2 1-2 0,-7 1-5 0,-3 7-8 16,3-4 4-16,-1-5-3 15,5-3-1-15,1-2 5 0,5 0 1 16,-5-2 8-16,6-1 16 0,0 1-95 0,0-2-2 16,2 1 0-16,2-1 0 0,3 2 0 15,0 1 0-15,4-1 0 0,-4 2 0 0,0 1 0 16,4-3 0-16,-2 2 0 0,-6-3 0 16,5-1 0-16,-5 3 0 0,-1-3 0 0,3 0 0 15,-5 1 0-15,0-9 0 0,-5 16 0 16,2-8 0-16,-3 1 0 0,-3-1 0 0,-3-1 0 15,-3 2 0-15,-1-4 0 0,-2 0 0 16,0 0 0-16,0-3 0 0,-3-2 0 16,-1-2 0-16,4-5 0 0,-1-3 0 15,1-2 0-15,1-12 0 0,7 2-331 16,6-2-728-16,6 1 91 0,7-10 110 0,2 6-834 16,4 0-1127-16</inkml:trace>
  <inkml:trace contextRef="#ctx0" brushRef="#br0" timeOffset="18527.53">29091 1838 4704 0,'-1'-12'-22'0,"-1"4"54"0,0 0 76 0,2 8 70 0,-6-10 35 0,6 10-3 0,-1-8-19 15,1 8-22-15,0 0 8 0,0 0 15 0,-25 20-4 0,3-1 4 16,0 3-7-16,-5 4 6 15,-1 7-13-15,-5 1-18 0,3-2-15 0,-1 1-11 16,8-6-15-16,4-2-3 0,0-1-10 16,2-5-11-16,4-2-8 0,1-5 16 15,5-4-63-15,1 1-40 0,0-6 0 0,6-3 0 16,-5 5 0-16,5-5 0 0,0 0 0 16,0-17 0-16,5 2 0 0,7-15 0 0,9-8 0 15,4-5 0-15,7-6 0 16,6-4 0-16,-2 2 0 0,2 3 0 0,-3 7 0 0,-7 6 0 15,-7 9 0-15,-7 9 0 16,-3 4 0-16,-4 2 0 0,1 6 0 0,-2 3 0 16,-6 2 0-16,9 12 0 0,-3 2 0 15,-1 7 0-15,2 0 0 0,0 12 0 16,4 2 0-16,1-2 0 0,1 4 0 0,5-4 0 16,-5-3 0-16,3 1 0 0,-4-5 0 15,0-7 0-15,-4-3 0 0,-3-5 0 0,3-3 0 16,-5 2 0-16,-1-3 0 15,4-3 0-15,-4 4 0 0,-2-8 0 0,3 6 0 0,-3-6 0 16,0 0 0-16,0 0 0 0,0 0 0 16,-25-14 0-16,9 7 0 0,1 3 0 0,-6-4 0 15,0 2 0-15,-2 0 0 16,0 4 0-16,6-1 0 0,-2 1 0 0,5 0 0 16,0 0 0-16,0 2 0 0,14 0 0 15,-21 2 0-15,11-2 0 0,10 0 0 16,-13 4 0-16,13-4-71 0,-5 3-813 0,5-3-115 15,0 0 98-15,22 12-914 0,-4-10-1242 16</inkml:trace>
  <inkml:trace contextRef="#ctx0" brushRef="#br0" timeOffset="18911.78">29444 2046 5192 0,'0'0'-78'0,"0"0"64"0,-3-10 74 0,3 10 58 0,0 0 14 0,0 0-7 0,0 0 48 0,0 0 21 0,0 0 1 16,0 0 1-16,-18 22-17 0,14-13-10 0,3 4-13 16,-1-1-15-16,0 2-6 0,2 1-12 15,0-1-11-15,2 1-9 0,1-1-9 0,1 1-2 16,0-3-7-16,4 0-4 0,0-3-5 16,-1-3-2-16,5 0-11 0,3 0-3 15,-4-6-9-15,4 0-1 0,2 0-3 0,1-3-40 16,1-6-7-16,-2 3 0 0,-3 0 0 15,-3 1 0-15,3 2 0 0,-7-2 0 0,2 3 0 16,-9 2 0-16,13-3 0 16,-13 3 0-16,0 0 0 0,14 15 0 0,-10-5 0 15,-1 3 0-15,1 2 0 0,-2 0 0 16,3 2 0-16,-2 2 0 0,1-4 0 0,0 3 0 16,1-3 0-16,-1 1 0 0,-1-1 0 15,1-5 0-15,1 1 0 0,-3-2 0 16,1-4 0-16,3 3-223 0,-1-4-237 0,1-3-129 15,-6-1-186-15,18-1-118 0,-18 1 97 16,14-9-719-16,-2 1-961 0</inkml:trace>
  <inkml:trace contextRef="#ctx0" brushRef="#br0" timeOffset="19460.61">30292 1775 4481 0,'-5'-12'79'0,"1"7"47"16,2-1 46-16,2 6 21 0,-8-4-22 0,8 4 7 16,0 0 52-16,-13 12 19 0,1 5-18 15,-5 4-15-15,0 5 9 0,-2 2-7 16,-4-1-12-16,4 2-16 0,-8 5-17 0,9-6-14 16,-4-2-20-16,6-1-19 15,-2-4-4-15,5-3-14 0,3-7-7 0,3 1-10 16,-1-3-48-16,5-3-37 0,-2 2 0 15,1-5 0-15,4-3 0 0,0 0 0 0,0 0 0 16,0 0 0-16,9-24 0 0,5-1 0 16,13-12 0-16,6-6 0 0,4-3 0 15,-1-2 0-15,5 5 0 0,-7 2 0 0,-3 6 0 16,-10 14 0-16,-8 3 0 0,-2 7 0 16,-1 1 0-16,-4 5 0 0,-3 4 0 0,-3 1 0 15,12 10 0-15,-8 0 0 0,2 5 0 16,1 5 0-16,-1 1 0 0,1-2 0 0,5 11 0 15,-1-1 0-15,5 0 0 0,-1 2 0 16,4-2 0-16,-1-2 0 0,0-6 0 16,-7-2 0-16,-3-5 0 0,0-5 0 15,-3 1 0-15,1-8 0 0,-1 6 0 16,-2-2 0-16,1-1 0 0,-4-5 0 0,2 10 0 16,-2-10 0-16,0 0 0 0,0 0 0 15,-9 10 0-15,9-10 0 0,-14 0 0 0,14 0 0 16,-18 2 0-16,18-2 0 0,-18 0 0 15,18 0 0-15,-22 0 0 0,22 0 0 16,-14 0 0-16,3 0 0 0,11 0 0 0,-11 0 0 16,11 0 0-16,0 0 0 0,-14 2 0 15,14-2 0-15,0 0 0 0,0 0-713 16,0 0-300-16,0 0 83 0,0 0-952 16,49-12-1307-16</inkml:trace>
  <inkml:trace contextRef="#ctx0" brushRef="#br0" timeOffset="19810.63">30992 2042 5063 0,'0'0'-123'0,"0"0"44"0,0 0 70 0,0 0 62 0,-16-13 30 0,16 13-6 0,-11-2-5 0,11 2-4 16,-18 0 4-16,18 0 7 16,-20 7 0-16,8-3-3 0,-1 4 6 0,2 0 3 0,-1 1-2 15,1 1 8-15,5 2 4 16,-2 0 12-16,4 5 28 0,4-3 27 0,6 6 32 15,2 9 26-15,7-1-13 0,-1-3-16 16,3 4-19-16,-4-6-23 0,0-4-9 16,-2-3-12-16,0 3-6 0,-4-1 0 0,-3-3-10 15,-1 1-29-15,1-4-83 0,-1 0 0 16,-1-2 0-16,-2 1 0 0,-2-2 0 0,-1-1 0 16,-1 0 0-16,-1 1 0 0,-3-1 0 15,-4-1 0-15,1 0 0 0,-3-4 0 16,-4 1 0-16,-1-1 0 0,-4-3 0 0,4-1 0 15,-6-5 0-15,0-1 0 0,-4-6 0 16,7-6-543-16,7-5-302 0,7 2-119 16,10 1 111-16,0 4-843 0,3-1-1130 15</inkml:trace>
  <inkml:trace contextRef="#ctx0" brushRef="#br0" timeOffset="20427.54">31426 1908 4806 0,'-6'-20'19'0,"3"1"72"0,-3 5 92 16,3 0 76-16,-1 4 42 0,1 2 6 15,-1-3-16-15,2 5-32 0,1-2-30 0,1 8-28 16,-4-9-28-16,4 9-17 16,0 0-6-16,0 0-17 0,-19 25-13 0,7-6-11 15,1 7-14-15,-4 1 12 0,-2-1-12 16,0 3-6-16,-1 0-71 0,1 0-18 15,2-1 0-15,2-4 0 0,2-6 0 0,0-4 0 16,6-3 0-16,-1-3 0 0,3 0 0 16,-1-2 0-16,0 1 0 0,4-7 0 0,0 0 0 15,0 0 0-15,0 0 0 16,0 0 0-16,21-46 0 0,-2 13 0 0,10-10 0 16,3-3 0-16,11-20 0 0,7-4 0 15,2 2 0-15,-16 16 0 0,-4 8 0 16,-1 4 0-16,-12 11 0 0,0 7 0 0,-7 5 0 15,-3 5 0-15,-2 0 0 0,-1 8 0 16,-2 3 0-16,-4 1 0 0,0 0 0 0,6 25 0 16,-2-4 0-16,-1 3 0 0,3 8 0 15,1 4 0-15,2 1 0 0,0 1 0 0,4-2 0 16,4 6 0-16,0-10 0 0,-3-1 0 16,-1-5 0-16,1-6 0 0,-7-3 0 15,0-5 0-15,-1 0 0 0,2-1 0 0,-4-5 0 16,0 2 0-16,-2-2 0 0,-2-6 0 15,3 11 0-15,-1-7 0 0,-2-4 0 0,2 9 0 16,-2-9 0-16,0 0 0 16,0 0 0-16,-17 3 0 0,17-3 0 0,-32-12 0 15,0 4 0-15,-3 1 0 0,6 2 0 16,3 0 0-16,3 1 0 0,4-1 0 0,4 4 0 16,-5-3 0-16,9 1 0 0,-3 1 0 15,7 2 0-15,7 0 0 0,-18-2 0 16,18 2 0-16,0 0 0 0,-14 2 0 0,14-2 0 15,0 0 0-15,0 0-24 0,0 0-764 16,28 9-212-16,-4-8 70 0,4 1 102 0,12 1-744 16,1 3-1013-16</inkml:trace>
  <inkml:trace contextRef="#ctx0" brushRef="#br0" timeOffset="20795.91">32364 1985 4050 0,'-6'-15'-22'0,"2"8"55"0,4 7 74 0,-3-14 75 0,1 7 59 0,2 7 9 15,-7-10-28-15,6 5-17 0,1 5-20 16,0 0 26-16,-24 5 17 0,2 4 10 0,-8 9 7 16,-8 5 23-16,-1 2 9 0,-1 8-6 15,3 2-20-15,1 0-21 0,5 2-11 16,2 0-12-16,12-6-114 0,4 0-93 15,1-1 0-15,5-4 0 0,5-5 0 0,2-2 0 16,3-1 0-16,7-1 0 0,3 0 0 16,11-1 0-16,6-2 0 0,4-5 0 15,-3-7 0-15,-6 1 0 0,-3-3 0 0,3-3 0 16,0-6 0-16,2-3 0 0,-3-5 0 16,-5-4 0-16,-5 3 0 0,-5 4 0 0,-7 1 0 15,-2-1 0-15,-6-1 0 16,-9 1 0-16,-11-1 0 0,-8 3 0 0,7 7 0 15,-5 5 0-15,-9 3 0 0,5 1 0 16,0 3 0-16,2 3-238 0,-2-2-828 16,14 5 105-16,5-3-1054 0,2 2-1432 0</inkml:trace>
  <inkml:trace contextRef="#ctx0" brushRef="#br0" timeOffset="21576.65">32547 2750 5323 0,'0'0'-224'0,"0"0"24"0,0 0 27 0,0 0 55 0,0 0 74 0,-22-7 34 15,22 7 28-15,-39 5 22 0,1 2 20 0,-4 0 20 16,-2 0 17-16,-15 1 6 0,-4 1 6 16,-4 3 0-16,-6-2-1 0,-4 0-13 15,-7 2 0-15,-19 0-3 0,0-1-7 0,-4 1-7 16,2-1-7-16,1 1-4 0,1 0-8 16,2 2-8-16,19-3-5 0,-2-1 2 15,-21 1 3-15,2 3 7 0,19-4 11 16,-16 3 7-16,17-2 11 0,1-1-6 15,1 0-5-15,2-1-3 0,4-1-7 0,2 3-15 0,2-1 0 16,5-3 3-16,1 1-10 16,0-1 5-16,0 1 2 0,-2-1-5 0,5 5 0 15,1-4-10-15,-2 0 1 0,-2 5-2 16,-1-1-4-16,-4-1 3 0,4-1-1 0,-3 2-4 16,3-2-7-16,-1-1-2 0,2-1 6 15,0 0-10-15,0-1 4 0,4-1 7 16,-5 1 6-16,-1-2 1 0,1 2 0 15,-2-1-8-15,0 0 4 0,-2-1-1 16,-3 0 2-16,-5 1-11 0,-2 1 2 0,-6-2 15 0,1 0-2 16,3 0 2-16,-2 0-8 15,2-1 2-15,2 2-1 0,0 0-4 0,4-3-3 16,-1 2 3-16,3 0-1 0,1 0 3 16,-1 1-4-16,1 2 1 0,3-3 2 0,-2 2 6 15,1-2-1-15,1 3-28 0,2-4-4 16,-6 3 0-16,4-1 0 0,-2 0 0 0,1-1 0 15,3 0 0-15,-1 1 0 0,5-2 0 16,1 0 0-16,4-1 0 0,0 1 0 16,9-1 0-16,-2 0 0 0,3-1 0 0,-8 4 0 15,7-2 0-15,3-1 0 16,1 0 0-16,0 0 0 0,6 1 0 0,7 0 0 16,8-4 0-16,1 3 0 0,5-2 0 15,1 1 0-15,4 0 0 0,-2-1 0 0,5-1 0 16,11 0 0-16,-20 3 0 0,20-3 0 15,-14 0 0-15,14 0 0 0,0 0 0 0,-16 0 0 16,16 0 0-16,0 0 0 0,-11 0 0 16,11 0 0-16,0 0-181 0,-6 6-545 15,6-6-248-15,0 0 83 0,0 0 103 0,0 0-787 16,0 0-1017-16</inkml:trace>
  <inkml:trace contextRef="#ctx0" brushRef="#br0" timeOffset="32707.55">1714 5484 1694 0,'-4'-5'653'0,"4"5"-133"0,-5-9-112 0,5 9-57 0,0 0-49 16,-4-7-44-16,4 7-42 0,0 0-48 16,0 0-17-16,0 0-14 0,0 0 1 15,0 0-7-15,9 25-8 0,0-5-7 0,-2 0 11 16,6 6 5-16,1 3 9 16,-1-4 7-16,-1-2-1 0,-3-5 7 0,0-1-1 15,-1-1-6-15,-2-3-7 0,2-1-13 16,-5-1-5-16,1-1-11 0,0 0-19 15,-1-4-6-15,1 0-4 0,-1 1-21 0,-3-7-22 16,2 10-45-16,-2-10-64 0,3 8-76 16,-3-8-109-16,0 0-111 0,0 0-120 0,0 0-117 15,0 0-154-15,-28-16 18 0,20 3 89 16,-2-5-471-16,-5-7-591 0</inkml:trace>
  <inkml:trace contextRef="#ctx0" brushRef="#br0" timeOffset="32942.68">1511 5320 3354 0,'-14'0'138'0,"14"0"75"0,-15 4 56 15,15-4 51-15,-12 1 34 0,12-1-3 16,0 0-6-16,0 0-13 0,-11 4-16 0,11-4-21 16,0 0-24-16,0 0-24 0,0 0-24 15,0 0-22-15,0 0-14 0,36-19-17 16,-5 5-19-16,1 1-21 0,2-3-48 0,3 3-60 15,-1-3-80-15,-2 1-108 0,-1 1-88 16,-8 5-83-16,-4 3-79 0,-4 2-65 0,-4 6-84 16,-2 2-123-16,-1-1-78 15,-3 6 75-15,-2 2-516 0,-2 8-671 16</inkml:trace>
  <inkml:trace contextRef="#ctx0" brushRef="#br0" timeOffset="33208.58">1581 6159 3289 0,'-11'15'222'16,"3"-4"47"-16,2-3 27 0,1-1 50 15,3-2 17-15,2-5-5 0,-4 5-14 16,4-5-12-16,0 0-16 0,0 0-30 0,42-12-18 16,-6-5-24-16,12-5-26 15,-2-2-25-15,1 0-43 0,-3 2-37 0,-4 0-38 16,-9 5-26-16,-5 3-24 0,-7 2-10 15,-2 1-14-15,-6 5-13 0,0 0-24 0,-2 0-24 16,-4 2-51-16,-1 1-40 0,2-3-49 16,-6 6-60-16,6-4-68 0,-6 4-99 0,4-6-132 15,-4 6-189-15,0 0 1 0,0 0 71 16,4-9-500-16,-1 4-641 0</inkml:trace>
  <inkml:trace contextRef="#ctx0" brushRef="#br0" timeOffset="33824.15">2221 5382 3701 0,'-13'-4'270'0,"0"0"26"16,3-2 37-16,3 4 16 0,7 2-8 0,-10-5-30 16,10 5-34-16,0 0-33 0,0 0-29 15,0 0-20-15,0 0-15 0,-4 21-20 0,11-6-12 16,0 4-11-16,2 11-15 0,0-1-11 15,3-2-13-15,-2 2-8 0,-1-6-12 16,-3-4-7-16,-2-3-2 0,2-2-2 16,-3 0 9-16,1-4 9 0,-2 0 19 15,3-1-41-15,-5-4-63 0,0-5 0 0,7 10 0 16,-7-10 0-16,2 5 0 0,-2-5 0 16,0 0 0-16,5-34 0 0,-1 2 0 0,1-2 0 15,-1-3 0-15,6 2 0 0,-4 4 0 16,-1 6 0-16,1 7 0 0,-2 2 0 0,-1 4 0 15,2 2 0-15,1 0 0 0,-1 4 0 16,2 1 0-16,-7 5 0 0,18-1 0 16,-18 1 0-16,22 3 0 0,-10 2 0 0,1 2 0 15,5 3 0-15,-4 0 0 0,0 4 0 16,-3-5 0-16,1 3 0 0,-4-4 0 0,1 3 0 16,-2-3 0-16,0-2 0 0,-2-2 0 15,-5-4 0-15,10 8 0 0,-10-8 0 16,0 0 0-16,0 0 0 0,15-22 0 15,-9 7 0-15,-1-5 0 0,5-13 0 0,2 1 0 16,-3 1 0-16,2 4 0 0,-3 6 0 16,0 4 0-16,-3 3 0 0,-1 6 0 15,0 1 0-15,1 2 0 0,-5 5 0 0,14-2 0 16,-14 2 0-16,23 10 0 0,-12 1 0 16,5 1 0-16,-3 5 0 0,0-2 0 0,4 7 0 15,1 1 0-15,-5-5 0 0,-4-1 0 16,1-5 0-16,0 1 0 0,-3-3 0 0,-2 0 0 15,2-1 0-15,-2-3 0 0,-1 0 0 16,2 0 0-16,-3-3-58 0,-3-3-462 16,0 0-144-16,0 0-192 0,0 0-8 0,10-17 100 15,-8 2-755-15,0 1-963 16</inkml:trace>
  <inkml:trace contextRef="#ctx0" brushRef="#br0" timeOffset="34125.6">2942 4191 4401 0,'-16'-21'138'0,"1"-3"62"0,0 7 84 0,4 2 60 0,1 6 16 0,0-2-9 0,3 5-24 0,1-1-34 16,1 1-32-16,5 6-34 16,-8-4-27-16,8 4-17 0,0 0-18 15,-2 41-12-15,6-2-11 0,5 17 8 0,4 9-138 16,7 25-12-16,3 4 0 0,-1 5 0 15,3 3 0-15,4 9 0 0,-3 5 0 0,3 0 0 16,0-2 0-16,-1-7 0 0,-1-3 0 16,-4-8 0-16,-4-9 0 0,-5-24 0 0,-3-9 0 15,-4-13 0-15,-3-4 0 0,2-10 0 16,-4-7 0-16,0-9-246 0,0-5-162 16,-2-6-47-16,0 0-27 0,0 0-16 0,-2-31-16 15,-2-4-10-15,1-10 3 16,-6-15 32-16,2-5 42 0,-4-5-780 0</inkml:trace>
  <inkml:trace contextRef="#ctx0" brushRef="#br0" timeOffset="34374.16">3136 5225 2969 0,'-13'-64'-181'0,"-1"12"61"16,1 1 56-16,2 5 49 0,1 11 54 0,1 3 54 16,1 8 70-16,3 5 39 0,0 5 43 15,1 2 27-15,3 1 9 0,-1 1-5 0,0 0 12 16,4 1-11-16,1-1-14 0,1 4-22 16,3 0-20-16,2 3-12 0,-9 3-19 15,23 0-12-15,-5 1-17 0,2 7-12 0,1-3-16 16,-1 4-15-16,-4 0-2 15,1 1-7-15,-2 2-10 0,-5-3-4 0,2 7-8 0,-3-4 2 16,-5 2-12-16,-1 1-2 0,-1-4-14 16,-4 4 1-16,2-3-18 0,-3-2-29 15,-1-1-34-15,-2-1-55 0,-2-1-64 16,-3 0-60-16,11-7-68 0,-25-5-60 0,10-7-45 16,-2-10-31-16,-5-19-73 0,11-7-96 15,2-9-76-15,4-5-17 0,8 1-481 16,5-3-612-16</inkml:trace>
  <inkml:trace contextRef="#ctx0" brushRef="#br0" timeOffset="34607.49">3295 4127 3127 0,'5'-14'72'0,"-3"4"104"15,-2 1 84-15,2 3 78 0,-2 6 55 0,2-11 21 16,-2 11 4-16,0-6-11 0,0 6-35 16,0 0-43-16,0 0-32 0,0 0-19 15,0 0 19-15,7 23-4 0,-1 8-23 0,4 8-15 16,1 15-60-16,5 4-195 0,0 5 0 15,4 4 0-15,5 16 0 0,-7-17 0 0,4 0 0 16,-4-6 0-16,-2 0 0 0,-3-6 0 16,1-6 0-16,-7-7 0 0,0-8 0 15,-2-8 0-15,0-3 0 0,-1-7 0 0,0-3-489 16,-2-3-88-16,1-6-55 16,-3-3-94-16,0 0-89 0,11-14 71 0,-2-4-687 15,-2-11-882-15</inkml:trace>
  <inkml:trace contextRef="#ctx0" brushRef="#br0" timeOffset="34774.83">3681 4534 3890 0,'0'-16'49'16,"0"4"85"-16,2 5 55 0,-2 0 41 16,0 7 8-16,0-7-12 0,0 7-2 0,0 0 22 15,0 0 13-15,14 19-11 0,-7 1-21 16,4 9-25-16,1 4-12 0,-3 4-22 0,3 0-20 16,-2 1-46-16,-5-2-73 0,1-2-99 15,-1 4-74-15,-1-10-97 0,-1-7-68 16,-1-5-73-16,1-1-85 0,-3-2-99 15,2-3-99-15,-2-6-1 0,0-4-521 16,0 0-651-16</inkml:trace>
  <inkml:trace contextRef="#ctx0" brushRef="#br0" timeOffset="34941.83">3774 4290 3333 0,'-5'-19'94'15,"1"7"62"-15,0 2 52 0,1 2 29 0,1 2 11 16,2 6-15-16,-4-10-24 0,4 10-26 15,0-9-42-15,0 9-69 0,0 0-79 0,0 0-94 16,4-5-117-16,-4 5-133 0,0 0-178 16,20 10-130-16,-10-5 79 0,0 5-328 15,1 7-389-15</inkml:trace>
  <inkml:trace contextRef="#ctx0" brushRef="#br0" timeOffset="35457.43">3839 4695 2420 0,'0'0'41'0,"-15"-4"48"15,15 4 26-15,-9-5 50 0,9 5 24 0,-7-3 15 16,7 3 9-16,0 0-9 0,0 0 0 16,-9-6 8-16,9 6 4 0,0 0 9 15,0 0 0-15,0 0 6 0,-5-6-19 0,5 6-16 16,0 0-17-16,0 0-24 0,0 0-21 16,0 0-14-16,0 0-10 0,0 0-17 0,0 0 2 15,17 18-16-15,-7-7-4 0,-1-1-12 16,0 2-5-16,3 2-22 0,1-1-2 15,-3-1 0-15,-1 0-7 0,-1-3-2 16,-1 0-2-16,0-3 0 0,-2 2-4 16,1-2 3-16,-1-1 4 0,-5-5-2 0,8 8 8 15,-8-8 14-15,0 0 12 0,8 1-18 16,-8-1 0-16,0 0-1 0,0 0-12 0,5-19 1 16,-3 12-4-16,-2 7 0 0,2-8-5 15,-2 8-10-15,0-9-10 0,0 9-12 16,0 0-19-16,0-11-27 0,0 11-26 0,0-5-36 15,0 5-36-15,0 0-43 16,0 0-40-16,0 0-40 0,0 0-22 0,0 0-37 0,0 0-49 16,0 0-63-16,2-6-72 0,-2 6-122 15,0 0 43-15,2-9-338 0,0 1-419 16</inkml:trace>
  <inkml:trace contextRef="#ctx0" brushRef="#br0" timeOffset="36157.47">3837 4609 2423 0,'-5'-8'-15'0,"5"8"60"0,0 0 43 0,0 0 47 0,0 0 49 0,-8-5 38 0,8 5 30 0,0 0 12 16,0 0-12-16,0 0-18 0,0 0-13 16,0 0 35-16,0 0 28 0,0 0-32 15,9 23-18-15,0-14-21 0,0 1-22 16,0 0-16-16,0 1-20 0,4-2-8 0,-4 4-16 15,3-3-14-15,-1-1-8 0,-2-1-13 16,1-1-7-16,-1 0-8 0,-1-4-5 16,-1 1-3-16,-7-4-6 0,20 0-2 0,-20 0-8 15,21-9 1-15,-10 1 17 0,0-2 22 16,3-4 12-16,-3 0 10 0,-1 4 1 0,-2 1 2 16,-1 2 2-16,-2 1-9 0,1 0-36 15,1 3-79-15,-7 3 0 0,9-8 0 0,-9 8 0 16,5-6 0-16,-5 6 0 0,12-2 0 15,-12 2 0-15,0 0 0 0,17 2 0 16,-17-2 0-16,19 0 0 0,-19 0 0 0,19-3 0 16,-5 0 0-16,0-1 0 15,6-5 0-15,9-5 0 0,-3-2 0 0,1-1 0 16,-3-2 0-16,-1-3 0 0,-5 7 0 16,-3 3 0-16,-3 4 0 0,-3-3 0 0,-2 5 0 15,2 0 0-15,-4 1 0 0,-5 5 0 16,9-7 0-16,-9 7 0 0,9-7 0 15,-9 7 0-15,9-1 0 0,-9 1 0 0,0 0 0 16,0 0 0-16,16 0 0 0,-16 0 0 16,0 0 0-16,22 1 0 0,-22-1 0 0,25-4 0 15,-11 0 0-15,2-1 0 0,1 0 0 16,-2-2-112-16,0 3-28 0,1-2-21 16,-5 4-26-16,0-1-22 0,-1 1-17 0,-10 2-34 15,17-2-37-15,-17 2-37 0,17 5-42 16,-11-1-58-16,-2 1-101 0,-1 0-159 15,1-1 15-15,1 2 73 0,-2-1-394 16,-3-5-477-16</inkml:trace>
  <inkml:trace contextRef="#ctx0" brushRef="#br0" timeOffset="36823.91">2259 6462 3151 0,'-5'-3'209'0,"5"3"-3"0,0 0 42 0,0 0 54 0,0 0 38 0,5 22 11 0,2-8-6 0,4 6-19 16,2 6-24-16,6 1-33 0,-1 1-24 0,2 0-23 15,3-4-23-15,-2-1-17 0,2 0-18 16,0-3-16-16,0-2-14 0,-4-7-15 15,-2-2-11-15,0-2-7 0,-2-5-8 0,3-2-7 16,3-5-9-16,9-8-7 0,-4-5-5 16,1-5-8-16,3-9-4 0,-8 2-34 0,-3 3-19 15,-2 0 0-15,0 2 0 0,-6 7 0 16,0 4 0-16,-4 5 0 0,-1 1 0 0,-3 1 0 16,1 2 0-16,1 0 0 15,-5 5 0-15,11-7 0 0,-11 7 0 0,11-2 0 16,-11 2 0-16,15 0 0 0,-15 0 0 15,19-1 0-15,-5-1 0 0,-1 0 0 16,2-3 0-16,4-4 0 0,2-1 0 0,8-7 0 16,-1-2 0-16,1-3 0 0,-5-2 0 15,-1-1 0-15,-2 5 0 0,-8 5 0 0,1 3 0 16,-5 1 0-16,-1 3 0 0,0 2 0 16,-2-2 0-16,-3 1 0 0,3 3 0 0,-6 4 0 15,7-8 0-15,-2 3 0 0,-5 5 0 16,0 0 0-16,9-9 0 0,-9 9-14 15,9-5-51-15,-9 5-54 0,6-7-58 16,2 2-67-16,1-1-85 0,4-3-114 16,-1-5-150-16,9-5-207 0,-2 6 9 0,-1 3 93 15,-4 3-635-15,0-2-788 0</inkml:trace>
  <inkml:trace contextRef="#ctx0" brushRef="#br0" timeOffset="37623.51">2644 7549 4225 0,'0'0'367'0,"-5"-6"-13"0,5 6-26 0,0 0-16 0,0 0 14 0,0 0 12 0,7 27-4 15,5 0-29-15,-1 4-25 0,2 2-27 16,3 1-28-16,-1 0-25 0,2 1-43 16,-4-4-41-16,3-1-56 0,-5 1-59 0,-4-8-59 15,0-5-69-15,0-4-58 16,-3 0-51-16,0-4-52 0,-1-2-49 0,-3-6-30 0,0-2-32 16,0 0-37-16,0 0-27 15,-5-27-30-15,-1 6-21 0,-5-11-3 0,-3-4 4 16,-2-12-592-16,-4-1-574 0</inkml:trace>
  <inkml:trace contextRef="#ctx0" brushRef="#br0" timeOffset="37824.76">2658 7532 3005 0,'-12'-29'5'0,"5"8"43"16,1 8 49-16,1 1 43 0,0 4 23 16,3-1 17-16,2 4 6 0,0 5 26 15,0 0 31-15,16-7 30 0,-1 7 16 0,8 4-5 16,13 4-2-16,1 1-12 0,1 6-23 16,7 3-17-16,-1 4-20 0,-4 5-8 0,-2 0 0 15,-6 4 9-15,-7 5 3 16,-9-5-1-16,-5 3-18 0,-4 2-15 0,-5-1-20 15,-4 4-17-15,-3-1-36 0,-1-2-107 0,-5 1 0 16,-3-3 0-16,-2-5-42 16,-4 0-193-16,1-8-97 0,2-5-119 0,0-7-120 15,2-6-103-15,1-3-129 0,-1-10 50 16,3-8-720-16,3 1-920 0</inkml:trace>
  <inkml:trace contextRef="#ctx0" brushRef="#br0" timeOffset="38023.87">3460 7227 4475 0,'0'0'208'0,"8"17"41"16,-7-3 61-16,-1 5 29 0,0 6 7 15,0 12-12-15,-1 3-28 0,-1 3-31 16,-2-1-25-16,0 1-29 0,4-2-37 16,0-4-53-16,0-6-66 0,0-4-95 0,0-4-107 15,0-3-117-15,-1 0-126 0,-1-8-133 16,0 2-126-16,0-4-145 0,-2-6 48 0,0-1-699 15,4-3-886-15</inkml:trace>
  <inkml:trace contextRef="#ctx0" brushRef="#br0" timeOffset="38177.12">3207 7438 4093 0,'-10'-6'139'0,"6"0"39"0,1 2 28 16,3 4 35-16,-6-5 19 15,6 5-5-15,0 0-29 0,0 0-19 0,0 0-19 16,0 0-26-16,0 0-66 0,0 0-87 15,34 15-98-15,-21-7-116 0,5 1-136 0,1 3-157 16,3 2-231-16,3 3 45 0,-4 4 75 16,-8 2-447-16,-1 4-529 0</inkml:trace>
  <inkml:trace contextRef="#ctx0" brushRef="#br0" timeOffset="38406.55">2128 8886 3481 0,'-29'17'375'0,"3"-1"-14"16,5-3 12-16,7-5 37 0,3-1 19 15,4-4-14-15,7-3-30 0,0 0-36 16,40-32-35-16,35-18-29 0,23-16-26 0,55-33-44 16,5-1-56-16,3-9-57 0,4 0-69 15,0 6-82-15,-5 6-88 0,1 8-74 0,-9 8-78 16,-44 26-82-16,-13 6-81 0,-14 6-78 15,-28 14-105-15,-15 9-119 0,-15 5 57 0,-10 9-602 16,-11 3-758-16</inkml:trace>
  <inkml:trace contextRef="#ctx0" brushRef="#br0" timeOffset="53753.85">14685 9528 1070 0,'0'0'274'0,"-2"-13"-75"0,0 6-22 0,0-2-10 0,2 0 0 0,0 1 0 0,0-2 11 16,0-1 4-16,0 3 25 0,0-2 17 0,2-1 9 16,0 3 9-16,-2-2 4 0,2 2 1 15,-2 1 1-15,0 7 3 0,4-14-11 16,-4 14-6-16</inkml:trace>
  <inkml:trace contextRef="#ctx0" brushRef="#br0" timeOffset="57936.48">14692 9302 1461 0,'2'-9'337'0,"2"2"-62"0,0 0-29 0,-3 1-16 0,-1 6 0 0,5-9-1 0,-3 6-23 16,-2 3-30-16,4-5-16 0,-4 5-19 0,0 0 8 15,0 0 5-15,0 0 6 0,3 20 15 16,-5-3 13-16,1 7 17 0,-8 15 2 0,-2 13 14 15,-2 3 5-15,-1 5 10 16,-2 0-2-16,-2 3-5 0,-3 2-2 0,4-1-24 16,-2-4-4-16,2-3 1 0,0-6-6 15,2-5 0-15,3-9-8 0,3-3-5 0,-3-5-10 16,2-7-12-16,5-3-14 0,-1-3-88 16,5-6-57-16,-5 2 0 0,1-4 0 0,4-1 0 15,-1 0 0-15,-2 0 0 0,4-7 0 16,-2 7 0-16,2-7 0 0,0 0 0 0,0 0 0 15,0 0 0-15,0 0 0 16,0 0-333-16,0 0-110 0,6-21-93 0,-4 13-108 0,-1-1-190 16,1 2 57-16,1-3 82 15,1 0-641-15,-1-1-793 0</inkml:trace>
  <inkml:trace contextRef="#ctx0" brushRef="#br0" timeOffset="60588.89">14714 9271 3520 0,'-12'-3'-104'0,"4"1"43"0,8 2 39 0,-11-2 42 0,11 2 44 0,-5-3 24 0,5 3 21 0,0 0 3 16,0 0-5-16,0 0-9 16,0 0-11-16,13-11 2 0,-1 10-8 0,6-1-3 15,3-1-6-15,1 3-4 0,9 0-5 16,-1 0-8-16,13 0-5 0,0 3-3 0,4 0-4 16,-2-1-8-16,5 0-3 0,12 1-1 15,3-1-1-15,3 0-7 0,0 0 0 0,0 3 1 16,3-4-5-16,2 1-4 0,-1 0 0 15,-4-1-2-15,0 3-1 0,0-3 2 16,-5 1-4-16,-14-2 0 0,-3 2-1 16,-7-2-2-16,-4 0 3 0,-9 0 0 15,-4 0-3-15,-4 0 3 0,3-2-2 0,-1 0 0 16,-2 1-2-16,2 1 2 0,1-2 3 16,-1 0 5-16,5 1 7 0,6-3-3 0,-3 3-1 15,12-1 0-15,3 0-3 0,-4 2-3 16,6-1-1-16,-4 1-1 0,3 0 1 0,-2-2-2 15,0 2 0-15,-6 0-4 16,4 2 0-16,2-2-1 0,-1-2 1 0,0 2-2 0,-7 2 1 16,-3-2 0-16,-1 0 1 0,10-2-3 15,-6 2 0-15,9-2 2 0,-11 0 0 0,-1 1-4 16,-3-1 2-16,1 2 1 16,-1-2-1-16,-5 2-3 0,3-2 1 0,-4 4 2 15,-3-4-2-15,1 2-2 0,-6-1 2 16,-1 1-1-16,3-2 0 0,-3-1 0 0,3 3 0 15,-4 0 4-15,2-2-4 0,8 0 2 16,3-3-1-16,0 3-2 0,2 1-1 0,11-1 2 16,-4 2-1-16,-1-2 0 0,7 2-1 15,-6-1 0-15,-3 2-1 0,-2 1 2 16,-3-2 1-16,2 0-6 0,-5 2 4 16,0-2 0-16,0 1 0 0,-2-1 3 0,0 2 0 15,0 0-1-15,2-2 2 0,3 0-1 16,5 0-4-16,-5 0 5 0,7 0-4 15,-3-2 2-15,1 2 2 0,-3 0-4 0,-1 0 3 16,-2 0 0-16,-6 0 1 0,-4-2 7 16,1 2 2-16,-3 0 4 0,-4 0 2 0,-9 0 15 15,20 2 15-15,-20-2 14 0,11 2 13 16,-11-2 25-16,0 0 35 0,12 3 45 0,-12-3 42 16,0 0 40-16,9 2 24 0,-9-2 20 15,0 0 35-15,0 0 9 0,0 0-14 16,0 0-226-16,0 0-109 0,0 0 0 0,0 0 0 15,0 0 0-15,-25 8 0 0,25-8 0 0,0 0 0 16,-17 0 0-16,17 0 0 16,0 0 0-16,0 0 0 0,-19 0 0 0,19 0 0 15,0 0 0-15,-9 0 0 0,9 0 0 16,0 0 0-16,0 0 0 0,0 0 0 0,-11 2 0 16,11-2 0-16,0 0 0 0,0 0 0 15,0 0 0-15,0 0 0 0,0 0 0 0,-5 4 0 16,5-4 0-16,0 0 0 0,0 0 0 15,0 0 0-15,0 0 0 0,0 0 0 16,0 0 0-16,0 0 0 0,0 0 0 16,0 0 0-16,0 0 0 0,0 0 0 0,14-16 0 15,1 11 0-15,2 3 0 0,14-1 0 16,6 1 0-16,12-3 0 0,-1 1 0 0,15 3 0 16,-2-2 0-16,-5 3 0 0,8-2 0 15,-1 2 0-15,2-2 0 0,-1 0 0 0,-15 2 0 16,-3-3 0-16,-5 0 0 0,-10 3 0 15,-4 0 0-15,-8-2 0 0,1 2 0 0,0-2 0 16,-4 2 0-16,4 0 0 0,-1-1 0 16,1 1 0-16,2-2 0 0,-1 2 0 0,-1 0 0 15,3-2 0-15,-1 2 0 0,-1 0 0 16,-1-2 0-16,2 2 0 0,-10-2 0 16,4 2 0-16,-3 0 0 0,-3 0 0 0,-10 0 0 15,19 0 0-15,-19 0 0 0,14-1 0 16,-14 1 0-16,9 0 0 0,-9 0 0 15,0 0 0-15,14-3 0 0,-14 3 0 0,0 0 0 16,0 0 0-16,11 0 0 0,-11 0 0 16,0 0 0-16,0 0 0 0,13 0 0 0,-13 0 0 15,0 0 0-15,0 0 0 0,14 0 0 16,-14 0 0-16,0 0 0 0,18 0 0 0,-8 0 0 16,-1 0 0-16,4 0 0 0,3 3 0 15,5-6 0-15,6 3 0 0,15 0 0 0,5-2 0 16,15 0 0-16,4-2 0 0,8 0 0 15,7 4 0-15,0-2 0 0,1 2 0 16,0-3 0-16,-4 1 0 0,-5 2 0 0,-7 0 0 16,-14 0 0-16,-3 0 0 0,-5 0 0 15,2 0 0-15,-6 2 0 0,-5-2 0 0,-9 3 0 16,1-1 0-16,-7-2 0 0,2 0 0 16,-8 0 0-16,2 0 0 0,-5 0 0 0,-1 0 0 15,-10 0 0-15,19 0 0 0,-19 0 0 16,16-2 0-16,-16 2 0 0,12 0 0 0,-12 0 0 15,0 0 0-15,14 0 0 0,-14 0 0 16,11-3 0-16,-11 3 0 0,15 0 0 0,-15 0 0 16,18 0 0-16,-18 0 0 0,16 0 0 15,-16 0 0-15,11 3 0 0,-11-3 0 16,11 0 0-16,-11 0 0 0,12 0 0 16,-12 0 0-16,14 2 0 0,-3-2 0 0,-11 0 0 15,22-2 0-15,-6 2 0 0,-4 0 0 16,4 0 0-16,3-3 0 0,2 3 0 0,4-2 0 15,9-5 0-15,4 2 0 0,3-3 0 16,0 0 0-16,2 1 0 0,13-3 0 0,-1 2 0 16,3-4 0-16,-3 3 0 0,2 1 0 15,-11 2 0-15,-7-1 0 0,4 0 0 0,-5 0 0 16,-2 2 0-16,-8 2 0 16,-5-3 0-16,2 3 0 0,11-4 0 0,-9 2 0 0,-2 0 0 15,11-2 0-15,0-2 0 16,6 3 0-16,0-3 0 0,4 2 0 0,9-1 0 15,2 1 0-15,-9 0 0 0,-1 4 0 16,0-1 0-16,0 1 0 0,-1 3 0 0,-4 2 0 16,2-2 0-16,-3 0 0 0,3 0 0 15,0 1 0-15,5-1 0 0,3 2 0 0,11 0 0 16,8 0 0-16,-1-1 0 0,4-1 0 16,5 3 0-16,1-3 0 0,-4 2 0 0,-4 0 0 15,-7-2 0-15,-16 0 0 0,-3-2 0 16,-11 2 0-16,-9 0 0 0,-5 0 0 15,-2 0 0-15,-1 0 0 0,-5-2 0 0,0 2 0 16,0 0 0-16,-1-1 0 0,1 1 0 16,0 0 0-16,7-2 0 0,-2 1 0 0,3-1 0 15,10-2 0-15,7 1 0 0,4-1 0 16,4 3 0-16,0 1 0 0,-3-2 0 0,3 2 0 16,-2-3 0-16,-2 3 0 0,5 3 0 15,0-1 0-15,0-2 0 0,1 1 0 0,13 3 0 16,-8-2 0-16,8-2 0 0,6 5 0 15,3-3 0-15,-7 1 0 0,1-2 0 0,3 1 0 16,-6 2 0-16,0-1 0 16,-15-3 0-16,2 2 0 0,1-2 0 0,-3 1 0 15,-4 1 0-15,-2-2 0 0,-8 2 0 16,9 0 0-16,-2-1 0 0,-1 1 0 0,7 2 0 16,-2-4 0-16,1 1 0 0,3 1 0 15,3-2 0-15,2 2 0 0,-1-1 0 0,2-1 0 16,-1 0 0-16,1 0 0 0,-1 0 0 15,-6-1 0-15,3-1 0 0,-1 2 0 0,-5-2 0 16,3 1 0-16,-2 1 0 0,0-2 0 16,0 0 0-16,0 4 0 0,-1-4 0 0,7 0 0 15,-3 2 0-15,7-1 0 0,-2-1 0 16,12-2 0-16,-3 3 0 0,-7-1 0 16,-3 2 0-16,0 2 0 0,3-1 0 15,-5-1 0-15,3 4 0 0,-4-1 0 0,-3 1 0 16,-2-4 0-16,-11 2 0 0,-6-4 0 15,1 2 0-15,-4 0 0 0,3-4 0 0,1 1 0 16,7-4 0-16,2 0 0 0,2 1 0 16,3-7 0-16,1 5 0 0,7-6 0 0,2 4 0 15,3-2 0-15,-12 4 0 0,0-1 0 16,-2 0 0-16,-3 3-3 0,-12 0-5 0,0 1 4 16,-3-1-2-16,-6 2 5 0,2 0 10 15,-5 2 0-15,1-1-5 0,-1-1-4 0,0-1 0 16,0 1 0-16,-1 1 0 0,1 3 0 15,-2-2 0-15,1 0 0 0,-2 0 0 16,-1 0 0-16,-9 2 0 0,16 0 0 0,-16 0 0 16,11 8 0-16,-8-3 0 0,4 6 0 15,-5 2 0-15,0 4 0 0,-1 8 0 0,-1 3 0 16,-1 14 0-16,-1 4 0 0,2 14 0 16,-2 5 0-16,2 6 0 0,2 3 0 0,0-1 0 15,-1 3 0-15,-1-4 0 0,0-2 0 16,-1-2 0-16,-3-3 0 0,-3-2 0 0,0-3 0 15,-2-4 0-15,-3-5 0 0,1-3 0 16,1-13 0-16,5-2 0 0,-5-2 0 0,4-9 0 16,2-3 0-16,1-2 0 15,1-5 0-15,-4 0 0 0,6 1 0 0,-1-4 0 16,-2-1 0-16,1 4 0 0,0-6 0 16,0 0 0-16,0 1 0 0,2-7 0 0,-2 10 0 15,2-10 0-15,-1 10 0 0,1-10 0 16,-2 4 0-16,2-4 0 0,0 0 0 0,-2 7 0 15,2-7 0-15,0 0 0 0,0 0 0 16,0 0 0-16,0 0 0 0,0 0 0 0,11-19 0 16,-9 11 0-16,3 1 0 0,-4-7-235 15,-1-3-798-15,0 0 122 0,-4-5-1134 0,-11-6-1458 16</inkml:trace>
  <inkml:trace contextRef="#ctx0" brushRef="#br0" timeOffset="63184.3">14483 10016 1152 0,'0'0'147'0,"5"-5"-74"0,-5 5-27 0,0 0 13 0,0 0 34 15,0 0 7-15,-4 17 7 0,-1-5 4 0,-2 4 15 16,-4 3 18-16,-2 7 23 0,-2 5 9 15,-2-1 22-15,1 3-2 0,2 3 8 16,-4-2-8-16,5 2-5 0,-3-1-8 0,5-2 0 16,-2 1-10-16,3-5-10 0,5-4-5 15,-3-4-14-15,-1-2-11 0,4-2-11 0,2-2-9 16,-3-1-11-16,4-2-11 0,-1 1-8 16,-1-3-5-16,2 0-9 0,-2 1-3 15,3 0-10-15,-4 0-3 0,1-2-3 16,4 0-6-16,0 0-4 0,-2 0-4 0,2-1-4 15,2 1-2-15,0 1-3 0,2-2 1 16,2 1-2-16,2 1-4 0,1 1-1 0,-2-1-5 16,5-2 1-16,1 1-3 0,3 2 4 15,1-3-5-15,-4 0 0 0,2-1 0 0,5 3-2 16,-4-5 4-16,7 1 5 0,-5 0 3 16,5-4-3-16,1 2-3 0,1-2 1 0,-2 2-3 15,6-4 0-15,-2 2-1 0,1-2-2 16,-1 0-1-16,2 0 2 0,-7 0 7 0,1 0 8 15,-2-2 9-15,-1 2 11 0,-2 0 5 16,0 0 0-16,-2-3 1 0,2 2 4 16,-4 1 2-16,2-2-5 0,-3 2-5 15,3-2-2-15,-1 0-5 0,-1 2-2 0,-2-2 3 16,3 2-7-16,-1-3-3 0,1 0-1 16,1 1-2-16,-2-2-5 0,0 2 4 0,3-1-6 15,0-1-2-15,-2 0-1 0,1-1 3 16,-3 1-12-16,1 1 4 0,-1-1-5 0,0-1-3 15,2 2-4-15,1 0 0 0,1-3 3 16,-4 1-2-16,2 2-3 0,-1-2 3 16,1-1 6-16,-3 1-5 0,1 0-2 15,0-1-1-15,1 0 1 0,-3-2-3 0,1-1 3 16,-1 1-4-16,0-3 9 0,-1 3-1 16,-3-4-5-16,4 1-4 0,-4-3 6 15,2 3 0-15,0-1-3 0,-1-2 2 0,0 1-9 16,0 1 6-16,-3-3 1 0,2 4 4 15,4-4-9-15,-6 2 2 0,4-1 3 0,-3 1-4 16,4 1-2-16,-3-1 6 0,-1 2 0 16,0 0-2-16,-1 1-1 0,3 1 0 0,-4 1-2 15,2-2-3-15,-1 1 9 0,4 1-6 16,-6-1-1-16,6 1-2 0,-3-1 4 0,3 1-3 16,0-1 1-16,-4 0 5 0,4 1-1 15,-1 1 0-15,0-1-1 0,-1 2 4 16,1-2-1-16,-3 0 3 0,4 1-4 15,-2 1 4-15,0 0-10 0,-1 0 6 0,2-2 0 16,0 3-1-16,-3-1-1 0,4 0-2 16,-2 0 3-16,0-1-6 0,3 2 6 0,-1-2-4 15,-3 3 4-15,4-4-3 0,-5 1 7 16,1 4-1-16,-1-3 0 0,2 3 0 0,-7 3-4 16,7-5-7-16,-3 2 4 0,-4 3 0 15,7-6-3-15,-7 6 4 0,8-3 3 0,-8 3-1 16,6-4 4-16,-6 4-2 15,9-3-7-15,-9 3 4 0,18-3 0 0,-11 1 0 0,2 0-2 16,5 1 5-16,-3-1 2 16,2 2-3-16,1-2-2 0,-1 2 0 0,-1 0-4 15,1 0 8-15,1-1-1 0,-1 1-2 16,3-2-1-16,-2 2-1 0,2 0 0 0,1 0 7 16,0-2-8-16,3 2 3 0,0 0 1 15,-1 0 0-15,2 0-2 0,2 0 4 16,-6 0 2-16,2 0-2 0,-2 0-11 0,2-2 4 15,-2 2 6-15,-2-1-11 0,1-1 6 16,-1 2 8-16,-2 0-8 0,4 0-3 0,2-2 5 16,-3 2-5-16,4-2 1 15,0 2 1-15,-1 0-7 0,3 2-5 0,2-2 17 0,2 0-5 16,1 0 2-16,2 2 2 16,-9-2 0-16,9 2-2 0,-2-2 1 0,-3 1 2 15,5-1 6-15,0 0-7 0,-2-1 0 16,-1 1 3-16,3 0 0 0,-2 0-3 0,0 0 0 15,-3 0-1-15,-1 0 4 0,-4 0 1 16,1 0-6-16,-2 0-11 0,-1 0 11 0,-4 0 1 16,0 0 5-16,-1 0-7 15,-12 0 4-15,19 0 3 0,-7 0 3 0,-12 0-5 16,18 0 2-16,-7 0 1 0,-11 0 2 16,18-2-5-16,-8 0-2 0,3 0 2 0,5 2-1 0,-2-1 0 15,7-1 3-15,2 2-6 16,2 0 4-16,-1 0-15 0,3 2-7 0,-3-4 0 15,-2 4-3-15,-1-2-7 0,-5 0 3 16,3 1 2-16,-5-1 4 0,2 0 4 0,-5 2-4 16,-2-2 6-16,-2 0 2 0,-9 0 3 15,17 2-3-15,-6-4 6 0,-11 2 0 0,18 0 2 16,-5-2 0-16,3 1 1 0,-2 1-5 16,6 1 5-16,-1-2-1 0,-2 1 1 0,2 0-1 15,0 1 0-15,0 1-2 16,2-2-8-16,-2 2 1 0,-2 0-14 0,0-1 3 0,-3 1 4 15,1 0 1-15,-3-2 2 0,-1 2 4 16,-11-2 4-16,19 0 1 0,-10 0 4 0,5 0-5 16,-1 1 2-16,0-1 0 15,7-1 4-15,1 1-3 0,-3 0 3 0,4 0 2 16,-1 0-3-16,-3 0 3 0,5 0 0 16,-3 0-7-16,-2 0 10 0,4 0-3 0,-7 1 4 15,2-1-6-15,-3 0 2 0,-5 0 2 16,0 0 3-16,-9 0 0 0,21 2-6 0,-10-4 3 15,-11 2-2-15,18 2 4 0,-9-2 1 16,7 0-4-16,-1 0 2 0,2 0-1 16,4 2-1-16,-2-2 2 0,4 1-3 15,-3 1 0-15,2-2-3 0,3 2 0 0,0-1 3 16,-2 1 2-16,-3 0 3 0,-1-2-4 16,3 1 1-16,-8-1-1 0,-1 2 1 15,3-2 1-15,2-2-4 0,-4 2 1 0,8-1-7 16,1 1-3-16,1 0-1 0,4 0-8 15,1 0-6-15,3 0-3 0,9 3-12 0,1-1-1 16,-3 0 1-16,2 1 3 0,-9 1-2 16,-5-3 2-16,1 1 3 0,-3 1 3 0,-6-1 4 15,2 0 4-15,-4-2 3 16,1 0 3-16,-4 1 5 0,0-1-1 0,3 0 3 0,-3-1-1 16,-1 1 2-16,1-2 5 15,-3 2-2-15,-11 0 0 0,19 0 2 0,-12-2-1 16,-7 2 0-16,15 0 0 0,-15 0-4 15,0 0-12-15,14 0-27 0,-14 0-48 0,0 0-84 16,0 0-107-16,0 0-128 0,0 0-243 16,0 0 27-16,0 0 75 0,0 0-397 0,-46-3-433 15</inkml:trace>
  <inkml:trace contextRef="#ctx0" brushRef="#br0" timeOffset="65401.48">19112 10132 1047 0,'-6'-2'266'0,"6"2"-79"0,-15-3-58 0,15 3-8 16,-16-4-7-16,16 4-3 0,-9-4-1 0,9 4-10 16,-9-1-8-16,9 1-7 0,0 0-6 15,0 0-5-15,0 0 5 0,0 0 6 16,0 0 0-16,0 0 4 0,45 9 4 16,-20-8-4-16,3 1-5 0,16 0-5 0,-2 1-8 15,5-1-8-15,3-4-6 0,0 2-2 16,3 2-13-16,1-2-5 0,-5 2-1 0,3-2-2 15,-3 0-1-15,-3 0-5 0,0 0-1 16,-4 0-4-16,0 0 0 0,-3 0-9 16,2-4 5-16,-9 2-4 0,6-3 0 0,-4 4 8 15,2-3-3-15,2 0-4 0,5 0 3 16,-3 2-3-16,-1-1 2 0,4-1-4 0,-4-1-5 16,-1 3 4-16,-2 2-8 0,-8 2 4 15,0-2-3-15,0 2-6 0,3-1 6 16,-4 3 7-16,-6-2-12 0,-2-1 1 15,2 1 0-15,-2 2 2 0,1-3-5 0,0-1 2 16,-1 1-1-16,3 1 0 0,3 0 3 16,2-2 0-16,2 0-4 0,-1 0 4 0,3 0-4 15,-1 2 2-15,11 0 2 0,-3-1-6 16,-6 1 4-16,-1 0-4 0,-3 1 2 0,8 1-4 16,2-1 4-16,-2 2-7 0,-2-1 8 15,-9-3-3-15,2 3-5 0,-2-3 2 0,0 3 2 16,2-3 2-16,-2 1-4 15,-1 0 5-15,1 0 3 0,2-2-1 0,-1 3-1 16,-1-1-5-16,2-2 4 0,0 2-1 16,-1-1 3-16,1 4-5 0,-1-5 4 0,-1 4-6 0,0-1 7 15,0 2-11-15,-1-1-5 16,-1 1-1-16,2 0-8 0,-2 2 3 0,2-2-3 16,-3 0-5-16,2 0 3 0,-1 2 4 15,0-2 4-15,1-1-1 0,-1 2 6 0,2-1-3 16,0-1 2-16,11 1 4 0,-2 2-1 15,0 1 2-15,2-3 4 0,1-1-5 0,-1 4 1 16,-2-2 3-16,2 1 1 16,-1 0-2-16,-1 2 2 0,-7-5 1 0,-2 2-1 15,-1 1 0-15,0-4-16 0,-6 3-8 0,1-3 0 16,5 2 5-16,-6-4 1 0,1 3-10 16,1-2 3-16,0 0 3 0,1-2-3 15,4 3 2-15,2-1 2 0,0-1-5 16,1-1-8-16,-2 2-8 0,3 2-3 0,12-1 2 15,-3 0 10-15,-1 0-4 0,6 1-8 16,-3 0 5-16,-1 1 2 0,1-2-2 16,-1 2-2-16,-9-3 4 0,8 2 3 0,-4-3 7 15,4 2 0-15,-4-1 2 0,9 0 4 0,-3-2 0 16,2 0-3-16,0 2-3 0,-1-2 4 16,2 1-3-16,-11-1-2 0,10 0-2 0,-8 2 1 15,-4 0-1-15,9-2 4 0,3 1 1 16,-10 1 7-16,-1 0-3 0,8 0 4 15,-6-1 2-15,-5 1 1 0,3-2 8 0,-3 2-2 16,5-2 2-16,8 2-2 0,-5-2 9 16,5 0-3-16,2 0 1 0,-4 0-3 15,7 0 1-15,-6 0 1 0,4 1 4 0,-2 1-2 16,2 0 0-16,-1-2-1 0,-1 1 5 16,2 1-1-16,-2-2-1 0,4 2 2 0,0-1-2 15,-3 1 3-15,5-2 2 0,-2 2-1 16,2-1-3-16,2-1 2 0,0 0 3 15,4 0-5-15,1 0 4 0,8 0 1 16,0 0-2-16,-9-1 1 0,-4 1-1 0,4 0-2 16,0 0-1-16,-6 1 3 0,2-1 4 15,-3 2-8-15,-2 1 6 0,-4-3-1 16,2 1 2-16,-9-2-2 0,-3 1 2 0,8 0 4 16,-5-3 3-16,-3 3 6 0,8-3 4 15,1 1-5-15,-8 0 0 0,4-3-1 0,5 4-1 16,-5-3 0-16,1 3-6 0,5-3 1 15,-1 1 3-15,-3-1-3 0,-6 2 0 0,-3 1-3 16,-3 1 0-16,3-2 3 0,0 0-5 16,-3 2 1-16,-2-1-1 0,7 2 0 15,-3-1-3-15,3 0 4 0,12 0 2 0,-4 2 1 16,3-2 2-16,2 2-1 0,0-1 2 16,2-1-2-16,1 0-4 0,-1 4 3 15,-1-2-2-15,3-2-1 0,-4 1-5 0,-4-1 2 16,2 2-1-16,-6-2 0 0,-7 0 0 15,-1 0 0-15,1 0 0 0,0 0 1 0,-1 0-2 16,1 0 1-16,1 0 1 0,-1 0 0 16,2 0 0-16,-3-2 0 0,14 1-4 15,-8 2-1-15,7 1 3 0,-2 0 3 0,-5 0-2 16,-3-1-2-16,-4 1 12 0,0-2-3 16,-1 2 2-16,-1-1-1 0,-3-1-1 15,0 2 1-15,-1-2-1 0,-3 0 1 16,2-2-4-16,1 1-3 0,-4 1 4 0,4-4-3 15,0 1 1-15,-1-1 2 0,4 1-3 16,-5-1-1-16,-1 3 2 0,4-3 0 0,-5 3-2 16,4-1-1-16,-2 2 1 0,-1-2-1 15,0 0 2-15,-2 1-2 0,-3 1 2 0,2 0-1 16,-4 0-2-16,2-2 2 0,-1 2-2 16,-1-1 4-16,-11 1 0 0,22-2 0 15,-13 0 2-15,0 0 5 0,1 1 11 0,-10 1 3 16,17-6 0-16,-9 1 0 0,0 4 1 15,1-1 3-15,-4-2 5 0,-5 4 1 16,14-3 10-16,-6 0 11 0,-8 3 9 16,9-4 12-16,-9 4 7 0,6-3 16 0,-6 3 9 15,0 0 7-15,10-5 8 0,-10 5 5 16,3-5-1-16,-3 5-3 0,0 0-10 0,0-9 1 16,0 9 16-16,2-5 4 0,-2 5-7 15,2-7-14-15,-2 7-9 0,2-8-18 0,-2 8-58 16,2-8-114-16,0 2-177 0,-1 0-291 15,3 1-57-15,3-1 64 0,-4-4-335 16,5 0-363-16</inkml:trace>
  <inkml:trace contextRef="#ctx0" brushRef="#br0" timeOffset="71268.74">17384 12201 993 0,'0'0'584'0,"-13"0"-125"0,13 0-61 0,-7-3-40 0,7 3-39 0,0 0-26 16,-9-4-32-16,9 4-28 0,0 0-6 16,0 0-8-16,-8-3-7 0,8 3-2 0,0 0-5 15,0 0 4-15,0 0 11 0,-8-5 9 16,8 5-7-16,0 0-13 0,0 0-19 15,0-11-22-15,0 11-17 0,0 0-8 16,6-15-13-16,-6 15-6 0,0-10-3 0,0 10 4 16,2-9-2-16,-2 9 0 0,0-8-8 15,0 8-4-15,0 0-16 0,0-10-8 0,0 10-10 16,0 0-7-16,-8-4-7 0,8 4-6 16,0 0-4-16,0 0-48 0,0 0-5 0,-15 10 0 15,14-3 0-15,-3 0 0 0,1 0 0 16,1 0 0-16,2-1 0 0,0-6 0 15,0 13 0-15,2-7 0 0,1 1 0 0,-3-7 0 16,7 11 0-16,-1-7 0 0,-6-4 0 16,9 2 0-16,-9-2 0 0,0 0 0 0,21-1 0 15,-21 1 0-15,13-9 0 0,-4 2 0 16,-6 0 0-16,3 0 0 0,-3-5 0 16,-1 6 0-16,2-3 0 0,-2 2 0 15,0-1 0-15,-2 8 0 0,-2-12 0 0,2 12 0 16,-8-6 0-16,8 6 0 0,-11-1 0 15,11 1 0-15,0 0 0 0,-23 8 0 0,18-2 0 16,-3-3 0-16,4 2 0 0,-2 0 0 16,2 1 0-16,4-6 0 0,-3 8 0 0,3-3 0 15,0-5 0-15,3 11 0 0,-3-11 0 16,10 6 0-16,-2-4 0 0,-1 0 0 16,-7-2 0-16,20 0 0 0,-20 0 0 15,20-4 0-15,-8 2 0 0,-3-2 0 0,2-2 0 16,-2 3 0-16,-4-2 0 0,-1-1 0 15,-4 6 0-15,6-8 0 0,-5 3 0 0,-1 5 0 16,0 0 0-16,-5-9 0 0,5 9 0 16,0 0 0-16,-11 0 0 0,11 0 0 0,0 0 0 15,-16 0 0-15,16 0 0 0,0 0 0 16,0 0 0-16,0 0 0 0,-15 2 0 0,15-2 0 16,0 0 0-16,0 0 0 0,0 0 0 15,0 0 0-15,0 0 0 0,-8 3 0 16,8-3 0-16,0 0-665 0,0 0-276 15,0 0 31-15,6 12 93 0,-6-12-835 0,-8 12-1090 0</inkml:trace>
  <inkml:trace contextRef="#ctx0" brushRef="#br0" timeOffset="74732.81">22563 12227 4275 0,'-15'0'-99'0,"1"0"49"0,14 0 10 0,-17 0 30 0,17 0 29 0,0 0 16 15,0 0 17-15,0 0-3 0,56 0 2 16,-9-2-12-16,18 4-1 0,8 0-4 0,6-2-7 16,0-2-26-16,-4-2-51 0,0 2-57 15,-7-1-61-15,-18 0-53 0,-4 0-60 0,-9-1-45 16,-10 1-78-16,-7 2-107 0,-9-2 29 16,-5 3-155-16,-6 0-133 0</inkml:trace>
  <inkml:trace contextRef="#ctx0" brushRef="#br0" timeOffset="75066.2">23240 12034 2074 0,'-2'-15'245'0,"-3"1"25"15,3 6 29-15,2-2 9 0,2 3 3 0,0 0-21 16,3 0-26-16,-5 7-28 0,11-2-24 15,-11 2-22-15,21 8-16 0,-10 1-20 0,5 7-17 16,-7 1-15-16,2 3-11 16,-3 0-7-16,-2 2-13 0,-4 0-9 0,-2 2-5 15,-6 1-8-15,-4 3-2 0,-5-2-8 0,2 0-4 16,-6-2-4-16,2-2-7 0,0-4-2 16,1-4-5-16,3-1-4 0,1-3-2 15,3-1-5-15,2 0-9 0,-2-4-7 16,4-1-11-16,-1 0-39 0,6-4-33 0,0 0-41 15,0 0-49-15,0 0-72 0,-13-12-78 16,13 12-80-16,0-10-89 0,4 1-149 0,2 3-1 16,1-5 63-16,4 1-331 0,5-2-382 15</inkml:trace>
  <inkml:trace contextRef="#ctx0" brushRef="#br0" timeOffset="75500.95">23931 11857 2745 0,'0'-14'151'0,"0"5"43"0,0 1 37 0,0 1 25 16,0 7 1-16,2-10-16 0,-2 10-27 15,0 0-18-15,0 0 4 0,0 0-7 16,0 0-19-16,1 25-8 0,-1-8-12 0,-1 4-2 16,-3 3-15-16,0 1-11 0,1 10-6 15,-3-2-14-15,2-4-7 0,3-5-12 0,-3 0-7 16,-3-2-8-16,5-5-8 15,1 0-4-15,-3-1-7 0,0-4-8 0,2 0 1 0,2-2-5 16,-1-1 5-16,-1-3 36 16,2 1 20-16,0-7 23 0,0 10-10 0,0-10-16 15,0 0-8-15,0 0-8 0,0 0-10 16,25-17-8-16,-20 12-6 0,4 0-5 0,1 3-9 16,-10 2-8-16,15-6-4 0,-5 4-7 15,-10 2 2-15,0 0-9 0,25 8 1 0,-18-4 0 16,-2 1-10-16,4 2 0 0,-4 0 2 15,1 1 3-15,-4 1-7 0,0 1 4 0,-2 0 0 16,0 2 5-16,-4-1-5 16,-2 3-2-16,3 1 2 0,-8-1-6 0,2 2 2 0,-4-1-2 15,-1 0-20-15,3-3-31 0,-4 2-44 16,4-5-47-16,-2-1-52 0,2-3-59 16,2-2-78-16,9-3-79 0,0 0-60 15,-17-10-66-15,17 2-116 0,0-1-94 0,4-1 74 16,2 0-537-16,1 3-668 0</inkml:trace>
  <inkml:trace contextRef="#ctx0" brushRef="#br0" timeOffset="75982.58">24173 12344 3313 0,'6'4'-8'0,"-6"-4"30"0,0 0 35 0,6 3 37 0,-6-3 26 0,0 0 22 16,0 0 5-16,0 0 6 0,5 4 0 0,-5-4 3 15,0 0-4-15,0 0-7 0,12 0-8 16,-12 0-10-16,0 0-12 0,17-4-14 0,-11-1-10 16,1-1-8-16,1 0-2 0,-2-6-10 15,-1 3-6-15,3-5-4 0,-3-2-6 0,-1-3-5 16,1 0-5-16,-3-4-4 0,-1 5 5 16,-1 1 21-16,0 5-3 0,-1-5-10 15,1 7-6-15,-4 0-6 0,-5 1-3 16,2 3-1-16,0 4-3 0,7 2-6 0,-20-2-2 15,20 2-3-15,-16 2 0 0,16-2 3 16,0 0 7-16,0 0 8 0,-10 7 1 16,10-7-1-16,0 0-7 0,0 0-1 0,48 0-3 0,-30 1-4 15,3-1-4-15,1 0 0 16,-4 2-3-16,0 0-5 0,-1 1 1 0,-4 1 4 16,3 3 1-16,-5-1 0 0,0 4 0 15,-3 2 6-15,0-3 4 0,-3 3-1 0,1 2-3 16,-3-2 0-16,1 1-8 0,1-1 6 15,-3-1-7-15,-1 1 0 0,-1 0-3 0,4-1 1 16,-2-3-8-16,0-1-37 16,0 2-61-16,0-1-78 0,-2-3-95 0,1 0-113 0,-1-5-140 15,10 4-164-15,-10-4-60 0,17-2 79 16,-4-5-543-16,6-1-667 0</inkml:trace>
  <inkml:trace contextRef="#ctx0" brushRef="#br0" timeOffset="76319.64">24760 12105 3299 0,'0'0'-25'0,"0"0"20"0,0 0 25 0,0 0 52 0,0 0 41 0,0 0 14 0,0 0 9 15,0 0-3-15,-19 21-5 0,15-13-6 0,1 4-7 16,-1-3-4-16,0 3-4 0,-2 0-11 16,-2 1 1-16,3 1 3 0,-2 1-4 15,-6-1-6-15,2 3-3 0,-8 4-10 16,1-1-9-16,-6 0-4 0,1-1-6 0,2-3-7 15,3-3-6-15,4-3 0 0,3-5-4 16,1-1 2-16,10-4-2 0,0 0-8 16,-13-16-1-16,14-1-2 0,10-12-1 0,3-2-4 15,9 2-3-15,-1 1 3 0,0 4 6 16,-1 7-3-16,-3 3 1 0,-4 2-5 0,-3 7 5 16,2 2 5-16,-4 3 5 0,-9 0-3 15,0 0 3-15,27 7 0 0,-20-2-3 0,1 3 5 16,0-1-11-16,-3 2 2 15,4 1-8-15,0 3-6 0,-4-2-22 0,3 1-49 0,-3 1-58 16,1-1-71-16,-3-4-80 16,4 2-86-16,-7-1-108 0,2-1-146 0,0 3-71 15,-1-4 79-15,1-2-417 0,6-3-486 16</inkml:trace>
  <inkml:trace contextRef="#ctx0" brushRef="#br0" timeOffset="76533.74">25039 12069 2934 0,'11'-18'102'0,"-4"4"40"0,-1 2 25 0,-2 3 25 15,0 3 23-15,-4 1 9 0,0 5-5 16,5-9-20-16,-5 9 9 0,0 0 17 0,0 0 5 16,0 0-17-16,0 0-24 0,0 0-17 15,0 0-16-15,-5 36-15 0,3-24-15 16,0 1-13-16,2 1-7 0,0 0-20 16,0-1-22-16,2 1-34 0,2 2-43 0,-2-3-46 15,-1 1-47-15,5 0-47 0,-1-4-62 16,2-2-74-16,0-1-48 0,1-1-50 0,-3-5-29 15,5 2-41-15,-10-3-42 0,19-6-11 16,-9-1-515-16,1-3-498 0</inkml:trace>
  <inkml:trace contextRef="#ctx0" brushRef="#br0" timeOffset="76733.16">25243 12034 2557 0,'16'-47'-117'15,"4"-5"44"-15,0-7 48 0,-1-7 44 16,3 4 57-16,-4 4 46 0,-2 7 66 0,-5 13 49 16,-4 8 13-16,2 5-16 0,-6 8-25 15,-1 7 2-15,0 2 29 0,-2 8-3 16,0 0-2-16,0 0-3 0,0 0-13 15,-16 46 2-15,11-17-20 0,-3 7-21 0,3 2-15 16,-2 1-18-16,0 4-16 0,1 0-10 16,1 10-12-16,-1-11-26 0,3 13-34 0,-3-14-43 15,3 1-59-15,0 1-66 0,-1-4-69 16,0-3-95-16,1-1-105 0,-3-8-116 0,6-7-139 16,-2-3-34-16,2-5 76 0,4-5-422 15,-2-1-498-15</inkml:trace>
  <inkml:trace contextRef="#ctx0" brushRef="#br0" timeOffset="76902.78">25433 12143 2882 0,'4'-9'73'16,"-2"4"62"-16,-2 5 57 0,1-7 57 0,-1 7 45 15,0 0 24-15,2-11 24 0,-2 11-10 16,4-7-30-16,-2 0-25 0,-2 7-32 16,10-14-24-16,-3 7-25 0,1-1-42 0,1-1-68 15,3-2-84-15,1-2-88 0,6-8-92 16,-2 6-103-16,-3 1-98 0,-5 5-93 0,-3-1-97 15,0 6-103-15,-6-2 61 16,0 6-427-16,0 0-512 0</inkml:trace>
  <inkml:trace contextRef="#ctx0" brushRef="#br0" timeOffset="77048.91">25448 11996 2798 0,'-8'9'-33'16,"-1"2"48"-16,4-2 59 0,-4 1 52 16,6-1 26-16,-5 1 18 0,5 0-4 0,-1 1 4 15,-5 0-11-15,9 0-14 0,-1 1-17 16,1-2-11-16,0 2-13 0,1 0-25 0,1-2-57 15,5 0-73-15,-3-1-102 0,1 0-111 16,2-3-160-16,4 1-163 0,-4-1 54 16,0-1-277-16,3-2-296 0</inkml:trace>
  <inkml:trace contextRef="#ctx0" brushRef="#br0" timeOffset="77619.5">25743 12191 2443 0,'-7'-4'130'0,"7"4"13"0,-12-5 38 16,12 5 37-16,-6-5 25 0,6 5 13 0,-5-1-8 15,5 1-13-15,0 0-23 0,-4-9-19 16,4 9-24-16,9-7-22 0,2 2-22 16,-4 1-27-16,0 0-23 0,4 0-19 0,0-1-9 15,0-4-9-15,-2 2-7 0,3-4-1 16,-5 2-3-16,1 0-4 0,-3 1-5 15,0-1-3-15,-1 4-1 0,-4 0 0 16,0 5 0-16,-12-9-3 0,12 9 6 0,-24 0 2 16,6 4 9-16,-5 3 8 0,-6 5 3 15,1 0 4-15,4 5-2 0,2-4-1 0,3 6 1 16,2-3-2-16,5-2 3 0,5-3-1 16,1 3-2-16,3-2 0 0,3 1-4 0,2-1-2 15,1-2-4-15,5-1-7 0,6 1-23 16,0-2-30-16,9-2-25 0,1-2-23 0,1-4-9 15,2 0-13-15,12-7-11 0,1-4 1 16,-2-1 4-16,8-11 5 0,-3-6 9 0,3-7 2 16,-4-9 1-16,10-13-6 15,-3-10-4-15,2-7 11 0,-1-1 1 0,-4-5 14 16,-10 1 1-16,-11 19 19 0,-13 5 28 16,-9 15 27-16,-1 3 20 0,-6 10 20 15,-4 12 21-15,1 2 33 0,-8 7 25 0,-5 5 19 16,-3 8 14-16,-7 11 18 0,-2 13 14 15,1 8 9-15,4 6-10 0,9 6-11 0,-2 7-18 16,8-3-17-16,-1 3 4 0,8 2-9 16,5-12-11-16,2-4-15 0,1 1-14 0,5-5-50 15,-2-1-54-15,2-2-60 16,1-6-66-16,3-1-77 0,-6-6-90 0,1-5-79 16,2-4-61-16,-1-2-50 0,-2-3-46 0,0-3-49 15,-3-1-20-15,-3-5-442 0,0 0-525 16</inkml:trace>
  <inkml:trace contextRef="#ctx0" brushRef="#br0" timeOffset="77765.91">26145 12198 2724 0,'-9'-11'-69'0,"0"5"46"0,-1 0 48 0,0 0 59 0,5-1 70 0,5 7 57 16,-7-9 44-16,7 9 38 0,-7-5 3 0,7 5-3 15,-2-10 20-15,2 10-17 0,7-10-22 16,-2 4-28-16,4 1-24 0,1 0-21 16,2 2-27-16,-1-2-65 0,4 1-81 0,4 2-93 15,0-2-117-15,1 3-125 0,-5-2-154 16,2-1-197-16,-4 4-34 0,0 0 78 0,-13 0-450 15,14 2-535-15</inkml:trace>
  <inkml:trace contextRef="#ctx0" brushRef="#br0" timeOffset="79867.02">28557 11608 2828 0,'0'0'-2'0,"0"0"51"0,-27 10 50 0,11 5 40 0,-8 6 13 0,-5 14 18 0,3 1 6 16,2 4 10-16,1 7 2 0,9 1-11 0,2-2-12 16,8-5-15-16,6 3-12 15,5-3-14-15,7 7-14 0,5-5-8 0,10 1-31 16,-1-3-61-16,0-6-87 0,5-6-110 16,-7-8-121-16,1-4-151 0,6-2-193 0,-5-3 62 15,-3-3-349-15,-2-7-417 0</inkml:trace>
  <inkml:trace contextRef="#ctx0" brushRef="#br0" timeOffset="81114.96">28709 12109 2696 0,'0'0'55'0,"-6"5"15"0,6-5 37 0,0 0 49 0,0 0 54 16,-12 3 46-16,12-3 32 0,0 0 4 15,0 0-7-15,0 0-23 0,0 0-11 16,0 0-16-16,22-15-14 0,-13 3-18 16,7-2-12-16,2-7-19 0,1 0-15 0,3-3-23 15,0-3-13-15,3-6-11 0,3-4-13 16,1 1-10-16,-2-1-11 0,0-1-5 0,-6 9-7 16,-4 1-9-16,-2 5-6 0,-4 6-7 15,-1 5-6-15,-2 0-7 0,-2 6-6 0,-5 3 1 16,-1 3-5-16,0 0 1 0,0 0 5 15,8 21-11-15,-8-6 8 0,3 3 11 16,3 4 4-16,6 8 3 0,1 2-3 0,3 1-5 16,2-1-4-16,0-2-3 0,0-2 0 15,0-3-2-15,-7-7-2 0,1-1-4 0,-3-5 13 16,-2 1-16-16,0-5 0 16,-2 1 5-16,1-4 8 0,-4 2 2 0,1-3 14 15,-3-4-7-15,0 0-2 0,0 0-1 16,0 0-6-16,0 0 2 0,0 0-9 0,-28-16-1 15,17 6 0-15,-3 1-7 0,3 3 2 16,0-3-4-16,1 4 2 0,-2 0-7 0,5 1-16 16,-5 0-22-16,5 2-38 0,7 2-44 15,-22 0-42-15,22 0-50 0,-16 4-58 16,4 0-82-16,3 3-102 0,-1-2-125 16,5 2-198-16,3-1 22 0,2-6 87 0,4 12-553 0,7-3-679 15</inkml:trace>
  <inkml:trace contextRef="#ctx0" brushRef="#br0" timeOffset="81365.88">29446 12037 3426 0,'4'-15'18'0,"0"5"25"0,-3 3 51 0,-1-1 47 0,2 4 34 0,-2 4 8 0,5-8-16 0,-5 8-16 15,0 0 1-15,0 0 9 0,4 20-8 0,-3-6-13 16,-1 6-6-16,-1 0-5 15,-1 4-1-15,0 0 4 0,-1 2-6 0,1-1-13 0,0 1-8 16,2-2-12-16,0-2-5 0,-1-2-8 16,2-4-12-16,-2-2-7 0,1-1-13 15,0-1-6-15,-2-4-40 0,2 1-56 16,2-1-63-16,-2-8-111 0,1 5-119 16,-1-5-123-16,0 0-190 0,0 0-44 0,0 0 77 15,24-17-443-15,-15 7-542 0</inkml:trace>
  <inkml:trace contextRef="#ctx0" brushRef="#br0" timeOffset="81581.94">29661 11900 3282 0,'-1'-9'144'16,"-1"0"4"-16,0 4 8 0,-2 0 15 0,4 5-5 15,-2-7-11-15,2 7-17 0,0 0-25 16,0-8-40-16,0 8-75 0,0 0-69 16,0 0-95-16,0 0-130 0,0 0-203 0,0 0-110 15,0 0 68-15,-21 19-263 16,16-13-290-16</inkml:trace>
  <inkml:trace contextRef="#ctx0" brushRef="#br0" timeOffset="82115.09">29902 11875 2252 0,'-4'-4'136'0,"4"4"20"15,0 0 47-15,0 0 24 0,0 0 24 16,-29 11 7-16,24 0-12 0,-5 6-20 16,0 3-21-16,3 0-18 0,-2 0-18 0,-1 7-19 15,-1 1-15-15,3-5-13 0,0-5-12 16,0 1-11-16,5-6-11 0,-5 1-8 0,6-3-8 15,-1-1-3-15,-4-2-7 0,4-1 5 16,3-7-3-16,-4 7-9 0,4-7-2 16,0 0-6-16,0 0-2 0,4-26-8 15,1 6 0-15,7-9-5 0,1-5-2 0,7-13-4 16,1-5-2-16,1-2-4 0,1-6-5 16,2 2 1-16,-4 5 5 0,-2 11 39 15,-5 12 15-15,-3 2 8 0,-4 10-2 0,1 3-2 16,-2 3 0-16,-1 6-4 0,-1 4 37 15,-4 2 14-15,0 0 7 0,18 23-3 0,-11-7-8 16,6 11-10-16,1 2-3 0,-1 0-8 16,4 4-10-16,-2 0-9 0,3-2-9 0,0 0-6 15,-2-2-9-15,-1-3-4 0,-3-6-4 16,-3-3-7-16,0-3 1 0,-2-2-6 16,0-4-16-16,-3 1-22 0,-1-1 0 15,1-2 0-15,0 0 0 0,-4-6 0 0,4 7 0 16,-4-7 0-16,0 10 0 0,0-10 0 15,0 0 0-15,-15 8 0 0,0-8 0 16,-3 0 0-16,-1 0 0 0,0 0 0 0,-4 0 0 16,4 2 0-16,1-4 0 0,2 2 0 15,3 0 0-15,13 0 0 0,-23-2-117 0,15-1-185 16,3 0-88-16,-2-5-92 16,7 8-63-16,0-13-66 0,9 5-106 0,-2 2-42 0,6-1 72 15,3 0-531-15,-2 2-681 16</inkml:trace>
  <inkml:trace contextRef="#ctx0" brushRef="#br0" timeOffset="82348.13">30302 11887 3382 0,'12'-1'20'0,"-3"-3"43"0,0 1 30 0,3 1 32 0,-12 2 33 15,24-2 15-15,-10 2 2 0,-1 1-9 16,3 2-14-16,-2 4-13 0,2 3 6 0,-3 4 8 16,-1 1-4-16,-4 4 1 0,-7 1 13 15,-1 1 9-15,-1 2 22 0,-5 1 17 0,-6 5 15 16,-1-2-2-16,1-6-14 0,5-2-12 15,1-6-16-15,-1 1-12 0,1-2-14 0,1-2-9 16,5-1-13-16,0-1-9 16,5 2-14-16,3-4-25 0,3-1-45 0,4-2-77 15,2-3-91-15,2 0-94 0,8-3-88 16,11-6-114-16,0-3-124 0,15-5-158 16,-1-3-119-16,4-4 80 0,0-4-636 0,17-14-833 15</inkml:trace>
  <inkml:trace contextRef="#ctx0" brushRef="#br0" timeOffset="82598.56">31207 11546 3908 0,'-13'-13'28'0,"3"1"51"15,3 1 49-15,1 6 48 0,1 0 36 0,5 5 20 16,-7-6 6-16,7 6 38 16,0 0 12-16,-11 29-8 0,5 6-24 0,-1 1-22 15,-5 16-22-15,-1 3-24 0,-5 1-13 16,2 4-16-16,-9 2-16 0,-7 11-19 15,-8-6-11-15,5-13-18 0,-3-4-9 0,-2-2-28 16,-6-5-27-16,1-5-50 0,-5 1-52 16,1-5-68-16,-1-4-64 0,-4-2-90 0,4-4-107 15,-4-2-143-15,2-5-181 0,-1-3-63 16,2 1 92-16,10-5-613 0,3 1-765 0</inkml:trace>
  <inkml:trace contextRef="#ctx0" brushRef="#br0" timeOffset="83614.42">28461 13326 3483 0,'0'0'-63'0,"0"0"49"0,0 0 69 0,0 0 73 0,0 0 51 0,0 0 47 0,0 0 27 15,0 0 3-15,0 0-17 0,0 0-19 16,13-10-21-16,-5 1-17 0,4-1-26 16,-1 0-18-16,0-6 6 0,10-8-33 0,-1-1-11 15,-2-4-9-15,1 0-7 0,5-11-3 16,0 3-9-16,-7 4 1 0,3 4 16 0,-6 1 13 16,2 4 4-16,-5 7 11 0,-2 3 10 15,0 4 7-15,-4 1-9 0,1 1-12 0,-3-2-14 16,3 8-9-16,-6 2 1 0,0 0 10 15,0 0-9-15,25 19-5 0,-16-2-9 0,7 7-7 16,1 3-6-16,0-1-7 0,2 1-5 16,0-3-53-16,-2-2 0 0,3 1 0 0,-4-6 0 15,-3-3 0-15,-2-2 0 16,-2-3 0-16,-4-1 0 0,4-1 0 0,-6-2 0 16,3 0 0-16,-2 0 0 0,-4-5 0 15,1 5 0-15,-1-5 0 0,0 0 0 16,0 0 0-16,-25 0 0 0,25 0 0 0,-26-5 0 15,9 2 0-15,-4-4 0 0,1 2 0 16,-2-2 0-16,5 3 0 0,0 0 0 0,0-1 0 16,2 1 0-16,3 0 0 0,-1 3 0 15,4-2 0-15,9 3 0 0,-22-4 0 0,17 2 0 16,5 2-316-16,-10-2-113 16,10 2-121-16,0 0-149 0,0 0-165 0,0 0 85 0,0 0-770 15,0 0-992-15</inkml:trace>
  <inkml:trace contextRef="#ctx0" brushRef="#br0" timeOffset="83997.59">29168 13083 4682 0,'-2'-8'163'0,"2"0"51"0,0 8 93 0,-2-9 27 0,2 9 13 0,0 0-24 0,0-10-30 0,0 10-29 0,0 0-22 16,0 0-29-16,-1-8-21 15,1 8-20-15,0 0-20 0,0 0-17 0,0 0-13 16,0 0-86-16,0 0-36 0,0-9 0 16,0 9 0-16,0 0 0 0,0 0 0 0,0 0 0 15,0 0 0-15,0 0 0 0,0 0 0 16,0 0 0-16,0 0 0 0,0 0 0 0,0 0 0 16,0 0 0-16,0 0 0 0,0 0 0 15,0 0 0-15,9 24 0 0,-5-8 0 16,-3 2 0-16,3 3 0 0,-2 4 0 0,0 2 0 15,1 10 0-15,-3 1 0 0,0 3 0 16,1-2 0-16,-1-8 0 0,0 8 0 0,0-10 0 16,0-6 0-16,0-3 0 15,0 0 0-15,0-5 0 0,0-1 0 0,0-2 0 16,-1 0 0-16,1-2 0 0,0-1-88 16,0-2-423-16,0-7-153 0,1 7-224 0,-1-7 29 15,0 0 93-15,0 0-736 0,0 0-947 16</inkml:trace>
  <inkml:trace contextRef="#ctx0" brushRef="#br0" timeOffset="84300.92">29936 12556 4261 0,'-13'-2'-101'0,"13"2"69"0,-34 12 64 15,7 2 54-15,0 7 50 0,-3 8 38 0,1 5 35 0,0 7 26 16,4 6-2-16,4 2 15 0,3 7 9 0,2-4-8 16,7 3-17-16,5-2-19 0,0-7-24 15,4-3-12-15,0 4-23 0,6-6-16 0,-1 2-20 16,3-4-39-16,-2-3-64 15,4-2-81-15,1-3-94 0,3-2-102 0,-2-5-143 16,-1-4-180-16,3-8-244 0,4-4 77 16,-1-2 83-16,0 0-547 0,3-4-678 0</inkml:trace>
  <inkml:trace contextRef="#ctx0" brushRef="#br0" timeOffset="84797.84">30273 12983 3777 0,'-7'-7'217'0,"1"2"21"16,6 5 27-16,-7-7 47 0,7 7 30 0,0 0 22 16,0 0-13-16,-22 16-29 15,11-3-32-15,-2 6-26 0,-4 7-26 0,-1-2-25 16,1 3-19-16,-2-2-20 0,2-2-18 16,2 2-14-16,-3-1-15 0,7-7-12 15,-3-3-25-15,9-2-90 0,-1-4 0 0,-1 1 0 16,3-2 0-16,-2-2 0 0,6-5 0 15,-6 8 0-15,6-8 0 0,0 0 0 0,0 0 0 16,0 0 0-16,27-43 0 0,-7 17 0 16,2 1 0-16,6-8 0 0,-5 10 0 0,-7 5 0 15,-3 4 0-15,-2 5 0 16,-3 1 0-16,0 1 0 0,-3 2 0 0,-5 5 0 0,10-1 0 16,-10 1 0-16,0 0 0 0,8 21 0 15,-6-9 0-15,1-1 0 0,1 5 0 16,4 3 0-16,-3-1 0 0,3 1 0 15,3 0 0-15,-1-3 0 0,2 1 0 16,1-2 0-16,-1-1 0 0,-1-4 0 0,-2 0 0 16,1-1 0-16,-2-2 0 0,-3-2 0 15,-1-1 0-15,-4-4 0 0,9 4 0 0,-9-4 0 16,0 0 0-16,0 0 0 0,0 0 0 16,0 0 0-16,8-15 0 0,-8 15 0 0,0 0 0 15,-15-17 0-15,5 12 0 0,-1 0 0 16,-3 1 0-16,-5 3-336 0,1-1-267 15,-2 2-120-15,5 0-143 0,2 3 46 16,1-1 90-16,7 0-669 0,5-2-851 0</inkml:trace>
  <inkml:trace contextRef="#ctx0" brushRef="#br0" timeOffset="85033.2">30336 13261 3631 0,'17'-3'-48'0,"-4"-2"57"0,3 1 37 0,-3 2 49 0,-1 1 45 0,-1-1 31 0,-11 2 24 0,21 2 8 0,-21-2-2 16,22 3-11-16,-11 2-5 0,-2 2 2 15,-4 1 2-15,4 5 1 0,-7 1 12 0,-4 1-3 16,-3 3 6-16,-2 5 11 0,-6 4 12 16,-3 2 26-16,1-2 8 0,0 0-8 15,4-7-23-15,1-4-10 0,4-3 3 0,0-2-113 16,3-3-111-16,-1 1 0 16,4-2 0-16,0-7 0 0,9 12 0 0,3-9 0 15,1 1 0-15,3-3 0 0,-1-1 0 16,11-1 0-16,10-3 0 0,0-3-173 0,-1 0-510 15,3 0-176-15,4 1-40 0,-2-5 99 16,11-1-825-16,-1 1-1063 0</inkml:trace>
  <inkml:trace contextRef="#ctx0" brushRef="#br0" timeOffset="85532.72">31162 13077 4707 0,'-9'-10'-32'15,"2"3"48"-15,2 2 62 0,-1 2 64 0,6 3 42 16,0 0 27-16,0 0 5 0,-29 15-15 16,19-3-14-16,1 5-21 0,-8 9-17 0,2 2-16 15,0-2-11-15,-3 3-15 0,1 0-3 16,2-2-14-16,-4-1-7 0,2-2-8 0,5-6-8 16,3-4-11-16,-1-2-2 0,5-3-5 15,-3-1 5-15,4-1-13 0,2-3-4 0,2-4-7 16,0 0-29-16,0 0-18 0,23-14-15 15,-3-5 4-15,7 0 3 0,7-10-1 16,5 2 2-16,-1 1 9 0,-7 4-1 0,-3 4 5 16,-3 5 4-16,-6 1 6 15,-4 4 7-15,-5 6 21 0,0 2 30 0,-10 0 31 16,9 10 11-16,-5-3 5 0,-1 3-6 16,1 0 1-16,2 1-4 0,-2 1-5 0,2 1-7 15,1-1-7-15,1 0-5 0,-1-1-8 16,1-1-54-16,0-2-9 0,-1-1 0 0,-1 0 0 15,0-2 0-15,-2 1 0 0,-4-6 0 16,3 6 0-16,-3-6 0 0,0 0 0 0,-5 10 0 16,-7-5 0-16,-1 1 0 15,-5 0 0-15,0-4 0 0,-5 2 0 0,3-3 0 16,2 1 0-16,-1 2 0 0,6-3 0 16,-1-1 0-16,14 0 0 0,-22 0 0 0,11-3 0 15,2-4 0-15,4 3 0 0,-2-6 0 16,5 0-456-16,4-3-142 0,5-7-128 0,4 2-150 15,6-8 72-15,5-1-805 0,3 6-1049 16</inkml:trace>
  <inkml:trace contextRef="#ctx0" brushRef="#br0" timeOffset="85647.93">31469 13124 4139 0,'0'0'-142'0,"0"0"22"0,0 0 13 0,0 0 8 0,0 0 7 16,0 0-27-16,0 0-52 0,-9 9-87 0,9-9-149 15,-5 10-115-15,-1-3 48 0,-1 2-80 16,-1 2-56-16</inkml:trace>
  <inkml:trace contextRef="#ctx0" brushRef="#br0" timeOffset="85931.12">29751 13650 1805 0,'-84'-10'356'0,"17"-1"-1"0,1-2-28 0,5 2 12 16,6 2 49-16,17 1 74 16,13 2 52-16,14-1-21 0,11 0-47 0,0 7-45 15,64-21-40-15,14 8-38 0,38 1-39 16,15 3-32-16,15 4-41 0,-5-2-61 0,-4 2-67 16,-5 0-64-16,-8 3-19 0,-10 2-30 15,-29 0-64-15,-8 0-66 0,-13 2-51 0,-14 0-30 16,-15-1-23-16,-11 1-36 0,-3 2-29 15,-6 1-43-15,-5-2-50 0,-5 2-88 0,-3 0-176 16,-2-5 38-16,0 0 70 0,-9 16-349 16,0-11-406-16</inkml:trace>
  <inkml:trace contextRef="#ctx0" brushRef="#br0" timeOffset="86717.73">25234 12593 2996 0,'-5'-7'190'0,"9"-3"-15"0,8 4-21 0,8-2-12 0,22-4-12 0,25-1 2 0,30-3-7 16,14-1-12-16,5 0-11 0,8 2-10 0,3 5-10 15,-1-1-14-15,-6 3-38 16,-14-1-48-16,-33 4-42 0,-12 2-37 0,-23 1 1 0,-15 4 12 16,-13 0 9-16,-16 3 6 0,-13 2 12 15,-32 4 31-15,-12 5 27 0,-10 2 31 0,-24 1 29 16,18-5 25-16,7-3 24 15,11 1 8-15,20-6 10 0,7 3 16 0,12-1-4 16,13-4-12-16,15 2-11 0,10-1-12 16,27 2-15-16,25 0-30 0,16-1-53 0,28 0-77 15,-19-6-105-15,29 0-106 0,-3-4-94 16,-9-1-159-16,-25 0-93 0,-15 0 59 0,-9-2-332 16,-22 4-382-16</inkml:trace>
  <inkml:trace contextRef="#ctx0" brushRef="#br0" timeOffset="109609.51">13141 16344 608 0,'9'-3'290'0,"2"-1"-36"0,-6 3-13 0,-5 1 18 0,0 0 2 0,15-6-7 15,-15 6 9-15,0 0-15 0,7-3 15 0,-7 3 9 16,0 0 4-16,9-5 5 15,-9 5-7-15,0 0-20 0,0 0-25 0,0 0-21 16,0 0-19-16,0 0-20 0,0 0-19 16,-22-15-21-16,10 11-8 0,-8 1-15 15,-1 1-10-15,-8-1-12 0,2 3-6 0,-14 0-11 16,1 0-6-16,-2 0-3 0,-4 5-9 16,2-2-5-16,2 1-5 0,-1 1 1 0,0-1-8 15,2 2-4-15,3 2 1 0,1-1-4 16,3 3-7-16,2 2-2 0,-1 1 3 0,5 2-8 15,-3 2 1-15,4 3-4 16,0 3-2-16,2 1 3 0,-9 7 0 0,12-6-2 16,-5 10-1-16,1 1 0 0,3 0 2 15,6-2 1-15,1-1-2 0,3 2 1 16,1 6-3-16,3-6 6 0,4 2-1 0,1 0-3 16,2-1 5-16,4-2-5 0,3 2 1 15,5-4 6-15,2 3 3 0,2-3 0 0,13 4-1 16,2-3-2-16,3 0-1 0,8-4-3 15,2-3-4-15,4-2 5 0,4-4 0 16,-2-1 0-16,6-4-5 0,-2 1-2 0,-9-8 1 16,2 0 2-16,0-5 1 0,-1-3-4 15,0-2 3-15,-2-1-2 0,0-5-1 0,-4 0 0 16,-1-2-1-16,-1-4 0 16,-6-1 2-16,1-4 11 0,-6-2 14 0,0-6-4 15,-3 0 17-15,-3-14 0 0,-2-5-2 16,-5-5-19-16,-7-5-5 0,-1-3-1 15,-8-2-4-15,-1 1 3 0,-7 4-8 0,-1 2 2 16,-7 6-27-16,-3 7-23 16,-6 8-28-16,4 13-24 0,-9 8-22 0,0 5-24 15,6 9-35-15,2 0-44 0,-11 6-57 0,3 5-68 16,1 1-84-16,5 3-141 0,3 1-159 0,3 2 69 16,9-4-425-16,8-1-555 0</inkml:trace>
  <inkml:trace contextRef="#ctx0" brushRef="#br0" timeOffset="110342.67">15828 16407 2674 0,'-21'-5'-125'0,"0"2"55"0,2 5 41 0,-3 1 42 0,-15 5 37 0,1 6 20 16,-10 8 19-16,2 9 13 0,1 1 18 16,0 3 14-16,5 6 13 0,6 2 1 0,5 4 4 15,5 0-7-15,1 3-13 16,9 0-13-16,6-5-9 0,12-4-10 0,6 8-10 15,6-1-10-15,11-3-10 0,1-3-22 16,7 1-27-16,3-8-33 0,0-4-30 0,2-5-28 16,5-6-27-16,1-4-15 0,6-4 3 15,-11-7 12-15,5-5 9 0,-2-5 9 16,5-7 9-16,0-5 6 0,6-7 11 0,-7-7 17 16,-2-8 20-16,9-19 19 0,-2-5 24 15,1-7 29-15,-10-6 19 0,-3-3 11 0,-9-5 7 16,-5 6 10-16,-13 15 1 0,-13 9-7 15,-16 4-14-15,-11 9-8 0,-13 9-8 16,-12 8-7-16,-14 10-5 0,-12 11-7 0,-7 10-5 16,-19 9-30-16,0 8-57 15,8 6-63-15,28-5-74 0,4 2-97 0,12 3-141 16,0 0-197-16,12-1 60 0,12-2-237 16,10 0-282-16</inkml:trace>
  <inkml:trace contextRef="#ctx0" brushRef="#br0" timeOffset="111025.75">17663 16327 1991 0,'-23'-12'-59'0,"0"4"35"0,1 4 36 16,-5 2 43-16,-15 9 42 0,0 3 29 0,-10 9 19 0,2 7 29 0,0 5 18 16,0 5 19-16,5 1 6 0,0 4 0 15,7-1-8-15,4 1-3 0,9 0-5 16,4 2-15-16,10-7-14 0,7 3-17 0,6-1-13 16,5 3-14-16,15 6-15 0,5-4-12 15,7-2-23-15,5-2-26 0,9-5-15 0,0-3-11 16,5-6-14-16,4-4-6 0,-1-9-2 15,-11-7-3-15,5-3 2 0,-4-6 0 16,11-11 0-16,-8-6-1 0,1-9 1 16,-3-8 3-16,-2-8-4 0,4-17 5 15,-3-4-2-15,-10-7-1 0,-4-5-1 0,-16 13-1 0,-9 8 1 16,-7 9-5-16,-15-1 0 16,-12 7-2-16,-4 7 0 0,-8 9-8 0,-8 7-27 15,-3 6-36-15,4 9-60 0,-2 7-75 16,0 3-92-16,-1 9-144 0,12-1-216 0,13 6 52 15,3 3-317-15,16-1-408 0</inkml:trace>
  <inkml:trace contextRef="#ctx0" brushRef="#br0" timeOffset="111629.73">20558 16351 2704 0,'-19'-10'-18'0,"2"6"10"0,-4 3 23 0,-2 4 23 0,-9 5 27 0,-1 3 21 16,0 4 9-16,1 4 15 15,8 3 9-15,-1 2 5 0,6 3 5 0,6-1 3 0,5 0-3 16,4-2-10-16,6 1-15 16,10 8-8-16,4 7-11 0,13 3-12 0,3-4-28 15,9-3-37-15,1-2-37 0,1-6-32 16,11 0-25-16,-6-9 0 0,1-2 3 15,-11-7 6-15,4-8 9 0,-1-2 9 0,0-9 7 16,3-11 21-16,-7-6 12 16,-1-6 17-16,-9-7 20 0,-2-11 10 0,-4-6 13 0,-6-6 3 15,-5-2-4-15,-4-2-8 0,-13 6-1 16,-7 5-1-16,-11 9-4 0,-8 6-7 16,-4 10-29-16,-5 5-34 0,6 10-54 0,-1 10-57 15,6 4-85-15,7 2-124 16,1 4-210-16,2 3 59 0,5 4-134 0,3 3-144 15</inkml:trace>
  <inkml:trace contextRef="#ctx0" brushRef="#br0" timeOffset="112061.63">22089 16943 1603 0,'-2'-9'-102'0,"2"2"4"0,-2 2 13 0,2 5-43 0,0-10-59 0,0 10-155 0,7-7 145 0</inkml:trace>
  <inkml:trace contextRef="#ctx0" brushRef="#br0" timeOffset="116791.5">12611 15383 1037 0,'-15'-3'95'0,"1"0"10"0,14 3 6 0,-20-2 18 0,14 0 25 16,6 2 21-16,-13-2 14 0,13 2 2 16,0 0-1-16,-13-1-6 0,13 1 2 15,0 0 10-15,0 0-5 0,0 0 9 0,0 0 1 16,0 0-8-16,0 0-9 0,0 0-9 15,0 0-13-15,32 10-5 0,-15-4-7 0,-2-1-12 16,7 2-2-16,0-1-22 0,6 5-10 16,7-2-9-16,2-1-8 0,-1-2-11 15,0 1-4-15,0-1-10 0,0 1-5 16,1-2-4-16,-7-2-9 0,-6 1 0 16,-1 1-4-16,0-2 2 0,-1-1-6 0,-6 1-1 15,0-2-2-15,-1 2-2 0,-3-2-3 16,-1 1-2-16,-2 2-4 0,-9-4-1 0,21 3-2 15,-10 0 0-15,1 1-1 0,-1-1 0 16,5 1-2-16,1-2 2 0,0 3 2 16,4-4-4-16,4 3 9 0,0-1-13 0,-1-1 1 15,5 0-1-15,0-2-2 16,-2 0-3-16,-3 3 1 0,2-3 1 0,-4 1-3 0,-3-1-1 16,-2 0 0-16,-4 2-1 0,0 0 0 15,-13-2 0-15,22 0-1 0,-22 0 2 16,18 2-2-16,-18-2-1 0,18 0 3 15,-18 0 8-15,16 0 19 0,-16 0 4 0,23-2-3 16,-11-2-3-16,5 3 2 0,2-2-5 16,0-1-3-16,6-1-7 0,2 2 6 15,-1-2-9-15,-2 3-6 0,-1 0 1 0,-5 0-3 16,3 0 0-16,-6 2-6 0,1 0-1 16,-1 2-4-16,0 0-4 0,-15-2 2 0,23 2 2 15,-11-1 0-15,-12-1 1 16,17 1 0-16,-17-1 2 0,17 3 0 0,-17-3 3 15,15 2 3-15,-4-2-4 0,2 1 1 0,-13-1 0 16,33 2-3-16,-14 0 2 0,2-1 3 16,6 1-4-16,0 2-1 0,13-1 1 15,-1 2-5-15,2 2-7 0,3-2-3 16,-3 2-6-16,3-3-2 0,2 2-2 0,-4-3 3 16,-2 1 4-16,-8-1 2 0,-5-3 3 15,-4 0 1-15,-3 0 0 0,4 0 2 0,-7-3 1 16,2 1 3-16,-6 0 0 0,0-1 1 15,3 1 2-15,-5-2 1 0,3 0 8 16,1-1-12-16,1 1 3 0,0 1-3 0,5-1 2 16,3 1-1-16,1-1 0 15,2 4 1-15,18 0 1 0,-6 0-1 0,6 2 1 0,-2 0 1 16,2 0-3-16,1 1 4 16,0 1-1-16,-4-3-1 0,0 1 3 0,-4 2-5 15,-8-4-4-15,-3 1 0 0,-6 1-2 16,0-2-1-16,-2 2 1 0,-3-2 2 15,-3 2 1-15,0-2 0 0,-13 0 2 0,25 0 1 16,-10-2 2-16,-1 0-2 0,4 0 1 16,9 2-1-16,6-1 1 0,11 1-2 0,7 1 1 15,1 1 0-15,8 2-11 16,7 0-2-16,-2 0-8 0,-3-1-5 0,-2 2-6 0,-14 1-7 16,-3-5-7-16,-5 3 8 0,-5-1 5 15,-12-3-2-15,-4 3 3 0,-2-3 6 16,1 1 5-16,-3-2-1 0,-13 1 6 15,25-3-4-15,-13 2 3 0,1-3-1 16,-2 1-1-16,4-1-9 0,4 2 2 0,6 1 6 16,3-1-7-16,3 2-6 0,11 2 7 15,2-1-2-15,1 1 1 0,14 3 4 0,2 1 3 16,0-2 11-16,-2 0-7 0,-9-1 2 16,11 1 4-16,-15-1 5 0,-2 0 1 0,-5-2-5 15,-3-1 8-15,-7 0 4 16,0 0-5-16,-2-1-1 0,-4 1 2 15,-6 0 3-15,4 0-3 0,-6-3 1 0,2 3 3 0,-1 0 0 16,-2 0-2-16,9 0-1 16,4 3-2-16,2-2 10 0,0 2-4 0,12 2-4 15,3 0 5-15,4 1-2 0,9 0-2 16,-11-1 5-16,13 3-1 0,2-2-4 0,-5 0-7 16,-9-2-15-16,-4 0-10 0,0-3 5 15,-6 1 4-15,-4 0-3 0,-8-2 6 16,-4 0 0-16,1 0 6 0,-1 0-11 0,8 0-4 15,0 0 4-15,-1 0 6 0,-1 0-7 16,4 2 0-16,8 0-2 0,8-2-6 16,-4 0 3-16,3 0 4 0,1 1-7 15,3-2 1-15,1 1-3 0,-5 0-2 0,-1 0 8 16,-2 0 2-16,-11 0-3 0,-3-2 2 16,-2 0 2-16,-9 2 9 0,3-2 2 15,-8 0 3-15,1 1 4 0,-1 0-4 0,-1-2 0 16,-1 0 1-16,0 2 5 0,1-3-1 15,1 0-1-15,9 2 3 0,1-4 3 0,3 4-11 16,10-2-3-16,2 1-14 0,-4 2-16 16,9-1-11-16,-1 0-1 0,-3 1 1 0,-5-1 3 15,-7 2 7-15,-5 0 8 16,1-2 3-16,-7 0 6 0,4 2 4 0,-6-5 1 16,0 4 3-16,1-1-2 0,-1 0 7 15,-1 0 6-15,3 1-9 0,0 0-6 16,5-2-9-16,6 0-15 0,11-1-14 0,5 2-3 15,-2-1-9-15,4 2 3 0,2 0 2 16,-4-2 4-16,0 3 4 0,-11-1 11 0,-3 1 13 16,-9-2 27-16,1 2 24 0,-1-2 24 15,-8 0 16-15,2 1 17 0,-3 0 9 16,-11 1 14-16,20-3 10 0,-13 1 29 0,-7 2 10 16,15-1-3-16,-15 1 2 0,12-4-19 15,-12 4-9-15,0 0-7 0,15-2-19 0,-15 2-27 16,0 0-45-16,10-3-60 0,-10 3-81 15,0 0-107-15,7-2-144 0,-7 2-174 16,0 0 52-16,0 0-119 0,0 0-124 16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3:51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 14545 0 0,'-55'0'2553'0'0,"52"0"-1255"0"0,-1-1-735 0 0,54 1 2714 0 0,113 10-4714 0 0,-50 2-1331 0 0,42 4-8371 0 0,-126-13 6103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3:52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10205 0 0,'0'0'11250'0'0,"9"-1"-10213"0"0,73-4 261 0 0,92 5-1 0 0,-83 4-4531 0 0,-6 1-3774 0 0,-40 3-59 0 0,-25-2 1145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54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64 8265 0 0,'1'-1'230'0'0,"0"-1"-1"0"0,0 1 1 0 0,0-1 0 0 0,0 1 0 0 0,-1-1 0 0 0,1 0-1 0 0,0 0 1 0 0,-1 1 0 0 0,1-1 0 0 0,-1 0-1 0 0,0 0 1 0 0,1 0 0 0 0,-1 1 0 0 0,0-1 0 0 0,0 0-1 0 0,0 0 1 0 0,0 0 0 0 0,-1 0 0 0 0,1 1 0 0 0,0-1-1 0 0,-1 0 1 0 0,0 0 0 0 0,1 1 0 0 0,-1-1 0 0 0,0 0-1 0 0,-1-2 1 0 0,0 2-114 0 0,-1 0 0 0 0,1 1 0 0 0,0 0 0 0 0,0-1 0 0 0,-1 1 0 0 0,1 0 0 0 0,0 0 0 0 0,-1 0 0 0 0,1 0 0 0 0,-1 1 0 0 0,0-1 0 0 0,1 1 0 0 0,-1 0 0 0 0,1-1-1 0 0,-1 1 1 0 0,0 0 0 0 0,1 1 0 0 0,-1-1 0 0 0,0 0 0 0 0,-3 2 0 0 0,-14 2 174 0 0,0 1-1 0 0,1 2 0 0 0,-1 0 0 0 0,1 1 1 0 0,1 1-1 0 0,-1 0 0 0 0,2 2 1 0 0,-1 0-1 0 0,1 1 0 0 0,-15 14 1 0 0,-18 18 905 0 0,-78 89 1 0 0,109-112-766 0 0,0 2-1 0 0,1 0 1 0 0,2 1-1 0 0,0 0 1 0 0,2 2-1 0 0,-19 41 1 0 0,30-57-263 0 0,0-1 0 0 0,0 1 0 0 0,1-1-1 0 0,0 1 1 0 0,1 0 0 0 0,0 0 0 0 0,0 0 0 0 0,1 0 0 0 0,0 0 0 0 0,1 0 0 0 0,0-1 0 0 0,1 1-1 0 0,0 0 1 0 0,0 0 0 0 0,1-1 0 0 0,0 1 0 0 0,1-1 0 0 0,0 0 0 0 0,1 0 0 0 0,0-1 0 0 0,0 1-1 0 0,11 13 1 0 0,-1-6 41 0 0,0-1-1 0 0,1-1 1 0 0,1 0-1 0 0,0-1 1 0 0,1-1-1 0 0,0 0 0 0 0,1-1 1 0 0,0-1-1 0 0,0-1 1 0 0,38 11-1 0 0,1-2-778 0 0,2-4 1 0 0,91 12-1 0 0,-126-23-1024 0 0,0-1 1 0 0,41-2-1 0 0,-9-9-3910 0 0,-6-12-4397 0 0,-40 12 2056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2:54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23 15169 0 0,'0'-1'68'0'0,"-1"1"1"0"0,1-1-1 0 0,0 0 0 0 0,0 1 0 0 0,0-1 0 0 0,0 0 0 0 0,0 1 0 0 0,0-1 0 0 0,0 0 0 0 0,0 0 1 0 0,0 1-1 0 0,0-1 0 0 0,0 0 0 0 0,0 1 0 0 0,0-1 0 0 0,0 0 0 0 0,1 1 0 0 0,-1-1 0 0 0,0 0 1 0 0,1 1-1 0 0,-1-1 0 0 0,0 1 0 0 0,1-1 0 0 0,-1 0 0 0 0,1 1 0 0 0,-1-1 0 0 0,1 1 0 0 0,-1-1 1 0 0,1 1-1 0 0,-1-1 0 0 0,1 1 0 0 0,0 0 0 0 0,-1-1 0 0 0,1 1 0 0 0,-1 0 0 0 0,1-1 0 0 0,0 1 1 0 0,-1 0-1 0 0,1 0 0 0 0,0 0 0 0 0,0 0 0 0 0,-1-1 0 0 0,1 1 0 0 0,0 0 0 0 0,-1 0 0 0 0,1 0 1 0 0,0 1-1 0 0,0-1 0 0 0,-1 0 0 0 0,2 0 0 0 0,44 11 1758 0 0,-38-9-1671 0 0,35 12 1374 0 0,66 29 0 0 0,-95-37-1272 0 0,0 2 0 0 0,-1-1 0 0 0,0 2 1 0 0,0 0-1 0 0,-1 0 0 0 0,0 1 0 0 0,-1 0 1 0 0,15 18-1 0 0,-23-25-179 0 0,-1 1 0 0 0,1 0 0 0 0,-1-1 1 0 0,0 1-1 0 0,0 0 0 0 0,-1 0 0 0 0,1 0 0 0 0,-1 0 0 0 0,0 0 1 0 0,0 1-1 0 0,0-1 0 0 0,-1 0 0 0 0,1 0 0 0 0,-1 1 0 0 0,0-1 0 0 0,0 0 1 0 0,-2 7-1 0 0,1-3 6 0 0,-2 0 1 0 0,1 0 0 0 0,-1 0 0 0 0,0 0-1 0 0,-1-1 1 0 0,0 1 0 0 0,0-1-1 0 0,-8 10 1 0 0,-8 7 89 0 0,0-1-1 0 0,-2-1 0 0 0,-41 33 1 0 0,3-12-727 0 0,-3-1 0 0 0,-1-4 0 0 0,-81 36 1 0 0,108-56-671 0 0,32-15 610 0 0,-1-1-1 0 0,0 0 0 0 0,1 0 1 0 0,-1 0-1 0 0,-12 1 0 0 0,-12-2-5130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17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42 109 4108 0 0,'-4'-2'38'0'0,"-27"-19"5510"0"0,31 21-5474 0 0,-1 0 0 0 0,1-1 1 0 0,0 1-1 0 0,-1 0 0 0 0,1 0 0 0 0,-1-1 0 0 0,1 1 1 0 0,0 0-1 0 0,-1-1 0 0 0,1 1 0 0 0,0-1 0 0 0,-1 1 0 0 0,1-1 1 0 0,0 1-1 0 0,0 0 0 0 0,-1-1 0 0 0,1 1 0 0 0,0-1 1 0 0,0 1-1 0 0,0-1 0 0 0,0 1 0 0 0,0-1 0 0 0,0 1 1 0 0,0-1-1 0 0,0 1 0 0 0,0-1 0 0 0,0 1 0 0 0,0-1 1 0 0,0 1-1 0 0,0-1 0 0 0,0 1 0 0 0,0-1 0 0 0,0 1 0 0 0,0-1 1 0 0,1 1-1 0 0,-1-1 0 0 0,0 1 0 0 0,0-1 0 0 0,1 1 1 0 0,-1 0-1 0 0,0-1 0 0 0,1 1 0 0 0,-1-1 0 0 0,0 1 1 0 0,1 0-1 0 0,-1-1 0 0 0,1 1 0 0 0,-1 0 0 0 0,0 0 0 0 0,1-1 1 0 0,-1 1-1 0 0,1 0 0 0 0,-1 0 0 0 0,1 0 0 0 0,-1-1 1 0 0,1 1-1 0 0,-1 0 0 0 0,1 0 0 0 0,-1 0 0 0 0,1 0 1 0 0,-1 0-1 0 0,1 0 0 0 0,44-14 1281 0 0,109-28 1447 0 0,-139 39-2575 0 0,-1 1 0 0 0,1 0 0 0 0,0 1 0 0 0,1 1-1 0 0,-1 0 1 0 0,0 1 0 0 0,0 1 0 0 0,20 4 0 0 0,-29-4-151 0 0,-1 0 1 0 0,1 0 0 0 0,-1 0 0 0 0,0 1-1 0 0,0 0 1 0 0,0 0 0 0 0,0 0 0 0 0,0 0 0 0 0,0 1-1 0 0,-1 0 1 0 0,0 0 0 0 0,0 0 0 0 0,0 1-1 0 0,0-1 1 0 0,4 8 0 0 0,-3-3 41 0 0,-1 0-1 0 0,0-1 1 0 0,0 2 0 0 0,-1-1-1 0 0,-1 0 1 0 0,1 1 0 0 0,-1-1-1 0 0,0 17 1 0 0,-1 4 271 0 0,-1 1 0 0 0,-2 0 0 0 0,-2 0 0 0 0,-13 55 0 0 0,-6 11 571 0 0,-39 188 2652 0 0,59-274-3678 0 0,-6 33 1047 0 0,-1-22-5061 0 0,7-28-2390 0 0,1-1 4344 0 0,0 1 0 0 0,-1-1 0 0 0,0 0 0 0 0,-6-8 0 0 0,9 15 1412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17.6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49 13505 0 0,'-4'-1'366'0'0,"1"0"74"0"0,-16-5-629 0 0,11 0 7018 0 0,50-3-6787 0 0,1 2 0 0 0,-1 1 0 0 0,2 3 0 0 0,46 1 0 0 0,-6 0-1751 0 0,-66 1 1051 0 0,74-3-3793 0 0,-31 3-2103 0 0,-31 1 621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18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936 0 10797 0 0,'-38'7'-12'0'0,"0"1"-1"0"0,0 2 1 0 0,1 2 0 0 0,0 1-1 0 0,1 2 1 0 0,1 1 0 0 0,-60 38-1 0 0,28-9 688 0 0,2 3-1 0 0,-100 96 1 0 0,133-113-280 0 0,2 1 1 0 0,1 1 0 0 0,1 2-1 0 0,2 1 1 0 0,2 0-1 0 0,1 2 1 0 0,2 1-1 0 0,-18 47 1 0 0,32-67-143 0 0,0 1 1 0 0,2 1-1 0 0,1-1 0 0 0,0 1 1 0 0,1 0-1 0 0,2-1 1 0 0,0 1-1 0 0,2 26 0 0 0,2-30-67 0 0,-1 0 0 0 0,2-1 0 0 0,0 1 0 0 0,1-1 0 0 0,1 0-1 0 0,0-1 1 0 0,1 1 0 0 0,1-1 0 0 0,0-1 0 0 0,1 1 0 0 0,14 16 0 0 0,-6-12-5 0 0,0-1 0 0 0,1-1 0 0 0,1-1 1 0 0,0 0-1 0 0,1-2 0 0 0,1 0 0 0 0,0-1 1 0 0,1-1-1 0 0,0-1 0 0 0,45 15 0 0 0,-26-13 42 0 0,1-2-1 0 0,0-2 1 0 0,1-1-1 0 0,-1-3 1 0 0,69 1 0 0 0,-64-7-143 0 0,-1-1 0 0 0,1-3 0 0 0,-1-2 0 0 0,0-1 0 0 0,0-3 1 0 0,-1-2-1 0 0,61-25 0 0 0,-81 27-89 0 0,-1-1 0 0 0,0-1 0 0 0,-1-1-1 0 0,0-1 1 0 0,-1-1 0 0 0,-1-1 0 0 0,-1-1 0 0 0,0-1 0 0 0,-1 0-1 0 0,-1-2 1 0 0,-1 0 0 0 0,-1-1 0 0 0,-1 0 0 0 0,15-29 0 0 0,-16 19-17 0 0,-1 0 1 0 0,-2 0-1 0 0,-1-1 1 0 0,-2 0-1 0 0,-1-1 1 0 0,-2 0-1 0 0,-1 0 1 0 0,-1 0-1 0 0,-3-41 1 0 0,-1 51-12 0 0,-1 0 0 0 0,-1 1 0 0 0,-1-1 0 0 0,0 1 0 0 0,-2 0 0 0 0,-1 0 0 0 0,-1 1 0 0 0,-1-1 0 0 0,-1 2 0 0 0,-1 0 0 0 0,-1 0 0 0 0,0 1 0 0 0,-2 0 0 0 0,-16-18 0 0 0,17 25-52 0 0,-1 1 0 0 0,0 1 1 0 0,-1 0-1 0 0,-1 1 0 0 0,0 1 1 0 0,0 0-1 0 0,0 1 0 0 0,-1 1 1 0 0,0 1-1 0 0,-1 0 0 0 0,-33-6 1 0 0,8 4-332 0 0,0 2 0 0 0,-1 3-1 0 0,-80 2 1 0 0,56 6-696 0 0,1 4 0 0 0,1 2 0 0 0,0 3 0 0 0,-83 29 0 0 0,78-17-2985 0 0,-115 59 0 0 0,104-39-1332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19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36 241 11561 0 0,'-5'4'424'0'0,"-18"21"-60"0"0,15-5 4562 0 0,15-19-3539 0 0,15-2-725 0 0,1-1-1 0 0,-1-1 0 0 0,0-1 0 0 0,0-1 0 0 0,-1-1 1 0 0,41-16-1 0 0,-16 6 156 0 0,261-104 1287 0 0,-129 46-4333 0 0,-175 73 2094 0 0,59-22-2924 0 0,-22 9-4737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19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1 254 14133 0 0,'0'0'3359'0'0,"9"-5"-2419"0"0,78-32 1213 0 0,106-32-1 0 0,106-16-2551 0 0,-268 77-19 0 0,7-3-715 0 0,54-13-3281 0 0,-34 10-5156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19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7 11325 0 0,'-28'-7'1860'0'0,"22"10"1938"0"0,36 20 298 0 0,-21-17-5027 0 0,119 68 2750 0 0,-96-57-1354 0 0,0 1 0 0 0,55 41 0 0 0,-75-50-372 0 0,0 1-1 0 0,-1 1 1 0 0,0 0 0 0 0,-1 1-1 0 0,0 0 1 0 0,-1 0 0 0 0,11 19-1 0 0,-17-26-63 0 0,-1 1 0 0 0,0 0 0 0 0,0 0-1 0 0,0 0 1 0 0,0 0 0 0 0,-1 0-1 0 0,0 0 1 0 0,-1 0 0 0 0,1 0 0 0 0,-1 1-1 0 0,0-1 1 0 0,-1 0 0 0 0,1 0 0 0 0,-1 1-1 0 0,-1-1 1 0 0,1 0 0 0 0,-1 0 0 0 0,0 0-1 0 0,0 0 1 0 0,-1-1 0 0 0,-3 7 0 0 0,-6 8 20 0 0,-1-1 1 0 0,-1-1 0 0 0,0 0 0 0 0,-2-1 0 0 0,0 0-1 0 0,0-1 1 0 0,-2-1 0 0 0,-22 15 0 0 0,-7 1-268 0 0,-1-1-1 0 0,-63 27 1 0 0,98-51-782 0 0,-1-1-1 0 0,0 0 1 0 0,-1-1 0 0 0,-21 3 0 0 0,32-7-1527 0 0,-1-3-945 0 0,-9-5 1537 0 0,8 1-2156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23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19 10517 0 0,'-171'-19'282'0'0,"236"26"46"0"0,0-2 1 0 0,97-7-1 0 0,-47-1-154 0 0,73 3 58 0 0,623 26 407 0 0,-670-12-536 0 0,336 53 170 0 0,-359-44-237 0 0,125 8 0 0 0,123-9 0 0 0,63 6-14 0 0,-274-14-17 0 0,-43 3 21 0 0,-42-5-17 0 0,44 0 12 0 0,948 59 44 0 0,-972-71-62 0 0,188 6 24 0 0,-193 4-36 0 0,85 6-4 0 0,198-4 15 0 0,483 21 8 0 0,-615-37 32 0 0,-172-1-43 0 0,1 3 1 0 0,-1 3 0 0 0,103 15-1 0 0,-136-11 311 0 0,48 0-1 0 0,0 0 1610 0 0,-42-4 528 0 0,-17-1-1465 0 0,-17 1-3116 0 0,-21 4 955 0 0,-36 10-8589 0 0,50-14 5217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32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321 129 4384 0 0,'-36'-6'3612'0'0,"-68"-21"0"0"0,0 0 1501 0 0,69 14-2904 0 0,30 11-1502 0 0,1 0 0 0 0,-1 0 0 0 0,1 0 0 0 0,-1 1-1 0 0,0-1 1 0 0,-8 0 0 0 0,270-13 2167 0 0,1222-13 850 0 0,-1028 48-2780 0 0,-366-9-779 0 0,-83-11-167 0 0,1 3 18 0 0,-3-3-15 0 0,1 0 0 0 0,-1 0 0 0 0,0 0 1 0 0,0 0-1 0 0,1 0 0 0 0,-1 0 0 0 0,0 0 1 0 0,0 0-1 0 0,1 0 0 0 0,-1 0 1 0 0,0 0-1 0 0,0 0 0 0 0,1 0 0 0 0,-1 1 1 0 0,0-1-1 0 0,0 0 0 0 0,0 0 0 0 0,1 0 1 0 0,-1 0-1 0 0,0 1 0 0 0,0-1 0 0 0,0 0 1 0 0,0 0-1 0 0,1 0 0 0 0,-1 1 0 0 0,0-1 1 0 0,0 0-1 0 0,0 0 0 0 0,0 0 0 0 0,0 1 1 0 0,0-1-1 0 0,0 0 0 0 0,0 0 0 0 0,0 1 1 0 0,0-1-1 0 0,0 0 0 0 0,0 0 0 0 0,0 1 1 0 0,0-1-1 0 0,0 0 0 0 0,0 0 0 0 0,0 1 1 0 0,0-1-1 0 0,0 0 0 0 0,0 0 0 0 0,0 1 1 0 0,0-1-1 0 0,-15 6 10 0 0,1-2 0 0 0,-1 0 0 0 0,0 0-1 0 0,1-2 1 0 0,-1 1 0 0 0,-26-1 0 0 0,-11 3 10 0 0,-1292 78 990 0 0,840-80-1011 0 0,452-5 0 0 0,20 1 0 0 0,3 1 0 0 0,306 0 0 0 0,912 11 0 0 0,-1075-16 0 0 0,-52 1 0 0 0,73 5 0 0 0,-222 14 0 0 0,-1003 81 0 0 0,872-80 0 0 0,361-11 0 0 0,486-8 0 0 0,-596 3 0 0 0,-8 0 0 0 0,-2-3 0 0 0,-9-3 0 0 0,-14 6 0 0 0,0 0 0 0 0,0 0 0 0 0,0 0 0 0 0,0 0 0 0 0,1-1 0 0 0,-1 1 0 0 0,0 0 0 0 0,0 0 0 0 0,0 0 0 0 0,0 0 0 0 0,0-1 0 0 0,1 1 0 0 0,-1 0 0 0 0,0 0 0 0 0,0-1 0 0 0,0 1 0 0 0,0 0 0 0 0,0 0 0 0 0,0 0 0 0 0,0-1 0 0 0,0 1 0 0 0,0 0 0 0 0,0 0 0 0 0,0-1 0 0 0,0 1 0 0 0,0 0 0 0 0,0 0 0 0 0,0-1 0 0 0,0 1 0 0 0,0 0 0 0 0,0 0 0 0 0,0 0 0 0 0,-1-1 0 0 0,1 1 0 0 0,0 0 0 0 0,0 0 0 0 0,0 0 0 0 0,0-1 0 0 0,0 1 0 0 0,0 0 0 0 0,-1 0 0 0 0,-1-2-357 0 0,0 1-1 0 0,-1-1 1 0 0,1 1-1 0 0,0-1 1 0 0,-1 1 0 0 0,1 0-1 0 0,-1 0 1 0 0,1 1 0 0 0,-1-1-1 0 0,0 0 1 0 0,1 1-1 0 0,-1-1 1 0 0,0 1 0 0 0,1 0-1 0 0,-1 0 1 0 0,0 0-1 0 0,1 0 1 0 0,-1 1 0 0 0,0-1-1 0 0,1 1 1 0 0,-5 1-1 0 0,-4 1-2031 0 0,0 1-1 0 0,0 0 0 0 0,0 0 1 0 0,-11 7-1 0 0,-20 13-8710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33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662 83 17290 0 0,'1'-4'-464'0'0,"-1"1"1"0"0,1 0-1 0 0,-1 0 1 0 0,1 0-1 0 0,0-1 1 0 0,0 1-1 0 0,0 0 1 0 0,1 0-1 0 0,1-4 1 0 0,19-24-70 0 0,-17 24 840 0 0,-4 6-58 0 0,4-6 9 0 0,-5 7-223 0 0,0 0-1 0 0,0 0 1 0 0,0 0-1 0 0,0 0 1 0 0,0 0-1 0 0,0 0 1 0 0,0 0-1 0 0,0 1 1 0 0,0-1-1 0 0,0 0 1 0 0,0 0-1 0 0,0 0 1 0 0,0 0-1 0 0,0 0 1 0 0,0 0-1 0 0,0 0 1 0 0,0 0-1 0 0,1 0 1 0 0,-1 1-1 0 0,0-1 1 0 0,0 0-1 0 0,0 0 1 0 0,0 0-1 0 0,0 0 1 0 0,0 0-1 0 0,0 0 1 0 0,0 0-1 0 0,0 0 1 0 0,1 0-1 0 0,-1 0 1 0 0,0 0-1 0 0,0 0 1 0 0,0 0-1 0 0,0 0 1 0 0,0 0-1 0 0,0 0 1 0 0,0 0-1 0 0,1 0 1 0 0,-1 0-1 0 0,0 0 1 0 0,0 0-1 0 0,0 0 1 0 0,0 0-1 0 0,0 0 1 0 0,0 0-1 0 0,0 0 1 0 0,1 0 0 0 0,-1 0-1 0 0,0 0 1 0 0,0 0-1 0 0,-2 12 173 0 0,-1 1 0 0 0,-1-1 0 0 0,0 0 0 0 0,-1 0 0 0 0,0 0 0 0 0,0-1 0 0 0,-1 1 0 0 0,-1-1 0 0 0,0-1 0 0 0,-10 13 0 0 0,-97 105 1158 0 0,94-107-1060 0 0,-171 154 2100 0 0,3-2 758 0 0,74-70 709 0 0,112-101-3720 0 0,0 2-1503 0 0,-12 10 4579 0 0,43-29-31484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34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72 13237 0 0,'-77'-5'-1144'0'0,"-35"4"3581"0"0,69 1-716 0 0,39 0 190 0 0,20 0-1411 0 0,816-36 2028 0 0,-416 12-1809 0 0,-223 18-115 0 0,-188 6-377 0 0,-16 3-174 0 0,-39 11 25 0 0,0-3-1 0 0,-85 7 1 0 0,-122-2 67 0 0,168-12-91 0 0,-126 8 190 0 0,-274 9 2131 0 0,422-15 1166 0 0,604 3-2303 0 0,11-34-493 0 0,-540 25-727 0 0,180-19 650 0 0,-188 19-666 0 0,0 0 1 0 0,0 0 0 0 0,1 0-1 0 0,-1 1 1 0 0,0-1 0 0 0,0 0-1 0 0,0 0 1 0 0,0 0 0 0 0,0 0 0 0 0,1 0-1 0 0,-1 0 1 0 0,0 0 0 0 0,0 0-1 0 0,0 0 1 0 0,0 0 0 0 0,1 0-1 0 0,-1 0 1 0 0,0 0 0 0 0,0 0-1 0 0,0 0 1 0 0,0 0 0 0 0,1 0 0 0 0,-1 0-1 0 0,0 0 1 0 0,0 0 0 0 0,0 0-1 0 0,0 0 1 0 0,0 0 0 0 0,1-1-1 0 0,-1 1 1 0 0,0 0 0 0 0,0 0-1 0 0,0 0 1 0 0,0 0 0 0 0,0 0 0 0 0,0 0-1 0 0,1 0 1 0 0,-1-1 0 0 0,0 1-1 0 0,0 0 1 0 0,0 0 0 0 0,0 0-1 0 0,0 0 1 0 0,0 0 0 0 0,0-1-1 0 0,0 1 1 0 0,0 0 0 0 0,0 0 0 0 0,0 0-1 0 0,0 0 1 0 0,0-1 0 0 0,0 1-1 0 0,0 0 1 0 0,0 0 0 0 0,0 0-1 0 0,0 0 1 0 0,0-1 0 0 0,0 1 0 0 0,0 0-1 0 0,0 0 1 0 0,0-1 0 0 0,-15-4 26 0 0,-28-1-35 0 0,-35 3 21 0 0,-132 13 1 0 0,110-2 10 0 0,-805 78 149 0 0,1227-106 116 0 0,117-14-291 0 0,231-16 0 0 0,-645 48 0 0 0,-72-10-894 0 0,25 7-1211 0 0,20 5 32 0 0,-4 0-644 0 0,1 0 2132 0 0,-21 2-3800 0 0,-3 6-5785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35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91 14453 0 0,'-34'-34'585'0'0,"2"1"3469"0"0,31 31-3116 0 0,-8-11 2627 0 0,-2 5 3088 0 0,26 27-5476 0 0,40 40-1426 0 0,212 182 1130 0 0,248 243-171 0 0,-426-397-710 0 0,-74-82 0 0 0,4-13-45 0 0,-15 6-586 0 0,-6-10-11203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36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43 16886 0 0,'-109'-5'-595'0'0,"106"4"2259"0"0,17 0-1123 0 0,1183-35 4002 0 0,-1141 39-4181 0 0,-53-3-145 0 0,-9 3-129 0 0,-24 9-37 0 0,-1-1 0 0 0,0-2 0 0 0,0-1 0 0 0,0-1 0 0 0,-52 4 1 0 0,7 0 6 0 0,-279 25 80 0 0,164-21 833 0 0,186-14-278 0 0,14-5-456 0 0,27-6-13 0 0,-1 1 1 0 0,66-8 0 0 0,89 1 204 0 0,-83 8-245 0 0,-43 1-449 0 0,-14 2 2413 0 0,-16 2-4426 0 0,-6 2-4130 0 0,-1 0-5731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36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303 109 11925 0 0,'-35'-9'76'0'0,"-121"-35"2312"0"0,57 13 3483 0 0,87 22-4026 0 0,18 3-107 0 0,19-1-784 0 0,-25 7-1002 0 0,18-2 307 0 0,-1 2 0 0 0,1 0 0 0 0,-1 0 0 0 0,0 2-1 0 0,34 7 1 0 0,-16-3-2 0 0,519 120 2075 0 0,-12 46-1347 0 0,-196-59-586 0 0,490 133 144 0 0,19-71-19 0 0,-564-141 901 0 0,-263-31-1425 0 0,-4 0 0 0 0,-2-1 0 0 0,-5 1 0 0 0,2 0 0 0 0,3 1 0 0 0,-3 1 0 0 0,-3 1 0 0 0,0-1 0 0 0,-2-2-78 0 0,-12-3-845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38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48 17546 0 0,'-22'-3'-3664'0'0,"-36"-13"972"0"0,55 15 3318 0 0,0 0-281 0 0,-5-1-813 0 0,-29-8 8348 0 0,28 7-7201 0 0,5 2 1694 0 0,15 0-2096 0 0,309 0 1055 0 0,-131 6-1027 0 0,507-11 612 0 0,-693 6-895 0 0,9 2-2 0 0,-12-2-17 0 0,0 0-1 0 0,0 0 0 0 0,-1 0 0 0 0,1 1 1 0 0,0-1-1 0 0,0 0 0 0 0,0 0 1 0 0,0 0-1 0 0,0 0 0 0 0,0 0 0 0 0,0 0 1 0 0,-1 0-1 0 0,1 0 0 0 0,0 1 1 0 0,0-1-1 0 0,0 0 0 0 0,0 0 0 0 0,0 0 1 0 0,0 0-1 0 0,0 0 0 0 0,0 1 1 0 0,0-1-1 0 0,0 0 0 0 0,0 0 0 0 0,0 0 1 0 0,0 0-1 0 0,0 0 0 0 0,0 1 1 0 0,0-1-1 0 0,0 0 0 0 0,0 0 0 0 0,0 0 1 0 0,0 0-1 0 0,0 0 0 0 0,0 1 1 0 0,0-1-1 0 0,0 0 0 0 0,0 0 0 0 0,0 0 1 0 0,0 0-1 0 0,0 0 0 0 0,0 1 1 0 0,0-1-1 0 0,1 0 0 0 0,-1 0 0 0 0,0 0 1 0 0,-55 10 6 0 0,0-2 0 0 0,0-3 0 0 0,-1-2 0 0 0,-60-5 0 0 0,41 2-12 0 0,-487-3 293 0 0,559 3-203 0 0,611-30 146 0 0,-355 26-326 0 0,-231 3 82 0 0,-10 0-7 0 0,1 0 1 0 0,-1 1 0 0 0,1 1 0 0 0,-1 0-1 0 0,1 0 1 0 0,18 6 0 0 0,-28-6-4 0 0,-13-1 1 0 0,0 1 15 0 0,0 1 1 0 0,0 0-1 0 0,1 0 0 0 0,-11 4 1 0 0,-30 6-2 0 0,-41 1 3 0 0,-136 1 0 0 0,222-14-137 0 0,11-4-2819 0 0,1 0 2261 0 0,0 0 0 0 0,1 0 0 0 0,-1 1 0 0 0,1 0 0 0 0,8-1-1 0 0,-2 0-1428 0 0,1 1-1 0 0,-1 1 1 0 0,1 1-1 0 0,26 0 0 0 0,0 3-4047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4:03:39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47 11369 0 0,'-81'-18'548'0'0,"-45"-10"4921"0"0,122 28-4923 0 0,183 20 2286 0 0,-81-6-2576 0 0,816 78 648 0 0,184 24-641 0 0,945 125 44 0 0,-1596-224 394 0 0,-340-11-6 0 0,-105-6-609 0 0,11 0 757 0 0,-8 0-2174 0 0,-20-1-7875 0 0,-28 0 7145 0 0,1 3-2308 0 0,2 1-1627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2:59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796 233 5949 0 0,'0'0'1359'0'0,"14"0"386"0"0,-6-1 1833 0 0,-7 1-3265 0 0,0 0-1 0 0,0 0 0 0 0,0-1 1 0 0,0 1-1 0 0,0-1 1 0 0,0 1-1 0 0,0-1 0 0 0,0 1 1 0 0,0-1-1 0 0,0 1 1 0 0,-1-1-1 0 0,1 0 1 0 0,0 1-1 0 0,0-1 0 0 0,-1 0 1 0 0,1 0-1 0 0,0 0 1 0 0,-1 0-1 0 0,1 0 0 0 0,-1 1 1 0 0,2-3-1 0 0,-9-7 3406 0 0,-19 1-4662 0 0,-25-1 1229 0 0,0 2 1 0 0,-1 2-1 0 0,-95 2 0 0 0,126 5-233 0 0,1 1-1 0 0,-1 0 1 0 0,1 2 0 0 0,0 1-1 0 0,1 0 1 0 0,-1 1-1 0 0,1 1 1 0 0,0 1 0 0 0,0 1-1 0 0,1 1 1 0 0,1 0-1 0 0,-1 1 1 0 0,-15 14 0 0 0,10-4 46 0 0,0 0 1 0 0,2 2 0 0 0,1 0 0 0 0,1 2-1 0 0,1 0 1 0 0,1 1 0 0 0,1 0 0 0 0,-17 41 0 0 0,27-53-39 0 0,1 1 1 0 0,0 0-1 0 0,1 0 1 0 0,1 0 0 0 0,1 0-1 0 0,0 0 1 0 0,1 0 0 0 0,0 21-1 0 0,2-25-25 0 0,1 0 0 0 0,0-1 0 0 0,0 1 0 0 0,1-1 0 0 0,0 0 0 0 0,1 0 0 0 0,0 0 0 0 0,0 0 0 0 0,1-1 0 0 0,1 0 0 0 0,-1 0 0 0 0,1 0 0 0 0,8 8 0 0 0,3 0 12 0 0,0-2 0 0 0,0 0 0 0 0,1-1 0 0 0,1 0 1 0 0,1-2-1 0 0,0 0 0 0 0,0-2 0 0 0,1 0 0 0 0,0-1 0 0 0,1-1 0 0 0,0-1 1 0 0,0-1-1 0 0,1-1 0 0 0,36 3 0 0 0,-11-3-13 0 0,1-2 0 0 0,0-3 0 0 0,0-1 0 0 0,0-3 0 0 0,91-19-1 0 0,-116 18 26 0 0,1-1-1 0 0,-1-2 0 0 0,0 0 0 0 0,-1-1 0 0 0,0-2 0 0 0,0 0 0 0 0,-1-1 0 0 0,-1-1 0 0 0,0-2 1 0 0,-1 0-1 0 0,0-1 0 0 0,-1 0 0 0 0,-1-2 0 0 0,-1 0 0 0 0,0-1 0 0 0,-2-1 0 0 0,0-1 0 0 0,-1 0 0 0 0,13-27 1 0 0,-15 23 7 0 0,-1 0 0 0 0,-1-1 0 0 0,-2 0 0 0 0,0 0 1 0 0,-2-1-1 0 0,-1 0 0 0 0,-1-1 0 0 0,-1 1 0 0 0,-1-37 0 0 0,-3 49-78 0 0,0 1-1 0 0,-1-1 1 0 0,-1 1-1 0 0,0 0 1 0 0,-1 0-1 0 0,0 0 1 0 0,-1 0-1 0 0,-1 0 0 0 0,0 1 1 0 0,-1 0-1 0 0,0 1 1 0 0,-1-1-1 0 0,-1 1 1 0 0,0 1-1 0 0,0 0 1 0 0,-1 0-1 0 0,0 1 0 0 0,-1 0 1 0 0,-16-11-1 0 0,4 7-218 0 0,1 1 0 0 0,-2 1 0 0 0,0 1 0 0 0,0 1 0 0 0,-1 1 0 0 0,0 2 0 0 0,-1 0 0 0 0,0 2 0 0 0,1 0 0 0 0,-2 2 0 0 0,-30 0 0 0 0,-9 3-1218 0 0,-1 3 1 0 0,1 2-1 0 0,-85 19 0 0 0,4 11-2642 0 0,129-30 2810 0 0,1 1 0 0 0,-1 1 0 0 0,1 0 1 0 0,0 1-1 0 0,1 1 0 0 0,-20 15 0 0 0,11-1-3788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2:59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937 178 9757 0 0,'-13'-7'56'0'0,"1"1"0"0"0,-1 1 1 0 0,0 0-1 0 0,0 0 0 0 0,-1 1 1 0 0,1 1-1 0 0,-1 0 0 0 0,0 1 0 0 0,0 1 1 0 0,0 0-1 0 0,0 1 0 0 0,0 0 1 0 0,0 1-1 0 0,0 0 0 0 0,1 2 0 0 0,-15 3 1 0 0,-15 4 409 0 0,1 3 1 0 0,1 1-1 0 0,0 2 1 0 0,1 1-1 0 0,1 3 1 0 0,0 1-1 0 0,2 2 1 0 0,-37 29-1 0 0,45-30-84 0 0,2 2-1 0 0,0 1 0 0 0,2 1 0 0 0,1 1 0 0 0,1 1 0 0 0,1 1 0 0 0,2 1 0 0 0,1 1 0 0 0,1 0 0 0 0,-14 38 0 0 0,26-54-202 0 0,0 2-1 0 0,1-1 1 0 0,1 0-1 0 0,1 1 1 0 0,0 0-1 0 0,1 0 1 0 0,1 0-1 0 0,1 0 0 0 0,0 0 1 0 0,1 0-1 0 0,1 0 1 0 0,1 0-1 0 0,0 0 1 0 0,1-1-1 0 0,1 1 1 0 0,13 30-1 0 0,-8-27-49 0 0,1 0 1 0 0,1 0-1 0 0,1-2 1 0 0,1 1-1 0 0,1-2 0 0 0,0 0 1 0 0,1 0-1 0 0,0-2 1 0 0,2 0-1 0 0,0-1 0 0 0,0 0 1 0 0,22 10-1 0 0,-1-3-25 0 0,1-2-1 0 0,0-2 0 0 0,1-1 1 0 0,1-3-1 0 0,0-1 1 0 0,1-2-1 0 0,0-2 1 0 0,1-2-1 0 0,-1-2 0 0 0,1-1 1 0 0,0-3-1 0 0,0-2 1 0 0,0-1-1 0 0,-1-2 1 0 0,1-3-1 0 0,80-23 0 0 0,-101 22-73 0 0,0-2-1 0 0,-1 0 1 0 0,0-1-1 0 0,0-1 0 0 0,-1-1 1 0 0,-1 0-1 0 0,-1-2 1 0 0,0-1-1 0 0,-1 0 1 0 0,0-1-1 0 0,-2-1 0 0 0,0 0 1 0 0,-1-2-1 0 0,-1 1 1 0 0,15-33-1 0 0,-8 11-2 0 0,-3-2 1 0 0,-1-1-1 0 0,-3 0 0 0 0,-1-1 0 0 0,-2 0 1 0 0,-3-1-1 0 0,4-53 0 0 0,-10 68-22 0 0,-1 1 1 0 0,-1 0-1 0 0,-2 0 0 0 0,-1 0 0 0 0,-1 0 1 0 0,-2 0-1 0 0,-1 0 0 0 0,-17-43 1 0 0,18 58-32 0 0,-1 0 0 0 0,0 1 0 0 0,-1 0 0 0 0,-1 0 0 0 0,-1 1 0 0 0,0 0 0 0 0,-1 1 0 0 0,0 0 1 0 0,-1 0-1 0 0,0 1 0 0 0,-1 1 0 0 0,0 0 0 0 0,-1 1 0 0 0,0 1 0 0 0,-1 0 0 0 0,-29-13 0 0 0,13 11-172 0 0,-2 1-1 0 0,1 2 1 0 0,-1 1-1 0 0,-1 2 1 0 0,1 1-1 0 0,-1 1 1 0 0,1 2 0 0 0,-1 2-1 0 0,1 1 1 0 0,-61 11-1 0 0,36-1-871 0 0,0 3 0 0 0,1 2 0 0 0,0 3 0 0 0,2 2-1 0 0,-66 37 1 0 0,90-42-952 0 0,-40 30-1 0 0,61-39 1060 0 0,-1 0-1 0 0,1 1 0 0 0,0 1 1 0 0,1-1-1 0 0,0 2 1 0 0,-12 17-1 0 0,8 6-3660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3:00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818 51 9261 0 0,'-22'-4'124'0'0,"-1"2"-1"0"0,1 0 1 0 0,-1 1 0 0 0,1 2-1 0 0,-1 0 1 0 0,1 1 0 0 0,0 1-1 0 0,-1 2 1 0 0,1 0 0 0 0,1 1-1 0 0,-1 1 1 0 0,-35 17 0 0 0,11-1 442 0 0,1 2 0 0 0,2 1 0 0 0,0 3 0 0 0,-57 50 0 0 0,77-59-239 0 0,0 1 0 0 0,2 1 0 0 0,0 0 0 0 0,2 2 0 0 0,0 0 1 0 0,2 2-1 0 0,-20 37 0 0 0,31-50-167 0 0,0 1 1 0 0,1-1-1 0 0,0 1 0 0 0,1 0 0 0 0,1 1 1 0 0,0-1-1 0 0,1 1 0 0 0,0-1 1 0 0,1 1-1 0 0,1 0 0 0 0,0 0 0 0 0,1-1 1 0 0,1 1-1 0 0,1 0 0 0 0,-1-1 1 0 0,2 0-1 0 0,8 21 0 0 0,-4-15 1 0 0,2 0 0 0 0,1-1 0 0 0,0 0-1 0 0,1 0 1 0 0,1-1 0 0 0,1-1 0 0 0,0 0 0 0 0,32 28 0 0 0,-23-27-8 0 0,1 0 0 0 0,0-1 0 0 0,1-2 1 0 0,0 0-1 0 0,2-2 0 0 0,39 15 0 0 0,-39-18-58 0 0,1-1-1 0 0,0-2 1 0 0,0-1-1 0 0,0-1 1 0 0,1-1-1 0 0,0-2 1 0 0,0 0-1 0 0,0-2 1 0 0,-1-2-1 0 0,1 0 1 0 0,0-2-1 0 0,-1-1 0 0 0,0-2 1 0 0,0 0-1 0 0,30-13 1 0 0,-34 8-56 0 0,-1 0 0 0 0,-1-2 1 0 0,0-1-1 0 0,-1-1 0 0 0,0 0 1 0 0,-1-2-1 0 0,-1 0 0 0 0,-1-1 1 0 0,-1-1-1 0 0,-1 0 0 0 0,0-2 1 0 0,-1 0-1 0 0,-2 0 0 0 0,0-1 1 0 0,-2-1-1 0 0,14-39 0 0 0,-13 29-41 0 0,-2-1 0 0 0,-1-1-1 0 0,-2 0 1 0 0,-1 0 0 0 0,-2 0 0 0 0,-2 0-1 0 0,-1-1 1 0 0,-2 1 0 0 0,-1-1 0 0 0,-2 1-1 0 0,-12-52 1 0 0,12 75-30 0 0,0 0 0 0 0,0 1 0 0 0,-1-1-1 0 0,0 1 1 0 0,-2 0 0 0 0,1 0 0 0 0,-1 1 0 0 0,-1 0-1 0 0,0 0 1 0 0,0 1 0 0 0,-1 0 0 0 0,0 0-1 0 0,-1 1 1 0 0,0 0 0 0 0,-1 1 0 0 0,1 0 0 0 0,-2 1-1 0 0,-19-10 1 0 0,9 8-105 0 0,0 1-1 0 0,-1 0 1 0 0,1 2-1 0 0,-1 1 1 0 0,0 1-1 0 0,-1 1 1 0 0,1 1-1 0 0,-1 1 1 0 0,-45 4-1 0 0,20 1-505 0 0,1 3-1 0 0,0 2 1 0 0,-83 27 0 0 0,100-24-270 0 0,0 0 0 0 0,0 2 0 0 0,1 1 0 0 0,1 2 0 0 0,0 0 0 0 0,-35 30 0 0 0,57-41 296 0 0,-1 0 0 0 0,2 1 0 0 0,-1 0 0 0 0,1 0 0 0 0,0 1 0 0 0,0 0 0 0 0,1 0 0 0 0,0 0 0 0 0,-7 16 0 0 0,2 17-4280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3:01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533 55 10693 0 0,'-32'1'305'0'0,"0"1"0"0"0,0 2 0 0 0,0 1 1 0 0,0 1-1 0 0,0 2 0 0 0,-40 15 0 0 0,52-15 14 0 0,1 1 0 0 0,-1 0 0 0 0,1 1 0 0 0,1 2 0 0 0,0-1 0 0 0,0 2 0 0 0,2 1 0 0 0,-1 0 0 0 0,2 1 0 0 0,-20 23-1 0 0,28-29-161 0 0,1-1 0 0 0,1 0-1 0 0,0 1 1 0 0,0 0-1 0 0,0 1 1 0 0,1-1-1 0 0,1 1 1 0 0,0-1-1 0 0,0 1 1 0 0,1 0 0 0 0,0 0-1 0 0,0 0 1 0 0,1 1-1 0 0,1-1 1 0 0,0 13-1 0 0,2-9 2 0 0,1 0-1 0 0,0 0 0 0 0,0-1 0 0 0,2 1 1 0 0,-1-1-1 0 0,2 0 0 0 0,0 0 0 0 0,0-1 1 0 0,2 0-1 0 0,7 12 0 0 0,8 5 84 0 0,0-2 0 0 0,2 0 0 0 0,1-2 0 0 0,1-1-1 0 0,1 0 1 0 0,1-3 0 0 0,55 32 0 0 0,-34-27-195 0 0,1-3 0 0 0,0-2 0 0 0,2-3-1 0 0,0-1 1 0 0,1-3 0 0 0,1-3 0 0 0,0-2 0 0 0,0-2 0 0 0,77 0 0 0 0,-110-7-44 0 0,0-1 0 0 0,0-1 0 0 0,-1-1 0 0 0,1-1 0 0 0,-1-1 1 0 0,0-1-1 0 0,0-1 0 0 0,35-16 0 0 0,-42 16 11 0 0,0-1 1 0 0,0-1 0 0 0,-1-1-1 0 0,0 1 1 0 0,-1-2-1 0 0,0 0 1 0 0,-1 0-1 0 0,0-1 1 0 0,-1 0 0 0 0,-1-1-1 0 0,1 0 1 0 0,11-24-1 0 0,-10 13-1 0 0,-1-1-1 0 0,-1 1 1 0 0,0-2-1 0 0,-3 1 1 0 0,0-1-1 0 0,-1 0 1 0 0,-1 0-1 0 0,-2-1 1 0 0,-1 1-1 0 0,-1-1 1 0 0,-1 1-1 0 0,-1 0 1 0 0,-1-1-1 0 0,-2 1 1 0 0,0 0-1 0 0,-2 1 1 0 0,-11-29-1 0 0,12 40-13 0 0,-1 1 0 0 0,0 0-1 0 0,0 0 1 0 0,-1 0 0 0 0,-1 1-1 0 0,0 0 1 0 0,-1 1 0 0 0,0 0 0 0 0,-1 0-1 0 0,-14-11 1 0 0,7 10-8 0 0,1 0-1 0 0,-1 2 1 0 0,-1 0-1 0 0,0 0 1 0 0,0 2-1 0 0,-35-10 1 0 0,18 9-251 0 0,-1 2 1 0 0,0 1-1 0 0,-1 2 1 0 0,1 1-1 0 0,-1 3 0 0 0,0 1 1 0 0,-68 10-1 0 0,83-7-419 0 0,0 1 0 0 0,1 1 0 0 0,-1 0 0 0 0,-36 18 0 0 0,54-22 258 0 0,-1 1-1 0 0,1-1 1 0 0,0 1 0 0 0,0 0-1 0 0,0 1 1 0 0,0-1 0 0 0,0 1 0 0 0,1 0-1 0 0,0 0 1 0 0,0 0 0 0 0,0 1-1 0 0,0-1 1 0 0,0 1 0 0 0,1 0-1 0 0,0 0 1 0 0,0 0 0 0 0,1 1-1 0 0,-1-1 1 0 0,1 1 0 0 0,0-1 0 0 0,1 1-1 0 0,-1 0 1 0 0,1 0 0 0 0,0 5-1 0 0,5 28-4940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3:01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390 1 11541 0 0,'-32'0'378'0'0,"0"2"-1"0"0,0 1 1 0 0,0 1 0 0 0,-32 10 0 0 0,49-10-81 0 0,1 0 0 0 0,0 1 0 0 0,0 1 0 0 0,0 0 1 0 0,1 1-1 0 0,0 0 0 0 0,1 1 0 0 0,-1 1 0 0 0,1 0 1 0 0,-18 18-1 0 0,27-24-153 0 0,-1 1-1 0 0,1 0 1 0 0,0 0-1 0 0,0 0 1 0 0,1 1 0 0 0,-1-1-1 0 0,1 1 1 0 0,0-1 0 0 0,0 1-1 0 0,0 0 1 0 0,1 0 0 0 0,0 0-1 0 0,0 0 1 0 0,0 0 0 0 0,0 0-1 0 0,1 0 1 0 0,0 8 0 0 0,1-5 0 0 0,1 0 1 0 0,0-1-1 0 0,0 1 1 0 0,0 0-1 0 0,1-1 1 0 0,0 1-1 0 0,1-1 1 0 0,-1 0-1 0 0,1 0 1 0 0,6 8-1 0 0,4 2 53 0 0,0 0-1 0 0,1-1 0 0 0,1-1 1 0 0,1 0-1 0 0,0-2 1 0 0,0 1-1 0 0,22 10 0 0 0,-10-7 21 0 0,2-2-1 0 0,0-1 1 0 0,56 17 0 0 0,-66-25-111 0 0,0-2 1 0 0,0 0 0 0 0,1 0 0 0 0,-1-2-1 0 0,1-1 1 0 0,41-3 0 0 0,-57 2-97 0 0,0-1 0 0 0,0 0 1 0 0,-1 0-1 0 0,1-1 0 0 0,0 1 0 0 0,0-1 1 0 0,-1 0-1 0 0,1-1 0 0 0,-1 1 0 0 0,1-1 0 0 0,-1 0 1 0 0,0-1-1 0 0,0 1 0 0 0,-1-1 0 0 0,1 0 1 0 0,-1 0-1 0 0,1-1 0 0 0,-1 1 0 0 0,-1-1 1 0 0,1 0-1 0 0,-1 0 0 0 0,0 0 0 0 0,0 0 1 0 0,0-1-1 0 0,-1 1 0 0 0,1-1 0 0 0,-1 1 1 0 0,-1-1-1 0 0,1 0 0 0 0,-1 0 0 0 0,0 0 0 0 0,0 0 1 0 0,-1 0-1 0 0,0 0 0 0 0,0 0 0 0 0,0 0 1 0 0,-1 0-1 0 0,0 0 0 0 0,0 0 0 0 0,-1 0 1 0 0,1 0-1 0 0,-1 1 0 0 0,0-1 0 0 0,-5-7 1 0 0,2 3-288 0 0,0 1 0 0 0,-1 0 1 0 0,0 0-1 0 0,-1 1 1 0 0,1 0-1 0 0,-2 0 1 0 0,1 0-1 0 0,-1 1 1 0 0,0 0-1 0 0,-1 1 0 0 0,0 0 1 0 0,0 0-1 0 0,0 1 1 0 0,0 0-1 0 0,-1 0 1 0 0,0 1-1 0 0,0 1 0 0 0,0 0 1 0 0,-21-4-1 0 0,4 2-1332 0 0,0 2 0 0 0,0 0-1 0 0,0 2 1 0 0,-1 1-1 0 0,1 2 1 0 0,-48 7 0 0 0,2 5-4258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3:04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529 1 10357 0 0,'-19'2'-154'0'0,"1"2"-1"0"0,0 1 1 0 0,0 0-1 0 0,0 1 1 0 0,1 1 0 0 0,0 0-1 0 0,0 1 1 0 0,1 1-1 0 0,0 1 1 0 0,-23 18 0 0 0,-14 15 898 0 0,-69 72 0 0 0,120-113-742 0 0,-14 14 212 0 0,0 1 0 0 0,1 0 0 0 0,1 2 0 0 0,1-1-1 0 0,0 2 1 0 0,-17 37 0 0 0,26-47-127 0 0,0 0 0 0 0,1 1-1 0 0,0-1 1 0 0,0 0-1 0 0,2 1 1 0 0,-1 0 0 0 0,1-1-1 0 0,1 1 1 0 0,0 0 0 0 0,0-1-1 0 0,1 1 1 0 0,0 0 0 0 0,1-1-1 0 0,0 1 1 0 0,1-1 0 0 0,0 1-1 0 0,6 10 1 0 0,-3-8-29 0 0,0 0 0 0 0,1-1-1 0 0,1 0 1 0 0,0 0 0 0 0,1 0 0 0 0,0-1 0 0 0,1-1 0 0 0,0 1 0 0 0,1-2-1 0 0,18 14 1 0 0,-11-11-46 0 0,0-1-1 0 0,1-1 1 0 0,0-1-1 0 0,0-1 1 0 0,1 0-1 0 0,34 7 1 0 0,-15-7-56 0 0,0-2 1 0 0,0-2 0 0 0,1-1-1 0 0,-1-2 1 0 0,1-2 0 0 0,-1-2-1 0 0,55-10 1 0 0,-74 9 65 0 0,0 0 0 0 0,0-1 0 0 0,0-2 0 0 0,-1 0 0 0 0,1-1 0 0 0,-2 0 0 0 0,1-2 0 0 0,-2 0 1 0 0,1-2-1 0 0,-1 1 0 0 0,-1-2 0 0 0,0 0 0 0 0,-1-1 0 0 0,0-1 0 0 0,-1 0 0 0 0,-1-1 0 0 0,-1 0 0 0 0,0-1 0 0 0,-1-1 0 0 0,0 0 0 0 0,-2 0 0 0 0,0-1 0 0 0,-1 0 1 0 0,-1 0-1 0 0,-1-1 0 0 0,-1 0 0 0 0,0 0 0 0 0,-2 0 0 0 0,2-24 0 0 0,-4 27-11 0 0,-1 0 1 0 0,0 1-1 0 0,-1-1 1 0 0,-1 0-1 0 0,0 1 0 0 0,-1-1 1 0 0,-1 1-1 0 0,-1 0 1 0 0,0 0-1 0 0,-1 0 0 0 0,-15-27 1 0 0,14 33-28 0 0,0 0 0 0 0,0 0 1 0 0,-1 1-1 0 0,0 0 0 0 0,0 1 1 0 0,-1 0-1 0 0,0 0 0 0 0,-1 0 1 0 0,1 2-1 0 0,-1-1 0 0 0,-1 1 1 0 0,1 0-1 0 0,-1 1 0 0 0,0 1 1 0 0,-1-1-1 0 0,1 2 0 0 0,-17-4 1 0 0,-2 2-209 0 0,-1 1 1 0 0,-1 2-1 0 0,1 1 1 0 0,0 1-1 0 0,0 2 1 0 0,-37 6-1 0 0,8 4-1141 0 0,0 2 0 0 0,-68 25 0 0 0,109-32 534 0 0,0 1 0 0 0,0 0 0 0 0,1 1-1 0 0,-32 22 1 0 0,10 0-1590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3:55:36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1139 0 772 0 0,'-57'4'311'0'0,"1"2"0"0"0,0 3 1 0 0,-63 18-1 0 0,26-7 126 0 0,16-3 20 0 0,-104 36 1 0 0,145-39-331 0 0,0 1 0 0 0,2 2-1 0 0,0 2 1 0 0,-61 42 0 0 0,60-35-15 0 0,1 2 0 0 0,1 1 0 0 0,-53 60 0 0 0,77-77-88 0 0,1-1-1 0 0,0 1 1 0 0,0 0 0 0 0,1 1 0 0 0,1 0 0 0 0,0 0 0 0 0,1 0 0 0 0,0 1 0 0 0,1 0 0 0 0,1 0 0 0 0,0 0 0 0 0,1 0 0 0 0,0 1 0 0 0,1-1 0 0 0,2 26 0 0 0,3-2-24 0 0,2 1-1 0 0,2-1 1 0 0,1-1 0 0 0,15 39 0 0 0,-15-51-98 0 0,2-1-1 0 0,0 0 1 0 0,2 0 0 0 0,0-1 0 0 0,2-1 0 0 0,31 38 0 0 0,-35-50 59 0 0,1 1-1 0 0,-1-2 1 0 0,2 0 0 0 0,-1 0 0 0 0,2-1-1 0 0,-1-1 1 0 0,1 0 0 0 0,0-1 0 0 0,0 0 0 0 0,0-1-1 0 0,1-1 1 0 0,0 0 0 0 0,0-1 0 0 0,0-1 0 0 0,0 0-1 0 0,1-1 1 0 0,28-1 0 0 0,4-4 19 0 0,-1-2 0 0 0,0-2 0 0 0,0-1 0 0 0,67-25 0 0 0,-45 12 50 0 0,-2-4-1 0 0,0-2 1 0 0,-2-4-1 0 0,-2-2 1 0 0,-1-3-1 0 0,91-71 1 0 0,-134 91-3 0 0,0 0 0 0 0,-2-1 0 0 0,0-1 0 0 0,26-39 0 0 0,-37 51-11 0 0,-2 0 0 0 0,1-1 0 0 0,-1 1 0 0 0,0-1 0 0 0,-1-1 0 0 0,0 1 0 0 0,0 0 1 0 0,-1-1-1 0 0,0 1 0 0 0,0-1 0 0 0,-1 0 0 0 0,0 1 0 0 0,-1-1 0 0 0,1 0 0 0 0,-2 0 0 0 0,1 0 0 0 0,-4-14 0 0 0,1 16-16 0 0,-1-1-1 0 0,0 1 1 0 0,0 0-1 0 0,0 0 0 0 0,-1 0 1 0 0,0 0-1 0 0,0 1 1 0 0,-1 0-1 0 0,0 0 1 0 0,0 0-1 0 0,0 1 1 0 0,-1 0-1 0 0,0 0 1 0 0,0 1-1 0 0,0-1 1 0 0,-14-5-1 0 0,1 2-107 0 0,0 0-1 0 0,-1 1 0 0 0,0 1 0 0 0,0 1 0 0 0,-30-4 1 0 0,13 6-608 0 0,-59 3 0 0 0,31 5 38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customXml" Target="../ink/ink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customXml" Target="../ink/ink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customXml" Target="../ink/ink10.xml"/><Relationship Id="rId4" Type="http://schemas.openxmlformats.org/officeDocument/2006/relationships/image" Target="../media/image810.png"/><Relationship Id="rId9" Type="http://schemas.openxmlformats.org/officeDocument/2006/relationships/comments" Target="../comments/commen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customXml" Target="../ink/ink16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6.png"/><Relationship Id="rId21" Type="http://schemas.openxmlformats.org/officeDocument/2006/relationships/customXml" Target="../ink/ink30.xml"/><Relationship Id="rId42" Type="http://schemas.openxmlformats.org/officeDocument/2006/relationships/image" Target="../media/image54.png"/><Relationship Id="rId47" Type="http://schemas.openxmlformats.org/officeDocument/2006/relationships/customXml" Target="../ink/ink43.xml"/><Relationship Id="rId63" Type="http://schemas.openxmlformats.org/officeDocument/2006/relationships/customXml" Target="../ink/ink51.xml"/><Relationship Id="rId68" Type="http://schemas.openxmlformats.org/officeDocument/2006/relationships/image" Target="../media/image67.png"/><Relationship Id="rId84" Type="http://schemas.openxmlformats.org/officeDocument/2006/relationships/image" Target="../media/image75.png"/><Relationship Id="rId16" Type="http://schemas.openxmlformats.org/officeDocument/2006/relationships/image" Target="../media/image41.png"/><Relationship Id="rId11" Type="http://schemas.openxmlformats.org/officeDocument/2006/relationships/customXml" Target="../ink/ink25.xml"/><Relationship Id="rId32" Type="http://schemas.openxmlformats.org/officeDocument/2006/relationships/image" Target="../media/image49.png"/><Relationship Id="rId37" Type="http://schemas.openxmlformats.org/officeDocument/2006/relationships/customXml" Target="../ink/ink38.xml"/><Relationship Id="rId53" Type="http://schemas.openxmlformats.org/officeDocument/2006/relationships/customXml" Target="../ink/ink46.xml"/><Relationship Id="rId58" Type="http://schemas.openxmlformats.org/officeDocument/2006/relationships/image" Target="../media/image62.png"/><Relationship Id="rId74" Type="http://schemas.openxmlformats.org/officeDocument/2006/relationships/image" Target="../media/image70.png"/><Relationship Id="rId79" Type="http://schemas.openxmlformats.org/officeDocument/2006/relationships/customXml" Target="../ink/ink59.xml"/><Relationship Id="rId5" Type="http://schemas.openxmlformats.org/officeDocument/2006/relationships/customXml" Target="../ink/ink22.xml"/><Relationship Id="rId19" Type="http://schemas.openxmlformats.org/officeDocument/2006/relationships/customXml" Target="../ink/ink29.xml"/><Relationship Id="rId14" Type="http://schemas.openxmlformats.org/officeDocument/2006/relationships/image" Target="../media/image40.png"/><Relationship Id="rId22" Type="http://schemas.openxmlformats.org/officeDocument/2006/relationships/image" Target="../media/image44.png"/><Relationship Id="rId27" Type="http://schemas.openxmlformats.org/officeDocument/2006/relationships/customXml" Target="../ink/ink33.xml"/><Relationship Id="rId30" Type="http://schemas.openxmlformats.org/officeDocument/2006/relationships/image" Target="../media/image48.png"/><Relationship Id="rId35" Type="http://schemas.openxmlformats.org/officeDocument/2006/relationships/customXml" Target="../ink/ink37.xml"/><Relationship Id="rId43" Type="http://schemas.openxmlformats.org/officeDocument/2006/relationships/customXml" Target="../ink/ink41.xml"/><Relationship Id="rId48" Type="http://schemas.openxmlformats.org/officeDocument/2006/relationships/image" Target="../media/image57.png"/><Relationship Id="rId56" Type="http://schemas.openxmlformats.org/officeDocument/2006/relationships/image" Target="../media/image61.png"/><Relationship Id="rId64" Type="http://schemas.openxmlformats.org/officeDocument/2006/relationships/image" Target="../media/image65.png"/><Relationship Id="rId69" Type="http://schemas.openxmlformats.org/officeDocument/2006/relationships/customXml" Target="../ink/ink54.xml"/><Relationship Id="rId77" Type="http://schemas.openxmlformats.org/officeDocument/2006/relationships/customXml" Target="../ink/ink58.xml"/><Relationship Id="rId8" Type="http://schemas.openxmlformats.org/officeDocument/2006/relationships/image" Target="../media/image37.png"/><Relationship Id="rId51" Type="http://schemas.openxmlformats.org/officeDocument/2006/relationships/customXml" Target="../ink/ink45.xml"/><Relationship Id="rId72" Type="http://schemas.openxmlformats.org/officeDocument/2006/relationships/image" Target="../media/image69.png"/><Relationship Id="rId80" Type="http://schemas.openxmlformats.org/officeDocument/2006/relationships/image" Target="../media/image73.png"/><Relationship Id="rId85" Type="http://schemas.openxmlformats.org/officeDocument/2006/relationships/customXml" Target="../ink/ink62.xml"/><Relationship Id="rId3" Type="http://schemas.openxmlformats.org/officeDocument/2006/relationships/customXml" Target="../ink/ink21.xml"/><Relationship Id="rId12" Type="http://schemas.openxmlformats.org/officeDocument/2006/relationships/image" Target="../media/image39.png"/><Relationship Id="rId17" Type="http://schemas.openxmlformats.org/officeDocument/2006/relationships/customXml" Target="../ink/ink28.xml"/><Relationship Id="rId25" Type="http://schemas.openxmlformats.org/officeDocument/2006/relationships/customXml" Target="../ink/ink32.xml"/><Relationship Id="rId33" Type="http://schemas.openxmlformats.org/officeDocument/2006/relationships/customXml" Target="../ink/ink36.xml"/><Relationship Id="rId38" Type="http://schemas.openxmlformats.org/officeDocument/2006/relationships/image" Target="../media/image52.png"/><Relationship Id="rId46" Type="http://schemas.openxmlformats.org/officeDocument/2006/relationships/image" Target="../media/image56.png"/><Relationship Id="rId59" Type="http://schemas.openxmlformats.org/officeDocument/2006/relationships/customXml" Target="../ink/ink49.xml"/><Relationship Id="rId67" Type="http://schemas.openxmlformats.org/officeDocument/2006/relationships/customXml" Target="../ink/ink53.xml"/><Relationship Id="rId20" Type="http://schemas.openxmlformats.org/officeDocument/2006/relationships/image" Target="../media/image43.png"/><Relationship Id="rId41" Type="http://schemas.openxmlformats.org/officeDocument/2006/relationships/customXml" Target="../ink/ink40.xml"/><Relationship Id="rId54" Type="http://schemas.openxmlformats.org/officeDocument/2006/relationships/image" Target="../media/image60.png"/><Relationship Id="rId62" Type="http://schemas.openxmlformats.org/officeDocument/2006/relationships/image" Target="../media/image64.png"/><Relationship Id="rId70" Type="http://schemas.openxmlformats.org/officeDocument/2006/relationships/image" Target="../media/image68.png"/><Relationship Id="rId75" Type="http://schemas.openxmlformats.org/officeDocument/2006/relationships/customXml" Target="../ink/ink57.xml"/><Relationship Id="rId83" Type="http://schemas.openxmlformats.org/officeDocument/2006/relationships/customXml" Target="../ink/ink61.xml"/><Relationship Id="rId88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5" Type="http://schemas.openxmlformats.org/officeDocument/2006/relationships/customXml" Target="../ink/ink27.xml"/><Relationship Id="rId23" Type="http://schemas.openxmlformats.org/officeDocument/2006/relationships/customXml" Target="../ink/ink31.xml"/><Relationship Id="rId28" Type="http://schemas.openxmlformats.org/officeDocument/2006/relationships/image" Target="../media/image47.png"/><Relationship Id="rId36" Type="http://schemas.openxmlformats.org/officeDocument/2006/relationships/image" Target="../media/image51.png"/><Relationship Id="rId49" Type="http://schemas.openxmlformats.org/officeDocument/2006/relationships/customXml" Target="../ink/ink44.xml"/><Relationship Id="rId57" Type="http://schemas.openxmlformats.org/officeDocument/2006/relationships/customXml" Target="../ink/ink48.xml"/><Relationship Id="rId10" Type="http://schemas.openxmlformats.org/officeDocument/2006/relationships/image" Target="../media/image38.png"/><Relationship Id="rId31" Type="http://schemas.openxmlformats.org/officeDocument/2006/relationships/customXml" Target="../ink/ink35.xml"/><Relationship Id="rId44" Type="http://schemas.openxmlformats.org/officeDocument/2006/relationships/image" Target="../media/image55.png"/><Relationship Id="rId52" Type="http://schemas.openxmlformats.org/officeDocument/2006/relationships/image" Target="../media/image59.png"/><Relationship Id="rId60" Type="http://schemas.openxmlformats.org/officeDocument/2006/relationships/image" Target="../media/image63.png"/><Relationship Id="rId65" Type="http://schemas.openxmlformats.org/officeDocument/2006/relationships/customXml" Target="../ink/ink52.xml"/><Relationship Id="rId73" Type="http://schemas.openxmlformats.org/officeDocument/2006/relationships/customXml" Target="../ink/ink56.xml"/><Relationship Id="rId78" Type="http://schemas.openxmlformats.org/officeDocument/2006/relationships/image" Target="../media/image72.png"/><Relationship Id="rId81" Type="http://schemas.openxmlformats.org/officeDocument/2006/relationships/customXml" Target="../ink/ink60.xml"/><Relationship Id="rId86" Type="http://schemas.openxmlformats.org/officeDocument/2006/relationships/image" Target="../media/image76.png"/><Relationship Id="rId4" Type="http://schemas.openxmlformats.org/officeDocument/2006/relationships/image" Target="../media/image35.png"/><Relationship Id="rId9" Type="http://schemas.openxmlformats.org/officeDocument/2006/relationships/customXml" Target="../ink/ink24.xml"/><Relationship Id="rId13" Type="http://schemas.openxmlformats.org/officeDocument/2006/relationships/customXml" Target="../ink/ink26.xml"/><Relationship Id="rId18" Type="http://schemas.openxmlformats.org/officeDocument/2006/relationships/image" Target="../media/image42.png"/><Relationship Id="rId39" Type="http://schemas.openxmlformats.org/officeDocument/2006/relationships/customXml" Target="../ink/ink39.xml"/><Relationship Id="rId34" Type="http://schemas.openxmlformats.org/officeDocument/2006/relationships/image" Target="../media/image50.png"/><Relationship Id="rId50" Type="http://schemas.openxmlformats.org/officeDocument/2006/relationships/image" Target="../media/image58.png"/><Relationship Id="rId55" Type="http://schemas.openxmlformats.org/officeDocument/2006/relationships/customXml" Target="../ink/ink47.xml"/><Relationship Id="rId76" Type="http://schemas.openxmlformats.org/officeDocument/2006/relationships/image" Target="../media/image71.png"/><Relationship Id="rId7" Type="http://schemas.openxmlformats.org/officeDocument/2006/relationships/customXml" Target="../ink/ink23.xml"/><Relationship Id="rId71" Type="http://schemas.openxmlformats.org/officeDocument/2006/relationships/customXml" Target="../ink/ink55.xml"/><Relationship Id="rId2" Type="http://schemas.openxmlformats.org/officeDocument/2006/relationships/image" Target="../media/image34.jpg"/><Relationship Id="rId29" Type="http://schemas.openxmlformats.org/officeDocument/2006/relationships/customXml" Target="../ink/ink34.xml"/><Relationship Id="rId24" Type="http://schemas.openxmlformats.org/officeDocument/2006/relationships/image" Target="../media/image45.png"/><Relationship Id="rId40" Type="http://schemas.openxmlformats.org/officeDocument/2006/relationships/image" Target="../media/image53.png"/><Relationship Id="rId45" Type="http://schemas.openxmlformats.org/officeDocument/2006/relationships/customXml" Target="../ink/ink42.xml"/><Relationship Id="rId66" Type="http://schemas.openxmlformats.org/officeDocument/2006/relationships/image" Target="../media/image66.png"/><Relationship Id="rId87" Type="http://schemas.openxmlformats.org/officeDocument/2006/relationships/customXml" Target="../ink/ink63.xml"/><Relationship Id="rId61" Type="http://schemas.openxmlformats.org/officeDocument/2006/relationships/customXml" Target="../ink/ink50.xml"/><Relationship Id="rId82" Type="http://schemas.openxmlformats.org/officeDocument/2006/relationships/image" Target="../media/image7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customXml" Target="../ink/ink6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8.xml"/><Relationship Id="rId3" Type="http://schemas.openxmlformats.org/officeDocument/2006/relationships/image" Target="../media/image79.png"/><Relationship Id="rId7" Type="http://schemas.openxmlformats.org/officeDocument/2006/relationships/image" Target="../media/image81.png"/><Relationship Id="rId2" Type="http://schemas.openxmlformats.org/officeDocument/2006/relationships/customXml" Target="../ink/ink6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7.xml"/><Relationship Id="rId5" Type="http://schemas.openxmlformats.org/officeDocument/2006/relationships/image" Target="../media/image80.png"/><Relationship Id="rId4" Type="http://schemas.openxmlformats.org/officeDocument/2006/relationships/customXml" Target="../ink/ink66.xml"/><Relationship Id="rId9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0.png"/><Relationship Id="rId21" Type="http://schemas.openxmlformats.org/officeDocument/2006/relationships/image" Target="../media/image92.png"/><Relationship Id="rId42" Type="http://schemas.openxmlformats.org/officeDocument/2006/relationships/customXml" Target="../ink/ink89.xml"/><Relationship Id="rId63" Type="http://schemas.openxmlformats.org/officeDocument/2006/relationships/image" Target="../media/image113.png"/><Relationship Id="rId84" Type="http://schemas.openxmlformats.org/officeDocument/2006/relationships/customXml" Target="../ink/ink110.xml"/><Relationship Id="rId138" Type="http://schemas.openxmlformats.org/officeDocument/2006/relationships/customXml" Target="../ink/ink137.xml"/><Relationship Id="rId159" Type="http://schemas.openxmlformats.org/officeDocument/2006/relationships/image" Target="../media/image161.png"/><Relationship Id="rId170" Type="http://schemas.openxmlformats.org/officeDocument/2006/relationships/customXml" Target="../ink/ink153.xml"/><Relationship Id="rId107" Type="http://schemas.openxmlformats.org/officeDocument/2006/relationships/image" Target="../media/image135.png"/><Relationship Id="rId11" Type="http://schemas.openxmlformats.org/officeDocument/2006/relationships/image" Target="../media/image87.png"/><Relationship Id="rId32" Type="http://schemas.openxmlformats.org/officeDocument/2006/relationships/customXml" Target="../ink/ink84.xml"/><Relationship Id="rId53" Type="http://schemas.openxmlformats.org/officeDocument/2006/relationships/image" Target="../media/image108.png"/><Relationship Id="rId74" Type="http://schemas.openxmlformats.org/officeDocument/2006/relationships/customXml" Target="../ink/ink105.xml"/><Relationship Id="rId128" Type="http://schemas.openxmlformats.org/officeDocument/2006/relationships/customXml" Target="../ink/ink132.xml"/><Relationship Id="rId149" Type="http://schemas.openxmlformats.org/officeDocument/2006/relationships/image" Target="../media/image156.png"/><Relationship Id="rId5" Type="http://schemas.openxmlformats.org/officeDocument/2006/relationships/image" Target="../media/image84.png"/><Relationship Id="rId95" Type="http://schemas.openxmlformats.org/officeDocument/2006/relationships/image" Target="../media/image129.png"/><Relationship Id="rId160" Type="http://schemas.openxmlformats.org/officeDocument/2006/relationships/customXml" Target="../ink/ink148.xml"/><Relationship Id="rId22" Type="http://schemas.openxmlformats.org/officeDocument/2006/relationships/customXml" Target="../ink/ink79.xml"/><Relationship Id="rId43" Type="http://schemas.openxmlformats.org/officeDocument/2006/relationships/image" Target="../media/image103.png"/><Relationship Id="rId64" Type="http://schemas.openxmlformats.org/officeDocument/2006/relationships/customXml" Target="../ink/ink100.xml"/><Relationship Id="rId118" Type="http://schemas.openxmlformats.org/officeDocument/2006/relationships/customXml" Target="../ink/ink127.xml"/><Relationship Id="rId139" Type="http://schemas.openxmlformats.org/officeDocument/2006/relationships/image" Target="../media/image151.png"/><Relationship Id="rId85" Type="http://schemas.openxmlformats.org/officeDocument/2006/relationships/image" Target="../media/image124.png"/><Relationship Id="rId150" Type="http://schemas.openxmlformats.org/officeDocument/2006/relationships/customXml" Target="../ink/ink143.xml"/><Relationship Id="rId171" Type="http://schemas.openxmlformats.org/officeDocument/2006/relationships/image" Target="../media/image167.png"/><Relationship Id="rId12" Type="http://schemas.openxmlformats.org/officeDocument/2006/relationships/customXml" Target="../ink/ink74.xml"/><Relationship Id="rId33" Type="http://schemas.openxmlformats.org/officeDocument/2006/relationships/image" Target="../media/image98.png"/><Relationship Id="rId108" Type="http://schemas.openxmlformats.org/officeDocument/2006/relationships/customXml" Target="../ink/ink122.xml"/><Relationship Id="rId129" Type="http://schemas.openxmlformats.org/officeDocument/2006/relationships/image" Target="../media/image146.png"/><Relationship Id="rId54" Type="http://schemas.openxmlformats.org/officeDocument/2006/relationships/customXml" Target="../ink/ink95.xml"/><Relationship Id="rId75" Type="http://schemas.openxmlformats.org/officeDocument/2006/relationships/image" Target="../media/image119.png"/><Relationship Id="rId96" Type="http://schemas.openxmlformats.org/officeDocument/2006/relationships/customXml" Target="../ink/ink116.xml"/><Relationship Id="rId140" Type="http://schemas.openxmlformats.org/officeDocument/2006/relationships/customXml" Target="../ink/ink138.xml"/><Relationship Id="rId161" Type="http://schemas.openxmlformats.org/officeDocument/2006/relationships/image" Target="../media/image162.png"/><Relationship Id="rId6" Type="http://schemas.openxmlformats.org/officeDocument/2006/relationships/customXml" Target="../ink/ink71.xml"/><Relationship Id="rId23" Type="http://schemas.openxmlformats.org/officeDocument/2006/relationships/image" Target="../media/image93.png"/><Relationship Id="rId28" Type="http://schemas.openxmlformats.org/officeDocument/2006/relationships/customXml" Target="../ink/ink82.xml"/><Relationship Id="rId49" Type="http://schemas.openxmlformats.org/officeDocument/2006/relationships/image" Target="../media/image106.png"/><Relationship Id="rId114" Type="http://schemas.openxmlformats.org/officeDocument/2006/relationships/customXml" Target="../ink/ink125.xml"/><Relationship Id="rId119" Type="http://schemas.openxmlformats.org/officeDocument/2006/relationships/image" Target="../media/image141.png"/><Relationship Id="rId44" Type="http://schemas.openxmlformats.org/officeDocument/2006/relationships/customXml" Target="../ink/ink90.xml"/><Relationship Id="rId60" Type="http://schemas.openxmlformats.org/officeDocument/2006/relationships/customXml" Target="../ink/ink98.xml"/><Relationship Id="rId65" Type="http://schemas.openxmlformats.org/officeDocument/2006/relationships/image" Target="../media/image114.png"/><Relationship Id="rId81" Type="http://schemas.openxmlformats.org/officeDocument/2006/relationships/image" Target="../media/image122.png"/><Relationship Id="rId86" Type="http://schemas.openxmlformats.org/officeDocument/2006/relationships/customXml" Target="../ink/ink111.xml"/><Relationship Id="rId130" Type="http://schemas.openxmlformats.org/officeDocument/2006/relationships/customXml" Target="../ink/ink133.xml"/><Relationship Id="rId135" Type="http://schemas.openxmlformats.org/officeDocument/2006/relationships/image" Target="../media/image149.png"/><Relationship Id="rId151" Type="http://schemas.openxmlformats.org/officeDocument/2006/relationships/image" Target="../media/image157.png"/><Relationship Id="rId156" Type="http://schemas.openxmlformats.org/officeDocument/2006/relationships/customXml" Target="../ink/ink146.xml"/><Relationship Id="rId177" Type="http://schemas.openxmlformats.org/officeDocument/2006/relationships/image" Target="../media/image170.png"/><Relationship Id="rId172" Type="http://schemas.openxmlformats.org/officeDocument/2006/relationships/customXml" Target="../ink/ink154.xml"/><Relationship Id="rId13" Type="http://schemas.openxmlformats.org/officeDocument/2006/relationships/image" Target="../media/image88.png"/><Relationship Id="rId18" Type="http://schemas.openxmlformats.org/officeDocument/2006/relationships/customXml" Target="../ink/ink77.xml"/><Relationship Id="rId39" Type="http://schemas.openxmlformats.org/officeDocument/2006/relationships/image" Target="../media/image101.png"/><Relationship Id="rId109" Type="http://schemas.openxmlformats.org/officeDocument/2006/relationships/image" Target="../media/image136.png"/><Relationship Id="rId34" Type="http://schemas.openxmlformats.org/officeDocument/2006/relationships/customXml" Target="../ink/ink85.xml"/><Relationship Id="rId50" Type="http://schemas.openxmlformats.org/officeDocument/2006/relationships/customXml" Target="../ink/ink93.xml"/><Relationship Id="rId55" Type="http://schemas.openxmlformats.org/officeDocument/2006/relationships/image" Target="../media/image109.png"/><Relationship Id="rId76" Type="http://schemas.openxmlformats.org/officeDocument/2006/relationships/customXml" Target="../ink/ink106.xml"/><Relationship Id="rId97" Type="http://schemas.openxmlformats.org/officeDocument/2006/relationships/image" Target="../media/image130.png"/><Relationship Id="rId104" Type="http://schemas.openxmlformats.org/officeDocument/2006/relationships/customXml" Target="../ink/ink120.xml"/><Relationship Id="rId120" Type="http://schemas.openxmlformats.org/officeDocument/2006/relationships/customXml" Target="../ink/ink128.xml"/><Relationship Id="rId125" Type="http://schemas.openxmlformats.org/officeDocument/2006/relationships/image" Target="../media/image144.png"/><Relationship Id="rId141" Type="http://schemas.openxmlformats.org/officeDocument/2006/relationships/image" Target="../media/image152.png"/><Relationship Id="rId146" Type="http://schemas.openxmlformats.org/officeDocument/2006/relationships/customXml" Target="../ink/ink141.xml"/><Relationship Id="rId167" Type="http://schemas.openxmlformats.org/officeDocument/2006/relationships/image" Target="../media/image165.png"/><Relationship Id="rId7" Type="http://schemas.openxmlformats.org/officeDocument/2006/relationships/image" Target="../media/image85.png"/><Relationship Id="rId71" Type="http://schemas.openxmlformats.org/officeDocument/2006/relationships/image" Target="../media/image117.png"/><Relationship Id="rId92" Type="http://schemas.openxmlformats.org/officeDocument/2006/relationships/customXml" Target="../ink/ink114.xml"/><Relationship Id="rId162" Type="http://schemas.openxmlformats.org/officeDocument/2006/relationships/customXml" Target="../ink/ink149.xml"/><Relationship Id="rId2" Type="http://schemas.openxmlformats.org/officeDocument/2006/relationships/customXml" Target="../ink/ink69.xml"/><Relationship Id="rId29" Type="http://schemas.openxmlformats.org/officeDocument/2006/relationships/image" Target="../media/image96.png"/><Relationship Id="rId24" Type="http://schemas.openxmlformats.org/officeDocument/2006/relationships/customXml" Target="../ink/ink80.xml"/><Relationship Id="rId40" Type="http://schemas.openxmlformats.org/officeDocument/2006/relationships/customXml" Target="../ink/ink88.xml"/><Relationship Id="rId45" Type="http://schemas.openxmlformats.org/officeDocument/2006/relationships/image" Target="../media/image104.png"/><Relationship Id="rId66" Type="http://schemas.openxmlformats.org/officeDocument/2006/relationships/customXml" Target="../ink/ink101.xml"/><Relationship Id="rId87" Type="http://schemas.openxmlformats.org/officeDocument/2006/relationships/image" Target="../media/image125.png"/><Relationship Id="rId110" Type="http://schemas.openxmlformats.org/officeDocument/2006/relationships/customXml" Target="../ink/ink123.xml"/><Relationship Id="rId115" Type="http://schemas.openxmlformats.org/officeDocument/2006/relationships/image" Target="../media/image139.png"/><Relationship Id="rId131" Type="http://schemas.openxmlformats.org/officeDocument/2006/relationships/image" Target="../media/image147.png"/><Relationship Id="rId136" Type="http://schemas.openxmlformats.org/officeDocument/2006/relationships/customXml" Target="../ink/ink136.xml"/><Relationship Id="rId157" Type="http://schemas.openxmlformats.org/officeDocument/2006/relationships/image" Target="../media/image160.png"/><Relationship Id="rId178" Type="http://schemas.openxmlformats.org/officeDocument/2006/relationships/customXml" Target="../ink/ink157.xml"/><Relationship Id="rId61" Type="http://schemas.openxmlformats.org/officeDocument/2006/relationships/image" Target="../media/image112.png"/><Relationship Id="rId82" Type="http://schemas.openxmlformats.org/officeDocument/2006/relationships/customXml" Target="../ink/ink109.xml"/><Relationship Id="rId152" Type="http://schemas.openxmlformats.org/officeDocument/2006/relationships/customXml" Target="../ink/ink144.xml"/><Relationship Id="rId173" Type="http://schemas.openxmlformats.org/officeDocument/2006/relationships/image" Target="../media/image168.png"/><Relationship Id="rId19" Type="http://schemas.openxmlformats.org/officeDocument/2006/relationships/image" Target="../media/image91.png"/><Relationship Id="rId14" Type="http://schemas.openxmlformats.org/officeDocument/2006/relationships/customXml" Target="../ink/ink75.xml"/><Relationship Id="rId30" Type="http://schemas.openxmlformats.org/officeDocument/2006/relationships/customXml" Target="../ink/ink83.xml"/><Relationship Id="rId35" Type="http://schemas.openxmlformats.org/officeDocument/2006/relationships/image" Target="../media/image99.png"/><Relationship Id="rId56" Type="http://schemas.openxmlformats.org/officeDocument/2006/relationships/customXml" Target="../ink/ink96.xml"/><Relationship Id="rId77" Type="http://schemas.openxmlformats.org/officeDocument/2006/relationships/image" Target="../media/image120.png"/><Relationship Id="rId100" Type="http://schemas.openxmlformats.org/officeDocument/2006/relationships/customXml" Target="../ink/ink118.xml"/><Relationship Id="rId105" Type="http://schemas.openxmlformats.org/officeDocument/2006/relationships/image" Target="../media/image134.png"/><Relationship Id="rId126" Type="http://schemas.openxmlformats.org/officeDocument/2006/relationships/customXml" Target="../ink/ink131.xml"/><Relationship Id="rId147" Type="http://schemas.openxmlformats.org/officeDocument/2006/relationships/image" Target="../media/image155.png"/><Relationship Id="rId168" Type="http://schemas.openxmlformats.org/officeDocument/2006/relationships/customXml" Target="../ink/ink152.xml"/><Relationship Id="rId8" Type="http://schemas.openxmlformats.org/officeDocument/2006/relationships/customXml" Target="../ink/ink72.xml"/><Relationship Id="rId51" Type="http://schemas.openxmlformats.org/officeDocument/2006/relationships/image" Target="../media/image107.png"/><Relationship Id="rId72" Type="http://schemas.openxmlformats.org/officeDocument/2006/relationships/customXml" Target="../ink/ink104.xml"/><Relationship Id="rId93" Type="http://schemas.openxmlformats.org/officeDocument/2006/relationships/image" Target="../media/image128.png"/><Relationship Id="rId98" Type="http://schemas.openxmlformats.org/officeDocument/2006/relationships/customXml" Target="../ink/ink117.xml"/><Relationship Id="rId121" Type="http://schemas.openxmlformats.org/officeDocument/2006/relationships/image" Target="../media/image142.png"/><Relationship Id="rId142" Type="http://schemas.openxmlformats.org/officeDocument/2006/relationships/customXml" Target="../ink/ink139.xml"/><Relationship Id="rId163" Type="http://schemas.openxmlformats.org/officeDocument/2006/relationships/image" Target="../media/image163.png"/><Relationship Id="rId3" Type="http://schemas.openxmlformats.org/officeDocument/2006/relationships/image" Target="../media/image83.png"/><Relationship Id="rId25" Type="http://schemas.openxmlformats.org/officeDocument/2006/relationships/image" Target="../media/image94.png"/><Relationship Id="rId46" Type="http://schemas.openxmlformats.org/officeDocument/2006/relationships/customXml" Target="../ink/ink91.xml"/><Relationship Id="rId67" Type="http://schemas.openxmlformats.org/officeDocument/2006/relationships/image" Target="../media/image115.png"/><Relationship Id="rId116" Type="http://schemas.openxmlformats.org/officeDocument/2006/relationships/customXml" Target="../ink/ink126.xml"/><Relationship Id="rId137" Type="http://schemas.openxmlformats.org/officeDocument/2006/relationships/image" Target="../media/image150.png"/><Relationship Id="rId158" Type="http://schemas.openxmlformats.org/officeDocument/2006/relationships/customXml" Target="../ink/ink147.xml"/><Relationship Id="rId20" Type="http://schemas.openxmlformats.org/officeDocument/2006/relationships/customXml" Target="../ink/ink78.xml"/><Relationship Id="rId41" Type="http://schemas.openxmlformats.org/officeDocument/2006/relationships/image" Target="../media/image102.png"/><Relationship Id="rId62" Type="http://schemas.openxmlformats.org/officeDocument/2006/relationships/customXml" Target="../ink/ink99.xml"/><Relationship Id="rId83" Type="http://schemas.openxmlformats.org/officeDocument/2006/relationships/image" Target="../media/image123.png"/><Relationship Id="rId88" Type="http://schemas.openxmlformats.org/officeDocument/2006/relationships/customXml" Target="../ink/ink112.xml"/><Relationship Id="rId111" Type="http://schemas.openxmlformats.org/officeDocument/2006/relationships/image" Target="../media/image137.png"/><Relationship Id="rId132" Type="http://schemas.openxmlformats.org/officeDocument/2006/relationships/customXml" Target="../ink/ink134.xml"/><Relationship Id="rId153" Type="http://schemas.openxmlformats.org/officeDocument/2006/relationships/image" Target="../media/image158.png"/><Relationship Id="rId174" Type="http://schemas.openxmlformats.org/officeDocument/2006/relationships/customXml" Target="../ink/ink155.xml"/><Relationship Id="rId179" Type="http://schemas.openxmlformats.org/officeDocument/2006/relationships/image" Target="../media/image171.png"/><Relationship Id="rId15" Type="http://schemas.openxmlformats.org/officeDocument/2006/relationships/image" Target="../media/image89.png"/><Relationship Id="rId36" Type="http://schemas.openxmlformats.org/officeDocument/2006/relationships/customXml" Target="../ink/ink86.xml"/><Relationship Id="rId57" Type="http://schemas.openxmlformats.org/officeDocument/2006/relationships/image" Target="../media/image110.png"/><Relationship Id="rId106" Type="http://schemas.openxmlformats.org/officeDocument/2006/relationships/customXml" Target="../ink/ink121.xml"/><Relationship Id="rId127" Type="http://schemas.openxmlformats.org/officeDocument/2006/relationships/image" Target="../media/image145.png"/><Relationship Id="rId10" Type="http://schemas.openxmlformats.org/officeDocument/2006/relationships/customXml" Target="../ink/ink73.xml"/><Relationship Id="rId31" Type="http://schemas.openxmlformats.org/officeDocument/2006/relationships/image" Target="../media/image97.png"/><Relationship Id="rId52" Type="http://schemas.openxmlformats.org/officeDocument/2006/relationships/customXml" Target="../ink/ink94.xml"/><Relationship Id="rId73" Type="http://schemas.openxmlformats.org/officeDocument/2006/relationships/image" Target="../media/image118.png"/><Relationship Id="rId78" Type="http://schemas.openxmlformats.org/officeDocument/2006/relationships/customXml" Target="../ink/ink107.xml"/><Relationship Id="rId94" Type="http://schemas.openxmlformats.org/officeDocument/2006/relationships/customXml" Target="../ink/ink115.xml"/><Relationship Id="rId99" Type="http://schemas.openxmlformats.org/officeDocument/2006/relationships/image" Target="../media/image131.png"/><Relationship Id="rId101" Type="http://schemas.openxmlformats.org/officeDocument/2006/relationships/image" Target="../media/image132.png"/><Relationship Id="rId122" Type="http://schemas.openxmlformats.org/officeDocument/2006/relationships/customXml" Target="../ink/ink129.xml"/><Relationship Id="rId143" Type="http://schemas.openxmlformats.org/officeDocument/2006/relationships/image" Target="../media/image153.png"/><Relationship Id="rId148" Type="http://schemas.openxmlformats.org/officeDocument/2006/relationships/customXml" Target="../ink/ink142.xml"/><Relationship Id="rId164" Type="http://schemas.openxmlformats.org/officeDocument/2006/relationships/customXml" Target="../ink/ink150.xml"/><Relationship Id="rId169" Type="http://schemas.openxmlformats.org/officeDocument/2006/relationships/image" Target="../media/image166.png"/><Relationship Id="rId4" Type="http://schemas.openxmlformats.org/officeDocument/2006/relationships/customXml" Target="../ink/ink70.xml"/><Relationship Id="rId9" Type="http://schemas.openxmlformats.org/officeDocument/2006/relationships/image" Target="../media/image86.png"/><Relationship Id="rId26" Type="http://schemas.openxmlformats.org/officeDocument/2006/relationships/customXml" Target="../ink/ink81.xml"/><Relationship Id="rId47" Type="http://schemas.openxmlformats.org/officeDocument/2006/relationships/image" Target="../media/image105.png"/><Relationship Id="rId68" Type="http://schemas.openxmlformats.org/officeDocument/2006/relationships/customXml" Target="../ink/ink102.xml"/><Relationship Id="rId89" Type="http://schemas.openxmlformats.org/officeDocument/2006/relationships/image" Target="../media/image126.png"/><Relationship Id="rId112" Type="http://schemas.openxmlformats.org/officeDocument/2006/relationships/customXml" Target="../ink/ink124.xml"/><Relationship Id="rId133" Type="http://schemas.openxmlformats.org/officeDocument/2006/relationships/image" Target="../media/image148.png"/><Relationship Id="rId154" Type="http://schemas.openxmlformats.org/officeDocument/2006/relationships/customXml" Target="../ink/ink145.xml"/><Relationship Id="rId175" Type="http://schemas.openxmlformats.org/officeDocument/2006/relationships/image" Target="../media/image169.png"/><Relationship Id="rId16" Type="http://schemas.openxmlformats.org/officeDocument/2006/relationships/customXml" Target="../ink/ink76.xml"/><Relationship Id="rId37" Type="http://schemas.openxmlformats.org/officeDocument/2006/relationships/image" Target="../media/image100.png"/><Relationship Id="rId58" Type="http://schemas.openxmlformats.org/officeDocument/2006/relationships/customXml" Target="../ink/ink97.xml"/><Relationship Id="rId79" Type="http://schemas.openxmlformats.org/officeDocument/2006/relationships/image" Target="../media/image121.png"/><Relationship Id="rId102" Type="http://schemas.openxmlformats.org/officeDocument/2006/relationships/customXml" Target="../ink/ink119.xml"/><Relationship Id="rId123" Type="http://schemas.openxmlformats.org/officeDocument/2006/relationships/image" Target="../media/image143.png"/><Relationship Id="rId144" Type="http://schemas.openxmlformats.org/officeDocument/2006/relationships/customXml" Target="../ink/ink140.xml"/><Relationship Id="rId90" Type="http://schemas.openxmlformats.org/officeDocument/2006/relationships/customXml" Target="../ink/ink113.xml"/><Relationship Id="rId165" Type="http://schemas.openxmlformats.org/officeDocument/2006/relationships/image" Target="../media/image164.png"/><Relationship Id="rId27" Type="http://schemas.openxmlformats.org/officeDocument/2006/relationships/image" Target="../media/image95.png"/><Relationship Id="rId48" Type="http://schemas.openxmlformats.org/officeDocument/2006/relationships/customXml" Target="../ink/ink92.xml"/><Relationship Id="rId69" Type="http://schemas.openxmlformats.org/officeDocument/2006/relationships/image" Target="../media/image116.png"/><Relationship Id="rId113" Type="http://schemas.openxmlformats.org/officeDocument/2006/relationships/image" Target="../media/image138.png"/><Relationship Id="rId134" Type="http://schemas.openxmlformats.org/officeDocument/2006/relationships/customXml" Target="../ink/ink135.xml"/><Relationship Id="rId80" Type="http://schemas.openxmlformats.org/officeDocument/2006/relationships/customXml" Target="../ink/ink108.xml"/><Relationship Id="rId155" Type="http://schemas.openxmlformats.org/officeDocument/2006/relationships/image" Target="../media/image159.png"/><Relationship Id="rId176" Type="http://schemas.openxmlformats.org/officeDocument/2006/relationships/customXml" Target="../ink/ink156.xml"/><Relationship Id="rId17" Type="http://schemas.openxmlformats.org/officeDocument/2006/relationships/image" Target="../media/image90.png"/><Relationship Id="rId38" Type="http://schemas.openxmlformats.org/officeDocument/2006/relationships/customXml" Target="../ink/ink87.xml"/><Relationship Id="rId59" Type="http://schemas.openxmlformats.org/officeDocument/2006/relationships/image" Target="../media/image111.png"/><Relationship Id="rId103" Type="http://schemas.openxmlformats.org/officeDocument/2006/relationships/image" Target="../media/image133.png"/><Relationship Id="rId124" Type="http://schemas.openxmlformats.org/officeDocument/2006/relationships/customXml" Target="../ink/ink130.xml"/><Relationship Id="rId70" Type="http://schemas.openxmlformats.org/officeDocument/2006/relationships/customXml" Target="../ink/ink103.xml"/><Relationship Id="rId91" Type="http://schemas.openxmlformats.org/officeDocument/2006/relationships/image" Target="../media/image127.png"/><Relationship Id="rId145" Type="http://schemas.openxmlformats.org/officeDocument/2006/relationships/image" Target="../media/image154.png"/><Relationship Id="rId166" Type="http://schemas.openxmlformats.org/officeDocument/2006/relationships/customXml" Target="../ink/ink15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customXml" Target="../ink/ink15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jpg"/><Relationship Id="rId2" Type="http://schemas.openxmlformats.org/officeDocument/2006/relationships/image" Target="../media/image174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4.xml"/><Relationship Id="rId18" Type="http://schemas.openxmlformats.org/officeDocument/2006/relationships/image" Target="../media/image184.png"/><Relationship Id="rId26" Type="http://schemas.openxmlformats.org/officeDocument/2006/relationships/image" Target="../media/image188.png"/><Relationship Id="rId39" Type="http://schemas.openxmlformats.org/officeDocument/2006/relationships/customXml" Target="../ink/ink177.xml"/><Relationship Id="rId21" Type="http://schemas.openxmlformats.org/officeDocument/2006/relationships/customXml" Target="../ink/ink168.xml"/><Relationship Id="rId34" Type="http://schemas.openxmlformats.org/officeDocument/2006/relationships/image" Target="../media/image192.png"/><Relationship Id="rId42" Type="http://schemas.openxmlformats.org/officeDocument/2006/relationships/image" Target="../media/image196.png"/><Relationship Id="rId7" Type="http://schemas.openxmlformats.org/officeDocument/2006/relationships/customXml" Target="../ink/ink161.xml"/><Relationship Id="rId2" Type="http://schemas.openxmlformats.org/officeDocument/2006/relationships/image" Target="../media/image176.jpg"/><Relationship Id="rId16" Type="http://schemas.openxmlformats.org/officeDocument/2006/relationships/image" Target="../media/image183.png"/><Relationship Id="rId20" Type="http://schemas.openxmlformats.org/officeDocument/2006/relationships/image" Target="../media/image185.png"/><Relationship Id="rId29" Type="http://schemas.openxmlformats.org/officeDocument/2006/relationships/customXml" Target="../ink/ink172.xml"/><Relationship Id="rId41" Type="http://schemas.openxmlformats.org/officeDocument/2006/relationships/customXml" Target="../ink/ink17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8.png"/><Relationship Id="rId11" Type="http://schemas.openxmlformats.org/officeDocument/2006/relationships/customXml" Target="../ink/ink163.xml"/><Relationship Id="rId24" Type="http://schemas.openxmlformats.org/officeDocument/2006/relationships/image" Target="../media/image187.png"/><Relationship Id="rId32" Type="http://schemas.openxmlformats.org/officeDocument/2006/relationships/image" Target="../media/image191.png"/><Relationship Id="rId37" Type="http://schemas.openxmlformats.org/officeDocument/2006/relationships/customXml" Target="../ink/ink176.xml"/><Relationship Id="rId40" Type="http://schemas.openxmlformats.org/officeDocument/2006/relationships/image" Target="../media/image195.png"/><Relationship Id="rId5" Type="http://schemas.openxmlformats.org/officeDocument/2006/relationships/customXml" Target="../ink/ink160.xml"/><Relationship Id="rId15" Type="http://schemas.openxmlformats.org/officeDocument/2006/relationships/customXml" Target="../ink/ink165.xml"/><Relationship Id="rId23" Type="http://schemas.openxmlformats.org/officeDocument/2006/relationships/customXml" Target="../ink/ink169.xml"/><Relationship Id="rId28" Type="http://schemas.openxmlformats.org/officeDocument/2006/relationships/image" Target="../media/image189.png"/><Relationship Id="rId36" Type="http://schemas.openxmlformats.org/officeDocument/2006/relationships/image" Target="../media/image193.png"/><Relationship Id="rId10" Type="http://schemas.openxmlformats.org/officeDocument/2006/relationships/image" Target="../media/image180.png"/><Relationship Id="rId19" Type="http://schemas.openxmlformats.org/officeDocument/2006/relationships/customXml" Target="../ink/ink167.xml"/><Relationship Id="rId31" Type="http://schemas.openxmlformats.org/officeDocument/2006/relationships/customXml" Target="../ink/ink173.xml"/><Relationship Id="rId4" Type="http://schemas.openxmlformats.org/officeDocument/2006/relationships/image" Target="../media/image177.png"/><Relationship Id="rId9" Type="http://schemas.openxmlformats.org/officeDocument/2006/relationships/customXml" Target="../ink/ink162.xml"/><Relationship Id="rId14" Type="http://schemas.openxmlformats.org/officeDocument/2006/relationships/image" Target="../media/image182.png"/><Relationship Id="rId22" Type="http://schemas.openxmlformats.org/officeDocument/2006/relationships/image" Target="../media/image186.png"/><Relationship Id="rId27" Type="http://schemas.openxmlformats.org/officeDocument/2006/relationships/customXml" Target="../ink/ink171.xml"/><Relationship Id="rId30" Type="http://schemas.openxmlformats.org/officeDocument/2006/relationships/image" Target="../media/image190.png"/><Relationship Id="rId35" Type="http://schemas.openxmlformats.org/officeDocument/2006/relationships/customXml" Target="../ink/ink175.xml"/><Relationship Id="rId8" Type="http://schemas.openxmlformats.org/officeDocument/2006/relationships/image" Target="../media/image179.png"/><Relationship Id="rId3" Type="http://schemas.openxmlformats.org/officeDocument/2006/relationships/customXml" Target="../ink/ink159.xml"/><Relationship Id="rId12" Type="http://schemas.openxmlformats.org/officeDocument/2006/relationships/image" Target="../media/image181.png"/><Relationship Id="rId17" Type="http://schemas.openxmlformats.org/officeDocument/2006/relationships/customXml" Target="../ink/ink166.xml"/><Relationship Id="rId25" Type="http://schemas.openxmlformats.org/officeDocument/2006/relationships/customXml" Target="../ink/ink170.xml"/><Relationship Id="rId33" Type="http://schemas.openxmlformats.org/officeDocument/2006/relationships/customXml" Target="../ink/ink174.xml"/><Relationship Id="rId38" Type="http://schemas.openxmlformats.org/officeDocument/2006/relationships/image" Target="../media/image19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customXml" Target="../ink/ink184.xml"/><Relationship Id="rId3" Type="http://schemas.openxmlformats.org/officeDocument/2006/relationships/customXml" Target="../ink/ink179.xml"/><Relationship Id="rId7" Type="http://schemas.openxmlformats.org/officeDocument/2006/relationships/customXml" Target="../ink/ink181.xml"/><Relationship Id="rId12" Type="http://schemas.openxmlformats.org/officeDocument/2006/relationships/image" Target="../media/image202.png"/><Relationship Id="rId2" Type="http://schemas.openxmlformats.org/officeDocument/2006/relationships/image" Target="../media/image197.jpg"/><Relationship Id="rId16" Type="http://schemas.openxmlformats.org/officeDocument/2006/relationships/image" Target="../media/image2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9.png"/><Relationship Id="rId11" Type="http://schemas.openxmlformats.org/officeDocument/2006/relationships/customXml" Target="../ink/ink183.xml"/><Relationship Id="rId5" Type="http://schemas.openxmlformats.org/officeDocument/2006/relationships/customXml" Target="../ink/ink180.xml"/><Relationship Id="rId15" Type="http://schemas.openxmlformats.org/officeDocument/2006/relationships/customXml" Target="../ink/ink185.xml"/><Relationship Id="rId10" Type="http://schemas.openxmlformats.org/officeDocument/2006/relationships/image" Target="../media/image201.png"/><Relationship Id="rId4" Type="http://schemas.openxmlformats.org/officeDocument/2006/relationships/image" Target="../media/image198.png"/><Relationship Id="rId9" Type="http://schemas.openxmlformats.org/officeDocument/2006/relationships/customXml" Target="../ink/ink182.xml"/><Relationship Id="rId14" Type="http://schemas.openxmlformats.org/officeDocument/2006/relationships/image" Target="../media/image20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34A77-1BC9-1865-7EDF-C77CEDF4C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99924F-E3D8-333E-28D7-C1818E409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close-up of a paper&#10;&#10;Description automatically generated">
            <a:extLst>
              <a:ext uri="{FF2B5EF4-FFF2-40B4-BE49-F238E27FC236}">
                <a16:creationId xmlns:a16="http://schemas.microsoft.com/office/drawing/2014/main" id="{D8A1CE3D-405D-E0F9-EF85-E7D681D8B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62892" y="-1989355"/>
            <a:ext cx="6336433" cy="1108522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08E3F37-E425-861D-2EE4-8447C426ECAA}"/>
                  </a:ext>
                </a:extLst>
              </p14:cNvPr>
              <p14:cNvContentPartPr/>
              <p14:nvPr/>
            </p14:nvContentPartPr>
            <p14:xfrm>
              <a:off x="7105680" y="309240"/>
              <a:ext cx="4295880" cy="5056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08E3F37-E425-861D-2EE4-8447C426EC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96320" y="299880"/>
                <a:ext cx="4314600" cy="507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509096-9A9D-313B-52C4-08DADEC05ABF}"/>
                  </a:ext>
                </a:extLst>
              </p14:cNvPr>
              <p14:cNvContentPartPr/>
              <p14:nvPr/>
            </p14:nvContentPartPr>
            <p14:xfrm>
              <a:off x="1132560" y="2946960"/>
              <a:ext cx="7418520" cy="2288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509096-9A9D-313B-52C4-08DADEC05A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23200" y="2937600"/>
                <a:ext cx="7437240" cy="230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780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EC125-1ADD-A8B2-3658-2A1224C77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526D6A-6758-4DF9-4E7D-0289DDB7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  <p:pic>
        <p:nvPicPr>
          <p:cNvPr id="6" name="Picture 5" descr="A white sheet of paper with writing on it&#10;&#10;Description automatically generated">
            <a:extLst>
              <a:ext uri="{FF2B5EF4-FFF2-40B4-BE49-F238E27FC236}">
                <a16:creationId xmlns:a16="http://schemas.microsoft.com/office/drawing/2014/main" id="{98F3E786-8DBF-79E2-B27E-A7742745C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292118" y="-1323507"/>
            <a:ext cx="6096194" cy="95050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412E19D-A94C-97B5-D1BF-BAF9102A5FEF}"/>
                  </a:ext>
                </a:extLst>
              </p14:cNvPr>
              <p14:cNvContentPartPr/>
              <p14:nvPr/>
            </p14:nvContentPartPr>
            <p14:xfrm>
              <a:off x="2215080" y="1031400"/>
              <a:ext cx="8931960" cy="4626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412E19D-A94C-97B5-D1BF-BAF9102A5F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5720" y="1022040"/>
                <a:ext cx="8950680" cy="464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0827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292AD-5E57-A196-5DB7-FBDCCBC4A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88BAD2-4A69-D37D-4A46-8419E210E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5E005882-7A5E-A81C-3B48-AF95F2CFF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917"/>
          <a:stretch/>
        </p:blipFill>
        <p:spPr>
          <a:xfrm rot="16200000">
            <a:off x="3168463" y="-1845049"/>
            <a:ext cx="6139892" cy="1080041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FBB059D-E91A-A94A-D3CB-86049A2C8C0E}"/>
                  </a:ext>
                </a:extLst>
              </p14:cNvPr>
              <p14:cNvContentPartPr/>
              <p14:nvPr/>
            </p14:nvContentPartPr>
            <p14:xfrm>
              <a:off x="1847160" y="494280"/>
              <a:ext cx="9757080" cy="5634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FBB059D-E91A-A94A-D3CB-86049A2C8C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7800" y="484920"/>
                <a:ext cx="9775800" cy="56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8D40ED-3001-9EAE-3827-4BCFF46DF8EF}"/>
                  </a:ext>
                </a:extLst>
              </p14:cNvPr>
              <p14:cNvContentPartPr/>
              <p14:nvPr/>
            </p14:nvContentPartPr>
            <p14:xfrm>
              <a:off x="1604520" y="4942080"/>
              <a:ext cx="3238920" cy="1899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8D40ED-3001-9EAE-3827-4BCFF46DF8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95160" y="4932720"/>
                <a:ext cx="3257640" cy="191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0672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4B51E5-FEED-B959-2A96-979AB2A58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B2C02A-8868-0872-CF28-3695BA19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4</a:t>
            </a:fld>
            <a:endParaRPr lang="en-IN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929014D6-54C3-3150-04FE-38B41624C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00403" y="-1705180"/>
            <a:ext cx="6484231" cy="10369077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02130A5-D137-7E67-33E1-F70E3B63842F}"/>
                  </a:ext>
                </a:extLst>
              </p14:cNvPr>
              <p14:cNvContentPartPr/>
              <p14:nvPr/>
            </p14:nvContentPartPr>
            <p14:xfrm>
              <a:off x="2263680" y="867600"/>
              <a:ext cx="8319960" cy="2449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02130A5-D137-7E67-33E1-F70E3B6384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54320" y="858240"/>
                <a:ext cx="8338680" cy="246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CFBE39F-287F-3B09-461F-E35E7AD06127}"/>
                  </a:ext>
                </a:extLst>
              </p14:cNvPr>
              <p14:cNvContentPartPr/>
              <p14:nvPr/>
            </p14:nvContentPartPr>
            <p14:xfrm>
              <a:off x="3342960" y="2194560"/>
              <a:ext cx="3929040" cy="307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CFBE39F-287F-3B09-461F-E35E7AD0612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33600" y="2185200"/>
                <a:ext cx="394776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3347E1C-242A-069F-86FA-E6B9D4E53243}"/>
                  </a:ext>
                </a:extLst>
              </p14:cNvPr>
              <p14:cNvContentPartPr/>
              <p14:nvPr/>
            </p14:nvContentPartPr>
            <p14:xfrm>
              <a:off x="9556200" y="1965960"/>
              <a:ext cx="1537200" cy="744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3347E1C-242A-069F-86FA-E6B9D4E5324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46840" y="1956600"/>
                <a:ext cx="1555920" cy="76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9926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AF962-EA74-9BCD-F0BB-C9071A721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BE15EC-8269-77BA-32FB-88A58A882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492845C5-75D6-E7D7-A9E8-A2083A3FF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61767" y="-1942946"/>
            <a:ext cx="6468466" cy="108603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528264" y="1766656"/>
            <a:ext cx="1287262" cy="4438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403049" y="825166"/>
            <a:ext cx="7077579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IN" dirty="0"/>
              <a:t>d is the radix digit usually 10 for decimal number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6D1F8F-2F96-2B5B-535D-03C70551FCCA}"/>
                  </a:ext>
                </a:extLst>
              </p14:cNvPr>
              <p14:cNvContentPartPr/>
              <p14:nvPr/>
            </p14:nvContentPartPr>
            <p14:xfrm>
              <a:off x="2957400" y="3075480"/>
              <a:ext cx="3845520" cy="864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6D1F8F-2F96-2B5B-535D-03C70551FC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48040" y="3066120"/>
                <a:ext cx="3864240" cy="88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FF1D346-FA7B-4ED0-01BA-3578DA1A966B}"/>
                  </a:ext>
                </a:extLst>
              </p14:cNvPr>
              <p14:cNvContentPartPr/>
              <p14:nvPr/>
            </p14:nvContentPartPr>
            <p14:xfrm>
              <a:off x="2027880" y="1350000"/>
              <a:ext cx="6923160" cy="4453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FF1D346-FA7B-4ED0-01BA-3578DA1A96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18520" y="1340640"/>
                <a:ext cx="6941880" cy="447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F5EA509-128C-2D9B-1D55-FF5AA547BE98}"/>
                  </a:ext>
                </a:extLst>
              </p14:cNvPr>
              <p14:cNvContentPartPr/>
              <p14:nvPr/>
            </p14:nvContentPartPr>
            <p14:xfrm>
              <a:off x="1544040" y="319680"/>
              <a:ext cx="9792360" cy="6162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F5EA509-128C-2D9B-1D55-FF5AA547BE9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34680" y="310320"/>
                <a:ext cx="9811080" cy="618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3954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CD1F5-2F6C-DFF6-8E17-A598FC1D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40C8F9-6807-E345-4301-AA92F851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  <p:pic>
        <p:nvPicPr>
          <p:cNvPr id="4" name="Picture 3" descr="A close-up of a math test&#10;&#10;Description automatically generated">
            <a:extLst>
              <a:ext uri="{FF2B5EF4-FFF2-40B4-BE49-F238E27FC236}">
                <a16:creationId xmlns:a16="http://schemas.microsoft.com/office/drawing/2014/main" id="{C6A66B6D-25D4-CD07-4B7D-8F0D7AC45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591894" y="-1738505"/>
            <a:ext cx="6447330" cy="105543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05849" y="2911876"/>
            <a:ext cx="2539014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d^(m-1)= 10,000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D4106BC-C1D2-FF3A-6538-7FF8FA7E8162}"/>
                  </a:ext>
                </a:extLst>
              </p14:cNvPr>
              <p14:cNvContentPartPr/>
              <p14:nvPr/>
            </p14:nvContentPartPr>
            <p14:xfrm>
              <a:off x="1856160" y="341280"/>
              <a:ext cx="9575640" cy="5895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D4106BC-C1D2-FF3A-6538-7FF8FA7E81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46800" y="331920"/>
                <a:ext cx="9594360" cy="591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861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72017-20D6-1270-907A-B91D28CE0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7AEA09-B1D8-FD57-7EEB-10D3F723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  <p:pic>
        <p:nvPicPr>
          <p:cNvPr id="4" name="Picture 3" descr="A paper with numbers and lines&#10;&#10;Description automatically generated">
            <a:extLst>
              <a:ext uri="{FF2B5EF4-FFF2-40B4-BE49-F238E27FC236}">
                <a16:creationId xmlns:a16="http://schemas.microsoft.com/office/drawing/2014/main" id="{5607EA3F-EF46-D4F5-ECC9-34CE2663D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357075">
            <a:off x="3009699" y="-1933715"/>
            <a:ext cx="6172602" cy="107999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2018575-9B13-B46B-5EE7-897E6392D4BB}"/>
                  </a:ext>
                </a:extLst>
              </p14:cNvPr>
              <p14:cNvContentPartPr/>
              <p14:nvPr/>
            </p14:nvContentPartPr>
            <p14:xfrm>
              <a:off x="1548360" y="1084320"/>
              <a:ext cx="8916120" cy="4977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2018575-9B13-B46B-5EE7-897E6392D4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9000" y="1074960"/>
                <a:ext cx="8934840" cy="499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35473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A276-6124-C555-E96B-66A80C358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0A224F-6DA3-A591-4584-D76D9885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p:pic>
        <p:nvPicPr>
          <p:cNvPr id="4" name="Picture 3" descr="A paper with writing on it&#10;&#10;Description automatically generated">
            <a:extLst>
              <a:ext uri="{FF2B5EF4-FFF2-40B4-BE49-F238E27FC236}">
                <a16:creationId xmlns:a16="http://schemas.microsoft.com/office/drawing/2014/main" id="{DEC70428-C039-07D6-D77A-5C059C2CF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013654" y="-1801494"/>
            <a:ext cx="6413281" cy="107641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4D6DE7-180F-4C48-2F49-30B8C01D2078}"/>
                  </a:ext>
                </a:extLst>
              </p14:cNvPr>
              <p14:cNvContentPartPr/>
              <p14:nvPr/>
            </p14:nvContentPartPr>
            <p14:xfrm>
              <a:off x="877680" y="2098440"/>
              <a:ext cx="10272600" cy="4145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4D6DE7-180F-4C48-2F49-30B8C01D20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8320" y="2089080"/>
                <a:ext cx="10291320" cy="416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771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35215E59-362B-A4CA-76EC-16777F295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628728" y="-2023533"/>
            <a:ext cx="4934542" cy="10905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4C5735-42F9-BC10-89C5-E4A04A810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083980-B58E-64A7-98E8-B1289BE455EA}"/>
                  </a:ext>
                </a:extLst>
              </p14:cNvPr>
              <p14:cNvContentPartPr/>
              <p14:nvPr/>
            </p14:nvContentPartPr>
            <p14:xfrm>
              <a:off x="1428840" y="342000"/>
              <a:ext cx="9902880" cy="1148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083980-B58E-64A7-98E8-B1289BE455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9480" y="332640"/>
                <a:ext cx="9921600" cy="11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47B9BA0-AFCE-FFF8-E23D-1834AD09B104}"/>
                  </a:ext>
                </a:extLst>
              </p14:cNvPr>
              <p14:cNvContentPartPr/>
              <p14:nvPr/>
            </p14:nvContentPartPr>
            <p14:xfrm>
              <a:off x="829800" y="231120"/>
              <a:ext cx="9643320" cy="6123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47B9BA0-AFCE-FFF8-E23D-1834AD09B1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0440" y="221760"/>
                <a:ext cx="9662040" cy="614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9983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5027F-1012-F953-FE2C-8F8E6304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document&#10;&#10;Description automatically generated">
            <a:extLst>
              <a:ext uri="{FF2B5EF4-FFF2-40B4-BE49-F238E27FC236}">
                <a16:creationId xmlns:a16="http://schemas.microsoft.com/office/drawing/2014/main" id="{1EF94468-A536-12A3-5C51-1DFF8378F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610184" y="-2023533"/>
            <a:ext cx="2971630" cy="109050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AB3B24-FC95-E675-6E31-6CC4ECC90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09D2A3-E5B4-6590-2577-51C5F5AA47AD}"/>
                  </a:ext>
                </a:extLst>
              </p14:cNvPr>
              <p14:cNvContentPartPr/>
              <p14:nvPr/>
            </p14:nvContentPartPr>
            <p14:xfrm>
              <a:off x="1461240" y="2442960"/>
              <a:ext cx="5518800" cy="667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09D2A3-E5B4-6590-2577-51C5F5AA47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1880" y="2433600"/>
                <a:ext cx="5537520" cy="68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0054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C98CF-6FD1-35C4-22C0-A19ABDB5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7C8653-A2BF-2ABB-BF4B-3B3A97926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11</a:t>
            </a:fld>
            <a:endParaRPr lang="en-IN"/>
          </a:p>
        </p:txBody>
      </p:sp>
      <p:pic>
        <p:nvPicPr>
          <p:cNvPr id="6" name="Picture 5" descr="A close up of a paper&#10;&#10;Description automatically generated">
            <a:extLst>
              <a:ext uri="{FF2B5EF4-FFF2-40B4-BE49-F238E27FC236}">
                <a16:creationId xmlns:a16="http://schemas.microsoft.com/office/drawing/2014/main" id="{10383122-FFCA-13C1-B56A-B806B68C3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05825" y="-2023533"/>
            <a:ext cx="3980349" cy="109050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8483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C2842-CA44-96BB-FDD7-AFAB3D66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691B35-7629-1506-D511-1720A6C95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12</a:t>
            </a:fld>
            <a:endParaRPr lang="en-IN"/>
          </a:p>
        </p:txBody>
      </p:sp>
      <p:pic>
        <p:nvPicPr>
          <p:cNvPr id="4" name="Picture 3" descr="A close up of a paper&#10;&#10;Description automatically generated">
            <a:extLst>
              <a:ext uri="{FF2B5EF4-FFF2-40B4-BE49-F238E27FC236}">
                <a16:creationId xmlns:a16="http://schemas.microsoft.com/office/drawing/2014/main" id="{BF51807E-FC9E-0717-4709-E1FA703BE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392083" y="-2023533"/>
            <a:ext cx="3407833" cy="10905066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FD466A7-4378-9521-0C5B-2978A99A7A90}"/>
                  </a:ext>
                </a:extLst>
              </p14:cNvPr>
              <p14:cNvContentPartPr/>
              <p14:nvPr/>
            </p14:nvContentPartPr>
            <p14:xfrm>
              <a:off x="1865160" y="967320"/>
              <a:ext cx="6105240" cy="3204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FD466A7-4378-9521-0C5B-2978A99A7A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5800" y="957960"/>
                <a:ext cx="6123960" cy="322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6522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BA608-4FBB-54DF-00AD-435BE9815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C8CB87-613C-27DC-9639-FE6C6BD93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/>
          </a:p>
        </p:txBody>
      </p:sp>
      <p:pic>
        <p:nvPicPr>
          <p:cNvPr id="6" name="Picture 5" descr="A close-up of a test paper&#10;&#10;Description automatically generated">
            <a:extLst>
              <a:ext uri="{FF2B5EF4-FFF2-40B4-BE49-F238E27FC236}">
                <a16:creationId xmlns:a16="http://schemas.microsoft.com/office/drawing/2014/main" id="{46BA8D62-D92B-A744-5934-742F0320B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31146" y="-1536929"/>
            <a:ext cx="6479744" cy="98935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D0899ED-5500-A240-7FD6-DAE471965DB4}"/>
                  </a:ext>
                </a:extLst>
              </p14:cNvPr>
              <p14:cNvContentPartPr/>
              <p14:nvPr/>
            </p14:nvContentPartPr>
            <p14:xfrm>
              <a:off x="1341000" y="1455120"/>
              <a:ext cx="10179360" cy="1295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D0899ED-5500-A240-7FD6-DAE471965D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31640" y="1445760"/>
                <a:ext cx="10198080" cy="131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2538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5C0E-DE5E-CFDB-5C06-EEBA53F07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A52398-1F6C-AE4C-890C-8FACEB32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14</a:t>
            </a:fld>
            <a:endParaRPr lang="en-IN"/>
          </a:p>
        </p:txBody>
      </p:sp>
      <p:pic>
        <p:nvPicPr>
          <p:cNvPr id="4" name="Picture 3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B72D0906-5F9B-569E-1D16-3276B863F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519678" y="-2023533"/>
            <a:ext cx="5152643" cy="10905066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5768170-2A28-C58C-8B7E-8D9A40F7C656}"/>
                  </a:ext>
                </a:extLst>
              </p14:cNvPr>
              <p14:cNvContentPartPr/>
              <p14:nvPr/>
            </p14:nvContentPartPr>
            <p14:xfrm>
              <a:off x="4537800" y="5710320"/>
              <a:ext cx="1827360" cy="713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5768170-2A28-C58C-8B7E-8D9A40F7C6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28440" y="5700960"/>
                <a:ext cx="1846080" cy="73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2797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49DEF-6014-EDB8-E66D-ABCB02747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1BD026-7BF2-331E-059C-B8CFCFD7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</a:t>
            </a:fld>
            <a:endParaRPr lang="en-IN"/>
          </a:p>
        </p:txBody>
      </p:sp>
      <p:pic>
        <p:nvPicPr>
          <p:cNvPr id="6" name="Picture 5" descr="A close-up of a notebook&#10;&#10;Description automatically generated">
            <a:extLst>
              <a:ext uri="{FF2B5EF4-FFF2-40B4-BE49-F238E27FC236}">
                <a16:creationId xmlns:a16="http://schemas.microsoft.com/office/drawing/2014/main" id="{432EFD76-99C6-5D8B-37AE-B93911D45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50643" y="-1218576"/>
            <a:ext cx="6399654" cy="929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92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D28AE-93C2-DD56-C67C-D93A1C77A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E212DF-13A3-819B-EE83-829B7EFB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16</a:t>
            </a:fld>
            <a:endParaRPr lang="en-IN"/>
          </a:p>
        </p:txBody>
      </p:sp>
      <p:pic>
        <p:nvPicPr>
          <p:cNvPr id="4" name="Picture 3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AED8A9D5-71EE-6328-5473-586F2F944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966307">
            <a:off x="3613124" y="-963556"/>
            <a:ext cx="4131952" cy="9081212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F26B62A-D0A1-61D5-72A6-2EE8BCED1D70}"/>
                  </a:ext>
                </a:extLst>
              </p14:cNvPr>
              <p14:cNvContentPartPr/>
              <p14:nvPr/>
            </p14:nvContentPartPr>
            <p14:xfrm>
              <a:off x="1373400" y="2927520"/>
              <a:ext cx="10120320" cy="2070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F26B62A-D0A1-61D5-72A6-2EE8BCED1D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4040" y="2918160"/>
                <a:ext cx="10139040" cy="208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6FB614E-7988-16ED-3A9F-05C1259587A9}"/>
              </a:ext>
            </a:extLst>
          </p:cNvPr>
          <p:cNvGrpSpPr/>
          <p:nvPr/>
        </p:nvGrpSpPr>
        <p:grpSpPr>
          <a:xfrm>
            <a:off x="6106444" y="837968"/>
            <a:ext cx="1365840" cy="749520"/>
            <a:chOff x="6106444" y="837968"/>
            <a:chExt cx="1365840" cy="74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956EA96-F483-F03A-5EB1-FCEFFB3B3FE8}"/>
                    </a:ext>
                  </a:extLst>
                </p14:cNvPr>
                <p14:cNvContentPartPr/>
                <p14:nvPr/>
              </p14:nvContentPartPr>
              <p14:xfrm>
                <a:off x="6335404" y="852008"/>
                <a:ext cx="23040" cy="334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956EA96-F483-F03A-5EB1-FCEFFB3B3FE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31084" y="847688"/>
                  <a:ext cx="316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4CEF518-BB32-B67F-E7C0-590589B99B41}"/>
                    </a:ext>
                  </a:extLst>
                </p14:cNvPr>
                <p14:cNvContentPartPr/>
                <p14:nvPr/>
              </p14:nvContentPartPr>
              <p14:xfrm>
                <a:off x="6106444" y="856688"/>
                <a:ext cx="325080" cy="77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4CEF518-BB32-B67F-E7C0-590589B99B4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02124" y="852368"/>
                  <a:ext cx="3337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00CA9D1-40EF-4836-A66B-8D35494BCC7E}"/>
                    </a:ext>
                  </a:extLst>
                </p14:cNvPr>
                <p14:cNvContentPartPr/>
                <p14:nvPr/>
              </p14:nvContentPartPr>
              <p14:xfrm>
                <a:off x="6521884" y="997808"/>
                <a:ext cx="235440" cy="55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00CA9D1-40EF-4836-A66B-8D35494BCC7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517564" y="993488"/>
                  <a:ext cx="2440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FDF1C5F-5B47-0D28-D7D4-6B1AB2CE7822}"/>
                    </a:ext>
                  </a:extLst>
                </p14:cNvPr>
                <p14:cNvContentPartPr/>
                <p14:nvPr/>
              </p14:nvContentPartPr>
              <p14:xfrm>
                <a:off x="6555364" y="1079528"/>
                <a:ext cx="240120" cy="81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FDF1C5F-5B47-0D28-D7D4-6B1AB2CE782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51044" y="1075208"/>
                  <a:ext cx="248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99DB3B-6699-4C1C-CE58-83F8EBC4A3DD}"/>
                    </a:ext>
                  </a:extLst>
                </p14:cNvPr>
                <p14:cNvContentPartPr/>
                <p14:nvPr/>
              </p14:nvContentPartPr>
              <p14:xfrm>
                <a:off x="7084204" y="837968"/>
                <a:ext cx="63720" cy="249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B99DB3B-6699-4C1C-CE58-83F8EBC4A3D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79884" y="833648"/>
                  <a:ext cx="72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273801A-C025-06D0-EE90-8CB29403A48F}"/>
                    </a:ext>
                  </a:extLst>
                </p14:cNvPr>
                <p14:cNvContentPartPr/>
                <p14:nvPr/>
              </p14:nvContentPartPr>
              <p14:xfrm>
                <a:off x="7203724" y="858128"/>
                <a:ext cx="255240" cy="164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273801A-C025-06D0-EE90-8CB29403A48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99404" y="853808"/>
                  <a:ext cx="263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5229485-5686-0DB8-E4F0-99BB67AB5CC7}"/>
                    </a:ext>
                  </a:extLst>
                </p14:cNvPr>
                <p14:cNvContentPartPr/>
                <p14:nvPr/>
              </p14:nvContentPartPr>
              <p14:xfrm>
                <a:off x="6416044" y="1190408"/>
                <a:ext cx="1056240" cy="296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5229485-5686-0DB8-E4F0-99BB67AB5CC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411724" y="1186088"/>
                  <a:ext cx="10648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464AF7D-2BAE-AFD5-6A9D-D951C8656F20}"/>
                    </a:ext>
                  </a:extLst>
                </p14:cNvPr>
                <p14:cNvContentPartPr/>
                <p14:nvPr/>
              </p14:nvContentPartPr>
              <p14:xfrm>
                <a:off x="6583084" y="1350608"/>
                <a:ext cx="731520" cy="236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464AF7D-2BAE-AFD5-6A9D-D951C8656F2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78764" y="1346288"/>
                  <a:ext cx="74016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F71128E-5F39-3730-42A1-2C71C36ADC80}"/>
              </a:ext>
            </a:extLst>
          </p:cNvPr>
          <p:cNvGrpSpPr/>
          <p:nvPr/>
        </p:nvGrpSpPr>
        <p:grpSpPr>
          <a:xfrm>
            <a:off x="6498844" y="1765688"/>
            <a:ext cx="687600" cy="361440"/>
            <a:chOff x="6498844" y="1765688"/>
            <a:chExt cx="687600" cy="36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B1ECB63-5B89-B633-EAC5-38CAC4396336}"/>
                    </a:ext>
                  </a:extLst>
                </p14:cNvPr>
                <p14:cNvContentPartPr/>
                <p14:nvPr/>
              </p14:nvContentPartPr>
              <p14:xfrm>
                <a:off x="6519364" y="1881248"/>
                <a:ext cx="66240" cy="245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B1ECB63-5B89-B633-EAC5-38CAC439633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13244" y="1875128"/>
                  <a:ext cx="784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4DDBD0E-D34D-23FA-91C6-DFBE915701EB}"/>
                    </a:ext>
                  </a:extLst>
                </p14:cNvPr>
                <p14:cNvContentPartPr/>
                <p14:nvPr/>
              </p14:nvContentPartPr>
              <p14:xfrm>
                <a:off x="6514684" y="1938488"/>
                <a:ext cx="165600" cy="43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4DDBD0E-D34D-23FA-91C6-DFBE915701E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08564" y="1932368"/>
                  <a:ext cx="1778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F76A381-377E-FFA4-D8F3-48C3CB2C7B5B}"/>
                    </a:ext>
                  </a:extLst>
                </p14:cNvPr>
                <p14:cNvContentPartPr/>
                <p14:nvPr/>
              </p14:nvContentPartPr>
              <p14:xfrm>
                <a:off x="6498844" y="1789808"/>
                <a:ext cx="257400" cy="163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F76A381-377E-FFA4-D8F3-48C3CB2C7B5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92724" y="1783688"/>
                  <a:ext cx="2696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4A1672A-59A4-9F78-B241-C9ECC4C91CC9}"/>
                    </a:ext>
                  </a:extLst>
                </p14:cNvPr>
                <p14:cNvContentPartPr/>
                <p14:nvPr/>
              </p14:nvContentPartPr>
              <p14:xfrm>
                <a:off x="6815644" y="1870808"/>
                <a:ext cx="128160" cy="56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4A1672A-59A4-9F78-B241-C9ECC4C91CC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809524" y="1864688"/>
                  <a:ext cx="1404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8D687F7-0DA8-6572-BEE5-B87020079FA5}"/>
                    </a:ext>
                  </a:extLst>
                </p14:cNvPr>
                <p14:cNvContentPartPr/>
                <p14:nvPr/>
              </p14:nvContentPartPr>
              <p14:xfrm>
                <a:off x="6803044" y="1920848"/>
                <a:ext cx="244800" cy="1746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8D687F7-0DA8-6572-BEE5-B87020079FA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796924" y="1914728"/>
                  <a:ext cx="2570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10E0F27-15CA-2B9E-6862-368EF7B7ABC1}"/>
                    </a:ext>
                  </a:extLst>
                </p14:cNvPr>
                <p14:cNvContentPartPr/>
                <p14:nvPr/>
              </p14:nvContentPartPr>
              <p14:xfrm>
                <a:off x="7079884" y="1765688"/>
                <a:ext cx="106560" cy="231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10E0F27-15CA-2B9E-6862-368EF7B7ABC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73764" y="1759568"/>
                  <a:ext cx="118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5F4E30A-A5D0-AAF7-D5E5-999B055CF9EC}"/>
                    </a:ext>
                  </a:extLst>
                </p14:cNvPr>
                <p14:cNvContentPartPr/>
                <p14:nvPr/>
              </p14:nvContentPartPr>
              <p14:xfrm>
                <a:off x="6580564" y="1961528"/>
                <a:ext cx="86400" cy="36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5F4E30A-A5D0-AAF7-D5E5-999B055CF9E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574444" y="1955408"/>
                  <a:ext cx="9864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08120D1-70A7-D18E-18A2-0A3F455B9F4F}"/>
              </a:ext>
            </a:extLst>
          </p:cNvPr>
          <p:cNvGrpSpPr/>
          <p:nvPr/>
        </p:nvGrpSpPr>
        <p:grpSpPr>
          <a:xfrm>
            <a:off x="7924804" y="458888"/>
            <a:ext cx="3370680" cy="2340720"/>
            <a:chOff x="7924804" y="458888"/>
            <a:chExt cx="3370680" cy="234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C083C31-9753-21C3-4E4B-8C39AA38779D}"/>
                    </a:ext>
                  </a:extLst>
                </p14:cNvPr>
                <p14:cNvContentPartPr/>
                <p14:nvPr/>
              </p14:nvContentPartPr>
              <p14:xfrm>
                <a:off x="7970884" y="916808"/>
                <a:ext cx="888120" cy="117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C083C31-9753-21C3-4E4B-8C39AA38779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964764" y="910688"/>
                  <a:ext cx="900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5C2C815-8296-F3F9-EC03-872D3D5C9038}"/>
                    </a:ext>
                  </a:extLst>
                </p14:cNvPr>
                <p14:cNvContentPartPr/>
                <p14:nvPr/>
              </p14:nvContentPartPr>
              <p14:xfrm>
                <a:off x="8171044" y="729248"/>
                <a:ext cx="918360" cy="168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5C2C815-8296-F3F9-EC03-872D3D5C903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64924" y="723128"/>
                  <a:ext cx="930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E5083FE-C769-EAB2-B411-1EDC3E6BFE05}"/>
                    </a:ext>
                  </a:extLst>
                </p14:cNvPr>
                <p14:cNvContentPartPr/>
                <p14:nvPr/>
              </p14:nvContentPartPr>
              <p14:xfrm>
                <a:off x="8422324" y="617288"/>
                <a:ext cx="969840" cy="136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E5083FE-C769-EAB2-B411-1EDC3E6BFE0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416204" y="611168"/>
                  <a:ext cx="982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9F002FA-B45A-D165-FAD3-2048BEDF1206}"/>
                    </a:ext>
                  </a:extLst>
                </p14:cNvPr>
                <p14:cNvContentPartPr/>
                <p14:nvPr/>
              </p14:nvContentPartPr>
              <p14:xfrm>
                <a:off x="8719684" y="458888"/>
                <a:ext cx="974160" cy="177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9F002FA-B45A-D165-FAD3-2048BEDF120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713564" y="452768"/>
                  <a:ext cx="9864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92E47FF-5049-D7E7-6735-5C862475A9FD}"/>
                    </a:ext>
                  </a:extLst>
                </p14:cNvPr>
                <p14:cNvContentPartPr/>
                <p14:nvPr/>
              </p14:nvContentPartPr>
              <p14:xfrm>
                <a:off x="8568484" y="1114808"/>
                <a:ext cx="212400" cy="324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92E47FF-5049-D7E7-6735-5C862475A9F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62364" y="1108688"/>
                  <a:ext cx="2246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35B44B4-CB78-9A97-02A5-2E69F8E2F9EB}"/>
                    </a:ext>
                  </a:extLst>
                </p14:cNvPr>
                <p14:cNvContentPartPr/>
                <p14:nvPr/>
              </p14:nvContentPartPr>
              <p14:xfrm>
                <a:off x="8421964" y="1101848"/>
                <a:ext cx="505440" cy="487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35B44B4-CB78-9A97-02A5-2E69F8E2F9E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415844" y="1095728"/>
                  <a:ext cx="51768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8DD55C6-6322-652A-A9F3-29AA202CEA9A}"/>
                    </a:ext>
                  </a:extLst>
                </p14:cNvPr>
                <p14:cNvContentPartPr/>
                <p14:nvPr/>
              </p14:nvContentPartPr>
              <p14:xfrm>
                <a:off x="9082924" y="1167728"/>
                <a:ext cx="75600" cy="213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8DD55C6-6322-652A-A9F3-29AA202CEA9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76804" y="1161608"/>
                  <a:ext cx="878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44CE3A7-2D36-5B51-BB0C-4166ED0A7021}"/>
                    </a:ext>
                  </a:extLst>
                </p14:cNvPr>
                <p14:cNvContentPartPr/>
                <p14:nvPr/>
              </p14:nvContentPartPr>
              <p14:xfrm>
                <a:off x="9197404" y="1039208"/>
                <a:ext cx="295200" cy="1605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44CE3A7-2D36-5B51-BB0C-4166ED0A702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191284" y="1033088"/>
                  <a:ext cx="307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AE3D88F-DD2A-38EA-0668-CEB9A6A9B3CA}"/>
                    </a:ext>
                  </a:extLst>
                </p14:cNvPr>
                <p14:cNvContentPartPr/>
                <p14:nvPr/>
              </p14:nvContentPartPr>
              <p14:xfrm>
                <a:off x="8697364" y="1879448"/>
                <a:ext cx="385920" cy="156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AE3D88F-DD2A-38EA-0668-CEB9A6A9B3C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691244" y="1873328"/>
                  <a:ext cx="398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296AF5F-AAAE-7E1C-A1B5-5B9FE97B58AA}"/>
                    </a:ext>
                  </a:extLst>
                </p14:cNvPr>
                <p14:cNvContentPartPr/>
                <p14:nvPr/>
              </p14:nvContentPartPr>
              <p14:xfrm>
                <a:off x="9181204" y="1911848"/>
                <a:ext cx="175680" cy="51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296AF5F-AAAE-7E1C-A1B5-5B9FE97B58A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175084" y="1905728"/>
                  <a:ext cx="1879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D64FAC5-6F02-4DF3-CB34-09FAE6BE34AC}"/>
                    </a:ext>
                  </a:extLst>
                </p14:cNvPr>
                <p14:cNvContentPartPr/>
                <p14:nvPr/>
              </p14:nvContentPartPr>
              <p14:xfrm>
                <a:off x="9426364" y="1841288"/>
                <a:ext cx="241200" cy="108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D64FAC5-6F02-4DF3-CB34-09FAE6BE34A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20244" y="1835168"/>
                  <a:ext cx="253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3DE77E3-9316-9A2C-AB7C-E231BD0C21F8}"/>
                    </a:ext>
                  </a:extLst>
                </p14:cNvPr>
                <p14:cNvContentPartPr/>
                <p14:nvPr/>
              </p14:nvContentPartPr>
              <p14:xfrm>
                <a:off x="9816964" y="1848488"/>
                <a:ext cx="92520" cy="47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3DE77E3-9316-9A2C-AB7C-E231BD0C21F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810844" y="1842368"/>
                  <a:ext cx="1047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43F90A5-B73B-31C1-BF7A-EFEC36FA8F55}"/>
                    </a:ext>
                  </a:extLst>
                </p14:cNvPr>
                <p14:cNvContentPartPr/>
                <p14:nvPr/>
              </p14:nvContentPartPr>
              <p14:xfrm>
                <a:off x="9798604" y="1749848"/>
                <a:ext cx="59760" cy="280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43F90A5-B73B-31C1-BF7A-EFEC36FA8F5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792484" y="1743728"/>
                  <a:ext cx="7200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0BFA0F9-7131-C0BF-BA98-6070BFD3E45A}"/>
                    </a:ext>
                  </a:extLst>
                </p14:cNvPr>
                <p14:cNvContentPartPr/>
                <p14:nvPr/>
              </p14:nvContentPartPr>
              <p14:xfrm>
                <a:off x="10087324" y="1710248"/>
                <a:ext cx="73080" cy="292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0BFA0F9-7131-C0BF-BA98-6070BFD3E45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081204" y="1704128"/>
                  <a:ext cx="853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8895066-D048-9562-B1A0-648F4F0E756C}"/>
                    </a:ext>
                  </a:extLst>
                </p14:cNvPr>
                <p14:cNvContentPartPr/>
                <p14:nvPr/>
              </p14:nvContentPartPr>
              <p14:xfrm>
                <a:off x="10033324" y="1481648"/>
                <a:ext cx="364320" cy="713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8895066-D048-9562-B1A0-648F4F0E756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027204" y="1475528"/>
                  <a:ext cx="37656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5587552-6B01-58A1-BA7F-C7ACC554A21D}"/>
                    </a:ext>
                  </a:extLst>
                </p14:cNvPr>
                <p14:cNvContentPartPr/>
                <p14:nvPr/>
              </p14:nvContentPartPr>
              <p14:xfrm>
                <a:off x="8426284" y="1852448"/>
                <a:ext cx="339480" cy="585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5587552-6B01-58A1-BA7F-C7ACC554A21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420164" y="1846328"/>
                  <a:ext cx="35172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C220C1D-BB0E-BA4B-38C5-056CBCE490E6}"/>
                    </a:ext>
                  </a:extLst>
                </p14:cNvPr>
                <p14:cNvContentPartPr/>
                <p14:nvPr/>
              </p14:nvContentPartPr>
              <p14:xfrm>
                <a:off x="7924804" y="945968"/>
                <a:ext cx="67320" cy="200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C220C1D-BB0E-BA4B-38C5-056CBCE490E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918684" y="939848"/>
                  <a:ext cx="795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1F67563-D5E6-F66A-B908-A5FAE4F99087}"/>
                    </a:ext>
                  </a:extLst>
                </p14:cNvPr>
                <p14:cNvContentPartPr/>
                <p14:nvPr/>
              </p14:nvContentPartPr>
              <p14:xfrm>
                <a:off x="8149444" y="950648"/>
                <a:ext cx="69480" cy="236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1F67563-D5E6-F66A-B908-A5FAE4F9908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43324" y="944528"/>
                  <a:ext cx="817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1A818AA-B88A-915E-6FB9-19D9E84B83D8}"/>
                    </a:ext>
                  </a:extLst>
                </p14:cNvPr>
                <p14:cNvContentPartPr/>
                <p14:nvPr/>
              </p14:nvContentPartPr>
              <p14:xfrm>
                <a:off x="9011284" y="2159168"/>
                <a:ext cx="916560" cy="216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1A818AA-B88A-915E-6FB9-19D9E84B83D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005164" y="2153048"/>
                  <a:ext cx="9288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F32C8A4-175F-F3FC-C7C9-DEF9DEB3B91C}"/>
                    </a:ext>
                  </a:extLst>
                </p14:cNvPr>
                <p14:cNvContentPartPr/>
                <p14:nvPr/>
              </p14:nvContentPartPr>
              <p14:xfrm>
                <a:off x="9517444" y="2261768"/>
                <a:ext cx="68400" cy="6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F32C8A4-175F-F3FC-C7C9-DEF9DEB3B91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511324" y="2255648"/>
                  <a:ext cx="806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22C8012-6339-92F4-2220-15CA8523FE2E}"/>
                    </a:ext>
                  </a:extLst>
                </p14:cNvPr>
                <p14:cNvContentPartPr/>
                <p14:nvPr/>
              </p14:nvContentPartPr>
              <p14:xfrm>
                <a:off x="9026764" y="2167448"/>
                <a:ext cx="867600" cy="241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22C8012-6339-92F4-2220-15CA8523FE2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020644" y="2161328"/>
                  <a:ext cx="8798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479990C-1596-364C-DB25-6C1D76DE8079}"/>
                    </a:ext>
                  </a:extLst>
                </p14:cNvPr>
                <p14:cNvContentPartPr/>
                <p14:nvPr/>
              </p14:nvContentPartPr>
              <p14:xfrm>
                <a:off x="9723004" y="2407928"/>
                <a:ext cx="182880" cy="3258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479990C-1596-364C-DB25-6C1D76DE807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716884" y="2401808"/>
                  <a:ext cx="1951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0E2BB6B-207F-421C-8806-E14EF421C414}"/>
                    </a:ext>
                  </a:extLst>
                </p14:cNvPr>
                <p14:cNvContentPartPr/>
                <p14:nvPr/>
              </p14:nvContentPartPr>
              <p14:xfrm>
                <a:off x="9584404" y="2319368"/>
                <a:ext cx="537120" cy="480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0E2BB6B-207F-421C-8806-E14EF421C41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578284" y="2313248"/>
                  <a:ext cx="54936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2BD7C76-E910-6E1A-FAA7-EE86EE1E856C}"/>
                    </a:ext>
                  </a:extLst>
                </p14:cNvPr>
                <p14:cNvContentPartPr/>
                <p14:nvPr/>
              </p14:nvContentPartPr>
              <p14:xfrm>
                <a:off x="10475044" y="1914728"/>
                <a:ext cx="72360" cy="71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2BD7C76-E910-6E1A-FAA7-EE86EE1E856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468924" y="1908608"/>
                  <a:ext cx="84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54891ED-D33D-E4CB-0255-63634B09D9FB}"/>
                    </a:ext>
                  </a:extLst>
                </p14:cNvPr>
                <p14:cNvContentPartPr/>
                <p14:nvPr/>
              </p14:nvContentPartPr>
              <p14:xfrm>
                <a:off x="10494124" y="1942808"/>
                <a:ext cx="38160" cy="46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54891ED-D33D-E4CB-0255-63634B09D9F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488004" y="1936688"/>
                  <a:ext cx="504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06673A7-D7C5-70FD-F8F1-C3BE1A143C17}"/>
                    </a:ext>
                  </a:extLst>
                </p14:cNvPr>
                <p14:cNvContentPartPr/>
                <p14:nvPr/>
              </p14:nvContentPartPr>
              <p14:xfrm>
                <a:off x="10741084" y="1827608"/>
                <a:ext cx="432720" cy="2386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06673A7-D7C5-70FD-F8F1-C3BE1A143C1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734964" y="1821488"/>
                  <a:ext cx="4449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24611E2-26F5-010A-5643-7D003DCCDC56}"/>
                    </a:ext>
                  </a:extLst>
                </p14:cNvPr>
                <p14:cNvContentPartPr/>
                <p14:nvPr/>
              </p14:nvContentPartPr>
              <p14:xfrm>
                <a:off x="9490804" y="2161328"/>
                <a:ext cx="1804680" cy="574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24611E2-26F5-010A-5643-7D003DCCDC5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484684" y="2155208"/>
                  <a:ext cx="1816920" cy="586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89149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Matrix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multiplication involves multiplying two matrices to produce a resultant matrix.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 of matrices is not commutative but is associative.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computational cost of matrix multiplication depends on the order of operations.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59747F-3CD9-FE28-94BC-EB7E3C32657A}"/>
                  </a:ext>
                </a:extLst>
              </p14:cNvPr>
              <p14:cNvContentPartPr/>
              <p14:nvPr/>
            </p14:nvContentPartPr>
            <p14:xfrm>
              <a:off x="3771720" y="631440"/>
              <a:ext cx="7882920" cy="4290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59747F-3CD9-FE28-94BC-EB7E3C3265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2360" y="622080"/>
                <a:ext cx="7901640" cy="430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7225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Chain Multiplication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sequence of matrices, the task is to determine the most efficient way to multiply them.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Find an optimal parenthesization that minimizes the number of scalar multiplications.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A1 (10x30), A2 (30x5), A3 (5x60). Multiple ways to parenthesize, e.g., (A1A2)A3 or A1(A2A3).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7D3E956-AD82-8280-09E7-1E1D03E337B1}"/>
                  </a:ext>
                </a:extLst>
              </p14:cNvPr>
              <p14:cNvContentPartPr/>
              <p14:nvPr/>
            </p14:nvContentPartPr>
            <p14:xfrm>
              <a:off x="1298520" y="4074480"/>
              <a:ext cx="9030600" cy="2001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7D3E956-AD82-8280-09E7-1E1D03E337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9160" y="4065120"/>
                <a:ext cx="9049320" cy="202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945FD85C-94C6-B8C7-CFC1-76C2783E948C}"/>
              </a:ext>
            </a:extLst>
          </p:cNvPr>
          <p:cNvGrpSpPr/>
          <p:nvPr/>
        </p:nvGrpSpPr>
        <p:grpSpPr>
          <a:xfrm>
            <a:off x="2287564" y="4853048"/>
            <a:ext cx="4407840" cy="650520"/>
            <a:chOff x="2287564" y="4853048"/>
            <a:chExt cx="4407840" cy="65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E500FE0-B587-3AF3-FECF-F1907841A1CE}"/>
                    </a:ext>
                  </a:extLst>
                </p14:cNvPr>
                <p14:cNvContentPartPr/>
                <p14:nvPr/>
              </p14:nvContentPartPr>
              <p14:xfrm>
                <a:off x="2287564" y="4866008"/>
                <a:ext cx="1672920" cy="594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E500FE0-B587-3AF3-FECF-F1907841A1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81444" y="4859888"/>
                  <a:ext cx="168516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E165309-13DE-BEB8-44CD-B585950A23E1}"/>
                    </a:ext>
                  </a:extLst>
                </p14:cNvPr>
                <p14:cNvContentPartPr/>
                <p14:nvPr/>
              </p14:nvContentPartPr>
              <p14:xfrm>
                <a:off x="3954364" y="4853048"/>
                <a:ext cx="1347840" cy="609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E165309-13DE-BEB8-44CD-B585950A23E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948244" y="4846928"/>
                  <a:ext cx="136008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F322397-9375-067C-5FAF-9CB2BE3F9688}"/>
                    </a:ext>
                  </a:extLst>
                </p14:cNvPr>
                <p14:cNvContentPartPr/>
                <p14:nvPr/>
              </p14:nvContentPartPr>
              <p14:xfrm>
                <a:off x="5192044" y="4860248"/>
                <a:ext cx="1503360" cy="643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F322397-9375-067C-5FAF-9CB2BE3F968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85924" y="4854128"/>
                  <a:ext cx="1515600" cy="65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94020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Parenthesization Matters?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order of matrix multiplication significantly affects the number of operations.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(A1A2)A3 = 10x30x5 + 10x5x60 = 4500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A1(A2A3) = 30x5x60 + 10x30x60 = 27000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 difference in computational cost!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8BA6D4-C2AA-8997-9419-8548458DAAC6}"/>
                  </a:ext>
                </a:extLst>
              </p14:cNvPr>
              <p14:cNvContentPartPr/>
              <p14:nvPr/>
            </p14:nvContentPartPr>
            <p14:xfrm>
              <a:off x="1150920" y="482760"/>
              <a:ext cx="10255680" cy="4719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8BA6D4-C2AA-8997-9419-8548458DAA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1560" y="473400"/>
                <a:ext cx="10274400" cy="47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7019FD0-5D3A-FE93-D668-63CA87AAB116}"/>
                  </a:ext>
                </a:extLst>
              </p14:cNvPr>
              <p14:cNvContentPartPr/>
              <p14:nvPr/>
            </p14:nvContentPartPr>
            <p14:xfrm>
              <a:off x="2663044" y="3651728"/>
              <a:ext cx="1328040" cy="5536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7019FD0-5D3A-FE93-D668-63CA87AAB1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56924" y="3645608"/>
                <a:ext cx="1340280" cy="56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626E45AC-BAB7-E0BE-0D22-E5C5555D3920}"/>
              </a:ext>
            </a:extLst>
          </p:cNvPr>
          <p:cNvGrpSpPr/>
          <p:nvPr/>
        </p:nvGrpSpPr>
        <p:grpSpPr>
          <a:xfrm>
            <a:off x="4392844" y="2556608"/>
            <a:ext cx="1343160" cy="805680"/>
            <a:chOff x="4392844" y="2556608"/>
            <a:chExt cx="1343160" cy="80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3690562-1885-E2A5-F120-05F5BC72AFE0}"/>
                    </a:ext>
                  </a:extLst>
                </p14:cNvPr>
                <p14:cNvContentPartPr/>
                <p14:nvPr/>
              </p14:nvContentPartPr>
              <p14:xfrm>
                <a:off x="4392844" y="2564168"/>
                <a:ext cx="106200" cy="208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3690562-1885-E2A5-F120-05F5BC72AF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86724" y="2558048"/>
                  <a:ext cx="1184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BDA235F-A706-7BF4-373B-06596780F693}"/>
                    </a:ext>
                  </a:extLst>
                </p14:cNvPr>
                <p14:cNvContentPartPr/>
                <p14:nvPr/>
              </p14:nvContentPartPr>
              <p14:xfrm>
                <a:off x="4578964" y="2612408"/>
                <a:ext cx="221760" cy="133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BDA235F-A706-7BF4-373B-06596780F69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572844" y="2606288"/>
                  <a:ext cx="2340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96840BC-58FC-27D2-6B29-EB775B07A7AB}"/>
                    </a:ext>
                  </a:extLst>
                </p14:cNvPr>
                <p14:cNvContentPartPr/>
                <p14:nvPr/>
              </p14:nvContentPartPr>
              <p14:xfrm>
                <a:off x="4834924" y="2556608"/>
                <a:ext cx="311400" cy="270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96840BC-58FC-27D2-6B29-EB775B07A7A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28804" y="2550488"/>
                  <a:ext cx="3236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042BAA0-97F6-1C0C-6585-38BA9E2F5C93}"/>
                    </a:ext>
                  </a:extLst>
                </p14:cNvPr>
                <p14:cNvContentPartPr/>
                <p14:nvPr/>
              </p14:nvContentPartPr>
              <p14:xfrm>
                <a:off x="4929964" y="2972768"/>
                <a:ext cx="164520" cy="234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042BAA0-97F6-1C0C-6585-38BA9E2F5C9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23844" y="2966648"/>
                  <a:ext cx="1767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46CA3CC-0E81-0554-4C46-ACD576CBD5B3}"/>
                    </a:ext>
                  </a:extLst>
                </p14:cNvPr>
                <p14:cNvContentPartPr/>
                <p14:nvPr/>
              </p14:nvContentPartPr>
              <p14:xfrm>
                <a:off x="5112124" y="3041888"/>
                <a:ext cx="235440" cy="132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46CA3CC-0E81-0554-4C46-ACD576CBD5B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06004" y="3035768"/>
                  <a:ext cx="2476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BF0F416-F682-3F63-9ADC-2B82462FF7A2}"/>
                    </a:ext>
                  </a:extLst>
                </p14:cNvPr>
                <p14:cNvContentPartPr/>
                <p14:nvPr/>
              </p14:nvContentPartPr>
              <p14:xfrm>
                <a:off x="5439724" y="2967368"/>
                <a:ext cx="147600" cy="216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BF0F416-F682-3F63-9ADC-2B82462FF7A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33604" y="2961248"/>
                  <a:ext cx="1598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0B3FAB5-D783-4462-8539-D32A480DFF32}"/>
                    </a:ext>
                  </a:extLst>
                </p14:cNvPr>
                <p14:cNvContentPartPr/>
                <p14:nvPr/>
              </p14:nvContentPartPr>
              <p14:xfrm>
                <a:off x="5588044" y="3057008"/>
                <a:ext cx="147960" cy="964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0B3FAB5-D783-4462-8539-D32A480DFF3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81924" y="3050888"/>
                  <a:ext cx="1602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BC005C0-DAC9-F5E8-FB95-FE3B75509B18}"/>
                    </a:ext>
                  </a:extLst>
                </p14:cNvPr>
                <p14:cNvContentPartPr/>
                <p14:nvPr/>
              </p14:nvContentPartPr>
              <p14:xfrm>
                <a:off x="4898284" y="3246368"/>
                <a:ext cx="687960" cy="115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BC005C0-DAC9-F5E8-FB95-FE3B75509B1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92164" y="3240248"/>
                  <a:ext cx="7002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252A7DF-B957-1562-F9CB-1679D7E589FA}"/>
                    </a:ext>
                  </a:extLst>
                </p14:cNvPr>
                <p14:cNvContentPartPr/>
                <p14:nvPr/>
              </p14:nvContentPartPr>
              <p14:xfrm>
                <a:off x="4420564" y="2868008"/>
                <a:ext cx="627120" cy="824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252A7DF-B957-1562-F9CB-1679D7E589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14444" y="2861888"/>
                  <a:ext cx="639360" cy="9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CCF7226-7B43-5510-6CB9-9FE04CA3D4AF}"/>
                  </a:ext>
                </a:extLst>
              </p14:cNvPr>
              <p14:cNvContentPartPr/>
              <p14:nvPr/>
            </p14:nvContentPartPr>
            <p14:xfrm>
              <a:off x="1398364" y="4225568"/>
              <a:ext cx="1149840" cy="1195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CCF7226-7B43-5510-6CB9-9FE04CA3D4A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392244" y="4219448"/>
                <a:ext cx="116208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C03B0AE-5413-6B55-154F-04BD8C57E9A4}"/>
                  </a:ext>
                </a:extLst>
              </p14:cNvPr>
              <p14:cNvContentPartPr/>
              <p14:nvPr/>
            </p14:nvContentPartPr>
            <p14:xfrm>
              <a:off x="5993404" y="4275248"/>
              <a:ext cx="392760" cy="828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C03B0AE-5413-6B55-154F-04BD8C57E9A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987284" y="4269128"/>
                <a:ext cx="40500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A0952F5-880D-607C-81BB-52FF083678A1}"/>
                  </a:ext>
                </a:extLst>
              </p14:cNvPr>
              <p14:cNvContentPartPr/>
              <p14:nvPr/>
            </p14:nvContentPartPr>
            <p14:xfrm>
              <a:off x="5541964" y="5155448"/>
              <a:ext cx="739440" cy="392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A0952F5-880D-607C-81BB-52FF083678A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35844" y="5149328"/>
                <a:ext cx="7516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8066C95-3CF2-5A2D-89CD-D8E43FADD93E}"/>
                  </a:ext>
                </a:extLst>
              </p14:cNvPr>
              <p14:cNvContentPartPr/>
              <p14:nvPr/>
            </p14:nvContentPartPr>
            <p14:xfrm>
              <a:off x="3078124" y="4191008"/>
              <a:ext cx="506880" cy="543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8066C95-3CF2-5A2D-89CD-D8E43FADD93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072004" y="4184888"/>
                <a:ext cx="51912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0C54309B-ED50-97D1-81AC-356CCEF5ED9C}"/>
              </a:ext>
            </a:extLst>
          </p:cNvPr>
          <p:cNvGrpSpPr/>
          <p:nvPr/>
        </p:nvGrpSpPr>
        <p:grpSpPr>
          <a:xfrm>
            <a:off x="4971724" y="5141048"/>
            <a:ext cx="6270480" cy="1557000"/>
            <a:chOff x="4971724" y="5141048"/>
            <a:chExt cx="6270480" cy="155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A3B7E9E-40E0-2704-3B25-89050EE74AC6}"/>
                    </a:ext>
                  </a:extLst>
                </p14:cNvPr>
                <p14:cNvContentPartPr/>
                <p14:nvPr/>
              </p14:nvContentPartPr>
              <p14:xfrm>
                <a:off x="8222884" y="5451368"/>
                <a:ext cx="62640" cy="299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A3B7E9E-40E0-2704-3B25-89050EE74A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216764" y="5445248"/>
                  <a:ext cx="748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509CF2C-45DE-B637-E480-224600D80162}"/>
                    </a:ext>
                  </a:extLst>
                </p14:cNvPr>
                <p14:cNvContentPartPr/>
                <p14:nvPr/>
              </p14:nvContentPartPr>
              <p14:xfrm>
                <a:off x="8405764" y="5501048"/>
                <a:ext cx="160200" cy="176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509CF2C-45DE-B637-E480-224600D8016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399644" y="5494928"/>
                  <a:ext cx="1724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85CF8EE-25BC-ABF8-06C1-5013D428F74F}"/>
                    </a:ext>
                  </a:extLst>
                </p14:cNvPr>
                <p14:cNvContentPartPr/>
                <p14:nvPr/>
              </p14:nvContentPartPr>
              <p14:xfrm>
                <a:off x="8673964" y="5423648"/>
                <a:ext cx="358920" cy="383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85CF8EE-25BC-ABF8-06C1-5013D428F74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667844" y="5417528"/>
                  <a:ext cx="37116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B1DE93B-D060-88A0-FCB8-E1FC4AE1D8ED}"/>
                    </a:ext>
                  </a:extLst>
                </p14:cNvPr>
                <p14:cNvContentPartPr/>
                <p14:nvPr/>
              </p14:nvContentPartPr>
              <p14:xfrm>
                <a:off x="9181204" y="5404208"/>
                <a:ext cx="137520" cy="391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B1DE93B-D060-88A0-FCB8-E1FC4AE1D8E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175084" y="5398088"/>
                  <a:ext cx="14976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F28E640-DD67-252A-F381-9A1C3662DFC6}"/>
                    </a:ext>
                  </a:extLst>
                </p14:cNvPr>
                <p14:cNvContentPartPr/>
                <p14:nvPr/>
              </p14:nvContentPartPr>
              <p14:xfrm>
                <a:off x="9425284" y="5460728"/>
                <a:ext cx="114480" cy="179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F28E640-DD67-252A-F381-9A1C3662DFC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419164" y="5454608"/>
                  <a:ext cx="1267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834E1E6-03EE-8A7A-8CEE-FBDD7A2C6688}"/>
                    </a:ext>
                  </a:extLst>
                </p14:cNvPr>
                <p14:cNvContentPartPr/>
                <p14:nvPr/>
              </p14:nvContentPartPr>
              <p14:xfrm>
                <a:off x="10253284" y="5448848"/>
                <a:ext cx="111960" cy="357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834E1E6-03EE-8A7A-8CEE-FBDD7A2C668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247164" y="5442728"/>
                  <a:ext cx="1242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D8BBC25-AEAD-ABD5-22B1-82F9F90B4CB6}"/>
                    </a:ext>
                  </a:extLst>
                </p14:cNvPr>
                <p14:cNvContentPartPr/>
                <p14:nvPr/>
              </p14:nvContentPartPr>
              <p14:xfrm>
                <a:off x="10463524" y="5517968"/>
                <a:ext cx="132120" cy="178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D8BBC25-AEAD-ABD5-22B1-82F9F90B4CB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457404" y="5511848"/>
                  <a:ext cx="1443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781C0B3-C312-F6A3-B535-BFCE53A05136}"/>
                    </a:ext>
                  </a:extLst>
                </p14:cNvPr>
                <p14:cNvContentPartPr/>
                <p14:nvPr/>
              </p14:nvContentPartPr>
              <p14:xfrm>
                <a:off x="10658284" y="5501048"/>
                <a:ext cx="258480" cy="177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781C0B3-C312-F6A3-B535-BFCE53A0513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52164" y="5494928"/>
                  <a:ext cx="270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A9E8A31-CF80-9846-A997-9CEEC967F281}"/>
                    </a:ext>
                  </a:extLst>
                </p14:cNvPr>
                <p14:cNvContentPartPr/>
                <p14:nvPr/>
              </p14:nvContentPartPr>
              <p14:xfrm>
                <a:off x="10902724" y="5267768"/>
                <a:ext cx="339480" cy="430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A9E8A31-CF80-9846-A997-9CEEC967F28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896604" y="5261648"/>
                  <a:ext cx="35172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8E9BA43-02DB-4835-5711-17DB61EB89EF}"/>
                    </a:ext>
                  </a:extLst>
                </p14:cNvPr>
                <p14:cNvContentPartPr/>
                <p14:nvPr/>
              </p14:nvContentPartPr>
              <p14:xfrm>
                <a:off x="8262124" y="6194768"/>
                <a:ext cx="288360" cy="71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8E9BA43-02DB-4835-5711-17DB61EB89E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56004" y="6188648"/>
                  <a:ext cx="300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F3FE308-6024-DC05-EA41-BEEE148F2BB6}"/>
                    </a:ext>
                  </a:extLst>
                </p14:cNvPr>
                <p14:cNvContentPartPr/>
                <p14:nvPr/>
              </p14:nvContentPartPr>
              <p14:xfrm>
                <a:off x="8290924" y="6331208"/>
                <a:ext cx="306720" cy="52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F3FE308-6024-DC05-EA41-BEEE148F2BB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84804" y="6325088"/>
                  <a:ext cx="3189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1B0EFB8-01A2-A0C9-6AC2-0982D75F807F}"/>
                    </a:ext>
                  </a:extLst>
                </p14:cNvPr>
                <p14:cNvContentPartPr/>
                <p14:nvPr/>
              </p14:nvContentPartPr>
              <p14:xfrm>
                <a:off x="9165004" y="6206288"/>
                <a:ext cx="99360" cy="257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1B0EFB8-01A2-A0C9-6AC2-0982D75F807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58884" y="6200168"/>
                  <a:ext cx="1116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FB6D991-6C6C-4EC2-587A-6559F098F0C8}"/>
                    </a:ext>
                  </a:extLst>
                </p14:cNvPr>
                <p14:cNvContentPartPr/>
                <p14:nvPr/>
              </p14:nvContentPartPr>
              <p14:xfrm>
                <a:off x="9377764" y="6243008"/>
                <a:ext cx="216360" cy="1299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FB6D991-6C6C-4EC2-587A-6559F098F0C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371644" y="6236888"/>
                  <a:ext cx="2286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93B49DC-9FB9-F09B-BEFC-7170C2C9AC58}"/>
                    </a:ext>
                  </a:extLst>
                </p14:cNvPr>
                <p14:cNvContentPartPr/>
                <p14:nvPr/>
              </p14:nvContentPartPr>
              <p14:xfrm>
                <a:off x="9628684" y="6198368"/>
                <a:ext cx="298800" cy="276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93B49DC-9FB9-F09B-BEFC-7170C2C9AC5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622564" y="6192248"/>
                  <a:ext cx="3110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0E839B5-F966-50D5-8368-A479E6DD67BC}"/>
                    </a:ext>
                  </a:extLst>
                </p14:cNvPr>
                <p14:cNvContentPartPr/>
                <p14:nvPr/>
              </p14:nvContentPartPr>
              <p14:xfrm>
                <a:off x="9667204" y="6299168"/>
                <a:ext cx="221400" cy="111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0E839B5-F966-50D5-8368-A479E6DD67B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661084" y="6293048"/>
                  <a:ext cx="2336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EAD6B8E-9BBC-EC12-6071-A529044977E0}"/>
                    </a:ext>
                  </a:extLst>
                </p14:cNvPr>
                <p14:cNvContentPartPr/>
                <p14:nvPr/>
              </p14:nvContentPartPr>
              <p14:xfrm>
                <a:off x="10010284" y="6162368"/>
                <a:ext cx="58680" cy="347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EAD6B8E-9BBC-EC12-6071-A529044977E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004164" y="6156248"/>
                  <a:ext cx="709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5382859-CF8B-B833-03F9-DE59BC5E5A6C}"/>
                    </a:ext>
                  </a:extLst>
                </p14:cNvPr>
                <p14:cNvContentPartPr/>
                <p14:nvPr/>
              </p14:nvContentPartPr>
              <p14:xfrm>
                <a:off x="10182364" y="6295928"/>
                <a:ext cx="140760" cy="990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5382859-CF8B-B833-03F9-DE59BC5E5A6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76244" y="6289808"/>
                  <a:ext cx="1530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56E83A1-0DEE-5FA4-DF5F-13083F1F9159}"/>
                    </a:ext>
                  </a:extLst>
                </p14:cNvPr>
                <p14:cNvContentPartPr/>
                <p14:nvPr/>
              </p14:nvContentPartPr>
              <p14:xfrm>
                <a:off x="10395844" y="6172448"/>
                <a:ext cx="333360" cy="299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56E83A1-0DEE-5FA4-DF5F-13083F1F915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389724" y="6166328"/>
                  <a:ext cx="34560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3DD2486-047A-8C56-4AB8-B9B019F97496}"/>
                    </a:ext>
                  </a:extLst>
                </p14:cNvPr>
                <p14:cNvContentPartPr/>
                <p14:nvPr/>
              </p14:nvContentPartPr>
              <p14:xfrm>
                <a:off x="10483684" y="6181808"/>
                <a:ext cx="221400" cy="140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3DD2486-047A-8C56-4AB8-B9B019F9749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477564" y="6175688"/>
                  <a:ext cx="233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78ACA74-0E8E-03B3-9B83-720AC4FFDBCE}"/>
                    </a:ext>
                  </a:extLst>
                </p14:cNvPr>
                <p14:cNvContentPartPr/>
                <p14:nvPr/>
              </p14:nvContentPartPr>
              <p14:xfrm>
                <a:off x="10663324" y="6059768"/>
                <a:ext cx="284400" cy="347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78ACA74-0E8E-03B3-9B83-720AC4FFDBC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657204" y="6053648"/>
                  <a:ext cx="2966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498023F-091B-6151-F025-7830B0B246C6}"/>
                    </a:ext>
                  </a:extLst>
                </p14:cNvPr>
                <p14:cNvContentPartPr/>
                <p14:nvPr/>
              </p14:nvContentPartPr>
              <p14:xfrm>
                <a:off x="9484324" y="6446408"/>
                <a:ext cx="1214640" cy="159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498023F-091B-6151-F025-7830B0B246C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478204" y="6440288"/>
                  <a:ext cx="12268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F537CCE-2882-5D62-E030-36DB653C7E2C}"/>
                    </a:ext>
                  </a:extLst>
                </p14:cNvPr>
                <p14:cNvContentPartPr/>
                <p14:nvPr/>
              </p14:nvContentPartPr>
              <p14:xfrm>
                <a:off x="7141804" y="5141048"/>
                <a:ext cx="311040" cy="272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F537CCE-2882-5D62-E030-36DB653C7E2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35684" y="5134928"/>
                  <a:ext cx="3232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AC6B5E7-1BF1-6895-8403-838611C6905E}"/>
                    </a:ext>
                  </a:extLst>
                </p14:cNvPr>
                <p14:cNvContentPartPr/>
                <p14:nvPr/>
              </p14:nvContentPartPr>
              <p14:xfrm>
                <a:off x="7521604" y="5278208"/>
                <a:ext cx="34920" cy="229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AC6B5E7-1BF1-6895-8403-838611C6905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515484" y="5272088"/>
                  <a:ext cx="471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B3E6474-9BA8-44E5-57FF-2BE385637C66}"/>
                    </a:ext>
                  </a:extLst>
                </p14:cNvPr>
                <p14:cNvContentPartPr/>
                <p14:nvPr/>
              </p14:nvContentPartPr>
              <p14:xfrm>
                <a:off x="5294284" y="6025568"/>
                <a:ext cx="55800" cy="324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B3E6474-9BA8-44E5-57FF-2BE385637C6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288164" y="6019448"/>
                  <a:ext cx="680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1478B40-AEDC-7468-A31D-CCE56C784589}"/>
                    </a:ext>
                  </a:extLst>
                </p14:cNvPr>
                <p14:cNvContentPartPr/>
                <p14:nvPr/>
              </p14:nvContentPartPr>
              <p14:xfrm>
                <a:off x="5445124" y="6059408"/>
                <a:ext cx="220320" cy="237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1478B40-AEDC-7468-A31D-CCE56C78458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39004" y="6053288"/>
                  <a:ext cx="2325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56829E6-0ACF-FA4A-D2FA-0E7AEE5E17D3}"/>
                    </a:ext>
                  </a:extLst>
                </p14:cNvPr>
                <p14:cNvContentPartPr/>
                <p14:nvPr/>
              </p14:nvContentPartPr>
              <p14:xfrm>
                <a:off x="5748964" y="6059768"/>
                <a:ext cx="288720" cy="286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56829E6-0ACF-FA4A-D2FA-0E7AEE5E17D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42844" y="6053648"/>
                  <a:ext cx="3009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92E4880-3301-1BB2-7602-5BFCA3A80710}"/>
                    </a:ext>
                  </a:extLst>
                </p14:cNvPr>
                <p14:cNvContentPartPr/>
                <p14:nvPr/>
              </p14:nvContentPartPr>
              <p14:xfrm>
                <a:off x="5944084" y="5979848"/>
                <a:ext cx="242280" cy="346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92E4880-3301-1BB2-7602-5BFCA3A8071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37964" y="5973728"/>
                  <a:ext cx="25452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81EDAE5-C87E-242F-258A-8B00DA1CBF08}"/>
                    </a:ext>
                  </a:extLst>
                </p14:cNvPr>
                <p14:cNvContentPartPr/>
                <p14:nvPr/>
              </p14:nvContentPartPr>
              <p14:xfrm>
                <a:off x="5025004" y="6429488"/>
                <a:ext cx="1104840" cy="1598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81EDAE5-C87E-242F-258A-8B00DA1CBF0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018884" y="6423368"/>
                  <a:ext cx="1117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2DB5B18-7DBF-F77F-E536-12E0A870A5D0}"/>
                    </a:ext>
                  </a:extLst>
                </p14:cNvPr>
                <p14:cNvContentPartPr/>
                <p14:nvPr/>
              </p14:nvContentPartPr>
              <p14:xfrm>
                <a:off x="5102044" y="6456848"/>
                <a:ext cx="1109880" cy="1854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2DB5B18-7DBF-F77F-E536-12E0A870A5D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95924" y="6450728"/>
                  <a:ext cx="11221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BCA520F-9864-8B22-5105-21004CE75500}"/>
                    </a:ext>
                  </a:extLst>
                </p14:cNvPr>
                <p14:cNvContentPartPr/>
                <p14:nvPr/>
              </p14:nvContentPartPr>
              <p14:xfrm>
                <a:off x="6465724" y="5997488"/>
                <a:ext cx="162720" cy="310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BCA520F-9864-8B22-5105-21004CE7550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59604" y="5991368"/>
                  <a:ext cx="1749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3D00944-0082-F8F3-19D1-CF9BB4C7C569}"/>
                    </a:ext>
                  </a:extLst>
                </p14:cNvPr>
                <p14:cNvContentPartPr/>
                <p14:nvPr/>
              </p14:nvContentPartPr>
              <p14:xfrm>
                <a:off x="6553924" y="5990648"/>
                <a:ext cx="204840" cy="224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3D00944-0082-F8F3-19D1-CF9BB4C7C56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47804" y="5984528"/>
                  <a:ext cx="2170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97BA1B3-F21F-6A77-3D12-8122F0A032CF}"/>
                    </a:ext>
                  </a:extLst>
                </p14:cNvPr>
                <p14:cNvContentPartPr/>
                <p14:nvPr/>
              </p14:nvContentPartPr>
              <p14:xfrm>
                <a:off x="6927244" y="5999648"/>
                <a:ext cx="288000" cy="285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97BA1B3-F21F-6A77-3D12-8122F0A032C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21124" y="5993528"/>
                  <a:ext cx="3002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69E6298-552C-DCBD-4E22-75A10458BFA5}"/>
                    </a:ext>
                  </a:extLst>
                </p14:cNvPr>
                <p14:cNvContentPartPr/>
                <p14:nvPr/>
              </p14:nvContentPartPr>
              <p14:xfrm>
                <a:off x="7020844" y="6061568"/>
                <a:ext cx="384480" cy="4212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69E6298-552C-DCBD-4E22-75A10458BFA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014724" y="6055448"/>
                  <a:ext cx="3967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CF405EE-5D6A-6192-D186-1AD7FAC573BC}"/>
                    </a:ext>
                  </a:extLst>
                </p14:cNvPr>
                <p14:cNvContentPartPr/>
                <p14:nvPr/>
              </p14:nvContentPartPr>
              <p14:xfrm>
                <a:off x="5854084" y="5714168"/>
                <a:ext cx="459360" cy="7354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CF405EE-5D6A-6192-D186-1AD7FAC573B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847964" y="5708048"/>
                  <a:ext cx="471600" cy="7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B9BAEE9-A422-D8D8-5C8D-E4F1405B286C}"/>
                    </a:ext>
                  </a:extLst>
                </p14:cNvPr>
                <p14:cNvContentPartPr/>
                <p14:nvPr/>
              </p14:nvContentPartPr>
              <p14:xfrm>
                <a:off x="4971724" y="5876168"/>
                <a:ext cx="586800" cy="716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B9BAEE9-A422-D8D8-5C8D-E4F1405B286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65604" y="5870048"/>
                  <a:ext cx="59904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7D6EBE8-598A-E618-4E5D-F538E5057623}"/>
                    </a:ext>
                  </a:extLst>
                </p14:cNvPr>
                <p14:cNvContentPartPr/>
                <p14:nvPr/>
              </p14:nvContentPartPr>
              <p14:xfrm>
                <a:off x="7502524" y="6285488"/>
                <a:ext cx="167040" cy="346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7D6EBE8-598A-E618-4E5D-F538E505762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96404" y="6279368"/>
                  <a:ext cx="1792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CC158C2-5EE5-649E-1948-B324D70FBBC9}"/>
                    </a:ext>
                  </a:extLst>
                </p14:cNvPr>
                <p14:cNvContentPartPr/>
                <p14:nvPr/>
              </p14:nvContentPartPr>
              <p14:xfrm>
                <a:off x="7671004" y="6311408"/>
                <a:ext cx="312840" cy="345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CC158C2-5EE5-649E-1948-B324D70FBBC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64884" y="6305288"/>
                  <a:ext cx="3250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B8B782E-2ABF-DFA3-0249-721FF781B912}"/>
                    </a:ext>
                  </a:extLst>
                </p14:cNvPr>
                <p14:cNvContentPartPr/>
                <p14:nvPr/>
              </p14:nvContentPartPr>
              <p14:xfrm>
                <a:off x="7692244" y="6615968"/>
                <a:ext cx="124560" cy="53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B8B782E-2ABF-DFA3-0249-721FF781B91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686124" y="6609848"/>
                  <a:ext cx="1368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13693C3-123A-2735-F9ED-A3212832D3AD}"/>
                    </a:ext>
                  </a:extLst>
                </p14:cNvPr>
                <p14:cNvContentPartPr/>
                <p14:nvPr/>
              </p14:nvContentPartPr>
              <p14:xfrm>
                <a:off x="7832644" y="6261728"/>
                <a:ext cx="236520" cy="436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13693C3-123A-2735-F9ED-A3212832D3A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26524" y="6255608"/>
                  <a:ext cx="24876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09CC65F-6F0C-A5C2-EF3B-45D0ACCA08F1}"/>
                    </a:ext>
                  </a:extLst>
                </p14:cNvPr>
                <p14:cNvContentPartPr/>
                <p14:nvPr/>
              </p14:nvContentPartPr>
              <p14:xfrm>
                <a:off x="8009764" y="6380888"/>
                <a:ext cx="231480" cy="180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09CC65F-6F0C-A5C2-EF3B-45D0ACCA08F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03644" y="6374768"/>
                  <a:ext cx="24372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EDD7F60-3031-57D2-C9ED-4DC16650A5A3}"/>
              </a:ext>
            </a:extLst>
          </p:cNvPr>
          <p:cNvGrpSpPr/>
          <p:nvPr/>
        </p:nvGrpSpPr>
        <p:grpSpPr>
          <a:xfrm>
            <a:off x="4135804" y="3993368"/>
            <a:ext cx="1298160" cy="311400"/>
            <a:chOff x="4135804" y="3993368"/>
            <a:chExt cx="1298160" cy="31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F70578F-9945-CC8E-C4A5-F6B56ED992D9}"/>
                    </a:ext>
                  </a:extLst>
                </p14:cNvPr>
                <p14:cNvContentPartPr/>
                <p14:nvPr/>
              </p14:nvContentPartPr>
              <p14:xfrm>
                <a:off x="4135804" y="3993368"/>
                <a:ext cx="1298160" cy="257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F70578F-9945-CC8E-C4A5-F6B56ED992D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129684" y="3987248"/>
                  <a:ext cx="13104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EBCBA2E-BE79-9D55-04DA-D9FD40474708}"/>
                    </a:ext>
                  </a:extLst>
                </p14:cNvPr>
                <p14:cNvContentPartPr/>
                <p14:nvPr/>
              </p14:nvContentPartPr>
              <p14:xfrm>
                <a:off x="4353244" y="4193528"/>
                <a:ext cx="629280" cy="74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EBCBA2E-BE79-9D55-04DA-D9FD4047470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347124" y="4187408"/>
                  <a:ext cx="6415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5E70A22-4DA9-6E74-0193-2213FC35E768}"/>
                    </a:ext>
                  </a:extLst>
                </p14:cNvPr>
                <p14:cNvContentPartPr/>
                <p14:nvPr/>
              </p14:nvContentPartPr>
              <p14:xfrm>
                <a:off x="4713964" y="4277408"/>
                <a:ext cx="242280" cy="27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5E70A22-4DA9-6E74-0193-2213FC35E76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07844" y="4271288"/>
                  <a:ext cx="254520" cy="3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3474CAF-EEFF-213F-8278-FFF86AFD20F5}"/>
                  </a:ext>
                </a:extLst>
              </p14:cNvPr>
              <p14:cNvContentPartPr/>
              <p14:nvPr/>
            </p14:nvContentPartPr>
            <p14:xfrm>
              <a:off x="4072444" y="3591608"/>
              <a:ext cx="1450080" cy="7012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3474CAF-EEFF-213F-8278-FFF86AFD20F5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066324" y="3585488"/>
                <a:ext cx="1462320" cy="71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2B2B0B2-DCE0-61FE-AA55-A1DAC72527CD}"/>
                  </a:ext>
                </a:extLst>
              </p14:cNvPr>
              <p14:cNvContentPartPr/>
              <p14:nvPr/>
            </p14:nvContentPartPr>
            <p14:xfrm>
              <a:off x="1225924" y="4149608"/>
              <a:ext cx="805320" cy="615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2B2B0B2-DCE0-61FE-AA55-A1DAC72527C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219804" y="4143488"/>
                <a:ext cx="81756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9820D2B-16D1-B459-F593-430ECF260042}"/>
              </a:ext>
            </a:extLst>
          </p:cNvPr>
          <p:cNvGrpSpPr/>
          <p:nvPr/>
        </p:nvGrpSpPr>
        <p:grpSpPr>
          <a:xfrm>
            <a:off x="486484" y="2277968"/>
            <a:ext cx="3544920" cy="3783240"/>
            <a:chOff x="486484" y="2277968"/>
            <a:chExt cx="3544920" cy="378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421F08E-BDAA-DD28-F770-7429EBDE99E8}"/>
                    </a:ext>
                  </a:extLst>
                </p14:cNvPr>
                <p14:cNvContentPartPr/>
                <p14:nvPr/>
              </p14:nvContentPartPr>
              <p14:xfrm>
                <a:off x="1418524" y="3570008"/>
                <a:ext cx="225720" cy="263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421F08E-BDAA-DD28-F770-7429EBDE99E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412404" y="3563888"/>
                  <a:ext cx="2379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3B15D6B-BC91-E3E3-C00A-7EEC9451737F}"/>
                    </a:ext>
                  </a:extLst>
                </p14:cNvPr>
                <p14:cNvContentPartPr/>
                <p14:nvPr/>
              </p14:nvContentPartPr>
              <p14:xfrm>
                <a:off x="1841524" y="3359048"/>
                <a:ext cx="37800" cy="181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3B15D6B-BC91-E3E3-C00A-7EEC9451737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835404" y="3352928"/>
                  <a:ext cx="50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D08AA3A-393A-8828-DB97-F22DDCF45624}"/>
                    </a:ext>
                  </a:extLst>
                </p14:cNvPr>
                <p14:cNvContentPartPr/>
                <p14:nvPr/>
              </p14:nvContentPartPr>
              <p14:xfrm>
                <a:off x="1997404" y="3356528"/>
                <a:ext cx="133920" cy="130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08AA3A-393A-8828-DB97-F22DDCF4562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991284" y="3350408"/>
                  <a:ext cx="1461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F5933DC-C01D-FC08-C54C-0767E03DD411}"/>
                    </a:ext>
                  </a:extLst>
                </p14:cNvPr>
                <p14:cNvContentPartPr/>
                <p14:nvPr/>
              </p14:nvContentPartPr>
              <p14:xfrm>
                <a:off x="2217364" y="3293888"/>
                <a:ext cx="126000" cy="209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F5933DC-C01D-FC08-C54C-0767E03DD41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211244" y="3287768"/>
                  <a:ext cx="138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339D68D-0443-545A-CB59-406F5CCF1B6B}"/>
                    </a:ext>
                  </a:extLst>
                </p14:cNvPr>
                <p14:cNvContentPartPr/>
                <p14:nvPr/>
              </p14:nvContentPartPr>
              <p14:xfrm>
                <a:off x="2202604" y="3300368"/>
                <a:ext cx="196200" cy="116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339D68D-0443-545A-CB59-406F5CCF1B6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96484" y="3294248"/>
                  <a:ext cx="2084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805E1CC-C036-5BA2-B436-26BB8EC41CF8}"/>
                    </a:ext>
                  </a:extLst>
                </p14:cNvPr>
                <p14:cNvContentPartPr/>
                <p14:nvPr/>
              </p14:nvContentPartPr>
              <p14:xfrm>
                <a:off x="2525884" y="3122528"/>
                <a:ext cx="146160" cy="247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805E1CC-C036-5BA2-B436-26BB8EC41CF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519764" y="3116408"/>
                  <a:ext cx="1584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8F8E886-F7BC-531B-45E9-1BA7D6112262}"/>
                    </a:ext>
                  </a:extLst>
                </p14:cNvPr>
                <p14:cNvContentPartPr/>
                <p14:nvPr/>
              </p14:nvContentPartPr>
              <p14:xfrm>
                <a:off x="2762044" y="3105968"/>
                <a:ext cx="191520" cy="124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8F8E886-F7BC-531B-45E9-1BA7D611226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755924" y="3099848"/>
                  <a:ext cx="203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B8F0332-1536-E8B1-21BD-24EDE8956EDB}"/>
                    </a:ext>
                  </a:extLst>
                </p14:cNvPr>
                <p14:cNvContentPartPr/>
                <p14:nvPr/>
              </p14:nvContentPartPr>
              <p14:xfrm>
                <a:off x="2978404" y="3372728"/>
                <a:ext cx="162000" cy="1843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B8F0332-1536-E8B1-21BD-24EDE8956ED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972284" y="3366608"/>
                  <a:ext cx="174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708BE3B-F3AE-5994-FFC9-D5807C7518C7}"/>
                    </a:ext>
                  </a:extLst>
                </p14:cNvPr>
                <p14:cNvContentPartPr/>
                <p14:nvPr/>
              </p14:nvContentPartPr>
              <p14:xfrm>
                <a:off x="3241204" y="3360128"/>
                <a:ext cx="160920" cy="131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708BE3B-F3AE-5994-FFC9-D5807C7518C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235084" y="3354008"/>
                  <a:ext cx="1731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ECDBBC1-7A8C-57AD-0E6E-A78BD75BAC61}"/>
                    </a:ext>
                  </a:extLst>
                </p14:cNvPr>
                <p14:cNvContentPartPr/>
                <p14:nvPr/>
              </p14:nvContentPartPr>
              <p14:xfrm>
                <a:off x="3424804" y="3322328"/>
                <a:ext cx="153000" cy="172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ECDBBC1-7A8C-57AD-0E6E-A78BD75BAC6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18684" y="3316208"/>
                  <a:ext cx="1652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E83C45-BBD7-0A7B-3CF3-2F906A6EF855}"/>
                    </a:ext>
                  </a:extLst>
                </p14:cNvPr>
                <p14:cNvContentPartPr/>
                <p14:nvPr/>
              </p14:nvContentPartPr>
              <p14:xfrm>
                <a:off x="3558004" y="3177968"/>
                <a:ext cx="219240" cy="214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E83C45-BBD7-0A7B-3CF3-2F906A6EF85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551884" y="3171848"/>
                  <a:ext cx="231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C7CF458-99FD-3B64-16E8-35364A977C9A}"/>
                    </a:ext>
                  </a:extLst>
                </p14:cNvPr>
                <p14:cNvContentPartPr/>
                <p14:nvPr/>
              </p14:nvContentPartPr>
              <p14:xfrm>
                <a:off x="2612284" y="3275528"/>
                <a:ext cx="330480" cy="93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C7CF458-99FD-3B64-16E8-35364A977C9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606164" y="3269408"/>
                  <a:ext cx="3427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12E0430-C4CE-D7C3-63A4-CF39EDEA3470}"/>
                    </a:ext>
                  </a:extLst>
                </p14:cNvPr>
                <p14:cNvContentPartPr/>
                <p14:nvPr/>
              </p14:nvContentPartPr>
              <p14:xfrm>
                <a:off x="3116644" y="3604208"/>
                <a:ext cx="175320" cy="59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12E0430-C4CE-D7C3-63A4-CF39EDEA347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110524" y="3598088"/>
                  <a:ext cx="1875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550A4F6-E73C-42A6-6482-F90B3DBE4DB7}"/>
                    </a:ext>
                  </a:extLst>
                </p14:cNvPr>
                <p14:cNvContentPartPr/>
                <p14:nvPr/>
              </p14:nvContentPartPr>
              <p14:xfrm>
                <a:off x="1084084" y="5077688"/>
                <a:ext cx="988560" cy="36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550A4F6-E73C-42A6-6482-F90B3DBE4DB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77964" y="5071568"/>
                  <a:ext cx="1000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69B450E-9A03-6044-1876-C1546CA9DF76}"/>
                    </a:ext>
                  </a:extLst>
                </p14:cNvPr>
                <p14:cNvContentPartPr/>
                <p14:nvPr/>
              </p14:nvContentPartPr>
              <p14:xfrm>
                <a:off x="486484" y="3994448"/>
                <a:ext cx="514800" cy="74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69B450E-9A03-6044-1876-C1546CA9DF7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80364" y="3988328"/>
                  <a:ext cx="527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A0E636B-E30F-F108-263E-B3953CD83C39}"/>
                    </a:ext>
                  </a:extLst>
                </p14:cNvPr>
                <p14:cNvContentPartPr/>
                <p14:nvPr/>
              </p14:nvContentPartPr>
              <p14:xfrm>
                <a:off x="598804" y="4167968"/>
                <a:ext cx="320400" cy="113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A0E636B-E30F-F108-263E-B3953CD83C3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92684" y="4161848"/>
                  <a:ext cx="332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375ED6F-395E-D891-D791-104C89627127}"/>
                    </a:ext>
                  </a:extLst>
                </p14:cNvPr>
                <p14:cNvContentPartPr/>
                <p14:nvPr/>
              </p14:nvContentPartPr>
              <p14:xfrm>
                <a:off x="669364" y="3889328"/>
                <a:ext cx="388080" cy="626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375ED6F-395E-D891-D791-104C8962712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63244" y="3883208"/>
                  <a:ext cx="40032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19EC3B0-7CA7-3E9B-B127-91FC9CAB7EB8}"/>
                    </a:ext>
                  </a:extLst>
                </p14:cNvPr>
                <p14:cNvContentPartPr/>
                <p14:nvPr/>
              </p14:nvContentPartPr>
              <p14:xfrm>
                <a:off x="1357324" y="4081568"/>
                <a:ext cx="529920" cy="102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19EC3B0-7CA7-3E9B-B127-91FC9CAB7EB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51204" y="4075448"/>
                  <a:ext cx="5421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B5A4F81-F834-D464-130D-636C68BD166E}"/>
                    </a:ext>
                  </a:extLst>
                </p14:cNvPr>
                <p14:cNvContentPartPr/>
                <p14:nvPr/>
              </p14:nvContentPartPr>
              <p14:xfrm>
                <a:off x="521404" y="4186328"/>
                <a:ext cx="3510000" cy="1874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B5A4F81-F834-D464-130D-636C68BD166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5284" y="4180208"/>
                  <a:ext cx="3522240" cy="18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C667DE0-1533-48FE-50F4-98879327D78C}"/>
                    </a:ext>
                  </a:extLst>
                </p14:cNvPr>
                <p14:cNvContentPartPr/>
                <p14:nvPr/>
              </p14:nvContentPartPr>
              <p14:xfrm>
                <a:off x="620044" y="2277968"/>
                <a:ext cx="845640" cy="1476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C667DE0-1533-48FE-50F4-98879327D78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13924" y="2271848"/>
                  <a:ext cx="857880" cy="148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1E858D8-C2F2-BADA-7097-6A894908C15C}"/>
              </a:ext>
            </a:extLst>
          </p:cNvPr>
          <p:cNvGrpSpPr/>
          <p:nvPr/>
        </p:nvGrpSpPr>
        <p:grpSpPr>
          <a:xfrm>
            <a:off x="601684" y="1466888"/>
            <a:ext cx="2286360" cy="608040"/>
            <a:chOff x="601684" y="1466888"/>
            <a:chExt cx="2286360" cy="60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798CB7F-C10B-1AF3-A90C-8569AD13B262}"/>
                    </a:ext>
                  </a:extLst>
                </p14:cNvPr>
                <p14:cNvContentPartPr/>
                <p14:nvPr/>
              </p14:nvContentPartPr>
              <p14:xfrm>
                <a:off x="601684" y="1607648"/>
                <a:ext cx="39600" cy="2725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798CB7F-C10B-1AF3-A90C-8569AD13B26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95564" y="1601528"/>
                  <a:ext cx="518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9F27B6B-7E11-4C86-C7EA-EF9060070877}"/>
                    </a:ext>
                  </a:extLst>
                </p14:cNvPr>
                <p14:cNvContentPartPr/>
                <p14:nvPr/>
              </p14:nvContentPartPr>
              <p14:xfrm>
                <a:off x="707884" y="1660568"/>
                <a:ext cx="160920" cy="247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9F27B6B-7E11-4C86-C7EA-EF906007087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01764" y="1654448"/>
                  <a:ext cx="1731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AD071B4-8765-8C87-433C-4B48EBFC70F3}"/>
                    </a:ext>
                  </a:extLst>
                </p14:cNvPr>
                <p14:cNvContentPartPr/>
                <p14:nvPr/>
              </p14:nvContentPartPr>
              <p14:xfrm>
                <a:off x="901564" y="1578848"/>
                <a:ext cx="269640" cy="239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AD071B4-8765-8C87-433C-4B48EBFC70F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95444" y="1572728"/>
                  <a:ext cx="2818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398DFB1-ED29-C749-F642-952DA5B517FA}"/>
                    </a:ext>
                  </a:extLst>
                </p14:cNvPr>
                <p14:cNvContentPartPr/>
                <p14:nvPr/>
              </p14:nvContentPartPr>
              <p14:xfrm>
                <a:off x="1172644" y="1495688"/>
                <a:ext cx="268920" cy="4510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398DFB1-ED29-C749-F642-952DA5B517F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66524" y="1489568"/>
                  <a:ext cx="28116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DF1268C-D91F-F69F-57C1-7EFA105642D0}"/>
                    </a:ext>
                  </a:extLst>
                </p14:cNvPr>
                <p14:cNvContentPartPr/>
                <p14:nvPr/>
              </p14:nvContentPartPr>
              <p14:xfrm>
                <a:off x="1847284" y="1524488"/>
                <a:ext cx="237240" cy="377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DF1268C-D91F-F69F-57C1-7EFA105642D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841164" y="1518368"/>
                  <a:ext cx="24948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9598634-65FD-2E1F-2E59-59DC5719C037}"/>
                    </a:ext>
                  </a:extLst>
                </p14:cNvPr>
                <p14:cNvContentPartPr/>
                <p14:nvPr/>
              </p14:nvContentPartPr>
              <p14:xfrm>
                <a:off x="2163004" y="1556168"/>
                <a:ext cx="261000" cy="2682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9598634-65FD-2E1F-2E59-59DC5719C03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156884" y="1550048"/>
                  <a:ext cx="2732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3068508-3812-5757-B9E8-2865B003CF2D}"/>
                    </a:ext>
                  </a:extLst>
                </p14:cNvPr>
                <p14:cNvContentPartPr/>
                <p14:nvPr/>
              </p14:nvContentPartPr>
              <p14:xfrm>
                <a:off x="2474044" y="1466888"/>
                <a:ext cx="194040" cy="3520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3068508-3812-5757-B9E8-2865B003CF2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467924" y="1460768"/>
                  <a:ext cx="20628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21893AD2-01D0-642C-EC16-DDC5F500306D}"/>
                    </a:ext>
                  </a:extLst>
                </p14:cNvPr>
                <p14:cNvContentPartPr/>
                <p14:nvPr/>
              </p14:nvContentPartPr>
              <p14:xfrm>
                <a:off x="2661244" y="1488128"/>
                <a:ext cx="226800" cy="219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21893AD2-01D0-642C-EC16-DDC5F500306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55124" y="1482008"/>
                  <a:ext cx="2390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5CF2FED-7F41-9C19-3184-79AEBBC038D3}"/>
                    </a:ext>
                  </a:extLst>
                </p14:cNvPr>
                <p14:cNvContentPartPr/>
                <p14:nvPr/>
              </p14:nvContentPartPr>
              <p14:xfrm>
                <a:off x="849364" y="1992488"/>
                <a:ext cx="1383120" cy="824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5CF2FED-7F41-9C19-3184-79AEBBC038D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43244" y="1986368"/>
                  <a:ext cx="1395360" cy="94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11228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Recursively check all possible parenthesization.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sub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multiplies two matrices and then solves for the remaining chain.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 m[i, j] = m[i, k] + m[k+1, j] + p[i-1] * p[k] * p[j]</a:t>
            </a:r>
          </a:p>
          <a:p>
            <a:pPr>
              <a:lnSpc>
                <a:spcPct val="2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of the recursive approach: Exponential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ABD6102-AEEC-BB92-50AC-9CDF0C39B6EC}"/>
                  </a:ext>
                </a:extLst>
              </p14:cNvPr>
              <p14:cNvContentPartPr/>
              <p14:nvPr/>
            </p14:nvContentPartPr>
            <p14:xfrm>
              <a:off x="2262240" y="732960"/>
              <a:ext cx="8091720" cy="4837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ABD6102-AEEC-BB92-50AC-9CDF0C39B6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2880" y="723600"/>
                <a:ext cx="8110440" cy="485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3675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21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540" y="350606"/>
            <a:ext cx="7590408" cy="600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40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22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601" y="803999"/>
            <a:ext cx="6862439" cy="24453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145320" y="1269507"/>
            <a:ext cx="24818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2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23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39590" y="-865506"/>
            <a:ext cx="6296291" cy="88776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05E3A3D-6DE5-7157-6335-8D59A6C636E9}"/>
                  </a:ext>
                </a:extLst>
              </p14:cNvPr>
              <p14:cNvContentPartPr/>
              <p14:nvPr/>
            </p14:nvContentPartPr>
            <p14:xfrm>
              <a:off x="525240" y="546480"/>
              <a:ext cx="11192040" cy="5703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05E3A3D-6DE5-7157-6335-8D59A6C636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5880" y="537120"/>
                <a:ext cx="11210760" cy="57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8B616A7-008B-61EA-607F-EA701B92E0E7}"/>
                  </a:ext>
                </a:extLst>
              </p14:cNvPr>
              <p14:cNvContentPartPr/>
              <p14:nvPr/>
            </p14:nvContentPartPr>
            <p14:xfrm>
              <a:off x="3400684" y="6271808"/>
              <a:ext cx="183960" cy="15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8B616A7-008B-61EA-607F-EA701B92E0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94564" y="6265688"/>
                <a:ext cx="1962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6797DA2-8185-D40E-F2A1-F94DCE7B8582}"/>
                  </a:ext>
                </a:extLst>
              </p14:cNvPr>
              <p14:cNvContentPartPr/>
              <p14:nvPr/>
            </p14:nvContentPartPr>
            <p14:xfrm>
              <a:off x="5134444" y="6554768"/>
              <a:ext cx="182160" cy="8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6797DA2-8185-D40E-F2A1-F94DCE7B85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28324" y="6548648"/>
                <a:ext cx="19440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2F24047-ED69-165B-B35E-CAD056AF3381}"/>
              </a:ext>
            </a:extLst>
          </p:cNvPr>
          <p:cNvGrpSpPr/>
          <p:nvPr/>
        </p:nvGrpSpPr>
        <p:grpSpPr>
          <a:xfrm>
            <a:off x="3078484" y="5795168"/>
            <a:ext cx="451440" cy="424440"/>
            <a:chOff x="3078484" y="5795168"/>
            <a:chExt cx="451440" cy="42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1A04645-5A82-C77B-C881-373DA87F6EC0}"/>
                    </a:ext>
                  </a:extLst>
                </p14:cNvPr>
                <p14:cNvContentPartPr/>
                <p14:nvPr/>
              </p14:nvContentPartPr>
              <p14:xfrm>
                <a:off x="3078484" y="5795168"/>
                <a:ext cx="283680" cy="3380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1A04645-5A82-C77B-C881-373DA87F6EC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072364" y="5789048"/>
                  <a:ext cx="2959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95F76D4-B50B-2528-89C3-1C9D08CA671C}"/>
                    </a:ext>
                  </a:extLst>
                </p14:cNvPr>
                <p14:cNvContentPartPr/>
                <p14:nvPr/>
              </p14:nvContentPartPr>
              <p14:xfrm>
                <a:off x="3311044" y="5974808"/>
                <a:ext cx="218880" cy="244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95F76D4-B50B-2528-89C3-1C9D08CA671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304924" y="5968688"/>
                  <a:ext cx="23112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1D16AF-6292-2724-A00C-F7B056D1C15F}"/>
              </a:ext>
            </a:extLst>
          </p:cNvPr>
          <p:cNvGrpSpPr/>
          <p:nvPr/>
        </p:nvGrpSpPr>
        <p:grpSpPr>
          <a:xfrm>
            <a:off x="8409004" y="6235808"/>
            <a:ext cx="537120" cy="497520"/>
            <a:chOff x="8409004" y="6235808"/>
            <a:chExt cx="537120" cy="49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CA2AC2-20B1-185B-6D90-817673B67528}"/>
                    </a:ext>
                  </a:extLst>
                </p14:cNvPr>
                <p14:cNvContentPartPr/>
                <p14:nvPr/>
              </p14:nvContentPartPr>
              <p14:xfrm>
                <a:off x="8546524" y="6326168"/>
                <a:ext cx="172080" cy="301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CA2AC2-20B1-185B-6D90-817673B6752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540404" y="6320048"/>
                  <a:ext cx="1843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601DA41-791E-6F7B-6D74-0A3F76F80FA9}"/>
                    </a:ext>
                  </a:extLst>
                </p14:cNvPr>
                <p14:cNvContentPartPr/>
                <p14:nvPr/>
              </p14:nvContentPartPr>
              <p14:xfrm>
                <a:off x="8616004" y="6528128"/>
                <a:ext cx="196920" cy="18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601DA41-791E-6F7B-6D74-0A3F76F80FA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609884" y="6522008"/>
                  <a:ext cx="2091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0093D9E-4FAF-2379-ED1F-C2B4EA7A3970}"/>
                    </a:ext>
                  </a:extLst>
                </p14:cNvPr>
                <p14:cNvContentPartPr/>
                <p14:nvPr/>
              </p14:nvContentPartPr>
              <p14:xfrm>
                <a:off x="8409004" y="6235808"/>
                <a:ext cx="537120" cy="497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0093D9E-4FAF-2379-ED1F-C2B4EA7A397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402884" y="6229688"/>
                  <a:ext cx="549360" cy="50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BAD7D1-20CE-2355-BC59-5B3DE6F282B2}"/>
              </a:ext>
            </a:extLst>
          </p:cNvPr>
          <p:cNvGrpSpPr/>
          <p:nvPr/>
        </p:nvGrpSpPr>
        <p:grpSpPr>
          <a:xfrm>
            <a:off x="6078724" y="6438488"/>
            <a:ext cx="407160" cy="274320"/>
            <a:chOff x="6078724" y="6438488"/>
            <a:chExt cx="407160" cy="27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473D7A1-0877-86C3-746F-D894586B14A9}"/>
                    </a:ext>
                  </a:extLst>
                </p14:cNvPr>
                <p14:cNvContentPartPr/>
                <p14:nvPr/>
              </p14:nvContentPartPr>
              <p14:xfrm>
                <a:off x="6078724" y="6507608"/>
                <a:ext cx="301680" cy="105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473D7A1-0877-86C3-746F-D894586B14A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72604" y="6501488"/>
                  <a:ext cx="3139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CFABAE6-68F4-7000-0E2C-6CEF9A284C03}"/>
                    </a:ext>
                  </a:extLst>
                </p14:cNvPr>
                <p14:cNvContentPartPr/>
                <p14:nvPr/>
              </p14:nvContentPartPr>
              <p14:xfrm>
                <a:off x="6173044" y="6595448"/>
                <a:ext cx="290880" cy="91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CFABAE6-68F4-7000-0E2C-6CEF9A284C0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166924" y="6589328"/>
                  <a:ext cx="3031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74B7738-9634-F0E2-2EAF-D49E275F1097}"/>
                    </a:ext>
                  </a:extLst>
                </p14:cNvPr>
                <p14:cNvContentPartPr/>
                <p14:nvPr/>
              </p14:nvContentPartPr>
              <p14:xfrm>
                <a:off x="6303364" y="6438488"/>
                <a:ext cx="182520" cy="274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74B7738-9634-F0E2-2EAF-D49E275F109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97244" y="6432368"/>
                  <a:ext cx="194760" cy="28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01BEA91-4A71-058F-993D-F2DC1B9A8A50}"/>
                  </a:ext>
                </a:extLst>
              </p14:cNvPr>
              <p14:cNvContentPartPr/>
              <p14:nvPr/>
            </p14:nvContentPartPr>
            <p14:xfrm>
              <a:off x="4304644" y="5593928"/>
              <a:ext cx="2657160" cy="1677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01BEA91-4A71-058F-993D-F2DC1B9A8A5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298524" y="5587808"/>
                <a:ext cx="2669400" cy="18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1BB8EB74-C4B3-C0C0-44EC-C400EEB7CD84}"/>
              </a:ext>
            </a:extLst>
          </p:cNvPr>
          <p:cNvGrpSpPr/>
          <p:nvPr/>
        </p:nvGrpSpPr>
        <p:grpSpPr>
          <a:xfrm>
            <a:off x="4381324" y="5487008"/>
            <a:ext cx="3721680" cy="403560"/>
            <a:chOff x="4381324" y="5487008"/>
            <a:chExt cx="3721680" cy="40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D0FE52D-1D65-A18F-8679-BDC5CB463752}"/>
                    </a:ext>
                  </a:extLst>
                </p14:cNvPr>
                <p14:cNvContentPartPr/>
                <p14:nvPr/>
              </p14:nvContentPartPr>
              <p14:xfrm>
                <a:off x="4441084" y="5569808"/>
                <a:ext cx="822600" cy="111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D0FE52D-1D65-A18F-8679-BDC5CB46375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34964" y="5563688"/>
                  <a:ext cx="8348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21CF0CE-3846-3047-DFFB-1EE0332B3540}"/>
                    </a:ext>
                  </a:extLst>
                </p14:cNvPr>
                <p14:cNvContentPartPr/>
                <p14:nvPr/>
              </p14:nvContentPartPr>
              <p14:xfrm>
                <a:off x="4381324" y="5615528"/>
                <a:ext cx="255600" cy="275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21CF0CE-3846-3047-DFFB-1EE0332B354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375204" y="5609408"/>
                  <a:ext cx="2678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341884C-97B4-EC28-8B7B-CA615A4F44A9}"/>
                    </a:ext>
                  </a:extLst>
                </p14:cNvPr>
                <p14:cNvContentPartPr/>
                <p14:nvPr/>
              </p14:nvContentPartPr>
              <p14:xfrm>
                <a:off x="5014564" y="5514728"/>
                <a:ext cx="537480" cy="56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41884C-97B4-EC28-8B7B-CA615A4F44A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008444" y="5508608"/>
                  <a:ext cx="5497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1CB63B1-4370-F064-82E0-EED95ACC6FE1}"/>
                    </a:ext>
                  </a:extLst>
                </p14:cNvPr>
                <p14:cNvContentPartPr/>
                <p14:nvPr/>
              </p14:nvContentPartPr>
              <p14:xfrm>
                <a:off x="5280244" y="5564768"/>
                <a:ext cx="353160" cy="322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1CB63B1-4370-F064-82E0-EED95ACC6FE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274124" y="5558648"/>
                  <a:ext cx="3654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47B7711-B99E-F407-D195-5FE4E26FB8CA}"/>
                    </a:ext>
                  </a:extLst>
                </p14:cNvPr>
                <p14:cNvContentPartPr/>
                <p14:nvPr/>
              </p14:nvContentPartPr>
              <p14:xfrm>
                <a:off x="5474284" y="5506448"/>
                <a:ext cx="457560" cy="46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47B7711-B99E-F407-D195-5FE4E26FB8C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468164" y="5500328"/>
                  <a:ext cx="4698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E710632-DCEF-1BB5-1BAA-FFFD14B4E3D5}"/>
                    </a:ext>
                  </a:extLst>
                </p14:cNvPr>
                <p14:cNvContentPartPr/>
                <p14:nvPr/>
              </p14:nvContentPartPr>
              <p14:xfrm>
                <a:off x="5777404" y="5523008"/>
                <a:ext cx="1378440" cy="331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E710632-DCEF-1BB5-1BAA-FFFD14B4E3D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771284" y="5516888"/>
                  <a:ext cx="13906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85C7CCE-A8A9-84FA-01C1-1404043C0E7B}"/>
                    </a:ext>
                  </a:extLst>
                </p14:cNvPr>
                <p14:cNvContentPartPr/>
                <p14:nvPr/>
              </p14:nvContentPartPr>
              <p14:xfrm>
                <a:off x="5835724" y="5487008"/>
                <a:ext cx="448200" cy="230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85C7CCE-A8A9-84FA-01C1-1404043C0E7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829604" y="5480888"/>
                  <a:ext cx="460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08A64B4-0D9D-23E9-CBFC-90056D856349}"/>
                    </a:ext>
                  </a:extLst>
                </p14:cNvPr>
                <p14:cNvContentPartPr/>
                <p14:nvPr/>
              </p14:nvContentPartPr>
              <p14:xfrm>
                <a:off x="6336484" y="5502128"/>
                <a:ext cx="1766520" cy="183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08A64B4-0D9D-23E9-CBFC-90056D85634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330364" y="5496008"/>
                  <a:ext cx="1778760" cy="195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1042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24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44536" y="-124288"/>
            <a:ext cx="5961894" cy="68580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ADD1C6B-CF02-91AC-CBA8-59F67B585BE7}"/>
              </a:ext>
            </a:extLst>
          </p:cNvPr>
          <p:cNvGrpSpPr/>
          <p:nvPr/>
        </p:nvGrpSpPr>
        <p:grpSpPr>
          <a:xfrm>
            <a:off x="5115364" y="4742528"/>
            <a:ext cx="2885400" cy="749160"/>
            <a:chOff x="5115364" y="4742528"/>
            <a:chExt cx="2885400" cy="74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FF6217D-0877-65D9-C01A-87EAC5173A72}"/>
                    </a:ext>
                  </a:extLst>
                </p14:cNvPr>
                <p14:cNvContentPartPr/>
                <p14:nvPr/>
              </p14:nvContentPartPr>
              <p14:xfrm>
                <a:off x="5115364" y="5130248"/>
                <a:ext cx="455040" cy="361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FF6217D-0877-65D9-C01A-87EAC5173A7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09244" y="5124128"/>
                  <a:ext cx="4672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7F868CD-874B-7D5A-FA3A-B458B9D4DF1F}"/>
                    </a:ext>
                  </a:extLst>
                </p14:cNvPr>
                <p14:cNvContentPartPr/>
                <p14:nvPr/>
              </p14:nvContentPartPr>
              <p14:xfrm>
                <a:off x="5731324" y="4974008"/>
                <a:ext cx="537120" cy="485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7F868CD-874B-7D5A-FA3A-B458B9D4DF1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725204" y="4967888"/>
                  <a:ext cx="54936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E6F7CD8-9CCF-DE38-72E0-AD9B34EB1C6D}"/>
                    </a:ext>
                  </a:extLst>
                </p14:cNvPr>
                <p14:cNvContentPartPr/>
                <p14:nvPr/>
              </p14:nvContentPartPr>
              <p14:xfrm>
                <a:off x="6407404" y="4882928"/>
                <a:ext cx="442080" cy="410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E6F7CD8-9CCF-DE38-72E0-AD9B34EB1C6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01284" y="4876808"/>
                  <a:ext cx="45432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0228BEE-5C4B-0335-E86C-EC9323F84F17}"/>
                    </a:ext>
                  </a:extLst>
                </p14:cNvPr>
                <p14:cNvContentPartPr/>
                <p14:nvPr/>
              </p14:nvContentPartPr>
              <p14:xfrm>
                <a:off x="6940564" y="4864928"/>
                <a:ext cx="501120" cy="345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0228BEE-5C4B-0335-E86C-EC9323F84F1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34444" y="4858808"/>
                  <a:ext cx="5133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75EC6B6-75A5-D9AB-6C39-D913370EA9E2}"/>
                    </a:ext>
                  </a:extLst>
                </p14:cNvPr>
                <p14:cNvContentPartPr/>
                <p14:nvPr/>
              </p14:nvContentPartPr>
              <p14:xfrm>
                <a:off x="7753444" y="4973648"/>
                <a:ext cx="247320" cy="189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75EC6B6-75A5-D9AB-6C39-D913370EA9E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47324" y="4967528"/>
                  <a:ext cx="2595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C5638C0-BAA5-F6AB-53AC-B58F7ACD8ED0}"/>
                    </a:ext>
                  </a:extLst>
                </p14:cNvPr>
                <p14:cNvContentPartPr/>
                <p14:nvPr/>
              </p14:nvContentPartPr>
              <p14:xfrm>
                <a:off x="5350804" y="4742528"/>
                <a:ext cx="386280" cy="305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C5638C0-BAA5-F6AB-53AC-B58F7ACD8ED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344684" y="4736408"/>
                  <a:ext cx="398520" cy="31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6A66CC0-E1EA-DB90-3B7F-49CBB5995CB5}"/>
                  </a:ext>
                </a:extLst>
              </p14:cNvPr>
              <p14:cNvContentPartPr/>
              <p14:nvPr/>
            </p14:nvContentPartPr>
            <p14:xfrm>
              <a:off x="2711644" y="2871248"/>
              <a:ext cx="522720" cy="4341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6A66CC0-E1EA-DB90-3B7F-49CBB5995CB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05524" y="2865128"/>
                <a:ext cx="534960" cy="44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6761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25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67"/>
          <a:stretch/>
        </p:blipFill>
        <p:spPr>
          <a:xfrm rot="16200000">
            <a:off x="2919953" y="-590114"/>
            <a:ext cx="6286992" cy="813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32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26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83" b="-10"/>
          <a:stretch/>
        </p:blipFill>
        <p:spPr>
          <a:xfrm rot="16200000">
            <a:off x="2534036" y="-914433"/>
            <a:ext cx="6330857" cy="85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78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27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18" b="-140"/>
          <a:stretch/>
        </p:blipFill>
        <p:spPr>
          <a:xfrm rot="16200000">
            <a:off x="4359846" y="-371950"/>
            <a:ext cx="3126815" cy="686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667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28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670270" y="-195309"/>
            <a:ext cx="51000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162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29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96134" y="-1202995"/>
            <a:ext cx="3213312" cy="8460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361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30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113156" y="-1185452"/>
            <a:ext cx="3805268" cy="902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448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31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777198" y="-881668"/>
            <a:ext cx="6706879" cy="877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915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32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72705" y="-208096"/>
            <a:ext cx="6297927" cy="719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652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33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5286" b="7110"/>
          <a:stretch/>
        </p:blipFill>
        <p:spPr>
          <a:xfrm>
            <a:off x="1402672" y="568172"/>
            <a:ext cx="9543495" cy="525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952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1213</TotalTime>
  <Words>267</Words>
  <Application>Microsoft Office PowerPoint</Application>
  <PresentationFormat>Widescreen</PresentationFormat>
  <Paragraphs>50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Times New Roman</vt:lpstr>
      <vt:lpstr>Aptos Display</vt:lpstr>
      <vt:lpstr>Calibri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 to Matrix Multiplication</vt:lpstr>
      <vt:lpstr>Matrix Chain Multiplication Problem</vt:lpstr>
      <vt:lpstr>Why Parenthesization Matters?</vt:lpstr>
      <vt:lpstr>Recursive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18</cp:revision>
  <dcterms:created xsi:type="dcterms:W3CDTF">2023-01-02T04:30:03Z</dcterms:created>
  <dcterms:modified xsi:type="dcterms:W3CDTF">2025-11-22T04:03:51Z</dcterms:modified>
</cp:coreProperties>
</file>