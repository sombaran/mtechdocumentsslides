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37"/>
  </p:notesMasterIdLst>
  <p:sldIdLst>
    <p:sldId id="405" r:id="rId2"/>
    <p:sldId id="555" r:id="rId3"/>
    <p:sldId id="557" r:id="rId4"/>
    <p:sldId id="558" r:id="rId5"/>
    <p:sldId id="559" r:id="rId6"/>
    <p:sldId id="560" r:id="rId7"/>
    <p:sldId id="574" r:id="rId8"/>
    <p:sldId id="575" r:id="rId9"/>
    <p:sldId id="576" r:id="rId10"/>
    <p:sldId id="577" r:id="rId11"/>
    <p:sldId id="578" r:id="rId12"/>
    <p:sldId id="579" r:id="rId13"/>
    <p:sldId id="561" r:id="rId14"/>
    <p:sldId id="562" r:id="rId15"/>
    <p:sldId id="581" r:id="rId16"/>
    <p:sldId id="583" r:id="rId17"/>
    <p:sldId id="584" r:id="rId18"/>
    <p:sldId id="585" r:id="rId19"/>
    <p:sldId id="586" r:id="rId20"/>
    <p:sldId id="587" r:id="rId21"/>
    <p:sldId id="589" r:id="rId22"/>
    <p:sldId id="590" r:id="rId23"/>
    <p:sldId id="591" r:id="rId24"/>
    <p:sldId id="592" r:id="rId25"/>
    <p:sldId id="593" r:id="rId26"/>
    <p:sldId id="594" r:id="rId27"/>
    <p:sldId id="595" r:id="rId28"/>
    <p:sldId id="596" r:id="rId29"/>
    <p:sldId id="597" r:id="rId30"/>
    <p:sldId id="598" r:id="rId31"/>
    <p:sldId id="599" r:id="rId32"/>
    <p:sldId id="600" r:id="rId33"/>
    <p:sldId id="602" r:id="rId34"/>
    <p:sldId id="603" r:id="rId35"/>
    <p:sldId id="60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8D990F-E4E6-4D43-AC12-17314EE74BAE}" v="4" dt="2025-11-15T04:02:36.483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103" Type="http://schemas.openxmlformats.org/officeDocument/2006/relationships/presProps" Target="presProps.xml"/><Relationship Id="rId10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2587B58E-4F3B-47AB-B3EB-62407C9160B0}"/>
    <pc:docChg chg="modSld">
      <pc:chgData name="Rahul Mishra" userId="57c6469e-ac64-4888-811b-35f0aabddbad" providerId="ADAL" clId="{2587B58E-4F3B-47AB-B3EB-62407C9160B0}" dt="2025-11-15T04:02:36.483" v="3"/>
      <pc:docMkLst>
        <pc:docMk/>
      </pc:docMkLst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545609971" sldId="405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545609971" sldId="405"/>
            <ac:inkMk id="4" creationId="{8E459701-5993-1AD0-C51B-8784A162B648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3267982702" sldId="579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3267982702" sldId="579"/>
            <ac:inkMk id="3" creationId="{51CE48EA-EEFB-A901-0FC2-AAB935AC392A}"/>
          </ac:inkMkLst>
        </pc:inkChg>
      </pc:sldChg>
      <pc:sldChg chg="addSp">
        <pc:chgData name="Rahul Mishra" userId="57c6469e-ac64-4888-811b-35f0aabddbad" providerId="ADAL" clId="{2587B58E-4F3B-47AB-B3EB-62407C9160B0}" dt="2025-11-09T04:00:00.870" v="0"/>
        <pc:sldMkLst>
          <pc:docMk/>
          <pc:sldMk cId="3862753215" sldId="583"/>
        </pc:sldMkLst>
        <pc:inkChg chg="add">
          <ac:chgData name="Rahul Mishra" userId="57c6469e-ac64-4888-811b-35f0aabddbad" providerId="ADAL" clId="{2587B58E-4F3B-47AB-B3EB-62407C9160B0}" dt="2025-11-09T04:00:00.870" v="0"/>
          <ac:inkMkLst>
            <pc:docMk/>
            <pc:sldMk cId="3862753215" sldId="583"/>
            <ac:inkMk id="3" creationId="{6FDBE97B-8297-A770-243C-8E0612C26819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3801446985" sldId="584"/>
        </pc:sldMkLst>
        <pc:inkChg chg="add">
          <ac:chgData name="Rahul Mishra" userId="57c6469e-ac64-4888-811b-35f0aabddbad" providerId="ADAL" clId="{2587B58E-4F3B-47AB-B3EB-62407C9160B0}" dt="2025-11-09T04:00:00.870" v="0"/>
          <ac:inkMkLst>
            <pc:docMk/>
            <pc:sldMk cId="3801446985" sldId="584"/>
            <ac:inkMk id="4" creationId="{8C731DAF-A540-7E0C-A38E-608F6CBF4CFA}"/>
          </ac:inkMkLst>
        </pc:inkChg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3801446985" sldId="584"/>
            <ac:inkMk id="5" creationId="{93A4D36C-0207-97AF-DDFD-8E94B76E5AF4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3867607622" sldId="585"/>
        </pc:sldMkLst>
        <pc:inkChg chg="add">
          <ac:chgData name="Rahul Mishra" userId="57c6469e-ac64-4888-811b-35f0aabddbad" providerId="ADAL" clId="{2587B58E-4F3B-47AB-B3EB-62407C9160B0}" dt="2025-11-09T04:00:00.870" v="0"/>
          <ac:inkMkLst>
            <pc:docMk/>
            <pc:sldMk cId="3867607622" sldId="585"/>
            <ac:inkMk id="4" creationId="{B537F27B-F287-06CC-C71F-D774104CD05C}"/>
          </ac:inkMkLst>
        </pc:inkChg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3867607622" sldId="585"/>
            <ac:inkMk id="5" creationId="{54DB5BC7-1457-4F61-8B0B-4A1C40556D7A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3727954546" sldId="586"/>
        </pc:sldMkLst>
        <pc:inkChg chg="add">
          <ac:chgData name="Rahul Mishra" userId="57c6469e-ac64-4888-811b-35f0aabddbad" providerId="ADAL" clId="{2587B58E-4F3B-47AB-B3EB-62407C9160B0}" dt="2025-11-09T04:00:00.870" v="0"/>
          <ac:inkMkLst>
            <pc:docMk/>
            <pc:sldMk cId="3727954546" sldId="586"/>
            <ac:inkMk id="4" creationId="{0F373731-D8F6-D719-825E-7EC6058F6EF1}"/>
          </ac:inkMkLst>
        </pc:inkChg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3727954546" sldId="586"/>
            <ac:inkMk id="5" creationId="{CF3871E2-443B-EC10-29F8-8DD20FCD9C77}"/>
          </ac:inkMkLst>
        </pc:inkChg>
      </pc:sldChg>
      <pc:sldChg chg="addSp">
        <pc:chgData name="Rahul Mishra" userId="57c6469e-ac64-4888-811b-35f0aabddbad" providerId="ADAL" clId="{2587B58E-4F3B-47AB-B3EB-62407C9160B0}" dt="2025-11-15T04:02:36.483" v="3"/>
        <pc:sldMkLst>
          <pc:docMk/>
          <pc:sldMk cId="2783519206" sldId="587"/>
        </pc:sldMkLst>
        <pc:inkChg chg="add">
          <ac:chgData name="Rahul Mishra" userId="57c6469e-ac64-4888-811b-35f0aabddbad" providerId="ADAL" clId="{2587B58E-4F3B-47AB-B3EB-62407C9160B0}" dt="2025-11-09T04:00:00.870" v="0"/>
          <ac:inkMkLst>
            <pc:docMk/>
            <pc:sldMk cId="2783519206" sldId="587"/>
            <ac:inkMk id="3" creationId="{5FE1EA57-C8FB-65E1-E07E-381FCCD7D664}"/>
          </ac:inkMkLst>
        </pc:inkChg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2783519206" sldId="587"/>
            <ac:inkMk id="5" creationId="{E86FDD21-4B2D-F3E1-F30A-F072DC518F33}"/>
          </ac:inkMkLst>
        </pc:inkChg>
        <pc:inkChg chg="add">
          <ac:chgData name="Rahul Mishra" userId="57c6469e-ac64-4888-811b-35f0aabddbad" providerId="ADAL" clId="{2587B58E-4F3B-47AB-B3EB-62407C9160B0}" dt="2025-11-15T04:02:36.483" v="3"/>
          <ac:inkMkLst>
            <pc:docMk/>
            <pc:sldMk cId="2783519206" sldId="587"/>
            <ac:inkMk id="6" creationId="{2BE07DF7-5E30-76FA-676A-43E5F45FA190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2961135176" sldId="589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2961135176" sldId="589"/>
            <ac:inkMk id="3" creationId="{73F3397A-DBA4-12F6-F413-BCF74B0DF0AF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2271298047" sldId="590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2271298047" sldId="590"/>
            <ac:inkMk id="3" creationId="{95ED5E7D-CA6E-4A02-DE00-4F0A8EDF6EE2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2297621528" sldId="591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2297621528" sldId="591"/>
            <ac:inkMk id="3" creationId="{2E989B95-DFA6-9627-F046-E5007759FF5A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3311668150" sldId="592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3311668150" sldId="592"/>
            <ac:inkMk id="3" creationId="{C6A04490-F385-4593-5059-916CC09816E3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115769112" sldId="593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115769112" sldId="593"/>
            <ac:inkMk id="3" creationId="{6C7CE81C-5965-B0B0-0577-8A0FBA5A35E0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85104071" sldId="594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85104071" sldId="594"/>
            <ac:inkMk id="3" creationId="{6D8B756D-B596-A0B5-B5D1-1CC9BD057CE4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182192095" sldId="595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182192095" sldId="595"/>
            <ac:inkMk id="3" creationId="{CC363689-F744-233F-47EF-DFC54CAD0EEE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753223457" sldId="596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753223457" sldId="596"/>
            <ac:inkMk id="3" creationId="{264A819B-D899-DAAB-775C-A352745DA03D}"/>
          </ac:inkMkLst>
        </pc:inkChg>
      </pc:sldChg>
      <pc:sldChg chg="addSp">
        <pc:chgData name="Rahul Mishra" userId="57c6469e-ac64-4888-811b-35f0aabddbad" providerId="ADAL" clId="{2587B58E-4F3B-47AB-B3EB-62407C9160B0}" dt="2025-11-15T03:07:07.824" v="1"/>
        <pc:sldMkLst>
          <pc:docMk/>
          <pc:sldMk cId="1888203998" sldId="597"/>
        </pc:sldMkLst>
        <pc:inkChg chg="add">
          <ac:chgData name="Rahul Mishra" userId="57c6469e-ac64-4888-811b-35f0aabddbad" providerId="ADAL" clId="{2587B58E-4F3B-47AB-B3EB-62407C9160B0}" dt="2025-11-15T03:07:07.824" v="1"/>
          <ac:inkMkLst>
            <pc:docMk/>
            <pc:sldMk cId="1888203998" sldId="597"/>
            <ac:inkMk id="3" creationId="{32CAB6DE-AC4C-2EAB-B2ED-B766CF4A9E70}"/>
          </ac:inkMkLst>
        </pc:inkChg>
      </pc:sldChg>
      <pc:sldChg chg="addSp">
        <pc:chgData name="Rahul Mishra" userId="57c6469e-ac64-4888-811b-35f0aabddbad" providerId="ADAL" clId="{2587B58E-4F3B-47AB-B3EB-62407C9160B0}" dt="2025-11-15T03:45:20.358" v="2"/>
        <pc:sldMkLst>
          <pc:docMk/>
          <pc:sldMk cId="1907868962" sldId="598"/>
        </pc:sldMkLst>
        <pc:inkChg chg="add">
          <ac:chgData name="Rahul Mishra" userId="57c6469e-ac64-4888-811b-35f0aabddbad" providerId="ADAL" clId="{2587B58E-4F3B-47AB-B3EB-62407C9160B0}" dt="2025-11-15T03:45:20.358" v="2"/>
          <ac:inkMkLst>
            <pc:docMk/>
            <pc:sldMk cId="1907868962" sldId="598"/>
            <ac:inkMk id="3" creationId="{15B135F8-C593-FD6C-100D-42381D6C6FA1}"/>
          </ac:inkMkLst>
        </pc:inkChg>
      </pc:sldChg>
      <pc:sldChg chg="addSp">
        <pc:chgData name="Rahul Mishra" userId="57c6469e-ac64-4888-811b-35f0aabddbad" providerId="ADAL" clId="{2587B58E-4F3B-47AB-B3EB-62407C9160B0}" dt="2025-11-15T03:45:20.358" v="2"/>
        <pc:sldMkLst>
          <pc:docMk/>
          <pc:sldMk cId="2743622266" sldId="600"/>
        </pc:sldMkLst>
        <pc:inkChg chg="add">
          <ac:chgData name="Rahul Mishra" userId="57c6469e-ac64-4888-811b-35f0aabddbad" providerId="ADAL" clId="{2587B58E-4F3B-47AB-B3EB-62407C9160B0}" dt="2025-11-15T03:45:20.358" v="2"/>
          <ac:inkMkLst>
            <pc:docMk/>
            <pc:sldMk cId="2743622266" sldId="600"/>
            <ac:inkMk id="3" creationId="{B8121C8E-7336-F81A-A75C-659820CBACFA}"/>
          </ac:inkMkLst>
        </pc:inkChg>
      </pc:sldChg>
      <pc:sldChg chg="addSp">
        <pc:chgData name="Rahul Mishra" userId="57c6469e-ac64-4888-811b-35f0aabddbad" providerId="ADAL" clId="{2587B58E-4F3B-47AB-B3EB-62407C9160B0}" dt="2025-11-15T03:45:20.358" v="2"/>
        <pc:sldMkLst>
          <pc:docMk/>
          <pc:sldMk cId="340816392" sldId="602"/>
        </pc:sldMkLst>
        <pc:inkChg chg="add">
          <ac:chgData name="Rahul Mishra" userId="57c6469e-ac64-4888-811b-35f0aabddbad" providerId="ADAL" clId="{2587B58E-4F3B-47AB-B3EB-62407C9160B0}" dt="2025-11-15T03:45:20.358" v="2"/>
          <ac:inkMkLst>
            <pc:docMk/>
            <pc:sldMk cId="340816392" sldId="602"/>
            <ac:inkMk id="3" creationId="{F45BF9A5-401C-81FD-BE0B-178AD0E8A7A0}"/>
          </ac:inkMkLst>
        </pc:inkChg>
      </pc:sldChg>
      <pc:sldChg chg="addSp">
        <pc:chgData name="Rahul Mishra" userId="57c6469e-ac64-4888-811b-35f0aabddbad" providerId="ADAL" clId="{2587B58E-4F3B-47AB-B3EB-62407C9160B0}" dt="2025-11-15T04:02:36.483" v="3"/>
        <pc:sldMkLst>
          <pc:docMk/>
          <pc:sldMk cId="3478895800" sldId="603"/>
        </pc:sldMkLst>
        <pc:inkChg chg="add">
          <ac:chgData name="Rahul Mishra" userId="57c6469e-ac64-4888-811b-35f0aabddbad" providerId="ADAL" clId="{2587B58E-4F3B-47AB-B3EB-62407C9160B0}" dt="2025-11-15T03:45:20.358" v="2"/>
          <ac:inkMkLst>
            <pc:docMk/>
            <pc:sldMk cId="3478895800" sldId="603"/>
            <ac:inkMk id="3" creationId="{256E8113-EF11-483A-075C-B03DF8B37AA3}"/>
          </ac:inkMkLst>
        </pc:inkChg>
        <pc:inkChg chg="add">
          <ac:chgData name="Rahul Mishra" userId="57c6469e-ac64-4888-811b-35f0aabddbad" providerId="ADAL" clId="{2587B58E-4F3B-47AB-B3EB-62407C9160B0}" dt="2025-11-15T04:02:36.483" v="3"/>
          <ac:inkMkLst>
            <pc:docMk/>
            <pc:sldMk cId="3478895800" sldId="603"/>
            <ac:inkMk id="7" creationId="{3F14A58E-F220-9B98-D14C-2B639885E2C8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37:10.2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12733 9760 1062 0,'-4'-5'610'16,"4"5"-178"-16,-4-8-93 0,4 8-35 16,-1-7-35-16,1 7-21 0,-6-2-30 0,6 2-12 15,0 0 9-15,0 0-5 0,0 0-4 16,-4 17-18-16,4-7-14 0,2 0-8 0,2 4-19 16,0 0-11-16,-3 1-13 0,3 0-12 15,-2 2-28-15,5 1 0 0,-4-3-10 16,1 0-7-16,0 1-10 0,-3-4-9 0,3 1-17 15,-2-4-22-15,2-1-33 0,-3 0-40 16,-1-2-35-16,2 0-38 0,-2-6-66 0,0 0-59 16,0 0-63-16,0 0-60 15,0 0-77-15,0 0-107 0,0 0 12 0,-11-31-365 16,9 13-402-16</inkml:trace>
  <inkml:trace contextRef="#ctx0" brushRef="#br0" timeOffset="414.51">12691 9322 2442 0,'-14'-5'-27'0,"-4"2"25"0,0 3 9 0,0 3 22 15,0 1 31-15,-10 8 27 0,-5 1 24 16,3 6 20-16,-1 3 16 0,-3 9-4 16,0 6 8-16,5 6 1 0,-1-1-2 15,7 8-10-15,3 1-6 0,0 5-9 0,4 0-3 16,7 4-8-16,4 2-7 0,5-2-6 15,1-1-12-15,9 0-2 0,4-2-5 0,4-5-5 16,11-2-7-16,1-2-9 0,13-3-5 16,-2-4-3-16,7-5-6 0,3-3-6 0,5-4-4 15,3-6-3-15,-2-9-2 0,0-5-6 16,-3-9-7-16,10-3-11 0,-1-8-10 16,0-8-10-16,-6-5-1 0,-5-3-3 15,-5-7 6-15,-2-4 5 0,-9-7-4 16,-10-3 5-16,-3-7 11 0,-10-3 7 0,-9-3 2 15,-4-5-1-15,-14-2-1 0,-10-15-3 16,-4 7 0-16,-17 5 1 0,6 24-4 0,-8 3 1 16,-2 10-1-16,-2 6-5 0,-5 8-3 15,-1 8-14-15,1 7-18 0,2 5-20 0,-5 6-25 16,-4 7-30-16,8 5-32 0,-1 3-40 16,6 3-40-16,5 2-48 0,4 1-78 0,3 2-108 15,13-3-119-15,-9 3 60 0,12-1-281 16,5-2-282-16</inkml:trace>
  <inkml:trace contextRef="#ctx0" brushRef="#br0" timeOffset="1480.84">14244 9892 2182 0,'2'-4'-14'0,"-2"4"20"16,0 0 14-16,8-5 22 0,-8 5 21 0,0 0 19 15,0 0 18-15,6-5 7 0,-6 5 14 16,0 0-3-16,0 0-13 0,2-5-11 0,-2 5-9 16,0 0-7-16,0 0-1 15,0 0-7-15,-6-12-5 0,6 12-3 0,-6-9-11 16,0 4 3-16,1-2-7 0,-3-1-1 16,1 1-2-16,-3-3-3 0,1-1-7 0,-2 3 10 15,-3-2-6-15,1 3 5 0,-1-3 3 16,-1 4 5-16,-1 0-3 0,0 2-1 0,0 2-2 15,1 4-6-15,-2 2-2 0,-6 2-8 16,-4 11 2-16,-4 4 2 0,-1 10 6 0,1 5 4 16,3 3 7-16,2 5 5 0,1 4 1 15,6-1 2-15,2 3-1 0,3-2-1 16,9-9 0-16,5 4 0 0,0-1-2 16,3-1 0-16,8 0-2 0,3 3-5 0,8-1-5 15,0-4-5-15,-1-10-4 0,2-1-5 16,2-5 0-16,1-1-2 0,2-6-3 0,-1-1-3 15,-6-7 3-15,-1-1-4 0,-5-5 1 16,-1 0 7-16,-5-4 10 0,0 0 10 0,-2-7-3 16,4-1 7-16,-8-4 0 0,5-7-4 15,-8 2 2-15,-2-6-5 0,-2-1-5 16,-1-7 2-16,-4-1 1 0,2 4 5 0,-1 8 6 16,7 2 2-16,-5 7 3 0,2-1-1 15,0 6-3-15,-2-3-9 0,4 5-1 16,-1-2-1-16,-1 4-13 0,4 4-1 15,-2-10-7-15,2 10 3 0,0 0-11 0,8-5 0 16,-8 5 1-16,15-4 0 0,-2 0-7 16,3 2-2-16,4-2 3 0,7 4 0 0,2 0-1 15,-3 2-2-15,9 6-2 0,-9-1 0 16,7 2-1-16,-5 6 2 0,-5 0-2 0,2 1 5 16,-10 1-1-16,-1 1-3 0,-5-1 1 15,2 2 1-15,-3 0-2 0,0 0 0 0,-1 1 1 16,-1-4-3-16,0-1 1 0,0 1-1 15,0-3-6-15,-1 1-23 0,1-2-31 16,-1-3-41-16,4-1-47 0,-4 0-60 16,2-6-73-16,-1 1-80 0,-6-3-93 0,18-5-123 15,-7-1-90-15,0 0 61 0,1-2-458 16,4-1-535-16</inkml:trace>
  <inkml:trace contextRef="#ctx0" brushRef="#br0" timeOffset="1980.97">14913 10590 3263 0,'-7'3'177'0,"7"-3"14"15,-18 4 27-15,18-4 30 0,-9 0 17 16,9 0-3-16,0 0-14 0,0 0-19 0,-13 2-29 16,13-2-14-16,0 0-21 15,0 0-10-15,0 0-23 0,0 0-10 0,0 0-15 16,0 0-12-16,0 0-26 0,40-6-8 15,-35 3-11-15,-5 3-9 0,14-12-5 0,-8 4 3 16,-3-2-14-16,-1-3-3 0,0-3 0 16,-4-1-5-16,-1-5-4 0,-7-9 3 0,0 2-1 15,-1 1-1-15,0 8-3 0,-1 1-4 16,1 4 2-16,-3 1-1 0,3 0 2 0,0 3 4 16,-1 1 5-16,3 3-5 0,-1-1 13 15,2 3-17-15,3 0-4 0,-3-1-7 16,8 6 4-16,-5-6-2 0,5 6 1 0,0 0-1 15,0 0-1-15,0 0-3 0,22-8 4 16,-7 3 3-16,7 3 2 0,0-2-3 16,5 2 1-16,-2-2-2 0,0 4-1 15,1-3-1-15,-3 6-2 0,0-3 5 0,0 6-2 16,-2 0-1-16,-1 5 5 0,5 5 2 16,-2 0 6-16,-3 0-2 0,-7 0-1 0,-2 2 0 15,6 5 5-15,-6-1-6 0,1-3-3 16,-1 6-2-16,2-4 5 0,-8-4-22 0,4 2-21 15,-1-2-33-15,-3-2-54 16,4-2-70-16,-4-3-85 0,1-2-87 0,-1 1-58 0,4-3-73 16,2-4-111-16,-2-2-64 15,-9 0 71-15,28-6-460 0,-10-3-531 0</inkml:trace>
  <inkml:trace contextRef="#ctx0" brushRef="#br0" timeOffset="2382.04">15616 10350 3038 0,'0'0'118'0,"0"0"33"16,-20 2 27-16,20-2 30 0,0 0 28 0,-18 3 18 15,18-3 1-15,-9 0-3 0,9 0-14 16,0 0-13-16,-4 10-12 0,4-10-19 0,0 0-19 16,0 0-19-16,11 10-14 15,-11-10-12-15,14 4-15 0,-14-4-6 0,19 0-28 16,-19 0-29-16,17-5-8 0,-6 0-19 15,-1-1-16-15,2-2-2 0,-5-1-5 16,-1 1-2-16,-3-4-2 0,2 3-4 0,-3-1-6 16,-2 0 4-16,0 10 1 0,-9-16 0 15,4 11 0-15,-2 3 1 0,7 2-3 0,-25 2 2 16,1 2-1-16,-6 7 0 0,1 5 6 16,4-1 3-16,-4 6 8 0,2 1 3 15,4 0 4-15,2 4 7 0,4 0 0 16,1 2-2-16,7-2-1 0,4-1 2 0,1-7-1 15,6 1-5-15,1-2 8 0,1 2-7 16,5-1-3-16,3-1-5 0,3-3-10 0,3 1-26 16,9-1-18-16,2 1-25 0,8-3-37 15,3-5-55-15,1-2-72 0,7-2-86 0,2-3-83 16,-3-5-110-16,13-2-178 0,-3 0 36 16,-5-8 82-16,-4 1-436 0,-10 1-483 15</inkml:trace>
  <inkml:trace contextRef="#ctx0" brushRef="#br0" timeOffset="2797.09">16209 10389 3162 0,'-11'1'219'0,"11"-1"21"0,-19 0 26 15,11 2 19-15,8-2 12 0,0 0-9 0,-13 2-11 16,13-2-15-16,-6 5-22 0,6-5-20 15,0 0-12-15,0 0-29 0,0 0-16 16,21 14-19-16,-8-12-19 0,1-2-44 0,1 0-1 16,1-2-27-16,-2 0-16 0,2-3-7 15,-1 0-7-15,-1-2 1 0,-3 0 1 0,-2-3-3 16,-2 2-3-16,-2-4-5 16,-3 3 6-16,0 1-4 0,-6-4-6 0,0 4 0 15,-4-1 3-15,-1 3-6 0,-2 2 0 16,-7 2 1-16,3 2 1 0,-8 4-9 0,-2 3 4 15,-7 3 6-15,3 2 1 0,1 6 5 16,3 1 9-16,2 1-1 0,4 4 2 0,3 2 0 16,7-3 1-16,4 0-3 0,1-1 0 15,4-2-4-15,4 4-1 0,5 5 0 0,0-6-2 16,11 0-15-16,-3 1-25 0,5-5-41 16,5-1-45-16,5-4-39 0,5-4-41 15,1-3-66-15,8-3-92 0,0-5-123 16,11-7-140-16,0-6-130 0,-2-3 74 0,-2-8-612 0,-1 0-736 15</inkml:trace>
  <inkml:trace contextRef="#ctx0" brushRef="#br0" timeOffset="3262.3">17164 9621 3704 0,'-11'-14'97'0,"0"2"32"16,0 5 30-16,6 4 27 0,5 3 30 15,0 0 30-15,-29 19 22 0,14 4 8 0,0 12 5 16,-2 12-16-16,1 4-9 16,5 7-25-16,-1 5-8 0,1-1-22 0,2 0-19 15,1 2-19-15,0-5-15 0,4 3-17 16,3-5-13-16,-5-13-12 0,4 1-8 0,0-6-11 16,2-3-9-16,-1-8-10 0,1-8-3 15,-2-3-10-15,2-1-8 0,0-4-12 0,0-4-7 16,0-1-10-16,0-2-11 0,0-5-6 15,0 0-10-15,0 0-12 0,0 0-11 0,2-24-3 16,-2 11-9-16,-7-7-6 0,2-1-4 16,-3 2-4-16,1 0 3 0,-5 1 2 15,-1 5-1-15,-5 1 4 0,2 2 4 16,-4 8 6-16,2 1 8 0,-2 2 3 0,-5 3 8 16,2 4 17-16,-4 6 13 0,7-1 12 15,4 3 9-15,5 1 13 0,2 2 4 16,5-1 8-16,4 1-3 0,2 0 8 0,4 3-10 15,1-2-3-15,8 2-6 0,3 0-1 16,1-3-5-16,1-5-3 0,2-5-15 0,-1 1-28 16,4-5-37-16,1-4-49 0,2-1-61 15,11-5-67-15,4-6-76 0,7-6-95 0,3-1-83 16,1-10-84-16,1 2-103 0,4-1-77 16,-2 2 71-16,3-3-589 0,-7 1-720 0</inkml:trace>
  <inkml:trace contextRef="#ctx0" brushRef="#br0" timeOffset="3513.04">17735 10202 3291 0,'0'-9'6'16,"0"1"85"-16,0 4 65 0,0 4 60 0,-5-10 46 16,5 10 37-16,-13-3 31 0,13 3 12 15,-25 13 13-15,4 4 6 0,-4 7-9 0,-6 12-14 16,1 5-18-16,-1 10-24 0,3 5-21 16,-5 21-22-16,-1-2-25 0,6 6-16 15,-3 1-27-15,4-3-162 0,11-11-23 0,-4 0 0 16,6-1 0-16,2-6 0 0,0-3 0 15,0-4 0-15,7-15 0 0,-1-1 0 16,3-10 0-16,-1-8 0 0,0-4 0 0,2-4 0 16,1-6 0-16,-1-4-270 0,2-2-51 0,0 0-52 15,-9-16-52-15,8-2-46 16,-7-18-43-16,4-5-46 0,1-14-46 0,-6-6-41 16,6-9 10-16,-3-3-508 0,6-4-613 15</inkml:trace>
  <inkml:trace contextRef="#ctx0" brushRef="#br0" timeOffset="3645.71">17231 10558 2879 0,'2'-39'-52'16,"0"12"79"-16,-2 6 64 0,-2 7 52 15,2 3 39-15,0 2 39 0,-2 2 29 0,2 7 19 16,0 0 20-16,0 0 5 0,0 0-2 16,0 0-22-16,0 0-18 0,6 37-34 15,-3-17-20-15,3-2-27 0,-1 3-58 0,2 0-68 16,-2 0-84-16,1-1-99 0,-2-3-109 16,-1 1-138-16,1-2-176 0,-4-3-140 15,4 0 72-15,-4-4-545 0,0-1-640 16</inkml:trace>
  <inkml:trace contextRef="#ctx0" brushRef="#br0" timeOffset="5547.07">18569 9921 3008 0,'2'-6'-15'0,"0"1"42"0,-2 5 22 0,0 0 15 15,0 0 34-15,0 0 36 0,-20 29 28 16,5 0 24-16,-6 12 4 0,-4 1 0 16,0 5-9-16,-2 1-7 0,3-1-3 15,-1-1-5-15,0 0-5 0,2-5 2 0,9-6-11 16,-4-4-6-16,5-2 1 0,-1-3-15 15,5-6-10-15,2-7-9 0,1-1-8 0,1-2-5 16,4-2 5-16,-3-2-6 0,2 0-6 16,2-6-8-16,0 0-11 0,0 0-12 0,-2-22-7 15,10 5 0-15,-2-15-8 0,5-6-4 16,7-10-8-16,-2-6 0 0,4-1-11 16,-4-3 3-16,4 2 1 0,-4 6-6 0,2 6-2 15,-7 12-8-15,1 5 5 0,-5 6 1 16,1 4 3-16,-3 5-2 0,-2 4-5 15,3 3 6-15,-6 5 21 0,11 0 11 16,-11 0-4-16,16 10-2 0,-5 2-6 0,0 2-3 16,8 9-15-16,1-1-6 0,0 5 9 15,1-4-6-15,6 4 4 0,-4-3-3 0,4-2-7 16,-3 2-1-16,1-3-2 0,0-3 0 16,-6-1-3-16,-4-9-1 0,-4 0-10 0,-1 1 14 15,-1-3 7-15,1-2-5 0,-6 2 22 16,2-6 12-16,-6 0-3 0,0 0 2 0,0 0 3 15,0 0 0-15,0 0-2 16,0 0-9-16,-43-10 0 0,27 5-5 0,-8-2-2 0,1 0-4 16,-11-1-10-16,4-2 5 15,5-1-5-15,4 4-3 0,6 2-6 0,-5-5-15 16,9 7-36-16,0 1-38 0,1-3-46 16,3 3-48-16,7 2-51 0,-11 0-60 0,11 0-80 15,-11 7-92-15,11-7-103 0,-7 7-176 16,7-7-8-16,-2 8 81 0,2-8-591 0,0 0-718 15</inkml:trace>
  <inkml:trace contextRef="#ctx0" brushRef="#br0" timeOffset="5779.66">18938 9856 3871 0,'-1'-12'202'15,"-1"1"36"-15,0 8 23 0,2 3 32 16,-7-9 22-16,7 9 1 0,0 0-11 0,0 0-17 15,-9 29-21-15,7-10-24 0,0 4-25 16,-1 16-20-16,3 0-22 0,0 2-19 16,0-1-32-16,3-1-41 0,1-1-63 0,0-4-78 15,-1 2-70-15,6-3-65 0,-2-4-68 16,1-7-81-16,2-5-80 0,-5-5-74 0,5-1-68 16,-1-5-94-16,3-2-20 0,-1-4 78 15,6-2-486-15,6-4-555 0</inkml:trace>
  <inkml:trace contextRef="#ctx0" brushRef="#br0" timeOffset="6077.96">19373 10048 3097 0,'0'0'106'0,"0"0"40"15,0 0 32-15,0 0 40 0,-19 26 41 16,11-14 15-16,0 0 8 0,3 1-3 16,-3 3 8-16,2-1-29 0,2 2-21 0,1-1-23 15,3-1-22-15,-2 1-17 0,4-3-20 16,-2-1-16-16,1 2-13 0,3-3-14 0,4-3-24 15,2-4-27-15,1 0-34 16,1-2-29-16,-12-2-17 0,30-10-16 0,-9-1-11 16,2-3-8-16,-2-7 1 0,0-2 4 15,-2-4 4-15,-2-2 2 0,-6 0 6 0,0-6 3 16,1 0 3-16,-2 2 4 0,-9 7 2 16,1 5 4-16,-2 6 0 0,0 3-2 0,-2 1-15 15,-3 6-20-15,-1 2-32 0,6 3-38 16,0 0-44-16,-26 8-62 0,13 3-57 0,1-1-70 15,-1 3-68-15,1 1-95 0,2 1-97 16,3 1 50-16,2-2-391 0,0-3-440 0</inkml:trace>
  <inkml:trace contextRef="#ctx0" brushRef="#br0" timeOffset="6412.38">19514 10026 2743 0,'0'0'87'0,"0"0"22"0,0 0 42 15,0 0 33-15,-7 22 25 0,2-9 15 0,1 5 1 16,2 2-11-16,-1 6-5 0,-1 11-4 16,4 5 20-16,2 5 10 0,0 11 7 0,1 2-8 15,8 1-12-15,-6-2-16 0,4-3-9 16,-1-2-16-16,-2-1-16 0,0-11-17 0,-3-4-13 16,-1-9-14-16,-2-5-5 0,0 1-10 15,-2-9-2-15,1 1 8 0,-3-1-6 16,-4-4 0-16,-4-1-11 0,1-3-4 15,-2-1-7-15,-6-5-10 0,0 0-12 0,-4-2-4 16,-6-4-8-16,-9-3-5 0,4-3-10 16,0-2-19-16,1-3-15 0,3 1-27 0,1-3-20 15,6-1-37-15,0 1-35 0,6 1-41 16,4 3-51-16,0 1-63 0,2-1-80 0,2 3-74 16,2-2-79-16,1 2-85 0,3 1-145 15,1 1 46-15,2-1 72 0,2 1-503 0,5-2-590 16</inkml:trace>
  <inkml:trace contextRef="#ctx0" brushRef="#br0" timeOffset="6762.34">19988 10127 3073 0,'0'0'148'0,"0"0"28"0,-33 15 12 16,21-5 29-16,-4 2 45 0,-8 5 24 0,4-3 9 15,-1 5-11-15,8-4-19 0,6-1-17 16,0-1-21-16,6-1-18 0,-1 2-21 0,4-3-19 16,1-1-11-16,6 2-19 0,0-3-15 15,5-3-13-15,0 0-26 0,-1-4-20 0,5-2-14 16,1-2-11-16,2-4-8 0,-4 0-7 16,0-1 1-16,0-5-3 0,-4-2-2 15,-1 4-4-15,-2-3-2 0,-5-2 1 16,2 1-2-16,-6-4 5 0,-2 1-2 0,-2-1 2 15,-3-2-4-15,3 1 3 0,-5 4-13 16,3 2 1-16,-4 4-12 0,0 0-19 0,4 7-21 16,-5 1-28-16,10 1-38 0,-15 1-49 15,5 3-53-15,1-1-69 0,1 4-78 0,0-2-77 16,1-2-90-16,7-3-131 0,-5 7-12 16,5-7 72-16,1 7-462 0,-1-7-533 15</inkml:trace>
  <inkml:trace contextRef="#ctx0" brushRef="#br0" timeOffset="7214.2">20199 10268 3027 0,'0'0'140'0,"0"0"53"0,0 0 33 16,0 0 32-16,0 0 19 0,0 0 8 0,0 0-4 16,0 0-24-16,0 0-25 0,0 0-23 15,0 0-23-15,0 0-13 0,20-8-15 0,-20 8-19 16,11-4-29-16,-5-1-21 0,-6 5-15 15,10-10-11-15,-7 4-10 0,3-2-4 0,-4-1-8 16,1-3-6-16,-4-2 1 16,1 0-9-16,-4-2 1 0,-2 1-1 0,1-4-2 15,-4 1 3-15,-2 0 11 0,2 5 1 16,-2-1 7-16,1 2 5 0,-1 3-6 0,-3 1 3 16,3 3-2-16,2 0-10 0,-3-1-2 15,2 1-1-15,3 1-3 0,7 4-9 0,-10-6 1 16,10 6-3-16,-6-4-4 0,6 4 0 15,0 0-3-15,0 0 2 0,25-8 3 16,-14 8-10-16,-11 0 3 0,34 4-5 0,-18 0 0 16,5 6 3-16,1-3 4 0,-8 7 2 15,4-2 4-15,0 9 10 0,2 3-3 0,-7-5 0 16,-1 0 1-16,-5 0-4 16,2-1-1-16,2-1-3 0,-6 2-2 0,3 0-3 0,-1-3-8 15,-2 0-31-15,0-7-45 16,1 3-56-16,-3-2-62 0,3-1-67 0,-2-1-88 15,-3-2-89-15,-1-6-94 0,8 5-127 16,-8-5-72-16,0 0 67 0,0 0-574 0,17-11-693 16</inkml:trace>
  <inkml:trace contextRef="#ctx0" brushRef="#br0" timeOffset="7395.54">20590 10007 3620 0,'0'-10'193'0,"0"4"41"16,0 6 24-16,0 0 21 0,-4-9 25 0,4 9 17 15,0 0-1-15,0 0-22 0,0 0-25 16,-1 38-25-16,2-18-28 0,-1 3-24 0,2 3-19 16,0-2-38-16,-2 3-59 0,4-1-77 15,-4 0-73-15,0 0-88 0,0-5-96 16,-2-2-101-16,0 1-108 0,0-4-105 0,0 0-153 16,-1-4 39-16,3-4 73 0,-4 0-508 15,4-3-585-15</inkml:trace>
  <inkml:trace contextRef="#ctx0" brushRef="#br0" timeOffset="7545.73">20672 9886 3062 0,'-3'-10'-2'0,"1"2"11"0,-4 1 2 0,5 2-3 16,1 5-13-16,-7-4-45 0,7 4-63 15,0 0-115-15,0 0-139 0,0 0-93 0,0 0-175 16,0 0-131-16</inkml:trace>
  <inkml:trace contextRef="#ctx0" brushRef="#br0" timeOffset="8127.91">20949 9835 1955 0,'0'0'291'0,"-11"-7"20"15,11 7 10-15,0 0 20 0,0 0 32 16,-27 18 29-16,19-8-10 0,2 9-19 0,-1 3-23 15,-1 8-29-15,3 3-27 0,-1 1-32 16,1-4-28-16,2 6-17 0,-3 0-26 0,4-4-18 16,-1-3-19-16,-1-5-19 0,0-1-12 15,2-3-6-15,-2-1-20 0,-2-2-15 0,4-3-16 16,-3-3-13-16,-3-3-19 0,-2 4-16 16,3-6-19-16,-4 3-18 0,-5-3-17 0,1 0-24 15,1-4-14-15,2 0-10 16,-1 0-11-16,-1-4-17 0,14 2-14 0,-17-4-16 0,11-2-10 15,6 6-4-15,-2-9-8 16,5 2-17-16,8-6-16 0,0 1-17 0,10-8-5 16,4 0 10-16,1-1 19 0,4 1 18 15,7-8 21-15,1-2 27 0,-2 1 25 0,0-2 23 16,-2-2 33-16,-5 0 17 0,-2-2 31 16,-8 6 25-16,-4 0 24 0,1-1 15 0,-5-3 16 15,-6 2 16-15,4 6 11 0,-7 3 4 16,-1 5 6-16,-1 1 0 0,-1 3 2 0,-1-1-4 15,0 8-13-15,-5 0-9 0,7 6-7 16,0 0-6-16,-22 22-2 0,5-1 5 0,2 8-3 16,-5 0-2-16,6 5 4 0,-2 0 4 15,3 0 0-15,3 2-2 0,2-4-4 16,3-6-1-16,1-3-5 0,4-4-18 16,0-3 11-16,6 1-8 0,1 1-2 0,2-5-7 15,3-2-10-15,3 0-3 0,1-6 9 16,-3 2-8-16,4-2 8 0,-4 0 10 0,5-2 2 15,-5-1 8-15,1-2 6 0,-3 2-9 16,0-1-3-16,-1-1-7 0,-10 0-6 0,15 4-5 16,-10-4-18-16,-5 0-30 15,12 2-55-15,-12-2-74 0,0 0-96 0,0 0-130 16,0 0-159-16,13-6-190 0,-13 6-138 16,4-5 97-16,-4 5-786 0,2-10-975 0</inkml:trace>
  <inkml:trace contextRef="#ctx0" brushRef="#br0" timeOffset="9394.84">23862 7169 1226 0,'-9'-37'321'0,"2"2"-121"0,-1 2-79 0,0 2-37 16,3 7-7-16,1 6 3 0,0 2 2 15,2 4-11-15,0 2-6 0,-2 1-5 16,2 1-11-16,0 5-3 0,2 3 13 16,0 0 12-16,-5 21 19 0,-3 16 10 0,1 19 22 15,-7 17 14-15,-9 27 10 0,1 13 1 16,-9 9-2-16,-1 10-7 0,-14 48 1 0,-1-2-3 16,15-37-3-16,-2-1 3 0,-2 42-4 15,7-41 1-15,4 2 2 0,1 2-7 0,7 6 1 16,-3 4-4-16,8-5-4 0,-2 0-2 15,1 9-3-15,3-4 3 0,-2 2-5 16,1-2-2-16,4-2-8 0,0-6-2 0,2 0-5 16,1-3-3-16,-1-7-6 0,-1-6-4 15,4 2-9-15,-1-4-6 0,3-6-5 0,0-2 0 16,3-4-7-16,-3 0-5 0,2 0 4 16,2-8-12-16,-4 2-5 0,4-1-2 15,-3 0-5-15,-2-3-3 0,1-3-2 16,1 1-7-16,-1 0-2 0,4-3 7 0,-2-20-8 15,2 22-3-15,-3-22 1 0,2 2-6 16,-3 0 5-16,2-4-4 0,0 2 0 0,0-6-5 16,0 0-1-16,1-8 2 0,-1 2-3 15,2-5 0-15,0-4-2 0,4-1-3 0,-3-4-1 16,1-3-2-16,1-9-4 0,-1-3 4 16,0 0-3-16,4-2 2 0,-3-1 4 0,0-2 0 15,2 0 0-15,0-1 4 16,-3-1-3-16,-1-2 4 0,5-1 1 0,-4-4-3 15,-1-4 5-15,-1-3 3 0,2-5-5 16,-5 1-11-16,1-4-8 0,3 0-17 0,-3-4-25 16,0 0-23-16,-1-4-21 0,1 1-17 15,-2-5-19-15,4 6-22 0,-4-6-38 0,0 0-57 16,0 0-58-16,0 0-71 0,0 0-96 16,0 0-156-16,-7-23-13 0,0 13 73 15,2-2-393-15,-1-1-446 0</inkml:trace>
  <inkml:trace contextRef="#ctx0" brushRef="#br0" timeOffset="10346.95">23043 7582 1428 0,'-19'1'427'0,"6"1"-154"16,0 2-100-16,4-3-36 0,0-1-18 15,9 0-10-15,0 0-21 0,-13 0-2 0,13 0 13 16,0 0 4-16,0 0 7 0,42-15-9 16,-2 3-10-16,17 2-13 0,6-4-6 0,8-1-3 15,5 1-12-15,-2 0-4 0,0 0-9 16,-4 5-2-16,-3-3-4 0,-8 4-7 0,-13 4-3 16,-8 0-3-16,-7 1-9 0,-8-1-3 15,-6 2 1-15,-2 1-11 0,-2-2 2 0,-3 3-10 16,1 0-12-16,-11 0-16 15,18-3-16-15,-11 3-30 0,-7 0-42 0,11-1-51 16,-11 1-58-16,12 4-71 0,-12-4-139 16,11 4-40-16,-9 4 46 0,2-3-101 0,-4 7-37 15</inkml:trace>
  <inkml:trace contextRef="#ctx0" brushRef="#br0" timeOffset="10746.67">22991 8927 1581 0,'-13'1'133'0,"2"-1"5"0,-1 0-1 15,12 0 0-15,-15 0 23 0,15 0 25 16,-13-1 14-16,13 1-10 0,0 0-20 0,0 0-20 16,0 0-17-16,0 0-9 0,0 0-14 15,0 0-7-15,71-6-11 0,-24 4-5 16,16-2-11-16,3 2-31 0,7-2-29 15,-1 2-34-15,3-2-19 0,-5 4-6 0,-3-2-17 16,-6-1-29-16,-15 1-41 0,-6 0-35 16,-12-2-23-16,-5 3-14 0,-6-2-8 0,-3 1-10 15,-5-2-7-15,-1 2-37 0,-8 2-77 16,3-4-252-16,-3 4-94 0</inkml:trace>
  <inkml:trace contextRef="#ctx0" brushRef="#br0" timeOffset="11110.63">22688 10072 1623 0,'-24'12'103'16,"7"-6"10"-16,2 3-9 0,1-4-11 16,5-1-11-16,-1 1-7 0,4-1-3 15,4 0 2-15,2-4 1 0,0 0-7 0,23 11-9 16,0-10-2-16,15-1-7 0,10-1-3 16,15-4-6-16,4-3-4 0,5 0-5 0,-1-2-2 15,3-1 6-15,-2 0 0 0,1 1-3 16,-7 2-3-16,-5 0-1 0,-13 3 0 0,-10 0-16 15,-7 0-8-15,-8 1 4 0,-7 2-15 16,2 1-10-16,-5-4-17 0,-2 5-26 0,-3-2-41 16,-8 2-48-16,11-4-60 0,-11 4-64 15,0 0-115-15,0 0-234 0,16 4-120 0</inkml:trace>
  <inkml:trace contextRef="#ctx0" brushRef="#br0" timeOffset="11477.89">22828 11639 2023 0,'-23'12'178'0,"1"-3"-8"0,0-1-8 0,3-1 5 15,0 1 21-15,0-1 22 0,3-1 7 16,7-1-11-16,3-1-19 0,5 1-20 16,1-5-16-16,13 6-13 0,10-6-13 0,18 0-14 15,25-4-17-15,11 2-2 0,9-3-9 16,33 1-10-16,4-1-3 0,-2-1-8 0,0 1-6 16,-8 3-5-16,-21 2-9 0,-9-2-2 15,-8 2-6-15,-13 0-13 0,-16 0-17 0,-11 0-5 16,-9 0-4-16,-3 0 0 0,-8 0 2 15,0-1-9-15,-1 1-9 0,-5 0-20 0,-9 0-28 16,15-4-27-16,-15 4-39 0,12-3-45 16,-6 2-56-16,-6 1-84 0,0 0-93 0,9-4-153 15,-9 4 42-15,5-4-325 16,-5 4-333-16</inkml:trace>
  <inkml:trace contextRef="#ctx0" brushRef="#br0" timeOffset="12029.76">22948 12953 2274 0,'-9'6'102'0,"-5"-2"51"16,1 1 24-16,1-2 15 0,1-1 29 16,0 0 32-16,0-1 36 0,11-1 15 0,-14 2 0 15,14-2-14-15,0 0-14 0,0 0-25 16,0 0-25-16,0 0-13 0,27-17-16 0,9 2-23 15,17-5-16-15,8 2-18 0,6-4-21 16,20-2-31-16,-15 5-17 0,3 3-26 0,-1-1-22 16,0 3-41-16,-3 5-36 15,-2-3-36-15,-8 2-39 0,-6 3-53 0,-15 1-65 16,-12 2-59-16,-5 2-52 0,-3 2-52 16,-9 2-42-16,-6 0-69 0,1 3-85 0,-6 2 65 15,-2 2-352-15,-3 4-376 0</inkml:trace>
  <inkml:trace contextRef="#ctx0" brushRef="#br0" timeOffset="12377.38">22586 14043 2418 0,'-27'12'162'0,"6"-5"37"0,2 0-9 0,5-2-12 16,3-3 2-16,4 2 3 0,1-2 4 16,6-2 4-16,0 0-5 0,0 0-5 0,36-6-18 15,2-1-17-15,21-7-17 0,12-1-12 16,27-4-10-16,2-1-13 0,8 2-6 16,5 1-10-16,2 1-7 0,-3 3-6 0,-6-1-7 15,-7 0-5-15,-22 5-5 0,-10-1-8 16,-8 3-2-16,-20 2-6 0,-8 2-1 0,-8 1-1 15,-4 0-3-15,-4-1-1 16,-3 0-4-16,-1 1-11 0,-3 2-14 0,-8 0-25 16,0 0-33-16,0 0-46 0,0 0-48 15,0 0-73-15,0 0-69 0,0 10-95 0,0-10-131 16,-10 12-100-16,5-7 62 0,-1 2-375 16,0 2-415-16</inkml:trace>
  <inkml:trace contextRef="#ctx0" brushRef="#br0" timeOffset="19892.34">24404 7031 2578 0,'0'0'57'0,"0"-10"11"16,0 10-2-16,-2-8-9 0,2 8-6 16,0 0 13-16,0 0 14 0,0 0 22 15,0 0-9-15,-9 27-6 0,6-5-5 0,-1 2-8 16,2 2-7-16,1 8-3 0,-1-6-5 0,2 0-7 15,0-3-2-15,0 1-9 0,-2-1-3 16,2 0-5-16,-2-5-3 0,0-1-24 16,0 0-20-16,1-2-29 0,-3 0-33 15,-2-3-37-15,2-1-54 0,-2-3-45 16,1 0-79-16,1-6-111 0,-2 2-79 0,6-6 50 16,-5 1-117-16,5-1-53 0</inkml:trace>
  <inkml:trace contextRef="#ctx0" brushRef="#br0" timeOffset="20178.02">24413 7037 1691 0,'4'-9'102'0,"-2"2"5"0,-1 4-1 16,-1 3 6-16,7-7 14 0,-3 4 21 0,-4 3 7 16,11-2 7-16,-11 2-14 0,23 7 4 15,-8 0-8-15,-2 5-8 0,11 10-7 16,-4 3 7-16,-1 2-11 0,-1 1-5 0,-2 3-14 15,-2 4-10-15,-3-3-6 0,0 1 9 16,-5-1 1-16,1-4 7 0,-7-6 3 16,-2 2 5-16,0 2-4 0,-7-3-5 0,4-1-11 15,-6 5-6-15,-3-4-5 0,1-2-11 0,1-3-8 16,-5-4-6-16,4-1-15 0,0-4-20 16,-2-1-30-16,-1-4-29 0,0 2-46 0,0-2-46 15,2-4-60-15,1 0-57 16,-2-2-65-16,1-3-83 0,3 0-109 0,3 0-72 15,1 0 59-15,1-1-289 0,2 1-291 16</inkml:trace>
  <inkml:trace contextRef="#ctx0" brushRef="#br0" timeOffset="20426.32">24745 7339 2300 0,'5'-11'154'0,"2"3"23"16,-4 2 3-16,1 0 1 0,-4 6 6 15,4-5-1-15,-4 5 9 0,0 0 20 16,0 0 2-16,15 15-14 0,-11-1-14 16,2 1-17-16,-3 8-21 0,3 7-8 0,-2-2-13 15,-2-3-15-15,-1 0-9 0,-1 1-14 16,0-1-7-16,2-5-24 0,-2 1-31 16,-2-2-37-16,2-4-48 0,0 1-42 0,-1-4-64 15,-1 1-61-15,0-6-70 0,0-2-70 16,-2-1-97-16,4-4-112 0,0 0 21 0,0 0-366 15,0 0-397-15</inkml:trace>
  <inkml:trace contextRef="#ctx0" brushRef="#br0" timeOffset="20592.59">24863 7190 2379 0,'0'-12'10'0,"0"3"27"0,-4 1 5 0,4 0 9 15,-2 1 7-15,2 7 1 0,-1-8-10 16,1 8-13-16,-4-6-41 0,4 6-52 15,0 0-79-15,0 0-99 0,0 0-185 0,-18 17-216 16,17-7-132-16</inkml:trace>
  <inkml:trace contextRef="#ctx0" brushRef="#br0" timeOffset="20894.47">24996 7292 2085 0,'0'0'230'0,"3"-10"-7"0,-3 10 6 0,0-5 0 16,0 5 4-16,0 0 21 0,0 0 12 16,0 0 3-16,0 0-12 0,5 29-21 15,-5-17-13-15,2 7-12 0,2 0-14 0,0 2-15 16,-3 1-15-16,1-1-13 0,2-1-19 16,0-3-12-16,-3 1-16 0,2-3-12 0,-1-1 4 15,0-1-19-15,0-3-9 16,2 1-10-16,-3-4 3 0,1-3-9 0,-2-4-10 15,0 0-2-15,0 0-7 0,27-11-5 16,-20-2-12-16,7-4-10 0,1-9-7 0,1-3-17 16,-1-2-15-16,-3-1-7 0,2-1-23 15,-1 4-28-15,-1 3-36 0,-2 2-36 0,-3 8-49 16,-2 2-60-16,0 4-51 0,-1 1-51 16,-2 1-66-16,-2 8-75 0,0-4-120 0,0 4 59 15,0 0-408-15,0 0-457 0</inkml:trace>
  <inkml:trace contextRef="#ctx0" brushRef="#br0" timeOffset="21099.69">25293 7239 2913 0,'6'-5'57'0,"-1"2"13"0,-5 3 14 0,3-6 21 16,-3 6 3-16,0 0-2 0,0 0 15 15,0 0 4-15,0 0-13 0,-3 29-14 0,0-15-2 16,3 1-15-16,-4 4-6 0,0 2-18 15,3 1-35-15,-5 1-48 0,2-1-61 0,-1-2-62 16,-2 2-59-16,0-5-67 0,1-1-73 16,3-3-114-16,-3-1-36 0,4-6 55 0,1 0-147 15,1-6-90-15</inkml:trace>
  <inkml:trace contextRef="#ctx0" brushRef="#br0" timeOffset="21243.04">25334 7184 1666 0,'6'-29'76'0,"-4"6"16"15,-1 3 11-15,-1 3 22 0,2 1 11 16,-2 3 12-16,0 1-10 0,0 1-7 0,0 3-17 16,0 0-27-16,0 2-28 0,0 6-29 15,2-7-51-15,-2 7-66 0,0 0-90 0,0 0-104 16,0 0-171-16,0 0-190 0,0 0-139 16</inkml:trace>
  <inkml:trace contextRef="#ctx0" brushRef="#br0" timeOffset="21675.86">25860 6878 1870 0,'2'-6'190'16,"-2"1"26"-16,0 5-19 0,0 0 7 0,0 0 24 16,0 0 26-16,-13 23 15 0,4-4 4 15,0 10-2-15,0 8-12 0,-1 1-13 0,-1 8-19 16,0-6-18-16,0-1-27 0,0 1-12 15,4-1-13-15,-3-2-20 0,2-2-7 0,1-3-20 16,3-8-7-16,1-3-11 0,-2-6-7 16,1-3-2-16,4 1-20 0,-2-4-4 15,2 0-13-15,-1-4-7 0,1-5-15 16,0 0-15-16,0 0-9 0,0 0-10 16,0 0-8-16,0 0-6 0,0-23-16 0,-4 8-7 15,-2 1-13-15,1-1 0 0,-3 3-11 16,-2 1 13-16,-3 0 4 0,-1 6 0 0,3 2 7 15,-4 4 7-15,-4 1 1 0,2 6 3 16,-2 0-3-16,-2 7 13 0,2 1 4 0,4-3 1 16,3 4 0-16,3 0 8 0,3-2 7 15,0 5 1-15,3-5 6 0,3-1 0 16,2 0-5-16,-1-1 8 0,3-1-1 16,2 1 0-16,1-3 0 0,0-3-20 0,2 1-33 15,2-3-48-15,-2-1-81 0,5-3-93 16,-3-1-114-16,-11 0-143 0,27-7-109 0,-13 2 70 15,0-2-407-15,8 1-451 0</inkml:trace>
  <inkml:trace contextRef="#ctx0" brushRef="#br0" timeOffset="22075.94">26190 7417 2858 0,'0'0'88'0,"-18"0"21"0,18 0 30 0,-11-2 16 16,11 2 14-16,0 0 2 0,-12-1-10 16,12 1-12-16,0 0-17 0,0 0-10 0,0 0-14 15,0 0-10-15,0 0-11 0,27-14-12 16,-13 11-22-16,0-3-19 0,0 0-12 0,1-1-13 16,-1 0 2-16,-1-2-1 0,-2 1 1 15,-1-3-3-15,-3 3-1 0,-3-2 1 16,0 1-2-16,-6 1-1 0,2 8 0 0,-7-11-3 15,-3 8 4-15,-3 3 1 0,-2 0 5 16,-5 5 7-16,-3 2 6 0,-7 8 7 16,-1 3 8-16,4 3 2 0,4 0 3 15,-1 4 4-15,7 1-6 0,2 0-1 0,3 2 2 16,5-4-1-16,3-2-1 0,2-4-6 16,2 4-3-16,2-5-5 0,0 2-2 0,1-4-1 15,3 1-4-15,1-5-8 0,0 1-21 16,0 0-30-16,2-5-46 0,0-2-72 0,-2-1-85 15,6-1-90-15,-3-3-113 0,3-2-168 16,3 2 22-16,-3-1 67 0,0 0-313 0,3-2-322 16</inkml:trace>
  <inkml:trace contextRef="#ctx0" brushRef="#br0" timeOffset="22610.75">26895 7951 2557 0,'-13'-2'135'0,"13"2"25"0,0 0 16 0,-12-4 18 15,12 4 2-15,-2-6 7 0,2 6-12 16,3-12-11-16,8 4-15 0,-2-1-18 0,6-5-15 16,6-5-14-16,4-4-9 0,2 0-10 15,7-13-12-15,2-7-12 0,0-6-6 0,0-4-6 16,10-15-9-16,-3-3-6 0,0 0-5 15,-11 17-5-15,-1 3-8 0,-6 3 1 0,-1 3 3 16,-9 14-4-16,-2 6-2 16,-1 4 8-16,-4 5 7 0,-5 5 4 0,1 1-1 15,0 2-5-15,1 0-7 0,-4 4-2 16,-1 4-3-16,0 0-1 0,0 0-3 0,-4 24 1 16,-2-7-4-16,4 3 0 0,0 14 1 15,1 3-4-15,-1 1 5 0,2 0 7 16,0 2 2-16,0-1-2 0,2-2 2 0,-2 0 7 15,1-8 6-15,-1-6 3 0,0 2 18 16,0-4 11-16,0-3 22 0,-3 0 42 16,1-1 14-16,-4-2 5 0,1-1 0 15,-3-2-1-15,-4 1 1 0,1-4-5 0,-4-2-7 16,0-2-15-16,-3-1-11 0,4-4-13 16,-6-4-13-16,1-2-13 0,-8-9-84 0,3-3 0 15,-1-6 0-15,2-4 0 0,-2-8 0 16,8 6 0-16,-2 2 0 0,3 0 0 0,3 10 0 15,4 3 0-15,-1 2 0 0,1 3-175 16,1 4-107-16,-1 0-98 0,1 1-102 0,-2 2-113 16,5 0-155-16,5 3-33 0,-12-4 81 15,12 4-673-15,0 0-828 0</inkml:trace>
  <inkml:trace contextRef="#ctx0" brushRef="#br0" timeOffset="23359.09">28408 7249 3614 0,'-16'0'-101'16,"16"0"19"-16,-15 5 24 0,5 3 39 15,-1 2 47-15,-2 7 38 0,-6 8 34 16,-1 4 12-16,0 11 8 0,2-6 1 0,4 10-4 16,2-9-9-16,4 5-5 0,5-4-9 15,1-5-3-15,5 3-10 0,3 0-7 0,-1-2-5 16,8-3-9-16,-1 0-5 0,2-4-6 15,-1-4-18-15,-4-8-33 0,4-1-43 16,-4 0-48-16,2-6-56 0,-1 4-63 16,1-7-74-16,-2-1-102 0,5-2-151 0,3-4-8 15,4-3 61-15,8-4-224 0,-1-7-202 16</inkml:trace>
  <inkml:trace contextRef="#ctx0" brushRef="#br0" timeOffset="23691.68">28836 7488 2145 0,'-7'-2'106'0,"7"2"7"0,-27 4 19 0,10 4 44 16,-4 2 29-16,-7 7 27 15,1 3 9-15,-2 0-1 0,3 2-10 0,4 1-8 0,4 0-16 16,2 4-10-16,7-6-21 16,2-3-12-16,0-2-15 0,7 1-13 0,4 0-8 15,4-2-16-15,-1 0-11 0,6 1-8 16,5-4-8-16,-1-4-7 0,4-2-9 0,2 0-8 15,-6-4-8-15,2-2-7 0,-2-2-6 16,0-4-5-16,-1 0-4 0,-1-5-4 16,-5 0-3-16,-1-7 0 0,-3 0-3 0,-5-3-7 15,-2-2 1-15,-5-12-4 0,-1 2 4 16,-5-2-5-16,0 4-2 0,1 1-1 16,-1 10-7-16,5 4-7 0,-2 3-17 15,-1 3-23-15,0 2-28 0,1 4-38 0,-1 4-48 16,-1 0-62-16,-2 3-63 0,-1 4-69 15,-3 0-85-15,5 1-111 0,0 0-65 0,-1 2 60 16,2 2-355-16,0 3-393 0</inkml:trace>
  <inkml:trace contextRef="#ctx0" brushRef="#br0" timeOffset="24291.56">28958 7541 2478 0,'6'-8'56'0,"-4"2"30"0,0 3 14 16,-2 3 17-16,1-9 31 0,-1 9 10 15,0 0 4-15,0 0 5 0,0 0 16 16,0 0 8-16,0 0-7 0,0 30-11 0,-3-15-8 16,-1 4-8-16,0 5-7 0,-1-2-12 15,-2 7-15-15,-2-3-12 0,2-6-9 0,-1 0-9 16,5-2-10-16,-8 1-8 0,6-5-8 15,-1-3-7-15,5-3-5 0,-3 4-4 16,0-6-4-16,2 1-1 0,2-7-8 0,0 0-4 16,0 0-7-16,0 0-1 0,0 0-6 15,11-20 1-15,0 0-3 0,7-10-3 0,2-8-5 16,3-5 1-16,1 4-5 0,1 1 5 16,-4 9-6-16,-5 2 3 0,2 3-2 15,-5 5 0-15,-4 5 5 0,-1 4-5 16,0 3 6-16,-4 2-4 0,1 2 8 0,-5 3 0 15,0 0 2-15,19 12-3 0,-11-2 2 16,-3 3-5-16,6 5 1 0,0 0-1 0,-4 1-2 16,3 0-1-16,3 8-1 0,-5-6-2 15,0-2-8-15,-3-5-11 0,-1-1-15 0,0-3-22 16,-2 2-24-16,-1 0-38 0,-1-3-50 16,0-1-63-16,-1 2-69 0,-1-3-70 15,-6-5-90-15,5 4-123 0,3-6-41 0,-9 4 57 16,9-4-338-16,0 0-381 15</inkml:trace>
  <inkml:trace contextRef="#ctx0" brushRef="#br0" timeOffset="24611.94">29405 7415 2423 0,'0'0'79'0,"-9"-5"24"0,9 5 5 15,0 0 21-15,0 0 33 0,-26 10 35 16,16 2 16-16,1-2 7 0,-2 5 1 0,1 1-6 15,1 1-7-15,1 1-8 16,2 1-12-16,2 2-9 0,0-4-19 0,4-3-11 16,2 4-17-16,0-1-12 0,5-3-12 15,-2-2-9-15,2 0-8 0,4-2-12 0,2-1-12 16,-2-3-18-16,2-3-18 0,0-2-10 16,-2-1-6-16,-11 0-5 0,25-4-5 0,-9-2 3 15,-7 1-8-15,1-5-3 0,-2-1-6 16,-3-3-7-16,1-1-3 0,-4-2-4 15,-2-3-1-15,-2 2-7 0,-2 2-6 0,1 0-22 16,-4 2-22-16,0 3-44 0,-1 5-44 16,-3 3-49-16,-3 0-44 0,1 6-45 15,-4-2-69-15,-2 6-72 0,0 1-122 0,-10 6 11 16,4 0-344-16,0 1-383 0</inkml:trace>
  <inkml:trace contextRef="#ctx0" brushRef="#br0" timeOffset="24858.24">29281 7606 2425 0,'5'-3'-10'0,"-5"3"29"16,0 0 37-16,17 8 39 0,-13-1 30 15,0 3 24-15,0 5 18 0,-2 4 15 0,-2 8 4 16,-2 8-2-16,-2 10-5 0,-2 10 3 16,-2 2-1-16,3 2-12 0,-4 0-12 0,-2-3-12 15,4 1-15-15,-2-4-12 16,3-10-14-16,0-2-9 0,0-1-13 0,3-5-23 15,-1-5-28-15,0-6-43 0,2-7-48 16,1 0-62-16,-3-2-61 0,4-3-62 16,0-5-68-16,0-2-91 0,0-5-120 0,0 0-46 15,0 0 64-15,20-20-267 0,-6 3-261 16</inkml:trace>
  <inkml:trace contextRef="#ctx0" brushRef="#br0" timeOffset="25158.28">29791 7521 2380 0,'-4'-6'139'0,"0"2"-6"0,4 4 5 15,0 0 21-15,0 0 14 0,0 0 8 0,-25 18 4 16,20-6 0-16,-1 3-10 0,1 6-7 16,-1 1-11-16,3 0-9 0,2 2-9 0,2 1-10 15,2-4-10-15,3 3-12 0,-1-4-8 16,3 0-12-16,2-1-7 0,-1-3-11 0,2-2-6 15,-1-1-14-15,5-1-13 0,-2-5-12 16,1-2-10-16,1-2-8 0,-3-1-5 0,3-4-6 16,-2 1-3-16,0-4-8 0,3-4-10 15,-5-1-17-15,2-6-12 0,-1 1-13 16,-3-6-11-16,3-4-18 0,-2 1-35 0,-3 1-41 16,0-4-53-16,0 2-67 15,-5 3-100-15,1 4-150 0,-3 4-12 0,0-1 61 16,0 1-233-16,-1 2-219 0</inkml:trace>
  <inkml:trace contextRef="#ctx0" brushRef="#br0" timeOffset="25858.2">30277 7550 1983 0,'0'10'115'0,"0"-3"19"0,0 0 9 0,0-7 20 15,0 9 22-15,0-9 14 16,0 9 2-16,2-5-3 0,-2-4-9 0,2 7-10 16,-2-7-9-16,6 3-17 0,-6-3-14 15,9 5-13-15,-9-5-13 0,16-1-12 0,-7-5-9 16,0 1-9-16,3-4-6 0,-1-2-10 16,0 0-4-16,2-3-8 0,-4-4-5 15,-2-1-6-15,-1 0-3 0,-2 2-5 0,-2-3-2 16,0 8-1-16,-6-1-2 0,0 3-3 15,-4 4-2-15,-3 0-3 0,-5 6-3 0,-6 3 0 16,-8 8 6-16,-5 6-1 0,-5 9-1 16,4 5 2-16,6-1 0 0,1 6-1 0,9-7-5 15,6 5-1-15,2-4 2 16,8-5-1-16,2-2 0 0,8 0-1 0,6 6 5 16,2-2 10-16,10-1 10 0,2-4 8 15,5-4 4-15,3 0 0 0,2-5 7 0,3-1-6 16,1-6 4-16,1-3-7 0,-5-3-6 15,7-4-4-15,-4-4-5 0,4-4 2 16,-7-2-9-16,-6-4-3 0,1-3 10 0,-4-4 8 16,-1-8 7-16,-3-6 1 0,-4-2 1 15,-4-3 5-15,-5 7 11 0,-3 1 9 16,-1 3 2-16,-2 7 12 0,-3 3 5 0,3 9-5 16,-4 0 1-16,2-1-7 0,1 4-5 15,-3 2-11-15,0 0-7 0,0 3-9 16,0 6-7-16,0-11-9 0,0 11-3 0,0 0-6 15,0 0-6-15,4-10-1 0,-4 10-2 16,0 0-4-16,14 0-1 0,-14 0 2 0,18 0-9 16,-18 0 11-16,25 7 9 0,-10-1 11 15,-3 2 5-15,2 6 12 0,4 7 6 0,-5 8-65 16,-4 3 0-16,-5 3 0 0,-2-1 0 16,-1 5 0-16,-2-1 0 0,-1-1 0 15,-2 2 0-15,0-4 0 0,1 0 0 0,-1-8 0 16,2-3 0-16,0-5 0 0,0-4 0 15,2 0 0-15,0-2 0 0,-1-3 0 16,1-2 0-16,0 2-131 0,1-8-297 16,-1-2-95-16,4 7-116 0,-4-7-134 0,0 0-47 15,0 0 95-15,-2 9-687 0,2-9-864 16</inkml:trace>
  <inkml:trace contextRef="#ctx0" brushRef="#br0" timeOffset="30024.42">25184 5941 1121 0,'3'-21'474'0,"1"4"-182"15,0 2-96-15,-4 3-37 0,0 2-6 16,0 1-9-16,0 4-21 0,0 5-18 16,0 0 19-16,0 0 26 0,0 0 14 0,-36 34-4 15,11 2-13-15,-2 5-9 16,-4 5-9-16,3 2-8 0,-3 1-5 0,4-3-3 16,3-2-6-16,1-1-2 0,4-4-20 15,4-8-1-15,3-4-6 0,3-5-11 0,2-5-3 16,2-5-3-16,-1-3 2 0,5 1 8 15,-1-3 2-15,2-7-8 0,0 0-3 0,0 0-10 16,0 0-2-16,21-19-6 0,-8 4-6 16,4-14-8-16,8-6-1 0,2-2-2 0,-1-7-1 15,1 1-5-15,-2-1-4 0,0 3 1 16,-2 0-3-16,-7 10-2 0,0 0 2 16,-5 10-2-16,-2 5-1 0,2 3-4 0,-8 3-3 15,3 1-5-15,-1 2-1 0,-3 2-1 16,-2 5 4-16,0 0 0 0,0 0-2 15,20 14-3-15,-17-4 7 0,7 4-1 16,0 6-1-16,-5-1 2 0,8 8 0 0,-1 1-3 16,-1-3 0-16,0-4 1 0,1-3-2 15,-2-1 0-15,-5-3 1 0,4-3 2 0,-4 1-3 16,1-3 7-16,-3 1 3 0,1-6 18 16,-4-4 5-16,0 8-6 0,0-8 2 0,0 0-2 15,0 0 3-15,-29-1 3 0,29 1-2 16,-34-11-4-16,4-1-5 0,-3 2 1 0,3-3 0 15,-1 0-4-15,1-1-4 0,-1 5-3 16,6 0-2-16,7 2-1 0,2 2-1 16,2 2-4-16,-2 1-8 0,3 4-23 15,-1-2-27-15,-3 6-38 0,3 0-47 0,3 4-59 16,-1 0-75-16,3 2-68 0,4-2-90 16,3 2-115-16,2-3-85 0,3-1 62 15,9 1-347-15,1-2-396 0</inkml:trace>
  <inkml:trace contextRef="#ctx0" brushRef="#br0" timeOffset="30273.78">25695 5771 2468 0,'5'-25'49'0,"-1"3"35"0,-2 5 34 16,-2 5 46-16,0-1 38 0,-2 5 13 15,2 0-8-15,0 8-23 0,-2-8 8 16,2 8 16-16,0 0-1 0,-21 33-16 0,5-6-8 15,3 5-6-15,-6 10-4 0,4 3-7 16,1 1-18-16,-1 0-14 0,4 3-25 0,1-10-11 16,2 0-11-16,3-1-8 0,-1-3 2 15,3 0-32-15,-2-8-30 0,3-2-38 0,0-2-55 16,1-2-54-16,-1-3-73 0,2-1-83 16,0-5-78-16,-2 2-112 0,2-1-160 15,0-6 16-15,2 0 64 0,1-5-345 0,-3-2-382 16</inkml:trace>
  <inkml:trace contextRef="#ctx0" brushRef="#br0" timeOffset="30607.27">25951 6079 2472 0,'2'-8'67'0,"-6"2"19"16,4 6 9-16,0 0 35 0,-23-2 41 0,23 2 28 16,-25 10 20-16,9 1 0 0,-4 1-11 15,-3 6-13-15,3-1-17 0,2 1-13 16,5-3-16-16,3 2-15 0,3 0-11 0,3 1-13 15,2-5-10-15,2 1-8 0,8 0-8 16,1-1-11-16,5-3-2 0,4 0-11 0,4-5-7 16,-1-3-4-16,2 0-5 0,-3-4-5 15,3 0-7-15,0-5-8 0,-4-3-5 16,-2 0-12-16,1-1-3 0,-9-5-2 16,0-1 0-16,-3-2-4 0,-4 0-3 0,-2 0-6 15,0-1-3-15,-6-2-1 0,3 3-3 16,-5 0-6-16,1 2-4 0,-1 3-6 0,-4 2-10 15,1 4-16-15,-1-2-29 0,-1 5-35 16,0-1-48-16,0 4-43 0,0 0-48 16,-1 2-54-16,-3 0-65 0,3 2-92 0,1 4-93 15,1-4 50-15,1-2-265 16,11 0-272-16</inkml:trace>
  <inkml:trace contextRef="#ctx0" brushRef="#br0" timeOffset="30874.24">25915 6092 1979 0,'8'12'-43'0,"-5"0"43"0,1 0 43 15,0 2 40-15,-2 0 32 0,-2 1 32 0,1 2 32 16,-1 3 10-16,0 4 9 0,0 3-1 16,-1-2-2-16,-1 2-20 0,0 10 2 15,0 0-6-15,-2-1-12 0,2-8-11 0,-1-3-15 16,1-1-9-16,-4-2-9 0,3-3 1 16,-4-1-7-16,2-1 1 0,-3-3-9 0,3-3-7 15,-5 1-6-15,-1-2-11 0,-2 0-8 16,-1-5-6-16,-1-1-6 0,-1-2-5 0,0-4-3 15,-2 0-11-15,-5-4-4 16,-6-7-9-16,4-5-19 0,0 1-16 0,1-2-29 16,3 0-27-16,6 2-34 0,2 3-48 15,1 2-62-15,3 2-65 0,3-2-91 0,-2 3-104 16,6 1-152-16,-1 0 55 0,3-1-351 16,0 9-399-16</inkml:trace>
  <inkml:trace contextRef="#ctx0" brushRef="#br0" timeOffset="31243.03">26365 6013 2752 0,'-19'-2'75'0,"1"4"13"15,3 2 38-15,-2 0 31 0,0 1 18 0,0 5 8 16,-3 2-2-16,6 1-9 0,1 3-10 15,1 1-15-15,2 0-12 0,7 0-13 0,1 0-10 16,2-3-11-16,4 3-11 16,1-2-4-16,6 2-11 0,5-3-6 0,0-2-7 15,6-1-4-15,-1-3-6 0,2-2-7 16,-1-2-5-16,-1-4-5 0,1 3-3 0,-2-6-4 16,-2 0 1-16,-4-2-4 0,0-1-5 15,-3-4-2-15,0 0-4 0,-4 1-3 16,-3-6-5-16,-4 1-4 0,-2-3-7 0,-2 0-4 15,-1-2-11-15,-6 1-8 0,4-2-11 16,0 9-17-16,-6-1-9 0,2 2-26 0,-3 4-38 16,0 2-50-16,1 3-54 0,-3 2-67 15,1 1-92-15,2 4-158 0,0 2-30 0,-1 3 59 16,3-1-257-16,3 2-268 16</inkml:trace>
  <inkml:trace contextRef="#ctx0" brushRef="#br0" timeOffset="31725.85">26593 6348 2044 0,'-5'5'40'0,"5"-5"21"15,0 0 18-15,-14 3 20 0,14-3 40 16,0 0 27-16,0 0 7 0,0 0-1 0,0 0-16 16,-19-6-17-16,19 6-18 0,0 0-11 15,0-9-15-15,0 9-9 0,4-11-9 0,0 5-6 16,1-3-16-16,3-2-19 0,-2-1 0 15,4-5-3-15,-3-1-3 0,-2-2-10 0,2 5 3 16,-3 0-11-16,-3-1 11 16,-1 1-1-16,0 1 3 0,0 2 5 0,-3 2 5 15,-4-1-7-15,2 2-1 0,-3 2-5 16,-3-2 7-16,3 4-6 0,-3 0 2 16,0 2-5-16,-1-1-2 0,12 4-3 0,-15-3-4 15,15 3 7-15,-14-5-5 0,14 5 1 16,-5-4 2-16,5 4-7 0,0 0 6 0,5-10-6 15,5 4 0-15,3 0 3 0,5 1-6 16,-2-5 1-16,6 4 2 0,-8 2-5 0,6 0-5 16,-4 1 3-16,-4 3-2 0,1 0 5 15,1 3 0-15,1 7 1 0,1 2 7 0,-5 3 5 16,5 9-11-16,-5 4 10 16,1-1-1-16,-5-3 0 0,0 5-5 0,1-2-2 15,-3-6 3-15,2 1-4 0,-2 1-10 16,1-2 5-16,-2-4-13 0,-3-3-22 0,3 1-31 15,-2-3-27-15,3-2-33 0,-3 0-31 16,-1-3-46-16,-1-3-74 0,0-4-88 16,0 0-131-16,-1 8-40 0,1-8 54 0,0 0-167 15,0 0-143-15</inkml:trace>
  <inkml:trace contextRef="#ctx0" brushRef="#br0" timeOffset="31907.3">27016 6181 1785 0,'13'-15'123'0,"-4"3"46"0,-4 3 40 16,-1 1 28-16,0 0 12 0,-3 4 4 0,-1 4-13 15,6-7-30-15,-6 7-17 0,0 0-9 16,0 0-12-16,0 0-16 0,0 24-14 16,0-10-13-16,-4 2-14 0,2 3-11 15,2 4-31-15,-1 0-34 0,-3 0-52 0,0-1-58 16,2 3-64-16,-1-5-68 0,-1 1-72 16,-2-6-101-16,0 1-126 0,0-4-61 0,1-3 63 15,-1 0-229-15,0-4-222 0</inkml:trace>
  <inkml:trace contextRef="#ctx0" brushRef="#br0" timeOffset="32056.74">27146 5895 2023 0,'0'-10'-17'0,"0"3"4"0,0 1-2 15,0 6 2-15,-4-5 0 0,4 5-2 0,0 0-14 16,0 0-43-16,0 0-70 0,0 0-100 15,0 0-252-15,0 0 0 0</inkml:trace>
  <inkml:trace contextRef="#ctx0" brushRef="#br0" timeOffset="33158.17">27380 5734 1598 0,'0'0'156'0,"-3"-10"-1"15,3 10 3-15,0 0 1 0,0 0 47 16,0 0 22-16,0 0 8 0,-20 29-7 16,13-9-15-16,-4 11-18 0,-1 5-10 0,-1 9-12 15,3-6-15-15,-3 9-12 0,4-9-15 16,-2 0-13-16,0-2-8 0,4-1-13 0,1-2-11 16,-4-3-6-16,3-9-9 0,1-3-5 15,1-3-5-15,-2-2-2 0,4-3 0 16,-5-1-4-16,1 0-5 0,0-5-4 0,-4-1-3 15,2 0-7-15,0-3-7 0,9-1-14 16,-23-5-12-16,9 1-10 0,3 0-12 16,0-5-8-16,-1-3-9 0,2 2-14 15,7-1-18-15,-1 1-27 0,6-4-17 0,3-1-21 16,10-7-12-16,10 1-25 0,2-1-21 16,14-3-34-16,6-1-11 0,6 2 21 0,6-2 18 15,4 1 24-15,4 1 16 0,-3-3 17 16,3 2 24-16,-4-2 24 0,-6-3 21 0,-5-2 27 15,-11-2 19-15,-5-7 20 0,-9 3 22 16,-6-2 25-16,-9 7 19 0,-4 1 22 16,-6 4 9-16,-6 8 11 0,-2-2 11 0,-6 5-9 15,-6-4-2-15,-3 4-4 16,-2 6-6-16,-10 1-1 0,5 10 16 0,-3 2 2 16,-10 8-1-16,-11 11-2 0,2 6-5 15,-1 6-2-15,3 1-11 0,5 3-9 0,2 4-11 16,5-2-7-16,6 2-5 0,5-2-7 15,10-8-3-15,1 3-1 0,5-1-8 0,7-6 0 16,2 0-7-16,4-2 1 0,1-5-3 16,3 1-5-16,4-5-5 0,0-1 1 15,2-3 1-15,5-2-2 0,-4-3 0 0,5-3-2 16,-5-4-2-16,2 0 1 16,0 0-5-16,0 0 7 0,-2-2 5 0,1 2-4 0,-3-2 0 15,-13 2-4-15,19-1-3 16,-19 1-3-16,20 1 0 0,-11 3 3 0,0-1 0 15,-9-3 1-15,16 10 2 0,-11-3-4 16,5 0 3-16,-3 1-4 0,-1-1 0 0,0 2-2 16,1 0-1-16,-1-3 3 0,-1 3-5 15,2-4 0-15,-2 0 4 0,-5-5 0 0,12 7-2 16,-5-4-2-16,-7-3 4 0,16 2-14 16,-16-2-4-16,16-2-11 0,-16 2-7 15,22-6-8-15,-10 4-3 0,-12 2 0 16,14-5 2-16,-6 3 8 0,-8 2-2 15,15-2 4-15,-15 2 5 0,11-2 0 0,-11 2 2 16,14-3 3-16,-14 3-3 0,11-2 4 16,-11 2-1-16,0 0 4 0,22 4 1 0,-22-4-3 15,14 3 8-15,-8 1-3 0,-6-4 3 16,18 5-9-16,-11 0-21 0,2-2-34 0,1 1-36 16,-2-1-30-16,-1 1-11 0,3-1-13 15,1 0-1-15,-1-3 5 0,-10 0 14 16,19-1 14-16,-8-1 14 0,-1-1 21 0,3-4 30 15,-4-3 39-15,3-1 32 0,-2 1 38 16,-3-4 38-16,1 4 21 0,2-2 17 16,-5-2 18-16,3 2 14 0,-2 1-3 15,-2-1-7-15,-1 6-14 0,1 0-15 0,0-2-12 16,-4 8-15-16,5-9-13 0,-5 9-4 16,6-6-10-16,-6 6-10 0,0 0-22 0,0 0-25 15,0 0-24-15,0 0-26 0,23 10-35 16,-23-10-28-16,14 9-10 0,-9-5-8 15,3 0 9-15,-8-4 6 0,13 8 9 0,-5-5 14 16,-8-3 13-16,9 2 11 0,-9-2 20 16,11 3 23-16,-11-3 21 0,0 0 20 15,11 4 1-15,-11-4 2 0,0 0 0 16,0 0-10-16,0 0-4 0,7 3-26 0,-7-3-30 16,0 0-58-16,0 0-80 0,-4 8-113 15,4-8-145-15,0 0-120 0,0 0 64 0,0 0-218 16,0 0-209-16</inkml:trace>
  <inkml:trace contextRef="#ctx0" brushRef="#br0" timeOffset="33723.08">29055 5622 2034 0,'0'0'21'0,"-7"0"2"16,7 0 8-16,-18 21 29 0,4 6 25 15,-9 14 18-15,1 7 18 0,-2 7 21 16,3 9 2-16,-4 16 31 0,9-14-11 16,-2 6-14-16,5-1-15 0,3 5-13 0,1 0-9 15,3-3-15-15,6-4-7 0,-2-6-8 16,4-3-8-16,-2-13-15 0,2-7-21 0,-2-9-30 15,-2-5-40-15,2-5-36 0,0-4-33 16,-4-2-43-16,4-3-54 0,-4-5-68 0,-2-4-65 16,6-3-69-16,0 0-80 0,0 0-224 15,-15-17-197-15</inkml:trace>
  <inkml:trace contextRef="#ctx0" brushRef="#br0" timeOffset="33973.44">29016 6212 1820 0,'14'-10'-32'0,"-1"1"18"15,-2 4 28-15,-2 3 38 0,1 2 28 16,-10 0 18-16,17 5 17 0,-7-1 8 16,-1 3 13-16,2 1 1 0,-3 2-6 15,2 1 1-15,-3 1 2 0,-1 0 4 0,2-1 5 16,-6 1 3-16,-2 1-1 0,0-3-6 16,-5 2-2-16,0-1-7 0,-1 1-12 0,-5 0-5 15,-1-4-11-15,-1 1-12 0,-3-3-13 16,3 0-16-16,0-1-28 0,1-3-36 0,0-2-61 15,12 0-52-15,-24-7-65 0,17 1-71 16,-1-5-100-16,6-1-111 0,2 0-93 16,2-3 61-16,2-2-191 0,7 5-180 0</inkml:trace>
  <inkml:trace contextRef="#ctx0" brushRef="#br0" timeOffset="34257.1">29310 6193 1947 0,'0'0'64'0,"0"0"27"0,1 9 25 15,-1-9 35-15,0 0 33 0,-15 18 21 0,5-11 9 16,0 3-3-16,1 2-10 0,-2 5-11 16,-1-3-14-16,3 3-17 0,-1 3-15 15,5-3-14-15,-2-1-13 0,4 1-11 16,1 1-9-16,4-1-10 0,1-1-10 16,4-1-8-16,0-3-17 0,2-1-14 0,5-3-19 15,1-1-14-15,1 0-14 0,-5-6-9 16,2 1 8-16,1-2-2 0,-14 0 5 0,18-12-4 15,-9 4 2-15,-2-3 2 0,-3-1 0 16,-3-5 5-16,1-2-5 0,-4-4-1 0,2 0 4 16,0 3 0-16,-1 3-11 0,-1-1-18 15,-2 5-37-15,0 3-53 0,1-2-50 16,-1 6-59-16,-3-1-83 0,2 3-101 0,5 4-157 16,-9-4 52-16,9 4-249 0,0 0-260 15</inkml:trace>
  <inkml:trace contextRef="#ctx0" brushRef="#br0" timeOffset="34706.05">29480 6367 2129 0,'0'0'21'0,"0"12"16"0,0-12 21 0,0 8 19 16,0-8 15-16,4 5 11 0,-4-5-1 16,2 8 5-16,-2-8-10 0,4 8-4 0,-4-8-9 15,6 8-4-15,0-4-13 0,-6-4-5 16,9 8-9-16,-4-3-5 0,-5-5 0 0,12 5-9 15,-12-5-5-15,13 2-7 0,-13-2-1 16,0 0 1-16,16-11-3 0,-10 5 0 16,-5-4 3-16,-1-4 3 0,4-3 4 0,-6-2 11 15,0-8 9-15,1 2 9 16,-3 4 19-16,-2 3 6 0,5 1 11 0,-4 1 2 16,-1 4-8-16,3 2-10 0,-3 1-11 15,1 4-7-15,-4 2-8 0,9 3-5 0,-15-4-6 16,15 4-11-16,0 0-9 0,0 0-7 15,0 0-3-15,0 0 1 0,0 0-4 0,0 0 1 16,0 0 1-16,0 0-8 0,46 6 4 16,-27-8 0-16,-3 2 0 0,0-2 0 15,0 2 0-15,-1 4 1 0,3-1 4 16,-6 2 0-16,2 2-1 0,-3 3 2 16,-1 2-6-16,2 2 2 0,-3-1-3 0,-4 5 2 15,5-3-5-15,-2 5-5 0,-1-3-28 16,-1 1-45-16,-1 1-39 0,4 0-57 0,-4 0-86 15,1-3-140-15,-2-6-198 0,1 0 18 16,-3-3 54-16,2-2-262 0,-4-5-269 0</inkml:trace>
  <inkml:trace contextRef="#ctx0" brushRef="#br0" timeOffset="35057.5">29917 6227 2382 0,'-6'-7'88'0,"4"3"0"0,2 4-5 0,-6-8-1 16,6 8 20-16,0 0 11 16,0 0 1-16,0 0-3 0,0 0-15 0,-11 26-5 15,13-15-9-15,0 3-8 0,-2-1-10 16,4 3-4-16,1 0-6 0,3 1-1 16,2 0-12-16,-1 1-39 0,0-3-13 0,2-1-13 15,-2-3-2-15,-2-1 2 0,-1-2 5 16,2-2-1-16,-1-3-1 0,-1-1 6 0,-6-2 1 15,0 0 0-15,16-7 4 0,-14 2 3 16,-2-4 9-16,0-1 4 0,-2-5 11 16,-3-1 0-16,-1-3-4 0,-1-1 11 15,0-1 0-15,-1 2 5 0,2 1-6 0,0 5 10 16,1 1-8-16,-1 3-4 0,1 1-3 16,-2 4-12-16,7 4-13 0,-15-6-34 15,10 6-61-15,5 0-74 0,-21 3-94 0,11 0-105 16,-3 2-148-16,1-1 51 0,5-1-163 15,-1 2-133-15</inkml:trace>
  <inkml:trace contextRef="#ctx0" brushRef="#br0" timeOffset="35257.83">29974 6253 1702 0,'0'0'71'0,"0"0"23"15,0 0 14-15,0 0 24 0,0 0 17 16,0 0 13-16,0 0 4 0,0 0 1 0,-4 21-5 15,4-13-15-15,0 0-13 0,2 1-14 16,0 1-5-16,2 2-17 0,2 3-5 0,-1-1-9 16,3 2-8-16,-1 0-24 0,2-3-36 15,0 1-48-15,0-2-58 0,1-2-59 16,-1-1-79-16,1-2-96 0,2-2-138 0,1-1-35 16,-2-3 54-16,1 1-109 0,-12-2-55 15</inkml:trace>
  <inkml:trace contextRef="#ctx0" brushRef="#br0" timeOffset="36205.75">30660 5717 1779 0,'6'-14'145'0,"-3"6"17"16,1-2 1-16,-1 3-9 0,-3 7-1 16,0 0 14-16,0 0 24 0,0 0 14 15,0 0 6-15,-16 42 6 0,3-9 3 0,-4 10 6 16,-5 4 9-16,6 6 1 0,-5 0-13 16,-1 1-18-16,0 0-21 0,1 0-7 15,0-5-27-15,2 1-16 0,2-5-13 16,4-10-7-16,-1-4-13 0,5-2-8 0,-1-6-15 15,4-4-3-15,0-5-12 0,3-2-2 16,-1-2-6-16,-2-1-7 0,5-1-3 0,1-8-11 16,-2 9-12-16,2-9-22 0,0 0-14 15,0 0-11-15,0 0-6 0,11-25-15 16,-8 12-11-16,1-4-3 0,-2 0-7 0,0 0 4 16,-2 2 5-16,-2 1-6 0,-2-1 4 15,1 5 2-15,-7 3 3 0,-2 0 6 0,-1 5 8 16,-6 2 3-16,-1 0 3 0,-3 6 6 15,1 0 2-15,4 6 2 0,-2-3 4 16,3 1 3-16,6 2 3 0,2-2-1 16,2 0 3-16,3-1 1 0,4 1 3 0,4-3-2 15,3 1 4-15,4 1 0 0,2-4 0 16,4-2 1-16,3-1-1 0,2-2-13 16,-1-2-10-16,6 1-8 0,0-3-5 0,7-3-2 15,-7 2 1-15,-4 1 4 0,-7 0 3 16,2 3 5-16,-5-2 9 0,-1 2 1 0,-3 1 6 15,-9 0 9-15,15-4 2 16,-7 2-6-16,-8 2 12 0,0 0 9 0,0 0 7 16,17 4 5-16,-17-4 3 0,7 2 0 15,-7-2 2-15,7 4 1 0,-7-4-2 0,9 9 0 16,-5-5-1-16,1-1-2 0,-1 2-4 16,4-1 5-16,-2 1-5 0,-1-1 0 15,4 2-2-15,2-1-3 0,-2 0 6 0,0 0 8 16,-1 1 13-16,3-1 3 0,-1 0 3 15,-3 1 7-15,3 0 5 0,-1-1 6 0,1 3 1 16,0 1 3-16,-1-1 6 0,-2 4 0 16,4 0-1-16,-6 1 11 0,1-1 20 15,-4-3 22-15,-1 3 30 0,-1 0 24 16,-1-1 14-16,-7 1 3 0,-2 0-3 0,-7-1-10 16,0 1-16-16,-12 0-18 0,3-5-17 15,-4 3-13-15,1-5-12 0,6 0-97 0,0-1-12 16,4-1 0-16,2-1 0 0,-1-1-142 15,6-1-140-15,-2 0-128 0,1-1-153 16,4-3-186-16,-2 1-93 0,4-2 84 0,0 0-754 16,1-3-957-16</inkml:trace>
  <inkml:trace contextRef="#ctx0" brushRef="#br0" timeOffset="39156.05">24273 8673 1199 0,'3'-14'237'0,"-1"4"-46"15,2-1-16-15,0 5 0 0,-4-1 9 16,1 3 13-16,-1 4 11 0,2-10-15 16,-2 10-11-16,4-8-18 0,-4 8-20 0,0 0 16 15,0 0 13-15,0 0 1 0,0 0-3 16,-7 35 3-16,1-14-8 0,2 1-2 0,1 2-15 15,-6 10-10-15,4 0-11 0,-1 3-12 16,3-4-12-16,-3 0-11 0,2-6-7 0,2-2-12 16,-4-1-2-16,2-2-10 0,1 1-5 15,-1-5-18-15,-2 1-27 0,1-2-32 16,-2-3-52-16,4 0-54 0,-1-6-70 16,-2-1-83-16,3-2-77 0,1-2-92 0,2-3-130 15,0 0-8-15,0 0 63 0,-8-17-286 16,10 7-296-16</inkml:trace>
  <inkml:trace contextRef="#ctx0" brushRef="#br0" timeOffset="39675.93">24311 8516 2215 0,'1'-6'-19'0,"5"0"3"15,-1 3 19-15,1-2 17 0,2 2 25 16,3-1 15-16,0 1 6 0,3 2 0 16,3-2 1-16,1 2-3 0,1 2-6 0,-1 3 0 15,2-1-4-15,-4 4-3 0,6 3-3 16,-5 2 1-16,0 1-1 0,-3 3-3 0,-1-2 5 16,-3 3 13-16,-5-3 5 0,-1 1 11 15,-2-1 18-15,-6 1 2 0,2 1 2 16,-3-1-1-16,-7 1-2 0,1 1-7 0,-3-2-4 15,1 1-10-15,-6 6-10 16,-2-2-3-16,6-4-8 0,2-3-3 0,-1 0-3 16,3-2-9-16,0-2-2 0,6 0 0 15,-1 0-2-15,3-1-2 0,-1 0-1 0,2 1 7 16,2 2-1-16,2-2 6 0,2 2 3 16,-1 1-2-16,5 2 3 0,-2-2-5 0,2 2 0 15,1 3 0-15,-2 0-1 0,2 0-3 16,-2-3 2-16,-1 1 9 0,-3 0 5 0,1-3 10 15,-2-1 8-15,-2-1 10 0,-2 2 9 16,0-2 3-16,-2-1-5 0,-1-1 0 0,-3 1-11 16,-2-2-5-16,-1 0-8 0,0-1-7 15,-5-3-3-15,3 0-6 0,0-3-6 0,13 0-2 16,-29-6-10-16,14 2-23 16,1-5-31-16,3-1-45 0,2 2-55 0,1-7-82 15,0 3-86-15,6 0-81 0,1 0-95 16,-1 5-137-16,4-3-52 0,-1 2 68 15,3 2-408-15,2 1-468 0</inkml:trace>
  <inkml:trace contextRef="#ctx0" brushRef="#br0" timeOffset="40172.19">24662 9157 2771 0,'0'0'51'0,"0"0"16"15,-3 8 6-15,3-8 26 0,0 0 43 0,0 0 26 16,0 0 12-16,0 0-6 0,0 0-12 16,0 0-17-16,0 0-13 0,0 0-11 0,0 0-12 15,0 0-12-15,0 0-8 0,0 0-8 16,0 0-10-16,0 0-3 0,0 0-9 0,0 0-5 16,25-8-7-16,-22-2-4 0,-3 3-3 15,2-5-4-15,0-2-5 0,-2-1 1 16,-2-2-9-16,0 0-2 0,2-2 0 0,-3 0-2 15,1 2 0-15,-2 0-5 0,2 3 0 16,-1 2-2-16,1 1-4 0,0 4-1 0,-2-2-5 16,1 1-1-16,3 3 0 15,0 5-5-15,-1-9 4 0,1 9-1 0,0 0 0 16,0-9 0-16,0 9 1 0,8-2 4 16,-8 2-3-16,24-4 3 0,-5 2-2 0,6-1 0 15,0-1 0-15,6 2 0 0,-4 0-4 16,-5 2 0-16,-1 0 0 0,-2 2 2 0,-2 2-2 15,-1 3 3-15,-5 1 3 0,1 0 3 16,-7 5 2-16,3 2 1 0,-5 1 4 0,-1 6 0 16,2-4-1-16,-4 0 3 0,2 2-2 15,-2 1-1-15,0-1-3 0,2 4-2 16,0-4-1-16,-2-2 0 0,1-1-20 16,-1 0-26-16,5-3-43 0,-5-3-64 0,2 1-61 15,0 0-63-15,0-4-88 0,-1-1-110 16,-1-7-152-16,2 5 63 0,-2-5-359 0,0 0-397 15</inkml:trace>
  <inkml:trace contextRef="#ctx0" brushRef="#br0" timeOffset="40554.21">25259 8851 2597 0,'-2'-6'55'16,"2"6"3"-16,0-6-9 0,0 6 18 16,0 0 43-16,0 0 34 0,-17 12 9 0,10-2 10 15,1 3 7-15,0 2 1 0,-3 3-7 16,3 3-8-16,2 0-3 0,0 1-8 0,4 2-7 16,4-4-8-16,0 3-9 0,4-3-9 15,-1 1-10-15,6 2-9 0,1-3-10 0,-3-6-4 16,3-1-7-16,3-2-4 0,-3-4-6 15,0-5-3-15,4 3-7 0,-3-5-7 16,1 0-3-16,-2-2-4 0,6-3-2 16,-4-2-5-16,2 0-4 0,-2-6 2 0,4-5-12 15,-3-5-9-15,0-1-9 0,-1-1-8 16,-3-3-8-16,-1 1-15 0,-1-1-12 0,-4 5-16 16,-1 7-12-16,-3 3-33 0,0 1-46 15,-1 3-70-15,-4 1-59 0,-1 4-56 0,-6 2-82 16,9 2-135-16,-15-4-32 0,5 2 62 15,10 2-291-15,0 0-300 0</inkml:trace>
  <inkml:trace contextRef="#ctx0" brushRef="#br0" timeOffset="40838.33">25953 8586 2201 0,'6'-12'79'0,"-3"6"35"16,-1 0-5-16,2 4-5 0,-4 2-3 0,0 0 39 16,0 0 48-16,0 0 18 0,-11 20 14 15,-2 6-10-15,-5 4-14 0,-7 12-15 0,3 1-16 16,-3 4-16-16,0 1-14 0,2 2-13 16,2 5-12-16,3-3-9 0,-2-1-12 0,5-5-9 15,1 0-5-15,3-9-10 0,2-1-23 16,-1-6-26-16,3-5-28 0,1-3-44 15,2-7-46-15,1 1-69 0,0-3-53 16,-1-2-57-16,2-6-89 0,2-2-125 16,0-3-87-16,0 0 61 0,0 0-290 0,0 0-298 15</inkml:trace>
  <inkml:trace contextRef="#ctx0" brushRef="#br0" timeOffset="41008.17">25677 9039 2319 0,'-6'-8'69'0,"5"1"19"0,-1 0 18 15,2 7 22-15,-3-7 28 0,3 7 6 0,0-7-7 16,0 7-14-16,8-6-16 0,1 1-12 16,4 1-10-16,5 2-15 0,5-1-25 15,2-1-43-15,2 3-71 0,0-3-80 16,12 3-122-16,-3-3-150 0,-2 1-129 16,4 1 53-16,-5 1-197 0,7-3-171 0</inkml:trace>
  <inkml:trace contextRef="#ctx0" brushRef="#br0" timeOffset="41422.54">26285 9002 1872 0,'-9'1'102'0,"-2"-1"17"0,11 0 4 16,0 0 10-16,-13 2 12 0,13-2 4 15,0 0 6-15,0 0-1 0,-10 2-11 16,10-2 8-16,0 0-6 0,0 0-13 0,0 0-9 15,0 0-11-15,0 0-11 0,32 3-2 16,-32-3-6-16,16-2-11 0,-5 1-8 16,1-3-8-16,1-1-4 0,-1 0-5 0,-2-2-6 15,1-3-8-15,-1 0-4 0,-5-2 0 16,-3 0-7-16,2 2-8 0,-4-1-1 0,-6-1-6 16,-1 2 2-16,-9 1-8 0,-3 5 3 15,0 0-3-15,-6 4-3 0,-1 0-1 0,-1 4-2 16,-5 6 6-16,3 3 5 15,4 3 11-15,8-3 15 0,3 1 14 0,3 1 21 16,6 1 8-16,3 1 2 0,2-3 5 16,4 3-3-16,1-4 1 0,4 5 0 0,2-7-6 15,2 3-6-15,2-2-5 0,0-1-6 16,1-5-9-16,-1 2-4 0,0-4-6 0,0 4-20 16,3-5-32-16,-4 2-39 0,0 0-54 15,-3-1-73-15,-1-2-90 0,2 0-78 0,-7 1-106 16,-5-3-130-16,13 1-66 0,-13-1 68 15,7 4-396-15,-7-4-445 0</inkml:trace>
  <inkml:trace contextRef="#ctx0" brushRef="#br0" timeOffset="41989.05">26984 9155 2705 0,'-5'-4'27'0,"-6"2"36"16,11 2 49-16,-11-6 61 0,6 2 55 15,-1-1 33-15,6 5 20 0,-8-6 3 16,8 6-10-16,-6-6-23 0,6 6-26 0,2-8-22 15,-2 8-25-15,16-10-18 0,-3 7-23 0,4-1-26 16,2 0-52-16,2 2-59 0,0 2-74 16,3-2-86-16,-2 0-93 0,3 0-86 0,-4 2-113 15,-3 0-136-15,2 0-28 16,1 0 59-16,-3-3-359 0,2 2-397 0</inkml:trace>
  <inkml:trace contextRef="#ctx0" brushRef="#br0" timeOffset="42355.06">27565 8932 2691 0,'0'0'107'15,"-3"-5"22"-15,3 5 13 0,0 0 15 0,-4-6 9 16,4 6 15-16,0 0 10 16,0 0 15-16,0 0-2 0,-20 17-12 0,19-6-15 15,-3 1-12-15,-2 1-16 0,5 5-11 16,-3-2-17-16,2 2-12 0,-5 0-14 0,6 0-6 15,-3 1-12-15,0-3-5 0,2-2-5 16,1 1-9-16,-1-4-4 0,0-1-2 0,0 0-5 16,0-4 2-16,0 3 16 0,2-9 17 15,0 0-10-15,0 0-5 0,0 0-10 0,0 0-8 16,0 0-2-16,2-41-4 0,7 7-7 16,4-12-6-16,7-3-3 0,3-9-5 0,7-17-7 15,6-1-7-15,0-2-8 16,2 8-9-16,-4 19-3 0,-2 0-12 0,-3 5-11 15,-4 12-27-15,-3 9-32 0,-5 4-42 16,-2 7-47-16,-1 6-50 0,-5 3-50 0,-2 5-50 16,-7 0-57-16,0 0-78 15,18 12-173-15,-12-4 43 0,-5 4 69 0,1 2-313 16,-2 1-327-16</inkml:trace>
  <inkml:trace contextRef="#ctx0" brushRef="#br0" timeOffset="42821.08">27490 8911 2338 0,'-16'2'88'0,"1"0"26"0,5-2 12 16,10 0 11-16,-15 0 22 0,15 0 12 0,0 0 1 15,0 0-11-15,-16 0-16 0,16 0-11 16,0 0-15-16,0 0-12 0,0 0-13 0,48 0-8 16,-26-2-10-16,3 0-20 0,2 2-12 15,4-2-22-15,-3 0-19 0,-3 1-7 16,-2-2-2-16,-4 3-5 0,-3 0-3 0,-3 0-4 15,-13 0 6-15,19 0-2 0,-19 0 13 16,7 8-3-16,-7-8 6 0,-5 12 14 0,-3-3 13 16,1 3-2-16,-5-2 10 0,1 5 2 15,-1 2 1-15,1 0 0 0,2-1-1 16,0-1-3-16,6 1 3 0,-1-1-6 0,2-1 2 16,4 0-3-16,3 1-1 0,2-1 0 15,4-2-4-15,4-1-1 0,2 1-8 16,5-4 6-16,-2-4-6 0,5 1 0 0,-2-5 0 15,4 0-2-15,0-5 1 0,-4 1-1 16,-3-4-2-16,-1 0 4 0,0-4-3 0,-5-1 17 16,-3-3 4-16,-6-3-6 0,2-2 1 15,-7 1 0-15,-2-2-3 0,-3-2-2 16,2 1-5-16,-5 1-3 0,1 3-8 0,-2 2 1 16,-3 2-7-16,1 3-8 0,-3 4-25 15,1 2-14-15,-1 0-34 0,-1 4-59 16,1 2-59-16,1 2-68 0,0-2-94 0,1 2-122 15,1 0-118-15,4 2 53 0,0 0-331 16,7-4-359-16</inkml:trace>
  <inkml:trace contextRef="#ctx0" brushRef="#br0" timeOffset="43323.3">27988 9131 2475 0,'-5'6'15'0,"-3"1"13"0,0 0 13 15,4-3 16-15,1-2 15 0,3-2 15 16,0 0 12-16,-8 12 5 0,8-12 0 0,0 5-5 16,0-5-5-16,0 0-8 15,8 10-5-15,-8-10-8 0,14 5-10 0,-7-4-3 16,-7-1-11-16,18 0 5 0,-18 0-10 16,24-4-6-16,-11-4 1 0,-2 2 6 0,-1-5-2 15,0-5-4-15,-3-1 5 0,1-5-4 16,-3 1 0-16,-1-6 0 0,1 2-1 0,-4-8 13 15,-1 6-3-15,2 4 12 0,-4 5 7 16,2 1 1-16,0 5-8 0,-1-1-5 16,-4 3-11-16,1 2-3 0,-1-1-7 15,-1 6-2-15,1 0-6 0,5 3 1 0,-14-4-7 16,14 4-2-16,0 0-1 0,-11 0-5 0,11 0 6 16,0 0-8-16,0 0 2 15,0 0 3-15,0 0-2 0,38 4-1 0,-19-6-4 16,1 0-2-16,1 2 2 0,3 0-3 15,-5 2-1-15,-1 0-1 0,0 1 1 0,-1 2-2 16,-2 2 8-16,-4 1-1 0,1 2 7 16,-4 3 5-16,1 5 0 0,-2 1-1 0,-5 2 1 15,9 1-4-15,-10 0 3 0,3 0-3 16,-4 2-2-16,2-3-1 0,-2-2-4 0,0 0 0 16,0-1 2-16,2-1-12 0,0 1-26 15,-2-7-26-15,1 1-52 0,-1 0-66 16,0-3-63-16,0-1-72 0,0-4-100 15,0-4-146-15,6 6-27 0,-6-6 62 16,12 0-282-16,-12 0-284 0</inkml:trace>
  <inkml:trace contextRef="#ctx0" brushRef="#br0" timeOffset="43521.73">28781 8906 2181 0,'4'-16'55'0,"-6"4"32"0,2 3 28 0,-4 1 25 15,0 4 25-15,4 4 7 0,-12-8 12 16,12 8 8-16,-22 4 3 0,22-4-4 0,-26 12-10 15,8 1-15-15,-4 7-7 0,-5 1-13 16,8 2-14-16,2 4-14 0,1 1-13 16,3-3-8-16,1 3-11 0,7-6-7 15,1-1-20-15,0-6-36 0,4 3-40 16,0-5-64-16,0 1-74 0,0-2-83 0,0-3-95 16,4-5-127-16,0 4-143 0,-1-4 55 15,3 2-334-15,-6-6-365 0</inkml:trace>
  <inkml:trace contextRef="#ctx0" brushRef="#br0" timeOffset="43920.98">28937 9116 2523 0,'0'0'85'0,"0"0"10"0,-13-2-1 15,13 2 21-15,0 0 16 0,0 0 6 16,0 0-6-16,0 0-6 0,0 0-2 0,0 0-16 15,0 0-1-15,0 0-15 0,29-6-7 16,-18 4-9-16,1-2-4 0,-1 1-6 0,2-2-11 16,1-2 1-16,-3 1-12 0,3-3 1 15,-3-3-5-15,-2 2 0 0,-1-2-5 0,-2 1 16 16,-4-2-6-16,-2 2-7 0,-4 1-9 16,-4-4 3-16,-3 6 0 0,-7-2-1 0,2 5 3 15,-4 1 4-15,0 6 12 16,-3 0 14-16,-10 8 11 0,3 2 8 0,3 3 7 15,2 4 4-15,4 3 9 0,6 2 5 16,3 3 4-16,7-4-7 0,3-3-5 0,4-3-12 16,-1 1-7-16,8 1-7 0,-4-3-7 15,5 1-5-15,-1-4-3 0,1-1-4 0,1-3-6 16,3 1-8-16,-1-5-15 0,3 2-31 16,-4-2-42-16,3 0-59 0,-1-3-80 15,-1 0-104-15,-1-2-117 0,-12 0-128 0,15-4-163 16,-15 4 60-16,0 0-528 0,10-2-633 15</inkml:trace>
  <inkml:trace contextRef="#ctx0" brushRef="#br0" timeOffset="60484.57">29658 9244 1082 0,'0'0'216'0,"0"0"-32"16,-9-11-16-16,9 11-9 0,-2-5 2 15,2 5 6-15,-5-5-8 0,5 5-4 16,0-10 9-16,0 10 2 0,-2-10 5 0,4 3 0 15,1-3 1-15,-1 2 4 0,1 2 0 16,1-5-1-16,0 1-6 0,1-2 2 0,3 1-7 16,2-1-9-16,-1 2-9 0,0-2 0 15,3 3-10-15,-2-1-16 0,-1 3-11 0,-1 3-10 16,1-2-12-16,-1 4-8 0,-8 2-1 16,15 2-8-16,-3 8-6 0,-3 1-4 0,3 3-4 15,-5 3-7-15,1 4-2 0,-3-1 1 16,0 3-14-16,-2 2 5 0,-3-5 7 15,-1 5 6-15,-3-1 5 0,-3-2 9 16,2-2 6-16,-2 1 5 0,-1-2 10 16,0-5 12-16,0-1 12 0,-3-1-9 0,1-2 5 15,-1-1-15-15,-2-3-5 0,-3-6-6 16,5 2-8-16,11-2 4 0,-32-6-19 0,16 1-8 16,3-3-5-16,-2-7-7 0,2 1-9 15,1-6-11-15,1-7-21 0,0-4-33 0,2-2-18 16,7 8-29-16,2 0-23 0,0 7-31 15,2-2-48-15,3 6-48 0,0-2-64 0,1 3-48 16,1 1-49-16,5 2-49 16,-1 3-50-16,2-1-109 0,5 1-39 0,0 4 58 15,-2-1-382-15,5 2-443 0</inkml:trace>
  <inkml:trace contextRef="#ctx0" brushRef="#br0" timeOffset="60667.93">29930 9089 2580 0,'0'0'-37'0,"-2"10"40"0,1-3 39 15,-3 1 29-15,-2 4 21 0,0 1 19 16,0 1 10-16,1 2-12 0,1-1 2 0,0 2-14 16,1 0-5-16,1 0-13 0,2-2 2 15,0 3-12-15,0-3-7 0,2 2-6 0,1 0-29 16,-3-3-34-16,4-2-39 16,0 1-44-16,-1-4-51 0,5-1-60 0,-2 0-78 15,0-4-119-15,3-2-91 0,0 0 32 16,3-4-107-16,3 0-66 0</inkml:trace>
  <inkml:trace contextRef="#ctx0" brushRef="#br0" timeOffset="61185.01">30228 8627 1635 0,'-12'-16'87'0,"3"4"28"0,-1 2 30 0,3 3 30 16,0-1 32-16,2 2-5 0,-1 2-11 0,6 4-2 15,0 0 12-15,-15 14 1 0,5 3-1 16,1 15-8-16,2 0-6 0,-2 9-10 16,4 10-5-16,-2 4-18 0,1 4-15 15,2-1-11-15,0 2-12 0,-2 1-12 0,2 1-9 16,1 4-7-16,1-3-13 0,-2-1-28 16,1-3-27-16,-3-4-28 0,-2-3-37 0,-2-12-28 15,3-3-35-15,-3-1-20 0,-1-5-26 16,0-3-16-16,0-7-15 0,4-5-5 0,0-6-10 15,-1-3-5-15,2-2 4 16,0-2-1-16,6-3 6 0,0 0 14 0,-9-21 10 16,7 1 17-16,6-15 19 0,0-7 19 15,3-9 13-15,5-8 17 0,1 4 16 16,1-3 25-16,1 4 21 0,0 4 27 0,2 4 16 16,-5 9 23-16,-1 7 17 0,2 2 21 15,-1 8 12-15,-1 2 12 0,-2 1 5 0,3 4 10 16,-1 3 5-16,3 1-3 0,-1 2 2 15,0 4-1-15,1-1-10 0,-1 6 2 0,-13-2-5 16,23 7 1-16,-9 1-3 0,-5 1-5 16,-2 3 1-16,-1-4 0 0,0 6 6 15,-4 1 4-15,2-1-5 0,-6-3-2 16,0 1-6-16,0 0-6 0,-4-1-8 16,0 1-11-16,1 0-6 0,-4-3-9 0,0 3-22 15,2-3-35-15,0-5-41 0,-3 0-55 16,0-2-65-16,10-2-70 0,-16-3-83 0,5-2-81 15,4-7-137-15,3-5-33 0,3-6 57 16,2-2-231-16,7-12-227 0</inkml:trace>
  <inkml:trace contextRef="#ctx0" brushRef="#br0" timeOffset="61438.11">30425 8566 1962 0,'9'-15'36'0,"-4"3"41"15,-3 4 42-15,0 1 20 0,0-1 14 0,-2 8 26 16,0 0 33-16,0 0 15 0,0 0 10 0,-6 44-2 15,-2-9-3-15,-1 19-8 0,-4 4-10 16,-1 7-13-16,1 3-18 0,-6 20-13 16,-2-2-21-16,6-15-14 0,-7 16-15 0,11-19-8 15,-2 0-17-15,1-4-22 0,3-4-31 16,0-6-34-16,1-12-29 0,0-4-23 16,3-4-29-16,-1-7-32 0,0-8-18 0,2-3-24 15,2-6-18-15,-2-1-36 0,3-5-34 16,1-4-33-16,0 0-26 0,0 0-30 0,0 0-12 15,-4-34-25-15,6 12-30 16,3-14-22-16,3-5-279 0,4-13-185 0</inkml:trace>
  <inkml:trace contextRef="#ctx0" brushRef="#br0" timeOffset="61685.94">30350 9126 1780 0,'9'-22'-24'0,"-4"7"45"16,4 5 34-16,-5 1 33 0,-3 3 18 16,1-2 24-16,-2 8 13 0,6-5 20 15,-6 5 3-15,0 0 8 0,0 0 7 0,0 0-9 16,17 14-1-16,-13-7 2 0,-2 3-7 15,0 2-7-15,-2 0-4 0,-2 0-10 0,0 6-7 16,-5-1-6-16,2-1-7 0,-2 1-6 16,-3 3-11-16,-2-5-12 0,3 2-10 0,2-5-5 15,-5 1-11-15,2-5-3 0,5 0-10 16,-4-2-8-16,0-5-20 0,9-1-31 16,0 0-36-16,0 0-50 0,-24-10-54 15,22 2-73-15,0-3-64 0,4-2-95 16,2-4-109-16,4 3-102 0,3-3 31 0,1 1-304 15,-1 5-341-15</inkml:trace>
  <inkml:trace contextRef="#ctx0" brushRef="#br0" timeOffset="62117.12">30490 9213 2365 0,'-2'8'28'0,"0"1"44"16,2-1 40-16,0-8 30 0,-3 11 34 15,3-11 4-15,-2 12 12 0,2-7-1 0,0-5-8 16,0 12-11-16,0-12-11 15,4 10-14-15,-3-6-13 0,-1-4-11 0,9 6-12 16,-9-6-10-16,0 0-9 0,16 0-10 16,-16 0-10-16,0 0-4 0,25-8-7 0,-15 1-10 15,-2-2 1-15,-3-1-6 0,3-5-8 16,-3-4-2-16,1 2-2 0,-2-7-3 0,-2 4-3 16,2-6 2-16,-2 7-1 0,-2-3 2 15,0 5 4-15,-2 0 6 0,2 2-2 16,-4 5-6-16,4 0-1 0,-4 1-3 0,0 6-2 15,4 3 5-15,-11-7 2 0,5 3-5 16,6 4-2-16,0 0 0 0,-12-3-2 16,12 3-3-16,0 0-3 0,0 0-2 15,0 0 3-15,0 0 0 0,0 0-3 0,0 0 0 16,24-7-4-16,-11 5-1 0,-2 1-2 16,-11 1-1-16,29 1-4 0,-18 4 1 0,5 0 0 15,-5 4 7-15,0 1 3 0,3 4 1 16,-5 1-3-16,-1-1 1 0,0 5-3 0,-3 0 1 15,1 1-2-15,-1 1-2 0,-1-3-30 16,-2 1-24-16,1-2-39 0,-1 1-41 0,0-1-59 16,-2-3-61-16,1 0-71 0,-1-1-77 15,0-2-72-15,0-3-116 0,0-1-22 16,0-7 49-16,4 7-289 0,-4-7-328 0</inkml:trace>
  <inkml:trace contextRef="#ctx0" brushRef="#br0" timeOffset="62485.81">30942 9072 2422 0,'0'0'91'0,"0"0"24"0,0-10 19 0,0 10 46 15,0 0 27-15,0 0 31 0,0 0 14 16,0 0-2-16,12 23-3 0,-7-9-1 0,5-3-10 16,-5 1-19-16,4 2-22 0,-2-1-20 15,-2 1-15-15,3-3-13 0,-3 4-22 0,0-6-5 16,-1 2 3-16,-1-2-15 15,-3 1 2-15,0-1-5 0,0-2-6 0,-3 3-9 16,-6-3-6-16,4 0-5 0,-4-1-7 16,-1-1-8-16,-2-1-4 0,3-2-14 15,9-2-23-15,-19 1-19 0,19-1-32 0,-21-8-25 16,13-2-14-16,3-6-14 0,5-1-3 16,1-5 8-16,3-1 6 0,3 2 5 0,0 3 7 15,-1 4 5-15,-1 1 9 0,1 0 10 16,0 4 8-16,0 4 8 0,-1-3 4 0,1 4-2 15,-6 4 3-15,12-4 1 16,-12 4-15-16,13 0-38 0,-13 0-62 0,19 4-67 16,-8 2-82-16,5-3-71 0,0 2-61 15,9 2-83-15,11 1-92 0,6-4-4 0,2 4-402 16,3-3-465-16</inkml:trace>
  <inkml:trace contextRef="#ctx0" brushRef="#br0" timeOffset="63017.83">31560 9099 2680 0,'-14'-5'16'0,"-1"4"31"0,0 1 41 16,0 1 40-16,-1-1 40 0,1 3 18 0,0-1 4 15,0 3-9-15,1 1-5 0,-1-2-18 16,5 4-16-16,1-2-19 0,1 2-4 16,3 0-16-16,3-1-12 0,0-1-11 15,2-6-27-15,4 15-29 0,1-11-44 0,5 4-39 16,2-6-39-16,1-2-37 0,4 0-35 15,5-4-25-15,12-6-20 0,0-7-12 16,2-7 1-16,4-5 2 0,-1-5 5 0,6-7 13 16,-4-5 12-16,15-20 38 0,-5-4 31 15,-4-3 74-15,-4-1 42 0,-14 18 39 0,-9 0 29 16,-4 9 36-16,-13 10 26 0,-3 10 32 16,-3 8 13-16,-8-1 16 0,0 6 17 0,-5 4 10 15,-7 3 14-15,1 7 10 0,-3 3 9 16,-11 10 6-16,-7 9 7 0,-1 7 10 0,0 5 3 15,4 5-4-15,2 6-6 16,4 1-19-16,3 3-18 0,2 0-22 0,8 2-15 16,6 1-11-16,6 1-26 0,3-8-13 15,4-4-11-15,5 2-16 0,4-6-8 16,2 0-6-16,2-2-16 0,5-6-6 0,1-4-14 16,-2-1-4-16,-2-9-5 0,3-1-1 15,-5-5-4-15,-1-1 0 0,-1-3-4 0,1 1 16 16,-1-1 23-16,-3-2 20 0,-6-3-29 15,13 5-69-15,-13-5 0 0,10 3 0 16,-10-3 0-16,6 4 0 0,-6-4 0 16,0 0 0-16,9 5 0 0,-9-5 0 0,0 0 0 0,0 0 0 15,0 0 0-15,0 0-159 16,10-10-238-16,-10 10-89 0,5-10-97 0,0 5-145 16,-2-1-94-16,-3 6 88 0,0-8-722 15,0 8-906-15</inkml:trace>
  <inkml:trace contextRef="#ctx0" brushRef="#br0" timeOffset="66400.86">24419 9885 3811 0,'12'-4'-97'0,"-3"1"62"0,-4 0 56 16,1-1 60-16,-6 4 41 0,8-5 36 0,-8 5 26 16,6-5 9-16,-6 5 8 0,2-4-9 15,-2 4-9-15,3-7-9 0,-3 7-5 0,0-6-12 16,0 6-6-16,2-7-17 0,-2 7-11 16,4-5-12-16,-4 5-8 0,-2-9-11 15,2 9-2-15,-2-10-13 0,0 5-1 0,1-2-11 16,-1 0-7-16,-4-1-9 0,1 1-2 15,-2-3-13-15,0 4 3 0,-3 0-2 0,1 0-9 16,-1 0 1-16,-3 4-1 16,-3 2-5-16,0 0 1 0,-4 2-11 0,-5 4-1 15,-9 8 2-15,2 0-1 0,-10 8 3 16,4 5 2-16,0 4-12 0,2 5 12 0,1 4-7 16,7 1 3-16,3-1 1 0,4 4 3 15,4-1-7-15,8-7 9 0,0 0 3 0,8-1-1 16,2-6-5-16,1 8 6 0,10-4-6 15,-1-2 1-15,3-2 1 0,7-2-6 0,-2-3 1 16,2-4 4-16,3-3-1 0,-2-5-6 16,-3-1 6-16,-4-6-2 0,-1 0 2 0,-2-3 4 15,2-2 1-15,-3-2 1 0,1-1 10 16,1-3 1-16,-3-2-7 0,1-3 1 0,-1 0-3 16,-5-3 1-16,5-5-3 15,-7-1 2-15,4-3-9 0,-3 3-1 0,-3-3-1 16,1 6 4-16,0 1 3 0,-2 3 4 15,2 1-1-15,-2 0-7 0,-2 3-7 0,0 3 4 16,2 6-3-16,-5-12-2 0,5 12-1 16,-9-4-4-16,9 4 3 0,0 0 2 0,-7-5-7 15,7 5-1-15,0 0 5 0,0 0 6 16,0 0-6-16,0 0 3 0,0 0-6 0,18-7 4 16,-9 6-4-16,-9 1 2 0,17 1-2 15,-6 1 3-15,0-1-7 0,3 4 2 16,-3 3 0-16,3-2 0 0,-1 4 1 15,-2 3 2-15,1 3-1 0,-1-2-2 0,0 3 4 16,1 0-3-16,-4 3 3 0,1-3-8 16,1 2 1-16,-2 0-16 0,-1-2-23 0,0-2-23 15,0 1-43-15,-2-3-41 0,1-1-46 16,-2 1-48-16,-1-4-69 0,-1 0-63 16,5 2-67-16,-4-5-77 0,-1-1-104 0,4-1-68 15,-6-4 61-15,11 2-519 0,-11-2-616 16</inkml:trace>
  <inkml:trace contextRef="#ctx0" brushRef="#br0" timeOffset="66903.13">24661 10529 3047 0,'0'0'0'0,"-10"4"40"0,10-4 31 15,0 0 31-15,0 0 31 0,-7 3 23 16,7-3 14-16,0 0 2 0,0 0-5 15,0 0-3-15,0 0-9 0,0 0-12 0,0 0-13 16,0 0-10-16,0 0-14 0,0 0-9 16,0 0-10-16,27-14-14 0,-22 10-5 15,1-2-5-15,-1-1-6 0,1-3-4 16,-1 0-7-16,-2-6-6 0,-1 1-6 0,0-2 1 0,-2-2-6 16,-4-7-1-16,4 8-5 15,-3-1-2-15,-2-2 5 0,-1 1-2 0,3 3 0 16,-5-2-1-16,3 6-1 0,-1 4-3 15,0-2-5-15,0 2-1 0,-1 4 0 0,-4 1-1 16,11 4-1-16,-16-3 0 0,16 3-3 16,0 0-3-16,-15 2 1 0,15-2-1 0,0 0 0 15,0 0 2-15,0 0-3 0,0 0 4 16,0 0-3-16,0 0-2 0,0 0 0 16,44 0-1-16,-30 0 1 0,6 1 2 0,-2 1-4 15,0 4 1-15,0-2 7 0,-4 4 7 16,4 1 1-16,-2 3 4 0,-2 0 1 15,-1 1-2-15,-1 3-2 0,1-1-3 16,-4 1 5-16,5-1-7 0,-4 4-2 0,0-3-1 16,-7-2-16-16,5 2-21 0,-3-3-29 15,3 0-42-15,-2-3-37 0,0-2-52 0,-3 1-51 16,3-2-58-16,-2-2-68 0,-1-1-87 16,-3-4-187-16,12 0 49 0,-12 0 74 0,17-6-338 15,-7-1-336-15</inkml:trace>
  <inkml:trace contextRef="#ctx0" brushRef="#br0" timeOffset="67302.19">25198 10303 2377 0,'0'0'108'0,"-13"2"43"15,13-2 40-15,0 0 20 0,0 0 28 0,-12 0 17 16,12 0 0-16,0 0 0 0,0 0-15 15,0 0-26-15,0 0-21 0,0 0-16 0,0 0-20 16,0 0-15-16,25-11-15 0,-17 10-16 16,-8 1-16-16,15-4-25 0,-5 2-19 0,-1 0-8 15,-3-2-10-15,2-1-5 16,-3 1-6-16,1 0-3 0,-4-2-3 0,0 0-2 16,-1-1-3-16,-2-3 0 0,-1 4-4 15,-2 0 0-15,-3 1-1 0,-3 1 1 0,-3 2-3 16,-2 2 1-16,-5 3-3 0,-5 2 7 15,-7 7 2-15,2 3 3 0,-5 2 5 0,7 4 1 16,-3 1 6-16,6 1-1 0,5 3 6 16,2-2 3-16,6-4-2 0,1-3-1 0,9 1-4 15,1-5 2-15,1 2-3 0,1-2-3 16,5 0 0-16,1-2-2 0,0-3-3 0,0 2-4 16,3-5-9-16,0 1-35 0,1 0-48 15,1-6-69-15,1 0-101 0,1 0-119 0,4-3-139 16,5-4-204-16,6-3 53 15,5-2 77-15,-4 0-451 0,8 2-504 0</inkml:trace>
  <inkml:trace contextRef="#ctx0" brushRef="#br0" timeOffset="67749.25">25505 10423 3150 0,'-17'-3'144'0,"17"3"30"15,-12-2 36-15,12 2 25 16,0 0 10-16,-9-1 0 0,9 1-17 0,0 0-21 16,0 0-15-16,0 0-19 0,0 0-12 15,0 0-15-15,0 0-16 0,0 0-11 0,0 0-7 16,0 0-16-16,0 0-6 0,0 0-7 16,34-2-11-16,-34 2-2 0,14-4-13 0,-6 3-4 15,-1-1-5-15,-1-2-3 0,-1-1-4 16,2 0-4-16,-6-2-7 0,1-1-2 0,2-2-2 15,-6 1-2-15,0-1-8 0,-1-2-1 16,-2 0-3-16,-2 5-7 0,-1-2 2 0,-1 4-4 16,-5-1-1-16,-1 6 0 0,-2 2-1 15,2 2 4-15,-6 2-5 0,-1 3 4 0,6 1-2 16,-2 4 0-16,-3 5-3 16,8 0 4-16,2-2-4 0,5 4 7 0,0-2-1 15,2-1 3-15,4 0 4 0,4 0 2 16,2 3-2-16,2-2 3 0,-1-1-6 0,4-4 3 15,1 1-4-15,1-1 0 0,3-1-21 16,-3-5-28-16,3 0-40 0,-2-5-44 16,4 3-55-16,-3-4-67 0,0 0-82 0,-2-2-78 15,5-4-85-15,0-2-92 0,0 4-70 16,-1-3 55-16,-2 0-457 0,2 0-529 0</inkml:trace>
  <inkml:trace contextRef="#ctx0" brushRef="#br0" timeOffset="68484.06">26032 9861 2831 0,'3'-21'-27'0,"-1"6"48"15,0 0 48-15,0 3 42 0,0 0 45 16,-2 6 29-16,2-2 27 0,-1 1 9 16,-1-1-1-16,0 8-17 0,2-6-19 0,-2 6 6 15,0 0 7-15,0 0 9 0,4 35-5 16,-6-6-13-16,-2 15 12 0,1 18 0 15,-5 2-10-15,-2-1-8 0,3 2-12 0,-2-3-24 16,-3-1-10-16,0-3-15 0,3-2-13 16,-5-5-10-16,9-12-4 0,-4-4-15 0,-2-3-2 15,6-8-10-15,-3-4-7 0,7-6-8 16,-3-1 2-16,0-1-10 0,2-3 1 0,1-1-3 16,-1-1-9-16,2-7-8 0,0 0-11 15,0 0-13-15,0 0-17 0,0 0-16 0,0 0-17 16,0-28-7-16,0 12 2 15,2-3-9-15,-4 1 3 0,-1-3 5 0,-1 1 5 16,1-1 0-16,-3 4 6 0,-1 3 1 16,-4 2 1-16,-1 4 3 0,-6 5 6 0,0-1 5 15,-4 4 0-15,4 4 4 0,-3 2 3 16,-1 3 3-16,6 3 2 0,0 1 8 0,3 1-1 16,3 4 2-16,2-5 1 0,5 3 4 15,3-3-6-15,0 1 2 0,3 1 6 0,3-1-1 16,0-2-9-16,2-1-8 0,3-1-21 15,0-2-36-15,3 0-43 0,2-5-53 0,2-1-81 16,3-2-87-16,6 2-87 0,11-6-70 16,5-1-94-16,15-2-54 0,-1-4 61 15,4 1-430-15,4-3-487 0</inkml:trace>
  <inkml:trace contextRef="#ctx0" brushRef="#br0" timeOffset="68733.12">26676 10253 2776 0,'-9'-8'58'0,"2"2"43"0,-2 2 44 0,9 4 38 16,-20 0 41-16,20 0 23 0,-28 12 14 15,4 5 7-15,-1 5 1 0,-6 11 2 0,3 5-14 16,-3 9-1-16,1 0-18 16,-1 4-13-16,1 2-18 0,-3 3-24 0,5 0-16 15,-1-1-15-15,0 1-18 0,6-3-13 0,0 1-13 16,3-7-20-16,-1-2-30 0,5-11-21 15,3-5-36-15,2-1-37 0,-1-6-43 16,3-7-49-16,3-1-53 0,-1-5-72 0,-2-2-87 16,4-6-77-16,-1 2-86 0,6-3-100 15,0 0-63-15,-16-20 47 0,13 5-473 0,-1-8-562 16</inkml:trace>
  <inkml:trace contextRef="#ctx0" brushRef="#br0" timeOffset="68933.12">26172 10315 2914 0,'2'-12'86'0,"-2"3"77"0,4 1 35 16,-3 3 22-16,-1 5 29 0,0 0 34 16,0 0 16-16,0 0 0 0,0 0-9 0,11 20-22 15,-9-7-27-15,-1-1-19 0,3 2-23 16,0 3-23-16,-1 1-30 0,3-3-60 0,-1 3-57 16,-4-3-65-16,5 1-73 0,1-1-82 15,-3-5-98-15,3 2-113 0,2-3-128 0,-2-2-160 16,2-2 40-16,3-4 85 0,-1 1-424 15,5-2-464-15</inkml:trace>
  <inkml:trace contextRef="#ctx0" brushRef="#br0" timeOffset="70166.67">27113 10115 2680 0,'0'-16'103'0,"-1"3"51"0,-1 6 28 16,0 0 19-16,0 0 30 0,0 2 15 0,2 5 6 16,-2-9-7-16,2 9-8 0,-1-7-18 15,1 7-13-15,0 0-1 0,0 0-5 0,0 0-1 16,-16 21-13-16,10-7-18 0,3-1-8 16,-3 5-18-16,-1 0-14 0,0 3-13 0,2-1-14 15,-3 1-7-15,3 1-8 0,-4-3-7 16,2 1-8-16,1 1-12 0,-3-4-5 0,4 3 1 15,-2-7-9-15,4-1-5 16,-1-3-4-16,2 0 4 0,-2-4-10 0,2 3-8 16,2-8 0-16,0 0-23 0,0 0-8 15,0 0-5-15,0 0-8 0,17-39-1 0,-1 10-1 16,0-15 1-16,6-5 2 0,-1-1 5 16,2 0-5-16,-3 7 7 0,-4 8 0 0,-1 6 13 15,-5 8 8-15,-3 3 3 0,1 5-1 16,-5 3 0-16,3 2-2 0,-1 5 8 15,-5 3 9-15,0 0-3 0,0 0-5 0,16 23-1 16,-8-8-6-16,-2 4 3 0,2 1-1 16,-1 1 0-16,2 6-5 0,-1-4 2 15,5 3-1-15,0-5 3 0,-4-3-2 16,-6-4-3-16,3-1-5 0,-1-2 8 0,1-3-2 16,-1 1 3-16,-4-3 9 0,1 2 23 15,2-2 20-15,-4-6 14 0,6 9 12 0,-6-9 6 16,0 0-6-16,0 0 1 0,0 0-5 15,0 0-9-15,0 0-6 0,0 0-41 0,0 0-28 16,-24-23 0-16,17 18 0 0,0-2 0 16,-4 2 0-16,4-1 0 0,-2 2 0 0,-3 1 0 15,1 1 0-15,0 0 0 0,-5 2-116 16,1 2-34-16,-1 0-32 0,2 1-28 0,0-1-34 16,1 1-42-16,-1-1-59 15,5-2-62-15,0 3-67 0,-2-3-74 0,11 0-136 16,0 0-6-16,-16-3 81 0,16 3-495 15,0-7-574-15</inkml:trace>
  <inkml:trace contextRef="#ctx0" brushRef="#br0" timeOffset="70434.78">27434 9749 3205 0,'4'-21'84'0,"-1"7"38"0,-1 3 39 16,4 2 30-16,-4 2 19 0,0 2-2 0,-2 5 17 15,0 0 21-15,0 0 25 16,13 17-3-16,-7-2-10 0,-2 11-7 0,-1 6-24 16,1 6-18-16,-4 2-20 0,0 5-20 15,0-1-13-15,0-1-16 0,0 1-13 0,2-1-16 16,1 1-13-16,-1-5-31 0,-1-1-40 16,-1-9-40-16,4-5-42 0,-2-2-43 0,0 0-43 15,0-2-47-15,-1-5-53 0,1-3-54 16,2-2-54-16,0-1-57 0,-3-7-80 0,8 0-102 15,-9-2-71-15,0 0 54 0,30-11-448 16,-11-1-526-16</inkml:trace>
  <inkml:trace contextRef="#ctx0" brushRef="#br0" timeOffset="70751.03">27840 10038 2756 0,'0'0'18'15,"0"0"47"-15,0 0 51 0,0 0 46 0,-23 10 41 16,17-2 22-16,-1 1 6 0,1 3-5 15,1 3-4-15,-6 4-13 0,8-3-16 0,-1 1-16 16,-2 3-20-16,5-3-8 0,-1 0-1 16,2-1-29-16,2-1-8 0,-2-3-11 0,1 0-5 15,1-1-13-15,4-1-5 0,-1-3-6 16,6-2-9-16,-4-2-11 0,2-3-10 0,2 0-2 16,5-4-7-16,-5 0 1 15,3-3-4-15,-1-2 7 0,-3 0-14 0,-3-2-2 16,3-5-2-16,-7-3-2 0,3 2-2 15,-3-5-6-15,-2 0-1 0,-1 3-13 0,2 2-14 16,-2 3-16-16,-2 1-24 0,2 4-30 16,-4 4-33-16,4 5-36 0,-15-3-29 15,1 6-50-15,-1 4-37 0,3 3-51 0,-6-1-64 16,0 3-63-16,7-3-104 16,2 2-17-16,-1-2-394 0,2-2-445 0</inkml:trace>
  <inkml:trace contextRef="#ctx0" brushRef="#br0" timeOffset="71067.64">27825 10168 2541 0,'16'-4'-9'16,"-16"4"50"-16,11-2 46 0,-11 2 56 0,0 0 35 16,9 6 33-16,-5-3 21 0,-1 4 9 15,3 1 4-15,-3 3 0 0,-1 6-2 0,5 4 9 16,-2 12 22-16,1 4-13 0,1 2-7 16,3 1-19-16,-2 3-19 0,-6-2-12 15,5 1-26-15,-5-1-17 0,0-2-11 0,0-10-18 16,-4 7-11-16,-4-4-11 0,3-6-10 15,-5-6-7-15,0-1-6 0,-3-2 3 0,2-1-7 16,-7-3-6-16,3-4 1 0,-5 0-7 16,4-3-6-16,-4-2-5 0,1-3-9 15,0-1-2-15,2-1-9 0,-3-3-4 16,-1-6-19-16,1 0-26 0,-5-9-34 0,-1-3-34 16,6-2-29-16,-3-5-28 0,5 0-28 15,-1 0-34-15,5-2-39 0,5 0-43 0,-2-2-54 16,7 5-62-16,0 5-63 0,4-1-79 15,2 1-154-15,7-6 30 0,3 2 81 0,2 3-460 16,5 2-513-16</inkml:trace>
  <inkml:trace contextRef="#ctx0" brushRef="#br0" timeOffset="71399.24">28146 10142 3117 0,'0'0'101'0,"0"0"40"0,0 0 31 0,0 0 34 15,-28 15 18-15,18-6 6 0,3 1-7 16,2 2-10-16,-4 2-12 0,4 0-16 0,-1-1-12 16,2 3-13-16,4-5-21 0,-1 3-12 15,2-2-11-15,1 3-16 0,4-5-8 0,-2 2-5 16,3-5-15-16,-1 3-3 0,5-3-4 16,-1-4-12-16,2 1-15 0,1-4-6 0,1-2-12 15,-2-3 2-15,1-2-2 0,5-1 0 16,-5-3 0-16,-1-1 0 0,-1-2 0 0,-6 1 14 15,4-9 8-15,-5 5 2 16,-4 0 1-16,1 1-6 0,-1 3 3 0,-1 1-10 16,-3-1-6-16,-1 4-12 0,0 2-2 15,-3 1-24-15,1 2-23 0,0 4-30 16,7 0-36-16,-24 2-54 0,14 1-56 0,1 1-76 16,-2-1-82-16,-1 0-101 0,4 1-136 15,3-1-74-15,5-3 69 0,-6 5-480 0,6-5-560 16</inkml:trace>
  <inkml:trace contextRef="#ctx0" brushRef="#br0" timeOffset="71865.99">28315 10268 2913 0,'0'0'-8'0,"0"10"39"0,0-10 33 16,0 0 39-16,1 7 36 0,-1-7 26 15,0 0 13-15,6 4 2 0,-6-4-5 16,5 4-9-16,-5-4-17 0,0 0-10 0,12 1-17 15,-12-1-10-15,0 0-13 0,13-1-10 16,-13 1-4-16,0 0-10 0,15-6-12 0,-10 0-3 16,-2 1-5-16,3-3-6 0,-2-4-7 15,-2-1-2-15,-2-1-9 0,1 1 5 0,-1-1 2 16,0-3 11-16,0 5 3 16,0 0 7-16,-1 2-3 0,-1 1-1 0,0 0-8 0,-4-1-6 15,6 10-6-15,-5-8 1 16,0 3-6-16,5 5-7 0,0 0-2 0,-13-4-1 15,13 4-14-15,0 0-18 0,0 0-10 16,0 0-3-16,0 0-2 0,0 0 3 0,0 0 1 16,0 0 0-16,0 0 5 0,0 0 0 15,40 11 4-15,-30-9 9 0,-1 4 16 0,4 1 9 16,-3 1 12-16,3 1 11 0,-2 3 5 16,-2 3-1-16,2 1 2 0,1 2-3 15,-5-2-6-15,2 1-3 0,-1 2-3 16,0 0-1-16,-2-1-2 0,1 3-8 0,0-3-1 15,-3-1-4-15,1-3-16 0,-1 1-15 16,-1 0-24-16,1-3-34 0,0-2-36 16,-3-1-42-16,-1-2-62 0,2 2-62 0,2-4-59 15,-2 0-79-15,-2-5-79 0,6 3-136 16,-6-3 42-16,0 0-416 0,24-8-477 0</inkml:trace>
  <inkml:trace contextRef="#ctx0" brushRef="#br0" timeOffset="72065.87">28874 10176 2887 0,'6'-17'135'0,"-4"2"52"0,1 4 44 0,-3 3 33 16,1 2 29-16,-1 6 1 0,0-11-1 16,0 11-26-16,0 0-7 0,0 0-19 15,0 0-5-15,0 0-8 0,0 0-17 16,-15 31-27-16,7-11-11 0,-1 9-24 16,-3-1-29-16,1 7-42 0,-3-4-52 0,1 2-57 15,1 0-52-15,3-4-58 0,0 0-54 16,-1-8-62-16,4-1-72 0,0-5-65 0,1-2-66 15,3-3-97-15,-4-3-93 0,6-6 51 16,0-1-442-16,0 0-515 0</inkml:trace>
  <inkml:trace contextRef="#ctx0" brushRef="#br0" timeOffset="72216">28980 9875 2739 0,'0'-11'-70'16,"0"3"18"-16,2 1 10 15,-2 7 4-15,-2-5 1 0,2 5 4 0,0 0-10 16,0 0-41-16,0 0-67 0,0 0-105 16,-18 12-402-16,18-12-153 0</inkml:trace>
  <inkml:trace contextRef="#ctx0" brushRef="#br0" timeOffset="72883.02">29412 9939 2076 0,'0'0'172'0,"0"0"30"0,0 0 33 15,-19 17 36-15,13-5 27 0,-1 0 9 0,-1 5-3 16,0 2 0-16,-5 9-32 0,6 3-13 16,-7-2-29-16,3 2-25 0,-3-2-16 0,1 2-19 15,-5-2-7-15,5 0-31 0,-2-1-8 16,-2-4-11-16,0-1-14 0,4-3-12 0,-1-5-7 15,-1 1-10-15,-3-3-7 0,5-1-6 16,2-3 7-16,-2-1-23 0,0-1-1 0,1-2-5 16,1-3-14-16,-1 0-18 0,0-4-20 15,1 0-13-15,1-3 0 0,3-2-12 16,-1-1-6-16,5-1-13 0,1-3-17 16,6 2-14-16,1-3-17 0,2-1-20 0,7-1-23 15,7-3-39-15,4-3-41 0,1 2-29 16,5 1-23-16,3-3-20 0,9-1-15 15,-2-2 2-15,5 2 16 0,-2-2 50 0,6 3 51 16,-1-1 42-16,-3-2 35 0,-5 0 40 16,-8-4 35-16,-7 5 46 0,-6-4 50 0,-5 1 42 15,-3-1 30-15,-1-4 27 16,-8 6 11-16,3 4 10 0,-4 2 6 0,-2 1 0 0,-2 4-8 16,0 2-14-16,-2 2-13 0,-3 3-12 15,-2 4-1-15,-3 3-2 0,-5 5 2 0,-2 5-13 16,-4 9-7-16,-11 10-7 15,3 0-9-15,2 5-9 0,1 4-8 0,3 1-4 16,3 0-9-16,4-10-5 0,1 0-7 16,4 3-3-16,2-5-5 0,0-3-6 15,9-5-3-15,1-4-11 0,-1-1-6 0,4-2-1 16,-1 0-1-16,3-3 1 0,5-1-2 16,0 0 0-16,0-4-2 0,5-1 8 0,-1-1 6 15,2 2 12-15,0-2 11 16,-1 2 11-16,1-4 11 0,-1 4 11 0,-1 2 5 15,0 1-9-15,-1 1 3 0,-1 0-11 16,-1 2-8-16,-1 1-4 0,-1 1-4 0,-1 0-17 16,-1-3-27-16,-2 3-37 0,2-2-45 15,-5 0-56-15,5-1-60 0,-2 1-80 0,-1-3-85 16,1-2-94-16,1 0-123 0,2-3-122 16,-7-2 65-16,13 3-507 0,-13-3-605 0</inkml:trace>
  <inkml:trace contextRef="#ctx0" brushRef="#br0" timeOffset="73282.11">29805 10268 3085 0,'0'0'90'0,"-2"-12"69"0,2 12 30 15,0 0 25-15,0 0 19 16,0 0 14-16,0 0 9 0,0 0 21 0,0 0-27 16,0 0-17-16,0 0-24 0,0 0-15 15,0 0-26-15,2 25-15 0,-2-25-16 0,2 12-9 16,-2-6-15-16,0-6-12 0,1 12-19 15,-1-6-8-15,0-6-17 0,0 9-6 0,0-9-8 16,4 6-7-16,-4-6-4 0,0 0 0 16,4 6 4-16,-4-6-11 0,0 0 1 15,0 0-7-15,19-12 10 0,-13 3 1 16,3 1 12-16,-3 0 10 0,4 0 24 0,-7 2 16 16,5 0 18-16,-8 6-3 0,10-9-2 15,-6 5-9-15,-4 4-2 0,0 0-1 16,12 0 2-16,-12 0 3 0,0 0-12 0,18 10-49 15,-11-7-37-15,-1 2 0 0,0 0 0 16,-1 1 0-16,2 0 0 0,0 0 0 0,-2-1 0 16,1 0 0-16,2 0 0 0,-2-3 0 15,-6-2 0-15,13 6 0 0,-4-4 0 0,-9-2 0 16,14 2-45-16,-14-2-184 0,15 0-60 16,-15 0-69-16,10-6-96 0,-10 6-97 0,9-4-147 15,-9 4-94-15,2-4 82 0,-2 4-673 16,0 0-835-16</inkml:trace>
  <inkml:trace contextRef="#ctx0" brushRef="#br0" timeOffset="74281.75">15662 11071 3895 0,'4'-24'-121'0,"0"6"56"0,-2 2 54 0,-1 2 54 16,-1 4 40-16,0 0 36 0,0 3 37 16,2-2 20-16,-2 4 6 0,0-1-10 15,0 6-17-15,-2-12-11 0,2 12 31 16,0 0 7-16,9 23 1 0,-4 1 13 0,-3 12-19 15,7 5-5-15,1 9-17 0,-2 4-18 16,1 0-18-16,0 3-3 0,0-1-20 0,-6-2-6 16,1-8-9-16,-2-3-12 0,-2-2-22 15,0-3-41-15,-4-1-34 0,1-2-36 16,-4-10-52-16,3 0-61 0,1-8-64 0,-3-3-82 16,1 2-73-16,-3-5-95 15,2-3-120-15,-3-2-74 0,1-2 67 0,1-2-463 0,7-2-553 16</inkml:trace>
  <inkml:trace contextRef="#ctx0" brushRef="#br0" timeOffset="74465.74">15440 11579 2893 0,'-12'-4'31'0,"-1"1"46"0,13 3 41 16,-18-3 37-16,9 1 23 0,9 2 26 16,-7-3 8-16,7 3-5 0,0 0-21 0,0 0-13 15,0 0-15-15,0 0-14 0,0 0-15 16,0 0-13-16,28 28-13 0,-6-14-21 0,3 3-47 15,4 2-66-15,0 1-64 16,-3-2-79-16,3-1-89 0,-4 0-108 0,4-1-136 0,-5-1-109 16,-1-3 56-16,-6-4-319 15,4 0-362-15</inkml:trace>
  <inkml:trace contextRef="#ctx0" brushRef="#br0" timeOffset="74698.86">16044 11523 2467 0,'4'-8'103'0,"-2"2"30"0,-2 6 26 0,0 0 24 16,0 0 30-16,0 0 18 0,0 0 10 16,-24 24 0-16,17-11-2 0,-1 1-12 0,0 1-19 15,1 2-17-15,1-3-8 0,-1 1-18 16,0-1-16-16,6-3-15 0,-3-1-12 0,0 1-13 16,2-3-11-16,-1-2-24 15,1 2-34-15,-2-1-34 0,4-7-38 0,-3 12-41 16,0-8-60-16,-1 2-85 0,-2-2-100 15,-1 0-121-15,0 2-158 0,-3-1-58 16,-2 0 66-16,1-2-385 0,-3 3-450 0</inkml:trace>
  <inkml:trace contextRef="#ctx0" brushRef="#br0" timeOffset="75682.14">14721 12584 2710 0,'-11'3'8'0,"1"1"25"16,-5 4 26-16,-1 2 31 0,0 3 32 15,-7 9 30-15,1 0 18 0,4 2 9 0,0 2-4 16,4-1 4-16,1 3-18 0,6-6-15 16,3-1-7-16,4 0-11 0,4-1-10 15,0 3-5-15,7 6-10 0,5-2-10 0,-2-3-8 16,6-4-10-16,1 1-6 16,-3-7-6-16,2-4-8 0,-3-2-7 0,0-1-5 15,1-5-2-15,-4 0-6 0,2-6-3 16,1-1-8-16,0-7-4 0,-2 0-3 0,6-12 0 15,-1-1-1-15,-6-7-4 0,0 2 4 16,-3-4-7-16,-7-4 2 0,0 3 0 0,-6-2-1 16,-4 2 2-16,-1 1 3 0,-5 4 1 15,1-1 2-15,-7 5 3 0,2 2 1 0,-5 3 3 16,-3 0 3-16,6 9 2 0,0 2 4 16,4 3 4-16,-4 4-8 0,3 3 2 15,0 3-2-15,-5 6 1 0,5 2-1 16,-4 11-4-16,6-1 0 0,8-3-4 0,-4 5-3 15,7-2-2-15,2-1-1 0,5 0-2 16,2 1-1-16,3-3 2 0,5 5-2 16,4-8 0-16,4 0-1 0,2-6 0 0,-2-4-2 15,3-2 2-15,1-7-1 0,10-4-1 16,-3-3 4-16,0-1 2 0,-2-4 10 0,2-1 12 16,-1 2 5-16,-5-1 4 0,-6 4-2 15,-6 2 1-15,-2 3-5 0,1 0-5 16,-1 1-2-16,-3 4-4 0,-2 0 13 0,-9 2-12 15,21 2 0-15,-21-2-3 16,22 5 1-16,-11 0-3 0,-4-1-6 0,3 3 6 16,-1-3-6-16,-1 2-1 0,-3-1-1 15,4 0-4-15,-9-5 4 0,7 9-2 0,-7-9 3 16,7 5-19-16,-7-5 4 0,8 6 7 16,-8-6 3-16,6 4 9 0,-6-4-3 0,0 0 0 15,11 3 3-15,-11-3-3 0,0 0-4 16,0 0 0-16,0 0 0 0,18 2-6 0,-18-2 12 15,0 0-10-15,0 0 10 0,15-2-9 16,-15 2 6-16,0 0-3 0,19 0 6 16,-19 0-2-16,15 0 2 0,-15 0 8 0,18 0-16 15,-18 0-3-15,14 2 1 0,-14-2 3 16,18 0-2-16,-18 0-40 0,16-2-43 0,-5 0-35 16,-11 2-50-16,11 0-61 15,-11 0-73-15,11-1-94 0,-11 1-84 0,0 0-108 16,12 1-181-16,-12-1 66 0,0 0 82 15,0 0-463-15,0 0-543 0</inkml:trace>
  <inkml:trace contextRef="#ctx0" brushRef="#br0" timeOffset="77047.84">15980 12547 2834 0,'0'0'-30'15,"-2"-10"36"-15,2 10 21 0,0 0 22 0,0 0 24 16,-3-8 17-16,3 8 15 0,0 0 16 15,-6-6 0-15,6 6-10 0,0 0-4 16,0 0-5-16,0 0 5 0,0 0 7 0,0 0 2 16,-2-9 7-16,2 9 4 0,0 0 10 15,0 0 9-15,0 0 5 0,0 0 7 0,0 0 5 16,0 0-4-16,0 0 2 0,0 0-4 16,0 0 6-16,0 0-3 0,11-6-11 0,-11 6-8 15,0 0-11-15,12-3-21 16,-12 3-8-16,11-5-6 0,-1 3-13 0,-10 2-2 15,15-9-13-15,-5 5-6 0,-2-2-10 16,-1 2-6-16,3-2-4 0,-3-1 3 0,1 0-6 16,0 0 2-16,-5 0-4 0,1-1-1 15,0-1-10-15,-1-1-21 0,-3 0 2 16,0 1 15-16,0-1-4 0,-1 1 1 0,1 1 0 16,-4 1 1-16,4 7-4 0,-13-7-7 15,13 7-7-15,-19 1 8 0,6 5 2 0,-9 4-4 16,-1 5 0-16,0 4-2 0,3 4 3 15,0-1-2-15,6 3-5 0,-2-2-2 0,9-3 4 16,-1-1 3-16,5-2-4 16,0 1-1-16,3-3-1 0,0-1 6 0,4 3-3 15,0-3 6-15,3 0-5 0,-1-3-6 16,3 1 4-16,1-1-25 0,1-4-25 0,-1-2-35 16,2 0-45-16,1-2-61 0,1-1-66 15,-2-2-84-15,2-4-83 0,1-2-83 16,5-1-95-16,-4-3-122 0,2-1 66 0,0 0-525 15,-4-2-646-15</inkml:trace>
  <inkml:trace contextRef="#ctx0" brushRef="#br0" timeOffset="77348.8">16259 12419 3056 0,'0'0'5'0,"0"0"78"16,0 0 49-16,-2-10 32 0,2 10 28 0,0 0 32 15,0 0 25-15,0 0 22 0,0 0 8 16,-10 27 5-16,10-13-26 0,0-1-10 15,0 5-13-15,0 1-20 0,6 2-16 0,-2-1-15 16,2 1-25-16,-1-1-17 0,3-1-12 16,-3-3-14-16,4-3 2 0,-2 1-21 0,-1-4-7 15,-3-1-9-15,3 1-7 0,0-3-4 16,-4-2-5-16,-2-5-7 0,9 5-7 0,-9-5-4 16,0 0-3-16,0 0-8 0,22-14-7 15,-19 4-6-15,3-3-24 0,-1-6-25 0,1-2-7 16,2-12-43-16,0-4-17 0,-3 0-19 15,4-2-29-15,2 5-31 0,-2-1-40 16,-2 8-43-16,1 4-66 0,-4 7-56 16,2 2-53-16,-2 1-71 0,-3 5-95 15,-1 2-77-15,2 0 63 0,-2 6-437 0,6-3-521 16</inkml:trace>
  <inkml:trace contextRef="#ctx0" brushRef="#br0" timeOffset="78014.61">16724 12383 2901 0,'-2'5'58'0,"2"-5"47"0,4 9 45 16,-4-9 36-16,0 0 34 0,0 0 21 15,0 10 13-15,0-10 1 0,0 0 0 16,5 5-15-16,-5-5-6 0,9 4-27 16,-9-4-16-16,0 0-20 0,14 1-14 15,-14-1-18-15,0 0-13 0,20-1-14 0,-20 1-12 16,13-4-4-16,-13 4-14 0,11-5-7 15,-8 0-6-15,-3 5-5 0,11-9-8 0,-9 4-7 16,-2 5-1-16,0-10-30 0,0 10-1 16,-8-9 0-16,8 9-3 0,0 0-3 0,0 0-1 15,-42 19-3-15,17 0 3 0,1 3 0 16,1 6-5-16,1 0 0 0,6 3-1 16,-2-2 6-16,7 0-6 0,3-6-1 15,2-2 0-15,6-5 17 0,0 3-21 0,4-4 5 16,2 0 3-16,0 0-3 0,1-2-1 15,3-3 7-15,2-3 19 0,0-1-2 16,2-2 10-16,-1-4-3 0,2 0-9 0,4-4 5 16,-3-1-8-16,4-3 2 0,-2-4 3 15,9-4 4-15,-7-2-14 0,1-2-2 0,-5 4-2 16,-5-1 3-16,-2-2 3 0,0-2 11 16,-6 1 4-16,-1-3 9 0,0 5-7 0,-4-7 1 15,0 6-3-15,1 2-1 0,-3 0-2 16,-1 3-2-16,3 4-3 0,-1 0-11 0,-3 1-1 15,2 4-1-15,4 5-5 16,-12-5 6-16,12 5-3 0,-9-2-5 0,9 2-4 16,0 0-14-16,0 0-12 0,0 0-8 15,0 0-4-15,0 0 2 0,0 0 10 16,0 0 3-16,0 0 3 0,0 0-2 0,46-2 6 16,-31 2-10-16,-1 0 7 0,1 4 5 15,1-1 9-15,-2 4 8 0,2 4-1 0,-1 2 9 16,-6 4-3-16,3 0 0 0,-3 2 2 15,3 9-9-15,-2-6 3 0,-3-2 1 0,-2 3-4 16,-1 0-3-16,6 6-1 16,-6-4-29-16,2-6-53 0,-3 3-45 0,3-6-46 15,-3-1-38-15,2-1-56 0,-1-4-71 16,0-1-56-16,-1-3-51 0,1-1-66 0,1-1-82 16,-5-4-69-16,20-2 45 0,-5-3-449 15,0-1-539-15</inkml:trace>
  <inkml:trace contextRef="#ctx0" brushRef="#br0" timeOffset="78247.81">17400 12448 2897 0,'8'-22'-17'0,"-4"3"48"0,2 4 54 0,-4 3 64 16,-1 1 33-16,-1 5 24 0,0-2 12 15,0 8-3-15,0 0 5 0,0 0 9 0,0 0 11 16,0 0 8-16,-23 31-7 0,10 2-5 16,1 5 1-16,-2 13-13 0,-4 3-17 15,3 4-24-15,-4 2-15 0,-1 3-18 16,4-2-12-16,-2 3-17 0,3-2-9 0,0-2-28 15,0-4-34-15,1-6-42 0,5-11-39 16,0-2-49-16,-3-4-41 0,4-4-44 0,3-5-51 16,-3-9-55-16,5-3-67 0,-4-3-62 15,3-6-72-15,1-2-82 0,3-1-116 16,0 0 51-16,-8-15-444 0,8 1-535 0</inkml:trace>
  <inkml:trace contextRef="#ctx0" brushRef="#br0" timeOffset="78416.1">17179 12574 2974 0,'0'-23'68'0,"-1"7"64"0,-1 4 42 16,-2 5 21-16,2 1 17 0,2 6 7 16,0 0 5-16,0 0-12 0,0 0-21 0,0 0-16 15,-10 25-21-15,8-13-18 0,4 1-24 16,0 1-41-16,0-1-43 0,-1 1-60 16,2 0-82-16,1-3-93 0,0 5-101 0,-2-4-138 15,-1 2-208-15,-1-4 53 0,0 0 72 16,0 0-283-16,0 1-298 0</inkml:trace>
  <inkml:trace contextRef="#ctx0" brushRef="#br0" timeOffset="79081.09">17920 12351 2497 0,'0'0'187'0,"2"-5"30"0,-2 5 21 0,0 0 32 16,0 0 29-16,0 0 12 15,12 29-1-15,-6-11-12 0,-1 5-20 0,1 9-24 16,-3 3-25-16,0-6-20 0,-1-4-26 16,-2 2-17-16,2 0-23 0,-2-3-44 0,-2 0-60 15,2-6-43-15,-2 1-53 0,2-3-53 16,0-3-55-16,-3-2-76 0,2-3-75 0,-1-1-65 15,2-7-80-15,-6 2-99 0,6-2-63 16,0 0 53-16,0 0-362 0,-2-26-411 0</inkml:trace>
  <inkml:trace contextRef="#ctx0" brushRef="#br0" timeOffset="79231.02">18063 12047 2504 0,'2'-12'17'0,"-2"2"47"16,2 4 24-16,-2 1 17 0,0 5 2 15,0 0-10-15,-2-11-7 0,2 11-15 0,0-6-20 16,0 6-35-16,0 0-54 0,0 0-59 16,0 0-96-16,0 0-123 0,0 0-177 0,6 21 31 15,-6-13-102-15,2 1-63 0</inkml:trace>
  <inkml:trace contextRef="#ctx0" brushRef="#br0" timeOffset="79514.78">18345 11898 2084 0,'-2'-21'317'0,"-1"7"26"0,-1 2 26 15,0 4 19-15,2 1 28 0,1 0-7 0,1 7-20 16,0 0-5-16,0 0 9 0,-6 24-11 16,1 10-25-16,4 9-21 0,-1 16-35 0,-4 3-29 15,4 8-28-15,1 1-20 0,-3 1-26 16,4 3-20-16,0-3-17 0,0-6-115 15,2 0-46-15,-2-10 0 0,0-11 0 0,-2-4 0 16,-2-7 0-16,4-7 0 0,-2-6-99 16,2-4-103-16,-2-3-41 0,2-6-42 15,-1 0-58-15,-1-4-53 0,2-4-39 16,0 0-49-16,0 0-45 0,-12-14-30 0,6 2-74 16,-1-5 3-16,-2-3-511 0,0 1-607 15</inkml:trace>
  <inkml:trace contextRef="#ctx0" brushRef="#br0" timeOffset="79647.85">18184 12593 2841 0,'-8'-9'-84'0,"3"1"70"15,-4 0 64-15,6 4 50 0,3 4 48 0,-6-10 29 16,6 10 14-16,-4-7 2 0,4 7-7 16,0 0-1-16,0 0-10 0,0 0-16 15,15-4-14-15,-15 4-15 0,21-2-33 0,-7 2-47 16,5-2-64-16,-4-2-82 16,6 4-112-16,-2-5-121 0,4 0-140 0,11-4-122 15,2 1 47-15,1 0-299 0,-1 0-328 16</inkml:trace>
  <inkml:trace contextRef="#ctx0" brushRef="#br0" timeOffset="80030.73">18693 12508 2589 0,'-12'0'190'16,"2"2"30"-16,10-2 24 0,-13 0 24 15,13 0 11-15,0 0-6 0,0 0-21 16,0 0-25-16,0 0-9 0,0 0-33 15,0 0-19-15,-12-5-11 0,12 5-32 0,0 0-21 16,0 0-19-16,16-13-16 0,-10 8-16 16,-1 1-7-16,1-2-6 0,-3-2-4 0,2 1-6 15,-3 0 0-15,0 0 1 0,-2 0-8 16,0 7 1-16,-6-8-4 0,6 8 1 0,-14-5-6 16,14 5-1-16,-14 1 0 0,2 4 0 15,-1 4 0-15,-1 3 7 0,-1 2 4 0,1 2-1 16,3-1 5-16,2 1 3 0,0-2-5 15,4 3 0-15,1-2 1 0,1-1-7 0,1 1 3 16,4-3-7-16,-1-2-2 16,9 2-16-16,-4-3-25 0,2-3-20 0,3 1-26 15,1-3-31-15,2-2-37 0,8-1-43 16,-4-2-44-16,13-1-63 0,9-5-81 16,4-3-108-16,7-2-154 0,1-2 28 0,-10 5 69 15,-3 1-333-15,-3 1-354 0</inkml:trace>
  <inkml:trace contextRef="#ctx0" brushRef="#br0" timeOffset="80414.21">19035 12639 2716 0,'-16'-5'209'0,"6"5"30"0,10 0 34 0,-15-4 27 16,15 4 8-16,-14-8-14 0,14 8-25 0,-9-2-23 16,3-3-25-16,6 5-27 15,-5-10-28-15,3 2-31 0,-1 2-31 0,1-3-28 16,4-3-23-16,1 0-17 0,-3-3-7 15,2-1-3-15,-1-1-6 0,-1-1-4 0,2 2 2 16,-2 0 0-16,-2-1-4 0,1 3-1 16,-1-1 1-16,-5 1 0 0,5 2 2 0,-1 0-2 15,-3 2 0-15,3-1 1 0,-3 3-2 16,-1 0-2-16,4-1 4 0,-3 4-2 0,4-2-1 16,2 7-8-16,-7-10 3 15,7 10-5-15,-2-9-2 0,2 9 2 0,0 0-5 16,6-8-4-16,-3 2-2 0,-3 6-3 15,20-2-2-15,-11 2 0 0,-9 0 3 0,27 2 0 16,-12 2 5-16,0 0 1 0,2 2 8 16,1 0 7-16,-6 2 6 0,4 1 8 15,2 4-3-15,-5-1 0 0,0 0-2 0,-3 0-2 16,1 3-4-16,0-3-20 0,-3 4-32 16,1 1-50-16,1 0-70 0,-4-5-77 0,3 3-92 15,-5-5-108-15,5 1-119 0,0-2-110 16,-4-2 59-16,4-1-445 0,1-1-525 0</inkml:trace>
  <inkml:trace contextRef="#ctx0" brushRef="#br0" timeOffset="80831.19">19508 12245 2842 0,'0'-8'113'0,"-3"0"63"0,3 8 29 15,-9-4 37-15,9 4 35 0,0 0 33 0,0 0-2 16,0 0 10-16,-25 20-6 0,20-14-12 15,-3 7-16-15,-1-4-19 0,1 5-24 0,-1 2-21 16,-2-1-25-16,-1 1-17 0,-1-2-17 16,2 2-18-16,-5 0-13 0,1-3-17 0,-1 1-11 15,0 0-10-15,-2-4-10 0,1 2-15 16,-2-4-11-16,2-1-17 0,-2-2-17 16,3-1-17-16,2-2-19 0,0-4-23 15,14 2-34-15,-23-7-17 0,12-2-10 16,3-2-11-16,5-5 6 0,3-1 6 0,0-2 13 15,3-3 7-15,5 2 8 0,-1-1 11 16,3 1 16-16,-1 6 21 0,1 2 6 0,-1-1 17 16,-1 9 12-16,1 0 16 0,-1 2 14 15,-8 2 13-15,19 8-4 0,-6 0-2 0,-1 0-3 16,1 5-12-16,3-1 0 0,-1 5-11 16,0-4-29-16,4 7-39 0,-2-4-35 15,3 6-39-15,-5-6-47 0,-4-4-38 16,1-2-51-16,-3 0-54 0,-2-1-50 0,3-4-54 0,-2 0-55 15,-3-2-84-15,5-3-90 16,-10 0 46-16,17-3-435 0,-8-4-503 0</inkml:trace>
  <inkml:trace contextRef="#ctx0" brushRef="#br0" timeOffset="81314.33">19871 11625 2886 0,'0'-14'48'0,"-5"4"50"16,-1 3 41-16,3 2 26 0,3 5 34 15,0 0 22-15,0 0 20 0,-23 19 9 0,13-4 4 16,1 14-4-16,4 6 22 0,0 6 0 16,-2 16-12-16,1 4-13 0,4 4-16 15,-3 0-24-15,-4 3-18 0,6-3-21 16,1 2-18-16,0-4-17 0,-4-1-15 0,6-4-21 16,0-15-29-16,0-2-31 0,-1-3-36 15,-1-9-29-15,2-4-31 0,-2-7-17 16,0-1-19-16,0-3-18 0,0-2-24 0,0-3-27 15,1-1-24-15,-6-3-35 0,7-5-24 16,-13 2-16-16,13-2-3 0,-16-11 7 0,5 1 10 16,-2-5 21-16,-4-9 24 15,-1-1 27-15,4 2 29 0,-2-3 33 0,3 7 26 16,4 2 30-16,-2 5 26 0,4 0 25 16,2 2 14-16,1 1 3 0,-2 2 3 0,5 0 14 15,1 7 12-15,1-10 18 0,3 7 8 16,3-4 2-16,4 0-4 0,3 0-2 0,5-1 11 15,2-3 5-15,0 3 1 0,2-2 9 16,-2 6 11-16,-4-1 19 0,-2 0 18 0,1 2 19 16,-1 6 13-16,0 0 4 0,-2 3 6 15,-1 2-17-15,-1 7-15 0,0 2-13 0,0 4-17 16,-6 8-9-16,3-2-15 0,-5-3-22 16,1 9-21-16,1-3-34 0,-4-6-36 0,1 1-38 15,0-2-41-15,2 1-55 0,-2-7-72 16,-2 0-66-16,1-4-69 0,-1-2-93 15,0-1-109-15,0-5-68 0,2 2 60 16,-2-7-414-16,2 5-463 0</inkml:trace>
  <inkml:trace contextRef="#ctx0" brushRef="#br0" timeOffset="81464.96">20113 12085 2708 0,'1'-9'3'16,"-1"1"29"-16,0 1 15 0,0 1 1 15,0 6-4-15,0-8-4 0,0 8-17 0,0-7-39 16,0 7-61-16,0 0-83 0,0 0-108 16,0 0-161-16,0 0-250 0,0 0-173 15</inkml:trace>
  <inkml:trace contextRef="#ctx0" brushRef="#br0" timeOffset="82047.75">20432 12227 2238 0,'-32'3'276'0,"17"0"18"0,-2 1 30 0,-7 4 30 16,-8 5 19-16,3 2 10 0,1 3-7 15,-3 4-10-15,6-1-26 0,5 4-31 16,3-1-32-16,2 4-21 0,5-6-28 0,4-2-27 16,4-1-15-16,2-2-22 0,2 0-30 15,4 0-24-15,0 1-23 0,3-5-22 16,4-3-31-16,1-2-23 0,-3-4-13 0,3 0-11 15,1-4-7-15,1-4 3 0,0 0-13 16,4-4-3-16,0-3-6 0,1-7-4 16,0-3-3-16,1-2 5 0,-8-3-3 0,2 1 2 15,-1-3 5-15,-6 1 3 0,-1 3 0 16,-4 5 8-16,0 2 4 0,-2 3 11 0,-2-1-13 16,-2 1 8-16,-2 2 5 0,0 2-5 15,-4 0 6-15,3 3 0 0,-5-1 0 16,1 6 7-16,9 2 3 0,-19-3 3 15,19 3 7-15,-25 7-2 0,14 1 2 0,-1-2-4 16,2 1 2-16,5 1-1 0,-1-1-3 16,6 0 16-16,0-7-23 0,4 11 6 0,-4-11-8 15,18 5-14-15,-4-5 3 0,1-3-7 16,5 1 9-16,3-4-3 0,-1 1 2 0,-3 4 9 16,2-2 19-16,-2 0 17 0,-3 2 32 15,-2 2 44-15,2 2 25 0,-1 4 29 16,-1 3 16-16,-5 0 12 0,0 2 8 0,1-1-2 15,-2 3-1-15,-3 0-164 0,6 0-29 16,-4 0 0-16,-2-3 0 0,1 1 0 16,0-3 0-16,0-1 0 0,1 1 0 15,-3-4 0-15,3 0 0 0,1 0 0 0,-8-5 0 16,17 2 0-16,-17-2 0 0,22-2 0 16,-22 2 0-16,18-5 0 0,-6 4 0 0,-3-3-203 15,1 1-327-15,-4-1-147 0,2 1-190 16,-1-1 46-16,-7 4 89 0,9-5-751 0,-9 5-931 15</inkml:trace>
  <inkml:trace contextRef="#ctx0" brushRef="#br0" timeOffset="83131.22">14923 13515 3797 0,'0'-29'-165'16,"0"2"49"-16,-1 1 45 0,1 9 48 16,-3-2 52-16,3 5 42 0,0 0 39 0,-2 3 15 15,0 3 15-15,2 1 16 0,0 7 26 16,0 0 18-16,-6 26 11 0,3 11 8 0,-5 19-1 16,1 5 14-16,2 4-17 15,2 7 0-15,1-2-9 0,2 5-7 0,2 2-19 16,-1-7-18-16,3-1-19 0,1-6-9 15,0-5-17-15,3-3-9 0,-5-13-14 0,3-2-8 16,2-6-9-16,-4-9-8 0,2-4-7 16,-5-8-24-16,1-1-22 0,0-2-19 0,0-1-17 15,0-4-34-15,-2-5-26 0,0 0-22 16,0 0-10-16,0 0-8 0,-6-26 4 16,3 11 3-16,-7-5 14 0,-4-11 8 0,0 2 10 15,-8-3 7-15,-1 6 10 16,-2 1 11-16,1 4 6 0,-1 6 15 0,-1 1 17 15,1 6 6-15,5 1 8 0,6 5 3 0,2-1 5 16,0 1 1-16,3 2-1 0,9 0 0 16,0 0 2-16,0 0 0 0,0 0 1 15,0 0 0-15,38-5-2 0,2-5 0 0,12-4-4 16,3 2 0-16,4-8 2 0,-2-4 0 16,4 5 1-16,-3-1-3 0,-9 5-1 15,-15 3-1-15,-7 6 0 0,-6 1 1 0,-8 1 16 16,-1 4 26-16,-12 0 6 0,9 9 20 15,-7-1 19-15,-4 4 19 0,-2 0 4 0,1 2 3 16,-3 1-4-16,2 0-16 16,3 1-4-16,-2-3-6 0,6 3-11 0,0-1-11 15,8 1-5-15,5-1-4 0,12 1-7 16,2-4-17-16,-1-9-20 0,-1-1-21 0,13-4-13 16,1-3-4-16,-3-5-12 0,-2-4-4 15,-2-1 1-15,-7-3 6 0,-6-2 5 0,0-4 8 16,-13 2-1-16,-3 1 14 0,-7-2 0 15,-8 1 8-15,-6-11-2 0,-6 3 2 0,-2 2-5 16,-4 8-3-16,1 3-2 0,-2 3-23 16,1 7-40-16,2 4-53 0,6 3-67 15,-6 3-91-15,2 4-95 0,-5 7-115 0,8-2-154 16,4-2-99-16,0 2 75 0,5-3-549 16,6-3-685-16</inkml:trace>
  <inkml:trace contextRef="#ctx0" brushRef="#br0" timeOffset="84297.78">16668 13796 3318 0,'0'0'10'0,"0"0"35"16,0 0 18-16,-9-14 21 0,9 14 33 15,0 0 42-15,-25 6 26 0,12 2 15 16,-12 9 7-16,0 2-1 0,2 5-6 0,2-2-16 16,1 4 0-16,0 1-28 0,11-4-11 15,4-5-5-15,3 1-14 0,4-2-14 0,5 3-9 16,4-3-6-16,9 3-12 16,-4-5 8-16,5-4-22 0,1-4-8 0,-1 0 1 15,-1-3-17-15,1-2 3 0,1-2-9 16,-4-3-5-16,0 0-3 0,-2-2 1 0,4-6-7 15,-6-2-4-15,0 1-1 0,-3-5-1 16,0 0-2-16,-6-3-4 0,1 1-5 0,-4 0 0 16,-2-1-5-16,-6-1 2 0,2-1-6 15,-1 3-6-15,-4 2-3 0,2 2-9 16,2 3-15-16,-5 2-30 0,2 3-38 0,1 3-34 16,-3 2-51-16,10 2-63 0,-19 2-67 15,10 3-75-15,-1 1-95 0,-2 0-167 16,3 3-15-16,4-1 62 0,-4-1-386 15,6-2-467-15</inkml:trace>
  <inkml:trace contextRef="#ctx0" brushRef="#br0" timeOffset="84746.89">16871 13493 3025 0,'0'-21'131'0,"-2"8"11"15,0 1 26-15,0 0 26 0,2 7 17 16,-3-3 3-16,3 8-16 0,0 0 9 0,0 0 7 15,0 0-2-15,12 31-13 0,-6-8-15 16,1 10-18-16,2 4-19 0,-4 0-7 0,1 3-16 16,-1 3-13-16,-3-5-6 15,2 1-15-15,-2-2-12 0,0-8-9 0,-2-2-9 16,-2-4-3-16,0-2-3 0,0-4-10 16,2 0 3-16,-2-2-7 0,2-1-5 15,-2-2-1-15,2-3 2 0,0-2 2 0,0-7 5 16,0 8-12-16,0-8 2 0,0 0-4 15,0 0 0-15,16-25-4 0,-7 12-7 0,1 1 0 16,3-1-3-16,-2-1 8 0,1 4-8 16,0 0 8-16,-1 1-10 0,-1 7 0 0,3-3-8 15,-4 5 4-15,-9 0-3 0,23 5 3 16,-14 0-2-16,2 2-1 0,-2 7 3 16,-6-5-3-16,5 4-15 0,-6 1-2 15,-1-1 5-15,-1-1-1 0,0 2 7 0,-3 1 7 16,-3-2 9-16,1 1 0 0,-3-2-3 15,-2 0 5-15,1-3-7 0,-2 1-1 16,-3-2-3-16,1-1-3 0,-1-3-33 0,1 0-42 16,0 0-42-16,-1-2-58 0,14-2-62 15,-24-6-84-15,12 0-78 0,1-9-88 0,3 1-84 16,4-7-150-16,4-3 53 0,2-10-516 16,8-3-644-16</inkml:trace>
  <inkml:trace contextRef="#ctx0" brushRef="#br0" timeOffset="84980.74">17219 13377 3113 0,'10'-19'16'16,"-2"7"56"-16,-5 0 35 0,1 3 49 16,0 3 33-16,-2 1 8 0,-2 5 22 0,0 0 13 15,0 0 11-15,0 0 11 0,1 40-3 16,-1-13 1-16,0 14-11 0,0 5-14 0,0 3-15 16,0 9-17-16,0 0-17 0,0-12-18 15,0 12-18-15,-1-9-33 0,-1-5-10 0,2 1-13 16,-2-4-24-16,2-2-36 15,-2-3-40-15,-2-6-37 0,4-9-47 0,-2-1-45 16,2-3-49-16,0-3-52 0,-1-4-51 0,1 0-54 16,0-5-53-16,-2 0-47 0,2-5-65 15,0 0-68-15,0 0-27 0,0 0-444 16,0 0-526-16</inkml:trace>
  <inkml:trace contextRef="#ctx0" brushRef="#br0" timeOffset="85129.96">17179 13958 2763 0,'-5'-12'-40'0,"-4"5"48"16,8-1 50-16,-5 3 46 0,6 5 34 0,-5-9 11 15,5 9 6-15,-2-5-15 0,2 5-7 16,0 0-18-16,0 0-11 0,3-12-9 0,5 9-19 16,-8 3-46-16,17-9-58 0,-7 6-81 15,2 0-77-15,2-3-95 0,-3 1-104 16,7 0-129-16,0 0 18 0,-4 0-194 0,4 0-185 16</inkml:trace>
  <inkml:trace contextRef="#ctx0" brushRef="#br0" timeOffset="85662.92">17606 13708 2023 0,'0'0'99'0,"0"0"31"0,0 0 28 15,0 0 41-15,8 14 30 0,-8-14 15 16,-2 17-1-16,2-6-2 0,2 3-16 16,-2-2-11-16,0 5-8 0,0 1-12 0,-4 0-6 15,2-1-4-15,-2 8-9 0,1-6-18 16,-5 2-12-16,2-1-16 0,-3-1-6 15,-1-5-17-15,0 1-7 0,1-1-10 16,2-3-9-16,-6-1-9 0,6-3-9 0,-4-2-8 16,2-1-15-16,9-4-28 0,-20-4-18 15,11-1-26-15,-1-6-26 0,3-2-17 0,-3-5-7 16,7-3-2-16,3 4 5 0,-2-5 8 16,-3 7 4-16,7 1 5 0,1 2 6 15,-3 2 9-15,2 3 22 0,-2 7 16 0,7-7 16 16,-7 7 12-16,0 0 11 0,0 0 7 15,23 17 2-15,-14-6-3 0,1 4-4 0,2 0-2 16,1 2-7-16,4 6-2 16,0 0-10-16,-2 1-17 0,4-5-21 0,-3-1-12 0,-5-7-16 15,1-1-15-15,-5-2-10 16,2-1 4-16,-1-3 7 0,0-1-4 0,-8-3 0 16,17 0-6-16,-17 0 7 0,14-8-2 15,-7-4 2-15,2-4 10 0,0-1-3 0,0-2 2 16,2-11 4-16,1 1 13 0,1 2 24 15,-2 6 24-15,-5 4 25 0,4 5 16 16,-7-1 8-16,5 4 8 0,-5 0 6 0,6 6-2 16,-9 3 4-16,0 0-7 15,0 0-4-15,24 12-7 0,-14-2-5 0,-5 2-4 16,1 4-26-16,-1-1-31 0,-1 2-36 0,1-1-53 16,-2 3-57-16,1-2-58 0,0-1-61 15,-2-4-73-15,0-1-78 0,-1 0-120 16,-1-2 21-16,0-3-257 0,0-6-279 0</inkml:trace>
  <inkml:trace contextRef="#ctx0" brushRef="#br0" timeOffset="85796">17854 13683 2161 0,'-2'-8'-21'0,"0"1"6"0,0 3 0 15,2 4 2-15,0 0-6 0,0 0-32 0,0 0-50 16,0 0-73-16,0 0-116 0,0 0-208 15,0 0-2-15</inkml:trace>
  <inkml:trace contextRef="#ctx0" brushRef="#br0" timeOffset="86213.06">17965 13784 1416 0,'0'0'178'0,"0"0"38"15,0 0 29-15,0 0 20 0,0 0 23 16,0 0 21-16,0 14 3 0,0-7-13 15,1 1-22-15,1 2-29 0,0 3-22 0,2-2-23 16,0 5-16-16,-3-1-19 0,1 1-20 16,0-1-14-16,3-1-12 0,-3 0-18 15,-1-5-15-15,-1 0-15 0,2 2-10 16,0-5-7-16,0 1-10 0,-2-7-4 0,0 0-6 16,0 0 0-16,0 0-6 0,29-25-3 15,-18 8 6-15,4-8 10 0,2 3 22 0,1 0 27 16,-7 5 42-16,1 3 31 0,-7 4 13 15,3 1 1-15,-3 2-3 0,3 4-6 0,-8 3-2 16,15-3-5-16,-15 3-3 0,22 6-17 16,-13 0-13-16,4 2-14 0,1-1-24 15,-2 0-6-15,0 1-59 0,3-1-28 0,-1 0 0 16,-1-2 0-16,-2 0 0 16,1-3 0-16,-1 0 0 0,-11-2 0 0,23-2 0 15,-12 0 0-15,0-4 0 0,-2 0 0 16,-2-1 0-16,1-1 0 0,-4-2-109 0,4 1-182 15,-7-1-84-15,3-2-115 0,-2-2-135 16,0 1-213-16,0 2 51 0,0-1 85 0,-1 2-650 16,-1 1-806-16</inkml:trace>
  <inkml:trace contextRef="#ctx0" brushRef="#br0" timeOffset="95894.8">18908 13375 2870 0,'2'-13'182'0,"0"3"-8"0,-2 1 17 0,0 2-7 15,0 7-19-15,1-7-18 0,-1 7-17 16,0 0 39-16,0 0 5 0,2 23 9 16,2 0-3-16,-2 16-7 0,0 0-17 0,-2 4-13 15,1 1 3-15,-1-1-9 0,2 3-8 16,-2-7-14-16,3 1-6 0,-3-1-13 15,0 0-11-15,0-8-7 0,0-4-10 16,-3 0-7-16,3-4-7 0,-2-3-6 0,2-1-27 16,-1-4-29-16,1-1-38 0,0-1-37 15,0-4-43-15,1 0-39 0,-1-1-53 0,0-4-77 16,0-4-73-16,0 0-79 0,0 0-68 16,25-14-80-16,-11 0-10 0,7-8-380 15,-2 0-463-15</inkml:trace>
  <inkml:trace contextRef="#ctx0" brushRef="#br0" timeOffset="96193.97">19127 13782 2537 0,'5'-11'0'0,"-3"2"59"0,0 2 38 16,0-1 29-16,-2 8 24 0,3-8 22 16,-3 8 5-16,0 0 15 0,0 0 7 0,0 0 0 15,0 0-4-15,0 0-15 0,0 0-7 16,-7 28-13-16,5-19-6 0,2 6-11 0,0-3-11 16,4-2-11-16,1 4-11 0,-2-2-13 15,-1-2-6-15,6 0-5 0,-3 2-8 16,4-5-6-16,2 0-9 0,0-2-8 0,1-1-4 15,2-2-9-15,-3-2-17 0,-11 0-15 16,29-2-10-16,-11-2-14 0,-5-1-7 0,-1 0-11 16,-1-2-8-16,-4-1 0 0,3-5 2 15,-4 3 1-15,-1 0 5 0,-3-2 2 0,0 1 3 16,-2 0-2-16,2 2 3 0,-4 0-13 16,2 9-4-16,-5-9-16 0,5 9-16 15,-13-2-23-15,13 2-35 0,-29 5-46 16,11 3-45-16,-3 3-48 0,-3 1-81 15,1 6-91-15,5-2-153 0,4-3 35 0,4 1-289 16,2-2-336-16</inkml:trace>
  <inkml:trace contextRef="#ctx0" brushRef="#br0" timeOffset="96394.11">19470 13784 2353 0,'1'-5'125'0,"2"0"17"0,-3 5-3 16,0 0 12-16,6-7 19 0,-6 7 22 0,0 0 11 15,0 0-1-15,0 0-19 0,0 0-17 16,0 0-15-16,-23 22-13 0,15-10-15 0,3 0-12 16,-2 4-13-16,4-1-10 0,-5 4-17 15,4-4-41-15,3 1-41 0,-3-1-53 0,2-3-71 16,2 0-59-16,4 1-55 0,-2-4-57 16,1-2-63-16,3-3-83 0,1 0-91 15,-7-4 43-15,21-4-185 0,-5-2-179 0</inkml:trace>
  <inkml:trace contextRef="#ctx0" brushRef="#br0" timeOffset="96946.03">19679 13837 1825 0,'10'-7'79'0,"-4"2"39"0,-2 2 5 16,-4 3 10-16,0 0 28 0,9-4 35 15,-9 4 16-15,0 0 8 0,0 0-2 16,0 0-9-16,7 16-10 0,-4-11-12 0,-3-5-7 16,2 13-8-16,0-6-10 0,-2-7-13 15,-4 14-9-15,1-7-13 0,1 0-13 16,2-7-8-16,-3 13-9 0,-1-9-9 0,4-4-9 15,-7 10-8-15,1-7-7 0,6-3-11 16,0 0-7-16,-16 0-15 0,16 0-23 0,-9-10-21 16,6 3-12-16,-1-5-1 0,2 0 2 15,0 1 5-15,6-2 0 0,-2 3 4 0,1 0-2 16,-1 1 7-16,2 1 1 0,0 2 2 16,-4 6 6-16,12-6 1 0,-3 3 1 15,-9 3-2-15,15-2 0 0,-15 2 0 16,25 2 3-16,-12-2 0 0,2 1-1 15,5-2-2-15,0 1 1 0,5-2-1 0,0-3-8 16,0 0 2-16,5-7-3 0,-1 1-2 16,-6 1 2-16,-5 0 0 0,6-7-7 0,-3-3-8 15,-5-1-14-15,0-4-18 0,-1-4-31 16,-3-4-39-16,-1-2-33 0,0-13-25 0,-1-1-20 16,-2-1-1-16,-5 3-1 0,-1-8 18 15,0 17 28-15,-4 9 41 0,0 7 24 16,-1 8 24-16,-1 2 35 0,-3 5 44 15,-2 6 46-15,9 1 40 0,-20 10 37 0,8 4 19 16,-1 13 13-16,3 2 7 0,2 3 4 16,3 6-2-16,3 0 0 0,4-1-9 15,2-2-8-15,-1 0-8 0,7-1-13 0,2-4-15 16,-1 0-10-16,2-3-8 0,0-3-12 16,1-5-9-16,-3-1-32 0,2-4-35 0,1 3-47 15,4-6-51-15,-5 1-59 0,-2-2-73 16,1 1-64-16,-1-3-81 0,-4 1-106 0,2 0-164 15,-4-4 35-15,-1 5-399 0,-4-2-472 16</inkml:trace>
  <inkml:trace contextRef="#ctx0" brushRef="#br0" timeOffset="98461.71">16595 14832 2675 0,'1'-14'5'0,"-1"5"51"16,2 4 37-16,-2 5 28 0,0-9 16 15,0 9 29-15,0 0 45 0,0 0 32 16,0 0 20-16,-2 28 10 0,1-10-4 16,-6 17-11-16,3 1-8 0,-3-1-5 15,1 1-17-15,-1-2-11 0,3-1-19 0,2-6-17 16,-4-4-18-16,4-3-19 0,0-3-12 15,1 0-10-15,1-3-19 0,-2-4-6 0,2 0-8 16,-2 1-8-16,2-3-5 0,0-8-11 16,0 11-1-16,0-11-1 0,0 0-11 0,0 0-10 15,0 0-14-15,0 0-11 0,13-30-19 16,-7 10-24-16,3-13-8 0,3-2-6 16,0 5 4-16,-1 2 6 0,-4 5-1 0,3 5 5 15,-2 5 1-15,-3 2-6 16,3 3 1-16,-3 2 8 0,3 2 1 0,-8 4-1 15,15-1 10-15,-15 1-4 0,20 7 4 16,-11 0-1-16,0 3 1 0,1 1 12 0,1-1 10 16,-2 2 3-16,2 0 7 0,-4 1 4 15,0-2 7-15,-3-1 4 0,3 0 1 0,-4-1-4 16,3 0-6-16,-2-3 5 0,-3 1-8 16,-1-7 1-16,6 10 3 0,-6-10-1 0,5 8 1 15,-5-8 5-15,0 0-7 16,0 0 1-16,20-16-2 0,-11 1-8 0,9-8-8 15,-4-3-4-15,4-3 5 0,1 0-3 16,-2 1 3-16,2 3-2 0,-6 7 1 16,-1 0-10-16,-1 5 0 0,1 3-2 0,-2-2 3 15,1 7 2-15,-2-1-9 0,5 4 10 16,-5 2-8-16,-9 0 2 0,25 6-7 0,-12 1 0 16,1 3-11-16,-1 0-33 0,1 3-19 15,-1 3-32-15,-1-1-30 0,1 1-32 0,-4 0-36 16,-3-1-37-16,2 4-50 0,-5-6-40 15,3 3-36-15,-2-1-30 0,-3-3-54 16,-1 1-29-16,2-1-48 0,-4-4-68 0,6-2-442 16,-2-2-512-16</inkml:trace>
  <inkml:trace contextRef="#ctx0" brushRef="#br0" timeOffset="98626.99">17275 14984 2669 0,'9'-22'-42'16,"-1"0"57"-16,1 4 41 0,1 0 31 0,-5 1 36 15,2 6 33-15,-4 1 2 0,3 2-11 16,-1 1 14-16,-5 7-6 0,12 0-15 0,-12 0-9 15,19 17-13-15,-12-1-12 0,5 4-7 16,-3 9-13-16,1 1-22 0,-4 3-44 16,-2-4-45-16,1 4-57 0,-5-5-57 0,0-2-67 15,0-6-74-15,0 1-92 0,0-4-135 16,-1 3-32-16,-1-6-243 0,-2-2-271 0</inkml:trace>
  <inkml:trace contextRef="#ctx0" brushRef="#br0" timeOffset="98777.11">17385 14750 2294 0,'-1'-14'42'0,"-3"3"0"0,1 5-8 16,3-1-1-16,0 7-5 0,-6-7-5 16,6 7-21-16,0 0-48 0,0 0-76 15,0 0-109-15,0 0-178 0,-12 17-166 0,10-9-76 16</inkml:trace>
  <inkml:trace contextRef="#ctx0" brushRef="#br0" timeOffset="99193.92">17465 14887 1665 0,'0'0'136'0,"6"-5"17"16,-6 5-8-16,0 0 2 0,0 0 22 0,0 0 30 15,0 0 20-15,17 9 6 0,-12-1 0 16,1 0-14-16,2-2 4 0,-2 7-17 0,1-1-9 15,1 2-10-15,0-1-13 0,-1-1-10 16,-3-1-13-16,3-1-10 0,-1 0-13 0,0-3-12 16,-2 0-11-16,0 0-8 15,0-2-7-15,-4-5-6 0,9 8-6 0,-9-8-10 16,3 4-6-16,-3-4-6 0,0 0-2 16,14-24-9-16,-6 10-17 0,4-12-9 15,1-1-12-15,0 1-6 0,0 1 0 0,-1 4-1 16,-2 4 4-16,-3 4-3 0,0 1 4 15,-1 3-1-15,1 2 3 0,0 3 4 0,-7 4 0 16,15 0 6-16,-15 0 1 16,0 0 3-16,25 16-4 0,-14-4 1 0,-3 0-2 0,1 5-3 15,2 2-1-15,0-3 4 0,0 1-3 16,-4 3 1-16,1-3-3 0,2 0-8 16,-5-3-21-16,2 1-31 0,-3-3-36 15,4-1-47-15,-6-5-56 0,2 3-53 0,2-2-42 16,-5-2-50-16,-1-5-54 0,8 2-54 15,-8-2-59-15,0 0-50 0,14-11-305 16,-11 3-347-16</inkml:trace>
  <inkml:trace contextRef="#ctx0" brushRef="#br0" timeOffset="99360.77">17999 14880 2342 0,'7'-12'26'0,"1"5"51"0,-7 0 27 16,2 2 27-16,-3 5 18 0,6-8 14 16,-6 8 11-16,0 0-1 0,0 0-4 15,0 0-8-15,18 17-16 0,-11-7-3 0,-2 4-20 16,-1 3-17-16,1 0-6 0,-1 3-12 15,0 2-30-15,0 2-39 0,-3-8-35 16,2 1-55-16,-3-2-56 0,0 3-60 16,0-5-69-16,0-1-96 0,-3-2-143 0,3-2-47 15,-1-2 62-15,1-6-169 0,0 0-145 16</inkml:trace>
  <inkml:trace contextRef="#ctx0" brushRef="#br0" timeOffset="99493.95">18073 14672 1852 0,'-2'-10'36'0,"0"1"3"0,0 1 0 16,0 3-8-16,2 5-5 0,0 0-3 0,-2-10-9 15,2 10-42-15,0 0-76 16,0 0-108-16,0 0-372 0,0 0-84 0</inkml:trace>
  <inkml:trace contextRef="#ctx0" brushRef="#br0" timeOffset="100177.68">18225 14847 1667 0,'0'0'108'0,"10"-2"21"0,-10 2 13 16,0 0 31-16,0 0 49 0,13 6 39 16,-13-6 24-16,9 10 7 0,-4-5-1 15,1 1-4-15,-3 0-3 0,1 3-3 16,2-3-6-16,-5 1-5 0,1 0-25 0,-2-7-19 15,7 11-19-15,-5-8-17 0,-2-3-12 16,3 8-5-16,-3-8-16 0,4 7-10 16,-4-7-7-16,0 0-13 0,6 5-12 0,-6-5-10 15,0 0-9-15,0 0-13 0,0 0-13 16,9-20-1-16,-7 15-9 0,-2 5-3 0,4-12-9 16,-2 7-1-16,-2 5-7 0,4-9-7 15,-4 9-4-15,3-7-4 0,-3 7-5 0,4-5-2 16,-4 5-2-16,0 0 0 15,0 0-7-15,18-2 2 0,-18 2-4 0,0 0 3 16,0 0-4-16,22 4-5 0,-22-4 5 16,10 3-5-16,-10-3 2 0,0 0-4 0,17 1 2 15,-17-1-5-15,0 0-12 0,14-1-2 16,-14 1-5-16,0 0-10 0,14-3-11 16,-14 3 0-16,11-5-21 0,-11 5 0 0,12-7-6 15,-6 5 7-15,-6 2 6 0,9-8 6 16,-9 8 2-16,10-4 3 0,-10 4 11 0,8-3 4 15,-8 3 8-15,0 0 4 0,7-6 3 16,-7 6 5-16,0 0 0 0,9-4-3 16,-9 4-2-16,0 0-22 0,0 0-31 15,14-2-38-15,-14 2-39 0,0 0-41 0,22-2-10 16,-10 2 10-16,1 0-17 0,7-2-32 16,1 0-32-16,2-2-24 0,-1 0-15 0,3-1-6 15,-4-3 8-15,1 2 21 0,-6 0 37 16,-2 0 57-16,1-1 65 0,-6 3 64 15,1 1 52-15,0 0 50 0,-10 3 37 0,9-4 39 16,-9 4 32-16,0 0 18 0,10 10 5 16,-6-1 6-16,-4 3-9 0,2 5-16 0,-1 3-13 15,-1-3-10-15,2 7-18 0,-2-5-10 16,0 8-10-16,0-3-14 0,-2-2-18 0,4-2-31 16,-2-1-35-16,0-2-47 0,-2 1-53 15,2-5-55-15,0-1-60 0,0 1-67 16,-1-4-91-16,2-2-118 0,-2 0-83 15,1-7 58-15,0 7-244 0,0-7-256 16</inkml:trace>
  <inkml:trace contextRef="#ctx0" brushRef="#br0" timeOffset="100327.12">18876 14628 2084 0,'-2'-14'84'0,"0"5"23"15,0 3 5-15,0 0 0 0,2 6 1 16,-5-9-7-16,5 9-7 0,0 0-10 15,0 0-26-15,0 0-57 0,0 0-78 16,0 0-110-16,-12 20-154 0,6-11-145 16,2 0-167-16,1 5-144 0</inkml:trace>
  <inkml:trace contextRef="#ctx0" brushRef="#br0" timeOffset="100676.7">18913 14862 2167 0,'-7'-11'278'0,"7"11"12"0,-4-6 13 0,4 6 18 16,0 0 8-16,0 0-5 0,0 0-27 15,6-12-30-15,-6 12-22 0,11-4-29 16,-4 0-22-16,5 2-18 0,-2 2-24 16,-10 0-12-16,0 0-14 0,26 6-7 0,-16 0 3 15,-4 2 7-15,2 4 12 0,-5 5 11 16,-1 2 9-16,-2 2 11 0,-4 3 5 0,1 9-1 15,-6-1-3-15,2-1-4 0,1-5-5 16,1-4-10-16,-1-2-12 0,4-2-14 16,2-4-41-16,0-1-87 0,0 0 0 0,0-3 0 15,6-2 0-15,0-1 0 0,-1 0 0 16,2-5 0-16,-7-2 0 0,18 1 0 0,-7-2 0 16,9-3-137-16,1-1-165 0,9-6-83 15,6 0-117-15,0-5-134 0,14-4-156 16,3-3-6-16,0 0 103 0,3 1-646 15,-1-3-798-15</inkml:trace>
  <inkml:trace contextRef="#ctx0" brushRef="#br0" timeOffset="101043.26">19758 14909 3848 0,'-29'-2'97'0,"29"2"29"0,-17 0 25 16,17 0 33-16,-15 0 32 0,15 0 26 0,0 0 7 15,-20 2-15-15,20-2-17 0,0 0-18 16,-9 3-19-16,9-3-12 0,0 0-20 0,0 0-14 15,0 0-41-15,0 0-25 16,0 0-17-16,0 0-20 0,0 0-23 0,0 0-17 16,36 1-28-16,-36-1-29 0,20-6-29 15,-7 0-32-15,-1 0-26 0,-3-2-18 0,-2-3-16 16,2 3 2-16,-4-2 1 0,2 1 11 16,-5 1 3-16,0 0 19 0,-2 8 16 15,0 0 13-15,-14-4 18 0,14 4 18 0,-36 10 32 16,8 4 29-16,1 3 32 0,-1 4 34 15,3 4 33-15,2-1 28 0,7-1 23 0,7-2 34 16,5-4 29-16,4 1 33 16,4-5 11-16,3 3 4 0,4-5-4 0,0 0-7 15,0-1-16-15,-1-4-16 0,3 0-26 16,1-1-17-16,-1-2-32 0,1 1-46 0,-5-4-72 16,2 4-73-16,-11-4-92 0,17 4-96 15,-7-1-123-15,-3-2-134 0,1 5-157 0,-4-3-79 16,0 1 74-16,-2 4-562 0,0-1-703 15</inkml:trace>
  <inkml:trace contextRef="#ctx0" brushRef="#br0" timeOffset="108391.82">5147 12729 1346 0,'-16'7'509'15,"-1"-3"-145"-15,2-1-92 0,2 2-38 16,-1-1-23-16,1-1 2 0,1 0-3 0,1 1-9 16,0 1 3-16,3-3-2 0,8-2-5 15,-11 3-15-15,11-3-12 0,0 0-6 0,0 0-11 16,0 0-5-16,0 0-3 0,34-17-10 16,-4 3-14-16,-3-3-12 0,4 0-4 0,1 0-15 15,0-2-8-15,-3 2-8 0,2 2-7 16,-1-2-9-16,-3 3-8 0,-6 2-1 15,-4 3-2-15,-2 1-10 0,-2 1-5 16,-5 1-12-16,2 2-13 0,-5-2-14 16,-5 6-24-16,13-5-23 0,-13 5-27 0,12-4-34 15,-12 4-40-15,8-4-44 0,-8 4-48 16,9-4-49-16,-9 4-48 0,6-4-73 0,-6 4-96 16,4-6-89-16,-4 6 45 0,2-6-324 15,-2 6-364-15</inkml:trace>
  <inkml:trace contextRef="#ctx0" brushRef="#br0" timeOffset="108841.75">6200 12301 2228 0,'-20'-2'-92'0,"8"0"10"0,3 1-29 15,9 1-4-15,-21 0-7 16,9-3 13-16,0 3 12 0,12 0 1 16,-16 0 0-16,8-2-23 0,8 2-30 0,0 0-205 15,-17 2 132-15</inkml:trace>
  <inkml:trace contextRef="#ctx0" brushRef="#br0" timeOffset="109209.92">6138 12368 1084 0,'-13'7'156'16,"-3"-2"18"-16,3 1-9 0,1-2 9 0,1 1 24 15,0-2 35-15,2 1 15 0,9-4 11 16,-11 5-5-16,11-5-13 0,0 0-19 15,0 0-8-15,0 0-10 0,0 0-12 0,38-19-17 16,-5 4-14-16,2-1-18 0,10-4-12 16,-2 1-13-16,5 0-15 0,-6 0-8 15,-10 3-7-15,-1 4-11 0,-3-1-8 16,-4 4-7-16,-9 1-6 0,-2 2-3 0,-4 2-5 16,3-2-6-16,-4 4 1 0,-8 2-11 15,14-6-4-15,-14 6-16 0,9-6-21 0,-9 6-26 16,9-3-33-16,-9 3-42 0,8-3-53 15,-8 3-55-15,0 0-61 0,3-7-65 16,-3 7-89-16,0 0-150 0,3-7 5 0,-3 7 76 16,0 0-257-16,2-9-250 0</inkml:trace>
  <inkml:trace contextRef="#ctx0" brushRef="#br0" timeOffset="109610.26">7359 11918 2499 0,'-24'4'231'0,"4"-4"-8"0,8 0-7 0,-4 0 13 15,7-1 16-15,9 1 5 0,-12-3-9 16,12 3-21-16,-4-7-22 0,4 7-21 0,23-15-21 16,11 1-12-16,12-6-23 0,7-1-30 15,4 1-28-15,2-1-23 0,-3 1-14 16,-1-1-20-16,-6 2-13 0,-3 4-14 16,-10 0 12-16,-9 4 2 0,-4 1 3 0,-6 4 4 15,-3-1 10-15,-5 3 3 0,-2 0 9 16,2 0 1-16,-4 2-1 0,3-2 1 0,-8 4-7 15,9-6 2-15,-9 6-14 0,8-2-19 16,-8 2-35-16,9-3-36 0,-9 3-64 0,0 0-75 16,6-5-79-16,-6 5-107 15,0 0-178-15,2-5-13 0,-2 5 75 0,0 0-330 16,5-10-342-16</inkml:trace>
  <inkml:trace contextRef="#ctx0" brushRef="#br0" timeOffset="109875.19">8960 11418 2874 0,'-15'0'335'0,"15"0"-21"0,-16-4-3 16,16 4 1-16,-7-4 2 0,7 4 1 15,-2-7-35-15,2 7-47 0,8-10-27 16,-1 4-38-16,5-2-54 0,3-2-71 0,4 1-83 16,2 0-78-16,-2-2-116 0,9 0-121 15,-3 3-129-15,-5 0-166 0,-4 3 27 16,-2 3 72-16,-3 0-389 0,-11 2-420 0</inkml:trace>
  <inkml:trace contextRef="#ctx0" brushRef="#br0" timeOffset="116374.54">16914 11125 2681 0,'8'-15'57'0,"-4"2"31"0,0 3 39 16,-2 1 49-16,0 0 44 0,-2 4 37 0,0 5 24 16,1-10 12-16,-1 6-2 0,0 4-8 15,0-10-13-15,0 10-26 0,0 0-2 0,0 0 24 16,0 0 19-16,-11 24-4 0,3-7-8 16,3 6-13-16,-7 8-8 0,4-1-12 0,1 3-17 15,-1 0-18-15,5 0-19 0,-3-5-14 16,1-5-134-16,5 1-38 0,-1 1 0 15,-1-2 0-15,2-3 0 0,0 1 0 16,0-2 0-16,0 2 0 0,2-4 0 0,-1-2 0 16,6 0 0-16,-2 1-111 0,5-3-289 15,-3-2-101-15,7-2-91 0,1-4-101 16,0-2-109-16,-2-3 65 0,5 0-744 0,-1-3-929 16</inkml:trace>
  <inkml:trace contextRef="#ctx0" brushRef="#br0" timeOffset="116607.54">17286 11268 3826 0,'4'-13'-78'0,"2"2"63"0,-3 1 45 0,-3 4 37 15,2-1 30-15,-2 7 32 0,2-10 17 16,-2 10 4-16,0 0 19 0,0 0 12 0,0 0 0 16,0 0-7-16,0 0-17 0,6 25-15 15,-6-11-12-15,0 0-15 0,-2 1-11 16,2 4-13-16,0-2-8 0,0 0-11 0,-2 2-22 15,2-1-42-15,-2 0-36 0,0-4-44 16,0-1-48-16,2 1-57 0,-1-3-66 0,-1 1-59 16,0-4-72-16,-2 1-90 0,1-3-139 15,2-2 10-15,1-4 77 0,0 0-340 16,0 0-341-16</inkml:trace>
  <inkml:trace contextRef="#ctx0" brushRef="#br0" timeOffset="116789.98">17237 11136 2656 0,'-11'-14'178'0,"2"4"27"0,4 2 27 16,-1 2 24-16,2-2 10 0,3 3-13 0,1 5-29 15,1-14-21-15,5 4-24 0,5 3-22 16,5-1-29-16,0-1-53 0,8 2-70 0,-1 2-86 16,0 1-118-16,-5 4-133 15,3-3-133-15,-1 6-139 0,-2-1 49 0,0 4-391 0,-2 4-425 16</inkml:trace>
  <inkml:trace contextRef="#ctx0" brushRef="#br0" timeOffset="117006.93">17079 11575 2996 0,'-16'5'258'15,"7"-3"18"-15,-1 0 17 0,10-2 23 0,-12 3 30 16,12-3 6-16,0 0-18 0,0 0-37 15,0 0-32-15,0 0-26 0,0 0-32 16,42-16-65-16,-23 9-59 0,5 1-78 0,-1-1-66 16,-3 0-68-16,1 3-59 15,-3 0-75-15,-2 3-78 0,0-3-77 0,-3 2-91 16,1 1-145-16,-5-1 42 0,0 2-488 16,1-3-570-16</inkml:trace>
  <inkml:trace contextRef="#ctx0" brushRef="#br0" timeOffset="117540.92">17543 11356 2892 0,'-3'-6'75'0,"3"6"71"0,-8-6 28 16,8 6 12-16,0 0 12 0,-6-7 14 16,6 7 17-16,0 0 10 0,0 0 6 15,0 0 9-15,0 0-6 0,-8 17-19 0,8-17-6 16,-1 13-14-16,1-5-10 0,0 0-4 15,0-8-12-15,1 16-14 0,-2-10-16 0,2 1-10 16,-1-7-6-16,0 13-10 0,0-13-9 16,0 9-5-16,0-9-2 0,2 5 0 0,-2-5-2 15,0 0-4-15,6 6-8 0,-6-6-10 16,0 0-10-16,19-13-8 0,-10 3-9 0,5-2-3 16,-1-2-45-16,3-2-12 0,-1 4 0 15,0 0 0-15,-3 2 0 0,-1 1 0 16,-5 2 0-16,1 2 0 0,1 1 0 15,-8 4 0-15,12-4 0 0,-12 4 0 0,0 0 0 16,0 0 0-16,18 8 0 0,-12-4 0 16,-6-4 0-16,10 10 0 0,-6-5 0 0,-4-5 0 15,7 7 0-15,-7-7 0 0,7 7 0 16,-7-7 0-16,6 6 0 0,-6-6 0 0,8 4 0 16,-8-4 0-16,0 0 0 0,0 0 0 15,19-4 0-15,-19 4 0 0,17-8 0 0,-6 2-8 16,2-4-15-16,-2 5 1 0,-2-1 2 15,1 0-1-15,-3 1 4 0,1 2 4 16,-8 3-3-16,12-4 1 0,-12 4 0 16,0 0 6-16,0 0-4 0,18 11-6 0,-12-8-20 15,-3 4-26-15,2-2-44 0,-1 2-35 16,0 1-40-16,-1 0-50 0,-1-1-67 16,4-3-75-16,-5 4-76 0,3-4-73 0,3 2-84 15,-2-5-91-15,3 2 57 0,-8-3-581 16,15 0-687-16</inkml:trace>
  <inkml:trace contextRef="#ctx0" brushRef="#br0" timeOffset="118073.02">18176 11215 3598 0,'0'0'82'16,"0"0"42"-16,0 0 45 16,0 0 46-16,0 0 37 0,0 0 34 0,0 0 37 15,-27 14-4-15,26-7-3 0,-5 0-7 16,1 1-20-16,4 1-18 0,-1 0-19 0,0 1-22 15,0-2-23-15,0-1-19 0,2-7-20 16,0 16-14-16,-2-11-16 0,2-5-12 16,0 10-13-16,0-10-51 0,0 10-62 0,0-10 0 15,0 0 0-15,0 9 0 0,0-9 0 16,0 0 0-16,0 0 0 0,0 0 0 0,0 0 0 16,0 0 0-16,0 0 0 0,25-27 0 15,-16 13 0-15,4 0 0 0,-2-2 0 0,0 7-58 16,-1-2-12-16,-5 4 7 15,3 1 0-15,-3 2 9 0,-5 4 9 0,10-3 13 16,-10 3 5-16,0 0 8 0,0 0 9 16,8 15 5-16,-8-15 2 0,0 16-2 0,-2-7-3 15,0 0 5-15,2 2-2 0,-2-1-1 16,0-2 4-16,2 2 4 0,0-2-2 0,0-8 0 16,-1 13-3-16,1-8 1 0,0-5-4 15,1 9 9-15,-1-9-3 0,0 0 3 0,10 5-3 16,-10-5-2-16,0 0 2 15,19-3 0-15,-19 3 3 0,20-7 4 0,-9 3-3 0,0 1 0 16,-2-1-5-16,-9 4 6 0,17-3-4 16,-17 3 8-16,15 0 2 0,-15 0 0 15,14 5 5-15,-7-1-6 0,1 1-1 16,-3 0 4-16,4 3-6 0,-4-3 2 0,1 2-5 16,-2 0-1-16,-1 0-5 0,4-1-17 15,-4 1-15-15,-3-7-41 0,8 7-28 0,-6-3-43 16,-2-4-42-16,5 8-59 0,-5-8-78 15,6 0-83-15,-6 0-95 0,0 0-106 16,0 0-120-16,0 0 64 0,0 0-621 16,15-10-744-16</inkml:trace>
  <inkml:trace contextRef="#ctx0" brushRef="#br0" timeOffset="118491.26">18890 11282 3626 0,'0'0'74'0,"0"0"33"0,0 0 22 0,0 0 25 16,0 0 27-16,0 0 12 0,0 0 6 15,0 0-4-15,0 0-7 0,0 0-15 0,0 0-17 16,0 0-12-16,0 0-12 16,0 0-16-16,0 0-13 0,0 0-8 0,0 0-13 0,0 0-14 15,0 0-18-15,20-3-9 16,-13-1-6-16,2-3-4 0,2 3-4 0,-4-3 0 15,0-4-2-15,2-1-2 0,-8 4 1 16,3-3-1-16,0 1 1 0,-4 3-2 0,-2-1-4 16,-2 0 0-16,-1 4-1 0,-7 0-8 15,1 2 0-15,11 2 4 0,-27 0-1 0,11 4-1 16,3 0 5-16,-3 4 2 0,4 1 5 16,-1 3 2-16,-1 0 9 0,1 3-2 15,1 0 3-15,1 2 1 0,2 1-8 0,-2-1 4 16,6 1-9-16,-3 0-2 0,5-3-1 15,-3 2-4-15,3-1-12 0,3-2-29 0,0-1-39 16,3-1-41-16,3 1-56 16,-1-5-63-16,3-1-77 0,4-2-80 0,-1-1-90 15,5-3-79-15,6 0-106 0,3-2 32 16,12-4-524-16,6-3-615 0</inkml:trace>
  <inkml:trace contextRef="#ctx0" brushRef="#br0" timeOffset="118924.13">19543 11001 2934 0,'7'-17'-49'0,"-3"2"70"0,-4 3 63 0,-2 3 54 16,-4 1 42-16,1 2 47 0,-5 0 36 16,0 4 24-16,10 2 20 0,-23-2 10 15,8 6 14-15,-6 6 11 0,-7 9 0 16,-5 8 1-16,-1 7-17 0,2 2-21 0,-1 3-26 16,3 0-27-16,-1 0-19 0,6-1-24 15,0-1-19-15,9-6-23 0,-2-2-15 0,7 0-141 16,-1-8-11-16,7-1 0 0,-3 0 0 15,5-9 0-15,-5 4 0 0,5-5 0 16,2 0 0-16,-1-1 0 0,0-3 0 0,0 0 0 16,2-6 0-16,0 0 0 0,0 0 0 15,0 0 0-15,0 0 0 0,0 0 0 0,0 0-90 16,14-24-88-16,-12 15-2 0,-2-3 3 16,0-1 11-16,0 1 4 0,-2-2 15 0,-2 2 7 15,1 1 13-15,2-1 13 16,-1 3 11-16,0 3 10 0,-4-1 17 0,6 7 19 15,-7-5 18-15,7 5 19 0,0 0 16 16,0 0 12-16,-23 12 1 0,17-4 15 0,1 1 3 16,1 1 4-16,-1 2-3 0,4-1-4 15,-1 0-1-15,0 0 0 0,6 0-8 0,-3-1-20 16,6 2-30-16,0-4-38 0,4 1-45 16,3-3-57-16,-1-2-81 0,7-1-66 0,-2-3-57 15,1 0-54-15,3-3-17 0,3 1-21 16,-3-3-5-16,-1-1 21 0,0 0-525 15,0-1-458-15</inkml:trace>
  <inkml:trace contextRef="#ctx0" brushRef="#br0" timeOffset="119092.02">19346 11405 2463 0,'17'-12'-79'16,"-4"2"81"-16,-1 2 56 16,-4 1 43-16,-3 3 42 0,1-2 35 0,-6 6 32 15,5-6 33-15,-5 6 30 0,0 0 18 16,0 0 11-16,0 0 4 0,-2 21-3 0,-1-11-12 16,-5 4-22-16,3 1-30 0,-1 1-21 15,1 3-23-15,-4-2-40 0,4-1-50 0,-1-2-56 16,5 2-57-16,-1-4-50 0,0 1-53 15,2-5-63-15,-2 0-62 0,0-1-57 0,2-7-55 16,4 9-56-16,-4-9-51 0,0 0-48 16,11 2-61-16,-11-2 30 0,14-9-360 0,-7 0-375 15</inkml:trace>
  <inkml:trace contextRef="#ctx0" brushRef="#br0" timeOffset="119223.03">19500 11393 2280 0,'12'-25'-46'0,"1"-3"61"0,3-1 46 0,-2 0 36 15,0-2 31-15,-1 3 25 16,-4 5 19-16,0 3 0 0,-4 5-5 0,-3 3-9 15,4 2-19-15,-3 0-19 0,-1 2-31 16,0 1-49-16,-2 7-60 0,0-11-69 0,-2 6-78 16,2 5-103-16,0-9-111 0,0 9-108 15,4-8 37-15,-4 8-187 0,7-9-135 0</inkml:trace>
  <inkml:trace contextRef="#ctx0" brushRef="#br0" timeOffset="119457.33">20004 10836 2162 0,'0'-10'269'0,"0"2"25"16,0 0 15-16,0 8 18 0,0 0 21 16,-4-8 31-16,4 8 5 0,0 0 2 15,0 0-7-15,-31 31-10 0,17-3-19 0,-8 8-36 16,-3 6-17-16,2 5-23 0,0-3-25 16,1 2-21-16,1 0-25 0,0 0-21 0,2-4-23 15,2 1-35-15,1-9-46 0,1 1-61 16,-1-3-68-16,3-1-74 0,2 0-73 15,-3-2-72-15,3-2-90 0,2-5-76 16,3-2-76-16,-4-5-67 0,7-4-150 0,-3 4 29 16,4-6 74-16,2-4-563 0,0-5-653 15</inkml:trace>
  <inkml:trace contextRef="#ctx0" brushRef="#br0" timeOffset="120239.85">19774 11368 3483 0,'-1'-4'56'16,"1"4"45"-16,-4-8 29 0,4 8 27 15,0 0 22-15,-4-5 6 0,4 5-6 16,0 0-7-16,0 0-16 0,0 0-19 0,0 0-10 16,0 0-15-16,0 0-12 0,0 0-10 15,0 0-14-15,25 1-12 0,-25-1-14 0,0 0-15 16,0 0-5-16,13 4-6 0,-13-4-2 16,0 0-6-16,0 0-3 0,0 0-1 0,0 0-6 15,8-5 2-15,-8 5-8 16,0 0-7-16,-3-9-12 0,3 9-13 0,-3-10-3 15,3 10-3-15,0-9 6 0,3 4 0 16,-3 5 4-16,3-12 0 0,-1 7 3 0,-2 5 4 16,6-8-1-16,-4 4 2 0,-2 4 1 15,5-5 1-15,-5 5 6 0,9-5-5 0,-9 5 0 16,11-2-9-16,-11 2-9 0,11-4-14 16,-11 4-17-16,15-1-15 0,-5 1-12 0,-10 0-18 15,21-5-9-15,-12 2-14 0,6-1-4 16,-1-3 1-16,0 2 11 0,0-4 13 0,1-1 7 15,3 0 16-15,-7 1 14 16,3 0 23-16,-5 5 20 0,-2-1 23 0,2 1 18 0,-4-2 27 16,1 4 22-16,-6 2 17 15,9-4 20-15,-9 4 15 0,5-4 16 0,-5 4 14 16,0 0 8-16,0 0 3 0,0 0-9 16,0 0-5-16,12 8-13 0,-12-8-9 0,8 6-13 15,-8-6-10-15,5 4-8 0,-5-4-11 16,11 4-8-16,-8 0-18 0,7-2-17 15,-10-2-18-15,14 0-18 0,-4 0-15 0,-10 0-7 16,24-2-9-16,-13 1 2 0,2-2-1 16,0 1-3-16,-2-2 5 0,0 1 5 0,-4-2 11 15,2 5 11-15,-9 0 16 0,11-2 3 16,-11 2 8-16,0 0 7 0,0 0 9 16,0 0 3-16,-1 14-4 0,1-14-3 15,-8 11-2-15,4-3-1 0,3 2-5 0,-3-2 0 16,2-1-4-16,0 1-5 0,0-1-6 15,2-7-21-15,0 11-19 0,0-6-25 0,0-5-26 16,2 10-24-16,0-6-46 0,-2-4-44 16,7 3-40-16,-7-3-49 0,12 2-64 0,-12-2-68 15,0 0-133-15,23-4 14 16,-14 1 52-16,3 1-260 0,-1-2-235 0</inkml:trace>
  <inkml:trace contextRef="#ctx0" brushRef="#br0" timeOffset="120506.11">20893 10704 2142 0,'0'-15'142'0,"0"1"64"15,-2 2 20-15,2 6 27 0,-1-1 24 16,1 1 10-16,0 6 6 0,0 0-2 0,0 0 3 16,0 0 8-16,30 33-4 0,-12-4 3 15,-4 5 2-15,4 13 0 0,-7 8-6 16,-4 4-5-16,-5 2-22 0,-5 2-28 0,-3 2-21 15,-7 0-24-15,-6 1-18 0,-4-6-20 16,-12 11-32-16,5-16-38 0,-1-5-45 16,-1-3-53-16,0-7-48 0,-1-2-66 0,-1-3-76 15,7-12-70-15,1-1-90 0,1-4-96 16,-2-2-97-16,7-4-128 0,2-4-67 0,5 1 66 16,-3-4-647-16,3 0-784 0</inkml:trace>
  <inkml:trace contextRef="#ctx0" brushRef="#br0" timeOffset="120922.99">18658 11857 3383 0,'-32'1'-54'0,"3"-1"49"15,6 2 16-15,6-2 17 0,2 0 25 16,8 0 24-16,7 0 11 0,0 0 4 0,0 0-5 15,0 0-7-15,61-3-5 16,5-1-12-16,14-1-29 0,30-2-32 0,9-1-38 16,1 1-23-16,-6-4-24 0,-2 3-12 15,-5-1 2-15,-24 3 9 0,-10-1 7 0,-6 0 3 16,-10-2-1-16,-15 5 7 0,-12 0 11 16,-7 0 9-16,-1 2 8 0,-8 1 2 0,-2-2-5 15,1 3-19-15,-4 0-35 0,-9 0-69 16,13-3-87-16,-13 3-146 0,7-3-30 0,-7 3-128 15,0 0-60-15</inkml:trace>
  <inkml:trace contextRef="#ctx0" brushRef="#br0" timeOffset="123857.34">24266 11397 1788 0,'-2'-10'148'0,"0"2"34"0,2-2 19 16,0 10 33-16,0-9 18 0,-1 5 6 16,1 4 0-16,0-9-14 0,0 9-21 0,0 0-5 15,0 0 4-15,0 0 11 0,0 0 5 16,0 0-8-16,10 38-1 0,-10-19-27 0,0 9-20 16,-7 8-19-16,4 0-17 0,-5 0-8 15,1 1-22-15,-1-3-7 0,-2-1-9 0,-1-2-11 16,4-1-20-16,-5-7-35 15,4-6-39-15,-1 2-43 0,1-5-48 0,0 0-58 16,1-4-65-16,2-2-76 0,1 1-67 16,-3-5-78-16,7-4-68 0,-5 3-94 0,5-3 6 15,0 0-486-15,0 0-553 0</inkml:trace>
  <inkml:trace contextRef="#ctx0" brushRef="#br0" timeOffset="124274.13">24264 11369 2879 0,'7'-19'-15'0,"-3"-2"49"0,-3 5 44 15,5 3 38-15,-4 2 41 0,0-1 12 16,1 0-3-16,5 0-13 0,-2 2-10 0,3 0-9 16,2 0-12-16,3 6-3 0,3-1-6 15,1 2-12-15,-2 3-9 0,4 6-8 16,-1 0-7-16,-1 7-9 0,6 2-5 16,-9 2 0-16,-4-1 4 0,0 3 11 0,-4 0 8 15,-5-1 19-15,-4 3 10 0,-5 3 12 16,-4 9 10-16,-4-3 0 0,-6 2-9 0,0-3-1 15,0-2-6-15,0-3 0 0,2-4-9 16,4-2-4-16,3-5-14 0,5-2-5 0,1-3-10 16,1 1-5-16,2-2-3 0,-3 1-2 15,6 2 4-15,-1-2-10 0,1 0-10 16,0 2 6-16,1 3-10 0,-1-2-4 16,2 0-4-16,2 1-6 0,1-1 0 0,-2 2-2 15,-3 1 2-15,6-3 16 0,-4 1 1 16,0-1 8-16,-1-1 14 0,-1 0 16 0,2-1 14 15,-2-3 8-15,2 3 7 0,-2-9-72 16,-2 12-47-16,0-5 0 0,-1 0 0 0,-3-2 0 16,6-5 0-16,-14 7 0 0,3-4 0 15,11-3 0-15,-19 0 0 0,6 0 0 0,13 0 0 16,-25-8 0-16,16 2 0 0,-3-2-351 16,4-1-189-16,3-1-102 0,1 3-105 0,4 2-54 15,0 5 65-15,6-10-752 16,-3 5-934-16</inkml:trace>
  <inkml:trace contextRef="#ctx0" brushRef="#br0" timeOffset="124673.09">24637 11681 4101 0,'3'-6'53'0,"-1"-1"49"0,0 3 24 0,-2 4 24 16,-2-8 22-16,2 8 6 0,0 0-9 15,0 0-3-15,0 0 8 0,0 0 9 0,0 0-15 16,9 19-11-16,-5-7-12 0,-2 2-17 15,0-1-2-15,0 5-1 0,-2 1 1 0,-4-2 1 16,0 1 3-16,-1 5-8 0,-3-3-5 16,-4-1-7-16,3-2-1 0,-4-2-15 0,3 3-2 15,-5-5-13-15,1-1-3 16,0 0-7-16,0-4-3 0,4-4-10 0,-1-1-9 16,-1-3-6-16,12 0-19 0,-14-9-18 15,6-2-20-15,4-4-12 0,2-2-3 0,4-5-13 16,4-11-8-16,3 5 10 0,2 5 2 15,-2 4 6-15,0 3 2 0,-2 4 2 0,3 2-1 16,-2 1 6-16,-3 5-1 0,5 0 7 16,-3 2-2-16,-7 2 8 0,19 3 0 15,-7 3 4-15,1-1-2 0,4 0 3 0,2 3-6 16,1 3-2-16,-4-4-43 0,6 1-50 16,-3 1-61-16,0-2-57 0,-4-2-73 15,4 2-74-15,-4-2-68 0,0-2-78 16,3-1-102-16,-3 3-45 0,-2-3 53 0,0-1-492 15,-1 1-575-15</inkml:trace>
  <inkml:trace contextRef="#ctx0" brushRef="#br0" timeOffset="124905.97">25084 11662 3271 0,'0'-16'159'16,"2"5"44"-16,-2 1 31 0,0 3 28 16,0 7 19-16,-2-9 2 0,2 9-1 0,0 0 2 15,0 0 3-15,0 0-4 0,-21 24-15 16,11-13-23-16,1 9-20 0,-9 5-26 0,6 0-12 15,1 3-28-15,0-5-11 16,6-2-20-16,-1-3-10 0,4 1-28 0,2 1-33 16,2-1-39-16,0-4-43 0,0 1-44 15,2-3-44-15,-1-1-47 0,6-3-46 0,-4-1-67 16,4-2-74-16,1-4-72 0,2-2-66 16,-12 0-54-16,32-10-58 0,-14-1-51 15,7-5 50-15,2-4-488 0,6-9-556 0</inkml:trace>
  <inkml:trace contextRef="#ctx0" brushRef="#br0" timeOffset="125106.78">25378 11507 2793 0,'12'-44'-54'0,"4"-7"66"16,-1 3 55-16,-3-5 67 0,-1 4 57 16,-5 9 46-16,-2 6 36 0,2 9 21 15,-2 5 21-15,-3 3-7 0,3 5 2 16,-2-2-10-16,0 4-21 0,-2 0-34 0,2 5-25 16,-2 5-6-16,0 0 6 0,0 0-10 15,-10 22-18-15,5-1-14 0,-4 14-23 0,-3 12-13 16,-1 4-14-16,-1 2-12 0,-1 4-15 15,-1 0-16-15,3-3-46 0,-1 2-57 0,-2-5-52 16,4-1-72-16,4-11-75 0,-3 1-82 16,3-1-84-16,-1-6-81 0,0-1-70 0,3-6-71 15,1-7-92-15,4-4 49 0,1-3-586 16,0-5-695-16</inkml:trace>
  <inkml:trace contextRef="#ctx0" brushRef="#br0" timeOffset="125289.09">25320 11838 3336 0,'6'-16'10'0,"-1"3"64"0,0 1 53 15,1-2 43-15,-3-1 36 0,5-5 21 16,-1 4 11-16,3-4-1 0,5-5-9 0,1-2-20 16,-2 2-16-16,4-1-23 0,-1 3-20 15,-2-1-17-15,-4 5-43 0,1 4-51 0,1-2-63 16,-2 4-72-16,1-5-97 0,-4 7-81 16,-1 1-72-16,2-2-77 0,-2 4-62 0,-2-1-84 15,-1 4 11-15,0 2-412 0,-4 3-447 16</inkml:trace>
  <inkml:trace contextRef="#ctx0" brushRef="#br0" timeOffset="125456.65">25496 11533 2649 0,'-9'15'43'0,"2"1"60"0,2-1 58 15,-1 0 43-15,1 4 31 0,-1 3 26 0,-4 7 9 16,4-6-4-16,4 0-13 0,-3-1-19 16,-1-3-20-16,4 5-23 0,2-6-21 0,-1 1-9 15,1-2-22-15,0 2-31 0,-2-7-54 16,4 4-65-16,-1-5-79 0,1-2-106 15,2 0-97-15,-2-1-113 0,2-5-121 16,-1 2-101-16,-3-5 44 0,14 4-430 0,-5-4-489 16</inkml:trace>
  <inkml:trace contextRef="#ctx0" brushRef="#br0" timeOffset="125707.95">26064 11350 2787 0,'-8'-23'119'15,"0"4"46"-15,1 3 30 0,-2-1 41 0,0 4 42 16,4-1 35-16,-1 4 20 0,1 0-14 16,1 1-18-16,-2 1-28 0,6 8-24 0,0 0 5 15,0 0-3-15,-23 27-5 0,11 3-15 16,-1 17-23-16,1 5-21 0,-2 0-16 16,1 5-21-16,-3-2-12 0,-2 1-14 15,4-3-20-15,-4-3-40 0,3-3-59 0,-2-4-63 16,4-6-58-16,2-1-63 0,-1-3-58 15,-1-3-82-15,-1-2-76 0,3-8-68 16,2-5-80-16,-2-3-106 0,2 0-43 0,4-4 59 16,-4-1-529-16,4-3-629 0</inkml:trace>
  <inkml:trace contextRef="#ctx0" brushRef="#br0" timeOffset="125889.08">25631 11783 3205 0,'-10'-18'149'0,"1"4"51"0,4 3 29 16,-4 1 33-16,6 2 55 0,-1 0 37 0,0 2 7 15,4 6-7-15,-3-11-29 16,1 7-27-16,2 4-31 0,5-13-25 0,5 6-23 16,3 1-30-16,0-1-39 0,9-1-69 15,-2 2-86-15,1 0-82 0,4 1-83 0,0 5-96 16,-5-2-106-16,3 2-103 0,4 2-114 16,0 0-145-16,-2 1 57 0,-4 7-625 0,1-2-759 15</inkml:trace>
  <inkml:trace contextRef="#ctx0" brushRef="#br0" timeOffset="126371.75">25974 11913 3423 0,'-13'5'48'15,"1"0"67"-15,0 1 50 0,3-2 35 16,2-2 38-16,7-2 33 0,-14 6 15 0,14-6 19 16,-9 2-8-16,9-2-16 0,0 0-16 15,-8 4-27-15,8-4-18 0,0 0-21 0,0 0-20 16,0 0-17-16,0 0-20 0,0 0-15 15,0 0-12-15,29-10-16 0,-20 3-16 16,3 0-8-16,-1-1-10 0,4-6-7 0,-5 4-4 16,3-5-9-16,-4-3-2 0,5-7-3 0,-1-4-4 15,-4 5-6-15,-2 1-1 0,-3 1 0 16,-1 1-1-16,1 3 2 0,-4 1-1 16,0 2-2-16,-4 2-5 0,2 1-6 15,-1 2-3-15,-5 2 1 0,0 2 1 0,-3 2-5 16,0 2-2-16,11 2-1 0,-27 4-1 15,15-2-2-15,12-2-4 0,-17 6 0 16,14-4 0-16,3-2 0 0,0 0 0 0,0 0 0 16,0 0 0-16,22 7 0 0,-22-7 0 15,35-5 0-15,-17 2 0 0,7-2 0 0,-3 3 0 16,-4-2 0-16,2 4 0 0,-6 0 0 16,4 2 0-16,-2 0 0 0,-2 4 0 0,-1 2 0 15,1 2 0-15,-3 1 0 0,-1 3 0 16,2 2 0-16,-5 0 0 0,0 0 0 15,0 0 0-15,-2-1 0 0,1-1 0 16,-1 0 0-16,-3 1 0 0,2 1 0 0,-1-4-60 16,-1 0-276-16,-1 0-103 0,1-4-86 15,0 1-100-15,0-2-124 0,2 0-16 0,1-1 71 16,3-4-666-16,0 1-814 0</inkml:trace>
  <inkml:trace contextRef="#ctx0" brushRef="#br0" timeOffset="126774">26672 11652 3844 0,'0'-10'78'0,"-7"5"35"0,7 5 34 0,-9-4 33 16,9 4 26-16,0 0 23 0,0 0 9 15,-27 13 12-15,20-7-1 0,0 4-5 0,-2-2-8 16,6 1-4-16,-5 2-7 0,3 0-30 16,-1 0-14-16,1-1-17 0,-2 0-9 15,3 0-11-15,-3-1-9 0,1-1-10 0,3 1-8 16,-6-1-7-16,4-1-7 0,-2-2-8 15,-3 0-10-15,4-1-7 0,6-4-45 0,-15 5-33 16,15-5 0-16,-18-2 0 0,18 2 0 16,-16-12 0-16,10 2 0 0,0-4 0 0,4-3-8 15,2-2-47-15,5-4 3 16,-2-1 5-16,5 3 10 0,-3 1 0 0,1 3 11 0,-3 3-1 16,4 6 7-16,-3 1-1 15,-1 2 11-15,-3 5-2 0,0 0 13 0,0 0-5 16,22 17 6-16,-19-8-2 0,7 1 1 15,-3 4-2-15,0-2 2 0,3 1-8 0,0-1-9 16,1 5-30-16,-3-5-33 0,1-1-35 16,2-1-40-16,1-1-35 0,1-1-39 0,-1 0-44 15,-1-4-51-15,1 0-39 0,1 0-47 16,0-4-53-16,-1 0-34 0,5-2-40 0,-1-4-52 16,-2 2 14-16,8-5-441 0,3-5-490 15</inkml:trace>
  <inkml:trace contextRef="#ctx0" brushRef="#br0" timeOffset="127921.94">26889 11675 2520 0,'17'-11'-90'0,"-5"1"62"0,-3 6 60 15,-4-2 47-15,-1 1 52 0,-4 5 54 16,4-4 42-16,-4 4 35 0,0 0 23 0,0 0 1 16,0 0-7-16,0 0-1 0,0 0-2 15,0 0-17-15,0 0-18 0,0 0-28 0,-24 16-21 16,20-9-16-16,1-1-17 0,1 5-17 16,1-3-29-16,-1 2-45 0,-2 2-36 0,2-1-46 15,0 1-48-15,4-3-45 0,0 1-38 16,2-2-44-16,-1 0-43 0,6-3-44 0,2 0-38 15,2-3-42-15,3-2-4 0,7-4 6 16,9-6 14-16,-2-4 3 0,12-11 25 0,-4-7 39 16,1-7 53-16,-1-7 38 15,10-20 30-15,-1 1 41 0,-1-6 34 0,-5-5 36 16,8-1 41-16,-12 5 30 0,-6 20 27 16,-4 6 28-16,-7 5 38 0,-6 12 31 15,-3 6 36-15,-6 5 16 0,-5 6 6 0,5-1 15 16,-8 5 18-16,1 0 13 0,2 8 4 15,-7-6 3-15,7 6 3 0,0 0 22 0,-29 26 12 16,13 3-2-16,-9 12-4 0,0 5-14 16,-4 4-17-16,4 4-20 0,0 6-24 0,1-2-21 15,-1 0-17-15,1 2-18 16,2-1-20-16,4-5-15 0,-2 0-14 0,7-4-22 0,3-9-48 16,3-6-48-16,0-4-48 15,1-4-46-15,-1-6-47 0,6-4-47 0,-1-1-38 16,0-4-41-16,2-2-33 0,0-3-44 15,2-2-21-15,-2-5-5 0,3 5 5 0,-3-5 27 16,0 0 39-16,14-12 40 0,-10 4 49 16,2-1 53-16,-1 2 49 0,2-1 59 0,-4-3 43 15,3 3 41-15,-2-2 36 0,1-2 36 16,1 0 36-16,2 0 31 0,1-5 22 0,2 0 15 16,1 2 3-16,12-5-3 0,-1-6 2 15,4 0-12-15,9-5-11 0,0-1-15 16,3-1-16-16,-3-1-12 0,4 1-16 15,0 0-15-15,-4 0-18 0,2 2-34 0,-11 8-23 16,-2 3-27-16,-6 6-23 0,-7 5-29 16,-1 1-22-16,-6 3-6 0,-3 3-8 15,-2 2-3-15,0 0 8 0,0 0-2 0,0 0 2 16,-32 17-3-16,17-7-3 0,-1 4 4 16,1-2 6-16,-6 8 5 0,2-1 15 0,0 5 17 15,2 2 30-15,2 2 27 0,-1 1 30 16,2 2 29-16,0-2 20 0,1 0 10 0,-1 2 15 15,5-2 4-15,-4-2 3 0,4 0-8 16,6-7-3-16,-1-3-3 0,0-1-13 16,2-1-4-16,2-1-4 0,2-6 2 15,-2 1-7-15,4 1-2 0,0-4-11 0,-1 0-8 16,-3-6-9-16,18 4-5 0,-9-4-6 16,-9 0-3-16,27-10-4 0,-8 2-5 0,3-3-12 15,-4 0 3-15,0 1-9 0,-4 1-3 16,-2 3-2-16,0 1 1 0,-3-3-5 0,1 4 1 15,-5 0 3-15,3-2-6 0,-3 4 2 16,-5 2 8-16,0 0 4 0,11 0-5 0,-11 0-2 16,0 0-1-16,0 0 0 0,11 4-4 15,-11-4-2-15,0 0 0 0,9 5-16 16,-9-5 0-16,7 3 0 0,-7-3 0 16,10 4 0-16,-10-4 0 0,19-1 0 0,-7-2 0 15,1 3 0-15,1-3 0 0,0 0 0 16,4-3-16-16,0 1 0 0,2 1 4 0,1-4-1 15,-4 4 5-15,-1-2-2 0,-5 3 4 16,-2-1 8-16,1 3 3 0,-3-1 9 0,-7 2 14 16,0 0 4-16,11 7-32 0,-11-2 0 15,0-5 0-15,-3 20 0 0,-5-9 0 0,5 3 0 16,-7-1 0-16,4 1 0 0,-1 5 0 16,-3-2 0-16,5 2 0 0,-2-2 0 0,5-3 0 15,-1 1 0-15,1-1 0 0,0-4 0 16,2 4 0-16,0-4 0 0,-2 2 0 15,0 3 0-15,1-4 0 0,-1 1 0 16,-4 4 0-16,1 1 0 0,-7-1 0 0,-5 7 0 16,-6-4 0-16,-4 0 0 0,-3-5 0 15,-6 3 0-15,-3-3 0 0,-14-2 0 0,9-2 0 16,-12-2 0-16,13-2 0 0,1 0 0 16,2-1 0-16,9-1 0 0,9-1 0 0,4 1 0 15,6-1 0-15,0 0 0 0,2-3 0 16,10 0-727-16,-12 0-252 0,12 0-1226 0,0 0-1611 15</inkml:trace>
  <inkml:trace contextRef="#ctx0" brushRef="#br0" timeOffset="133269.96">29366 9532 5356 0,'10'-7'-425'0,"-3"0"66"0,-3 2 42 16,0 1 44-16,-4 4 37 0,3-6 38 0,-3 6 29 15,4-5 30-15,-4 5 22 0,0 0 22 16,0 0 16-16,0 0 13 0,0 0 17 0,-15-6 13 16,15 6 4-16,-17 0 4 0,17 0 4 15,-22 2 5-15,10 0 0 0,2-2 7 0,-1 2 0 16,11-2 0-16,-14 1 4 15,14-1 1-15,-11 2 2 0,11-2 1 0,0 0 4 16,-1 5-2-16,1-5 0 0,0 0 0 0,0 0 1 16,25 3 1-16,-25-3-1 0,20-1-3 15,-20 1 6-15,16 0-1 0,-16 0-6 0,11 0 2 16,-11 0-2-16,0 0 0 16,0 0 1-16,0 0 2 0,0 0 8 0,0 0 6 15,-54 0 6-15,25 1 7 0,1 1 7 16,0-2 4-16,-1 2 10 0,8-2 6 0,2 2 0 15,2-2 2-15,1 0-4 0,3 0 0 16,3 0-10-16,10 0-1 0,-16 3 1 0,16-3-2 16,-10 1-5-16,10-1-4 0,0 0-3 15,0 0-3-15,0 0 4 0,0 0-5 16,0 0-5-16,33 4 2 0,-22-6-5 16,-11 2-4-16,21 0 3 0,-14-2-4 15,-7 2-3-15,12-1-2 0,-12 1 3 0,0 0 1 16,0 0 4-16,-33-9 7 0,-5 4 9 15,-3 2 14-15,-5-2 1 0,-4 1 14 0,4 1 0 16,3-2-2-16,2 3-2 0,15 2-4 16,3-2-1-16,8 2-10 0,2 0 5 0,13 0-7 15,-18 6-18-15,18-6-34 0,-2 10-48 16,10-3-39-16,4 3-53 0,4 0-58 0,6 0-87 16,8 4-116-16,-3-2-99 0,-4-3 38 15,-5-1-125-15,-4-1-103 0</inkml:trace>
  <inkml:trace contextRef="#ctx0" brushRef="#br0" timeOffset="133805.79">28684 9600 1559 0,'-4'6'-70'0,"4"-6"21"0,0 0 7 16,-10 4 16-16,10-4 23 0,0 0 12 16,-18 0 4-16,18 0 5 0,-25-4 7 0,10 2 0 15,-3 0-8-15,-1 0-1 0,1 0 0 16,-4 1-6-16,3 1 4 0,2-2-5 0,3 0 1 16,1 2 2-16,2 0-4 0,11 0 0 15,-17-1-17-15,6 1-20 0,11 0-16 16,-20 1-32-16,11 1-27 0,9-2-36 15,-21 0-260-15,10 0 89 0</inkml:trace>
  <inkml:trace contextRef="#ctx0" brushRef="#br0" timeOffset="133974.41">27916 9619 990 0,'-32'-4'-40'0,"0"3"0"0,-9-3 16 16,-1 0 17-16,0-2 7 0,0 3 11 15,-1-4-1-15,0 0 2 0,7 2 6 0,0 0-10 16,4 1 0-16,7 1-20 0,-2-1-19 16,8 3-17-16,-1-1-20 0,-2 0-37 15,9 1-127-15,0-1 79 0</inkml:trace>
  <inkml:trace contextRef="#ctx0" brushRef="#br0" timeOffset="143134.56">24179 9498 584 0,'0'0'-36'15,"-4"-6"2"-15,4 6 12 0,-2-6 8 16,2 6 1-16,0 0 4 0,4-10 8 16,-4 10-2-16,6-7 11 0,0 5-7 15,-6 2 7-15,11-6-3 0,-4 2 20 0,1 2-14 16,3 0-7-16,1-2 10 0,1 2 0 16,4-2 8-16,2 4-4 0,8-3 2 15,11-1 2-15,3 0 3 0,0 0 4 0,6 2-3 16,1-2-2-16,2 0-4 0,-3 2 2 15,3 0-8-15,-3 2-3 0,2 0 3 0,-3 0 16 16,-7 2-23-16,-6 2 0 0,-5-2-5 16,-1 2 6-16,-5-2-1 0,0-2 5 0,-5 3-12 15,2-2 6-15,-4 3-3 0,-2-4 2 16,1 2-3-16,-3 0 5 0,3-2-1 0,-5 3-10 16,2-3 9-16,0 2-3 0,-2 0-2 15,-9-2 2-15,19 2 0 0,-8 0 1 0,0 0 2 16,1 0-3-16,1 0-7 15,1-2 10-15,1 3 9 0,-2-2 5 0,3 1-18 16,-2 2 1-16,4-2-1 0,-2 1-3 16,-2 1 2-16,-1 0 0 0,5 2-3 15,-2-2 2-15,-2 2-2 0,-1 1 5 0,3-2-3 16,0 0 2-16,-1 0-2 0,0 0 6 16,2 0-3-16,0-1-6 0,2-1 7 0,0-1-3 15,4 1 2-15,4-1 2 0,1 0-2 16,1-2 0-16,-1 0-10 0,3 0 7 0,1 0-5 15,-3 0 5-15,-1 0 4 0,1 0-4 16,-2 3-1-16,-6-3-1 0,-3 2-8 16,-2-2 2-16,-1 1-6 0,1 1 4 15,-3-2-3-15,0 2 10 0,0 0-6 0,-1-1-2 16,3 1 3-16,-1-2 17 0,-1 2-18 16,0-2 1-16,1 0 4 0,-1 1-10 0,2-1 5 15,-2 0 7-15,3 2-12 0,-1-2-3 16,2 0-2-16,0 0 2 0,2 2-2 15,5 0-4-15,-6-2 4 0,7 3-1 0,2-1 3 16,-2 0-1-16,1 1-8 0,1 0-7 16,2 1-3-16,-2-3-3 0,9 5 5 0,2-1 2 15,-1-2 18-15,-2-1 1 0,3 0-8 16,0 1 6-16,-4 0 3 0,4-3-5 16,-2 0 2-16,-5 2 1 0,-3-4 1 15,5 2 1-15,-5 0 3 0,-1 0 0 0,0-3-1 16,0 2 0-16,-2-1 1 0,0-2 3 15,0 2-1-15,-3-1 1 0,-1 1-1 0,-1-1 0 16,-2 1 1-16,1-1 5 0,0 1-1 16,-2 2 1-16,3-2 0 0,-5 0-1 15,0 2 1-15,2 0 2 0,2 0-5 0,4-1 3 16,3 1 2-16,5 0-2 0,9 0 1 16,2 1 1-16,1-1-1 0,-2 2 0 15,4 0 0-15,3-2-1 0,-1 0-3 0,-2 2 9 16,1-1-6-16,-3-1 8 0,-3 0-3 0,1 2 1 15,-11 0-2-15,-4-2 1 16,-3 0 1-16,-1 0 4 0,-6 0 1 0,0-2 6 16,0 2 1-16,-3 0 4 0,-1-2-3 15,0 2 1-15,0-1 2 0,0-1-8 0,-1 0-3 16,-2 0 2-16,3 1-4 0,-1-1 1 16,0 1 0-16,3 1 1 0,-1-2-4 15,1 2-2-15,0 0 0 0,0 2 1 0,1-1 4 16,3-1-10-16,-2 2 10 15,4-1-5-15,1 1-3 0,-3 0-6 0,6 1-4 0,-5-1-5 16,1-2 6-16,3 2 0 0,2-2 5 16,4 2-1-16,11-1-1 0,-1 1 0 15,2 0-1-15,-1-1-1 0,1 3 2 16,2 0 1-16,-2 0-2 0,2-2 0 0,-2 1 3 16,1 3 2-16,-1-3-1 0,-2 2 1 15,-3 1-6-15,-3-2 5 0,-6-2-1 16,-2 1-1-16,-6-1-2 0,-1 0-2 0,4 0-1 15,-6-2 4-15,2 1-1 0,-1-1 5 16,2 2-2-16,2-2 0 0,-1 0 0 0,-2 3 3 16,1-3 0-16,8 0-2 0,2 4-2 15,9-2-1-15,5 1 2 0,3 0 4 0,0 3-4 16,-2-1 3-16,-1 1 0 0,5-2-1 16,-2 1-16-16,0 0-27 0,-3-3 15 15</inkml:trace>
  <inkml:trace contextRef="#ctx0" brushRef="#br0" timeOffset="143351.95">31080 9644 116 0,'7'-1'1'0,"-7"1"-1"16,11-4 0-16,-11 4 0 0,8-4-6 15,-8 4-6-15,2-6-22 0,-2 6 11 0</inkml:trace>
  <inkml:trace contextRef="#ctx0" brushRef="#br0" timeOffset="147402.24">24210 12529 1092 0,'-7'-8'502'16,"7"8"-182"-16,0 0-81 0,-3-5-62 16,3 5-37-16,0 0-32 0,0 0-26 15,0 0-3-15,0 0 20 0,0 0 9 0,-6 29 4 16,6-10 1-16,-2-1-7 0,0 5 0 15,2 0-2-15,-1 2-7 0,-1-2-8 0,0 1-12 16,0 0-1-16,0-2-5 16,0-5-3-16,0 3-19 0,2-2 2 0,-4-1-3 15,2 0-9-15,-2-2-7 0,2-1-25 16,-3 1-38-16,-1-3-52 0,5-2-49 0,-3 0-52 16,-3-1-62-16,0-3-72 0,3-2-98 15,4-4-101-15,0 0 48 0,0 0-142 0,0 0-109 16</inkml:trace>
  <inkml:trace contextRef="#ctx0" brushRef="#br0" timeOffset="147717.71">24139 12492 1797 0,'2'-15'75'16,"-2"1"18"-16,0 4 26 0,1 0 27 16,-1 1 18-16,2 3-1 0,5-3-20 0,-2 2 9 15,4 2-10-15,3 2-8 0,1 1-5 16,-13 2-10-16,29 9-7 0,-10 2-3 0,5 10-10 15,-2 3-7-15,-3 5-7 0,-2 2-4 16,-1 2-2-16,-7 0-11 0,2-1 7 0,-5 2-5 16,2-3 9-16,-8-4 2 0,0-3 7 15,-2 0 5-15,-4 0 4 0,0-3 4 0,-3 6-7 16,-4 0-6-16,-5-2-11 16,0 1-4-16,2-4-10 0,-4-1-5 0,6-6-4 15,-2-3-8-15,-1 0-9 0,4-4-21 16,-4 1-32-16,-1-4-47 0,4 1-47 0,-2-6-57 15,3 0-53-15,-5-4-48 0,5-3-54 16,0 0-58-16,1-2-88 0,3 1-109 0,3-2 50 16,0 1-246-16,4 2-263 0</inkml:trace>
  <inkml:trace contextRef="#ctx0" brushRef="#br0" timeOffset="147986.82">24784 12719 2117 0,'9'-3'64'0,"-6"-1"13"0,-3 4-8 16,0 0 11-16,0 0 26 0,0 0 18 0,0 0 12 15,-13 22 10-15,2-6 3 0,-7 9-7 16,0 4-3-16,-6 8-12 0,-1 1-5 16,0 5-4-16,3-1-3 0,-3-1-11 0,0 0-13 15,6-3-5-15,2-4-9 0,2-5-9 16,-2 3-10-16,1-3-5 0,2-3-2 0,0 1-6 15,3-6-22-15,1-5-35 16,-2 2-43-16,7-5-47 0,-3-2-46 0,3-1-43 0,-2-2-66 16,4-6-74-16,3-2-79 15,0 0-111-15,0 0 24 0,-9-14-171 0,7 1-163 16</inkml:trace>
  <inkml:trace contextRef="#ctx0" brushRef="#br0" timeOffset="148167.75">24467 12794 1958 0,'0'-15'62'0,"-2"3"30"0,2 3 23 0,-2 3 25 16,2 0 7-16,0 6-7 0,-2-10-14 16,2 10-9-16,0 0-1 0,0 0-15 0,0 0-1 15,0 0-15-15,15 21-10 0,-10-11-9 16,2 2-3-16,-2 3-22 0,1-1-44 16,0 0-45-16,-1 3-46 0,2-1-59 15,-6 1-69-15,3 0-78 0,0-5-152 0,-1 0-30 16,-1 0-127-16,4 2-108 0</inkml:trace>
  <inkml:trace contextRef="#ctx0" brushRef="#br0" timeOffset="148585">24800 12762 1963 0,'4'-7'190'0,"-4"2"-9"15,0 5-6-15,0 0-20 16,0 0 12-16,0 0 20 0,0 0 9 0,0 0-3 15,11 19-18-15,-8-7-8 0,-1-1-12 16,-1 9-15-16,-1-2-13 0,0 2-10 16,2-2-10-16,-4 3-5 0,2-5-2 0,0 4-6 15,-1-3-10-15,-1 0-3 0,-1-3-9 16,-1-4-6-16,2 2-8 0,2-2-3 0,-1-1-7 16,1-9 2-16,0 14 3 0,0-14-4 15,0 0-4-15,0 0-3 0,0 0-8 0,0 0-2 16,25-30-10-16,-13 7-12 0,4-3-7 15,2 0-2-15,-2 0 1 0,2 3-3 16,-3 4 2-16,-3 5-4 0,-3 2 1 0,-2 1-4 16,1 5 1-16,0 0 0 0,-1 4 0 15,-7 2 0-15,0 0 1 0,24 8 0 16,-17-2-1-16,0 6 2 0,2-1 1 16,0 3-3-16,-4-1 4 0,3 3 2 0,1 5-1 15,-3-1-10-15,4-1 2 0,-5 1-9 16,3 1-36-16,-4-1-31 0,0-2-45 0,0-1-55 15,-1-2-57-15,-3 1-63 0,2-4-86 16,0-1-134-16,2-1-73 0,-2-2 65 0,1-2-275 16,1 0-293-16</inkml:trace>
  <inkml:trace contextRef="#ctx0" brushRef="#br0" timeOffset="148988.98">25324 12847 2365 0,'0'0'80'0,"0"0"8"0,-4-8-4 16,4 8 1-16,0 0 13 0,0 0 30 16,0 0 16-16,0 0-3 0,0 0-9 0,16 23-8 15,-12-13-13-15,-2 2-1 0,-1 1-6 16,1 3-5-16,-2-1-6 0,0 3-10 0,-2-3 1 16,1 0-1-16,-3 2-3 0,-3-1-11 15,0 1-3-15,0-5-7 0,-4 4-11 16,-2-5 2-16,4-1-5 0,-2 2-11 15,3-8 2-15,-1 1-8 0,-1-3-17 0,10-2-13 16,0 0-18-16,-19-9-14 0,13-3-4 16,3-3-10-16,-1-4-4 0,4-1 5 15,2-5 5-15,2 2-1 0,-3-1 10 0,1 5 12 16,2 2 14-16,-2 3 6 0,0 2 4 16,0-1 3-16,-1 5-9 0,1 2 12 0,-2 6 20 15,7-5 10-15,-7 5 5 0,0 0-1 16,0 0-3-16,0 0-2 0,27 11-5 0,-20-3 0 15,-2 2-4-15,5 1-4 16,-3 1-2-16,1 2-5 0,3 2-30 0,-3 1-43 16,2 0-58-16,-3 2-67 0,1-2-69 15,-5-1-91-15,1-1-123 0,1 0-114 0,-1-3 52 16,-4 0-247-16,1-2-261 0</inkml:trace>
  <inkml:trace contextRef="#ctx0" brushRef="#br0" timeOffset="149516.98">25427 12982 2191 0,'-1'-13'97'0,"-1"5"27"16,-1 1 25-16,3 7 33 0,-2-10 26 0,2 10 3 15,-2-10-8-15,2 10-18 0,0 0-22 16,0-6-14-16,0 6-9 0,0 0-13 0,0 0-12 16,0 0-10-16,0 0-7 15,25 11-10-15,-25-11-7 0,9 8-6 0,-4-2-12 16,1 0 1-16,-6-6-10 0,7 10-5 15,-3-4-6-15,-4-6-6 0,5 8 3 16,-5-8-5-16,9 5-2 0,-9-5-4 0,3 5 4 16,-3-5-1-16,0 0-4 0,11 0-6 15,-11 0-2-15,10-10 0 0,-2 0-1 0,-1 0-3 16,3 0 0-16,0 1 20 0,-3-1 4 16,0 4 5-16,-1-2-7 0,-2 3-3 0,-1-1-7 15,2 2-5-15,-5 4-3 0,7-2-1 16,-7 2 0-16,0 0 0 0,0 0-10 0,22 6 5 15,-19 0 0-15,1-3 0 16,2 2-3-16,1 2 1 0,-1-3-4 0,2 1 1 16,-3 0-1-16,-1-2-1 0,-4-3 2 15,9 7-4-15,-9-7 1 0,12 4-5 0,-4-3-8 16,-8-1-10-16,21-3-7 0,-12 0-5 16,2-1 8-16,3 1 0 0,-3-1 6 15,0-1-3-15,1 2 2 0,-1-1 3 0,-2 0 1 16,-9 4 1-16,16-3-6 0,-8 2 4 15,-8 1 3-15,14 3-2 0,-7 0 5 16,-1 1-1-16,-1 1 4 0,3 0-1 16,-2 4 2-16,-2-1-4 0,-1 2-30 0,3 1-41 0,-2 1-46 15,-3-2-64-15,2 0-51 16,1 1-47-16,-4-3-61 0,0 1-56 0,-2-1-82 16,0-1-76-16,2 1 39 0,0-8-238 15,0 9-249-15</inkml:trace>
  <inkml:trace contextRef="#ctx0" brushRef="#br0" timeOffset="149686.59">26032 12870 2216 0,'3'-8'85'0,"1"1"11"15,-2 2-3-15,-2 5 2 0,0 0 39 0,0 0 15 16,0 0-4-16,0 0-19 0,0 0-11 16,0 0-13-16,-4 34-6 0,1-21-26 15,1 1-54-15,-1 3-62 0,1 2-59 0,-2-2-68 16,2-1-89-16,1 1-129 0,1-2-104 15,1 1 46-15,-1-3-101 0,0 0-53 16</inkml:trace>
  <inkml:trace contextRef="#ctx0" brushRef="#br0" timeOffset="149818.41">26129 12868 1580 0,'0'-10'3'0,"0"2"-8"0,2 3-22 15,-2 5-21-15,0-10-44 0,0 10-72 16,5-5-260-16,-5 5 65 0</inkml:trace>
  <inkml:trace contextRef="#ctx0" brushRef="#br0" timeOffset="150034.04">26410 12872 1256 0,'-1'4'116'16,"-5"4"21"-16,-1 1 15 0,-4 1 15 0,0 2 22 15,-1-2 8-15,-1 4 0 0,2 0-6 16,-2 1-11-16,1-1-8 0,0-3-15 16,5 1-16-16,-2 0-15 0,1 0-11 15,2 0-10-15,0-3-10 0,5-1-18 0,-1 1-31 16,0-1-34-16,2-8-51 0,2 12-54 16,-2-12-70-16,3 6-91 0,3-5-116 15,0 3-144-15,-6-4 31 0,11 6-168 0,-11-6-146 16</inkml:trace>
  <inkml:trace contextRef="#ctx0" brushRef="#br0" timeOffset="150700.04">26846 12618 2125 0,'9'-10'233'16,"-5"3"-4"-16,-1 2-14 0,-3 5 18 16,9 1 16-16,-9-1 10 0,12 16-2 0,-6 1-8 15,-2 4-17-15,-1 4-20 0,-1 11-16 16,0 2-20-16,-4 1-18 0,0 1-15 16,1 3-13-16,-3-2-17 0,-2-1-8 15,3-3-27-15,-2-1-41 0,-2-2-49 16,1-3-50-16,-1-6-62 0,-2-6-73 0,2 1-79 15,-2-3-85-15,1-5-101 0,0-2-160 16,2-3 7-16,5-3-371 0,1-4-462 0</inkml:trace>
  <inkml:trace contextRef="#ctx0" brushRef="#br0" timeOffset="150971.01">26968 12622 2991 0,'2'-17'92'0,"5"5"14"0,-2 1 13 0,5 5 21 16,-3 0 14-16,7 0-3 0,-1 6-10 16,2 0-12-16,4 2-9 0,4 2-17 0,-2 2-8 15,2 4-8-15,-6 0-10 0,2-1-9 16,-6 4-6-16,3-1-2 0,-9 0 6 0,-1-1 6 16,-2-1 13-16,-4-2 10 0,-2 4 1 15,-2-3-3-15,-3 3-10 0,-1-2-12 0,0 0-4 16,-3 0-10-16,2-1-7 0,-2-2-23 15,0-2-47-15,4 0-61 0,0-3-82 16,7-2-107-16,-14-2-123 0,14 2-140 16,-9-8-116-16,7 2 60 0,2-4-384 15,2 3-449-15</inkml:trace>
  <inkml:trace contextRef="#ctx0" brushRef="#br0" timeOffset="151717.9">27176 13193 2831 0,'0'0'97'0,"-13"3"36"0,13-3 18 0,-7 0 24 16,7 0 21-16,0 0 5 0,0 0-9 16,0 0-16-16,0 0-18 0,0 0-17 0,0 0-13 15,0 0-13-15,0 0-10 0,0 0-11 16,18-17-10-16,-10 14-7 0,-2-3-5 0,2 0-9 15,-5-3-6-15,5-1-1 0,-5-5-4 16,6 1-4-16,-5-6-3 0,-3-1-6 16,7-13-7-16,-5 5-1 0,-1 4-4 15,2-1-2-15,-2-10-1 0,1 10-4 0,-3 3-1 16,0 5-2-16,-3 1 2 0,3 5-3 16,-2-1-2-16,0 1-1 0,-2 2-5 15,3 3 1-15,-3 1-1 0,-2 0-3 0,6 6 4 16,-7-6-4-16,7 6-3 0,-7-6 6 15,7 6-4-15,0 0 4 0,0 0-1 0,0 0 6 16,0 0-7-16,27-5 2 0,-5 4-1 16,2-1-1-16,1 2-1 0,1 0-2 0,1 2-1 15,0 1-3-15,-4 2 3 0,-2 2-4 16,0 2 0-16,-4 2-1 0,-2 3 2 0,-3 4-2 16,-1-3 3-16,-6 4 0 15,4 2 0-15,-7-3 1 0,1 0 0 0,-1 1-1 16,0 0-1-16,-2-1 3 0,0-1-1 15,0 0-2-15,0-1-25 0,0-1-35 16,-2-3-59-16,2 2-71 0,0-1-99 0,-2-4-96 16,2 0-133-16,0 2-153 0,0-1 63 15,0-6-406-15,2 4-491 0</inkml:trace>
  <inkml:trace contextRef="#ctx0" brushRef="#br0" timeOffset="152367.07">27777 12801 2597 0,'0'0'-16'0,"0"0"32"0,-2-9 4 16,2 9 27-16,0 0 43 0,0 0 50 16,-19 14 22-16,7-4 19 0,-3 4 1 0,-4 6 4 15,0 2 1-15,0-1 2 0,7-1 1 16,1-1-7-16,4-2 4 0,0-3-5 0,2 1 0 15,3-1-14-15,2-1-8 0,2-1-1 16,2 2-13-16,2 1-11 0,1-6-13 0,6 1-14 16,-1 0-10-16,5-6-6 0,1 1-10 15,-2-2-6-15,4-3-12 0,1-3-3 0,-3-4-7 16,4 1-4-16,-1-5-7 0,3-3-7 16,1-4 2-16,-4-3-4 0,-2-1-7 15,-2-2-7-15,-3-3-8 0,-1-2-2 0,-2 0-8 16,-5 4-9-16,0 4-7 15,-2 7-6-15,-2-4-16 0,-2 7-22 0,-4-1-30 16,-2 6-22-16,-2 0-33 0,-3 5-39 16,-2-1-63-16,-1 4-66 0,-1 3-71 0,-4 3-97 15,1 1-150-15,2 3-20 0,0 0 73 16,5-2-367-16,4 2-423 0</inkml:trace>
  <inkml:trace contextRef="#ctx0" brushRef="#br0" timeOffset="152933.01">28065 12857 2740 0,'0'0'62'0,"0"0"10"0,0 0 8 15,6-6 16-15,-6 6 54 0,0 0 10 0,0 0 3 16,0 0-6-16,0 0-7 0,0 0-12 16,3 17-4-16,-3-17-11 0,4 12-13 0,-4-4-7 15,4-3-7-15,-4-5-10 0,3 15-8 16,1-10-8-16,0 2-5 0,0-2-6 15,4 2-7-15,-5-2-2 0,5 0-7 0,-8-5-12 16,14 4-4-16,-14-4-5 0,13 0-10 16,-13 0-11-16,0 0-9 0,19-9-2 0,-13 4-2 15,-1-2-3-15,1-1-13 16,2-4-10-16,-2 0-14 0,-3 1-22 0,3-1-17 0,-3 4-3 16,-1-1-11-16,2 3-17 15,-2 0-19-15,-2 6-21 0,0-7-16 0,0 7-11 16,0 0-8-16,0 0-12 0,0 0-3 15,0 0-12-15,0 0 22 0,0 0 17 0,-31 7 35 16,31-7 45-16,0 0 41 0,-1 6 34 16,1-6 31-16,0 0 27 0,6 15 30 15,-6-15 28-15,2 18 33 0,-4-5 32 0,-3 7 23 16,2 1 21-16,-7 9 14 0,3 1 14 16,-3 3 2-16,-1 0 0 0,2 1 3 0,-3 0-8 15,0-2-5-15,1 2-7 16,-1-2 6-16,5-3-13 0,-2 0-17 0,0-8-14 0,4-2 8 15,-3-4-11-15,3-3-10 16,-1-1-12-16,0 2-12 0,0-5 0 0,1 1 3 16,-3-2 1-16,1-2-6 0,-3 0-9 15,1-3-10-15,-2-1-15 0,11-2-8 16,-25 0-4-16,9-2-11 0,-1-5-12 0,0-3-30 16,-1-5-33-16,-2-5-62 0,0-6-63 15,4 0-58-15,2-3-61 0,3 2-72 0,1 5-67 16,0 5-65-16,5 3-94 0,-2 5-146 15,-2 1-17-15,2 1 81 0,1 4-472 0,6 3-567 16</inkml:trace>
  <inkml:trace contextRef="#ctx0" brushRef="#br0" timeOffset="153417.16">28270 13128 2932 0,'0'0'56'15,"0"0"24"-15,-7-10 23 0,7 10 38 16,-6-6 36-16,6 6 21 0,0 0 3 0,-3-8-16 16,3 8-22-16,0 0-14 0,-2-10-13 15,2 10-18-15,0 0-10 0,2-10-10 16,-2 10-13-16,7-7-7 0,-7 7-10 16,5-10-3-16,1 3-8 0,-1 1-9 0,-2-2-8 15,3-2-6-15,-1-1-4 0,1-3-4 16,-1-2-4-16,2-4-9 0,-3-1-4 15,1-1-7-15,4-11-1 0,-3 2-4 0,0 6 2 16,-4 3-3-16,2 2-4 0,-2 3 4 16,-2 4-3-16,-2-1 1 0,-2 3 0 0,1 1-1 15,-8 3-2-15,2 4 3 0,-3 1 0 16,1 0 3-16,11 2-5 0,-21 2-2 0,12 0 1 16,1 1 4-16,8-3 2 0,-7 9 4 15,7-9-3-15,0 0 5 0,13 12-2 0,1-10 0 16,2 1 1-16,7-1-2 15,2 1 2-15,4-1-1 0,-3 1-1 0,-1-1 1 16,0 2-1-16,-2 0 0 0,-2 2 0 16,-3 2 0-16,-2-3 1 0,1 5 3 15,-5 2 1-15,-1 1 1 0,-4 3-3 0,1-2-4 16,-2 3 7-16,-2 0-1 0,-2 7-2 16,1-7-24-16,-3 5-41 0,0-5-67 0,0 2-71 15,-1 0-72-15,-3-4-86 0,2 0-100 16,-2-1-163-16,3-2 46 0,1-2-331 0,-3 0-388 15</inkml:trace>
  <inkml:trace contextRef="#ctx0" brushRef="#br0" timeOffset="153832.74">28872 12825 2454 0,'4'-3'-1'16,"-4"3"12"-16,6-4 10 0,-6 4 22 15,0 0 30-15,0 0 22 0,0 0 2 0,19 9 7 16,-15-3-4-16,-2 2-6 0,-1 2 6 16,-1-2-4-16,-1 7 1 0,-1-3 6 15,-2 1-5-15,-1 3 6 0,-5 1 9 16,-2-3-1-16,3-1-4 0,-7 1-5 16,0 0-2-16,-4-3-6 0,-5 3-5 0,3-3-8 15,3-5-7-15,-6-2-12 0,6-1 0 16,-4-3-7-16,4-2-1 0,-2-3-7 0,4-1-3 15,-1-3-7-15,6-5-10 0,4 1-13 16,6-1-14-16,6-5-6 0,3-9-6 0,6 1 3 16,3 4 0-16,-1 4-1 0,-3 5 0 15,-1 4 1-15,-2-1 8 0,1 7 3 0,1 0 5 16,-3 0 10-16,-8 4 3 0,17 2 2 16,-17-2-2-16,22 12-4 0,-11-3-3 15,0 3 2-15,1 1-4 0,1 5-4 0,1-3-15 16,-3 2-29-16,0 0-50 15,1-2-62-15,-1 4-65 0,-1 0-71 0,-4-5-97 16,1-1-121-16,-3 1-81 0,-3-2 48 16,1 0-250-16,2-1-274 0</inkml:trace>
  <inkml:trace contextRef="#ctx0" brushRef="#br0" timeOffset="154366.12">29008 12839 2090 0,'0'-9'83'0,"-2"4"32"16,2 5 4-16,0-9 9 0,0 9 23 0,0 0 9 0,0 0 9 16,0 0 12-16,0 0 9 15,0 0-5-15,0 0-13 0,0 0-11 0,0 0-10 16,13 18-6-16,-9-9-13 0,2 1-7 16,-3 1-15-16,4-5-5 0,-3 3-4 0,-1-2-5 15,1 0-9-15,0-1-8 0,-4-6-6 16,1 12-7-16,1-6-7 0,-2-6-7 15,4 11-4-15,-4-11-4 0,2 6 0 0,-2-6-2 16,0 0-1-16,6 6-7 0,-6-6-3 16,0 0-4-16,19-14 0 0,-7 6-4 0,-1-2 0 15,0 3 1-15,-1-1 1 16,-1 1-4-16,-1 1 1 0,-1 2-3 0,-7 4-4 16,16-6-2-16,-16 6-2 0,16-2 1 15,-16 2-4-15,0 0-2 0,20 6 0 0,-15-4-2 16,2 4 2-16,-7-6 0 0,11 9-3 15,-7-3 4-15,-1-2-2 0,-3-4-4 16,11 10 2-16,-8-6 1 0,-3-4-1 0,8 7-1 16,-8-7 1-16,7 4 2 0,-7-4-4 15,9 2 1-15,-9-2-6 0,0 0-3 0,27-5-6 16,-13 4 8-16,-3-3-1 0,3 1-2 16,-5-1-1-16,2 2 4 0,-11 2-1 0,18-4-2 15,-18 4 3-15,13-4 0 0,-13 4-2 16,0 0 0-16,19 4 1 0,-19-4 0 0,0 0-2 15,17 0 4-15,-17 0-1 16,10 6-17-16,-10-6-35 0,7 9-41 0,-3-6-49 16,-4-3-54-16,5 9-55 0,-1-7-56 15,-4-2-66-15,3 8-55 0,-3-8-69 16,5 7-68-16,-5-7-385 0,8 4-432 0</inkml:trace>
  <inkml:trace contextRef="#ctx0" brushRef="#br0" timeOffset="154748.62">29658 12853 2520 0,'7'-8'12'0,"2"0"59"0,-8 4 39 16,-1 4 37-16,6-6 28 0,-6 6 15 16,0 0 10-16,4-6-6 0,-4 6-1 0,0 0 8 15,0 0 4-15,0 0-6 0,0 0-17 16,0 0-19-16,0 0-12 0,0 0-16 16,0 0-14-16,0 0-14 0,-6 26-10 0,6-18-9 15,0-8-8-15,-2 9-9 0,2-9-8 16,0 12-11-16,0-12-8 0,0 8-14 0,0-8-12 15,0 0-10-15,4 9-3 0,-4-9-4 16,0 0-2-16,13 0 0 0,-13 0 2 0,0 0 0 16,25-5 0-16,-14-1-1 0,1 0 6 15,-1 0 16-15,1 2 13 0,-5 0 11 16,4 0 16-16,-3-1 9 0,-8 5 7 16,16-6 8-16,-9 4 7 0,-7 2-13 0,12-4-5 15,-12 4-11-15,11-2-5 0,-11 2-8 16,0 0 1-16,19 2-9 0,-19-2-9 15,13 4-1-15,-13-4-5 0,18 5-8 0,-13-4-22 16,-5-1-28-16,13 4-22 0,-5-2-26 16,-8-2-29-16,12 2-41 0,-12-2-40 0,9 5-64 15,-3-3-62-15,-6-2-77 0,5 4-101 16,-5-4-150-16,0 0-28 0,5 6 73 0,-5-6-393 16,0 0-465-16</inkml:trace>
  <inkml:trace contextRef="#ctx0" brushRef="#br0" timeOffset="155799.29">24095 13422 2621 0,'-12'-1'-64'0,"5"-2"24"0,7 3 10 16,-13-2 9-16,13 2 25 0,-8-2 20 0,8 2 14 15,0 0 1-15,-4-6-2 0,4 6-5 16,0 0-3-16,17-7-2 0,5 6-4 16,4 0-4-16,18-3 1 0,21 0-5 15,8 0-1-15,38 0-2 0,11-4-2 0,12-2-3 16,10 0 0-16,14 1-1 0,12-3-10 15,56-1-14-15,-57 3-13 0,1 1-14 16,-1 1-6-16,-1 2-1 0,-6 3-1 0,-4 0 3 16,-11-1 8-16,-15 2 2 0,-21 1 8 15,-30-1 12-15,-13-2 12 0,-16 3 22 0,-10-1 26 16,-5 0 20-16,-10-1 16 0,-6 0 7 16,-1 1-8-16,-4-1-6 0,2-1-13 15,-3 1-10-15,-1-1-39 0,-1 2-49 16,-1-1-73-16,-1 0-96 0,0 3-149 0,-1-2-100 0,-10 2-126 15,13 0-85-15</inkml:trace>
  <inkml:trace contextRef="#ctx0" brushRef="#br0" timeOffset="160849.18">30727 12510 1828 0,'5'-14'108'15,"2"4"21"-15,-4 0 23 0,5 1 26 16,-6 2 30-16,-1 0 23 0,5 2 10 0,-6 5-11 16,4-10-17-16,-4 10-15 0,0 0-22 15,0 0 4-15,0 0-3 0,0 0-4 0,0 38-13 16,-8-6-15-16,-1 3-15 0,0 2-12 16,-1 1-11-16,-5 7-8 0,5-4-4 15,-3 5-19-15,2-12-10 0,-1 3-5 0,-1-1-14 16,-1-2-27-16,3-2-36 15,-5 1-40-15,3-4-60 0,-2-3-57 0,3-6-64 16,1-5-75-16,1 1-92 0,3-6-139 16,1-1-72-16,4-1 59 0,1 1-301 0,1-9-340 15</inkml:trace>
  <inkml:trace contextRef="#ctx0" brushRef="#br0" timeOffset="161015.14">30710 12903 2599 0,'7'-17'93'16,"3"-1"1"-16,0 5 16 0,3-5 16 0,4-1 11 16,4-3-14-16,-6 3-14 0,0 5 6 15,1 3-32-15,-3-1-38 0,1 1-53 0,-3 3-56 16,-2 1-60-16,1 0-69 0,-3 2-89 16,-1 1-110-16,0 1-108 0,-6 3 25 15,0 0-68-15,0 0-46 0</inkml:trace>
  <inkml:trace contextRef="#ctx0" brushRef="#br0" timeOffset="161215.19">30698 12758 1496 0,'-11'4'79'0,"4"-1"33"0,7-3 37 15,-11 10 34-15,10-6 48 0,1-4 9 0,-2 10 11 16,2-10 10-16,0 12-5 0,3-5-10 16,-1 1-14-16,5 0-27 0,-4 1-20 15,5-3-15-15,-1 2-19 0,1 3-14 16,2-3-29-16,-1 0-57 0,0 2-68 0,1-1-81 15,0 3-78-15,-1-4-88 0,-1-1-113 16,-2 1-151-16,1 1-55 0,-1-2 73 0,-1-2-235 16,4 2-236-16</inkml:trace>
  <inkml:trace contextRef="#ctx0" brushRef="#br0" timeOffset="161566.18">31024 12879 2110 0,'0'0'122'0,"2"-9"25"0,-2 9 13 15,2-6 11-15,-2 6 15 0,0 0 4 16,0 0 7-16,0 0-1 0,0 0-14 16,0 0-18-16,0 0-14 0,0 0-13 0,14 18-14 15,-12-9-13-15,-2-1-13 0,0 1-10 16,0 1-8-16,-2 2-5 0,0-2-8 16,-3 3-7-16,0-3-5 0,-1 0-6 0,1-1-5 15,-3-1-3-15,2-1-5 0,-2 0-6 16,3-2 0-16,5-5-2 0,-11 3 0 0,11-3-5 15,0 0-12-15,-9-14-8 16,9 4-1-16,2-2-3 0,5-3-3 0,-5 3 8 16,3-3 1-16,1 4-3 0,-1 1 3 15,1 2-5-15,-3-1 2 0,6 4-1 0,-9 5-5 16,13-5 6-16,-13 5-2 0,0 0 4 16,0 0-3-16,25 10 0 0,-20-3-2 0,3 1 1 15,2 3-9-15,-1-1-32 0,-2 0-29 16,4 2-50-16,0 5-54 0,0-3-58 15,-1-1-86-15,-1 0-111 0,2-1-133 0,-1-2-19 16,1 0-312-16,0-1-376 0</inkml:trace>
  <inkml:trace contextRef="#ctx0" brushRef="#br0" timeOffset="162032.01">31849 12325 2424 0,'4'-20'44'16,"-2"8"29"-16,-2 1 16 0,1 2 12 0,-1 2 16 16,0 7 0-16,0 0 49 0,0 0 30 15,0 0 14-15,-7 31 5 0,0 4-6 0,-9 11-14 16,3 2-13-16,-4 2-11 0,-2 1-13 16,-2 2-15-16,1-3-15 0,0 0-11 15,-1-1-12-15,1-3-11 0,2-3-8 16,0-11-10-16,2 0-6 0,0-5-8 0,-1 1-8 15,5-7-3-15,5-6-7 0,0-5-1 16,1 2-9-16,0-5-4 0,0 0-3 16,2-2-9-16,4-5-24 0,0 0-17 0,0 0-14 15,0 0-13-15,0 0-6 0,-21-19-4 16,17 7 0-16,3-2 1 0,-5 1 4 0,2-1 6 16,-3 0 7-16,-3 3-2 0,-1-1 9 15,-2 6 2-15,-5 0 5 0,1 4 3 16,-4 0 6-16,2 4 29 0,-4 3 15 15,3 2 10-15,-4 3 13 0,0 3 6 0,-1 3 5 16,8 0 6-16,5-3-4 0,3 3-1 0,1-3-6 16,3-1-2-16,2 2-7 15,1-2-2-15,4 0-7 0,1-2-18 0,0 1-38 16,7 1-58-16,-1-4-75 0,3 2-85 16,3-3-112-16,0 3-139 0,4-4-207 0,-2-1 50 15,0-1 82-15,6 0-320 0,-2-2-367 16</inkml:trace>
  <inkml:trace contextRef="#ctx0" brushRef="#br0" timeOffset="162698.31">31675 12963 2327 0,'0'0'-68'0,"0"0"14"0,0 0 21 16,0 0 22-16,0 0 19 0,22-5 12 15,-22 5 7-15,17-4 4 0,-8 3 6 0,1-1 7 16,-2 0 23-16,-8 2 21 0,18-7 14 16,-9 4 10-16,-9 3 18 0,9-7 10 15,-3 3 2-15,-3-2-1 0,3 1 0 16,-6 5-8-16,4-12-6 0,-4 12-18 0,-4-8-9 15,4 8 13-15,-11-6 4 0,0 4-3 16,11 2 6-16,-27 0-1 0,11 2-11 16,0 0-6-16,0 2-10 0,-4 0-8 0,8 3 0 15,-3 2-6-15,3-3 2 0,2 1-2 16,1 2 2-16,3 1 2 0,-2-1 3 0,8-1 3 16,-1-1 4-16,1-7 1 0,5 15 1 15,2-6-5-15,2-2-6 0,0-2-17 0,2-2-7 16,5 4 0-16,0-3 3 0,0-1-1 15,2 0-3-15,-5-1 3 0,-2 0 0 0,1 1-5 16,-12-3-5-16,16 2-6 16,-5 0-2-16,-11-2 1 0,12 3-11 0,-12-3 11 15,10 3-7-15,-10-3-13 0,8 4 3 16,-8-4 0-16,6 5-4 0,-6-5 2 16,5 5-7-16,-5-5-1 0,0 0 2 0,6 5-7 15,-6-5-1-15,0 0 0 0,0 0-10 16,7 6-8-16,-7-6-8 0,0 0-7 0,18 0-8 15,-18 0-5-15,17-2 2 0,-17 2 4 16,19 2 3-16,-19-2 1 0,13-2 5 0,-13 2 2 16,0 0-1-16,17 2 4 0,-17-2 1 15,7 4 1-15,-7-4 2 0,11 2 9 0,-11-2-5 16,5 7 0-16,-5-7 0 16,8 9 1-16,-3-6-5 0,0 2-32 0,-5-5-39 15,9 9-46-15,-3-3-46 0,1-4-63 16,5 4-63-16,-1-4-76 0,0 1-98 15,1-2-118-15,1-1-84 0,1 3 56 0,-1-3-372 16,3 0-468-16</inkml:trace>
  <inkml:trace contextRef="#ctx0" brushRef="#br0" timeOffset="163048.09">32503 12930 2602 0,'0'0'-33'0,"2"-8"35"0,-2 8 22 16,0 0 33-16,0 0 25 0,0-7 25 0,0 7 5 15,0 0-6-15,0 0-4 16,0 0-11-16,0 0-10 0,0 0-3 0,0 0-12 16,0 0 0-16,0 0-6 0,0 0-4 15,0 0-9-15,0 0-3 0,0 0 5 16,0 0 4-16,0 0-19 0,0 0 11 0,0 0-21 16,0 0 1-16,0 0-4 0,0 0 6 15,25 2 6-15,-25-2 2 0,0 0 12 0,0 0-2 16,0 0 0-16,0 0-7 0,7-2-2 15,-7 2 1-15,0 0-1 0,0 0 18 0,-30 8 1 16,10 1-1-16,0 1-1 16,-10 4-3-16,3 1-1 0,2 1-5 0,2 1-6 15,6 0-4-15,3-4-1 0,3 1-6 16,3-2-11-16,2 0-18 0,1-1-29 16,1-1-39-16,4 1-47 0,0-3-42 0,4 2-46 15,1-2-63-15,4-3-92 0,2 3-147 16,-2-1-64-16,3-2 64 0,1-1-204 0,3 1-204 15</inkml:trace>
  <inkml:trace contextRef="#ctx0" brushRef="#br0" timeOffset="163414.57">32473 13343 1935 0,'-29'-5'-25'16,"8"7"15"-16,-8-2 9 0,-16 0 23 15,-9 0 34-15,-21 0 24 0,0-4 6 0,-9-1 0 16,-6 3-9-16,-30-6-6 15,-9-4-5-15,-1 5-8 0,-4-1 2 0,1-6 4 16,-3 0-4-16,9 4 17 0,5 0-9 16,6 4-5-16,31 0-8 0,8 6-7 0,7 0-4 15,18 5-8-15,9-2-1 0,2 2-23 16,10-1-34-16,9 1-29 0,5-2-25 16,-1 1-22-16,7-3-22 0,0 3-25 0,11-4-36 15,-14 3-41-15,14-3-56 0,0 0-379 16,-9 4-152-16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11-09T03:09:04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7094 7169 0,'0'-25'47,"-149"0"0,50 25-16,-25 0-15,74 0-16,26 25 16,-76 0-1,51-1-15,49 1 16,-25-25 0,-25 50-1,26-1 1,-1 1-1,0 24 1,25 1 0,0-1-1,0-24 17,0-1-17,0-24 1,0 25-16,0 24 31,0-49-15,50 25-1,-26-1 1,1-24-16,25 25 16,-1-25-1,26 24 16,-50 1-15,-1-50-16,-24 25 16,50-1-1,0-24 17,-26 25-32,1-25 15,50 50 1,-26-50-1,1 0 1,-25 25 0,24-25-1,1 0-15,-25 0 16,49 0 0,25 0-1,-24 0 1,-26 0-1,1 0 1,24 0 0,1-25 15,-50 0-31,-1 25 0,1 0 16,25-25 15,-1-24-16,-24 49-15,25-25 16,49-50 0,-74 75 15,0-24 16,-25-1-16,0 0-15,0 0-1,0 0 17,-25-24-17,0-1 1,0-24-1,0-1 1,25 50 0,-24 1-1,24-1 1,-25 0 15,25 0-15,-25-24 46,0 24-30,25 0-17,-49 0 1,24-24-1,-25 24 1,-24-25 0,-1 25-1,26-24 1,-26 24 0,1-25-1,0 50 1,49 0-16,0-24 15,-25-1 1,26 25 0,-51 0-1,26 0 1,-1 0 15</inkml:trace>
  <inkml:trace contextRef="#ctx0" brushRef="#br0" timeOffset="10562.69">9723 16346 0,'-24'-25'31,"-1"25"1,0 0-17,25-24 1,-25 24 0,-99 0 15,50 0-16,24 0 1,25 0 15,1 0 1,-1 0-1,25 24-31,-25 1 31,0 0-15,25 0 15,-25 25 0,1-26-15,24 1-16,0 0 31,-25 25-15,0 24-1,25-24 1,0 74 15,-25 0 0,25-75-15,0-24 0,0 25-16,25 24 31,0-24-15,24-1-1,-24 1 1,-25-25-16,50-1 15,-1 26 1,75 49 0,-49-49-1,24 0 1,-49-50 15,-1 24-15,-24-24-1,0 50 1,24-50 0,1 0-1,24 0 1,-49 25 0,25-25-1,24 0 1,-49 0-16,25 0 15,-1 0-15,-24 0 16,50 0-16,-26 0 16,1-25-1,-25 0 1,-1 0 0,1 25 15,-25-24-16,25-1-15,0 0 16,-25-25 0,0 1-1,49-26 1,-49 50-16,75-49 31,-75 24-15,25 26-1,24-100 1,-24 99-16,0-25 16,0-49-1,-1 49 1,-24 1 15,0 24-31,0-49 31,0-1-15,0 26-16,-24 24 31,-26-50-15,0 1 0,-24 24-1,-25-24 1,24-1-1,26 51-15,-1-1 16,25 25-16,1-25 16,-1 25-1,-25 0 1,25-25 15,1 25 0,-1 0 16,0 0 0</inkml:trace>
  <inkml:trace contextRef="#ctx0" brushRef="#br0" timeOffset="12312.44">6846 16321 0,'-50'0'78,"1"0"-31,-1 0-32,1 0 1,-1 0 15,25 0-15,0 0 31,1 0 0,-26 0-32,25 25 1,-24-25 0,49 25-16,-25 0 15,-25 0 1,25 0 15,1 24-15,-26 1-1,50-1 1,-25 26 0,25 24 15,0-25-31,0-24 15,0 99 1,0-75 0,0-24-1,0-1 1,25-24 15,49 25-15,-24-25-16,0-1 15,-1-24-15,1 0 16,74 25 0,-50-25-1,50 0 1,25 0 0,-50-25-1,-49 1 16,24 24-15,1-50 0,-1 0-1,-49 1 1,0-1 0,-25 25-16,0 1 15,0-26 1,0-49-1,0 24 1,-25 1 0,-25 0-1,1 24 1,24 25 0,-25-24-16,-24 24 0,-25-25 15,74 25 1,-25 1-1,26 24 17,-1 0-17,0 0 17</inkml:trace>
  <inkml:trace contextRef="#ctx0" brushRef="#br0" timeOffset="28266.44">21828 8434 0,'-74'0'79,"24"-25"-48,0 25 0,-24 0-15,49 0-1,-198 0 1,124 0 0,49 0-1,1 0 1,-1 0-1,0 25 1,1-25 15,-1 49-15,1-24 0,49 0-16,-25 0 15,25 24-15,-25-24 0,25 0 16,-25 0-1,-24 24 1,49-24 0,0 25-16,-25 24 15,0 25 1,25 50 0,25-50-1,24 1 1,51 24-1,-1-25 1,-74-25 15,99 1-31,-50-51 16,149 100 0,-49-74-1,-25-50 1,-75 0-16,-24 0 15,49 0 1,-74 0 0,-25-25 15,25-24-15,-25 24-1,0-74-15,0-25 16,24 0-1,1 74 1,0 0 0,-25 26-1,0-26 1,0-49 0,0 49-1,0-74 1,0-50-16,0 100 15,-99-100 1,49 75 0,1 25-1,24 49-15,25 0 16,-25 0 0,0 25 46</inkml:trace>
  <inkml:trace contextRef="#ctx0" brushRef="#br0" timeOffset="30067.12">24755 8508 0,'0'-25'16,"-25"25"-1,-24-25 17,24 25-17,0 0-15,0 0 16,0 0 0,-24 0 15,-75 0-16,49 25 1,1 25 15,24-25-31,26 24 16,-76 26 0,51-51-1,24 26 1,0-25-1,0 49 1,25-49-16,-24 99 16,24-74-1,0-1 1,0 51 0,0-51-16,0-24 15,74 124 1,-24-75-1,-1-49 1,-24 0 15,74 0-15,-24-1 0,-26-24-1,75 0-15,-74 0 31,49 0-15,-74 0-16,0 0 16,24-24-1,1-26 1,-50 0 0,25 26-1,-25-26 1,0 0-1,0 26 1,0-1-16,24-50 31,-24 26-15,0-1 0,0 25-16,0-24 15,0-26-15,-24 50 16,-1-24-1,25 24 1</inkml:trace>
  <inkml:trace contextRef="#ctx0" brushRef="#br0" timeOffset="32490.12">19149 5060 0,'0'-25'47,"0"-49"-31,-25 24 15,25 26 16,-24-26 109,-1 0-140,0 25 0,-25-24 15,1 49-16,24 0 32,0 0-31,0 0-16,1 0 16,-1 0-1,0 0 1,0 0-1,0 0 1,1 0-16,-1 0 16,0 0-1,0 0 1,0 25 0,1-25-16,-1 24 15,0 1 1,0 50-1,0 24 1,0-25 0,1 75 15,24-50-15,-25-49-1,25 49 1,0-24-1,0-26-15,0 26 16,0-26 0,0 1-16,0-25 15,0 24 1,0 51 0,49-26-1,26 0 1,-50-49-1,0-25-15,-1 0 16,1 0 0,25 0 15,49 0-15,50-74-1,-75 49-15,1-25 16,98-49-1,-148 74 1,25-24 0,-26 49-16,1-25 15,0 0 1,-25 0 0,25 25-16,-25-25 0,0-74 46,0 0-14,-25 74-32,0-24 31,0-1-31,1 25 16,-76-74-1,26 25 1,0 24-1,24 25-15,0-24 16,-74-1 0,75 0-1,24 50 17</inkml:trace>
  <inkml:trace contextRef="#ctx0" brushRef="#br0" timeOffset="38603.64">23589 14684 0,'0'-24'63,"-25"24"-48,1 0 1,-1 0 15,0 0-15,-49 0-1,24 0 1,0 0 0,26 0-1,-1 0 1,25 24-1,-50-24 1,25 25 15,25 0-31,-24-25 16,-1 0 0,0 25-1,0 0 32,0-1-31,25 1-1,0 0 1,-24-25-16,24 74 31,-25-24-15,25 24-1,0-24 1,0 0 0,0-1 15,0-24-15,0 0-1,0 0-15,0 24 31,0-24 1,0 0-17,0 0 1,0 24 0,0-24-1,25 25 1,-1-25-16,1-1 62,0 1-30,0-25-17,0 0 1,-1 25 15,1-25-15,25 25-16,-25-25 31,24 0 0,50 0-15,1 0-1,-26 0 1,-49 0 0,0 0 15,-1 0-15,26 0-1,-25 0 16,0 0 1,-1 0-17,26 0 1,0-25 0,-25 25-16,-1 0 15,26-25 1,24 25-1,-24-25 1,49-24 0,-74 49 15,0 0-15,-25-25 46,0-49-15,-25-26-31,0 26-1,-24 24 1,49 1-1,-50-75 1,0 74 0,26 0 15,-1 1-31,-74-50 31,49 49-15,0 25-1,50 0-15,-25 25 16,1-24-16,-26 24 16,0-25-1,26 25 1,-51-25 0,26 25-1,24-25 1,0 25 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11-09T03:09:52.2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7962 3746 0,'-25'0'0,"1"-25"0,-175 25 31,-148-50-16,74 0 1,50 26 0,49-1-1,75 25 1,74 0 0,0 0-1,-24 0 1,-1 0-1,1 25 1,24 24-16,25-24 16,-75 74-1,51-49 1,-1 24 0,0-49-16,25 0 15,-50 74 1,50 25-1,0 0 1,0 25 0,25-25-1,74 25 1,50 25 15,124-50-15,-50-25-1,-49-50 1,-25-49 0,-124 0-1,24 25-15,1-25 32,99 0-17,-75 0 1,-49 0-1,24 0 1,1-25-16,99-49 16,-75 49-1,-49-24 1,0 24 0,25-124 15,-26 0-16,-24 0 1,0 75 0,0-100-1,0 149 1,0 1 0</inkml:trace>
  <inkml:trace contextRef="#ctx0" brushRef="#br0" timeOffset="3063.71">2480 14536 0,'-24'-25'78,"-26"0"-62,0 25 31,-49 0-16,74 0-31,-74 0 16,74 0-1,-49 0-15,49 0 16,-74 50 0,-25-1 15,50-24-15,-26 49-1,51-24 1,24-25-16,0 0 15,-49 74 1,24-25 0,0 1-1,26-51 1,24 1-16,0 25 16,-25 24-16,25 25 31,-25-49-31,25 0 15,0 49 1,0 0 0,25 25-1,49-49 1,-24 24 0,24 0-1,1-74-15,-1 49 16,75 1-1,-99-51 1,49 1 0,-25 0-1,-24 0 1,-1-25 31,26 0-32,-50 0-15,24 0 16,1 0 0,-25 0-1,24 0 1,-24 0-16,0-25 16,74-74-1,0 49 1,-49 25-1,-25 1-15,0-1 16,24-25 0,-24 1-1,0-1-15,24 0 0,-24 26 16,0-26 15,0 0-31,-25 26 16,25-76-1,-25 51-15,0-1 16,0 1-16,0-51 31,0-49-15,0 50 0,-25 0-1,-25 49-15,50 26 16,-49-26-1,49 25-15,-25 0 32,-25 1-17,50-1 1,-25 25-16,-24-25 31</inkml:trace>
  <inkml:trace contextRef="#ctx0" brushRef="#br0" timeOffset="5983.8">19199 3101 0,'0'0'0,"-25"-25"16,25 0-1,-25 25 1,0 0-16,-24-25 16,-50 0-1,-25 1 1,0-1 0,49 25-1,26 0 1,-26 0-1,25 0-15,1 0 16,-50 0 0,74 0-16,0 0 15,-49 0 1,-50 0 0,74 0-16,0 0 15,-49 0 1,74 0-1,25 25 1,-24-25-16,-26 24 31,0 1-15,26 0 0,-26 25 15,25-26-31,-49 51 31,49-75-15,0 49-16,-25 1 31,26 0-15,-1-50-1,0 24 1,25 26-16,0 24 31,0 50-15,0 1-1,0-26 1,0-50 0,0 1-16,0 49 31,50 0-16,24-24 1,-24-26-16,-25 1 16,99 74-1,24-74 1,-24-1 0,-74-24-16,0-25 15,-1 25-15,-24-25 16,0 0-16,49 0 15,25 25 1,50-25 0,-25 0-1,-74 0 1,0 0 0,-26 0-1,1-25 16,25 0-15,-1 0-16,1-24 0,0 24 16,-26-25-1,1 50-15,0 0 16,-25-25-16,25 25 16,-25-24-16,49-26 31,-24 0-16,-25 26-15,50-1 16,-1-74 0,-24 24-1,25-24 1,-50 74 0,25-24-16,-1-26 15,26 1 16,-50-50-15,0 49 0,0 26-16,0-26 0,0 26 31,0 24-15,0 0-1</inkml:trace>
  <inkml:trace contextRef="#ctx0" brushRef="#br0" timeOffset="8863.34">13990 11137 0,'124'0'94,"546"-49"-79,-373-26 1,-247 50 0,-25 25-1</inkml:trace>
  <inkml:trace contextRef="#ctx0" brushRef="#br0" timeOffset="9364.27">14461 11361 0,'199'0'0,"-1"0"15,-173 0 1,0 0 0</inkml:trace>
  <inkml:trace contextRef="#ctx0" brushRef="#br0" timeOffset="11778.71">28501 15553 0,'0'-25'62,"0"0"-31,0 0-15,-25 25 0,-25-25-1,-49 25 1,49 0-1,-49 0 1,50 50 0,-26 0-1,25-26 1,50 51 0,-49-1-1,24 1 16,25-26-15,0 1 0,0-1-1,-25 1 1,25 24 0,0-24-1,0-25-15,0 0 16,0-1-16,0 1 15,0 0 17,25 25-17,0-26 1,0 76 0,-1-75-1,-24-1 16,25 51-15,-25-50-16,0-1 16,50 1-1,-25 25 1,0-25 0,-1-1-16,26 51 31,24-1-16,1-24 1,-50-25 0,-25-1-1,24-24 17,1 0-1,0 0 0,0 0-31,24 0 31,51 0-15,-26-49-16,-24 24 16,148-49-1,-148 24 1,-1 0-1,26-24 17,-50 49-17,-25 0 1,0 1 0,0-1-1,0-25 16,0-24-15,0 24 0,0 25-16,0-49 15,0-1 1,0-73 0,-25 24-1,25 99-15,-25-25 16,0 25-1,25-24-15,-25 49 16,0-50-16,-24 1 16,-50-75 15,-25 49-15,99 50 15,-74-24-16,74 49-15,0 0 16,-49-25 0,24 0-1,25 25 1,0 0 15</inkml:trace>
  <inkml:trace contextRef="#ctx0" brushRef="#br0" timeOffset="12896.72">28029 12576 0,'0'25'125,"0"49"-93,25-49-17,25-25 32,-25-99-16,24 0-15,-24-1 0,0-24-1,0 75 1,-25-1 0,0 25-1,24 25 1,51 199 140,74 247-140,-75-223-1,-24-74 1,-26-49 0,1-100-1,-25 24 63</inkml:trace>
  <inkml:trace contextRef="#ctx0" brushRef="#br0" timeOffset="13689.47">29468 11807 0,'-25'-25'94,"-24"149"-63,24-49-31,124 297 31,75-199 1,98 125-17,-172-174 1,-26-50-1,-74-49 1,-174 25 62,-322 49-47,447-74-31,24-25 47</inkml:trace>
  <inkml:trace contextRef="#ctx0" brushRef="#br0" timeOffset="15426.66">30113 11112 0,'0'0'0,"-75"0"16,26 0-16,-1 0 16,-74-24-1,0-1 1,-49 0-1,49 25-15,24 0 16,-123 0 0,-199 0-1,249 0 1,-274 99 0,298-49-1,75-25 16,24 0-31,26-25 16,-26 49-16,-24-24 16,-150 198-1,76-24 1,48-1 0,51-99-1,-1 199 1,25-174-16,25-25 15,-25 100 1,25-100-16,0 50 16,0-50-16,0 25 15,75 174 1,-1-150 0,-24-48-1,-25-51 1,49 26-1,1-1 1,-1 25-16,25-24 0,348 173 31,-150-124-15,75 0 15,-148-75-15,-26-49-1,-24 0 1,148-49-16,-173-1 16,198-148-1,-223 74 1,-24-25 0,-1-99-1,50 49 1,-25 1 15,-50 49-15,-24 75-16,-26 24 15,26-173 1,-25-25 0,-25-25-1,0 149-15,0-25 16,-75-149-1,-123-123 1,74 198 0,-50 24-1,125 125 1,-26-1 0,50 75-1,1-25-15,-1 25 0,0-24 16,-74-1 15,49 25-31,25 0 0,1 0 16,-1 0-1,0 0 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11-09T03:23:23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3200 5308 0,'25'25'31,"-1"-25"-15,1 0 15,25 25 0,-1 0-15,-24-1 0,25 1 15,-25 0-16,-1 0 1,26 24 0,0-49-1,-1 25 1,100-25 0,0-25-16,372-123 15,124-76 1,-348 125-1,249-124 1,-496 198-16,-1 0 16,1-24-16,24 24 15,50 0 1,-74 25 0,0-25 15,-26 25 31</inkml:trace>
  <inkml:trace contextRef="#ctx0" brushRef="#br0" timeOffset="4491.8">17016 13469 0,'0'124'63,"-99"124"-48,0 25 1,24-25 0,50-124-1,-24-25 1,24-24-1,-25-26 1,50-24 15,-24 0 1,24 0 30,0-1-31</inkml:trace>
  <inkml:trace contextRef="#ctx0" brushRef="#br0" timeOffset="5211.62">16619 13816 0,'0'-25'94,"50"149"-47,148 149-31,25 50-1,100 98 1,-199-272 0,-99-99 15,0-1-31</inkml:trace>
  <inkml:trace contextRef="#ctx0" brushRef="#br0" timeOffset="10454.76">3522 6796 0,'99'224'110,"-24"-100"-95,24 25-15,100 123 16,-51 51-1,-73-149 17,-26-100-17,1-49 17,0-25-17,-26-25-15,26 0 16,372-397-1,198-49 1,248-50 0,-546 348-16,26-26 15,-249 125 1</inkml:trace>
  <inkml:trace contextRef="#ctx0" brushRef="#br0" timeOffset="15990.23">19124 10319 0,'0'-25'0,"372"50"203,-198 0-187,0-1 0,446 100-1,-447-74 1,-123-50 0,-25 25-1,0-25 1,24 0-1,1 0 17,74 0-17,-25 0 1,50 0 0,-99-25-1,98 25 1,51-25-1,-100 0 1,-49 25 0,-25-24-1,99 24 32,0-25-16,-50 0-15,-24 25 15,24 0-15,0 0 0,-24 0-1,49 0 1,174 0-1,-74 0 1,-51 0 0,-73 0-1,-50 0 1,74 0 0,0 0-1,-49 0 1,-26 0-1,76 0 95,-76 0-95,1 0 17,149-25-17,24 0 1,-74 1 0,-99 24 15,0-25 16</inkml:trace>
  <inkml:trace contextRef="#ctx0" brushRef="#br0" timeOffset="19537.28">18653 14808 0,'75'75'110,"49"123"-95,-50-24-15,273 322 47,-248-322-31,1-75-1,-26 74 1,1 1 0,-26-99-1,1-1-15,-1 25 16,1-24-16,0-26 15,24 125 1,25-50 0,-24-25-1,73 75 1,-123-125 0,0-24-1,0 0 1,0 24-1,24 26 1,1-50 0,-1 0 15</inkml:trace>
  <inkml:trace contextRef="#ctx0" brushRef="#br0" timeOffset="22183.41">3547 8086 0,'25'25'156,"24"0"-140,-24-25-16,124 25 15,248 0 1,-99-75-1,495-173 1,274-224 0,-794 298-1,-248 100 1,-1 49 0,-24-25-16,25 25 62</inkml:trace>
  <inkml:trace contextRef="#ctx0" brushRef="#br0" timeOffset="22855.53">3746 6648 0,'372'-25'94,"248"-99"-78,421-50-1,770-297 1,-1464 347-16,-173 49 16,-75 26-1</inkml:trace>
  <inkml:trace contextRef="#ctx0" brushRef="#br0" timeOffset="23991.3">2431 9823 0,'223'49'125,"2258"-98"-94,-820-348-15,-743 25-1,-843 347 1,-75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11-09T03:26:34.20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12204 11187 0,'0'-25'0,"25"25"125,223-25-93,-99 25-32,198-49 15,174 49 1,-348 0-1,-98 0 1,-50 0 31,24 0-31,-24 0-1,25 0 1,-26 0-16,51 0 31,-1-25-15,25 25-1,25 0 1,-99 0-16,25 0 16,0 0-1,-26 0 1,26 0-1,24 0 1,50 0 0,-49 0 15,-1 0-15,-49 0-16,25 0 15,-1 0-15,26 0 0,-1 0 16,124 0-1,-73-25 1,-26 25 0,-74 0 15,-1 0-15,1 0-1,25 0 1,-25 0-1,-1 0-15,1 0 16,0 0 15,74 0-31,224 0 32,-150 0-17,-98 0 1,-50 0-1,-1 0 17</inkml:trace>
  <inkml:trace contextRef="#ctx0" brushRef="#br0" timeOffset="1439.58">13494 7888 0,'-50'0'47,"-49"25"-32,0 24-15,49 1 16,-124 74-1,100-25 1,-25 0 15,0-24-15,24-26 0</inkml:trace>
  <inkml:trace contextRef="#ctx0" brushRef="#br0" timeOffset="1966.2">12576 8136 0,'372'149'62,"248"223"-31,-570-372-31,-1 49 32,-24-49-17</inkml:trace>
  <inkml:trace contextRef="#ctx0" brushRef="#br0" timeOffset="6182.78">12303 11807 0,'75'0'94,"98"50"-63,323 148-15,-223-99-1,-174-99 1,-74 50-16,0-25 16,25-25-1,-26 25-15,26-1 31,0 26-15,-1-25-16,75 24 31,-49 1-15,49 0 0,0-1-1,-100-49-15,76 50 31,-51-25-15,-24-1 31,50 1-31,-51 0-1,26 0 1,24 24-1,-24 26 1,0-50-16,-26-1 0,51 51 31,-50-50-15,24-1-16,-49 1 16,75 25-1,-51-25 1,1-1-1,0 1 1,0 0 15,24 0-31,-24 0 32,0 24-17,0 1 1,-25-25-16,25 24 15,49 51 1,-24-26 0,-26-24-1,1-1-15,0 1 0,99 123 32,-74-148-17,-1 50 1,-24-26-1,25-24-15,-50 25 16,74-1 0,-49-24-1,-25 0 17,25 0-17,0-1 1,-1 1 15,-24 0 0,25 0-15,-25 0 0,50 24-1,-25-24 1,-25 0-16,24 25 0,26-1 15,-25-24 1,0 0 0,-1-25-1,26 49 17,-25-24 30,0 25-46,-1-25-1,-24-1 1,25-24 0,-25 50 15</inkml:trace>
  <inkml:trace contextRef="#ctx0" brushRef="#br0" timeOffset="26700.84">6871 7020 0,'25'0'172,"24"0"-157,-24 0 1,50 0-1,-1 0 1,124 25 0,-49-25-1,25 24 1,-50-24 0,0 0 15,-75 25-16,26-25 17,74 25-17,-100-25-15,51 0 16,-26 0 0,-24 0-1,-26 0 1,26 0-16,-25 0 15,0 0-15,74 25 32,-25-25-17,-24 0 1,-1 0 0,-24 25 15</inkml:trace>
  <inkml:trace contextRef="#ctx0" brushRef="#br0" timeOffset="59137.3">23440 12005 0,'0'25'141,"0"25"-110,0-25-31,0 24 31,0-24-15,0 0-16,0 0 0,0 0 15,-24-1 1,24 26-16,0 24 31,0-49-15,0 0-16,0 25 15,0-1 1,0 1 0,0 24-1,0-24 1,0 24 0,0-24 15,0-1-16,0-24-15,0 25 16,0 49 0,0-74-1,0 24 1,0 26-16,0-50 16,0 24-1,0 26 1,0-26-1,0-24-15,0 50 16,0 49 0,0-50-1,0-49 1,0 74 0,0-49 15,0 24-16,0 0 1,0 1-16,0-26 31,0 26-15,0-50 15,0 49 16,0-24-31,0-25-1,0 24 1,0 1 15,0-1-15,0-24-16,0 0 15,0 0 1,0 49 0,0-49-1,0 74 17,0-24-17,0-51 1,0 26-1,0-25 1,0 0 0,0-1-1,0 1-15,0 25 16,0-1 15,0-24-15,0 0-1,0 0 1</inkml:trace>
  <inkml:trace contextRef="#ctx0" brushRef="#br0" timeOffset="60510.77">13097 6697 0,'-50'0'94,"-74"99"-63,25 26-15,-50 98-1,50-99 1,25-75 0,49 1-1,0-25 63</inkml:trace>
  <inkml:trace contextRef="#ctx0" brushRef="#br0" timeOffset="61129.91">12402 6921 0,'0'24'109,"397"274"-93,-50-75-1,-123-148 1,-125-26 0,-74-49-1,-25 25 16</inkml:trace>
  <inkml:trace contextRef="#ctx0" brushRef="#br0" timeOffset="67139.7">22002 11757 0,'-25'0'62,"-25"0"-46,-24 0-1,-75 50 1,50 24 0,24-24-16,-123 74 15,-25 25 1,99-75-1,25-24 1,74 0-16,-25-50 16,1 49-1,-1-24 1,25 0 0,0-25-1,25 25-15,-74 24 31,49 1-15,-25-1 0,1-49-1,-26 75 1,1-1 0,0 1-1,-1-26 1,26 1-1,-26 24-15,-24 25 32,25-74-1,24 25-15,25-25-1,25 0-15,-25-1 31,25 1-15,-49 0 0,49 0-16,-25-25 0,-25 49 15,-24 1 1,24 24 0,-24-24-1,49-50-15,0 25 16,0 0-1,-24-1 1,24 1 0,0 25-16,0-50 15,1 25 1,-1-1-16,-25-24 16,25 50-1,1-25 1,-26 0 15,-24 49-15,49-74-1,0 50 1,-25-26 0,26-24-16,-1 25 0,0-25 15,0 50 1,0-50-1,-24 74 1,24-74-16,0 25 16,-24 0-1,24 0 1,0-1 0,0 1 15,-149 99 0,125-74-15,24-25-1,0-25-15,0 25 16,1-1 0,-1-24-1,0 25 1,0 0-16,-24 0 31,49 0-15,-25-1-1,-25 1 17,25 0-17,-24 25 16,24-26-15,-25-24-16,26 25 31,-1 0-15,0 0 0,-25 0-1,26-25-15,-1 49 31,0-24-15,0 0 31,0-25-31,1 25 46,24-1-31,-25-24-15,25 25 15</inkml:trace>
  <inkml:trace contextRef="#ctx0" brushRef="#br0" timeOffset="78547.12">19496 11063 0,'0'-25'0,"-74"50"63,-75 198-48,75-99 1,-25 50-1,49-50-15,25-75 0,-24 75 16,49-74 0,-25 0-1</inkml:trace>
  <inkml:trace contextRef="#ctx0" brushRef="#br0" timeOffset="79040.7">18901 11385 0,'99'25'78,"-24"50"-63,74-1-15,-25 25 16,-25-24-16,-50-75 16,1 49-1</inkml:trace>
  <inkml:trace contextRef="#ctx0" brushRef="#br0" timeOffset="80335.97">13022 4068 0,'-74'74'125,"0"26"-110,49-51 1,-25-24-1,50 0 1,-25 0-16,-24 24 47,49-24-31,-25 0-1,0 0 1,0-25-16,1 49 15,-1-24 1,25 25 0,-25-50-1,0 24 32</inkml:trace>
  <inkml:trace contextRef="#ctx0" brushRef="#br0" timeOffset="81905.72">12427 4118 0,'25'0'234,"25"49"-202,-26-24-1,26 0-15,24 0-1,-49 24 1,0-49-16,0 25 15,0-25 1,24 25 0,26 49-1,-51-49-15,26 25 16,24-1 0,1 1-1,-50-25 48</inkml:trace>
  <inkml:trace contextRef="#ctx0" brushRef="#br0" timeOffset="83129.37">14015 6921 0,'0'-25'0,"-50"198"141,0-123-125,-74 124-1,100-125 1,-1-24-1,0 0 1</inkml:trace>
  <inkml:trace contextRef="#ctx0" brushRef="#br0" timeOffset="83606.27">13692 7069 0,'0'0'0,"25"0"47,421 248-31,-148-49 0,-174-125 15,-99-49-16</inkml:trace>
  <inkml:trace contextRef="#ctx0" brushRef="#br0" timeOffset="86031.15">16768 15999 0,'-25'0'78,"-173"0"-46,49 0-32,-546 0 31,522 0-15,24 0-16,0 0 0,25 0 15,-99 0 1,49 0-1,1 0 1,-1 0 0,99 0-1,-123 0-15,124 0 16,-26 0-16,51 0 16,-1 0-16,1 0 15,-75 0 1,49 0-1,50 0 17,-49 0-32,0 0 0,24 0 0,0 0 15,-123 0 17,98 0-17,50 0 1,1 0-1,-51 0 1,-24 0 0,49 0-1,1 0-15,24 0 16,-25 0 0,1 0-1,-1 0 16,-24 0 1,24 0-32,25 0 15,1 0 1,-1 0 15,0 0-15,-25 0-1,26 0 1,-1 0-16,-25 0 0,50 25 16,-50-25-16,26 0 31,-51 25-15,50-25-1,1 0 1,-1 0-1,25 24-15,-25-24 16,0 0 78</inkml:trace>
  <inkml:trace contextRef="#ctx0" brushRef="#br0" timeOffset="89775.42">6970 5407 0,'50'-24'109,"123"24"-93,199 0 0,25 0-1,-74 0 1,-125-25-1,-123 25-15,-26 0 0,1 0 16,24 0 0,25 0-1,-24 0 1,-26 0-16,-24 0 16,25 0-16,24 0 15,75 0 1,-25 0-1,-25 0 1,25 0 0,25 0-1,50 0 17,-50 0-32,-75 0 15,149-25 1,-124 25-1,75 0 1,-75 0-16,50 0 16,-25 0-16,199-25 31,-175 0-15,-73 25-1,222 0 1,-98-24-16,-25-1 15,-75 0-15,25 0 16,-75 25 0,-24 0 62,0 0 16,0 99-79,0 50 1,-25 50-1,0-51 1,0-48 0,0-75-1,0 24-15,0-24 47,0 0-31,0 0-16,0-1 109,0 1-93,0 0 15,-50 49-15,25-49 15,-49 25-15,-50-25-1,-100 24 1,100-24-1,75-25 1,-100 50 0,0-50-1,100 0 1,-100 24 0,-25 1-1,25 0 1,50 0-1,49-25-15,-24 0 0,-100 0 16,50 25 0,0-1-1,25-24 1,25 25 0,-199-25-1,174 0 1,-174 0-1,124 0 1,0 0 0,25 0-1,25 0 1,0 0 0,-100 0-1,50 0 1,25 0-1,-49 0 1,49 0 15,49 0-31,-24 0 32,-25 0-17,74 0 1,-74 0-16,50 0 0,24 0 15,-24 0 1,-75 0 0,100 0-16,24 0 15,-25 0-15,25 0 16,-49 0 0,49 0-16,-24 0 15,24 0 1,0 0-1,0 0 17,0 0-17,-24-25 48,-50-148-32,24 24-15,75 50-16,-25-100 15,25 100 1,0 0-16,25-149 16,-25 149-1,50 24-15,-1-123 31,1 99-15,-25 49 0,-25 0 15,25 50-31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41:06.5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2438 8770 1682 0,'-5'-8'303'0,"5"8"-54"0,-6-6-5 16,3 1-9-16,3 5 5 15,-6-7-11-15,6 7-8 0,-4-5-13 0,4 5 1 16,-6-5-8-16,6 5-10 0,0 0-16 15,0 0-4-15,0 0 9 0,0 0 0 0,0 0-10 16,4 33-9-16,0-15-7 0,2 1-5 16,1 16-5-16,2-2-5 0,-2 1-13 15,2-2 4-15,-3 3-26 0,-1-3-9 0,-1-8-11 16,0-3-2-16,-2-3-9 0,2-1-7 16,-2-3-13-16,0-2-33 0,0 1-40 0,-2-3-49 15,2 0-59-15,-1-3-67 16,-1-1-82-16,0-6-89 0,0 0-81 0,0 0-94 15,0 0-119-15,0 0 15 0,-9-23-484 16,5 9-598-16</inkml:trace>
  <inkml:trace contextRef="#ctx0" brushRef="#br0" timeOffset="201.08">2248 8758 3117 0,'-15'-2'25'0,"3"4"43"16,1 0 46-16,-1 0 45 0,3-1 39 0,9-1 16 15,-13 4-11-15,13-4-18 16,0 0-15-16,-8 1-20 0,8-1-13 0,0 0-4 0,0 0-12 16,28-6-11-16,-8-3-13 15,12-3-15-15,2-5-45 0,13-2-50 0,-4 2-71 16,-9 2-68-16,0 3-73 0,-1-2-73 16,-10 7-82-16,-6 2-80 0,-2 0-108 15,-3 5 8-15,-3 0-318 0,1 2-360 0</inkml:trace>
  <inkml:trace contextRef="#ctx0" brushRef="#br0" timeOffset="449.93">2250 9372 2789 0,'-15'13'249'0,"3"-1"29"0,3-3 24 15,3-1 23-15,1-4-13 0,-2 0-18 16,7-4-26-16,0 0 17 0,0 0 5 0,0 0-14 15,29 4-26-15,-8-10-27 0,10-4-9 16,5-1-29-16,2-3-22 0,1 1-41 16,-2-1-58-16,-1 2-71 0,0 1-78 0,-5 0-70 15,-4 4-84-15,-8 0-60 0,-2 4-69 16,-2 0-68-16,-3-3-74 0,-2 5-128 0,-1-1-11 16,0-1 56-16,-9 3-397 0,14 0-466 15</inkml:trace>
  <inkml:trace contextRef="#ctx0" brushRef="#br0" timeOffset="917.88">2791 9000 3076 0,'-7'-14'231'0,"0"4"48"0,4 3 49 16,-1 1 48-16,2-1 13 0,2 7-9 16,-3-7-28-16,3 7-31 0,-2-7-33 15,2 7-21-15,0 0-12 0,0 0-17 0,0 0-18 16,0 0-19-16,34 12-15 15,-25-7-22-15,3 5-12 0,-1-1-13 0,-1 1-14 0,0 0-14 16,-3 0-9-16,0-1-91 16,2 0-11-16,-4-2 0 0,1-1 0 0,-1 1 0 15,-3-2 0-15,-2-5 0 0,10 9 0 16,-6-5 0-16,-4-4 0 0,7 4 0 0,-7-4 0 16,0 0 0-16,0 0 0 0,0 0 0 15,0 0 0-15,17-20 0 0,-12 11 0 16,-2 1 0-16,1 1 0 0,0 0 0 0,1 0 0 15,-1 2 0-15,6 0 0 0,-10 5 0 16,17-7 0-16,-5 6 0 0,1 1 0 0,-13 0 0 16,27 0 0-16,-15 0 0 0,4 1 0 15,-3-1 0-15,3 4 0 0,-16-4 0 0,25 0 0 16,-16-2 0-16,-9 2 0 16,21-2 0-16,-10-1 0 0,0-2 0 0,1-2 0 15,1-2 0-15,-2-3 0 0,1-1 0 16,1-3 0-16,-1-9 0 0,1-2 0 0,-3-4 0 15,-2-3 0-15,-3-2 0 0,-1-1 0 16,2 2 0-16,-3 10-245 0,-1 3-71 16,0 6-82-16,1 3-81 0,1 1-67 15,-4 8-73-15,0 4-146 0,0 0 35 0,0 0 83 16,0 0-525-16,0 0-638 0</inkml:trace>
  <inkml:trace contextRef="#ctx0" brushRef="#br0" timeOffset="1216.96">4005 8274 3570 0,'-2'-13'171'0,"2"5"35"0,0 0 23 15,0 8 9-15,0 0 3 0,0 0-3 16,0 0-8-16,0 0-3 0,10 29-21 0,-5-10-19 15,7 12-14-15,-1 6-20 16,7 7-14-16,-2 2-15 0,-2-1-19 0,3-1 1 16,2-2-15-16,-6-9-8 0,1-3-27 15,-5 1-50-15,1-9-38 0,-4-1-37 16,0-2-38-16,-3-4-47 0,1-1-53 0,-2-4-57 16,2-2-65-16,-3-2-57 0,-1-6-69 15,-1 6-49-15,1-6-72 0,0 0-32 0,0 0-442 16,-10-20-524-16</inkml:trace>
  <inkml:trace contextRef="#ctx0" brushRef="#br0" timeOffset="1500.99">4009 8274 2708 0,'-7'-23'-30'0,"1"5"49"0,1 3 48 0,0 0 35 0,3 2 36 16,2 0 21-16,2-1 11 0,3 1 19 16,7-4 2-16,3 3-3 0,8-3-7 15,0 5-2-15,-1 7-12 0,0-2-13 16,-1 7-12-16,0 0-11 0,4 5-14 0,-3 2-8 15,-4 3-5-15,0 0 16 0,-2 4 19 16,-3 0 22-16,1 2 0 0,-8 0 3 16,-3 0 7-16,-1 1-1 0,0 2-14 0,-4 4-14 15,-2-2-9-15,-1 2-21 0,-3-1-13 16,-2 5-11-16,3-7-47 0,1-2-35 0,-3-6-36 16,1 0-55-16,0-4-47 0,-1-1-52 15,4-3-56-15,-4-4-60 0,9 0-66 0,0 0-65 16,-20-14-89-16,13 4-149 15,7 0 6-15,0-1 74 0,3 1-377 0,3-2-443 16</inkml:trace>
  <inkml:trace contextRef="#ctx0" brushRef="#br0" timeOffset="1982.89">4567 8448 2755 0,'0'12'117'0,"-4"-2"45"0,-1 1 38 16,3-1 31-16,-2-2 15 0,2-1-1 0,1 2-8 15,1-9-22-15,-2 13-19 0,4-4-16 16,-2-9-20-16,1 12-9 0,3-4-16 16,0-4-13-16,-4-4-11 0,9 7-16 0,-9-7-7 15,8 4-6-15,-8-4-5 16,0 0-12-16,0 0 1 0,0 0-7 0,13-15 4 16,-13 5 7-16,0 0 1 0,-5-5-3 15,-1-5 3-15,-1 3-7 0,-7-11-4 0,1 0-2 16,3 6-5-16,2 5-6 0,-3 0 3 15,3 5-30-15,1 0 3 0,-3 3-8 0,5 4-2 16,-3 0-5-16,8 5 1 0,-13-4 1 16,13 4 0-16,0 0-5 0,0 0 2 15,0 0-6-15,-22 6 0 0,22-6-3 16,0 0 1-16,0 0 19 0,0 0-18 16,0 0 5-16,33-17-5 0,-18 9 4 0,-2-4-3 15,5 3 6-15,-2-1 7 0,0 6 6 16,-1-4 16-16,-3 5 8 0,1-1 10 0,1 3 2 15,-1 1 5-15,2 4-5 0,-2 0-1 16,1 6 5-16,3-2-17 0,-3 5 1 0,0 1-9 16,6 9-10-16,-2 1 6 0,0-1-3 15,0 1-3-15,-2 2-3 0,0-2 2 0,-3-5-13 16,-2-2-4-16,-1-2-58 0,-3-1-47 16,-1-1-40-16,1 1-52 0,0-4-60 15,-2-3-74-15,-1 3-72 0,0-6-68 16,-1 2-90-16,-3-6-88 0,0 0-36 0,4 4 55 15,-4-4-454-15,0 0-549 0</inkml:trace>
  <inkml:trace contextRef="#ctx0" brushRef="#br0" timeOffset="2165.88">4897 8347 2779 0,'-4'-27'15'15,"0"0"76"-15,3 2 72 0,-3 4 47 16,2 0 46-16,0 6 30 0,0 1 12 0,1 2-9 16,2 2-5-16,-1 3-23 0,0 7 6 15,2-7-3-15,-2 7-24 0,0 0-24 16,20 12-19-16,-11 2-20 0,0 3-14 0,0 2-42 15,3 11-70-15,-1 0-58 16,0 2-61-16,-2 0-68 0,-2-1-57 0,-1-6-62 16,-3-3-65-16,1-1-56 0,-2-6-56 15,1-1-57-15,0-2-91 0,-3-3-28 0,2-3-468 16,-2-6-548-16</inkml:trace>
  <inkml:trace contextRef="#ctx0" brushRef="#br0" timeOffset="2332.84">4853 8088 2898 0,'-13'-27'8'0,"3"10"55"16,1 1 51-16,2 3 40 0,-4 1 21 16,4 2 7-16,2 3-7 0,-1-2-15 0,1 2-16 15,2 1-17-15,3 6-36 0,-6-7-47 16,6 7-60-16,-2-5-95 0,2 5-85 0,0 0-111 16,0 0-142-16,0 0-111 15,0 0 47-15,16 22-230 0,-9-10-233 16</inkml:trace>
  <inkml:trace contextRef="#ctx0" brushRef="#br0" timeOffset="2665.72">5021 8274 2162 0,'0'-8'260'0,"0"8"38"0,0 0 19 15,0 0 20-15,0 0 22 0,-2-13 18 0,2 13 8 16,0 0-4-16,0 0-15 0,0 0-29 15,0 0-30-15,30 13-30 0,-20-7-29 16,0 0-26-16,1 2-19 0,1 1-23 16,-3-1-16-16,0 0-20 0,1-1-11 0,-4 1-9 15,-1-2-16-15,3 2-14 0,-3-3-3 16,0 2-17-16,-5-7-3 0,7 9-12 0,-7-9-14 16,8 6-10-16,-8-6-15 0,5 6-14 15,-5-6 1-15,0 0-7 0,4 6-1 0,-4-6-1 16,0 0 1-16,0 0-8 0,0 0-15 15,0 0-12-15,0 0-34 0,0 0-49 16,-17 2-47-16,17-2-47 0,0 0-63 0,0 0-71 16,-13-10-85-16,9 6-83 0,4 4-100 15,-4-9-142-15,2 3 56 0,2 6-628 16,2-10-785-16</inkml:trace>
  <inkml:trace contextRef="#ctx0" brushRef="#br0" timeOffset="4098.7">5122 8245 3461 0,'-2'-8'-49'16,"2"8"50"-16,0-11 50 0,0 11 49 16,-1-11 38-16,1 11 31 0,0-11 22 15,0 11 8-15,0 0 1 0,1-8 10 16,-1 8-3-16,0 0 0 0,0 0-7 16,17 18-10-16,-10-9-2 0,2 7-2 0,-2-1-1 15,2 3-4-15,2 1-8 0,-4 3-11 16,-2-3-14-16,1 1-6 0,-1-3-7 0,0-1-1 15,-1-1-11-15,0-3-10 0,-3 0-12 16,3-3-6-16,-2-1-14 0,0-1 1 0,-2-7-3 16,3 10-5-16,-3-10-9 0,0 0-6 15,0 0-4-15,0 0-10 0,9-25-4 0,-5 9-7 16,-1-8-1-16,3-12-31 16,-3 2-2-16,3-3 0 0,-1 12 0 0,0 3 0 15,1 5 0-15,-4 1 0 0,-1 4 0 16,3 3 0-16,0-1 0 0,-1 3 0 0,-3 7 0 15,9-3 0-15,-9 3 0 0,0 0 0 16,0 0 0-16,16 14 0 0,-12-8 0 16,3-1 0-16,0 4 0 0,-1 0 0 0,-3-1 0 15,3 1 0-15,-3-2 0 0,1 0 0 16,1-1 0-16,-2 0 0 0,-3-6 0 0,6 6 0 16,-6-6 0-16,6 5 0 0,-6-5 0 15,0 0 0-15,0 0 0 0,0 0 0 0,15-19 0 16,-9 7 0-16,-1-1 0 0,-1-1 0 15,2 6 0-15,-3-2 0 0,4 1 0 16,-4 2 0-16,1 2 0 0,-4 5 0 16,7-9 0-16,-3 4 0 0,-4 5 0 0,12-1 0 15,-12 1 0-15,0 0 0 0,0 0 0 16,0 0 0-16,22 4-101 0,-22-4-57 0,6 6-66 16,-6-6-65-16,8 3-79 0,-8-3-76 15,9 4-71-15,-9-4-61 0,0 0-35 16,0 0-43-16,0 0 5 0,6-11-576 0,-4 6-688 15</inkml:trace>
  <inkml:trace contextRef="#ctx0" brushRef="#br0" timeOffset="4265.66">5533 7931 3238 0,'2'-23'-59'0,"2"5"51"15,-4 3 51-15,5 1 40 0,-4 3 40 0,-1 4 15 16,2 2 16-16,-2-2 1 0,0 7 16 16,6-6 5-16,-6 6-9 0,0 0-3 0,0 0-14 15,11 11-8-15,-9-3-19 0,-1 1-13 16,4 3-19-16,-3-2-43 0,2 4-59 0,-2-1-67 15,-1 0-78-15,-1-1-83 0,4 0-84 16,-2 0-111-16,0-2-163 0,1-3 21 16,5-1 70-16,0-2-273 0,1-2-267 0</inkml:trace>
  <inkml:trace contextRef="#ctx0" brushRef="#br0" timeOffset="4548.97">5942 7647 2251 0,'2'-14'158'0,"-2"2"48"16,1 5 31-16,-2-3 20 0,1 5 5 15,0 5-12-15,-2-7-16 0,2 7-24 0,0 0-12 16,0 0-4-16,-12 18-12 0,6-8-13 16,2 3-13-16,-1 3-12 0,3-1-19 15,-2 2-9-15,4 1-15 0,2 1 3 0,-2-1-1 16,4-1 4-16,0 3 28 16,-1-5 10-16,3 0 25 0,-1 3 31 0,2 0 17 15,-2 1 5-15,-1-2 9 0,0 0 20 16,-2 1-1-16,-2-1-6 0,-2 1-13 0,-4 5-109 0,3-2-123 15,-8-1 0-15,2-1 0 0,-2 0 0 16,-3-5 0-16,-1 0 0 0,2 1 0 16,-4-3 0-16,1-4 0 0,3-3-355 15,-1 1-284-15,0-5-187 0,-2 1-39 0,1-2 78 16,-1 0-818-16,-2-3-1045 0</inkml:trace>
  <inkml:trace contextRef="#ctx0" brushRef="#br0" timeOffset="5781.82">2221 10617 4592 0,'-9'-18'-52'0,"2"5"57"0,0 3 62 0,2 2 42 16,3 0 28-16,-2 3 17 0,4 5-1 16,-5-8-15-16,5 8-10 0,0 0-18 0,0 0 13 15,0 0-2-15,9 33-2 0,0 1-10 16,1 0-13-16,3 12-8 0,-1 0-7 15,3 3-9-15,-1-2-8 0,-5-7 5 0,0-1-14 16,3-1-10-16,-6-2-5 0,-1-3-5 16,-1-8-4-16,0-4-18 0,-2-4-10 0,1-2-18 15,-3-3-7-15,0 1-9 16,2-2-13-16,-4-2-21 0,-1-3-18 0,-1 2-8 0,-2-2-3 16,-3-3-3-16,-1 3-3 15,-1-2 3-15,-3-4 2 0,-1 0 10 0,-4 0 8 16,-5-4 6-16,-1 1 17 0,0-4 12 15,0 2 18-15,4-3 11 0,2 5 7 16,0 0 6-16,4 0 1 0,1 0-5 0,5-1-6 16,0 1-9-16,2-1-13 0,7 4-8 15,2-12-19-15,8 0-21 0,9-9-26 0,6 5-1 16,13-11-4-16,6 2-3 16,6-4 4-16,1-4-6 0,4 1 9 0,-1-4 14 15,-3-2 12-15,-7 3 4 0,-8-1 11 16,-4 2 17-16,-11 3 35 0,-9 2 36 15,-4 4 33-15,-6 2 22 0,-4 4 28 0,-1 1 13 16,-1 1 9-16,-3 2 4 0,1 1 0 16,-3 2-4-16,-3 4-10 0,3 3-3 0,-2 1-13 15,-1 6-12-15,-3 1-2 0,-2 6-17 16,-5 10-8-16,6 6-1 0,0 4-12 16,3 2-4-16,4 6-3 0,4-1-3 0,1 0-2 15,3-7-6-15,2 7-2 0,3-1-7 16,3-4 3-16,0-1-5 0,2-6-1 0,1-5-1 15,-2-3-4-15,1 1-3 16,0-4-7-16,0-2-4 0,0 0 2 0,-2-5-1 16,1 0 8-16,-2 0-6 0,2-3 1 15,-3-1 1-15,-5-2-2 0,11 3 2 0,-3 1-2 16,-8-4 5-16,8 1 1 0,-8-1 2 16,9 0 5-16,-9 0-1 0,10 4 2 15,-10-4 2-15,15 4 1 0,-15-4-3 0,16 4-1 16,-7-1-2-16,-2-1-4 0,4 0 0 15,-2 2-1-15,-9-4-17 0,16 1-35 16,-16-1-51-16,18 0-69 0,-18 0-70 0,15 2-84 16,-15-2-103-16,15-3-155 0,-5-4-120 15,-2-1 66-15,1-2-444 0,0-5-543 0</inkml:trace>
  <inkml:trace contextRef="#ctx0" brushRef="#br0" timeOffset="6149.36">2911 10831 3029 0,'0'0'4'0,"0"0"27"0,-3 20 44 0,3-20 45 15,0 0 12-15,9 2-2 0,-9-2 3 16,11 4-9-16,-11-4-6 0,19 0-16 0,-9 2-6 16,-10-2-6-16,21-2-10 0,-21 2-6 15,21-4-8-15,-12 2-4 0,-9 2-5 16,16-6-3-16,-10 3-5 0,-1-6-6 0,-3 0 20 15,2-1 11-15,-6 0 14 16,0-1 10-16,-2 1 10 0,-1 0 0 0,-1-1-12 16,-4 5-8-16,1 1-8 0,-2 3-8 15,11 2-10-15,-23 3-4 0,5 5-6 0,0 1-4 16,0 3-1-16,-3 7-3 0,2 3-2 16,4-5-3-16,-2 8 1 0,7-7-8 15,4 1-1-15,1-1-1 0,5-1-7 0,0-1-1 16,2-1-6-16,1 2-18 0,3-5-22 15,2 2-33-15,5-1-52 0,-2-3-69 0,3-1-77 16,7-1-95-16,-4-7-128 16,2-1-188-16,6-5 19 0,6-2 68 0,-1-3-368 15,5-4-427-15</inkml:trace>
  <inkml:trace contextRef="#ctx0" brushRef="#br0" timeOffset="6649.68">3254 10915 2780 0,'-11'4'131'0,"4"-1"26"15,7-3 16-15,-10 2 10 0,10-2 1 16,0 0-4-16,-8 4-2 0,8-4-2 0,0 0-10 16,0 0-14-16,0 0-14 15,0 0-14-15,0 0-11 0,0 0-12 0,0 0 3 16,0 0-20-16,0 0-6 0,38-2-4 15,-38 2-8-15,10-9-4 0,-8 2-4 0,-2-2-2 16,0 1 2-16,-2-5-5 0,-2-2-1 16,-4-3-2-16,1-2 1 0,-4 3 2 15,2 0 2-15,-2 4 14 0,2 1 0 0,-3 2-10 16,5 3-6-16,-3 2-7 0,0-1-5 16,-1 5-5-16,11 1-5 0,-16-2-7 0,16 2 3 15,0 0-7-15,-20 7-8 16,20-7-1-16,-5 3-2 0,5-3-2 0,0 0-2 15,0 0-3-15,0 0-3 0,0 0 2 0,30-8-2 16,-11-3 6-16,0 1-4 0,8-5 2 16,-7 4-5-16,1 0 3 0,-1 2 4 15,-4 4-3-15,2-1 1 0,-1 3-1 0,-4 2 5 16,2 1 9-16,1 1 0 0,-1 4 2 16,0 1-1-16,0 4 1 0,1-2-5 15,-3 4-2-15,3-1 10 0,-4 2-13 0,1 1-9 16,-4-2-18-16,0-1-26 0,-1-2-39 15,3 2-45-15,-5-4-59 0,1-1-64 16,2 1-74-16,-2-3-71 0,0-1-100 0,-7-3-156 16,11-2 14-16,-11 2 61 0,20-15-363 15,-6 1-421-15</inkml:trace>
  <inkml:trace contextRef="#ctx0" brushRef="#br0" timeOffset="7016.72">3778 10487 2770 0,'0'0'110'16,"-26"3"54"-16,18-3 18 0,8 0 33 16,-11 2 10-16,11-2-1 0,0 0-5 0,0 0-7 15,-11 3-3-15,11-3-12 0,0 0-5 16,0 0-18-16,0 0-13 0,0 0-15 0,0 0-12 16,0 0-16-16,36-6-9 15,-36 6-11-15,14-8-10 0,-8 5-3 0,-6 3-9 16,12-9-9-16,-8 4-3 0,-1-2-9 15,-3 7 14-15,0-13-7 0,-1 6 0 0,1 7-1 16,-10-10-13-16,2 4-1 0,8 6-8 16,-17-1-8-16,17 1-6 0,-23 3 2 15,10 2-3-15,-1 4-8 0,3 0 0 0,-4 4-7 16,5 3 2-16,-1-2 2 16,1-1-5-16,3 4 3 0,1 0-7 0,3-2-1 0,1 2-3 15,0-5-24-15,2 2-30 0,2 1-30 16,1-3-43-16,1-3-40 0,4 1-60 15,0 0-77-15,3-3-71 0,0-4-110 16,5-3-148-16,4 0-54 0,15-7 74 16,5-2-441-16,15-9-528 0</inkml:trace>
  <inkml:trace contextRef="#ctx0" brushRef="#br0" timeOffset="7484.78">4480 10190 3191 0,'-8'-7'164'0,"0"2"37"0,1 2 43 0,7 3 24 16,-12-6 9-16,12 6-20 0,0 0-14 16,-13 0-16-16,13 0-11 0,0 0-2 15,-7 12-14-15,5-5-15 0,0 2-12 0,2-9-22 16,4 15-11-16,-1-5-15 0,1-1-12 16,2-1-14-16,-1 0-15 0,5 1-1 0,-4-3-13 15,3-3-8-15,1 2-10 0,1-3-22 16,-3-2-17-16,-8 0-5 0,23-4-13 0,-14 4-5 15,3-6-10-15,-1 0 1 0,-2 3 2 16,3-1-2-16,-2-2 1 0,-3 4-1 16,0 0 1-16,-7 2 1 0,14-4-3 0,-14 4 4 15,15 0-8-15,-15 0-5 16,18 4-5-16,-9-4-9 0,1 2-5 0,1 0-2 16,2 2-8-16,1-2 0 0,1-2-2 15,2 2-1-15,0-4 3 0,0 0 4 0,1-2 8 16,0 0 3-16,-2-2 8 0,3-3 4 15,-5 1-1-15,0-2 8 0,2-3 1 0,-3 1 13 16,-1-5 11-16,-1 2 15 0,-4-2 7 16,-1 2-2-16,0-8 1 0,-4 6 0 0,-2-9-6 15,0-11-3-15,0-1-1 0,-2 7-9 16,2 5-15-16,0 2-35 0,0 7-56 16,-1 0-62-16,-1 5-73 0,2 3-71 0,-3 2-90 15,1 2-91-15,2 5-150 0,0 0 15 16,0 0 67-16,0 0-338 0,0 0-378 0</inkml:trace>
  <inkml:trace contextRef="#ctx0" brushRef="#br0" timeOffset="7698.71">5086 9790 2542 0,'-3'-8'107'0,"0"0"64"15,1-1 32-15,2 9 28 0,-4-8 13 0,4 8-11 16,0 0-14-16,0 0-9 0,0 0 0 15,0 0-12-15,0 0-18 0,0 0-19 0,9 39-14 16,-4-17-33-16,2 9-33 0,-1 1-35 16,1 2-49-16,-1 1-54 0,0-4-53 15,0-3-61-15,-2-9-51 0,-3-1-41 16,3-3-52-16,-2-2-58 0,0-5-54 0,0 0-68 16,0-2-27-16,-2-6-274 0,0 0-283 15</inkml:trace>
  <inkml:trace contextRef="#ctx0" brushRef="#br0" timeOffset="7848.91">5092 9550 2079 0,'-6'-15'11'0,"0"7"32"0,2-1 13 16,0 2 0-16,2 4-5 0,2 3-4 16,0 0-8-16,0 0-22 0,0 0-34 15,0 0-53-15,0 0-65 0,0 0-75 0,0 0-87 16,0 0-271-16,-3 22-70 0</inkml:trace>
  <inkml:trace contextRef="#ctx0" brushRef="#br0" timeOffset="8114.51">5143 9511 1864 0,'-4'-12'244'0,"2"3"31"0,2 5 24 15,0 4 3-15,0 0-3 16,0 0 6-16,0 0 2 0,0 0-6 0,7 23-20 16,0 1-15-16,0 9-33 0,2 7-23 15,2 10-19-15,-6-9-39 0,1 2-16 16,1 7-34-16,0-5-27 0,2-4-31 0,-4 0-38 16,3-2-54-16,-1-2-45 0,2-4-62 15,-6-4-64-15,3-5-73 0,-1-7-69 0,-1-2-80 16,0 1-106-16,-3-6-60 0,6-1 53 15,-3-6-322-15,-1-1-359 0</inkml:trace>
  <inkml:trace contextRef="#ctx0" brushRef="#br0" timeOffset="8364.56">5372 9293 2504 0,'-8'-22'85'15,"0"5"55"-15,2 1 56 0,1 5 31 16,-1-1 29-16,1 4 23 0,-1 0 7 0,2-1 3 15,0 5-13-15,4 4-22 0,-7-8-19 16,7 8-1-16,0 0-3 0,-12 25-3 0,12-1-16 16,-1 13-20-16,1 6-15 0,1 6-22 15,-1 9-15-15,4 0-14 0,0 3-7 0,1-4-33 16,3 1-37-16,-2-5-44 16,5-3-59-16,-5-9-55 0,1-3-59 0,2-6-61 15,-4-4-70-15,3 1-65 0,-5-9-60 16,3-3-77-16,0-5-106 0,-2-2-53 15,1-6 64-15,-1 1-414 0,-4-5-486 0</inkml:trace>
  <inkml:trace contextRef="#ctx0" brushRef="#br0" timeOffset="8881.5">5936 8765 2901 0,'-5'-15'129'0,"2"1"52"0,-1 5 27 16,2 3 19-16,2 6-1 0,-5-4 15 0,5 4 4 16,0 0 5-16,-6 31-6 0,6-7-16 15,2 14-36-15,2 9-13 0,-1 15-17 0,5 4-11 16,-3 0-13-16,4 3-16 0,-2 0-11 16,2-1-19-16,3-3-9 0,-2-2-3 0,-1-8-10 15,-1-13-23-15,0-3-18 0,-3-4-2 16,-1-12-7-16,-1 0 4 0,1-8-6 15,-2-3-7-15,0 0-5 0,1-5-12 16,-2-2-8-16,-1-5-7 0,0 0 3 0,0 0 0 16,0 0-4-16,8-20 3 0,-3 2 3 15,-1-2-5-15,0-2-3 0,4-11 3 16,-1 2-1-16,1 0 3 0,1 4 4 0,1 4 3 16,-2 6 1-16,1 0-1 0,1 4 5 15,-1 2-3-15,2 6 3 0,3-2 2 0,-3 5 8 16,3 2 6-16,-14 0 2 0,33 6 1 15,-19 2-3-15,2 4 2 0,-1 5 9 0,-1-2 4 16,-3 3 6-16,-2 1 8 0,-2-1-4 16,0 3 8-16,-2-2 21 0,-3-1 17 15,-2-1 13-15,-2 1 10 0,1-1 2 0,-7 2-10 16,3 0-1-16,-4-5-18 0,0 3-9 16,4-5-5-16,-8-2-26 0,6-3-44 15,0-2-46-15,-3 0-39 0,0-3-51 16,10-2-53-16,-14-4-64 0,1-5-79 0,4-7-90 15,-5-9-108-15,7 0-164 0,1 3-4 16,6 0 77-16,2 3-506 0,4-1-603 0</inkml:trace>
  <inkml:trace contextRef="#ctx0" brushRef="#br0" timeOffset="9280.92">6618 9353 3107 0,'0'0'48'15,"0"0"63"-15,0 0 39 0,0 0 25 16,0 0 10-16,4-9 10 0,-4 9 0 16,0 0-7-16,0 0-10 0,5-5-17 0,-5 5-17 15,9-4-15-15,-9 4-11 0,7-8-11 16,-2 3-13-16,-5 5-10 0,10-10-6 0,-7 2-7 16,2-1-9-16,-1 0-1 0,-2 1-10 15,-2-2-6-15,-4 1 0 0,4-1 0 0,-4 3 6 16,-2 2-11-16,-4-2-2 0,1 5-5 15,9 2-4-15,-27 9 2 0,10 1-2 16,2 0 5-16,-6 11 4 0,3-1 1 0,7 1 1 16,2-1 13-16,5-1-2 0,2-2 2 15,2 2 2-15,4 1 0 0,3 0 16 16,3-3 34-16,-2-1-1 0,-1-3-7 16,4-3 4-16,3 1 1 0,-3-3 7 0,2-2-3 15,3-2-5-15,2 0-3 0,-2-2-15 16,-2 0-4-16,-3-1-11 0,0 1-15 0,-11-2-30 15,22 0-45-15,-22 0-66 0,11 2-85 16,-11-2-88-16,10 1-115 0,-10-1-131 0,0 0-142 16,7 2-140-16,-7-2 66 0,0 0-708 15,0 0-882-15</inkml:trace>
  <inkml:trace contextRef="#ctx0" brushRef="#br0" timeOffset="10230.68">2814 12419 3811 0,'0'0'-88'0,"-12"-8"39"0,7 4 43 0,-1-5 42 16,1 3 42-16,1-4 27 0,-1-3 14 0,5 1 8 15,0 1 9-15,0-1 3 16,3 0-4-16,1 0-5 0,2 1-8 0,-1 1-8 16,2 3-8-16,2 1-11 0,2 0-3 15,0 4-6-15,-11 2-2 0,30 5-2 16,-14 2-5-16,1 4-3 0,4 8-2 0,-2-1 6 16,0 5 17-16,-5-3 16 0,-7-3 11 15,2 2 15-15,-2 0 16 0,-2-2 12 0,-3 2 9 16,0-2 9-16,-4-2 0 0,0 1-4 15,1-1-5-15,-3-1-6 0,-3 0-16 16,0-3-13-16,1-1-19 0,-3-2-7 0,-1-4-45 16,-1-1-68-16,0-3 0 0,11 0 0 15,-29-10 0-15,4-7 0 0,4-4-55 16,0-2-113-16,0-6-53 0,6 3-48 16,2 3-45-16,3 2-49 0,4 6-60 0,2 1-43 15,4 0-62-15,0 1-56 0,2 1-78 16,4-4 2-16,4 3-523 0,-3 4-648 0</inkml:trace>
  <inkml:trace contextRef="#ctx0" brushRef="#br0" timeOffset="10748.94">2940 12251 3008 0,'0'0'-100'0,"9"0"60"15,-9 0 56-15,0 0 44 0,0 0 49 16,0 0 34-16,0 0 23 0,0 0 19 16,0 0 3-16,20 0 1 0,-20 0-9 15,0 0-9-15,0 0-6 0,0 0-13 0,0 0-3 16,13 1-5-16,-13-1-6 0,0 0 2 15,12 6 0-15,-12-6-13 0,7 4-7 16,-7-4-9-16,11 4-9 0,-2 2-12 0,-2-2-3 16,0 3-22-16,1-1-2 0,-1 1-15 15,1 0-2-15,0 0-4 0,-1 0-2 0,0-2 17 16,-2-1 2-16,1 2 6 0,-6-6 14 16,9 7 19-16,-9-7 2 0,5 3 13 15,-5-3 1-15,0 0 5 0,11 5-5 16,-11-5 4-16,0 0-4 0,0 0-6 15,0 0-9-15,0 0-12 0,0 0-11 0,11-12-6 16,-11 12-7-16,3-10-10 0,-3 10-3 16,2-7-11-16,-2 7-2 0,2-7-5 0,-2 7 2 15,0 0 1-15,14-1-21 0,-14 1-14 16,18 5 0-16,-6 0 0 0,1 1 0 16,1 3 0-16,3 0 0 0,0 2 0 0,0 0 0 15,1-2 0-15,-2 1 0 0,0-3 0 16,-3 1 0-16,1-3 0 0,-3 1 0 15,-2-1 0-15,1-2 0 0,-1-1 0 16,-9-2 0-16,14 1 0 0,-14-1 0 0,0 0 0 0,22-3 0 16,-16 0 0-16,-6 3 0 15,14-9 0-15,-7 6 0 0,-1-1 0 0,-6 4 0 16,12-7 0-16,-5 4 0 0,-7 3 0 16,13-5 0-16,-4 3-142 0,-9 2-34 15,12-3-33-15,-12 3-39 0,14 0-46 0,-14 0-58 16,17 0-70-16,-5 0-78 0,-12 0-87 15,22-2-126-15,-10 2 6 0,3-3-599 0,2 1-765 16</inkml:trace>
  <inkml:trace contextRef="#ctx0" brushRef="#br0" timeOffset="10997.96">3930 11943 3646 0,'-3'-13'26'0,"6"5"37"0,-6 1 40 0,3 7 13 15,0 0 38-15,0 0 31 0,0 0 15 16,-2 32 3-16,2-3 6 0,-2 13-20 0,2 13-22 16,-4 10-16-16,4 7-10 0,0 5-14 15,0 4-17-15,0 1-6 0,2-2-1 16,-2-1-24-16,2-3-9 0,-2-6 0 0,2-3-34 16,-2-9-31-16,2-13-37 0,-2-6-37 15,0-10-44-15,0-8-44 0,0-4-49 0,-2-7-54 16,2-3-48-16,0-7-58 0,0 0-73 15,0 0-83-15,-11-25-94 0,5 2 58 16,-4-13-330-16,1-13-371 0</inkml:trace>
  <inkml:trace contextRef="#ctx0" brushRef="#br0" timeOffset="11180.85">3654 12111 2497 0,'-7'-7'64'0,"1"5"30"15,6 2 27-15,0 0 16 0,0 0 15 16,0 0 4-16,-11 17-5 0,13-7-4 15,2 1-9-15,3 0-13 0,4 5-16 0,3 1-10 16,-3 0-10-16,3-2-12 16,-1 4-42-16,1-4-62 0,-1-1-76 0,4 1-81 0,-6-5-107 15,2 2-141-15,-1-5-119 16,-1-2 48-16,0-1-211 0,2-3-208 0</inkml:trace>
  <inkml:trace contextRef="#ctx0" brushRef="#br0" timeOffset="11881.42">4753 12032 2185 0,'0'0'111'0,"-5"7"15"0,5-7 9 15,0 0 15-15,0 0-7 0,0 0-5 16,0 0-6-16,0 0-10 0,0 0-9 0,0 0-16 16,0 0-7-16,14-20-11 0,-10 15-11 15,-1 1 0-15,1-5 3 0,2 1 1 0,-6-2 14 16,1-1-2-16,-1-3 14 0,-3-3 9 15,-1-2 0-15,-2-3 0 0,-5-7-9 0,-1-1 6 16,-1 3 1-16,-2 1 0 0,2 6-2 16,2 3 0-16,-1 1-5 0,-1 0-6 15,-1 5-8-15,3 4-2 0,0 2-7 16,-1 2-8-16,3 3-3 0,9 0-4 0,-29 6-5 16,15 0-8-16,1-1-3 0,4 1-5 15,0 3-7-15,4-6-4 0,1 3 0 16,4-6 0-16,-2 6-3 0,2-6 0 0,0 0 1 15,0 0-8-15,36-12 6 0,-7-6-9 16,3 1 1-16,13-4-4 0,0-1-5 0,3 2-7 16,-12 5-13-16,0 5-12 0,-2 1-11 15,-5 7-1-15,-6 4 1 0,-4 2 3 16,0 2 5-16,0 3 4 0,-4 3 0 16,-1 3 6-16,3 7 2 0,-4-6 2 0,-1 0-1 15,-7-4 2-15,5 2-10 0,-4-1-31 16,-1 0-47-16,1-2-69 0,-1-1-87 15,0-1-92-15,-1-1-119 0,-1-1-169 0,3-2 15 16,0-1 76-16,-6-4-352 0,15 2-379 16</inkml:trace>
  <inkml:trace contextRef="#ctx0" brushRef="#br0" timeOffset="12580.42">5452 11451 2750 0,'-5'-9'183'0,"4"3"5"15,1 6 0-15,-4-6-2 16,4 6-1-16,0 0 8 0,0 0-1 0,0 0-5 16,0 0-11-16,21 13-16 0,-17-5-10 15,3 2-5-15,0 1 6 0,-4 2 4 0,1 0 1 16,-2 0-5-16,-4 4-15 0,0-1-10 16,0 2-11-16,-4 2-12 0,2-2-14 0,-3-1-10 15,-4 1-4-15,1-1-9 0,-3-1-23 16,-3-1-12-16,1-2-13 0,-1-1-24 0,0-4-8 15,-2-2-11-15,5-6-10 0,-4-3-8 16,0-4-4-16,1-4 4 0,-4-10 3 16,4-3 4-16,7 3 4 0,2-1 3 15,2-2 3-15,3 8-1 0,0 1 7 0,2 3 7 16,4 1 9-16,1-2 10 0,0 5 5 16,3 3-1-16,3 1 5 0,-3 3-5 15,-8 1 0-15,24 1-2 0,-6 3 0 0,1 1-1 16,-2 0-12-16,4 4-4 0,-3-4-16 15,6 1-9-15,-9-2-6 0,2 1-12 0,-1-2 3 16,-3 1-1-16,-1-2 2 0,-3-1 4 16,-2 1 2-16,-7-2 3 0,0 0 1 0,20-3 2 15,-15-3 4-15,2 1 4 0,-1-1 3 16,1 2 6-16,-4-3 6 0,1 1 5 16,0 0 15-16,-3 0 18 0,1 2 14 15,-2 4 3-15,4-7 3 0,-4 7-9 0,7-7 4 16,-7 7 2-16,7-3 1 0,-7 3-4 15,7-2-3-15,-7 2-4 0,0 0-5 0,0 0-3 16,20 2-1-16,-20-2-3 0,0 0 1 16,11 2-8-16,-11-2-3 0,0 0-6 15,14-2-6-15,-7-2-4 0,0 1 0 0,-1 0 1 16,1-5 0-16,5 0-3 0,-2-5 8 16,-1-2-3-16,1 4 2 0,-3-2 1 0,3 5 7 15,-5 0 4-15,2 1 7 0,-2-2 7 16,1 5 7-16,-1 1 10 0,-5 3-1 0,9-2 5 15,-9 2-12-15,0 0-6 16,18 9-3-16,-11-6-9 0,-1 1-21 0,2 2-23 16,0 0-22-16,-1 0-18 0,3-1-14 15,-1 3-14-15,3-4-18 0,-5 2-30 0,1-2-55 16,1-2-33-16,1-1-38 0,-10-1-56 16,19-7-68-16,-10 1-96 0,3-4-109 15,1-5 50-15,9-9-334 0,-6-2-367 0</inkml:trace>
  <inkml:trace contextRef="#ctx0" brushRef="#br0" timeOffset="12982.58">6223 10519 2407 0,'0'-17'43'0,"-3"7"56"0,1 3 47 16,-4 2 25-16,6 5 23 0,0 0 23 0,0 0 18 16,-17 24 7-16,11-4 3 0,3 14-12 15,1 5-10-15,-2 3-21 0,6 3-8 16,-2 1-14-16,2 13-17 0,0-13-13 0,-1-1-9 15,3 1-12-15,-2-4-17 0,3-2-11 16,-1-4-12-16,0-11-6 0,1-4-14 0,-4-4-3 16,3-2-11-16,0-2-7 15,-2-3-9-15,-1-4-9 0,1 2-16 0,-2-8-3 0,2 6-7 16,-2-6-5-16,0 0-5 0,0 0-8 16,0 0-2-16,0 0-8 0,0 0-11 15,-23-17-1-15,12 14-4 0,11 3-7 16,-29 3-7-16,6 4-10 0,-9 6 3 0,3 4 6 15,1 3 6-15,-1-2 12 0,7 5 6 16,1-1 10-16,3 4 10 0,7-5 12 16,4-1 4-16,1-5 3 0,1-1-1 0,5 2 2 15,3 0-4-15,1-2 3 0,3-2-15 16,1 0-20-16,1-3-32 0,5-1-40 0,0-2-37 16,4-2-21-16,5-4-23 0,17-4-41 15,3-2-77-15,11-10-112 0,1-3-164 0,4-4-21 16,4-6 64-16,0 2-313 15,-6-6-330-15</inkml:trace>
  <inkml:trace contextRef="#ctx0" brushRef="#br0" timeOffset="13332.94">6650 10928 2432 0,'-16'4'68'15,"-2"3"33"-15,5 4 39 0,-3 1 38 16,-5 7 34-16,3 1 22 0,4 0 16 0,3-6-1 15,2 3 1-15,-2 2-5 0,4 0-17 16,3-2-13-16,2-2-20 0,2-1-17 0,0 1-18 16,2-3-13-16,4-1-19 15,3 1-10-15,-1-1-22 0,3-3-22 0,-1-4-26 16,2 1-25-16,2-5-23 0,-14 0-17 16,25-5-13-16,-12-1-14 0,3 0 1 0,-3-1-6 15,1-3 11-15,-5-2 1 0,-2-1 1 16,0 0 5-16,-1-4 3 0,-6-1 5 15,-4 1 1-15,-3 2 2 0,2-2 3 0,-3 3-2 16,-3 3-2-16,-3 3-5 0,3 5-11 16,-4 3-6-16,15 0-4 0,-35 11-12 0,11 3-11 15,1 6-14-15,0 0-21 16,4 3-16-16,6-3-22 0,1-3-21 0,6 1-34 0,1-1-49 16,3-1-59-16,2-3-82 15,0 4-131-15,2-7-3 0,3 0-300 0,1-1-307 16</inkml:trace>
  <inkml:trace contextRef="#ctx0" brushRef="#br0" timeOffset="13896.77">6844 10939 2495 0,'0'0'173'0,"-2"-7"23"0,2 7 8 15,0 0 5-15,0 0 7 16,0 0 4-16,0 0-7 0,0 0-21 0,0 0-14 0,7 20-18 15,-2-12-20-15,-1-1-10 16,0 1-13-16,1 3-8 0,-1-4-17 0,3 1-8 16,-4-1-7-16,1 2-8 0,1-3-7 15,-1 0-2-15,-2-2-10 0,2 2-2 0,-4-6 0 16,3 5-7-16,-3-5-3 0,0 0-10 16,0 0-9-16,0 0-6 0,0 0-14 15,0 0-6-15,7-21 0 0,-3 11 1 0,-3-6-4 16,5 0 9-16,-1 0-5 0,-1 1 2 15,3 1 2-15,-4 2 5 0,1 2 7 16,0 1 9-16,-1 1 5 0,-1 1 3 0,2 3 9 16,2 0 1-16,-6 4-3 0,0 0-5 15,13-2-3-15,-13 2-1 0,0 0 0 16,17 10-7-16,-9-6-8 0,-2 1-10 0,-1 1-5 16,1-2-9-16,-1 1-1 0,0-2-7 15,3 1-4-15,-8-4-5 0,5 5 0 0,-5-5-2 16,7 2-2-16,-7-2 7 0,0 0 4 15,0 0 2-15,24-11 5 0,-19 4 0 0,2-2 5 16,6 1 6-16,-6-3 13 0,0 5 13 16,3-2 11-16,-4 1 5 0,0 1 8 15,-3 2 2-15,3-2 4 0,-6 6 5 16,12-6 0-16,-5 6-4 0,-7 0-6 0,0 0-7 16,21 3-3-16,-21-3-10 0,13 7-19 15,-5-3-8-15,0 2-19 0,1-1-22 16,1-1-31-16,-3 2-27 0,3 0-23 0,-3 0-39 15,3 0-48-15,-2-1-41 0,-2-3-43 16,-1 2-35-16,-5-4-40 0,9 2-55 0,-9-2-80 16,0 0-40-16,14-12-375 0,-10 4-401 15</inkml:trace>
  <inkml:trace contextRef="#ctx0" brushRef="#br0" timeOffset="14131.39">7436 9964 2478 0,'-4'-21'4'15,"0"7"48"-15,0 2 35 0,0 5 30 16,-2 3 34-16,6 4 22 0,-7 0 17 16,7 0 6-16,-7 11 9 0,3 3 5 0,-1 8 1 15,3 5 1-15,2 13-3 0,2 7 2 16,3 13 4-16,0 1-11 0,1 7-17 0,-1-4-16 16,-1 2-16-16,4-3-19 0,-4-2-28 15,0-3-33-15,3-3-34 0,1-3-50 0,-5-10-58 16,2-5-64-16,1-2-67 0,-3-2-73 15,1-10-66-15,1-7-92 0,-1-1-87 16,0-5-104-16,0-3 51 0,0-3-401 16,4-4-447-16</inkml:trace>
  <inkml:trace contextRef="#ctx0" brushRef="#br0" timeOffset="14397.98">8085 10048 2603 0,'-2'-10'57'15,"-3"3"65"-15,-3 4 37 0,8 3 27 16,0 0 20-16,-30 23 27 0,8 5 21 0,-1 12 12 16,-2 10-1-16,0 7-7 0,-6 24-4 15,2 4-5-15,6 8-5 0,-7 2-23 0,3 11-17 16,2 1-21-16,0-3-16 16,3 2-28-16,4-9-24 0,2-3-28 0,2-20-42 15,7-3-42-15,-1-6-46 0,0-4-57 16,0-5-58-16,5-19-60 0,-3-2-53 0,3-11-43 15,-1-6-38-15,-3-7-34 0,6-6-41 16,-3-5-40-16,4 0-66 0,0 0-14 0,-6-28-373 16,4 5-400-16</inkml:trace>
  <inkml:trace contextRef="#ctx0" brushRef="#br0" timeOffset="14563.61">7546 10687 2398 0,'-1'-26'24'0,"1"8"57"0,-3 5 38 16,1 6 43-16,2 1 39 0,0 6 32 15,0 0 18-15,0 0 5 0,0 0-14 0,6 22-17 16,-2-9-24-16,2 0-22 0,1 1-18 16,2 1-20-16,1 2-35 0,3-1-35 0,-1-3-52 15,-1-1-67-15,1-2-92 0,0-1-104 16,-3 0-119-16,0 0-143 0,1-5-95 0,-1 1 58 16,-5 1-350-16,-4-6-375 0</inkml:trace>
  <inkml:trace contextRef="#ctx0" brushRef="#br0" timeOffset="15529.89">3483 13769 2586 0,'-10'-5'79'0,"6"3"31"0,4 2 27 16,0 0 35-16,-18 0 11 16,18 0 25-16,-14 14 22 0,5 3 13 0,-2 10 13 15,1 7 13-15,2 2 5 0,3 3 0 16,-1 0-4-16,6-3-17 0,4 2-16 16,3-4-19-16,4 1-17 0,3-2-24 0,3-6-14 15,2-1-9-15,4-6-22 0,-1 0-13 16,0-9-14-16,-3-1-2 0,-2-8-20 0,2-2-15 15,-1-2-17-15,0-2-17 0,2-7-17 16,-6-3-12-16,6-6 2 0,-7 5-23 0,-5-4-23 16,-4-4-24-16,-6-2-18 0,-2-11-23 15,-6-4-14-15,-1 3-17 0,-7-9-15 16,5 11-27-16,1 4-28 0,-2 2-39 16,4 7-32-16,0 7-31 0,3 2-28 15,1 7-21-15,-1-2-27 0,0 4-4 0,2 2 6 16,5 2 18-16,-9-2 36 0,9 2 36 15,0 0 47-15,0 0 60 0,-15-1 73 0,15 1 65 16,0 0 65-16,0 0 46 0,-10-4 44 16,10 4 37-16,0 0 27 0,-6-7 22 15,6 7 7-15,0 0 14 0,0 0 15 0,0 0 10 16,0 0 4-16,0 0-9 0,36 12-8 16,-16-4-31-16,6 8-22 0,5 1-15 15,-1 0-18-15,1 4-12 0,-1-5-20 0,-1 2-33 16,-2-3-41-16,-1 2-36 0,-7-8-35 15,0 4-51-15,-6-6-42 0,-2-1-41 16,0 0-39-16,-2-2-31 0,0 0-40 16,-9-4-65-16,12-2-69 0,-12 2-116 0,11-12-13 15,-5 2-294-15,2-3-320 0</inkml:trace>
  <inkml:trace contextRef="#ctx0" brushRef="#br0" timeOffset="15929.61">4154 13340 2382 0,'-7'-11'88'0,"-2"3"27"0,0 4 31 0,0-1 37 16,-1 4 22-16,10 1 13 15,-21-2 4-15,21 2-16 0,-23 3-14 0,9 2-14 16,3 4-17-16,-3 3-16 0,0 2-14 16,1 3-14-16,-1 7-5 0,3-1-15 15,3-4-14-15,-2 11-7 0,5-7-7 0,3-3-9 16,2-1-8-16,2-4-9 0,1 1-4 15,4-3-3-15,4 3-8 0,-2-3 0 0,3-4 3 16,3 3-2-16,1-2-7 0,0 0-1 16,4-3 0-16,-4 3-2 0,4 0 2 15,-3-3 0-15,-2 1 10 0,-2-2 8 0,-1 2 10 16,-1-1 15-16,-1-3 9 16,0 2 14-16,-5-2 10 0,2 2 4 0,-7-6 3 15,9 9 2-15,-7-5 4 0,-2-4-20 16,0 10-5-16,0-10-14 0,-9 12-12 0,9-12-14 15,-9 8-32-15,2-6-40 0,7-2-54 16,-20 2-59-16,20-2-64 0,-21-6-65 0,12 0-60 16,0 0-56-16,-1-6-57 0,4 1-45 15,4-1-40-15,4 0-71 0,2-1 12 16,2-1-348-16,3-1-414 0</inkml:trace>
  <inkml:trace contextRef="#ctx0" brushRef="#br0" timeOffset="16246.96">4308 13424 2466 0,'2'-12'-28'15,"0"0"40"-15,-2 1 35 0,0 3 25 0,-2-1 26 16,2 9 26-16,-5-12 6 0,1 10-5 16,4 2-12-16,-8-8-15 0,8 8-2 15,0 0-8-15,0 0-5 0,-23 17-3 0,15-7-6 16,1 2-14-16,1 3-2 0,3 2-8 16,-1-3-1-16,2 2-5 0,2-1-9 0,2 3-4 15,2-2-6-15,3-3 7 0,-2 3-7 16,7-1-3-16,0 0 4 0,5 8-1 15,0-9 17-15,-2-3 20 0,2 1-5 0,1 0 3 16,-4 3 12-16,4-6 14 0,-5 0 13 16,1-1 14-16,-3 1 11 0,1-1 16 15,-5 2 14-15,1-3 2 0,-5 3-4 16,1-2-13-16,-2 1-8 0,-2-3-18 0,0-6 3 16,-8 18-15-16,3-10-16 0,-1 1-40 15,-4-4-50-15,1 0-53 0,-2-1-64 0,-1-4-66 16,12 0-84-16,-19-9-78 0,7-1-78 15,-1-6-62-15,6-3-47 0,2-1-6 16,4-5-550-16,2 0-564 0</inkml:trace>
  <inkml:trace contextRef="#ctx0" brushRef="#br0" timeOffset="16412.87">4436 13412 2754 0,'12'-25'-102'0,"-5"7"65"0,2 1 64 16,-3 3 47-16,2-1 30 0,-2 4 17 16,1-1 21-16,2 4 16 0,0 4 16 15,2 3 10-15,-11 1-4 0,29 7-9 16,-13 4-16-16,9 9-14 0,0 1-13 15,-2 8-12-15,4 6-13 0,-3 2-19 0,-3-8-31 16,-1 3-41-16,-4-6-61 0,-2 5-60 16,-3-9-65-16,-2-4-68 0,-2-4-91 0,0 2-93 15,-3-5-139-15,0-2 33 0,-1-2-255 16,-1-3-274-16</inkml:trace>
  <inkml:trace contextRef="#ctx0" brushRef="#br0" timeOffset="16579.43">4726 13093 2367 0,'-10'-14'103'0,"2"4"0"16,3 1 7-16,-1 4-12 0,3 0-5 15,3 5-15-15,0 0-9 0,0 0-36 16,0 0-47-16,0 0-61 0,0 0-76 0,0 0-86 16,1 25-109-16,-1-25-116 0,11 14-140 15,-5-7-101-15</inkml:trace>
  <inkml:trace contextRef="#ctx0" brushRef="#br0" timeOffset="17012.53">4864 13343 1829 0,'0'12'145'15,"2"-2"27"-15,-2-3 39 0,0 0 12 0,0-7 23 16,2 14 4-16,-2-8-9 0,0-6-11 16,10 9-23-16,-6-5-19 0,-4-4-17 0,15 6-21 15,-7-6-11-15,-8 0-15 0,19 0-15 16,-19 0-11-16,23-10-22 0,-12 2-22 15,3-1-24-15,-3-1-17 0,1-7-13 0,-1 1 4 16,-2-1 0-16,-2-3-2 0,-2 5 2 16,1-1-2-16,-3 2 3 0,-1 6 12 0,2-1 3 15,-4 4-1-15,0 5-2 0,0 0-3 16,0 0 9-16,0 0 15 0,5 20 5 16,-3-2 5-16,-2 5 8 0,7 12 3 15,-4 6 10-15,5 8 3 0,1 5 9 0,-2-1 5 16,5 2-1-16,1-1 15 0,1 1 11 15,1-5-2-15,-3 0-11 0,1-14-6 16,-6 2-16-16,4-2-1 0,-6-4-6 0,1-5-1 16,-3-6-4-16,-3-4 22 0,2-4-1 15,-2-1-2-15,0 0-5 0,-4-2 4 0,1 0-10 16,-5-3-8-16,2-3-9 0,-5 0-10 16,0 2-19-16,-5-8-21 0,16 2-28 0,-47-13-31 15,16-3-32-15,-9-9-37 0,2-1-48 16,0-8-49-16,2-5-63 0,2-2-75 15,2 2-70-15,7-1-99 0,7 9-152 16,5 1 2-16,3 6 70 0,8 2-407 16,2 5-489-16</inkml:trace>
  <inkml:trace contextRef="#ctx0" brushRef="#br0" timeOffset="17379.24">5282 13314 3000 0,'0'0'151'0,"0"0"25"0,0 0 14 15,0 0 29-15,0 0 21 0,0 0 12 16,0 0-9-16,-4 26-11 0,4-18-16 0,0 2-21 16,2-3-21-16,0 3-12 15,0-1-20-15,3 0-14 0,-3-1-11 0,0-1-7 16,0 1-19-16,-2-8-10 0,6 10-9 16,-4-6-8-16,-2-4-16 0,0 0-11 0,4 11-23 15,-4-11-13-15,0 0-11 0,0 0-9 16,0 0-2-16,6-27-4 0,-5 8-4 0,1-5 5 15,2-1 0-15,0 2 2 0,0 0 6 16,0 5 3-16,2 4-3 0,-5 0 4 16,3 2 6-16,0 4 1 0,1 1 7 0,2 3-1 15,-7 4 4-15,0 0 1 16,20 2-2-16,-20-2-3 0,19 12 1 0,-7-3-4 0,-2-1-14 16,-3-1-28-16,2 3-30 0,2 1-30 15,1-3-38-15,-4-1-44 0,-1-2-44 16,3 0-44-16,-2-1-46 0,-1-4-61 15,-7 0-64-15,18-6-96 0,-9 1-44 0,2-7-364 16,3-1-428-16</inkml:trace>
  <inkml:trace contextRef="#ctx0" brushRef="#br0" timeOffset="17745.72">5739 12946 2711 0,'0'0'107'16,"0"0"51"-16,-13 22 29 0,13-22 18 0,-3 7 6 15,3-7-6-15,0 0-15 0,-5 8-16 16,5-8-18-16,0 0-9 0,0 0-18 16,0 0-11-16,16 5-8 0,-16-5-9 0,0 0-8 15,0 0-12-15,23-6-4 0,-23 6-6 16,11-9-4-16,-5 5-7 0,-1-2-8 0,0-1-4 16,-2-2-4-16,-1-1-4 0,-2-1-9 15,2 0 0-15,-6 1-3 0,4 1-9 0,-1 2-13 16,-4 0-5-16,5 7-10 0,-11-6-7 15,11 6-4-15,0 0 0 0,-23 8 1 16,14 1 4-16,-3 6 4 0,2-3-1 0,3 7 5 16,-1 0 4-16,5-2 3 0,-1 1 8 15,1 0 4-15,3-1-4 0,0-4 3 16,5 4-2-16,0 0 2 0,-1-3-3 16,2 1-15-16,1-5-31 0,3 0-43 0,1-4-72 15,0-1-80-15,3-5-64 0,8-2-57 16,10-3-9-16,15-13-5 0,7-3-21 0,-1-1-42 15,4-7-64-15,-6-4-316 0,-1-1-298 16</inkml:trace>
  <inkml:trace contextRef="#ctx0" brushRef="#br0" timeOffset="18179.99">6557 12205 2308 0,'-6'-33'73'16,"1"8"57"-16,-3 4 49 0,-2 2 34 15,3 4 20-15,-5 1 11 0,5 5 1 0,-5 4 1 16,5 5 0-16,7 0 0 0,-23 22-3 15,5 4 0-15,7 8-13 0,-3 12-24 16,7 9-16-16,3 3-12 0,1 3-8 0,1 1-21 16,4-1-14-16,0 0-11 0,1-6-10 15,-1 3-14-15,5-16-5 0,0-1-17 0,-3-3-9 16,1-4-25-16,3-7-10 0,-7-8 2 16,3-3-30-16,-2-3-1 0,0-1-10 0,2 1-7 15,-2-6-10-15,0 0-17 16,-2-7-17-16,0 5-21 0,0-5-20 0,0 0-14 15,0 0-4-15,0 0 6 0,-14-19 3 16,7 9 9-16,-4-1 10 0,-1 2 9 0,-3 0 2 16,-1 2 4-16,0 5 10 0,-4 2 7 15,-5 6 14-15,-5 6 19 0,-3 5 26 0,3 3 20 16,5 2 17-16,3 4 14 0,6 1 8 16,7-2 1-16,3-4 2 0,6-5 3 15,2 3-5-15,2-4-6 0,3-1-4 0,4 0-8 16,3-5 0-16,1-3-9 0,1 2 4 15,-1-8-15-15,-2 0 3 0,2 0-4 0,1-2-8 16,0-2-2-16,-2-2-22 0,1 1-33 16,1-1-57-16,-1 0-62 0,-1 0-99 0,-3 0-101 15,-4 1-117-15,1 2-169 16,2 1-18-16,-10 2 75 0,7-3-441 0,-7 3-503 16</inkml:trace>
  <inkml:trace contextRef="#ctx0" brushRef="#br0" timeOffset="19611.9">5459 15058 3080 0,'-12'19'97'0,"1"-4"27"0,0-3 29 0,1-1 41 15,5-2 28-15,-3-4 8 16,4-1-15-16,-1 0-14 0,-2 0-15 0,7-4-19 15,0 0-17-15,0 0-14 0,0 0-14 16,0 0-8-16,9-29-14 0,0 11-10 0,2-11-10 16,3-4-7-16,-1-6-8 0,4-11-22 15,-2-6-18-15,1-5-16 0,-3-2-12 16,-3-6-5-16,-1-3-10 0,-3 4-5 0,-3-1 4 16,1 7 3-16,0 8 4 0,-4 14 2 15,5 4 2-15,-5 11-2 0,0 5 0 0,0 7 2 16,0 1 2-16,-2 3-3 0,2 3 1 15,0 6 4-15,0 0-3 0,0 0 2 0,0 0-2 16,0 0 3-16,0 0 4 16,7 31-4-16,0-16 4 0,1 3 1 0,4 9 1 15,4 0 1-15,4 2 0 0,1-2 4 16,1 3-3-16,1-5 6 0,-1 1 2 16,-2-2 10-16,1 1 3 0,-3-4 10 0,-3 0 12 15,-5-5 19-15,-1 1 18 0,-2-4 30 16,-1 1 21-16,-1-2 14 0,-5-2 3 0,3 2-7 15,-3-3-6-15,0 1-11 0,-3 0-11 16,-2-1-12-16,1-2-12 0,0 0-13 0,-3-2-27 16,7-5-66-16,-16 6-55 0,5-9-54 15,11 3-64-15,-23-7-65 0,12-1-76 16,1-3-59-16,1-7-36 0,3-1-33 16,2-4-7-16,4 2 9 0,2-2 45 15,8-6 48-15,0-1 46 0,-3 8 54 0,1 4 54 16,-3 0 60-16,2 3 73 0,0 1 59 15,-2 2 57-15,1 0 48 0,0 4 36 0,-5-3 28 16,3 4 19-16,1 1 12 0,-2 2 13 16,-3 4 16-16,11-1 8 0,-11 1-3 0,13 9-8 15,-1 0-10-15,-2 3-9 0,-1 0-14 16,5 2-15-16,1 1-12 0,-3 0-7 16,0-2-9-16,4 0-14 0,-1-2-8 15,-1-3-7-15,2-1-18 0,-2-2-4 0,-1-2-9 16,3-3-7-16,2-3-4 0,-2 1-8 0,1-6-5 15,2-2 1-15,-6-1-9 16,-1-1-2-16,-3 0 0 0,1 1-2 0,-7-3 5 16,0 2-1-16,-6-2 15 0,1 0-5 15,-7-3-6-15,0 2 1 0,-5 0-11 0,1 1 1 16,2 5-19-16,-1 3-32 0,1 4-40 16,1 2-49-16,-3 4-58 0,2 4-63 15,-1 2-75-15,3 2-85 0,-2 3-87 0,0 2-97 16,2 1-131-16,0-1 52 0,2-4-494 15,2 1-607-15</inkml:trace>
  <inkml:trace contextRef="#ctx0" brushRef="#br0" timeOffset="20095.64">6141 14483 3079 0,'0'0'13'0,"0"0"42"0,0 0 21 15,0 0 33-15,18-1 31 0,-18 1 24 16,7-5 15-16,-7 5-4 0,9-9-13 0,-2 4-14 15,0-1-7-15,2-3-19 0,2-2-14 16,-2-1-9-16,2-3-2 0,1-1-16 0,-1-2-13 16,-2-1-4-16,2-10-5 0,-4 2-3 15,0-4-8-15,-3 4 0 0,0 7-2 16,-3 3-9-16,1 1 0 0,1 4 3 0,-1 0 14 16,-2 4-13-16,2 1-1 15,-2 7-5-15,0 0-1 0,0 0-4 0,0 0 6 16,0 0 2-16,0 0-3 0,0 29-5 15,0-15-2-15,4 4-2 0,-3-4-1 0,5 3-2 16,-1 2-3-16,-1-2 0 0,5-1-1 16,-4-2-4-16,4-3-4 0,-3-1-6 15,2 0-4-15,0-3-13 0,-1-3-10 0,0 0-12 16,-7-4-15-16,18 0-20 0,-18 0-16 16,21-10-20-16,-10-1-18 0,4-3 6 0,3-6-15 15,-1-5 17-15,-2-4 16 0,1 0 21 16,-4 0 28-16,-4 6 20 0,-4 2 25 15,4 7 33-15,-3 1 20 0,-3 3 14 16,2 1-1-16,1 5-1 0,-5 4-5 0,0 0-4 16,0 0-6-16,0 0-7 0,22 17-16 15,-17-6-19-15,1 3-29 0,-1 1-37 16,4 2-25-16,-4-3-54 0,4 4-38 0,-1-4-46 16,2 1-48-16,-3-5-65 0,1-4-70 15,2 1-99-15,1-1-39 0,-2-6-325 0,3 0-355 16</inkml:trace>
  <inkml:trace contextRef="#ctx0" brushRef="#br0" timeOffset="20545.57">6921 14089 2322 0,'0'0'45'0,"-25"14"36"0,25-14 16 15,0 0 10-15,-7 5 4 0,7-5-5 16,0 0-3-16,0 0-8 0,0 0-19 0,0 0-4 15,0 0-7-15,0 0-6 0,0 0-7 16,0 0-1-16,-16-8-8 0,16 8 0 16,-4-14-4-16,2 4 3 0,-5 1 18 0,-2-8-2 15,0 0 11-15,-7-11 1 0,-2-2 5 16,0 1 4-16,2-1 6 0,-1 2 5 0,0 5 4 16,4 4-10-16,5 5-6 15,-2 4-9-15,1 3-10 0,-1 1-7 0,1 5-1 16,9 1-13-16,-15 1-4 0,15-1-1 15,-16 8-13-15,16-8-19 0,-11 5-20 0,11-5-6 16,0 0-1-16,0 0 4 0,0 0 1 16,0 0 7-16,27-17 0 0,-12 8 22 15,4-5 10-15,3-3 16 0,1 2 17 0,1 2 24 16,-7 6 16-16,3-1 20 0,-4 4 5 16,3 2 7-16,-4 2-10 0,0 2-10 15,3 4-8-15,-5 0-8 0,2 5-10 16,0 1-11-16,1 0-2 0,-1 2-9 0,-3 1-13 15,-5-4-19-15,6 6-21 0,-1-2-22 16,-7-3-33-16,1 0-37 0,1 0-63 0,0-2-61 16,-2-1-77-16,-1-1-87 0,0-2-97 15,-2-3-139-15,-2-3-2 0,0 0 66 16,0 0-323-16,0 0-357 0</inkml:trace>
  <inkml:trace contextRef="#ctx0" brushRef="#br0" timeOffset="20762.83">7303 13377 2726 0,'-16'-2'195'16,"1"4"17"-16,15-2 25 0,-23 10 26 15,11 2 11-15,-1 1-7 0,2 5-15 0,-3 11-26 16,5 1-15-16,1 4-21 0,0 2-22 16,6 1-17-16,2-4-14 0,0-7-21 0,0 10-33 15,4-6-35-15,2 2-36 0,0-9-36 16,1-3-37-16,3-3-41 0,-2-3-60 0,1-5-77 15,2-3-80-15,-1-2-107 0,3-6-115 16,0-3-89-16,5-4 59 0,-1-4-345 16,4-10-397-16</inkml:trace>
  <inkml:trace contextRef="#ctx0" brushRef="#br0" timeOffset="21128.63">7582 13309 2668 0,'0'0'107'0,"0"0"34"15,-21 20 26-15,17-15 15 0,4-5 4 16,-7 12-7-16,5-8-7 0,2-4-8 0,0 0-16 16,2 12-3-16,-2-12-17 0,7 5-10 15,-7-5-7-15,0 0-7 0,0 0-9 0,25-7-9 16,-13 2-8-16,1-2-8 0,-2 0-9 16,2-3-5-16,-2-2-5 0,1-3-8 0,-2-1-3 15,-4 4-4-15,2-1-4 0,-7 3-1 16,3-1-3-16,-4 3 1 0,0 8-3 15,-5-7-3-15,5 7-2 0,0 0-5 16,-33 12 0-16,8 5-3 0,2 7-4 16,-9 7 1-16,3 1-6 0,2 6 3 0,9-7 2 15,0-2 8-15,6 0-3 0,1 1 6 16,8-8 1-16,1-4-1 0,4-2 0 0,-1-4-2 16,6 0-2-16,0 0-7 0,4-4-26 15,1 1-33-15,-2-4-42 0,-1-2-55 0,7-1-82 16,-2-2-89-16,0-2-111 0,5-1-139 15,2-2-54-15,0-2 53 0,1 1-358 0,11-5-406 16</inkml:trace>
  <inkml:trace contextRef="#ctx0" brushRef="#br0" timeOffset="21378.47">8173 13542 2533 0,'-38'29'91'0,"-5"5"24"0,-9 4 4 0,-23 10 15 15,-5 4 6-15,-7 3 7 0,-7 1 3 16,-11 7-13-16,-5 7-10 0,-37 19-16 16,2 5-10-16,0 4-6 0,5-1-6 0,0 3-10 15,9-4-7-15,31-17-13 0,-25 22-16 16,35-22-4-16,7 1-13 0,4-4-11 16,13-4-15-16,9-5-33 0,8 0-39 15,13-19-42-15,6 4-30 0,7-7-26 0,3-3-18 16,4-9-24-16,5-3-7 0,3-9-13 15,-2-4-8-15,7-5-2 0,-1-4-21 0,2-3-79 16,2-1-322-16,0-4-159 0</inkml:trace>
  <inkml:trace contextRef="#ctx0" brushRef="#br0" timeOffset="24461.1">1627 9186 2516 0,'2'0'282'15,"-2"0"-58"-15,4-8-60 0,-4 8-25 0,0 0-10 16,0 0-21-16,0 0-3 0,0 0 8 16,-29 23 0-16,17-9 0 0,-4 8-9 0,-6 4-2 15,4 1-11-15,-2 0 4 0,-3 0-9 16,5 2-3-16,-2-1-9 0,3 2-8 0,0-1-8 16,2-5-4-16,2-4-8 0,3-5-7 15,0 3-12-15,3-6-17 16,-1 1-24-16,3-4-15 0,0-2-14 0,0 1-2 0,3-2 10 15,2-6-10-15,0 0-14 0,0 0 2 16,0 0 0-16,-4-31 1 0,6 7 6 16,5-10 6-16,0-2 10 0,-2 1 0 15,-1 2 24-15,0-1 18 0,1 8 17 0,-5 4 21 16,2 5 19-16,-2 3 18 0,2 2 8 16,0 4-5-16,0-1-9 0,-2 2-8 15,0 1-13-15,0 6-3 0,0 0-2 0,0 0-2 16,0 0-3-16,28 10-6 0,-12 2-5 15,1 0-1-15,6 7-4 0,4-1-4 0,-1 2-6 16,-2-2-3-16,-2-1-9 0,-3-2-9 16,-3-3-10-16,-5-4-1 0,0 1 0 15,-1-3 2-15,-2 0-2 0,-3-1 4 16,1 0 8-16,-1-3 3 0,-5-2-2 16,0 0 2-16,0 0-3 0,0 0-4 0,3-18 5 15,-8 8 6-15,2-6-2 0,-3-5 9 16,1-1-2-16,-5-7 16 0,0 7 8 0,6 5 10 15,-1 5 11-15,-1 0-5 0,5 2-5 16,-3 3-11-16,-1 2-8 0,1 0-1 16,4 5-6-16,0 0 0 0,0 0 0 0,-11 12-4 15,10 0-5-15,-3-2-1 0,0 2-4 16,2-2-7-16,-2 2-8 0,0 0-4 16,0-2-7-16,2 1-5 0,-1-5 4 0,-1 3 3 15,2-1 3-15,0-4 2 16,-1 1 10-16,3-5 16 0,-2 7 14 0,2-7 6 15,0 0 3-15,0 0 8 0,0 0 8 16,0 0 11-16,0 0-3 0,-20-12-7 0,20 12-8 16,0-9-6-16,0 9-6 0,4-12-16 15,4 6-41-15,0 0-42 0,1 1-49 0,0 4-58 16,3-1-57-16,-1 4-63 0,2-1-58 16,1 1-68-16,-1 1-65 0,-1 1-118 15,1-2 0-15,-2 1-365 0,1 0-443 0</inkml:trace>
  <inkml:trace contextRef="#ctx0" brushRef="#br0" timeOffset="35059.67">1565 9145 1266 0,'0'0'211'0,"-3"-9"-47"0,3 1 11 15,0 8 12-15,-2-12 1 0,0 6 8 0,2 6-10 16,-4-16-8-16,4 7 18 0,-2-1 8 15,1 3 8-15,1-1-4 0,-2-1 1 16,2 9-2-16,0-12-10 0,0 12-18 0,-2-10-21 16,2 10-21-16,0 0-12 0,0 0-8 15,0 0 9-15,5 29-2 0,1 4-5 0,2 2-7 16,-2 6-10-16,-1 1-11 0,1 1-4 16,-1 2-10-16,-1 8-9 0,5-12-6 15,-6-1-9-15,3-2-3 0,-3-3-7 16,1-7-5-16,-2-4-4 0,0-5-3 15,3-2 0-15,-4 1-14 0,1-7-21 0,0 1-25 16,0-2-26-16,-2-2-26 0,2 1-27 16,-2-9-37-16,0 10-71 0,0-10-67 0,0 0-57 15,0 0-65-15,0 0-54 0,0 0-66 16,-25-24-72-16,19 17-396 0,-1-8-468 16</inkml:trace>
  <inkml:trace contextRef="#ctx0" brushRef="#br0" timeOffset="35259.81">1463 9503 2549 0,'-19'1'-51'0,"19"-1"55"0,-17 0 40 16,17 0 42-16,-13 2 44 0,13-2 35 16,0 0 23-16,-18 0 13 0,18 0 5 15,0 0-9-15,-13-3-9 0,13 3-14 16,0 0-14-16,0 0-15 0,0 0-14 0,17-19-11 16,-6 11-15-16,5 1-10 0,-3-1-19 15,4-2-41-15,3 2-47 0,-2-1-53 16,-2 3-56-16,-3-2-56 0,1 2-46 0,-3 2-42 15,-4 0-51-15,3 1-52 0,-6-1-42 16,-4 4-27-16,4-6-39 0,-4 6-231 0,0 0-200 16</inkml:trace>
  <inkml:trace contextRef="#ctx0" brushRef="#br0" timeOffset="35360.58">1505 9389 1820 0,'0'0'-20'0,"-15"-2"34"0,15 2 19 0,-8-2 8 0,8 2 5 16,-5-6-1-16,5 6-8 15,0 0-2-15,7-11-4 0,1 5-23 0,1 0-53 16,1 0-79-16,-1 0-97 0,2 1-357 15,1-1-80-15</inkml:trace>
  <inkml:trace contextRef="#ctx0" brushRef="#br0" timeOffset="38941.71">13658 10258 1547 0,'0'0'24'0,"7"-2"36"16,-7 2 15-16,9-3 26 0,-9 3 19 16,10-2 24-16,-10 2 21 0,8-6 30 15,-8 6 17-15,7-6-2 0,-1 0-5 0,-6 6-3 16,8-11-5-16,-2 7-4 0,-5-4-3 15,-1 8-5-15,6-12-10 0,-2 2-13 0,-2 3-8 16,-1-3-13-16,-1 10-11 16,0-17-5-16,-1 5-10 0,-7-2-4 0,3 1 5 15,-5-3 2-15,-3 1-13 0,-6-8-3 16,0 8-2-16,-4 0-6 0,-2-2-8 0,-2 2-1 16,5 3-8-16,-7-1-6 0,4 3-5 15,6 2-11-15,-2 2-1 0,-4-1-7 0,4 0-6 16,-2 0-3-16,1 2-2 0,-3 2-1 15,0-3-4-15,0 1-5 0,-2 1-4 0,0 0-2 16,3 0-5-16,-2 1 0 16,-3 0-1-16,0 1 1 0,3 2-2 0,-5 0-3 15,2 0 0-15,-8 3-2 0,-4 2 3 16,1 1 1-16,2-3-8 0,0 4 4 0,0 1-3 16,-4-3 3-16,4 1 1 0,-1 0-8 15,3 2 2-15,-2-2 4 0,2 3 0 0,0-1-5 16,-2 2 1-16,0-3-3 0,2 3 4 15,-4 2 5-15,1-1 3 0,-8 3-2 16,-1 3 0-16,5-1 0 0,7 1-3 0,0 0 5 16,0 0-8-16,-1 5 2 0,1 2 1 15,5-2 4-15,2-1-8 0,3 3 6 0,1 1-2 16,0 0-5-16,-4 8 1 0,11-4 0 16,-4 2 3-16,6-1 0 0,-4 1-7 0,1 9 2 15,4-5 6-15,-4 6-5 0,4-6 1 16,-1 2-3-16,3-2 1 0,-1 8 4 0,2-5 0 15,0-1-6-15,0 3 2 16,3-1 0-16,-1 0 2 0,4 3-1 0,-1-3 0 16,3 3 7-16,1-1-5 0,1-1 4 15,2 1-3-15,4-4 6 0,-1 1 1 0,6 1-3 16,2 0 4-16,2 4 10 0,6 3-1 16,1-5-3-16,5 1 7 0,8-2-12 0,-1-4 6 15,4 3-7-15,6-3-3 0,6-1 2 16,0-5-1-16,2 0 2 0,2-1-1 15,2-4 7-15,-1 1-10 0,6-6-5 16,1-2 4-16,-3-3 3 0,8-5 0 0,-4-3-6 16,1-2 1-16,-10-5-6 0,1-2 5 0,4-4 0 15,-9 0 1-15,8-2 0 16,-6-4-1-16,-5 2-7 0,5-4 7 0,-2-1-6 16,-10 1 6-16,10-3-3 0,-6-4 0 15,2 0 3-15,-4 1 2 0,0-4-6 0,-1-4 2 16,-2 2-1-16,1-3 0 0,0-1 2 15,1-3 1-15,-1 2 1 0,0-3-1 0,-4 0 13 16,4 0-1-16,-5-2 9 0,-1-2 9 16,-3 0 2-16,-1-2 8 0,-3 3 5 0,-2-5 0 15,-4-1 2-15,0-3-4 16,-5-1-2-16,-3-3-7 0,-4-3-4 0,0-5-3 16,-6-6-8-16,-4-1 0 0,-8-2-5 15,-3-2-3-15,-13-12-3 0,-5 6-4 0,-11 3-13 16,-6 7-20-16,-6 2-20 0,-12 9-23 15,-4 10-22-15,-7 8-22 0,-4 5-16 0,12 12-27 16,-5 7-24-16,-1 4-21 0,-6 5-30 16,-2 1-36-16,5 7-27 0,0 5-37 0,7 2-39 15,1 4-50-15,10 1-67 0,8 2-143 16,3-1-6-16,18-1 65 0,3-1-368 16,4 1-415-16</inkml:trace>
  <inkml:trace contextRef="#ctx0" brushRef="#br0" timeOffset="39958.65">14551 11776 2473 0,'-17'-17'-94'0,"2"1"11"16,-7-1 16-16,-5 1 13 0,-2-1 22 16,0 3 17-16,-3-1 13 0,2 3 13 15,-5 4 13-15,-3-1 7 0,0 4 8 0,-2 4 2 16,-1 2 6-16,2 4 11 0,-5 0 6 16,-8 9 13-16,1 5 14 0,-5 7 11 0,7 7 4 15,-12 15 0-15,4 13-4 0,4 6-6 16,4 4 4-16,-1 4-10 0,8 5-5 0,3 4-11 15,7 3-8-15,9-4-1 0,12-16-17 16,7-1 4-16,6-3-8 0,14 0 7 16,4-3-7-16,22 8-9 0,11-4 5 15,10-12-8-15,10-11-13 0,-7-15-19 16,28 1-5-16,3-8-6 0,-11-11-6 0,1-8-2 16,24-7-9-16,-4-6-4 0,-4-10-8 15,-6 0 1-15,-5-6 3 0,-13-6 9 0,-18 4 19 16,-8-4 9-16,-4-6 24 0,-6-3 15 15,-7-5 19-15,-6-7 7 0,-6-4 1 0,-7-2-4 16,-6-8 2-16,-7-3-11 0,-8-3 4 16,-7-20-5-16,-10 5-15 0,-8 5-5 0,-7 9-10 15,-10 9-21-15,-7 6-19 0,3 22-40 16,-7 10-40-16,-6 5-38 0,-3 12-55 16,-11 9-67-16,1 7-87 0,3 6-146 0,1 12-25 15,4 1 58-15,3 8-153 16,-6 7-108-16</inkml:trace>
  <inkml:trace contextRef="#ctx0" brushRef="#br0" timeOffset="41840.9">17479 10679 1635 0,'-11'-12'-20'0,"2"-2"16"0,0 1 21 0,0 3 24 16,-5-3 16-16,3-1 14 0,-5-1 11 15,3 1 10-15,-6-7 5 0,-2 1-3 16,-2-1 0-16,2 1-6 0,-2 4-6 15,-4 1 4-15,0 0-9 0,-3 2-8 0,-2 3-6 16,-6 2-4-16,-4-1 1 0,-2 6 5 16,-1-1-2-16,-5 3 1 0,-4 1 4 0,3 1-2 15,-11 1 4-15,-1 3 3 0,-5 0 2 16,4 4 8-16,1 4 3 0,-2 3 9 0,2 6 1 16,0 5 11-16,-11 11 5 0,2 8 6 15,-1 2-4-15,2 9 3 0,7 3-4 0,3 5-6 16,3 3-7-16,8 4-5 0,5 1-5 15,9 0-6-15,17-8-2 0,2 1-6 16,12 1-2-16,5 1-8 0,13-4 0 0,6 1-9 16,21 9-6-16,11-6-4 0,9-6-4 15,8-4-3-15,2-8-3 0,9-5-5 16,0-2-4-16,5-13-11 0,-13-7-11 16,0-5-23-16,1-9-18 0,1-6-11 0,-3-3-4 15,-2-3 5-15,0-6 3 0,-2-4 7 16,-1-5 7-16,-8-5 18 0,-2-1 11 0,-6-9 11 15,1-8 10-15,1-16 11 0,-1-8-2 16,-7-4-1-16,0-9-3 0,-5-4-4 0,-6-8-3 16,-1 0 3-16,-10-5-8 0,-6 2-17 15,-11 18-13-15,-8-3-18 0,-9 6-21 0,-16-11-32 16,-14 13-32-16,-23 12-41 16,-10 12-46-16,-11 15-46 0,-12 7-56 0,-10 13-73 15,15 9-76-15,-20 10-127 0,0 9 51 16,3 6-275-16,2 3-293 0</inkml:trace>
  <inkml:trace contextRef="#ctx0" brushRef="#br0" timeOffset="43908.69">14411 10643 2193 0,'-11'-5'-23'0,"6"1"24"16,-1-2 17-16,6 6 15 15,-7-5 21-15,3-1 17 0,4 6 6 0,-2-8 7 16,1 2 1-16,1 6-2 0,0-12-4 16,1 6-9-16,9-1-5 0,1-1-12 15,4 0-6-15,18-3 0 0,6 2-7 0,22 0-2 16,12-2-7-16,12 3-5 0,32-2-1 15,15 3-11-15,20-1-7 0,23 2-13 0,63-2-18 16,14 2-19-16,9-1-12 0,15 2-15 16,4-1-9-16,5 1-15 0,-2-1 4 0,1 3 8 15,-10 1 2-15,-18 2 8 16,-14 2 17-16,-68 0 21 0,-12-2 18 0,-17 0 20 16,-21-2 20-16,-38-2 21 0,-16 1 31 15,-11 0 24-15,-18-3 5 0,-6 2 14 0,-9-3-2 16,-4 1-8-16,-8 0-8 0,-2 0-10 15,-1 1-9-15,0-1-19 0,-4 0 1 0,-1 0-21 16,-3 2-34-16,-3 4-41 0,2-10-51 16,-2 10-56-16,-7-7-70 0,-2 3-85 15,-5 3-162-15,-8-2-21 0,0 3-163 0,-8 0-136 16</inkml:trace>
  <inkml:trace contextRef="#ctx0" brushRef="#br0" timeOffset="44290.97">16939 10855 1833 0,'0'0'74'0,"-4"-6"0"15,4 6-9-15,0 0-2 0,35-13-5 16,1 4 7-16,17 0 8 0,12-4 3 0,10 1-4 16,27-3-3-16,7-1-10 15,3 3-3-15,6 3-5 0,6-4-6 0,0 2-11 16,-4 0-15-16,-2-2-5 0,-1 2 0 16,-5-2-1-16,-4 3-2 0,-6-1 0 0,-22 2-2 15,-6-1 1-15,-5 3-1 0,-8-2 0 16,-8 1-3-16,-9-1 7 0,-5 2 6 15,-3 0 0-15,-11 0 0 0,-1 3-4 0,-1 1 4 16,-9 0-11-16,6 0-18 0,-4 1-36 16,-4 2-51-16,4-1-64 0,-3-2-89 0,2 2-153 15,-3 2-45-15,1 0-93 0,-13 0-43 16</inkml:trace>
  <inkml:trace contextRef="#ctx0" brushRef="#br0" timeOffset="44757.77">19317 10346 1587 0,'16'-20'194'0,"-3"4"32"16,-1 0 24-16,-5 7 27 0,2-2 17 0,0 2 0 16,-6 0-16-16,1 4-23 15,-4 5-10-15,9 0 26 0,-9 0 0 0,10 11-20 16,-7 1-30-16,0 3-18 0,-1 10-19 16,-4 1-22-16,-1 11-13 0,0-1-18 0,-1 0-34 15,-2 0-51-15,1-3-61 0,-3-2-62 16,5-8-64-16,-4-2-75 0,4-5-59 15,-5-2-57-15,3-3-68 0,-4-2-71 0,6-4-115 16,-5-3 15-16,8-2-382 16,0 0-432-16</inkml:trace>
  <inkml:trace contextRef="#ctx0" brushRef="#br0" timeOffset="45140.34">19493 10090 2581 0,'3'-16'-29'16,"3"2"24"-16,-1 0 21 0,-4 6 8 15,3 1-1-15,0 2-4 0,1 1-4 0,-5 4 5 16,16-2 9-16,-16 2 5 0,22 6-5 16,-6 4 2-16,0 2-1 0,6 7 6 15,-6-2 6-15,-4 0 1 0,-2 1 13 0,4 7 13 16,-5-3 16-16,-7-2 22 0,-2-2 22 16,-4 2 10-16,-2 3 9 0,-8 2 2 0,3 2-2 15,0-6-4-15,-1-3 2 0,3-1-5 16,2-3-12-16,-4 3-8 0,6-4-9 15,-1 3-6-15,1-1-6 0,-1 2-9 16,6 0-5-16,0 0-10 0,0 2 0 0,2 0-8 16,0 1-2-16,0-3-6 0,0 5-5 15,0-6-6-15,-2 4 7 0,-2-4 15 0,-2 2 8 16,0-3 11-16,-2 1 8 0,-2-3-5 16,-3 3-4-16,-1-2-7 0,1-4 1 0,-3 0-14 15,0-1-1-15,-3-2-6 0,1-3-5 16,2 1-29-16,0-4-33 0,1 0-58 0,-1-2-65 15,3-5-91-15,3 0-100 16,5-4-104-16,0-6-115 0,9-4-173 0,11-11 53 16,12-9 73-16,5 2-426 0,7 5-485 15</inkml:trace>
  <inkml:trace contextRef="#ctx0" brushRef="#br0" timeOffset="45540.65">20023 10396 2850 0,'0'0'42'0,"-7"8"35"0,4-2 25 0,-5 2 23 16,3-1 14-16,-1 1 10 0,-2-1 2 16,2 2 1-16,3-2-11 0,1 4 0 0,0-5-7 15,4 2-8-15,0 0-6 16,1 0-8-16,5-1-5 0,0-1-13 0,3 0-4 16,3 0-10-16,-1-4-8 0,-2 0-7 15,5-2-3-15,-3-2-5 0,1 0-3 0,-3-2 3 16,3-4 0-16,-3 0-3 0,-2-4 1 15,-2 0-2-15,0-4-3 0,-4 1-4 0,-3-2-3 16,0 0-1-16,-1 2-6 0,-5-1-5 16,0 3-6-16,-4 4-3 0,-3 2 0 15,-4 4-1-15,-3-1-2 0,4 6 0 0,-7 2 4 16,1 1-5-16,-3 10 0 0,0 5-2 16,2-1 1-16,1 3-3 0,8 2 1 0,3-1-1 15,4-5-2-15,1 3 1 0,5-1-3 16,1-3-1-16,1 1 0 0,1-1-14 0,6 2-17 15,0-1-28-15,3-2-32 16,4 0-51-16,1-4-77 0,-2-2-73 0,6 0-80 16,-3-6-86-16,7-1-166 0,-1-3-10 15,2-1 79-15,0-3-372 0,10-4-399 0</inkml:trace>
  <inkml:trace contextRef="#ctx0" brushRef="#br0" timeOffset="45790.51">20683 9898 2549 0,'5'-23'40'0,"-1"5"51"16,-4 3 35-16,2 5 15 0,0 1 1 16,-2 4 3-16,0 5 29 0,0 0 24 15,0 0 10-15,0 0 2 0,-24 28-5 16,12 2-5-16,-6 15-3 0,0 2-9 0,-2 9-10 16,1 1-12-16,-3-1-17 0,4 4-13 15,-1-1-12-15,-5 7-14 0,4-9-12 0,1-1-38 16,-1-2-47-16,7-7-37 0,-1-1-52 15,2-11-54-15,2-4-53 0,5-10-44 0,-4-1-34 16,6-5-22-16,-1-4-9 0,2-3-13 16,0-4-10-16,2-4-15 0,0 0 6 0,0 0-4 15,25-21 14-15,-3-3 21 0,3-14-443 16,8-5-227-16</inkml:trace>
  <inkml:trace contextRef="#ctx0" brushRef="#br0" timeOffset="45990.67">20600 10432 1844 0,'40'-58'-95'0,"3"-11"38"0,6-3 41 15,-4-4 39-15,-1 8 49 0,-8 19 51 0,-5 6 46 16,-14 14 52-16,0 2 16 0,-5 8 11 15,-7 7-8-15,-1 2 12 0,-4 7 15 0,0 3 11 16,0 0 0-16,0 0-15 0,-38 34-6 16,21-9-12-16,-10 12-10 0,2 4-11 0,3 4-6 15,-3 1-20-15,2 2-27 0,0 1-18 16,4 3-14-16,0 0-8 0,-1-1-16 16,4-1-16-16,-4-4-48 0,4 0-61 0,4-10-63 15,-1-1-69-15,-1-2-77 0,1-1-93 16,2-5-83-16,-3-1-97 0,5-7-154 0,0-4-16 15,0-5 64-15,6-2-434 16,1-4-506-16</inkml:trace>
  <inkml:trace contextRef="#ctx0" brushRef="#br0" timeOffset="46191.04">20380 10418 2744 0,'-11'-14'-38'0,"-1"4"31"0,-2 2 34 15,1 1 37-15,1 2 37 0,2-2 35 16,1 1 25-16,1 0 9 0,0 4-4 0,1-1-7 15,7 3-16-15,-5-6-13 16,5 6-13-16,0 0-8 0,0 0-11 0,0 0-8 0,34 2-30 16,-11 2-56-16,6-2-72 15,10-1-82-15,5 1-83 0,-2-2-113 0,3 0-163 16,3 0-43-16,1 0 70 0,-2 0-230 16,-6 0-206-16</inkml:trace>
  <inkml:trace contextRef="#ctx0" brushRef="#br0" timeOffset="46790.16">20987 10433 2066 0,'-10'7'63'0,"5"-1"26"0,-3-1 28 0,2-2 22 15,6-3 19-15,-8 7 28 16,3-4 0-16,5-3 13 0,-6 7 10 0,6-7 4 16,2 7-11-16,-2-7-11 0,6 7-12 15,-1-3-15-15,3-1-16 0,-8-3-15 0,17 3-13 16,-7-1-12-16,2-2-9 0,-12 0-9 15,25-2-7-15,-16 0 0 0,-2 1 7 0,0-1 6 16,2-1-5-16,-4-3-7 0,-5 6-11 16,8-6-8-16,-8 6-6 0,0 0-7 0,0 0-5 15,-22-7-5-15,22 7-1 0,-34 12-1 16,6 0-5-16,1 6 0 0,3-4-5 16,1 5-3-16,2 2-2 0,-1 1 0 0,11-5-3 15,4-1-1-15,1-3 0 0,3-2 3 16,0 1-2-16,3 0 0 0,4-2 1 0,0 0-3 15,5 1 0-15,4-3 0 16,1-1-3-16,7 1 2 0,2-4-8 0,-2-2 5 16,2-2-3-16,2-4 1 0,2-1-4 15,2-3 5-15,3-6-3 0,-7-3 8 0,-1-4 7 16,-1-5 5-16,-4-1 4 0,0-4 3 16,-4 0-1-16,-2 2 7 0,-2 2 3 0,-2 4 5 15,-4 8-3-15,1 1 0 0,-3 4-3 16,-1 0-9-16,-2 3-7 0,2 0-1 0,-2 7-5 15,0 0-7-15,-2-9-5 16,2 9 3-16,0 0 1 0,0 0-8 0,0 0-2 0,0 0 7 16,0 0-1-16,-7 23-3 15,7-23 0-15,5 13 6 0,1-6 7 0,0 2-6 16,2 1 17-16,-3-2 8 0,3 5 9 16,-3 2 8-16,5 2 0 0,-2 3-4 0,-5 2-4 15,1-1-4-15,2 2-7 0,-3 3-3 16,-2-2-4-16,1-2 1 0,2 2-10 0,-2 0-16 15,1-2-32-15,-3-1-53 0,4-4-58 16,0 3-77-16,-2-3-82 0,1-3-107 16,-1 1-94-16,-2-3-90 0,5-1-156 0,-3-1 7 15,1-2 87-15,3 2-559 0,-1 1-669 16</inkml:trace>
  <inkml:trace contextRef="#ctx0" brushRef="#br0" timeOffset="47039.96">21869 11060 3179 0,'3'4'-4'0,"-3"-4"52"0,0 0 50 16,0 0 47-16,0 0 42 0,-45-6 39 16,17 4 28-16,-22-2 17 0,-21 3 19 0,-4 0 7 15,-11 1-7-15,-7 0-11 0,-31 1-35 16,-7 4-15-16,-9-3-23 0,-12 1-16 16,-13 0-24-16,-4-3-16 0,-3 0-13 15,2-3-8-15,9 2-18 0,3 2-8 0,11 2-15 0,19 6-5 16,19-1-13-16,33 1-29 0,12 3-46 15,8-2-62-15,19 0-67 0,4 1-73 16,10-2-70-16,5-3-78 0,7 1-74 16,4-1-103-16,1-2-141 0,4-1-48 0,2-3 82 15,0 0-541-15,0 8-644 0</inkml:trace>
  <inkml:trace contextRef="#ctx0" brushRef="#br0" timeOffset="54872.73">7622 14353 1543 0,'0'0'486'0,"4"4"-138"0,-4-4-100 0,0 0-58 16,0 0-19-16,0 0 7 0,0 0-18 15,19-12-6-15,-10 1 2 0,5-5-7 16,3-5-9-16,4-1-18 0,2-5-13 0,-2 0-8 16,4-9-10-16,-4 7-15 0,-5 2-10 15,-2 6-10-15,-4 6-13 0,-3 2-23 0,-1 5-7 16,-6 1-30-16,0 7-29 0,0 0-22 15,0 0-24-15,-37 31-18 0,19-7 1 0,-5 5 4 16,-4 5 10-16,-2 4 9 0,4-4 8 16,7-6 29-16,0-2 36 0,4-7 37 15,4-4 30-15,0-3 23 0,3-3 10 16,3-2 5-16,1-1-5 0,0-3 7 0,3-3 5 16,0 0-5-16,0 0-8 0,23-11-6 15,-7-1-18-15,6-9-34 0,1-2-51 16,-2-3-62-16,0 3-73 0,0 0-62 0,-2-2-86 15,0 3-95-15,-2 1-141 0,-3 4-5 16,-5 2-281-16,0 4-314 0</inkml:trace>
  <inkml:trace contextRef="#ctx0" brushRef="#br0" timeOffset="57673.78">7242 2885 1499 0,'-5'-9'184'0,"1"4"-20"16,-1-4-6-16,-3-4-10 0,-1 3-9 0,-7-4-5 15,-7-3-15-15,-2-2-20 0,-1 2-4 16,-9 0-13-16,-8-3-6 0,-7 1 3 16,-4 0-7-16,-12 3-7 0,-12 3-3 15,-25 1-3-15,-11 2 8 0,-20 10 12 16,-15 12 1-16,-10 5 19 0,-60 26 19 0,-4 5 7 15,-10 13 4-15,2 10-4 0,3 14 11 16,6 13 7-16,15 5-6 0,13 1-9 16,24 3-10-16,25-4-11 0,50-26-1 0,17 3-5 15,9-5 5-15,12 3 3 0,12-6-7 16,16-14-4-16,2-1-9 0,6-6 5 0,2-1 3 16,10-14-5-16,-3-4-1 0,4-7-12 15,3-5-5-15,-1-4 3 0,2-3-17 16,2-1-3-16,-3-1-4 0,3-5-2 0,0 3-8 15,2-9 1-15,-6 10-14 0,4-3-28 16,2-7-38-16,-6 8-56 0,6-8-61 16,0 8-80-16,0-8-89 0,0 4-97 15,0-4-128-15,0 0-174 0,0 0 56 0,0 0-455 16,0 0-588-16</inkml:trace>
  <inkml:trace contextRef="#ctx0" brushRef="#br0" timeOffset="58037.87">3279 3792 3219 0,'-2'-8'28'0,"2"1"-1"0,0 7-15 15,0 0 17-15,0 0 79 0,0 0 60 16,2 53 40-16,-4-8 26 0,-1 21 14 0,-5 6 8 15,-2 3 16-15,-7 17 10 0,-2-5-1 16,4-15 2-16,1-6-15 0,3-5-26 16,4-3-14-16,4-12-8 0,3-3-15 0,7-1-14 15,2-6-17-15,7-2-16 0,11 1-13 16,6-6-9-16,7-7-11 0,-4-8-15 16,6-3-10-16,4-6-13 0,3-5-8 0,3-3-11 15,7-3-68-15,-4-2 0 0,1-5 0 0,-17 3-86 16,-3 0-37-16,-11 2-30 15,-3 3-31-15,-8 0-32 0,-2 2-42 0,-4 1-45 16,-8 2-49-16,0 0-41 0,0 0-36 16,0 0-41-16,0 0-76 0,0 0-107 15,-38 15 2-15,22-9-497 0,-2 1-614 0</inkml:trace>
  <inkml:trace contextRef="#ctx0" brushRef="#br0" timeOffset="59304.15">3083 5186 3258 0,'6'-4'17'0,"-6"1"-7"0,0 3 2 16,0 0 14-16,0 0 35 16,-34 23 23-16,9-2 23 0,-4 2 13 0,-9 7 2 15,-1-3-1-15,-2 1-12 0,3-1-8 16,-1-3-10-16,3 3-8 0,7-10-14 15,4 3 0-15,5-7-9 0,4-2-7 0,5-4-1 16,2-2 2-16,1-3-4 0,2 0-10 16,6-2-6-16,0 0-9 0,-16-13-5 0,11 3-3 15,3-3 2-15,0-3-9 0,1-9 1 16,1-1 0-16,-2-1 0 0,2 0 2 16,0 6 0-16,2-3 11 0,-1 7 8 0,-1 4 0 15,0-1-2-15,0 5-1 0,0 1-11 16,0-2-2-16,2 5-3 0,-2 5 2 15,7-4 3-15,-7 4 4 0,0 0-4 16,22 13-1-16,-10-5-1 0,-1 4 1 0,5 1-2 16,-2 1-4-16,2-2-2 0,1-2-1 15,-1 2-7-15,-4 0-6 0,-1-5-10 0,2 0 6 16,-6-2 1-16,0 0 0 0,0-3 4 16,-7-2-2-16,0 0-3 0,16-9 4 15,-10 2-11-15,-2-3 2 0,0 0 4 0,0-6-1 16,0-1-3-16,-1-5 5 0,-3-2 0 15,0 3 5-15,0 3 8 0,0 3 8 0,-2 1 9 16,1-1 7-16,1 7-3 0,-2-2 4 16,0 1 2-16,0 2-5 0,0 0-2 15,2 7-6-15,-4-5 1 0,4 5-4 16,0 0 2-16,-23 20-6 0,13-8 2 0,1 0 1 16,-2 1-4-16,-1 1-4 0,1 1 0 15,2 1 3-15,0-4-5 0,0-1 1 16,5 0 0-16,-3-2-3 0,0-3 4 0,4 1 0 15,-1-3 0-15,0 2 6 0,4-6 1 16,-3 7 16-16,3-7 8 0,-4 6 3 0,4-6 0 16,0 0 0-16,-2 6-5 0,2-6-7 15,0 0-3-15,0 0-3 0,4 9-1 16,1-6 2-16,3 1 0 0,4-1-1 16,-1 1 0-16,5 1-2 0,0-2-3 0,0 0 1 15,2-1-4-15,-2 0 0 0,-3-2 0 16,3 1 0-16,-5 1-6 0,-11-2 3 15,19 0-7-15,-11 0-8 0,-8 0-14 0,13-2-27 16,-13 2-25-16,6-5-18 0,-6 5-17 16,0 0-9-16,0 0-6 0,-8-11 9 0,8 11 11 15,-13-11 16-15,2-1 1 0,-1 0 12 16,-5-13 15-16,1-4 19 0,3-2 12 16,1-6 9-16,1-16-2 0,2-3 9 15,4-6 3-15,2-3 11 0,1 3 9 0,2 20 21 16,0 3 3-16,0 12-2 0,-2 5-7 15,2 8-4-15,0 11 0 0,0 3 15 16,0 0 4-16,-2 58 2 0,-1-13-6 0,-5 19-3 16,3 2 2-16,-2 3-6 0,3-1-2 15,3 0-5-15,-1-2 2 0,4-1-4 0,-1-3-5 16,3-4-2-16,-1-13 1 0,-1-2-5 16,0-4-13-16,1-10-18 0,-3-7-12 0,0-3-5 15,0-5 0-15,0 0-1 0,0-4 2 16,0 2 6-16,-1-7-13 0,-3-1-16 15,4-4-5-15,0 0 7 0,-16-20 3 16,11 2 4-16,-5-11 2 0,0-4 8 16,5-4 7-16,-3-1 19 0,3 0 12 0,1 3 19 15,-3 8 15-15,6 6 1 0,-3 8 7 16,2 1-5-16,-2 5-6 0,4 3 5 0,0 4 19 16,0 0 17-16,0 0-1 0,-9 24-6 15,9-10-1-15,-2 1-7 0,4 4-9 0,0-1-1 16,2-1-5-16,1 4-5 0,-1-9-2 15,3 6-4-15,2-5-11 0,0-1-23 16,0 0-19-16,1-3-49 0,1 2-56 0,-1-6-60 16,0 0-81-16,-1-1-70 0,-2-3-106 15,-1 3-141-15,-6-4-45 0,12 7 60 16,-10 1-299-16,-2-8-351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11-09T03:37:39.4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8905 6672 0,'25'-24'172,"49"-1"-156,1-25-16,123-24 15,25-25 1,0-25 0,-99 99-1,-49-25 1,-26 25-1,1 25 1,-25-24 0,-25-1-1,50 25 1,-50-25 0,24 25-1,1 0 1,0-25-16,25 0 31,24-24-15,0-1-1,-24 1 17,49-1-17,-74 0 1,49 25-1,1-24 1,-26-1 0,-24 25-16,0 25 15,25-49 1,-26 49 0,51-50-1,-1 1 1,50-26 15,-74 50-15,0 25-1,-26-49 1,26 24 0,-25 25-1,0-25 1,-1-24-16,1 49 15,0-50-15,25 25 32,-50 0-1,24 25 0,1-49-15,0 24 31,0 25-32</inkml:trace>
  <inkml:trace contextRef="#ctx0" brushRef="#br0" timeOffset="19884.82">12601 4415 0,'99'0'187,"-49"-25"-171,-1 25 0,1 0-1,24 0 17,-49 0-32,25 0 15,24-24 1,25 24-1,1-25 1,-51 25-16,26 0 16,-26 0-1,50 0 1,-49 0 0,0 0-1,-26 0-15,1 0 16,25 0-1,24 0 1,-49 0 0,49 0-1,-24 0-15,74 0 32,25 0-1,0 0-16,-25 0 1,0 0 0,-99 0-1,24 0 1,-24 0-16,25-25 31,-26 25-15,1 0-1,25 0 1,-25 0 0,123 0-1,-24-25 17,25-24-17,-99 49-15,24 0 16,-24 0-1,99 0 17,-75-25-17,50 0 1,-74 0 0,-1 25-1,26 0 1,49 0-1,-25 0 1,-49 0 0,-1 0-1,-24 0 1,0 0 0,49 0-1,26 0 1,-1 0-1,50 0 1,-100 0 0,199 0-1,-25 0 1,-123 0-16,-1 0 16,25 0-1,-74-25-15,-1 25 16,-24 0-1,0 0 1,24 0 0,-24 0-1,25 0 17,-25 0-17,-1 0 1,1 0-16,25 0 31,-25 0-15,-1 0 15</inkml:trace>
  <inkml:trace contextRef="#ctx0" brushRef="#br0" timeOffset="31765.45">19100 4291 0,'24'0'187,"125"-25"-171,-74 1-16,-26 24 15,1 0-15,-25-25 16,-1 25 0,1 0-1,25 0 1,0 0 0,-1 0-16,174 0 15,-99-25 16,25 25-15,99-25 15,-49 0-15,-150 1 0,-24 24 15,0 0 16,25 0-32,24 0 1,-24 0 0,24 0 15,0 0-16,1 0-15,-50 0 16,-1 0 0,1 0 15,0-25-15,0 25-1,24 0 1,26 0-1,24 0 1,0 0-16,-24-25 16,24 0-16,75 0 15,-100 1 1,-49 24 0,0 0 30,24 0-30,1 0 31,-1 0-31,1 0-1,-25 0 1,49 0 15,1 0-15,-51 0 31,1 0-32,25 0 16,-25 0-15,-1 0-16,1 0 31</inkml:trace>
  <inkml:trace contextRef="#ctx0" brushRef="#br0" timeOffset="41272.43">8657 7491 0,'49'0'516,"1"50"-485,-25-26-15,0 1 0,-1 0-1,1 0 1,25 0-1,-1-1 1,-24 1 15,0 0-15,0 0 0,0 0-1,0-25 1,24 24 15,-24-24-15,-25 25-1,25 0 1,0 0 0,-25 0-1,24-25 1,1 24-1,-25 1 1,25-25-16,0 25 16,24 0-1,1 25 17,-25-26-1,24 1 0,-24-25-15,0 25-1,49 25 1,-24-26 15,-25 26-15,0-50-16,-1 25 15,1-25 1,0 25 0,0-1-1,0 1 1,-1 0 0,1-25-1,25 25 1,-25 0 15,-25-1-31,24-24 0,51 50 31,-25-25-15,-26 0 0,1-25-1,-25 24-15,25-24 31,0 50-15,0-25 0,24 0-1,-24-25-15,0 49 16,24-49 0,1 50-1,24-1 1,-49-24-1,0 0 1,25 0 0,-1 24-1,-24-49 1,25 25 0,-50 0-1,49 25 1,-24-25-1,0-25 1,24 24 0,-24 1-1,-25 0 1,25-25 0,25 25 15,-26-25 0,-24 25-15,25-25-1,0 0-15,0 49 32,0-49-17,24 0 1,-24 25-1,0 0 17,0-25-1,0 25-15,-25-1 15,24-24 0,1 25 0,0-25-15,0 25 46,0-25-30</inkml:trace>
  <inkml:trace contextRef="#ctx0" brushRef="#br0" timeOffset="61833.25">12254 9475 0,'124'-24'156,"-25"24"-140,-25 0 0,75 0-1,0 0 1,-100-25 0,1 25-16,0 0 15,24 0 1,0 0-1,26 0 1,-51 0 0,125 0-1,-75 0 32,-24 0-31,-51 0-1,1-25 1,25 25 15,-25 0-15,49 0 0,-24 0-1,-1 0 1,26 0-1,73 0 1,1 0 0,0 0-1,-99 0 1,24 0-16,-24 0 31,-25 0-31,24 0 16,26 0-1,-26 0 1,50 0 0,-49 0-1,0 0 1,24 0-16,0 0 31,1 0-15,-1 0-16,-49 0 15,0 0-15,0 0 16,49 0 0,-24 0 15,-25 0-15,24 0-16,-24 0 0,0 0 15,49 0 1,-49 0-1,25 25 1,-26-25 0,26 0-1,-25 0 1,-25 25-16,25-25 16,-1 0-16,1 0 15,25 0-15,24 0 16,50 0-1,-74 0 1,-1 24-16,100 1 16,-74-25-1,-26 25-15,100-25 32,-99 0-17,24 0 1,-49 0-16,0 0 15,74 0 1,0 25 0,-49-25-1,49 0 1,-49 25 0,-1-25-1,100 0 1,50 0-1,-100 0 1,-25 0 0,25 0 15,-49 0-31,-25 0 31</inkml:trace>
  <inkml:trace contextRef="#ctx0" brushRef="#br0" timeOffset="69984.37">16173 8434 0,'24'0'313,"125"49"-282,-74-24-15,-1 0-1,-24-25 1,49 49 0,0 1-1,0-25 1,-24 0 0,24 24-1,-74-49-15,49 25 16,25 25-1,50-1 1,-99-24 0,24 25-1,1-50 1,-26 0 31,-24 24-32,0-24-15,0 25 16,24 0 0,1 0-1,-25-25 1,0 0-16,-25 25 16,49-25-1,26 49 1,-26-49-1,-24 25 1,0 0 0,0-25 31,-1 0-16,-24 25 0</inkml:trace>
  <inkml:trace contextRef="#ctx0" brushRef="#br0" timeOffset="74579.89">18728 9426 0,'223'0'141,"25"0"-126,99 0 1,50 0 0,25 0-1,-75 0 1,-198 0-16,-75-25 15,-24 25-15,-25 0 16,24 0 0,-24 0 15,0 0-15,0 0-1,-1 0 16,26 0-15,0 0 0,-26 0-1,51 0 1,49 0 0,-99-25-1,49 25 1,-24 0-16,49 0 15,0 0 1,-74 0 0,74 0-1,-24 0-15,-26 0 16,75 0 0,-99 0-1,25 0 16,-26 0-31,51 0 32,-26 0-17,-24 0 1,0 0 15,0 0 16,0 0-16,-1 0-15,1 0 109,0 0-94,0 0-15,0 0-1,-1 0 1</inkml:trace>
  <inkml:trace contextRef="#ctx0" brushRef="#br0" timeOffset="78256.75">23192 4167 0,'0'-25'0,"25"25"234,50 50-218,24 0 15,-25-1-15,25 26-1,1-1 1,24 0 0,-100-49-16,26 0 15,49 25 1,-49-26-1,0 26 1,-1-25 0,50 74-1,-24-49 1,-1-1 0,-49-49-1,25 50 16,49 24-15,-74-49 0,74 50-1,-25-1-15,25-24 16,-74-26 0,25 1-16,-25 0 15,49 25 1,-49-26-16,25-24 15,-1 50 1,-24-25-16,25 0 16,-1-1-1,1 1 1,-25 0 0,-1 0-1,26 0 16,-25 24-15,0-49 15,24 50-15,1-1 0,-25-24-1,-1 0-15,1 0 16,0-25-1,-25 25 1,25-25 0,0 25-1,24-1 1,-24-24-16,-25 25 16,25 0 62,0-25-47,-1 25-15,1 0 15,-25-1-16,25-24 17,-25 25-17,25-25 48</inkml:trace>
  <inkml:trace contextRef="#ctx0" brushRef="#br0" timeOffset="87646.98">8434 6573 0,'-50'-25'141,"25"25"-126,-24 0 1,24-24 0,-25 24-16,25 0 31,1 0-15,-26 0 15,25 0 16,0 0 0,25 24-32,-24-24 1,-1 25-1,0 0 17,0 25-17,25-26 1,-50 1 0,50 0-1,-24 25 1,-1-50 15,25 24-15,-25 1-1,0 0-15,0 0 63,25 0-32,-24 0-15,24-1 15,0 51-15,0-50-16,0 24 15,0 1 1,0-1-1,-25-24 17,25 0-32,-25 0 15,25 0 1,0-1 15,0 1 0,0 0 16,0 0-31,0 0 0,25-25-1,0 24 79,-25 1-78,24 0-1,1-25 16,25 25-15,-25-25-16,99 49 31,-99-24 1,-1-25-17,26 0 1,74 25 15,-99-25 0,0 0-15,-1 0 0,1 0 15,0 0-16,0 0 17,0 0-17,49 0 1,-49 0 0,0-25-1,24 25 1,-24-25 15,74-24-15,-74 24-16,0 0 15,49-24 1,-74 24-16,25 25 16,0-50-1,0 25 1,-1-24-1,1 24 1,0-25-16,-25 26 31,25-1-15,-25-50 0,25 26-1,-25 24 1,0 0-16,0 0 15,0 1 17,0-1-1,0 0-15,0 0-1,0 0 16,-25-24-15,0 49-16,-25-25 31,-24-25-15,24 25 0,26 1-1,-1-1 1,-25 25-1,25 0 32,1 0-31,-26-25 0,25 25-1,0 0 1,1-25-1,-1 25 1,0 0 0</inkml:trace>
  <inkml:trace contextRef="#ctx0" brushRef="#br0" timeOffset="95286.77">9029 6499 0,'124'0'47,"546"-323"0,-621 274-32,-24 24-15,0 0 0,24-24 32,-49 24 61,25 0-61,25-25-1,-25 1-16,0 24 1,-1 25-16,76-50 31,-51 25-15,1 1 0,74-26-16,49-49 31,-73 74-16,-51 0 1,-24 0 0,25 1 15,-1 24-15,-24 0-1,0 0 1,74-50 15,50 0 0,-75 26-31,-49-1 16,25 25 0,-25 0 15,-1-50-16,-197 50 189,-51 50-173,150-25-16,-100 74 1,100-25 0,0-24-16,24-1 15,0-24-15,-24 50 16,0-26 0,24 1-1,25-25 16,-24 0-15,24-1 0,-25 1-16,1 25 15,-76-1 1,51 1 0,0-25-1,49 0 1,-25 24-1,25-24 1,-49 0 0,-25 24-1,74-24 1,0-25 0,0 25-1,-24 0 1,24 0-1,-25 24 1,1-49-16,24 25 31,0 0 1,0 0-17,1-25 1,-1 0-1,0 24-15,0-24 32,0 25-1,1-25 31,-26 50-30,25-50-1,25 25 16</inkml:trace>
  <inkml:trace contextRef="#ctx0" brushRef="#br0" timeOffset="104485.7">8855 7689 0,'50'0'157,"-1"50"-126,-24-50-31,0 25 15,50 0 1,-51-1 0,1 1-16,50 25 15,-51-25 17,26-25-17,-50 24 1,50 1-1,-1 0 1,1 0 0,-25 0-1,49 0 1,-49-1 0,0-24-1,-1 0 1,-24 25-16,25-25 15,50 25 1,-51-25 0,1 50-1,0-50-15,0 0 47,0 24 47,-1-24-78,1 25-1,0 0 1,0 0-1,-25 0 1,25-1 0,-1-24 15,-24 25-31,0 0 0,0 0 31,25 0-15,-25-1-16,25 1 15,-25 0 1,0 0 0,25 24-1,0-24 17,-25 25-17,25-25 16,-1-1 1,-24 1-17,25 0 17,0-25-1,0 25-16,-25 0 1,25-1 15,24 1-15,-24-25 0,25 25-1,-26 0 1,1-25-16,0 0 0,49 49 31,-24-49-15,-25 25 15,0 0-15,24-25-16,-49 25 15,75-25 1,-26 25-1,-24 0 1,0-1-16,49 26 31,-24-50-15,-25 25 0,24-25 15,-24 25-16,0-25 1,0 24-16,-1-24 16,-24 25-16,25-25 15,25 25 17,24 25-17,-24-26 1,0 1-1,-1 0 1,1 0 0,-25 0-1,-1-25 17</inkml:trace>
  <inkml:trace contextRef="#ctx0" brushRef="#br0" timeOffset="108247.27">12452 4490 0,'25'0'188,"0"0"-172,49 0 15,25 0-16,-24 0 1,24 0 0,-50 24-1,1-24 1,-25 25-16,99-25 16,149 0 15,-149 25-16,-25-25 1,0 0 0,-74 0-1,25 0 1,49 0 0,-50 0-16,26 0 15,-1 0-15,75 0 31,-50 0-15,-49 25 0,0-25-16,272 25 15,-148-25 1,-50 0 15,-100 0-15,51 0-1,-1 0 1,-24 0 0,99 0-1,-25 0 1,-25-25 0,0 25-1,-24-25 1,-26 25-16,1-25 15,74 0 1,-75 25 0,1 0-16,-25-24 15,24 24 17,200-100-1,-125 76-16,-50-1 1,-49 25-16,74 0 31,0-25-15,0-25 0,25 50-1,-99 0-15,25-24 16,24-1-1,25 25 1,-24 0 0,-26 0-1,1 0-15,-25 0 16,25 0-16,74 0 31,-25-25-15,0 25-1,-25-25 1,-49 25 0,25 0-1,24 0 1,-49 0-16,25 0 16,-1 0-16,50 0 31,-74 0-16,0 0 1,0 0-16,24 0 16,-24 0-1,0 0-15</inkml:trace>
  <inkml:trace contextRef="#ctx0" brushRef="#br0" timeOffset="185830.05">28153 1761 0,'25'-25'93,"25"25"-46,-1 0-31,-24 25-16,0-25 15,49 50 1,-49-1-16,0-24 16,0 0-1,0 0 1,-25 74 0,24-25-1,-24-49 1,25 25-1,-25-25 1,0-1 0,-25-24 187,1-49-172,-1-1 16,-25 25-31,25 1-1,25-1 1,-24 25-1,24-25 1,-25 0-16,0 25 47,0 0-31,0-25-1,1 25 1,-1 0-16,-25-24 31,1-1 0,-26-25 1,50 1-17,0 49 1,25-25-16,-24 25 15,24-25 126,124 99-125,-75-24-1,100 99 1,-99-75 15,-25-49-15,-1 0-16,1 24 31,0 26-15,-25-1-1,0 25 1,0-49-16,0-25 0,0 24 16,0-24-1,-74-25 32,-125-124-31,75 25-1,50-50 17,-1 0-17,50 1 1,1 98-1,24 0 1,0 26 15,0-1 47,74 50-62,75 49 0,74 75-1,100 99 17,-199-149-17,-100-99 1,1 25-1,0-25 95</inkml:trace>
  <inkml:trace contextRef="#ctx0" brushRef="#br0" timeOffset="186978.06">28203 1538 0,'-25'0'31,"25"-25"-15,-25 25 46,-24 99-31,24-49-15,-25 24 0,50-24-16,-49 49 15,24 0 1,0 1-1,0-51 1,25 1-16,0-1 16,0 1-1,0-25 1,0 49 0,0 1-16,0 24 31,25-25-16,49 1 1,26-1 0,-51-49-1,26 0-15,-26 0 0,26-1 32,-1 1-17,-24 0 1,24-25-1,1 0 1,-1 0 0,-49-25-16,49-74 31,25-25-15,-74 25-1,0 24 1,-25 26-1,0-26-15,0 1 16,-25-25-16,-99-273 16,50 223 15,24 74-15,-24 26-1,24 24 1,25 25-1,1-25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11-09T03:40:05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9872 9079 0,'-25'-25'110,"-24"25"-95,-125-25 17,75 25-1,49 0-16,26 0 1,-51 0 31,50 0 0,1 0-32,-1 0 1,0 0 0,0 25 171,25 0-171,0 24-1,0 1 1,0-25 0,0-1 15,0 1-31,0 25 16,0-25-1,0-1 1,0 26-1,0-25 1,25 0 0,-25-1-1,25 26 1,-25-25-16,25-25 16,-25 25-1,24-1 16,-24 1-15,0 0 0,0 0 15,25-25-15,-25 25-1,0-1 1,25 1-1,0 0 1,-25 0 0,25 24-1,24-24 1,-49 0 0,25 0 15,-25 0 0,25-25 16,0 0 31,-1 0-31,1 0 0,25 0-32,-1 0 32,26 0-15,-50 0-32,-1 0 31,1 0-16,0 0 1,0-25 0,24 0-1,1 25 1,0-50 0,-1 50 15,26-24-16,-50-1 1,-1 25-16,-24-25 16,25 25-16,0-25 47,0-24-32,-25-1 16,25 25-15,-25 0 0,24 1-1,-24-1-15,0-50 32,0 26-17,0 24 16,0-25-15,0 26 31,0-1-31,0 0-16,0-25 31,-49 1 0,-1 24-15,25 0-1,1 25 1,-26-25-16,-49-24 31,24 24-15,26 0-1,-1 25 1,25-25 0,-24 0-1,24 25 1,0 0-16,0 0 0,0-24 31,-24 24-15,24 0 15,0 0-15</inkml:trace>
  <inkml:trace contextRef="#ctx0" brushRef="#br0" timeOffset="2040.16">11832 9054 0,'0'-25'32,"-50"25"-1,25-25 0,-74 25-15,-99 0 15,74 0 0,74 0-31,25 0 0,1 0 16,-26 0-1,0 0 1,25 0 0,-24 0-1,24 0 17,-25 0-17,26 0 1,-26 0-1,25 0 1,25 25 0,-25 0-1,1 0 32,-1-1-31,25 1-16,0 25 31,0-25-15,0 74 15,25-74-15,-1 24-16,1-49 15,-25 25-15,25-25 16,-25 25-1,50 0 17,-26-25-17,1 0 1,25 24 15,24-24 0,1 0-15,-50 0 0,24 0-1,-24 0 17,25 0-1,-26 0-16,1 0-15,0 0 16,0 0 0,0 0-1,24 0 17,-24 0-32,0-24 15,99-26 1,-99 50-16,-25-25 15,24 25-15,1-25 32,0-24-17,0 49 1,0-75 0,-1 51-16,-24-1 15,0 0 16,25 0 16</inkml:trace>
  <inkml:trace contextRef="#ctx0" brushRef="#br0" timeOffset="4149.16">12948 9327 0,'-25'-25'78,"0"25"-63,-24 0 1,-50 0 0,24 0-1,1-25-15,-100 25 32,75 0-17,49 0 1,1 0-1,-51 0 1,-24 0 0,75 25-1,24-25 17,0 0-17,0 49 16,1-49 1,24 25 15,0 50-32,0-51-15,0 1 16,0 74-1,0-24 1,24-1 0,1-24-1,0-1 1,0 1-16,0-25 16,-1 24-1,-24-24 1,25 0-1,0 0 1,0 0 0,-25 0-1,25-25 17,-25 24-32,24-24 15,1 25 1,0 0-1,0 0 17,0-25-17,0 0 1,-1 0 0,1 0 15,25 0-16,-1 0 1,-24 0 0,0 0-1,25 0 1,-26 0 15,26 0-15,0 0-1,-26 0 1,1 0 0,0 0-16,49-50 31,1 25-15,-26 1-16,-24-1 15,25 0 1,-25 0-1,-25 0 17,24-24-17,26 24 32,-50 0-31,0-25-1,0 1 1,0-50 0,0 24-1,0 50-15,0 1 16,0-26 0,0 25-1,-25 25 1</inkml:trace>
  <inkml:trace contextRef="#ctx0" brushRef="#br0" timeOffset="8400.84">12675 9277 0,'0'-25'157,"0"0"-142,0 1 1,-25-51 0,25 50-16,0-49 15,-24 24 1,24-49-1,-25 74 1,25-24-16,0 24 16,0-25-1,0 1 1,0-1 15,0 25-31,0 0 0,0 1 31,0-76-15,0 26 0,0 49 15,0-24-15,0 24-1,0 0 1,0 0-16,0-24 31,0-1-15,0 25-1,0 0 1,0 1 0,0-1-1,0 0 1,0 0-1,0 0 1,0 0-16,0 1 16,0-1 15,0 0-15,0 0-16,0 0 31,0 1-16,0-1 1,0 0 0,0 0-1,0 0-15,0 1 16,0-1-16,0 0 31,0 0 0,0 0 16,-25 25 0</inkml:trace>
  <inkml:trace contextRef="#ctx0" brushRef="#br0" timeOffset="15618.81">12576 10244 0,'0'50'125,"0"-25"-110,0 24 1,0 26 0,0-50-16,0 24 15,0 26 1,0 24-1,0-50 1,0 75 0,0-74-1,0-25-15,0 24 16,0 51-16,0-26 16,0-24 15,0 24-16,0 1 1,0-51-16,0 26 0,0-25 16,0 49-1,0 1 1,0-1 0,-25-24-16,25-26 0,0 26 15,-25 24 1,25-49-1,0 25-15,0 74 32,0-50-17,0 1 1,0 24 0,-24-49-1,24-1 16,0 1-15,0-25 0,0-1-16,0 1 31,0 0-15,0 0-1,0 0 1,0-1-16,0 1 31</inkml:trace>
  <inkml:trace contextRef="#ctx0" brushRef="#br0" timeOffset="18893.56">13419 7069 0,'149'0'110,"0"25"-95,-25 0 1,-74 0-1,-26 0 17,1-25-17,0 0 1,25 0 0,-26 0-1,1 24 16,25-24-15,24 0 0,1 25-1,24-25 1,-49 0-16,-1 0 16,-24 0-1,49 0 16,1 0-15,-26 0 0,1 0-1,-25 0 1,49 0 15,75 0-15,-75 0-1,-24 0 1,99 0 0,-75-25-1,26 25 1,-76-24-16,26 24 16,124-25-1,-125 25 1,-24 0-1,25 0-15,-1-25 16,26 25 0,-1 0-16,0 0 15,1 0-15,49-25 16,-75 25 0,-24 0-1,50 0 32,-50 0-31,24-25-1,-24 25 1,0 0 0,24 0-1,26-24 1,173 24-1,-124 0-15,0 0 16,25 0 0,-125 0-1,1 0 48,0 0 31,99 0-79,-49 0-15,24 0 16,-50 0-1,-24 0 32</inkml:trace>
  <inkml:trace contextRef="#ctx0" brushRef="#br0" timeOffset="20265.05">18182 7813 0,'0'174'125,"0"-75"-110,0 100 1,25 24 0,-25-49-1,0-1 1,0-98-16,0-1 15,0 50 1,0 124 0,0-124-1,0-74 1,0-1 0,0-24-16,0 50 15,0-26 1,0 1 15,0-25-15,0-1 15,0 1 0</inkml:trace>
  <inkml:trace contextRef="#ctx0" brushRef="#br0" timeOffset="21255.1">18901 6970 0,'0'0'16,"50"75"62,322 321-62,-174-222-1,-49-25-15,124 99 16,-199-174 15,-49-49-15,50 25 15,-1-1-15,0 1-1,26 24 1,-51-49-16,26 25 15,98 24 1,75 50 0,0 0-1,-148-49 1,-26-51 0,-24 1-1,-50 0 1,24-25-1,1 25 1,0-25 0,0 25-1</inkml:trace>
  <inkml:trace contextRef="#ctx0" brushRef="#br0" timeOffset="23949.38">18132 10716 0,'0'99'125,"0"25"-109,0-50-1,25 1 1,-25-51-1,0 26-15,25 0 16,0-1 0,-25 26-1,0-50-15,0 24 16,0-24 0,0 25-1,24-1 16,-24-24-15,0 0-16,0 0 16,25-1-1,-25 1 1,0 0 0,0 25 15,0-26 0,25 1-15,-25 0-1,0 0 1,0 49 15,0-24 0,0 24-15,0-24 0,0 24-1,25-49-15,-25 50 32,0-26-17,0 1 1,0-1 15,0-24-31,0 50 31,0-26-15,0-24 0,0 0-1,0 49 1,0-49 15,0 0-15,0 0-16,0-1 31,0 1-15,0 0-1,0 0 16,0 24-15,0 1 78,0-25-79,0 0 17</inkml:trace>
  <inkml:trace contextRef="#ctx0" brushRef="#br0" timeOffset="27030.47">21952 9773 0,'-74'50'32,"-1"74"-17,1-25 1,-1-25 0,51-24-1,-1-50-15,0 50 16,25-26 15,-25 1 0,25 25-31,0-25 16,-49 24 0</inkml:trace>
  <inkml:trace contextRef="#ctx0" brushRef="#br0" timeOffset="27536.6">21282 10120 0,'0'-24'16,"100"24"15,172 99 0,-123 25-31,-74-75 31,-50-49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11-09T03:46:39.3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7739 5904 0,'50'0'78,"347"0"-63,-25 24 1,49 51-16,919 24 31,-596-49 0,-670-26-15,-49-24-16,0 0 0,25 0 16,148 0-1,149 0 1,174-99 0,-223 50-1,-224 49 1,-49 0-1,-25-25 17,25 25 46</inkml:trace>
  <inkml:trace contextRef="#ctx0" brushRef="#br0" timeOffset="878.08">8062 7045 0,'49'0'62,"398"-25"-46,495 25 0,-98-25-1,-348 0 1,-348 0-1,-123 25 1,0 0 0,49 0 15,-49 0 0,50 0-15,74 0-1,49 0 1,-49 0 0,-100 0-1,1-24 1</inkml:trace>
  <inkml:trace contextRef="#ctx0" brushRef="#br0" timeOffset="1583.13">8781 5606 0,'149'0'62,"2257"198"-46,-720-148-16,-148-50 16,-446 0-16,-621 0 15,-198 0 16,-248 0-15</inkml:trace>
  <inkml:trace contextRef="#ctx0" brushRef="#br0" timeOffset="3887.03">14759 15180 0,'0'-49'15,"-25"49"1,-49-25 0,24 25-1,50-25 1,-74 25 15,24 0-15,25 0-1,0 0 1,-24 25 0,24 0-1,-25 24 1,25-24-1,1 0-15,24 0 16,-25 24 0,25-24 15,-25 50-15,25-50-1,0 24-15,-25 75 31,25-25-15,0-24-16,0 98 31,0-98-15,0-26 0,25 51-1,0-76-15,-25 51 16,74-1-1,26 1 1,-26-26 0,-24-49-1,-26 25-15,26-25 16,-25 25-16,0-25 47,24 0-32,-24 0 1,49-25 0,1-74-1,-1 0 1,1-25 0,-26 49-1,1 1-15,-50 24 16,25-24-16,-1-25 15,-24-1 1,0 51-16,25 24 16,-25-124-1,-25 100 1,1-26 0,-76-49-1,51 50-15,-1-1 16,-49-24 15,74 74-15,0 0-16</inkml:trace>
  <inkml:trace contextRef="#ctx0" brushRef="#br0" timeOffset="22679.37">14511 13295 0,'0'0'0,"-25"0"16,0 0 0,-24 0-1,24 0 1,0 25-1,0 0 1,-25 25 31,26-50-31,24 24-16,-25-24 0,0 50 31,25-25-16,0 24 1,-25 1 0,0 24-1,25 1 17,0-1-17,25-24 1,0-25 15,0-25 0,0 24-15,-1-24 0,26 0-1,-25 25 16,49-25-15,1 0 0,-26 0-1,26 0 1,-26-25 0,-24-24 15,0-26-16,-25 1 1,0-25 15,0-25-15,0 25 0,0 74-16,0-25 15,0 1 1,-25 24 15,0 25 0</inkml:trace>
  <inkml:trace contextRef="#ctx0" brushRef="#br0" timeOffset="24828.06">12030 12328 0,'124'50'110,"0"24"-79,0 25-15,124 100-1,-124-125 1,-49 0-1,-1-24 1,1 0 0,-1-1-1,-49-24 1,24 0 0,-24 0-1,0-1-15,0 1 16,0-25-1,-25 25 1,25 0 0,-1 0 15,26 0-31,-25 24 16,24-24 15,1 25-16,-25-26-15,0 1 0,-1 0 16,26 25 0,49 24-1,-74-74-15,25 50 16,49 24 0,-25 25-1,-24-49 1,-25-50-1,-1 25 1,1-1 0,0 1-1,49 25 1,-24-25 0,0-1-1,-1-24-15,-24 25 0,0 0 16,25 0-1,-26 0 1,26-1 0,-25 1-16,0-25 15,49 50 1,0-1 0,-24-24-1,-25-25-15,0 25 16,-1-25-16,1 25 15,50 0 17,-26 0-32,-24-1 0,25 1 0,148 74 47,-148-74-47,-26-25 15,1 25 1,0 0-1,25 0 1,-1-1 0,1 1-1,-25-25 1,24 50 0,1-50-16,-25 25 15,0-1 1,123 51-1,-148-50 1,50-25-16,-50 24 16,25 1 15,0 0-31,-1-25 16,26 25-1,-50 0-15,25-25 16,0 0-16,-1 49 31,1-24-15,25 0-1,-1 24 1,-49-24-16,25-25 16,0 25-16,0 0 15,0-25 16,-1 0-15,-24 25 0</inkml:trace>
  <inkml:trace contextRef="#ctx0" brushRef="#br0" timeOffset="26136.75">12328 15453 0,'25'0'15,"0"0"16,49 0-15,50 0 0,74 25 15,-74 0-31,25 0 16,298 0-1,-274-1 1,-49-24-1,-24 0 1,-51 0 0,-24 0-1,0 0 1,0 0 0,-1 0 62,1 0-31</inkml:trace>
  <inkml:trace contextRef="#ctx0" brushRef="#br0" timeOffset="27834.7">15280 15478 0,'-25'0'0,"50"0"109,148 0-78,-123 0-31,-25 0 16,99 0-1,-75 0-15,1 0 16,49 0 0,-49 0-1,-25 0 48,24 0-48,1 0 1,-25-25 0,-1 25-1,51 0 17,-50 0-17,-1 0 1,1 0 31,25 0-16,-25 0 0,24 0 16,-24 0-16,0 0 1,0-24-17,0 24 95,-1-75-79,-24 25 0,0 26-15,0-1-1,-24-99 17,-26 99-32,-25 0 15,75 0 1,-24 1-16,-26 24 31,25 0-15,0 0 15,1 0-15,-1 0-1,0 0 63</inkml:trace>
  <inkml:trace contextRef="#ctx0" brushRef="#br0" timeOffset="31288.51">13370 11807 0,'49'0'62,"224"0"-15,99 0-16,-273 0-31,25 0 16,50 0-1,-149 0 1,25 25 0,-26-25-1,1 0 1,25 0-16,272 0 31,-223 0-15,-24 0-16,-1 0 15,25 0 1,-24 0 0,-1 0-1,26 0 1,-51 0-16,26 0 16,-51 0-16,26 0 15,0 0 1,-26 0 15,100 25-15,-24-25-1,-1 0 17,-50 0-17,-24 24 1,0-24-1,25 0 1,-26 0 0,1 0 15,0 0-15,0 0-16,0 0 15,24 0 1,-24 0-16,0 0 15,0 0 1,24 0 0,-24 0-1,25 0 17,-25 0-32,-1 0 0</inkml:trace>
  <inkml:trace contextRef="#ctx0" brushRef="#br0" timeOffset="33885.75">17611 12576 0,'-24'0'47,"-101"25"-32,1 99 1,50-75 0,24 1-1</inkml:trace>
  <inkml:trace contextRef="#ctx0" brushRef="#br0" timeOffset="34511.71">17190 12725 0,'0'-25'47,"148"25"-16,-123 0-15,74 25-1,-49 0 17,-25-1 30</inkml:trace>
  <inkml:trace contextRef="#ctx0" brushRef="#br0" timeOffset="37021.4">17859 15056 0,'75'-24'93,"495"-324"-61,-421 249-32,-25 25 15,50-75 1,-125 124-16,1-49 15,-25 49 17,-25 0 30,0 0-46,25 0-1,-25 1 1,0-26 0,0 25-1,0-24 1,0 24-16,0-25 16,0 25-1,24-24-15,-24-1 16,25 25-1,0-24 1,-25 24 0,25-25-1,0 26 1,49-51 0,-24 26-1,24-26 1,-49 50-1,24-24-15,-24 24 16,25-25-16,0 26 0,-26-1 16,51-50-16,-50 50 15,74-74 17,-25 50-17,-49-1 1,0 25-1,0 25 1,-25-25-16,24 25 31,1-49-15,0 49-16,-25-25 16,25 25-16,0-25 15,24-24 1,26-26-1,-26 50 1,-24 1 0,0-1-16,0 0 15,-1 0 1,26-24 15,-25 24-15,24 0-16,1 0 31,0-24-15,-26 24-1,-24-25 1,25 25 0,0 25-1,0-24 1,0-1 15,49 0-15,-49 0-1,25 0 17,-26 0-32,1 25 31,0-24-16,0 24 1,24-25-16,1 25 31,-50-25-15,50 25 0,24-25-1,0 0-15,-24 1 16,-25-1-1,49 0-15,-49 0 16,0 25-16,0 0 16,-1-25 31,76 25-47,-76 0 31,26 0-16,-25 0-15,0-24 16,74-51 0,-25 26-1,-24 24 1,0 0 0,-1-25-1,-24 50 1,-25-24 15,25 24-15,0 0 15,49 0 31,-49 0-46,0 0 0,-1-25-1,1 25 32</inkml:trace>
  <inkml:trace contextRef="#ctx0" brushRef="#br0" timeOffset="39885.53">23540 12154 0,'0'50'94,"0"148"-63,0-148-31,24 24 16,-24 125 0,25-50-1,-25-50 1,0-50-16,0-24 16,0 25-16,0-25 15,0-1-15,0 1 16,0 25-1,0 24 1,0-49 0,0 0-1,0 0 1,25 0-16,-25 49 16,25 0 15,-25-49-16,0 25-15,0-25 16,0 24 0,25 1-1,-25 24 1,24-24 0,-24 49-1,0-49 1,0 24-1,0-24 1,0 24 15,0-49-15,25 24 0,-25 1 15,0 49-16,0-49 1,0 0 0,0-26-1,0 1-15,0 0 0,0 0 16,0 24 0,0 1-1,0 0 1,0-1-1,0-24 1,0 25 0,0-26-1,0 26 1,0-25 0,0 0-16,25-1 31,-25 1-16,0 0 1,0 0-16,0 0 16,0-1-1,0 1 1,0 25 15,0-25 0</inkml:trace>
  <inkml:trace contextRef="#ctx0" brushRef="#br0" timeOffset="43341.34">7020 8210 0,'0'-24'63,"223"24"46,223-50-78,-148-24-31,273-199 16,-150 49 0,-297 150-1,0-25 1,-99 74-16,0 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9T03:55:43.5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15259 4182 1184 0,'-12'1'241'0,"2"1"-83"16,3 0-21-16,7-2 11 0,-12 0 7 15,12 0-2-15,0 0-7 0,0 0-18 16,-13 0 3-16,13 0-10 0,0 0-3 16,0 0-2-16,0 0-4 0,0 0 22 0,0 0 1 15,45-10-8-15,-18 4 3 0,18 1-14 16,0-1-14-16,16-3-6 0,2 0-12 0,4 2-8 15,1-1-8-15,4 1-9 0,-1 1-2 16,-4 2-5-16,0-1-9 0,-16 5-2 0,2-2-5 16,-1 2-10-16,-4 0 1 0,1 0-2 15,-5 0 5-15,1 0-4 0,0-3-6 0,-6 3-2 16,-3 0-2-16,-9 0-1 0,0-2-1 16,-2 0 0-16,-5 0-4 0,0 1 3 15,-3-3 0-15,2 3-4 0,-2-2-2 16,2 2-3-16,-2 0 6 0,6 1-8 15,2-2 4-15,13-2 2 0,7 2-3 0,5 1-5 16,17 1 3-16,3 0-1 0,3-3 1 16,9-1-3-16,3 2 2 0,24-3 4 0,-15 4-7 15,18-6 3-15,-20 3-5 0,-3 1 5 16,21-3 0-16,-26 5-1 0,-7-5 0 0,-7 4-1 16,-7-3 0-16,-18 5 2 15,-9-2 1-15,-11 0 5 0,-3 0 12 0,-5 0 26 16,-2 2 12-16,1-1 14 0,-7 1-1 15,0-3-2-15,-9 3 2 0,20 0 0 16,-15 0-9-16,-5 0-7 0,14 0-6 0,-14 0-5 16,0 0-6-16,17-3-5 0,-17 3-5 15,0 0-16-15,13 0-25 0,-13 0-52 0,0 0-59 16,12 0-94-16,-12 0-101 0,0 0-133 16,0 0-226-16,0 0 61 0,0 0 64 0,0 0-303 15,0 0-339-15</inkml:trace>
  <inkml:trace contextRef="#ctx0" brushRef="#br0" timeOffset="1632.64">24217 3800 2398 0,'-21'0'29'0,"-2"2"0"0,4-2 5 0,2 3 18 0,-3-2 27 16,6-1 22-16,-1 2 16 0,15-2 2 0,-21 2-5 16,21-2-9-16,-16 0-6 0,16 0-15 15,0 0 0-15,0 0-7 0,0 0 2 0,55-2-5 16,6-4-7-16,16 0-8 0,33-5 0 16,14 1-10-16,6 0 1 0,10 0-22 15,5-3 8-15,2 1-3 0,4 3-4 0,-4-2-6 16,-9 2-2-16,-7-1-4 0,-18 3 5 15,-25 3-1-15,-8-4-3 0,-11 0-3 0,-10 1-2 16,-16 2 4-16,-6 0 31 0,-6 0 11 16,-9 1 14-16,-4 3-1 0,-6-1 0 15,1-2-8-15,-2 3-11 0,-1-1-7 16,-10 2-14-16,0 0-26 0,16-2-50 0,-16 2-66 16,0 0-100-16,0 0-116 0,0 0-142 15,0 0-137-15,-23 16 56 0,12-11-289 0,-8 3-324 16</inkml:trace>
  <inkml:trace contextRef="#ctx0" brushRef="#br0" timeOffset="6081.3">20332 1500 2345 0,'0'-13'128'0,"0"1"9"0,0 1 12 16,-2 4 49-16,2 7 52 16,0-11 16-16,0 11 8 0,-2-12 2 0,2 12-4 15,-2-8-20-15,2 8-23 0,0 0-20 16,0 0 24-16,0 0 18 0,-7 28-22 16,6-9-16-16,-3 6-23 0,-2 10-20 0,3 1-18 15,-3 1-10-15,1-2-17 0,-2-3-14 16,3 0-16-16,-3-1-34 0,3-4-41 0,-1-5-55 15,-2-3-57-15,2-2-55 0,-1 0-66 16,3-5-74-16,-3 0-49 0,4-4-55 16,0-2-89-16,1-3-85 0,1-3-117 0,0 0 28 15,0 0-399-15,0 0-525 16</inkml:trace>
  <inkml:trace contextRef="#ctx0" brushRef="#br0" timeOffset="6315.06">20333 1434 2781 0,'6'-23'-2'0,"-2"5"42"0,-1 7 40 0,-1-1 39 15,2 3 32-15,-1 2 1 0,-1-1-1 16,-2 8-5-16,7-9 7 0,-2 6 5 16,-5 3-1-16,22-2-10 0,-22 2-10 0,28 7-18 15,-11 0-6-15,0 1-15 0,-2 1-6 16,3 1-9-16,-7 1-4 0,-1-2-2 0,-1 3-7 16,-1 2 3-16,-5-3-9 15,-3 1-3-15,0 0-4 0,-1-1-6 16,-3 5-5-16,-2-3-5 0,-1-1-36 0,-1 1-39 15,-2-3-56-15,-1-4-72 0,-1 4-74 16,3-7-84-16,2 1-94 0,-4-4-138 0,11 0-102 16,-14 1 61-16,14-1-238 0,0 0-318 15</inkml:trace>
  <inkml:trace contextRef="#ctx0" brushRef="#br0" timeOffset="6631.29">20661 1552 2394 0,'0'0'57'0,"0"0"37"0,6 8 43 16,-6-8 55-16,-6 12 26 0,6-12 11 0,-3 16 0 16,-4-5-6-16,3 2-14 0,3-1-19 15,-1-1-17-15,0 3-12 0,0 0-16 16,2 1-13-16,4-3-14 0,-1 3-10 0,3 1-9 16,2-3-10-16,2-1-6 0,1-2-19 15,4-3-7-15,-2 1-8 0,5-4-3 16,-3 1-7-16,-1-5-2 0,-3 0-3 0,-11 0 1 15,21-7 1-15,-16-3-9 0,1-1 0 16,-4-7-1-16,-4-3-3 0,-4-12-3 0,-3 0-2 16,-1 1-8-16,-1 3-4 15,4 5-13-15,-4 7-22 0,6 3-32 0,-3 4-55 16,-5 1-58-16,3 6-45 0,-1 3-58 16,11 0-92-16,-27 14-125 0,13-2-187 15,-4 3 56-15,4-1-321 0,7-1-426 0</inkml:trace>
  <inkml:trace contextRef="#ctx0" brushRef="#br0" timeOffset="6864.88">21147 1102 2948 0,'0'-24'212'0,"0"5"62"16,-2 6 49-16,1 1 19 15,-2 3 1-15,1 2-27 0,2 7-42 0,-4-8-35 16,4 8-19-16,0 0-7 0,-13 18-29 15,1 12 5-15,5 5-15 0,0 7-27 0,-5 11-8 16,8 0-18-16,-4 4-36 0,7-1-59 16,-3-1-72-16,2-9-66 0,0-3-77 15,2 0-78-15,0-5-65 0,0-7-52 0,0-6-60 16,0-4-72-16,0-1-93 0,0-8-47 16,-2 1-437-16,2-3-564 0</inkml:trace>
  <inkml:trace contextRef="#ctx0" brushRef="#br0" timeOffset="7015.45">20949 1612 2802 0,'-10'-14'-32'16,"3"0"53"-16,2 6 46 0,2 1 50 16,-3 0 39-16,6 7 23 0,-4-9 2 15,4 9-14-15,-3-8-20 0,3 8-21 0,0 0-8 16,0 0-14-16,11-10-25 0,-1 6-49 16,3 0-93-16,6 3-98 0,7-2-117 0,11-2-170 15,3-1-160-15,-2 3 52 0,-6 0-175 16,0 3-222-16</inkml:trace>
  <inkml:trace contextRef="#ctx0" brushRef="#br0" timeOffset="7353.42">21202 1451 2220 0,'0'0'83'0,"-9"-3"-2"0,9 3-2 16,0 0 4-16,0 0 15 0,0 0 17 15,0 0-6-15,0 0 0 0,23 19-11 0,-10-11-12 16,4 4-7-16,3-3-4 0,-2 1-5 16,1 3-9-16,-2-3-10 0,-1 0-5 0,-3-1-1 15,-1-1-9-15,-3-2 5 0,-2-1-9 16,4 0-1-16,-6 0 0 0,-5-5-6 16,13 6 6-16,-8-5-9 0,-5-1 3 0,13 5-1 15,-13-5-1-15,7 2-5 16,-7-2 15-16,0 0 1 0,16 2 5 0,-16-2-8 15,0 0 0-15,0 0-6 0,18-4-4 16,-18 4-2-16,14-3-3 0,-14 3-7 16,13-2 0-16,-13 2-35 0,11-3-36 0,-11 3-38 15,18-4-53-15,-11 3-71 0,-2-3-106 16,4 1-147-16,-9 3-97 0,13-5 66 16,-10 3-84-16,-3 2-92 0</inkml:trace>
  <inkml:trace contextRef="#ctx0" brushRef="#br0" timeOffset="7531.85">20882 1702 1712 0,'-14'0'97'16,"7"-1"-2"-16,7 1-13 0,0 0-11 0,-13 0-18 15,13 0-38-15,0 0-44 0,0 0-96 16,42 0-173-16,-6-6-271 0,4 3-71 0</inkml:trace>
  <inkml:trace contextRef="#ctx0" brushRef="#br0" timeOffset="7949.82">23510 1666 2039 0,'-15'0'260'0,"4"0"-22"0,11 0-24 16,-12-5-20-16,12 5-18 0,0 0 4 16,34-14 14-16,21 1 9 0,22 1-2 0,37-5-19 15,21 5-18-15,25 2-15 16,23 4-18-16,63 6-20 0,14 6-25 0,10 5-44 15,6 1-49-15,-10 7-79 0,-10 0-69 16,-17 1-79-16,-66-6-104 0,-13-2-145 16,-21-3-137-16,-25-1 51 0,-39-4-204 0,-28-4-262 15</inkml:trace>
  <inkml:trace contextRef="#ctx0" brushRef="#br0" timeOffset="8198.94">26290 1346 2446 0,'-9'-11'148'0,"2"6"8"16,2-2 3-16,1 2 13 0,4 5 14 16,0 0 11-16,0 0 6 0,14-6 5 15,-14 6 0-15,34 11-12 0,-1 5-14 0,5 8-15 16,1 5-13-16,2 3-20 0,-5 1-12 16,-4 2-11-16,-5 0-9 0,-7-6-9 15,-11 1-7-15,-5-4-4 0,-6-3-10 16,-8 5-12-16,-9-1-10 0,-4 0-27 0,-6-4-29 15,-9 0-38-15,-3 1-76 0,4-7-44 16,3-3-64-16,0-3-47 0,9-5-74 16,2 0-103-16,8-6-182 0,0-3 22 0,5-2 66 15,2-4-232-15,5-3-267 0</inkml:trace>
  <inkml:trace contextRef="#ctx0" brushRef="#br0" timeOffset="8981.2">27574 1413 2336 0,'-3'-8'60'0,"-3"0"33"0,1-1 27 15,-5 1 44-15,-2-1 22 0,0 2 2 0,-10-1-8 16,1 3-10-16,-3 3-17 0,-5 2-18 15,-13 5-12-15,-12 11-3 16,2 2-10-16,-2 8 7 0,4 8 2 0,5 1-4 16,2 5-4-16,13 1-12 0,6 5-4 15,12-9-11-15,8 1-5 0,8-4-8 0,13 10-5 16,12-3-5-16,5-7-7 0,11-3-9 16,16-5-7-16,24 3-7 0,8-9-6 15,10-5-17-15,11-11-20 0,2-8-32 0,4-9-43 16,1-11-34-16,-1-12-36 0,-4-11-30 15,-5-12-17-15,-9-8-5 0,-6-9 15 0,-9-6 17 16,-8-10 17-16,-7-7 17 0,-9-5 30 16,-10-10 21-16,-7 0 4 15,-12 5 26-15,-13 7 41 0,-12 30 55 0,-11 7 50 0,-9 8 26 16,-6 12 11-16,-9 8 11 16,-3 13 15-16,-8 10 18 0,-4 9 12 0,-4 10 10 15,-15 12 7-15,1 12 11 0,-10 20-7 16,2 11-1-16,10 3-17 0,8 5-5 15,9 4-23-15,9 10-9 0,16-14-11 0,14 4-14 16,4 1-14-16,18 17-10 0,14-8-9 16,4-5-5-16,15-9 8 0,5-4-22 15,0-7-16-15,-10-20-15 0,1-6-20 0,-7-5-3 16,-10-9-1-16,-5-3 7 16,-6-3 21-16,-7-3 15 0,-2-4 16 0,3-2 14 15,-5-2 9-15,-11 0 22 0,17 0 15 0,-17 0 5 16,15-2-3-16,-15 2-7 15,0 0-9-15,15 2-17 0,-15-2-13 0,0 0-9 16,16 0-35-16,-16 0-42 0,0 0 0 16,13 4 0-16,-7-2 0 0,5 2 0 0,0-2 0 15,3 1 0-15,5-1 0 0,4 0 0 16,2 2 0-16,4-4 0 0,-3 0-15 16,5 2-78-16,-6-2 12 0,-3 0 8 0,-3 0 9 15,1 2 0-15,-6 0 11 0,2-2 3 16,-1 3 4-16,-1 0 4 0,1 1 9 0,0-2 8 15,-4 1-2-15,0 1 4 16,3 0 1-16,-1 0-19 0,1-2-43 0,-1 1-54 16,5-2-61-16,-4 1-89 0,2-2-77 15,-3 2-79-15,1-4-126 0,-1 2-193 16,-13 0 36-16,15-2 66 0,-15 2-427 0,0 0-560 16</inkml:trace>
  <inkml:trace contextRef="#ctx0" brushRef="#br0" timeOffset="10346.7">22564 2687 2857 0,'-26'-24'-114'0,"-16"-4"15"0,-10 2 2 16,-9 2 12-16,-5 4 10 0,-29-3 10 15,-4 3 12-15,-6 6 18 0,-4 2 14 0,-11 9 1 16,-5 5 2-16,-7 8 0 0,-3 2 4 15,-7 9 0-15,-1 6 3 0,-3 9 5 0,3 5 8 16,-33 16 17-16,43-6 10 0,4 2 11 16,-26 24 9-16,39-11 11 15,-23 30 5-15,36-20 11 0,4 6 1 0,5 3 6 0,8 6 5 16,12 1 2-16,10-2 0 16,10 1-9-16,22-1-6 0,12 1-4 0,20-19-11 15,13 0-4-15,23 8-5 0,12-7-5 16,22-9-12-16,14-12-21 0,17-5-24 15,11-7-6-15,21-5-6 0,9-5-5 0,14-8 0 16,7-8 11-16,13-4-1 0,9-9-12 16,55-6-11-16,-9-7-13 0,-9-8-8 0,-5-6 3 15,-7-8 5-15,-11-8 6 0,-55 6 2 16,31-24 7-16,-53 9 5 0,-14-7 2 16,-15-8 6-16,-19-6 16 0,-17-8 19 0,-17-8 23 15,-13-5 22-15,-15-9 13 0,-21-4 12 16,-9-4-6-16,-18 4-2 0,-20 0-8 15,-18 1-8-15,-45-13-7 0,-8 18-9 16,9 38-7-16,-52-3-2 0,35 33-4 0,-18 11-15 16,-5 15-23-16,-5 12-26 0,-2 17-29 15,-36 21-32-15,20 7-35 0,47-3-53 0,10 4-53 16,11 8-64-16,16 2-125 0,16-2-207 16,15-4-133-16</inkml:trace>
  <inkml:trace contextRef="#ctx0" brushRef="#br0" timeOffset="11281.66">26452 2796 1629 0,'-7'-12'-4'0,"-3"2"25"16,1-2 31-16,-5-3 20 0,-7-9 20 15,-1-2 16-15,-9-8 10 0,-1-2 3 0,-3-1 2 16,-3-2-1-16,-3-2-16 16,-9 1-12-16,-6 5-2 0,-20-8-11 0,-8 5-4 15,-5 5-6-15,-8 6-11 0,-12 4-14 16,-7 3 6-16,-9 10-10 0,-13 3-5 0,-9 5-3 16,-11 5-6-16,-6 11 2 0,-4 2 1 15,4 7 1-15,-49 8-9 0,11 10 2 16,14 9 7-16,8 6 17 0,10 8 10 0,14 8 6 15,42-10-2-15,1 9 7 0,-16 30-1 16,37-18 8-16,11 10 4 0,8 5-11 16,16 2-2-16,13 3-7 0,18-3-1 0,14 1-8 15,20-2 2-15,17-11-16 16,18 9-5-16,22-4 19 0,21-8-4 0,39 18-8 16,28-12 3-16,21-12-2 0,8-9-4 15,11-8-5-15,7-11-5 0,8-8 0 0,2-7-4 16,1-12-6-16,-45-14-5 0,7-6-2 15,7-11-6-15,38-11-3 0,-58-6-1 0,31-20-16 16,-56 0 5-16,29-30-4 0,-55 6 1 16,-8-11-3-16,-15-12 2 0,-13-10-5 0,-9-9-4 15,-9-11 6-15,-15-9-4 0,-9-3 8 16,-16 0-3-16,-17 5-8 0,-20 4 7 16,-19 6-13-16,-24 12 9 0,-44-14 3 0,-26 25-12 15,-24 19-18-15,12 38-41 16,-69 9-64-16,-16 23-80 0,-22 23-117 0,-11 18-188 15,0 15-26-15,5 10 49 0,7-1-159 16,22 0-169-16</inkml:trace>
  <inkml:trace contextRef="#ctx0" brushRef="#br0" timeOffset="13331.58">23870 1148 2082 0,'-2'-6'107'16,"2"6"0"-16,-6-12 8 0,6 12 29 15,-1-8 46-15,1 8 29 0,0 0 22 16,-2-5 28-16,2 5 11 0,0 0 14 0,0 0 0 15,-2-10-5-15,2 10 5 0,0 0 3 16,0 0-4-16,0 0-9 0,0-10-11 16,0 10-7-16,0 0-13 0,0 0-13 15,0 0-23-15,0-9-18 0,0 9-22 16,0 0-20-16,0 0-18 0,0 0-16 0,0 0-13 16,0 0-15-16,0 0-13 0,0 0-21 15,0 0-61-15,0 0 0 0,0 0 0 0,0 0 0 16,-31 14 0-16,26-11 0 0,5-3 0 15,-12 10 0-15,6-8 0 0,6-2 0 16,-5 9 0-16,5-9 0 0,-6 5 0 0,6-5 0 16,0 0 0-16,0 0 0 0,0 0 0 15,0 0 0-15,9 11 0 0,-9-11 0 0,0 0 0 16,0 0 0-16,0 0 0 16,27-11 0-16,-27 11 0 0,11-10 0 0,-4 4 0 15,-3-2 0-15,-3 2 0 0,1-3 0 16,2 2 0-16,-4-2 0 0,0 1 0 15,0 8 0-15,0-12 0 0,0 12 0 0,-4-9-53 16,4 9-195-16,0 0-60 0,-17 0-73 16,17 0-77-16,-21 7-70 0,11-2-115 15,3 0-186-15,-1-1 60 0,8-4-583 0,0 0-806 16</inkml:trace>
  <inkml:trace contextRef="#ctx0" brushRef="#br0" timeOffset="13796.8">25919 1008 3602 0,'7'-7'-89'0,"-7"7"24"0,6-5 37 16,-6 5 39-16,0 0 33 0,5-5 32 0,-5 5 27 16,0 0 4-16,0 0 10 0,5-10-5 15,-5 10 12-15,0 0 3 0,2-5 11 16,-2 5 9-16,0 0-6 0,0 0-10 16,-7-11-20-16,7 11-12 0,-13-1-12 15,13 1-8-15,-32 3 0 0,9 0-7 0,-2 4-5 16,3 0-6-16,1 0-5 0,1 1-7 15,6-1-2-15,0 0-4 0,3 2-3 16,1-3 0-16,4 1-2 0,4 0 11 0,2-7 9 16,7 12 2-16,-2-7-3 0,2-1-2 15,4-1-3-15,2-1 14 0,-13-2 6 16,18 2 3-16,-18-2-9 0,18-4-3 16,-11 1 4-16,-7 3-9 0,12-12-14 15,-10 7-6-15,-2-4-16 0,0 9-20 0,-7-17-48 16,4 9-66-16,-7-1-98 0,-1 0-105 15,1 4-109-15,-5 3-135 0,-2 0-229 0,0 2 80 16,-2 4-485-16,-4 1-658 0</inkml:trace>
  <inkml:trace contextRef="#ctx0" brushRef="#br0" timeOffset="25877.16">17142 11125 2222 0,'-14'-3'173'0,"1"0"-74"16,1 2-28-16,12 1 27 0,-15 0 33 15,15 0 11-15,-11-4-8 0,11 4-11 0,-9-2-9 16,9 2-13-16,0 0-10 0,-9-2-5 15,9 2-6-15,0 0 3 0,0 0 2 0,33 0-7 16,-16 0 1-16,12-5-8 0,14 4-5 16,16-5-5-16,2 1-7 0,9-1-8 0,5-1-2 15,7-2-4-15,23-1-1 16,8 0-6-16,-2 1-4 0,0 2-1 0,-3 1-4 16,-20 0 0-16,2 1 0 0,-2 0-9 15,-3-2 2-15,0 2-2 0,-1-2 2 0,-7 0-6 16,7 2 4-16,0-3-6 0,-2-1-1 15,0 2-1-15,-5 2 0 0,-4-2 0 0,-1 0-2 16,-2 4 0-16,-5-1 2 0,-5 0-5 16,-12 4 3-16,1-2-2 0,0 2 2 15,-4-2-2-15,-1 2 1 0,-2 2-2 0,-3-2 1 16,4 0-2-16,-2 0 5 0,3 0-3 16,2-2-1-16,2 0 5 0,13 1-2 0,2-1-4 15,2-3-2-15,-1 2 2 0,5 2-1 16,1 0 2-16,-1 1 0 0,0 2 0 15,-3 1-7-15,2 0 7 0,-2 2 3 16,-3 3-3-16,-9 0 3 0,4 0-9 0,-12-1 5 16,-3 2 0-16,2-3-2 0,-4 3 1 15,2-2 2-15,-2-2-2 0,3 0 2 0,2 0-1 16,-5-1 0-16,6 1 1 0,-6 0 1 16,4-1 2-16,-2 1-3 0,-2-2-3 0,-2 4 0 15,3-2 3-15,-2 2 1 0,0-1-2 16,0-2-1-16,-4 2 4 0,2-2-2 0,1-1-4 15,0-2 0-15,-3 2 7 0,-1-1-5 16,-7 0 2-16,1-2-2 0,1 0-2 16,1 1 5-16,-3-1-3 0,5 0-3 0,8 0 3 15,-2 0-1-15,5 2 0 0,-4 0 4 16,4-2-5-16,-5 3 3 0,6 1 1 16,-6-2 0-16,4 2-3 0,-1-1 1 0,-5 1-1 15,6 0-1-15,-1 2 5 0,-3-4-5 16,2 2 0-16,-1-2 3 0,1 2-2 0,5-1-1 15,1-2 0-15,2 1 1 0,-2 0-2 16,3-2 1-16,-1 0-2 0,0 2 1 16,1-2-4-16,-2 1 4 0,1 2-6 0,3 0 8 15,-2 1-1-15,-5 0-1 0,7 0 4 16,-3-2-2-16,-1 2-1 0,2 2 2 16,-1-4 0-16,2 1 0 0,9 1 0 15,-9 0 0-15,6 2 0 0,4-2 2 0,-10 0 1 16,-1-1-5-16,-1-2 3 0,1 2-2 15,-2 0 0-15,-1-2 1 0,1 1 7 0,-1 2-9 16,3-4 3-16,0 2 5 0,3-2-5 16,8 2 0-16,-8 1-2 0,10-3 4 0,2 1-1 15,-2 1-1-15,-4 2 2 0,4 1-5 16,-4 0 1-16,2 0 3 0,2 2-6 0,-6 1 1 16,-2-2 4-16,-7-1-5 0,-1-2 3 15,-2 1 3-15,-2 0-4 0,2 0 3 0,-4-2 1 16,1 0-2-16,0-1-1 0,-8-1 4 15,8-1 1-15,1-3-3 0,-6 2-3 0,5-1 6 16,-3-1-4-16,-1 3 2 16,-6-1-5-16,6-1 1 0,2 1 1 0,-5 0-3 15,4 2 0-15,-6-1-7 0,-5 1 2 16,5 0 1-16,-5 1-3 0,3-1-2 0,-4 0 2 16,-4 0 3-16,3 0 0 0,0 0-3 15,-1 0 5-15,2-1 3 0,0-1-1 0,2 0 0 16,8-1-3-16,-4 1-1 0,6 0 1 15,2-1 3-15,1 0-2 0,-3 2-1 0,0-2 1 16,-5 1 0-16,-7 1 2 0,0-1 0 16,-3-1 4-16,1-2-3 0,-6 3 8 0,-2-2 0 15,1-2 6-15,-6 2 6 0,4-2 15 16,-1-1 4-16,1 3 3 0,-3-1 1 16,0-2-4-16,-1 0 2 0,1 0-8 15,0 0 0-15,0 1-2 0,3 0 4 0,-3-3-4 16,1 5 7-16,-3-2 5 0,1 2 5 15,-3 0 2-15,0 0 8 0,2 0 6 16,-2-2 5-16,0 2 4 0,-2 0 1 0,2 1-8 16,0-5 0-16,-2 1-1 0,4 0-9 15,0 0-5-15,1-7-4 0,6-7-6 0,3-4-3 16,0-2-4-16,7-10-3 0,3 0-4 16,1-4-6-16,0-2 4 0,5-3-3 0,-1-5-4 15,12-11-4-15,-13 12 0 0,1 0-3 16,-4 2-3-16,0 4 5 0,-5-1-7 15,2 4 3-15,-7-1-1 0,1 1 2 16,-7 10-2-16,-1-1-2 0,0 0 2 0,-4 1-5 16,5 0 4-16,-7 4-2 0,2-2-2 15,0 6 2-15,-4 3 2 0,-2 1-4 0,3 2 0 16,-3 1 0-16,2 3 0 0,-3 0-1 16,-1 4-7-16,1-2-3 0,-2 2-1 0,0 0 2 15,-1 3-1-15,-1-1-3 0,2 0 5 16,-2-2-1-16,0 9 4 0,-3-12-4 15,-1 7 2-15,-2-3 1 0,-4 3 0 16,1-2 0-16,-4 2 4 0,-5-2-1 0,2 0 4 0,-7 0 0 16,-8-1 0-16,-1-4 4 15,-6 5 2-15,-3-2-1 0,2-1 5 0,-15-4-3 16,-1 0-1-16,-4 2 0 0,-1-1-1 16,-2-3-2-16,-3 5 0 0,-3-1 3 0,1 0-3 15,-1 1-1-15,-3 1 0 0,0 2 2 16,3 2-2-16,-5-1-3 0,-1 3 2 0,-3 0 5 15,5-2-4-15,-3 3 0 0,0 1 0 16,-2-3-2-16,0 3 1 0,-4-1-2 16,2-1 4-16,-4-2 1 0,7 2 1 0,0-3-1 15,-1 0-1-15,3 0 0 0,1 3-3 16,3-5 1-16,0 0 2 0,2 1-3 0,-2-1 3 16,4 2-4-16,-1 1 2 15,3 0-1-15,-5 3-2 0,2-2-1 0,-3 3 3 16,1 0 0-16,3 1 0 0,-4 1 0 15,2 0-1-15,0 0-2 0,-2 0 4 0,2 1 1 16,0 1 0-16,-1-2 0 0,0 2 1 16,3 0-3-16,-3-2 1 0,5 3 0 0,-1-2-5 15,-2-1 3-15,4 4-2 0,-2-2 4 16,0-2-2-16,13 2 0 0,-10 1 2 0,11-1 0 16,1 1-3-16,-2-1 4 0,3 0-4 15,-4-1 3-15,1 1 2 0,-7 0-4 0,8-2 3 16,1 5-1-16,-2-4 1 15,-7 5 2-15,10-5-4 0,-12 3-3 0,0-1 4 16,11 1-1-16,-11 1-2 0,1-2 1 16,10 0 2-16,1 1-3 0,-1-1-3 0,5 1 5 15,-4-1 3-15,4-1-2 0,1 0 0 16,0 1 2-16,0 1-1 0,1-1-2 0,-4 0 0 16,2 1 2-16,-3-1-2 0,3 2 0 15,1 0-1-15,-4 1-1 0,2 0 5 0,3-2-4 16,-3 3-1-16,0-1 1 0,2-2 2 15,1 1-2-15,-4 0 1 0,8-1 0 16,-5-1-2-16,2 1 2 0,4-3 1 16,-4 2-3-16,2-3 5 0,5 0-4 0,-6 0-1 15,-2 2 2-15,6 0-1 0,-7 0 0 16,3-2 1-16,-2 2 0 0,2-1-2 0,-4 2 0 16,5-3 1-16,-4 2-1 0,3 0 5 15,-3 0-4-15,3 0 1 0,0 0 2 16,-2 0-2-16,5 0-2 0,-3-2 1 0,7 0 0 15,-11 0 1-15,6 0 0 0,-3 0-1 16,7 0-1-16,-7 0 4 0,1-2-2 0,-2 0-2 16,4 2 3-16,4 0-2 0,-7-2 1 15,0 2 1-15,8-2-2 0,4 4 1 0,-1-2 2 16,-10 0-4-16,-2 2 6 16,3 0-5-16,6 0 2 0,6-2 1 0,-3 0-2 15,-8 3 0-15,7-3 0 0,3 2 0 16,3 0 1-16,0 0-3 0,-3-2 0 0,0 2-1 15,4 0 6-15,0-2-6 0,1 2 3 16,1-2-1-16,2 2 1 0,4-2 0 0,2 3-2 16,-1-2 0-16,3 1-1 0,-1-2 1 15,7 2-2-15,7-2 2 0,-19 2 0 16,9 0-4-16,10-2 2 0,-13 3-1 16,6-2 3-16,7-1-1 0,-14 3 0 0,9 1-1 15,-1 0 3-15,6-4 1 0,-14 5-4 16,10-2 3-16,-1 1 3 0,5-4-1 0,-11 7-2 15,2-4 3-15,0 0-1 0,2 1 3 16,-2-2-3-16,-5 2-1 0,-1 2 4 0,-3-1-3 16,-5 0 1-16,-2 0 3 0,1-1-3 15,-13 0-2-15,-2 2 6 0,-3-3-6 0,1 2 1 16,-4-3-2-16,-3 2-2 0,1 1 3 16,-14-2 2-16,2 4-1 0,0-2-1 15,7-2 2-15,-5 3-1 0,-2-1 0 0,-2 0-2 16,2-2 0-16,8 1-5 0,-10-1 5 15,-4-1-2-15,13-2 0 0,1 2 2 16,-3-2-2-16,1 0-4 0,-11-2-1 16,-2 0-2-16,5-1-1 0,10 1 3 0,1 0-6 15,2-1-5-15,-1 0 0 0,3 1-2 16,5-3 2-16,1 1 0 0,11 1-1 0,4-1 3 16,0 1-2-16,6-1-10 0,1 3 6 15,0-4 0-15,3 1 3 0,0-1 2 0,2 2-1 16,-1-2 2-16,3 1 0 0,1 0 1 15,0 0 7-15,3 0-2 0,-1 1 2 0,1-2 3 16,1 1-2-16,6 4 2 16,-10-7-2-16,7 1 3 0,3 6-1 0,-6-6 1 15,6 6-1-15,0-8 2 0,0 8 3 0,0-7 2 16,0 7 3-16,0 0 1 0,-2-10 2 16,2 10 3-16,0 0 0 0,-2-6-5 15,2 6 6-15,0 0 16 0,-10 28 4 0,1-1-2 16,2 9-1-16,-7 14-1 0,3 1 7 15,0 5 5-15,-5-2 5 0,3 1 2 0,-3 0 3 16,3 0-2-16,-1-3 4 0,2-5-4 16,-2 1-4-16,3-10-7 0,0-4 1 0,0 0-4 15,4-1-3-15,0-2-3 0,1-6-3 16,2-3-7-16,0 1 3 0,0 0-3 16,2 4 2-16,2-1-2 0,2-1-5 0,2 1 2 15,0 11 2-15,6-6-6 0,-5 0 0 16,4 2-2-16,-2-10-3 0,-2-3 5 15,3-4-4-15,-5-3 2 0,3 1-3 16,-2 0-1-16,0-4 7 0,0-1-4 0,0-1-1 16,-2-3 5-16,-1 0-5 0,-1-5-18 15,2 7-18-15,-2-7-28 0,4 7-36 0,-4-7-42 16,0 0-66-16,0 0-80 0,0 0-87 16,0 0-106-16,0 0-118 0,0 0-73 0,0 0 63 15,0 0-456-15,11-17-531 0</inkml:trace>
  <inkml:trace contextRef="#ctx0" brushRef="#br0" timeOffset="35344.37">17138 2607 2278 0,'-9'4'138'0,"9"-4"-37"0,-7 6 5 15,7-6 41-15,-4 10 19 0,3-6-4 0,1-4-6 16,-2 13-5-16,2-13-1 0,2 12 1 16,1-5 5-16,3 0 3 0,1-2 2 15,7 0 3-15,3 0-15 0,4-5-9 0,17-8-14 16,15-5-12-16,6-7-12 0,20-13-5 16,2-2-12-16,2-5-1 0,-7-5-11 15,-2 1-8-15,-7-1-5 0,-16 6-7 16,-7-3-5-16,-5 5-2 0,-5 2-7 15,-9 10-4-15,-7 2-3 0,-2 4-2 0,-5 6 1 16,-4 3-32-16,2 1-27 0,-6 2-43 16,1 2-52-16,-4 5-60 0,2-5-60 0,-2 5-55 15,0 0-74-15,0 0-98 0,-18 19-203 16,9-7 56-16,-2 3-293 0,-1 1-392 16</inkml:trace>
  <inkml:trace contextRef="#ctx0" brushRef="#br0" timeOffset="35675.48">17431 2803 2763 0,'-17'9'103'0,"1"-1"41"16,3-1 49-16,5-4 55 0,1 3 26 15,-1-3 2-15,8-3-2 0,-9 3-20 16,9-3-9-16,0 0 7 0,0 0-3 0,0 0-18 15,40-12-14-15,5-8-19 0,9-4-21 16,20-14-9-16,0 0-22 0,1 0-18 16,-14 6-12-16,-2 1-9 0,-4 2-13 15,-5 2-11-15,-9 1-5 0,-8 9-5 0,-7 2-9 16,-4 2-5-16,-8 5-9 0,-2 3 2 16,-2-2-20-16,-3 4-31 0,1-1-40 15,-4 1-40-15,-4 3-50 0,9-5-65 0,-9 5-65 16,0 0-78-16,0 0-77 0,0 0-95 15,10 8-151-15,-10-8-91 0,-8 15 82 0,3-6-457 16,-1 0-593-16</inkml:trace>
  <inkml:trace contextRef="#ctx0" brushRef="#br0" timeOffset="36227.18">17805 1857 2941 0,'0'0'-78'0,"0"0"26"0,-12-2 28 0,12 2 19 15,0 0 8-15,0 0 43 0,0 0 48 16,0 0 54-16,0 0 11 0,38 5 17 0,0-1 0 16,6 2 4-16,11 3-13 0,4 3-4 15,-1 2-4-15,-6 3-5 0,2 0-14 16,-8 3-2-16,-8 3 2 0,-4 6 7 16,-11-4 24-16,-8 6 10 0,-8 4 3 0,-6 4-16 15,-9 1-17-15,-5 6-17 0,-4 3-7 16,-6-4-13-16,0 0-15 0,-2-2-11 15,-1-2-16-15,1-3-31 0,4-9-46 0,-4 7-56 16,4-11-65-16,5 2-80 0,-4-5-67 16,9-5-80-16,-1-3-94 0,5-6-134 0,-3-1-136 15,7 0 65-15,-4-4-396 16,7-3-521-16</inkml:trace>
  <inkml:trace contextRef="#ctx0" brushRef="#br0" timeOffset="40042.25">28659 8427 3755 0,'-19'-15'114'0,"2"3"-45"0,-1 0 25 16,0 2 48-16,0 1 29 0,-3 1 16 0,5 3-10 15,-6 3-9-15,-3 4-6 0,-7 7 8 16,-2 9-1-16,-8 14 8 0,4 10 5 0,1 5-3 16,1 6-14-16,6 5 4 0,5-2-2 15,8 0-19-15,5 2-5 0,12-12-1 16,7 9-7-16,8-9-7 0,6 5-9 0,13-10-8 16,4-5-14-16,12-5-4 0,7-8-8 15,4-6-9-15,4-5-11 0,-1-6-6 16,-10-6-4-16,9-6-3 0,-8-5-5 0,-4-5-3 15,-3-7 4-15,-8-5-12 0,-6-3-2 16,-5-5-3-16,-8-5-5 0,-10 5-26 0,-5-9 0 16,-6 0 0-16,-4-14 0 0,-5-5 0 15,-6 1 0-15,-5 2 0 0,1 3 0 16,-3 11 0-16,-1 6-9 0,-2 3-48 0,0 17-24 16,-4 9-34-16,1 6-27 0,1 9-26 15,-17 7-34-15,-6 11-43 0,2 5-55 0,-1 9-76 16,2 3-75-16,5 1-104 0,2 2-164 15,8-2 9-15,5-2 81 0,9-8-538 16,11-6-634-16</inkml:trace>
  <inkml:trace contextRef="#ctx0" brushRef="#br0" timeOffset="40791.91">28510 8772 3060 0,'-5'-7'-19'0,"-1"2"37"15,3 1 25-15,3 4 35 0,-9-8 47 16,7 4 34-16,2 4 23 0,0 0 12 0,-5-6-11 15,5 6 18-15,0 0 23 0,0 0 9 16,0 22-3-16,0-9-16 0,2 5-17 0,0 1-16 16,-1 2-18-16,-1 3-14 0,2-1-14 15,1 2-18-15,-1-7-8 0,0 5-11 16,-2-3-12-16,2-3-8 0,-2-3-24 0,1-2-29 16,-1 0-42-16,0-2-41 0,0-1-42 15,0-1-59-15,-1-1-74 0,-3-2-74 16,4-5-63-16,0 0-75 0,0 0-68 15,-12-15-103-15,8 3 10 0,0-5-446 0,6-9-525 16</inkml:trace>
  <inkml:trace contextRef="#ctx0" brushRef="#br0" timeOffset="41024.9">28533 8609 2749 0,'0'-14'7'0,"0"5"59"0,2 1 32 0,-2 4 21 16,0 4 17-16,-2-12 10 0,2 12 8 15,0-5 17-15,0 5 10 0,0 0 9 16,0 0-6-16,0 0-10 0,0 0-10 15,31 15-10-15,-26-9-10 0,3 2-10 0,-2 1-6 16,-2 2-9-16,-2-2-5 0,-2 4-7 16,0-1-12-16,-4 0-7 0,-2 1-9 0,-4 1-8 15,3-1-8-15,-4 0-2 0,1-3-11 16,-1 1-13-16,-1-5-36 0,2 0-39 0,1-1-47 16,2-4-64-16,7-1-66 0,-20 0-73 15,20 0-76-15,-19-6-87 0,14 2-149 16,-1 1-21-16,6 3 69 0,-7-7-340 0,7 7-373 15</inkml:trace>
  <inkml:trace contextRef="#ctx0" brushRef="#br0" timeOffset="41424.48">29311 8473 2718 0,'-14'-3'124'0,"3"0"13"16,6-3 7-16,-2-2-7 0,7-2 14 0,7-4-1 15,6-12-5-15,14-6 5 0,7-7-12 16,7-3-11-16,27-16-12 0,4-4-13 0,6-5-10 16,5-4-6-16,13-5-15 0,0-6-7 15,1 1-7-15,-2 1-8 0,-5 6-7 0,-10 9-3 16,-14 8-12-16,-19 18-8 0,-6 10-12 16,-15 6-13-16,-3 4-9 0,-9 5-22 15,-5 4-30-15,-3 4-36 0,-6 3-32 0,0 3-35 16,0 0-35-16,0 0-56 0,-44 25-87 15,8 0-171-15,-4 9-22 0,-19 18 46 0,-6 6-182 16,-3 11-171-16</inkml:trace>
  <inkml:trace contextRef="#ctx0" brushRef="#br0" timeOffset="41707.89">29225 8988 2297 0,'-10'-2'310'0,"10"2"-33"15,-11-1-26-15,11 1-13 0,0 0 12 16,0 0 11-16,0 0-7 0,45-2-13 0,0 4-33 16,16-1-16-16,11-1-17 0,8 2-19 15,10 0-20-15,30 3-14 0,6 5-13 0,1-1-15 16,-3 6-36-16,2-1-28 0,-8 3-30 15,-6 2-30-15,-6 1-40 0,-13-3-49 16,-26-2-72-16,-8-1-96 0,-10 1-72 0,-19-1-71 16,-9-2-107-16,-5 0-65 0,-9 1 55 15,-3 1-299-15,-2-1-331 0</inkml:trace>
  <inkml:trace contextRef="#ctx0" brushRef="#br0" timeOffset="42057.77">28836 8557 2621 0,'-5'-12'146'0,"3"-2"-11"16,2 1-12-16,4 1 10 15,7-1 25-15,8-8 33 0,12 0 19 0,16-8 2 16,6 2-7-16,10-4-18 0,19-3-16 16,4-5-20-16,2 2-16 0,-3 1-16 0,-1-1-21 15,-5-5-32-15,-9 1-36 0,-16 4-25 16,-6-2-42-16,-3-3-41 0,-7-6-50 15,-4-1-42-15,-5-3-47 0,-6 0-41 0,-8-1-63 16,-5 4-74-16,-9 9-168 16,-2 2 21-16,-5 13-270 0,-2 5-299 0</inkml:trace>
  <inkml:trace contextRef="#ctx0" brushRef="#br0" timeOffset="42474.47">28867 8303 2457 0,'-21'-29'83'0,"4"-2"-6"0,-8-13 5 16,2-5 26-16,-2-6 25 0,3-5 22 0,3-5 7 16,-8-23-2-16,5-1-11 0,8-1-8 15,2 18-10-15,2-3-14 0,5 5-7 16,-1-1-17-16,5 10-8 0,-1 4-7 0,2 14-13 15,0 8-5-15,0 6-8 16,0 10-23-16,0 1-29 0,0 4-44 0,2 3-56 16,-2 3-31-16,0 8-22 0,0 0-30 15,0 0-44-15,0 0-70 0,-2 45-120 0,-2-8-121 16,-3 7 59-16,6 13-187 0,-1 1-162 16</inkml:trace>
  <inkml:trace contextRef="#ctx0" brushRef="#br0" timeOffset="42807.89">29164 8890 2170 0,'-13'-14'146'16,"3"1"-10"-16,5 1-19 0,1-2-10 15,4 1-10-15,7-5-5 0,13-9 11 0,16-8-6 16,11-1-5-16,26-11-7 0,13 1-6 16,11-3-6-16,5-1-14 0,15 4-11 0,1 0-30 15,0 3-14-15,3 2-28 16,-5 4-26-16,-4 6-31 0,-3 4-26 0,-9 2-22 15,-23 8-33-15,-10 1-45 0,-10 4-52 16,-17 4-65-16,-12 4-95 0,-8 1-180 16,-11 1-99-16</inkml:trace>
  <inkml:trace contextRef="#ctx0" brushRef="#br0" timeOffset="43224.48">29098 9266 1944 0,'-23'10'161'0,"3"-3"-14"0,8-2-12 16,1 0-9-16,4-1 13 0,1-1 17 16,6-3 40-16,-1 7 25 0,1-7 12 0,25 5-3 15,18-2-13-15,22 1-20 16,17-1-19-16,6 2-17 0,26-1-16 0,0 4-13 16,0-1-17-16,1 3-11 0,-4 2-8 15,-11-1-15-15,-19 1-7 0,-9 0-7 0,-7-1-6 16,-5 1-10-16,-20-4-24 0,-3-2-11 15,-11 1-17-15,-5-3-12 0,-5 2-9 16,-3-2-27-16,-4 0-22 0,1 0-33 0,-4-1-39 16,-6-3-52-16,5 2-57 0,-5-2-85 15,0 0-106-15,0 0-169 0,0 0 56 16,0 0-333-16,-19-21-370 0</inkml:trace>
  <inkml:trace contextRef="#ctx0" brushRef="#br0" timeOffset="46106.49">30332 1465 1338 0,'0'-8'494'0,"0"8"-97"0,0-11-87 16,0 11-43-16,0-10-25 0,0 10-28 0,0 0-40 16,0 0-20-16,0 0 46 0,0 0 20 15,0 0-8-15,-5 35-18 0,3-12-22 16,-2 16-14-16,-1-2-14 0,-2-2-11 0,2 2-15 15,-1-1-11-15,0-1-8 0,1-2-13 16,-1-6-27-16,0-6-55 0,0 3-75 16,3-9-87-16,-1 0-73 0,2-1-67 0,-2-4-83 15,3-1-153-15,1-9-127 16,0 5 60-16,0-5-270 0,0 0-355 0</inkml:trace>
  <inkml:trace contextRef="#ctx0" brushRef="#br0" timeOffset="46292.21">30411 1380 2556 0,'-2'-10'124'0,"0"-1"65"0,2 5 39 0,0-3 10 15,0 9 2-15,4-14-4 0,-1 6-11 16,5-1-25-16,-3 1-22 0,7 1-18 16,-1 0-15-16,5 1-31 0,-3 2-63 0,5 0-86 15,-4 4-95-15,2 0-83 16,4 6-77-16,2 2-109 0,-1 0-206 0,-1 11-7 15,0 2 74-15,-7-2-164 0,-1-1-194 16</inkml:trace>
  <inkml:trace contextRef="#ctx0" brushRef="#br0" timeOffset="46473.45">30382 1751 2098 0,'-14'7'131'15,"7"-5"37"-15,-1 1 55 0,8-3 41 16,0 0 26-16,-11 2-12 0,11-2-13 15,0 0-24-15,0 0-25 0,0 0-22 16,0 0-26-16,0 0-53 0,22-13-79 0,-9 9-99 16,-1 0-108-16,8 0-94 0,0-2-115 15,12-2-186-15,2 1-36 0,2-1 56 16,-9 4-166-16,-3 2-206 0</inkml:trace>
  <inkml:trace contextRef="#ctx0" brushRef="#br0" timeOffset="46842.64">30811 1535 2174 0,'-2'-8'169'0,"2"8"65"16,-6-9 46-16,6 9 42 0,0-9 20 16,0 9 12-16,0 0-31 0,-1-9-30 15,1 9-30-15,0 0-29 0,0 0 30 0,0 0-3 16,0 0-20-16,5 29-23 16,-3-17-21-16,2 3-15 0,1 1-17 0,-3-2-22 15,2 1-14-15,0-1-9 0,0 1-17 16,0-3-3-16,-1 1-19 0,1-4-2 0,-2 0-11 15,2 0 0-15,-3-1-9 0,3-3 6 16,-4-5-3-16,8 4-1 0,-8-4-11 16,24-11-3-16,-6-1-7 0,0 2-2 0,-2 2-4 15,2-3-7-15,-5 3 5 0,1 1-4 16,-3 2-2-16,0 2-2 0,1-1 1 16,-1 2-5-16,-11 2-6 0,25 0-5 0,-10 4 7 15,0-1-2-15,3 2 3 16,0 4-8-16,4-1 2 0,-1 1 1 0,-3-1-5 15,4-1 2-15,-6 0-5 0,2 0-22 16,-4-2-20-16,0 0-33 0,-3-1-42 0,1-2-70 16,1-2-86-16,-13 0-103 0,22-4-82 15,-11-1-91-15,1-3-138 0,-1 0-135 16,-2-5 78-16,-2 1-574 0,2-9-771 0</inkml:trace>
  <inkml:trace contextRef="#ctx0" brushRef="#br0" timeOffset="47223.77">31026 902 3438 0,'-50'-22'-82'0,"3"9"23"15,-1 9 24-15,-3 4 33 16,-18 10 48-16,-24 13 49 0,-6 8 44 0,-6 14 19 16,0 11 13-16,-1 11-4 0,-1 7-5 15,11 9 6-15,9 4 12 0,11 4-8 16,19-2-6-16,10-2-8 0,26 0-9 0,19-17-10 15,16 2 2-15,20 15-1 0,24-7-12 16,24-2-12-16,17-6-9 0,17-7-9 0,48 6-10 16,11-17-4-16,-28-21-4 15,7-11-14-15,8-10-3 0,-4-9-18 16,-6-14-22-16,-8-14-28 0,-11-11-22 0,-15-12-9 16,-15-9-2-16,-9-9 0 0,-22-8 7 15,-11-12 3-15,-17-15 0 0,-20-9 0 0,-16-4-4 16,-20-6-5-16,-16-2-8 0,-14 5-3 15,-21 11-11-15,-17 11-5 0,-17 18 1 16,-21 19-23-16,-12 14-33 0,-15 16-60 0,-9 17-50 16,0 22-45-16,-2 10-57 15,-43 20-102-15,18 14-192 0,57-13-26 0,10 10 73 0,13-3-237 16,11 3-303-16</inkml:trace>
  <inkml:trace contextRef="#ctx0" brushRef="#br0" timeOffset="48696.8">31218 3564 2905 0,'0'-11'490'0,"-2"1"-21"16,2 2-13-16,0 8-11 0,-2-10-4 16,2 10-16-16,-1-5-27 0,1 5-23 15,0 0 6-15,0 0 1 0,-4 23-26 16,4-3-30-16,-2 5-28 0,-2 13-254 0,3 2-44 16,-1 1 0-16,-2-2 0 0,0 0 0 15,1-2 0-15,-2-3 0 0,3-5 0 0,-2-5 0 16,-1-2 0-16,-1 2 0 0,1-5 0 15,-4-1 0-15,2-5 0 0,0-2 0 0,-4-2-357 16,4-4-225-16,0-1-75 0,-2-4-93 16,9 0-95-16,-18-9 80 0,7 1-675 15,3-8-891-15</inkml:trace>
  <inkml:trace contextRef="#ctx0" brushRef="#br0" timeOffset="48956.51">31164 3479 3813 0,'9'-23'-76'0,"-2"3"60"16,1 4 51-16,4-1 60 0,-1 3 52 15,3 1 45-15,-1 4 22 0,2 1 13 0,2 2 11 16,0 3 4-16,0 3-3 0,2 2-11 16,5 3-16-16,-6 4-10 0,9 6-7 0,-10-1-10 15,-2 0-5-15,-1 1-10 0,-5 3-7 16,-1 2-4-16,-7 1 1 0,-1-4-5 16,-1 6-7-16,-9-3-8 0,-3 8-11 0,-6 0-16 15,0-4-9-15,-4-5-12 0,0-1-9 16,6-4-60-16,2-4-23 0,1-3 0 0,5-2 0 15,0-5-67-15,9 0-119 0,-16-9-68 16,10-4-67-16,3-1-75 0,3-1-83 16,2-2-110-16,1-2-163 0,5-1-29 15,7-3 87-15,-2 5-555 0,3 4-710 16</inkml:trace>
  <inkml:trace contextRef="#ctx0" brushRef="#br0" timeOffset="49241.24">32953 3465 3789 0,'4'-6'189'0,"-2"2"4"0,-2 4 2 0,0 0 35 16,0 0 47-16,0 0 50 15,0 0 7-15,-11 41-7 0,-1-8-24 0,1 4-25 16,-5 13-30-16,1-4-20 0,3 1-26 15,-1-1-18-15,3-7-18 0,-1-3-34 0,0-3-38 16,1-3-39-16,0 1-47 16,3-10-75-16,1-2-69 0,-2-5-69 0,3-2-78 15,-3-3-85-15,3-5-79 0,-6-2-105 16,11-2-142-16,0 0-67 0,-24-13 77 16,16-1-528-16,1-5-674 0</inkml:trace>
  <inkml:trace contextRef="#ctx0" brushRef="#br0" timeOffset="49473.07">32905 3350 3206 0,'4'-8'1'16,"-1"4"63"-16,-3 4 78 0,16 3 70 0,-16-3 61 15,19 14 42-15,-7 1 32 0,6 6 20 16,3 8-4-16,3 10-16 0,-1 0-25 16,-3 4-24-16,1 0-28 0,-8-7-22 0,-1-4-16 15,-5 4-12-15,-5-7-15 0,-2-7-9 16,-2 2-15-16,-3-2-11 0,-7 6-16 0,-3-4-96 15,-1-6-58-15,-8 4 0 16,1-7 0-16,-5-3 0 0,-5-3 0 0,5-6 0 16,-1-3 0-16,0-3 0 0,-10-8-308 15,0 0-184-15,-5-10-141 0,1 0-173 16,4-6-51-16,11 5 76 0,4-4-686 0,2 2-916 16</inkml:trace>
  <inkml:trace contextRef="#ctx0" brushRef="#br0" timeOffset="49807.11">32961 3132 3943 0,'-24'-2'-96'0,"1"8"29"16,-9 13 38-16,-11 11 50 0,-9 10 80 16,-13 17 59-16,1 6 46 0,-1 5 28 15,4 7 16-15,9-4 8 0,11 5-14 0,17-18-27 16,11 3-11-16,9-3-18 0,9 1-19 15,13-2-17-15,9-1-15 0,3-10-7 16,8-2-10-16,8-6-15 0,1-9-15 0,5-8-13 16,2-8 1-16,-9-8-5 0,3-3-10 15,-5-9-9-15,11-6-10 0,-2-8-7 0,-3-3-2 16,-9-8-5-16,-2-3-10 16,-5-6-1-16,-7-6 1 0,-7-3-9 0,-5-9-17 15,-11-2-9-15,-3 1-24 0,-11 6-15 16,-6 2-22-16,-16 6-29 0,-10 7-38 0,-12 8-51 15,-10 6-65-15,-8 11-60 0,-6 6-69 16,-11 4-86-16,-23 8-138 0,0 4-109 16,9 9 70-16,2 5-452 0,7 5-574 0</inkml:trace>
  <inkml:trace contextRef="#ctx0" brushRef="#br0" timeOffset="50605.71">31420 3023 3144 0,'-39'-4'-89'0,"-11"8"10"0,-15 11 7 15,-23 18 29-15,2 12 33 0,-3 12 41 0,-3 12 30 16,-1 12 18-16,-23 34-1 0,31-22 1 15,3 6-5-15,8 1 14 16,18-1 32-16,12-4-1 0,17-6-1 0,20-19-12 16,8-2-4-16,13-5-9 0,12-5-7 15,9-2-7-15,22 0-4 0,-6-16-9 0,9-11-5 16,6-7-8-16,5-10-7 0,3-8 0 16,0-12-9-16,3-5 12 0,10-11 9 0,-2-12 5 15,-8-9 4-15,-10-7-8 0,-8-8 1 16,-9-8-3-16,-9-5-8 0,-4-11-6 15,-8-2-6-15,-11-5-6 0,-2-1-11 0,-10 17-12 16,-6 4-23-16,-6-1-21 0,-2 10-18 16,-9 5-37-16,-4 13-32 0,-10 8-36 15,1 18-41-15,-10 11-52 0,-8 9-68 16,-13 10-82-16,-4 10-179 0,1 5 22 0,-8 11-243 16,18-3-289-16</inkml:trace>
  <inkml:trace contextRef="#ctx0" brushRef="#br0" timeOffset="51705.34">31270 3750 2139 0,'-15'5'54'15,"3"-6"16"-15,12 1-12 0,-9-8-4 0,9 1-8 0,0 7 0 16,16-23 11-16,20-6 7 16,5 2 2-16,13-3-3 0,18-11-7 0,8 0-3 15,10-7 3-15,1-1-14 0,6-2-9 16,4 0-2-16,2-1-17 0,-2-4-8 15,-4 3-14-15,-9 4-9 0,-11 8-15 0,-25 12-8 16,-6 7-19-16,-13 6-22 0,-10 6-16 16,-8 1-29-16,-6 3-48 0,-4 2-47 0,-5 1-88 15,0 3-318-15,0 0-126 0</inkml:trace>
  <inkml:trace contextRef="#ctx0" brushRef="#br0" timeOffset="52039.83">31268 4134 1896 0,'-13'-16'210'0,"1"4"23"0,5 2-21 16,-1 2-16-16,5 3-18 16,-2-1-5-16,5 6-3 0,0 0 12 0,0 0 14 15,0 0 5-15,23 16-10 0,2 5-18 16,11 11-17-16,7 5-14 0,4 4-12 0,15 9-15 16,5 4-24-16,-3-1-47 0,0 0-49 15,1-2-56-15,-20-8-63 0,13 11-52 16,-14-15-68-16,-6 0-91 0,-2 1-120 0,-7-3-148 15,-6-1 52-15,-9-6-243 0,-2-1-283 16</inkml:trace>
  <inkml:trace contextRef="#ctx0" brushRef="#br0" timeOffset="58971.11">6702 1442 1839 0,'4'-8'235'16,"-4"0"-52"-16,0 8-32 0,0 0-4 16,-6-15 0-16,6 15 0 0,-4-9 14 15,3 4-3-15,1 5 15 0,-9-9 5 0,9 9 0 16,-9-6-9-16,4 0-6 16,-3 1-4-16,8 5-6 0,-16-7-6 0,5 4-8 15,-6 0-4-15,0-1-13 0,-2 1-6 16,-1 1-8-16,-6-1-6 0,-3-1 0 15,-2 3-4-15,-6-1-2 0,-5 2-5 0,1-2 2 16,0 0 0-16,-1 2-4 0,0-3-2 16,-2-1-9-16,-2 3-2 0,5-3 3 15,-3 1-7-15,-2 3-5 0,4-3-1 0,-4-1-8 16,1 3-2-16,-3-5-15 16,-2 6 0-16,1 0 1 0,-14-1-7 0,0 1-5 15,1 1-3-15,10 1 3 0,0 0-6 0,1-2 5 16,0 2 6-16,1-2 4 0,1 1 13 15,-3-1 4-15,4 0-2 0,1 2-4 16,1-4-5-16,-2 1-2 0,2-1-6 16,3 2-3-16,-2-2-2 0,2 2-2 0,1 0-11 15,-2 0 4-15,4 0-2 0,-4 0-4 16,4 2 1-16,-4 1-1 0,2-1-3 16,3 1-6-16,6-1 4 0,-4 1 4 0,5-3-8 15,3 2 1-15,2 0 4 0,0-2-8 16,-2 1 3-16,1-1 8 0,-1 2-8 0,-1-2 0 15,-1 0-3-15,1 0 2 0,-1 0 0 16,1 2-5-16,-10 0 3 0,-1 1-3 16,1 1 6-16,1-3 0 0,0 3-6 0,-1-3 0 15,2 5-6-15,8-5 4 16,-6 4 2-16,5 0 4 0,-6 1-9 0,7-3 1 0,3 2 3 16,-7 1 0-16,3-2-5 15,-5 3 9-15,0 3-6 0,2-4 0 16,0 2-1-16,-3 3-1 0,5-3 3 0,-1 2-6 15,9-3 6-15,1 1-7 0,2 0 13 16,0 1-8-16,0 0-4 0,0 2 2 0,-6 3-1 16,2-1 6-16,3-1-4 0,5 1 4 15,-1-1 2-15,0 1-5 0,2-1-4 16,1 2 1-16,1 0 1 0,0-1-2 0,0 1 5 16,1 0 1-16,0 1-2 15,1 0-4-15,1-1 8 0,-1 3-1 0,1-2-4 16,1-1 1-16,2 1 0 0,-1-1 4 15,0 1-9-15,-1 3 9 0,0-2 6 0,3-3-6 16,-1 5-7-16,0-5 2 0,3 3 0 16,-1-3 13-16,2 3-8 0,-1-1-1 15,-1 1 1-15,3-3 2 0,2 1-6 0,-1 1 7 16,0-4-9-16,0 3 2 0,4 2 2 16,-2-1 3-16,2 1-4 0,0 4 1 15,-1-2 1-15,4 2-2 0,-1 0 0 0,1 2 5 16,-1 0-4-16,2 1 7 15,-1-2-4-15,2-1-3 0,-2 1-1 0,1 0 6 16,1-2-1-16,1 1 2 0,0-1 1 16,-1 1-3-16,2-1 6 0,2 0-9 0,-2 0 4 15,2-3 0-15,3 11 4 0,-1-7-7 16,-1-1 0-16,-3-2 6 0,4 7-1 16,4 1-7-16,-7-4 2 0,0-4 3 0,-1 1-3 15,2-1 2-15,-1-5 2 0,-2 0-3 16,-1 0 3-16,2-3 3 0,0 1 7 0,0-3 7 15,0 1 7-15,-2-1-1 0,6 0 3 16,-6 0 10-16,5-2-5 0,-3 0-7 16,0 2-2-16,5-2-2 0,-3 0-6 0,0 0 3 15,3 0-1-15,1 0-3 16,1 0-4-16,0 1-1 0,4 1-2 0,3-2 5 16,-3 2-8-16,3-4 1 0,2 4 1 15,0-4-2-15,2 1-1 0,0 2 1 0,-1-4-9 16,11 4 10-16,-3-2 0 0,0 3-10 15,-4-3 0-15,8-1 0 0,-2 3 0 16,-7-1 0-16,7-1 0 0,1 1 0 0,1-1 0 16,0 0 0-16,1 0 0 0,4 0 0 15,0 0 0-15,0 0 0 0,6 1 0 0,1-4 0 16,13 3 0-16,3 0 0 0,1-1 0 16,-2-3 0-16,0 2 0 15,0-2 0-15,-1 2 0 0,-14-2 0 0,13 2 0 16,-14 0 0-16,-3 0 0 0,-1 0 0 15,-2-2 0-15,-2 1 0 0,-5-1 0 0,-5 0 0 16,-1 0 0-16,1 0 0 0,-1 0 0 16,1 0 0-16,-1 0 0 0,-3 1 0 0,4 2 0 15,-3-3 0-15,1 0 0 0,0 1 0 16,-3 1 0-16,3 0 0 0,0-2 0 16,-1 2 0-16,1 0 0 0,-2-1 0 0,0-1 0 15,2 2 0-15,2-2 0 0,7 2 0 16,2 0 0-16,0 2 0 0,0-2 0 0,2 0 0 15,1-1 0-15,2 0 0 0,0-1 0 16,-1 3 0-16,0-3 0 0,0 0 0 16,-4 1 0-16,1-1 0 0,0 0 0 15,-7 0 0-15,-3 2 0 0,-1 0 0 16,-1 0 0-16,0 0 0 0,-1-1 0 0,-1 1 0 16,-1-2 0-16,9 5 0 0,-1-2 0 15,-5-1 0-15,11 0 0 0,-3 0 0 0,6 1 0 16,-2-3 0-16,-1 0 0 0,5 0 0 15,-2-3 0-15,3 3 0 0,-1-1 0 0,0 1 0 16,-2 0 0-16,3 0 0 0,-4-3 0 16,-1 1 0-16,-5 0 0 0,3 1 0 15,-1-2 0-15,-4 3 0 0,-5 0 0 0,11-4 0 16,-7 4 0-16,7-1 0 16,-8-1 0-16,8 0 0 0,2-2 0 0,2 3 0 15,-3-3 0-15,4 1 0 0,-2-1 0 16,3 0 0-16,1 0 0 0,1 1 0 0,0-4 0 15,0 2 0-15,-2-3 0 0,-1 4 0 16,1-3 0-16,-1 2 0 0,0-2 0 16,-4-1 0-16,-3 3 0 0,0-2 0 0,-1 0 0 15,-1 3 0-15,-7-1 0 0,7-2 0 16,-8 1 0-16,-3 1 0 0,11-3 0 0,-3-1 0 16,-1 0 0-16,0 1 0 0,1-2 0 15,-3 1 0-15,3-1 0 0,-8 1 0 16,-6 1 0-16,1-1 0 0,-2 1 0 15,1-1 0-15,-4 2 0 0,1 0 0 0,0-3 0 16,2 2 0-16,-5-1 0 0,4-1 0 16,2-2 0-16,0 3 0 0,-1-1 0 15,0-2 0-15,2 2 0 0,-4-3 0 0,0 3 0 16,3-1 0-16,-6-4 0 0,2 3 0 16,1-2 0-16,-1-1 0 0,2-5 0 0,3-3 0 15,-4 1 0-15,-2 5 0 0,-1 3 0 16,-4-3 0-16,3 2 0 0,-1 0 0 15,1 1 0-15,-2-4 0 0,-1 7 0 0,-2-5 0 16,2 3 0-16,-4 1 0 0,2-3 0 16,-3 1 0-16,-2 2 0 0,3-1 0 15,-2-6 0-15,-1 7 0 0,-2-3 0 16,-2-3 0-16,-1 1 0 0,2-1 0 0,-5-1 0 16,2-2 0-16,-3 3 0 0,2-3 0 15,-4 1 0-15,0 1 0 0,2 0 0 0,-9-7 0 16,3 1 0-16,-3-2 0 0,1 2 0 15,-2-1 0-15,0 0 0 0,-4-1 0 16,-6-6 0-16,4 8 0 0,1 1 0 0,-1 1 0 16,-4 2 0-16,0-1 0 0,2 3 0 15,1 2 0-15,-2 0 0 0,-1 0 0 16,0 3 0-16,0 0 0 0,0 1 0 16,2 3 0-16,0-2 0 0,-4 0 0 0,4 3 0 15,-6-1 0-15,1 0 0 0,0 1 0 16,-5-1 0-16,0 2 0 0,1 1 0 15,4-2 0-15,-1 4 0 0,7-1 0 0,-1 1 0 16,0 0 0-16,0 0 0 0,0-1 0 16,2 2 0-16,7 0 0 0,-6 2 0 0,4-2 0 15,-2 4 0-15,3-3 0 0,-2 0 0 16,-2-1 0-16,0 2 0 0,-1-1 0 16,-3 1 0-16,4-1 0 0,-3 0 0 0,0 1 0 15,3 0 0-15,-4-4 0 16,-2 4 0-16,1-2 0 0,-1 2 0 0,3 1 0 15,-3-1 0-15,0 0 0 0,0-1 0 16,2 2 0-16,1-1 0 0,-3 0 0 0,-1 0 0 16,-1 0 0-16,-11-1 0 0,-2 0 0 15,-2 3 0-15,0-4 0 0,-4 1 0 0,-1 1 0 16,1 0 0-16,-2 1 0 0,-10-3 0 16,11 1 0-16,-1 3 0 0,-1-2 0 15,-3 0 0-15,-9-1 0 0,14 3 0 16,-3-2 0-16,7 1 0 0,3 1 0 15,1 1 0-15,13-1 0 0,4 0 0 0,4 0 0 16,1 0 0-16,2 0 0 0,3 0 0 16,1 2 0-16,1 0 0 0,3-1 0 0,0 1 0 15,9-2-567-15,-16 4-236 0,9-3-159 16,7-1 91-16,-11 4-825 0,11-4-1132 16</inkml:trace>
  <inkml:trace contextRef="#ctx0" brushRef="#br0" timeOffset="59577.05">6441 730 4312 0,'-6'-8'-189'0,"6"8"45"0,-2-9 36 0,2 9 38 0,-4-7 48 16,4 7 51-16,0 0 62 0,-3-8 31 16,3 8 9-16,0 0-5 0,-2-9-8 0,2 9-25 15,0 0-8-15,0 0 8 0,0 0 18 16,0 0 10-16,-5 29-5 0,5-17-5 15,-2 5 28-15,-1 2 2 0,1 0-14 16,-2 3-4-16,2-1-7 0,-1 2 6 0,-1-3-6 16,0-3-9-16,1 1-13 0,-2-1-9 15,-1-5-12-15,5 3-5 0,-5-3-2 16,4-2-19-16,0-1 9 0,-1-1-11 0,1-1 2 16,0 0 7-16,2-7-9 15,-5 10-5-15,5-10 7 0,0 9 38 0,0-9 11 16,0 0-18-16,0 0-5 0,0 0-11 15,-9-23-7-15,9 5-10 0,-2-3-7 0,0-4 4 16,4-4-6-16,-2-12-4 0,0 4-4 16,4-3-1-16,-2 3-7 0,3 1-6 15,0 2-6-15,2 2 5 0,3 2-9 0,2-1-2 16,2 3-5-16,2 4 4 0,4 0 3 16,4 2-4-16,2 5-3 0,3 0 6 0,1 5-6 15,-1 0-6-15,-4 4-11 0,-5 4-19 16,-2 0-26-16,-2 3-24 15,-2 1-11-15,-3 1-26 0,1 3-40 0,-4-1-60 0,-1 2-67 16,-3 2-55-16,1 3-60 16,-5-2-84-16,0 2-181 0,-1-2-82 0,-3 4 90 15,2-2-412-15,-2-1-549 0</inkml:trace>
  <inkml:trace contextRef="#ctx0" brushRef="#br0" timeOffset="59987.21">6428 817 2906 0,'-11'4'-16'0,"4"-3"39"0,7-1 20 16,-11 4 33-16,11-4 33 0,0 0 43 15,0 0 24-15,0 0 16 0,0 0-10 0,0 0-20 16,0 0-16-16,0 0-12 15,0 0-17-15,0 0-16 0,43-12-7 0,-19 7-9 16,0 1-11-16,9-4-17 0,-5 1-13 16,-3 2-9-16,-2 0-21 0,-6-2-8 15,1 4-5-15,-5-1-2 0,-2 1-6 0,-1-1-1 16,-1 1-9-16,-9 3 2 0,15-5-7 16,-15 5 4-16,12 0-4 0,-12 0 0 0,9-4 5 15,-9 4-3-15,0 0 2 16,0 0 0-16,14 12 5 0,-12-5 0 15,0 3 9-15,0-3-10 0,-1 5-1 0,1 0 11 16,0 0-4-16,0 0-1 0,2 3 12 16,-4-4-14-16,1 3 12 0,1-3-55 0,-2 1-41 15,0-3-54-15,-2 3-44 0,2-4-46 16,0 2-69-16,-3-3-99 0,-1-2-184 16,4-5 44-16,-7 7-146 0,7-7-188 0</inkml:trace>
  <inkml:trace contextRef="#ctx0" brushRef="#br0" timeOffset="60154.7">6793 648 1868 0,'-3'-13'59'0,"-1"4"21"0,1 0 9 0,0 1 24 16,-1 1 20-16,4 7 17 0,-4-10 1 16,2 2-11-16,2 8-25 0,-5-8-20 15,5 8-45-15,-4-9-59 0,4 9-70 0,0 0-57 16,0 0-71-16,0 0-145 0,0 0-155 15,0 0-90-15,0 0-95 0</inkml:trace>
  <inkml:trace contextRef="#ctx0" brushRef="#br0" timeOffset="60387.99">7111 715 1723 0,'0'0'104'0,"0"0"19"0,0 0 0 0,0 0 4 16,0 0 12-16,0 0 23 0,0 0 23 15,-27 8 13-15,18-1-8 0,-2 4-14 16,-3 0-22-16,0 3-8 0,-8 7-17 0,-1-1-13 16,5 3-13-16,-4-2-8 0,1 1-6 15,6-5-10-15,2-4-30 0,-2 3-26 0,3-4-44 16,4-2-28-16,-3-1-40 16,4-3-23-16,0 0-37 0,7-6-45 0,0 0-42 15,0 0-37-15,-14-15-14 0,10 3 4 0,0-6 28 16</inkml:trace>
  <inkml:trace contextRef="#ctx0" brushRef="#br0" timeOffset="60520.85">6808 844 1889 0,'-2'-27'-135'0,"-1"5"53"0,1 5 43 16,0 3 33-16,-2 3 22 0,4 2 5 0,-2 2 9 16,2 7 32-16,2-9 35 0,-2 9 21 15,0 0 14-15,0 0 1 0,0 0 14 16,0 0-21-16,31 13-13 0,-22-7-10 0,3 3-4 16,3 1-16-16,1 0-4 0,-2-1-39 15,4 1-56-15,-2 1-67 0,4-3-77 0,-3-3-113 16,-4 0-242-16,0-3-158 0,1 2-169 15</inkml:trace>
  <inkml:trace contextRef="#ctx0" brushRef="#br0" timeOffset="60903.67">7230 749 2062 0,'0'0'97'0,"0"0"3"0,0 0 8 0,0 0 22 15,0 0 42-15,0 0 39 0,-22 15 19 16,22-15-2-16,0 0-8 0,0 0-22 16,29 4-15-16,-29-4-23 0,25 0-14 0,-9 0-12 15,-4-2-15-15,2 0-12 0,-1-1-7 16,0 1-7-16,-1-4-8 0,-3 4-12 0,4-4-9 16,-8-2-8-16,1-1-10 0,-5 1-10 15,-1-2-8-15,0 10-5 16,-9-16 1-16,-3 7-9 0,1 5-3 0,-3 1 1 15,-1 3-4-15,-2 0 2 0,-2 3-3 16,0 1 2-16,2 4 14 0,-2 2 8 0,3 0 13 16,3 2 9-16,4 0 11 0,1 0 16 15,2 2 0-15,4-1 0 0,4-1-8 16,2 2-6-16,6 1-1 0,3 2-9 0,12 0-4 16,2-1-6-16,5-2-30 0,2-1-74 15,2-5-86-15,2 0-119 0,1-3-107 16,1-1-113-16,-8-4-208 0,-1 0-10 0,6-7 73 15,-10 4-334-15,6-8-438 0</inkml:trace>
  <inkml:trace contextRef="#ctx0" brushRef="#br0" timeOffset="61304">7945 444 2791 0,'-11'-7'102'15,"6"0"28"-15,-1 1 14 0,6 6 7 16,-9-6 6-16,9 6-3 0,0 0 36 0,0 0 41 15,-14 12 8-15,11 0-6 0,-5 4-5 16,4 6-11-16,3 4-14 16,-3-1-19-16,2 1-8 0,4 1-20 0,-2 12-13 15,4-10-20-15,-3-4-10 0,1-3-18 16,2 1-7-16,2-3-8 0,-3-4-3 0,-1-3-6 16,2-1-9-16,0-2-5 0,-4-1 3 15,0 0-11-15,0-9 2 0,0 8-8 16,0-8-3-16,0 0-15 0,0 0-9 0,0 0 5 15,0 0-3-15,0 0-4 0,-37-13-10 16,25 12 1-16,-4 1-2 0,-3 1 0 16,2 0-3-16,0 3 7 0,0 1 6 0,4 0 17 15,-1 2 3-15,3 0 40 0,-1 2 12 16,4-2 14-16,1 1 2 0,3 0 0 0,4 2-6 16,0-3-8-16,4 3-8 15,1-1-7-15,5-2-8 0,0 4-5 0,3-3-40 16,4 1-62-16,0 0-104 0,2-1-117 15,-6-1-117-15,9 0-116 0,-5-2-128 16,-2 0-192-16,2 0 4 0,4 0 84 0,-4 0-512 16,6 0-702-16</inkml:trace>
  <inkml:trace contextRef="#ctx0" brushRef="#br0" timeOffset="61603.87">8564 960 3269 0,'-15'-5'-41'16,"-5"0"46"-16,-16 0 35 0,-10 1 50 0,-6 4 62 16,-20 2 42-16,-5 0 33 0,-5 5 27 15,-37 5 17-15,3 1 12 0,-12 4 12 16,-6 5 6-16,-15-1-3 0,-5 5 11 0,-4-4 1 16,2 2-4-16,9 1-18 0,5-2-20 15,15 0-16-15,10-3-26 0,17-2-24 0,28-7-14 16,15-2-24-16,14 0-124 0,4-4-40 15,13 1 0-15,5-2 0 0,3 1 0 16,7-3 0-16,0-1 0 0,3 3 0 0,8-4 0 16,-15 5 0-16,9-1-81 15,5-2-243-15,1-2-75 0,-2 13-74 0,5-8-73 16,-1 5-91-16,4-5-207 0,-1 2 58 16,1 0-609-16,1 2-847 0</inkml:trace>
  <inkml:trace contextRef="#ctx0" brushRef="#br0" timeOffset="68502.64">1507 1368 1033 0,'-6'-10'549'0,"2"5"-100"0,4 5-115 16,-7-9-31-16,7 9 19 0,-8-10-2 16,8 10-6-16,-7-11-11 0,7 11-5 0,-7-6-29 15,7 6-25-15,0 0-32 0,0 0-26 16,0 0 2-16,0 0-5 0,-13 27-16 15,13-7-20-15,0 6-8 0,2 10-19 16,2 5-13-16,0-2-7 0,-1 2-12 0,4-4-5 16,-2-1-9-16,-1-3-11 0,-2-6-5 15,2-6-7-15,-2-3-30 0,-1-3-38 16,1-1-38-16,0-2-51 0,0-1-64 16,-2-2-96-16,0-4-117 0,0-5-108 0,0 0-142 15,-15 2-99-15,15-2 68 0,-11-14-427 16,6 1-562-16</inkml:trace>
  <inkml:trace contextRef="#ctx0" brushRef="#br0" timeOffset="68769.95">1448 1210 2818 0,'2'-12'-36'0,"-2"2"37"16,0 3 22-16,0-1-8 0,0 8 10 0,2-9 1 15,-2 9 43-15,0 0 26 0,0 0 16 16,0 0-1-16,30 13-18 0,-17-2-11 15,1 3 5-15,1 0-8 0,1-1-13 16,-4 3-5-16,2-1-6 0,-4-1-4 0,-3-1 8 16,-2 1 18-16,4 0 17 15,-5-4 15-15,-3 2 6 0,-4 0-4 0,-4 0-16 0,-2 0-7 16,-6-1-9-16,-1-2-12 16,-2 3-28-16,-3-4-41 0,1-2-76 0,2-3-54 15,-2 1-61-15,3 0-61 0,4-4-58 16,-1 1-100-16,14-1-164 0,-18-1 12 15,18 1-188-15,0 0-243 0</inkml:trace>
  <inkml:trace contextRef="#ctx0" brushRef="#br0" timeOffset="69269.82">1730 1541 2177 0,'2'7'47'0,"-2"-7"14"0,3 7 18 0,-3-7 29 16,2 7-1-16,-2-7 14 0,0 0 13 15,0 0-3-15,9 5-2 0,-9-5 14 16,0 0 6-16,14 2-11 0,-14-2-15 16,20-2-8-16,-20 2-12 0,16-3-12 15,-16 3-6-15,18-6-8 0,-9 1-3 16,-3 0-7-16,-1-4-5 0,2-1-8 0,-4 0-8 16,-3-5-4-16,-1 0-8 0,-3-3-2 15,-1-2-9-15,-2 0-1 0,1 6-2 16,-1-1-7-16,1 3-3 0,-4 2 3 0,1 3-7 15,0 0-8-15,0 2 2 0,-2 3 6 16,11 2-7-16,-19-1 1 0,19 1 1 0,-15-4-5 16,15 4 7-16,0 0-7 15,-14-1 4-15,14 1 0 0,0 0 15 0,-2-7 21 16,2 7 13-16,0 0 8 0,24-18 5 16,-9 10-2-16,0-2 5 0,3-1-5 15,-4 3-7-15,2 1-8 0,-3 0-3 16,-2 2-5-16,-1 3-4 0,-10 2 3 0,0 0 9 15,34 11 5-15,-24-3-7 0,5 6-1 16,-4 1-5-16,3 2-4 0,-1 9-2 0,5-2-5 16,-5 0-3-16,4 1-2 0,-6-4-3 15,-1-3 1-15,0-2-3 0,-3-1-18 16,2 2-23-16,-3-5-31 0,0-2-40 0,0 0-57 16,-2-1-56-16,-1-2-49 15,1 0-52-15,-4-7-86 0,4 7-185 0,-4-7-53 16,3 5 62-16,-3-5-243 0,0 0-303 15</inkml:trace>
  <inkml:trace contextRef="#ctx0" brushRef="#br0" timeOffset="69486.22">2155 1301 2509 0,'-6'-8'150'0,"6"8"15"0,-5-8 2 0,5 8 2 16,0 0-8-16,-2-4-14 0,2 4-9 0,0 0 36 15,0 0-15-15,0 0-11 16,5 32-15-16,-1-17-12 0,2 4-9 16,-1 2-14-16,1-1-36 0,0 5-50 0,0-4-79 15,-3 2-81-15,3 0-63 0,1-3-58 16,-3 1-88-16,4-4-133 0,-6-3-92 16,2-6 52-16,0-1-141 0,1-2-165 0</inkml:trace>
  <inkml:trace contextRef="#ctx0" brushRef="#br0" timeOffset="69619.16">2157 1264 1805 0,'-13'-4'16'0,"1"-4"5"16,1 8 3-16,1-5-4 0,2 3-2 16,8 2-6-16,-15-6-32 0,15 6-66 0,-14-1-107 15,14 1-357-15,0 0-53 0</inkml:trace>
  <inkml:trace contextRef="#ctx0" brushRef="#br0" timeOffset="69988.36">2288 1308 1713 0,'0'0'100'0,"10"-3"-12"16,-10 3-4-16,0 0 17 0,0 0 42 0,9 7 28 15,-9-7 9-15,4 6-9 16,-4-6 11-16,7 10 1 0,-2-4 4 15,-5-6-9-15,4 10-3 0,-4-10-18 0,7 7-10 16,-7-7-15-16,6 5-8 0,-6-5 2 16,5 5 7-16,-5-5 14 0,0 0 3 15,0 0-13-15,0 0-15 0,25-17-12 0,-14 1-11 16,7-7-13-16,-1-1-7 0,-2 7-10 16,-1 3-9-16,-5 3-6 0,0 1-5 0,-5 2-9 15,4 3-8-15,-4-1-5 16,-4 6 1-16,9-4 0 0,-9 4-3 0,0 0 1 15,0 0-3-15,31 10-3 0,-24-3 2 16,5-1-9-16,-1 0-2 0,0 2 0 16,1-1-24-16,-2-1-27 0,1 0-43 15,-3-1-49-15,-1-2-64 0,-7-3-63 0,12 7-56 16,-7-1-53-16,-5-6-103 0,8 1-180 16,-8-1 27-16,0 0-325 0,13-14-429 0</inkml:trace>
  <inkml:trace contextRef="#ctx0" brushRef="#br0" timeOffset="70202.95">2811 793 2734 0,'0'-13'85'0,"0"1"41"16,0 2 52-16,-2 1 38 0,2 9 27 15,-3-12 9-15,3 12-12 0,0-9-17 16,0 9-27-16,0-6-25 0,0 6-24 16,0 0-14-16,0 0-15 0,0 0-6 15,18 23-9-15,-11-9-10 0,3 4-14 0,-2-2-5 16,1 5 1-16,0-4-12 0,-1 3-42 15,0-2-42-15,-1-5-51 0,-1-1-69 16,-2 0-66-16,2-3-46 0,-1 2-43 0,-3-4-50 16,4-2-93-16,-2-3-200 0,-4-2 28 15,0 0-293-15,0 0-385 0</inkml:trace>
  <inkml:trace contextRef="#ctx0" brushRef="#br0" timeOffset="70436.97">3439 768 2597 0,'-4'9'67'16,"4"-9"13"-16,0 0 10 0,-2 10 13 15,2-10 38-15,0 0 2 0,0 0-13 16,-3 8-12-16,3-8-12 0,0 0-9 0,0 12-13 16,0-5-3-16,0-7-5 0,-2 16-6 15,0-4-7-15,2-1-7 0,-4 5-40 16,-1-1-57-16,0 3-71 0,1-1-64 0,3-1-64 15,-3 1-79-15,0-2-124 0,4-1-112 16,0-1 49-16,2-1-81 0,4-2-88 16</inkml:trace>
  <inkml:trace contextRef="#ctx0" brushRef="#br0" timeOffset="70685.28">4221 1005 1717 0,'5'0'96'0,"-5"0"34"0,0 0 53 15,0 0 70-15,-40 13 52 0,-6 4 38 16,-13 4 26-16,-31 13-1 0,-7 6 15 16,-11 7-9-16,-14 5-12 0,-44 24-11 15,-5 7-12-15,-6 2-15 0,-1 0-11 16,7-4-22-16,7-6-20 0,46-14-28 0,1-5-25 16,5 1-22-16,9-4-20 0,8-4-22 15,9-3-16-15,12-5-13 0,24-12-38 16,9-4-53-16,10-9-58 0,3-1-98 0,8-5-104 15,5-1-105-15,3-2-88 0,5-2-91 16,1-3-115-16,6-2-232 0,0 0 70 0,0 0 81 16,0 0-497-16,0 0-666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9T03:57:04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4836 10181 1178 0,'-11'0'326'0,"11"0"-120"16,-11-5-45-16,11 5-9 0,-14-3-11 15,14 3-1-15,-13-4 3 0,6 1-5 16,7 3 7-16,-13-5-9 0,8 1-2 15,5 4-7-15,-9-5-18 0,9 5-7 16,0 0-4-16,-10-5-17 0,10 5-7 0,-8-3-7 16,8 3-8-16,0 0 2 0,0 0-7 15,-7-4-8-15,7 4-6 0,0 0-3 0,-6-3-6 16,6 3 9-16,0 0 14 0,0 0-2 16,0 0 11-16,0 0 14 0,-10-2 10 0,10 2 5 15,0 0 11-15,0 0-4 0,0 0-9 16,-15 0-2-16,15 0-5 0,0 0-6 15,-14 4-8-15,14-4-4 0,-13 5-4 0,4-2-6 16,1 4 1-16,2 1 4 0,-5 5-2 16,1 2 6-16,-3 11 3 0,-3 1 8 15,5 6 5-15,-2 2 10 0,1 11-1 16,3-4 1-16,6-1-1 0,-1 0-2 0,6 0-3 16,1-1-8-16,3-3 0 0,3-6-3 15,5-1 2-15,4-4-4 0,2-8-1 0,5 0-4 16,0-8-6-16,0-5-13 0,2-3 0 15,12-6-5-15,-1-3-7 0,2-4-1 0,-3-5 10 16,3-6-17-16,-12 0-3 0,-1-3 1 16,-7-2 2-16,-2 0 3 0,-7-4 4 15,-6 3 11-15,-5 2-7 0,-5-8-2 16,-2-2 2-16,-8 3-29 0,-6-9 1 0,-10 3-8 16,2-2-2-16,-3 6-3 0,2 2-12 15,5 14-17-15,1 0-19 0,1 9-18 16,5 5-26-16,0 5-32 0,2 5-40 0,-4 4-50 15,-5 8-56-15,3 2-77 0,1 2-80 16,3 0-125-16,7-4-177 0,4-5 59 0,3 0 67 16,4-5-413-16,0-7-494 0</inkml:trace>
  <inkml:trace contextRef="#ctx0" brushRef="#br0" timeOffset="649.91">6069 9305 2763 0,'-4'-13'76'0,"1"2"32"0,-1 4 56 0,1 1 32 0,3 6 22 15,-3-7 7-15,3 7 31 0,0 0 40 16,0 0 43-16,1 25 9 0,4-4-15 15,-1 5-18-15,3 9-27 0,4 0-28 16,3 2-23-16,1-5-21 0,4-3-21 0,4-3-14 16,0-4-24-16,3-5-12 0,-3-5-19 15,1-5-10-15,-6-4-11 0,1-1-10 0,1-4-11 16,-2-5-6-16,2-3-8 0,3-7-6 16,-5-5-6-16,-2-1-4 0,-5-4-29 0,1-2-25 15,-8 4 0-15,1-10 0 0,-3-2 0 16,-2-4 0-16,-2-1 0 0,0-4 0 15,-1-12 0-15,-6 7 0 0,4 10-52 16,-1 7-137-16,1 12-57 0,-1 4-76 16,0 8-93-16,-2 7-86 0,-4 1-92 0,-6 11-163 15,-11 8 3-15,-9 13 83 0,-5 11-586 16,-18 21-718-16</inkml:trace>
  <inkml:trace contextRef="#ctx0" brushRef="#br0" timeOffset="1083.17">5359 10104 3226 0,'-7'6'-45'16,"2"-1"44"-16,-1-2 43 0,1 2 41 15,-3-1 31-15,8-4 25 0,-10 3 13 0,10-3 8 16,0 0 1-16,-17-3-12 0,17 3-5 16,-10-8-11-16,5 2-9 0,1-4-6 15,0-1-4-15,3-4-6 0,-1-2-8 0,0-3-7 16,2 2-10-16,5-7-10 0,-1 4-5 16,5-8-1-16,3-1-13 0,1 3-2 0,5-2-7 15,4 1-2-15,-1 1-6 16,4 1 0-16,2 6-8 0,0-4-1 0,3 4-4 15,4 1-1-15,-1 3-1 0,10-3-6 16,-6 3-3-16,8-1 0 0,-9 3-3 0,12-3 1 16,-12 2-7-16,1 1-4 0,-3 1-7 15,-4-3-5-15,-1 3-7 0,-8 1-10 0,-1 1-3 16,-8-1-12-16,1 2-20 0,-1-3-27 16,-1 5-24-16,-7-2-53 0,4 2-62 0,-4-3-67 15,0 3-89-15,0-2-154 0,-3 4-74 16,-2-1 60-16,1 7-352 0,-8-7-388 15</inkml:trace>
  <inkml:trace contextRef="#ctx0" brushRef="#br0" timeOffset="6481.41">16720 12746 2347 0,'8'-5'-59'0,"-3"2"21"0,1-1 28 16,-6 4 30-16,6-3 41 0,-6 3 32 16,0 0 40-16,0 0 25 0,6-7 16 0,-6 7 6 15,0 0 0-15,0 0-3 0,0 0-13 16,0 0-9-16,0 0-14 0,0 0-7 15,-18-8-10-15,18 8-10 0,-13-2-9 16,13 2-9-16,-19-2-13 0,6 2-3 16,-3 0-10-16,0 2 10 0,-8 0-1 0,-1 1 2 15,1 0-1-15,-11 3 1 0,-2-1 0 16,0 0 2-16,0 3-1 0,1-2 4 16,0 0-1-16,2 1-6 0,0-1-5 0,0 2-3 15,2 0-4-15,-3-3-4 0,9 3-5 16,-7-2-8-16,6 2 0 0,4-1-7 0,0-1-2 15,0 0-9-15,1 0 0 0,1 2-11 0,-1-4 5 16,0 3-5-16,-1-1 5 16,2 2-7-16,0 0-5 0,-1 1-2 0,-2-2 1 15,-2 6-2-15,-5 0 0 0,4-1-1 16,-1 1 1-16,1 1-3 0,3 1-2 16,3-3 4-16,-4 4-3 0,3-3-4 0,4-1 4 15,0-1 2-15,0-1-5 0,2 2 0 16,-1-2-3-16,0 1-5 0,1-3 4 0,3 5 2 15,-2-7-1-15,4 2 1 0,0 2-2 16,-1-3 2-16,1 3 2 0,-1-2-4 0,0 1 0 16,-1 3 2-16,1-4-4 15,1 1 1-15,0-1 1 0,-1 1 3 0,1 1-1 16,-1-1 0-16,1-2-3 0,0 5 0 0,1-2 3 16,-1 0-3-16,-4 4-2 0,5-4 5 15,-1 4 1-15,-1-4 1 0,2 2-3 16,-2 0-1-16,0 0 1 0,0 0-3 15,3-2 3-15,-3 5-1 0,5-3-2 0,-2-1 3 16,-2 1-4-16,4-1 1 0,0 3 0 16,1 1 2-16,2-1-1 0,0 1-1 0,0-1 4 15,4-1 0-15,0 3-3 0,0 1 3 16,4 0 0-16,0-2 0 0,2 6 0 0,1-4-2 16,3 2-2-16,2-1 6 0,-5-1 0 15,0-5-5-15,5 5 6 0,-2-5-1 0,1 2 0 16,-1-5 3-16,3 3 8 15,0 1-4-15,-1-5 7 0,4 2-1 0,4-1-3 16,1 1 9-16,-1-3 3 0,11 3-1 16,-1 1-1-16,3-1-3 0,-5-5 2 0,7 3 3 15,0-1-6-15,-7-3 0 0,6 4 3 16,-5-6 2-16,-2 1 6 0,-1-1 13 16,0 2-7-16,3-3-5 0,0 1 1 0,-2 1-3 15,1-1-6-15,1 0 3 0,-1 0-7 16,8 1-1-16,-1 0 0 0,-9-1-6 0,5-2 7 15,9 4-12-15,-7-3 6 0,-3-1 1 16,16-1-5-16,-5 1 4 0,5 0-2 16,0-4-5-16,-2 2 0 0,1-4 23 0,0 0 1 15,-4 3 6-15,2-4-3 0,-5 4-4 0,-10-1 1 16,-1 4-8-16,-3-5 2 16,-3 4-8-16,4-1 0 0,-2 0 3 0,-4-1-1 15,6 1 1-15,3 0-4 0,-3-1 2 16,11-1-7-16,-3 1 1 0,6-1 4 0,6 0-4 15,-4-2-3-15,4-1 7 0,-2 2-3 16,3 0-4-16,0-3-2 0,-2 4 1 16,-1-1-5-16,0 0 1 0,-2 2 0 0,-1-3-4 15,-8 3 1-15,7 0 4 0,-6 3-3 16,-8-2 4-16,2 0 5 0,0 2-11 0,0-1 3 16,-4-1-5-16,-2 2 5 15,0 0-6-15,0-2 3 0,-2 2 4 0,-2 0-5 0,0 0 4 16,-2-2-6-16,5 2 6 15,-4 0-1-15,7 0-3 0,0 0 2 0,6-3 1 16,11 0-3-16,-1-1 1 0,8 0 1 16,-6 0 11-16,4 3-11 0,-4 1-3 0,-7-1 0 15,-3 1-5-15,-3 1 3 0,-1 0-2 16,0-1 8-16,-6 4-6 0,0-2 4 0,-4 0-7 16,3 0 2-16,-6-2 14 0,0 2-14 15,3-2 5-15,0 3 2 0,4-1 0 0,6-2-2 16,-6 0 0-16,0 1 1 0,5 1 8 15,-7 0-10-15,8 0 3 0,-6-2-1 16,1 0 1-16,-2 1-3 0,-4-1 0 16,-2 2-4-16,0 0-1 0,3-2 1 0,-3 3 6 15,-1-2-1-15,0 1 0 0,0 0-4 16,4 2 4-16,2-3 2 0,3 1-6 16,5 1 5-16,-3-1-4 0,4 0 3 0,1 0-4 15,13 1 4-15,-2-1-2 0,0 1 3 16,-1 0-1-16,-11 1-1 0,-2-1-25 0,-1 1 1 15,-6-3 1-15,3 3 1 0,-6-2 0 16,4 1 3-16,-6-1 3 0,4 0 8 0,0-1-2 16,4 4 12-16,-1-5-17 0,-1 0 5 15,7 0-1-15,0-2 2 0,2 2 4 16,-3-1 4-16,5 1 0 0,-3 0-1 16,1-2-10-16,2 2 6 0,-5-1-1 0,-4 1-18 15,0 0 4-15,-3 1-1 0,1-1 6 16,-4 0-3-16,0 0 3 0,-1 2 10 0,0-2-8 15,2 0 3-15,2-2 12 0,2 2-15 16,-2-1 5-16,2 1-1 0,3-2-6 0,-2 0 14 16,-1-1-5-16,-2 1-5 15,4 0 9-15,-6 0 0 0,-2 1-2 0,2-1 4 16,-4 0-3-16,3 1 3 0,-1-1-5 0,-1 0 3 16,-1 0 4-16,-1 0 3 15,1-2-10-15,2 2 7 0,4-1-6 0,-2-1-4 0,6 1-2 16,0-2-3-16,0 1-13 15,2-1 1-15,-2 0 4 0,2 0 9 0,-1 0-14 16,-1 0 9-16,-4 1 4 0,0 0-8 16,-4 0 1-16,-2 3 8 0,1 1-11 0,-5-3 12 15,1 3-2-15,-10 0 0 0,15-4 3 16,-7 2 8-16,-8 2-6 0,15-1 0 0,-15 1 5 16,15-2-2-16,-6 1 3 0,7 1 3 15,5-3-14-15,3 1 10 0,7 0-3 0,-1 2 5 16,9-2 1-16,-5 2-2 0,-5 2-2 15,9 2 6-15,-8-1-4 0,-5-2 1 16,0 4-4-16,-3-1 2 0,0-1 1 16,1 2-2-16,-5 1 4 0,5 1 5 0,-5-4-4 15,0 1-1-15,5-1 3 0,4-1-2 16,2 1 1-16,0-2 15 0,8 1-15 16,-2 2-2-16,3-2 3 0,-5-1-6 0,-5 1 7 15,1 0-3-15,-1-1 3 0,-3 1-6 16,-4 0 1-16,-2 0 0 0,0-1 1 0,-3 1 2 15,-2-2-3-15,2 2 6 0,-3-2-2 16,3 0-2-16,-2 0 1 0,8 0 2 0,-4-2 0 16,9 2 1-16,0-3-6 0,-2 1 9 15,-2 2-7-15,-2-2 2 0,-1-1 1 16,2 1-8-16,-6 2 4 0,2-2 1 16,-5 1-3-16,1-1 5 0,-2 2 0 0,1 0-2 15,-13 0 0-15,20 0-3 0,-20 0 8 16,19 0-4-16,-6 0 7 0,3 0-13 0,5 0 3 15,-1-2 5-15,5 0-3 0,0 2-1 16,6 0 3-16,-3 0-4 0,1 0 8 0,2 0-8 16,-3 0 3-16,1 0 0 0,-2 4-1 15,-5-4-3-15,1 0-11 0,-2 0-8 16,-2 0-1-16,-4 0 0 0,0 0 2 0,3 0 3 16,-1 0 0-16,4-2 7 15,0 0-3-15,4-1 9 0,3 0-1 0,8-4-6 16,0 3 3-16,2-2 10 0,1-2-11 15,1 3-6-15,-6 0-1 0,-3 0 4 0,-6 2 0 16,-2 0-4-16,-7-1 2 0,4 2 1 16,-6-1 3-16,6 0-1 0,-7 1 3 0,1 2 2 15,0-4 0-15,4 0 0 0,1 2-1 16,3-3 3-16,5 3 2 0,7-8-1 0,3 5 9 16,-2 0-12-16,-7 1 6 0,1 0-3 15,7-1 0-15,-6 1 2 0,-5 2-1 0,-1 0 1 16,-4-1 1-16,-1 2-1 15,-2-1 1-15,-3 0-3 0,-1 0 7 0,-2 2-2 16,1-2 0-16,-1 2-2 0,3 0 7 16,-1 0-6-16,6 0-2 0,1-3 4 0,5 1-1 15,4 2-1-15,0-1 0 0,8-3 1 16,-2 3 1-16,5-1 0 0,-6 2-4 16,-5-2-5-16,0 2-9 0,-2-2 0 0,-5 2-6 15,-3 0-12-15,0 0 6 0,-4 0 3 16,-3-3 4-16,1 3 3 0,-2 0-1 0,1-3 4 15,-1-1 2-15,1 2 4 16,-1-1 0-16,1 0 3 0,0-3 2 0,-1 1 3 0,0-1-4 16,3-3 1-16,-3 2 2 0,1-2 2 15,2 1-5-15,-4 3 3 0,-2-4 1 0,-1 2 1 16,1 1-1-16,-1-1-2 16,2 0-1-16,-4-2-2 0,1 3-1 0,-3-1-1 15,5-2-2-15,-4-1-1 0,2 1 6 16,-2-2-1-16,-1 2-2 0,3-2 0 0,-3-2 3 15,6-1 1-15,-4 1 0 0,-1-2 0 16,3 0 3-16,-1 1 1 0,-1 2 2 16,0 0 3-16,1 0-1 0,-1 0-1 15,3 2 0-15,-5 0-1 0,4 1 2 0,-2-1-3 16,3 1 0-16,-3 1 2 0,3-1 2 16,4 1-1-16,-5-3 0 0,0 1-2 15,5 0 1-15,-2-4-1 0,-3 4 0 0,7-1 0 0,-3 2 0 16,3-3-1-16,2 2 0 15,0-3 0-15,1 3-2 0,-1 0 2 0,-4-1-2 16,8-1-1-16,-4 3 1 0,2-1 3 16,-1 0-4-16,-2 4 2 0,2-6-2 0,1 4 4 15,-3-1 0-15,2-1 2 0,0 0-4 16,-2 0 2-16,-3 1 2 0,5-3-4 0,-3 5 2 16,1-5 0-16,0-1-1 0,2 1 0 15,0-2 2-15,-2 2-2 0,1-2 0 0,6-4 2 16,-3 1-3-16,3 0 1 15,-6 3 0-15,2 2-2 0,3-9 0 0,-1 0 1 16,2 2 1-16,-8 4-3 0,8-4 3 16,-7 2 1-16,0 3-2 0,-3 0 3 0,3 1-3 15,-2-4 1-15,1 3-1 0,2-9 1 16,-2 5-2-16,3-8 2 0,-1 0-1 16,-2 0 0-16,4 1 2 0,0-1-2 0,-6 0-2 15,8 2 2-15,-7 0 1 0,-1 5 0 16,-1 2-1-16,-2 2 0 0,1 0 3 0,-2 2-4 15,1 1 3-15,-4 3-1 0,4 1 0 16,-6-2-2-16,5 2 5 0,-4-1 1 0,-1 1 5 16,3-2 1-16,-3 3 1 15,0 1-2-15,1 0 0 0,-4 6 0 0,4-13 1 16,-2 6-6-16,-2-1 3 0,0 8-2 16,-2-16-2-16,0 9 1 0,0 0 1 0,-2-1-5 15,1-1 4-15,-2 1-2 0,-1-1 3 16,-1-1-3-16,-5-4-2 0,3 4 0 0,-2-2 4 15,-3 0-6-15,-1 0 2 16,-1 0 0-16,2 0 0 0,-4 2-1 0,0-1 0 16,-9-3-3-16,-2 3 3 0,-1 1-2 15,-3-1 5-15,1 4-2 0,-5 0-5 0,3 0 6 16,-4 2 0-16,-2 1-1 0,2-2-1 16,-2 2-1-16,-2-1 3 0,0 0 2 0,-4 0-3 15,0 2-1-15,-1-1 2 0,-1-1-1 16,-13 1 3-16,12 1 0 0,-10-2 0 15,-4 4-2-15,11-1-4 0,1 2 6 0,-14 0 0 16,11 0-6-16,2 2 5 0,0-2 0 16,-9 5-1-16,15-5 1 0,-1 1 0 0,2 1-1 15,2-1 2-15,1-1 1 0,2 2-1 16,-6 0 0-16,4-2 2 0,-1 5 2 0,-4-3 1 16,4 0-1-16,-5-2 3 0,1 5-4 15,1-2 0-15,-5 1-1 0,-8 6 2 0,0-4-2 16,-1 0-1-16,12 0 4 0,1-2-8 15,-1 3 2-15,5 0 2 0,-2 0-4 16,4-1 2-16,-2-4 4 0,5 8-2 16,-1-5 5-16,1 1 2 0,-3 3 0 15,9-2-3-15,-8 0-3 0,0-3 3 0,0 4 0 16,-4-2 12-16,4 1-1 0,-2-3 0 16,1 3-3-16,0-2 4 0,-1-2-8 0,3 0-1 15,-6 3-2-15,2-1 2 16,-3 0-4-16,0-2 0 0,-4 1 0 0,-9 2-3 15,0 0 2-15,2-1-2 0,10 0-2 0,-10 2 6 16,10-4-6-16,2 2 3 0,4-1-2 16,-2 1 2-16,1 3-5 0,6-4 3 15,3-1-2-15,-5 2 0 0,8-3 2 0,1 1-1 16,-9 1 1-16,2 1-2 0,-2 0-3 16,-2 2 1-16,-2-2 4 0,2 0-3 0,-4 2-1 15,3 0 3-15,-4 1-1 0,2-2-1 16,-2-1-4-16,0 1 0 0,-1 0 6 0,1 0-3 15,-2-4 3-15,0 4-3 0,3 0 0 16,-1-2 0-16,-1-1 2 0,-2 3-3 16,0-2 2-16,1 4-1 0,-8-4 4 15,9 3-4-15,-9 3 2 0,0-2-1 0,-1 2-3 16,10-4 1-16,3-1 2 0,-4 3-1 0,4-1-3 16,2-2 3-16,-6 0 1 15,4-1 1-15,-3 2-3 0,2-2 1 0,2 1 1 16,-2-2-3-16,-2 3 1 0,5-1 2 15,-1 0-2-15,0 3 0 0,-2-1 0 0,3 0 2 16,4 3-1-16,-3-1 0 0,0-2-1 16,-1 3-2-16,4-2 3 0,-1 1-2 0,2 2 0 15,-3-7-5-15,5 6-4 0,0-3-4 16,5 1-1-16,4-3 2 0,0 0-3 0,1 1-1 16,-1-1 3-16,0-3-4 0,0 4 4 15,0-2-2-15,3 0 3 0,-3 2 2 0,-2-2-3 16,0 0 4-16,-9 1-3 15,8 1 2-15,-6-2-6 0,-2 2 7 0,5-2 1 16,4-4 2-16,1 3-1 0,-1-2 2 16,2-1 2-16,-4 2-3 0,4 0 3 0,3-2-1 15,3 0 2-15,-4 2-2 0,-4-1-1 16,-2 1 1-16,3 2 0 0,1-1 2 16,-1 0-1-16,2 1 2 0,-1-2-1 0,1 4 3 15,0-2-2-15,2-2 1 0,7-1 4 16,-4 3-4-16,3-1 3 0,2-2-2 0,-2-1 0 15,1 4-1-15,1-2 4 0,1 0-1 16,2-2 0-16,-3 0-4 0,1 3-6 0,0-1 1 16,0-1 2-16,-1 1 0 15,3 0-1-15,-7 1 0 0,2-1 1 0,-8 2 3 16,-2-2 0-16,1 4-1 0,-1-3 1 16,-1 1 0-16,-10 1 0 0,1 0 5 0,4-1-4 15,3-3 0-15,0 1 0 0,-1 0 1 16,-1-1 1-16,-8 1 0 0,5 0-3 0,5-2 1 15,-2 1 2-15,5-1 0 0,-5 2-2 16,4 1 2-16,-1-1-3 0,-3 0 4 0,-7 3-1 16,1-1-1-16,2-3-1 15,-4 4 3-15,9 0 0 0,3-3-1 0,3 3 2 16,-1-1-1-16,8-3-1 0,-2 1 1 16,2 0 0-16,2 0-3 0,-1-1 1 0,3 1-14 15,-1 1-21-15,3-3-23 0,-3 0-31 16,3 2-35-16,0 0-57 0,3 2-57 15,-1-1-66-15,-2-2-84 0,0 4-127 0,2-3-113 16,4 4 68-16,-3-2-327 0,8-4-370 16</inkml:trace>
  <inkml:trace contextRef="#ctx0" brushRef="#br0" timeOffset="9423.31">16177 14130 2260 0,'-4'-7'-80'0,"4"7"14"0,-2-10 18 0,1 6 8 15,-1-2 13-15,-3 1 19 0,5 5 14 16,-5-12 13-16,1 2 10 0,-2 1 0 0,3 1 4 16,-3 0-2-16,0 2 4 0,-4-1 1 15,1 2 2-15,-3 0 6 0,-1-2 3 16,-2 2 7-16,0 1 8 0,-5-1-1 16,0-1 5-16,1 4 3 0,-3 0 1 0,0-4 3 15,-3 2-2-15,0 0-1 0,0 0-3 16,0 0-3-16,1 0-8 0,-1-1-7 15,1 3-5-15,-3-2 0 0,4 4-5 0,-4 0-5 16,-2 2-2-16,3 0-6 0,1 0 0 16,-11 4 4-16,8-1-3 0,-9 2-6 15,8-2 4-15,-3 6-5 0,-1-1 9 0,1 1-2 16,2-2-6-16,3 1 10 0,-6 0-6 16,3-1 4-16,-1 3 4 0,3 1-2 15,-1 1 5-15,3 1-5 0,0 1 1 0,-3-1-8 16,4 2 0-16,0-1 4 0,4 1-13 15,1-2 5-15,-2 2-1 0,5-2-2 0,0-2-1 16,1 1-4-16,2-1 3 0,0-1-1 16,-3 4-4-16,3-3 5 0,-1 3 2 15,4-1 3-15,-3-1-4 0,3 3 0 0,-1-1 8 16,3 2-3-16,2 1-3 0,-1-2-1 16,2 0 1-16,2 2 5 0,2-1-6 0,2 0-8 15,0-1 2-15,0 2 5 0,4-1-1 16,3 2-3-16,-2-2 12 0,8 9-2 0,3-7 2 15,-2 4 1-15,8-1-1 16,1-1-1-16,3-2 6 0,0-1-2 0,5 0 0 16,1-2 4-16,2-1 3 0,0 0 5 15,0-3 2-15,0-1 1 0,2-2-2 16,2 1-1-16,-1-3-2 0,3-2-3 0,-4 2-2 16,-2-1 0-16,2-1-5 0,-6-2-3 15,7 0-4-15,-6 2 0 0,7-2-1 0,-8-1-1 16,10-1-2-16,3 1-2 0,-2-3-2 15,2 2-3-15,2-2 1 0,0-2 1 0,1 1-1 16,1-3-4-16,3 2-1 0,-2 1-1 16,-1-1 0-16,1 2 4 0,0-2-4 0,0 2 0 15,-1-2 0-15,3 1 1 16,0-2-2-16,-2 3-2 0,2 0 3 0,4 0 1 16,9-1 1-16,1 0-7 0,1-3 2 15,2 1 0-15,4 0-2 0,-1-2 3 16,0 3-3-16,1-4 2 0,0 1-3 0,-5 4 6 15,6-5-2-15,-1 3 0 0,-1-3-3 16,-3 2 2-16,-1-1-5 0,-2 2-4 0,-1 1-12 16,2 2 0-16,-2-2-3 15,-1 4-4-15,3-2-6 0,-2 2-2 0,-10 1 6 16,-4-2-3-16,1 1 3 0,0 2 5 16,1-2-3-16,-1 1 5 0,0-3-3 0,1 3 3 15,-2-2 3-15,3-2 1 0,-1 1-1 16,-1 0 3-16,2-3 5 0,-2 3-1 0,0-3 2 15,2 2 1-15,2 0 0 0,-4-1 2 16,4 2-1-16,0-2 3 0,-4 4 1 0,-2-2-6 16,2 2 6-16,-3-2-1 0,0 1 3 15,-4-1-2-15,1 4 2 0,2-4 3 16,-2 0-6-16,3 0 3 0,1 0 4 16,5 0-2-16,-3 0 1 0,2-3 0 15,8 1 1-15,-9 0-1 0,3 0-3 0,7-1 0 0,-11-2 1 16,0 3 1-16,-3 0 0 0,-1 0-4 15,-3 0 4-15,-1 1-2 0,-7 1 3 16,-4-3 0-16,-6 3-3 0,6 0 0 16,-4 0 2-16,1 0 2 0,3 0-3 0,-3 0 1 15,15-3 1-15,0 3-2 0,4 0 2 16,0 0-3-16,3 0 0 0,-3-1 1 0,1 1 1 16,-1 0 3-16,-3 0-6 0,1 0 4 15,-6-1 3-15,-5 1-2 0,-1 0-2 16,-5 0 2-16,12 0 0 0,3-2-4 0,-4 0 1 15,5 0 3-15,-2-2-3 0,2 2 3 16,-3-4-1-16,4 0 0 0,-4 0-1 0,0-1 2 16,-1-1-2-16,-3-3-2 15,-1 1 4-15,0 0-2 0,-4-2 4 0,-2-1 1 16,-1 2-7-16,-1-1 6 0,-9 0-1 16,6-4 2-16,-2 1-3 0,-3 1 2 0,-4 0-2 15,5-4 1-15,2-2 2 0,-2 0-2 16,-2 0-1-16,-2-2 9 0,0-3 0 0,-2 0 7 15,1 0 1-15,-7 3 1 0,0 3 3 16,2 0 1-16,-6 1-1 0,-1 1 1 16,-2 0-1-16,0-3-5 0,-2 2-3 15,-2-1 4-15,-6-2-3 0,3-2-1 16,-4 5-3-16,-4-9-2 0,2 2 2 0,-2-2-5 16,1 6 0-16,0 5 0 0,-4-9 2 15,-2 3-4-15,0 2 1 0,-3-2-5 0,-3 5 3 16,-1 1 2-16,2 1-3 0,-11 3-1 15,2 0-1-15,-6 1 2 0,-4 2 0 0,0 2-1 16,-3 0-2-16,-3 1 0 0,1 2 2 16,-3 2-2-16,0-2 5 0,-1 2-3 15,-1 2-4-15,0 0 3 0,2 2-3 0,-13-1 2 16,2 4-1-16,11-3 4 0,-9 6-3 16,11-6 4-16,3 1-6 0,-4 1 3 0,4 1-2 15,4 0 14-15,-6-1 1 0,6 2 1 16,-2-5 1-16,2 3 0 0,-4 2-3 0,6-3 0 15,-1 0-2-15,-1 1-2 16,9-2-1-16,-6 4 3 0,-2-5-3 0,4 3 0 16,-1-4 0-16,9 1-2 0,-12-1-1 15,0 0 1-15,-2 2-4 0,0-4 0 0,1 4 0 16,-4-2 2-16,2 1-1 0,-3 1 1 16,0 2-3-16,0 0 0 0,-1-1-2 15,-1 0 1-15,3 3 0 0,-7-3-1 0,6 2 0 16,-3-3 5-16,-1 1-2 0,5 1-1 15,-1 0-3-15,0 0 3 0,0 0 0 0,3-1-1 16,0-1-1-16,2-1-1 0,3 3 3 16,-5-2-1-16,4-1 0 0,-1-1-3 15,-3 2 1-15,2-2-6 0,5 0-3 0,-5 2-1 16,1-2 6-16,8 0-7 0,2 0 4 16,-3 0 1-16,5-2 2 0,-5 2-4 15,5 0 3-15,-3 2 2 0,2-4 3 0,3 2-1 16,-1-2 0-16,7 2 1 0,-5-3-2 15,3 3 1-15,1-2-2 0,5 0 2 16,-6 1 3-16,6-4-3 0,-2 5 3 0,0-4 0 16,6 2-1-16,-8-1 1 0,4 0-3 15,-4 1 4-15,4-3 1 0,-4 1-5 16,3 1 3-16,0-2 0 0,-4-1 0 0,2 0 0 16,0 2-1-16,-2-1-2 0,0-2 3 15,4 2-4-15,-3-1 3 0,2 0-2 16,-3 0 4-16,-1 0-1 0,2-1 0 0,-1 1 0 15,-1 2 0-15,0-4 0 0,1 3-4 16,-2 1 3-16,-4 0 2 0,2 0-5 0,1 1 2 16,-1 2 4-16,0-1-2 0,0 0 0 15,-1 0 0-15,-1 0 0 0,3 1 0 16,-3-1-4-16,0 0 4 0,0 1-2 0,1-1 1 16,-1 0 2-16,-2-1 0 0,1 1-3 15,-3 0 1-15,-9 2-1 0,-1-4 4 0,-4 2-1 16,4 0-2-16,-2 2 1 0,4 0-1 15,-3 0 3-15,10 0-4 0,1 2 3 16,4-2-1-16,-1 0-1 0,-1 2 2 16,1-2-2-16,1 0 4 0,0 0-3 0,-2 0-2 15,2 0 5-15,-1 0 1 0,-1 0-2 16,3 0 1-16,-4 0 4 0,-1 1-2 0,3 2-2 16,-15-3-2-16,5 6 1 0,-1-1 0 15,-4 1-1-15,3 0 3 0,1 2-5 16,-2 0 3-16,5-1-1 0,0-3 2 0,9 4-1 15,2-6 0-15,2 4-1 0,7-2 0 16,-2-3 2-16,5 0-3 0,-1 2 1 16,3-1 1-16,11-2-1 0,-15 4 2 15,5-2-4-15,10-2 3 0,-15 1 12 0,15-1 12 16,-12 3 7-16,12-3 13 0,0 0 10 0,-13 2 8 16,13-2 6-16,-9 2-1 0,9-2 1 15,0 0-2-15,-17 0 1 0,17 0-1 16,0 0 5-16,-22 0 7 0,22 0-3 0,-14-2 2 15,14 2 0-15,0 0-7 0,-22 0 3 16,22 0-11-16,-13-2-9 0,13 2-6 16,-12-3-8-16,12 3-6 0,0 0-1 0,-13-1-35 15,13 1-47-15,0 0-70 16,0 0-99-16,-11-2-133 0,11 2-159 0,-6 6-277 16,6-6 68-16,2 14 82 0,2 1-496 15,6 2-600-15</inkml:trace>
  <inkml:trace contextRef="#ctx0" brushRef="#br0" timeOffset="11497.52">2818 12371 4954 0,'-7'-7'339'0,"-2"2"13"15,2 1 46-15,2 0-28 0,5 4-21 16,-13-7-18-16,6 3-21 0,7 4-24 0,-7-3-35 15,7 3-12-15,-8-5-227 0,8 5-12 16,0 0 0-16,0 0 0 0,0 0 0 0,0 0 0 16,10 22 0-16,-3-8 0 0,3 3 0 15,5 7 0-15,1 0 0 0,-2 1 0 16,2 2 0-16,-3-2 0 0,-2-2 0 16,-1-5 0-16,-2 1 0 0,-1 0 0 15,-3-3 0-15,2-3 0 0,-2 3 0 0,0-4 0 0,-3-1 0 16,3 0 0-16,-2-3 0 15,-2 1 0-15,0-4 0 0,0-5-231 0,0 0-434 16,-6 3-61-16,6-3-88 0,0 0-13 16,-19-22 71-16,10 10-663 0,-7-13-870 15</inkml:trace>
  <inkml:trace contextRef="#ctx0" brushRef="#br0" timeOffset="11814.24">2650 12354 3588 0,'-11'-10'-75'0,"0"0"75"0,3-2 61 16,2 5 51-16,0-3 24 0,3 1 28 15,1 0 24-15,4-2 15 0,1-1 4 16,7-2 3-16,5-1 4 0,12-4-13 16,4 7 11-16,3-1 8 0,6 8-7 0,-1 3 5 15,4 5 0-15,-2 8 11 0,4 7 12 16,-2 5 2-16,-3 6 0 0,-6 4 5 0,-5 5-3 16,-3 5-7-16,-6-3-24 0,-4 5-214 15,-7-8 0-15,-2 0 0 0,-1 1 0 16,-6-2 0-16,0-5 0 0,-2-6 0 0,-2 1 0 15,-3 5 0-15,-3-4 0 0,-3 1 0 16,0-10 0-16,-5 3 0 0,-1-6 0 16,0-5 0-16,-2 0 0 0,0-3 0 15,-3-5 0-15,-3-2 0 0,6 0 0 0,-4-2 0 16,6-3 0-16,2 3-448 0,-1-4-124 16,3 0-63-16,4 0-111 0,1 0-96 0,3-2 93 15,3 1-679-15,4 1-879 0</inkml:trace>
  <inkml:trace contextRef="#ctx0" brushRef="#br0" timeOffset="12064.8">3229 12460 4284 0,'-2'-9'151'0,"2"4"68"16,0 5 60-16,-7-10 38 15,7 10 20-15,0 0 2 0,0-7-10 0,0 7 5 16,0 0-15-16,0 0-21 0,0 0-26 15,40 21-27-15,-25-8-24 0,7 9-24 16,-4 1-147-16,3 4-50 0,-4 2 0 0,2-4 0 16,-5 1 0-16,-3-1 0 0,0-2 0 15,-7-6 0-15,3-5 0 0,-2 0 0 0,-1-2-238 16,0-2-162-16,-3-1-109 0,-1-7-109 16,0 7-134-16,0-7-65 0,0 0 81 0,0 0-666 15,-19-24-853-15</inkml:trace>
  <inkml:trace contextRef="#ctx0" brushRef="#br0" timeOffset="12230.29">3173 12279 3923 0,'-12'-9'79'0,"3"3"53"0,1 2 35 16,0-2 23-16,8 6 13 0,-13-7-8 0,9 5-14 16,4 2-19-16,-7-6-24 0,7 6-45 15,-8-6-66-15,8 6-82 0,-6-4-114 16,6 4-132-16,0 0-147 0,0 0-220 0,0 0 24 15,0 0 77-15,16 27-330 0,-9-7-380 16</inkml:trace>
  <inkml:trace contextRef="#ctx0" brushRef="#br0" timeOffset="12715.15">3527 12618 3024 0,'3'7'329'0,"1"-2"54"16,-4-5 37-16,0 0 14 0,3 7 16 15,-3-7 4-15,0 0-13 0,0 0-8 0,0 0-16 16,7 5-33-16,-7-5-30 16,0 0-35-16,0 0-36 0,22-3-217 0,-22 3-66 15,0 0 0-15,20-5 0 0,-20 5 0 16,16-4 0-16,-16 4 0 0,11-5 0 0,-8 0 0 16,-3 5 0-16,6-11 0 0,-6 5 0 15,-2-4 0-15,-2-7 0 0,-5 3 0 0,-7-11 0 16,0 2 0-16,2 3 0 0,3 5 0 15,-2-1 0-15,1 3 0 0,3 3 0 16,-3 1 0-16,2 2 0 0,-1 4 0 0,3 1 0 16,8 2 0-16,-18 5 0 0,10 0 0 15,0 0 0-15,0 2 0 0,8-7 0 16,-5 9 0-16,5-9 0 0,0 0 0 16,0 0 0-16,0 0 0 0,0 0 0 0,30-4 0 15,-17-2 0-15,5-5 0 0,-2 3 0 0,0 1 0 16,-3 0 0-16,3 0 0 0,-5 4 0 0,3-1 0 15,-1 4 0-15,-13 0 0 16,28 4 0-16,-10 1 0 0,0 4 0 0,0 1 0 16,7 5 0-16,-3 2 0 0,1 1 0 15,0 0 0-15,-1-1 0 0,-6-2 0 16,0-1 0-16,-3 1 0 0,2-1 0 0,-3-4 0 16,-5-4 0-16,3 3 0 0,-1-2 0 15,-3-2-214-15,-1-1-356 0,-5-4-149 0,12 0-175 16,-12 0 69-16,10-16 86 0,-3 3-700 15,-1-5-888-15</inkml:trace>
  <inkml:trace contextRef="#ctx0" brushRef="#br0" timeOffset="13081">4077 12293 4366 0,'-5'6'204'0,"1"0"60"0,4-6 49 16,-7 5 19-16,7-5 18 0,0 0 2 0,-6 5-5 15,6-5-17-15,0 0-15 0,0 0-15 16,0 0-28-16,0 0-31 0,0 0-36 0,0 0-205 16,40-14 0-16,-27 4 0 15,3-2 0-15,-4-3 0 0,4-2 0 0,-5 0 0 16,-2 2 0-16,0-2 0 0,-4 1 0 16,-1-1 0-16,-4 5 0 0,0 0 0 0,-4 0 0 15,-1 6 0-15,-1 0 0 0,-2 1 0 16,8 5-4-16,-22 9-71 0,6 1 11 15,1 6 14-15,1 6-8 0,-5 3 0 0,8 3 8 16,0 2 7-16,4 3 11 0,2-7 14 16,5-2 25-16,2-2 13 0,1 1 17 0,4-1 5 15,0 0 9-15,6 2-7 0,3-5-6 16,1-7-1-16,0-4-26 0,4-3-61 0,0-5-73 16,0-3-83-16,13-5-85 0,2-6-96 15,12-10-54-15,4-2-32 0,1-6-56 0,16-13-96 16,-4-2-100-16,-20 5 56 0,1-3-524 15,-6 1-657-15</inkml:trace>
  <inkml:trace contextRef="#ctx0" brushRef="#br0" timeOffset="13299.04">4756 11865 3317 0,'-23'2'64'0,"2"2"67"0,1 1 50 16,0 1 47-16,-1 5 45 0,-8 4 38 0,1 4 17 15,1 1 21-15,9 3-3 0,-2 0-11 16,9-2-15-16,4-1-25 0,2 0-20 15,3 1-21-15,9 1-22 0,-2 0-20 0,8 6-20 16,3-4-19-16,0-3-17 0,2-5-14 16,-1-3-65-16,0-5-77 0,1-2 0 15,-2-4-30-15,6-4-162 0,1 0-84 16,9-10-101-16,0-3-109 0,4-10-105 0,0-3-110 16,-3-6-73-16,-1-5 61 0,-1-2-665 15,-6-7-831-15</inkml:trace>
  <inkml:trace contextRef="#ctx0" brushRef="#br0" timeOffset="13530.05">4911 11182 3603 0,'-20'-34'-80'0,"6"11"73"0,-2 5 61 16,3 8 54-16,-1 2 57 0,3 0 40 15,2 5 39-15,-2 5 28 0,11-2 13 0,-20 9 32 16,10 2 16-16,3 8 19 16,-1 13 15-16,6 7 6 0,2 7-8 0,6 16-19 15,5 7-16-15,12 15-25 0,6 5-51 16,3 1-254-16,2-2 0 0,2-1 0 0,-2-6 0 15,-3-3 0-15,-8-20 0 0,0-4 0 16,-2-4 0-16,-4-5 0 0,-3-12 0 0,-1-4 0 16,-4-10 0-16,-1-1 0 0,-2-6-52 15,-2-5-426-15,-1-3-89 0,-3-4-94 0,0 0-161 16,0 0 17-16,-2-25 91 0,-1 4-678 16,-5-8-844-16</inkml:trace>
  <inkml:trace contextRef="#ctx0" brushRef="#br0" timeOffset="13715.16">4877 12066 3701 0,'-13'3'115'0,"4"-1"93"16,9-2 60-16,-14 4 64 0,14-4 38 0,0 0 35 15,-7 5 4-15,7-5-20 0,0 0-35 16,0 0-36-16,0 0-32 0,0 0-47 0,39-19-88 16,-13 0-96-16,0-5-142 0,7-3-118 15,6-8-96-15,4 0-91 0,9-6-96 0,20-16-145 16,6-1-144-16,0 3 67 0,4 3-653 15,-1 3-817-15</inkml:trace>
  <inkml:trace contextRef="#ctx0" brushRef="#br0" timeOffset="14080.18">5627 11697 4040 0,'-8'8'115'16,"3"-3"60"-16,-1-1 39 0,6-4 27 0,-8 8 32 15,8-8 13-15,-6 4-12 0,6-4-6 16,0 0-18-16,0 0-22 0,0 0-21 16,0 0-13-16,0 0-24 0,0 0-19 0,31-21-15 15,-21 9-16-15,-3 0-13 0,3-1-17 16,0-3-17-16,-7 1-17 0,3 1-2 16,0-1-11-16,-5 0-12 0,-1 1-16 15,0 2-12-15,0 2-9 0,-1-1-10 0,-5 5 6 16,6 6-9-16,-14-2 5 0,14 2 1 15,-22 10 0-15,4 4 1 0,-1 8 6 0,1 3 7 16,-4 5 23-16,8 3 17 0,-2 0 10 16,5-1 21-16,7-6 7 0,-1-1 14 0,5-1-2 15,3 0-57-15,1-2-34 0,3 0 0 16,1-2 0-16,6-4 0 0,-3 1 0 16,1-3 0-16,2-5 0 0,1-5 0 0,6-2-162 15,-3-4-164-15,12-8-112 0,3-5-122 0,-3-5-131 16,4-6-130-16,2-6 66 0,1-3-754 15,-3-7-956-15</inkml:trace>
  <inkml:trace contextRef="#ctx0" brushRef="#br0" timeOffset="14530">6064 10568 3861 0,'-11'-19'-37'0,"2"6"116"0,2 6 67 0,-1 4 63 15,0 1 53-15,8 2 70 0,-16 12 25 16,5 5 27-16,6 6 23 0,1 12 2 0,0 9-9 15,6 2-18-15,2 14-13 0,3 1-34 16,4 3-39-16,1 0-296 0,2-6 0 16,-1-2 0-16,3-1 0 0,-1-3 0 15,2-8 0-15,-6-8 0 0,0-5 0 0,1-2 0 16,-2-8 0-16,-5-3 0 0,2-4 0 16,-4-5 0-16,3-1 0 0,-1-2 0 15,-3-4 0-15,-2-2 0 0,0 0 0 0,0 0 0 16,0 0 0-16,6-16 0 0,-12 7 0 15,-1-4 0-15,-7-1 0 0,-1 0 0 0,-10-1 0 16,4 3 0-16,1 5 0 0,0 5 0 16,-5 4 0-16,-9 10 0 0,0 5 0 15,0 12 0-15,3 5 0 0,5 7 0 16,4-2 0-16,9-6 0 0,6 4 0 0,2-8 0 16,8-5 0-16,1 0 0 0,7 3 0 15,2-6 0-15,4-5 0 0,1-5 0 0,11-1 0 16,-4-4 0-16,0-4 0 0,0-6 0 15,0 0 0-15,10-9 0 0,-5-3 0 0,1 2 0 16,-5-6 0-16,1-1 0 0,-7 4 0 16,-2 0 0-16,-2 4 0 0,-3 1-412 0,-6 0-285 15,0 3-138-15,-2 3-24 0,-3 4 91 16,-2 2-803-16,0 0-1014 0</inkml:trace>
  <inkml:trace contextRef="#ctx0" brushRef="#br0" timeOffset="15281.19">4649 13433 4001 0,'4'-17'-78'0,"1"0"70"0,-5-1 43 0,3 4 37 0,-3 1 39 16,-3-3 43-16,3 3 28 0,-1-3 15 16,-3 1-5-16,0 3-3 0,-1-2-1 0,-3 0-6 15,3 6-17-15,-5-4-4 0,0 8-18 16,-1-1-14-16,-3 2-20 0,1 3-6 0,-6 3-12 15,-2 2-11-15,-8 7-5 0,1 4-11 16,0 6-2-16,-5 9-7 0,-2 6-4 0,5 8 5 16,1 7 15-16,1 4 15 0,-5 19 15 15,11-10 10-15,3 2 3 0,6 4-7 16,4-6-8-16,6 0-6 0,6-6-7 16,8-6-5-16,3-7-8 0,10-4-9 15,0-7-10-15,11-8-2 0,-3-8-5 0,2-9-6 16,6-2-2-16,2-10-11 0,-2-4-12 15,8-12-7-15,-3-5-6 0,-3-4-5 0,-3-2 2 16,-7-2 1-16,-7 5-1 0,-5-2 8 16,-4 1-4-16,-7 8 1 0,-3-1 7 0,-2 5 2 15,-6-3-1-15,-2 1-13 16,-5-2 0-16,1 4 0 0,-5-2 0 0,-2 3 0 16,-3 2 0-16,3 4 0 0,-2-1 0 0,0 6 0 15,3 3 0-15,-5 0 0 0,2 6 0 16,-2 3 0-16,0 1 0 0,4 2 0 0,0 0 0 15,3-1 0-15,1-1 0 0,5-3 0 16,1-2 0-16,5-5 0 0,0 0 0 16,0 0 0-16,0 0 0 0,36-28 0 15,-11 6 0-15,9-7 0 0,4 1 0 0,0 1 0 16,1 4 0-16,-5 7 0 0,-4 3 0 16,-4 7 0-16,-3 2 0 0,-3 4 0 0,-4 4 0 15,2 2 0-15,-1 3 0 0,0 2 0 16,-1 1 0-16,-2 0 0 0,-3 2 0 0,3 1 0 15,-3-1 0-15,3 1 0 0,-3-5 0 16,0-1 0-16,1-1 0 0,-2-1 0 16,2-2 0-16,-5-3-38 0,6-4-521 15,-13 2-115-15,23-10-176 0,-12 0 5 0,3-4 84 16,-3-3-757-16,-3 2-964 0</inkml:trace>
  <inkml:trace contextRef="#ctx0" brushRef="#br0" timeOffset="15730.29">5212 13699 4538 0,'0'0'150'0,"-4"5"51"16,4-5 44-16,0 0 35 0,-6 6 6 15,6-6 10-15,0 0-2 0,0 0-17 0,0 0-24 16,0 0-35-16,0 0-22 0,0 0-19 16,28-21-17-16,-19 13-16 0,-4-1-17 0,3 1-15 15,-1-1-18-15,0 0-11 16,-2-1-23-16,-1 3-60 0,-1-3 0 0,-3 2 0 15,0 1 0-15,0 7 0 0,-7-21 0 16,0 11 0-16,-4-2 0 0,2 2 0 0,-7-2 0 16,0 2 0-16,-2-1 0 0,-1 2 0 15,2 5 0-15,0 0 0 0,0 4 0 0,0 4 0 16,0-1 0-16,-3 7 0 0,6 2 0 16,-2-2 0-16,5 1 0 0,1-4 0 0,4 0 0 15,4-1 0-15,2-6 0 0,0 0 0 16,0 0 0-16,0 0 0 0,0 0 0 15,54-20 0-15,-27 3 0 0,3-2 0 16,1-2 0-16,-1 3 0 0,-1 6 0 0,1-1 0 16,-8 7 0-16,-4 2 0 0,1 4 0 15,-6 2 0-15,1 2 0 0,-1 2 0 16,2 3 0-16,1 1 0 0,-5 0 0 0,4 2 0 16,-3-1 0-16,-2-3 0 0,-1 1 0 15,-2-2 0-15,3-2 0 0,-4 5-25 0,3-5-345 16,-1 0-95-16,-3 0-105 0,5-3-136 15,-10-2-116-15,0 0 68 0,21-9-769 0,-11 1-969 16</inkml:trace>
  <inkml:trace contextRef="#ctx0" brushRef="#br0" timeOffset="16530.24">5608 13290 3966 0,'0'0'71'0,"-5"-7"88"0,5 7 57 0,0 0 41 0,-11-7 38 16,11 7 27-16,0 0 6 0,0 0 0 0,0 0-9 15,0 0-23-15,2 29-24 0,0-18-30 16,5 4-21-16,-4 0-23 0,1 3-18 0,0-3-17 16,-1 5-15-16,-3-3-18 0,0 0-50 15,0-3-80-15,-1 4 0 0,-3-3 0 0,2-2 0 16,-3-1 0-16,-6 0 0 0,0-6 0 16,0 0-64-16,-1-3-92 0,-1-5-4 15,-3-5 7-15,-4-11 12 0,-1-7 15 0,5-4 12 16,3-4 6-16,2 2 13 0,8 4 8 15,3 5 12-15,0 1 20 0,7 2 23 16,-2 6 18-16,1-1 20 0,5 1 12 0,5 1 4 16,0 0 5-16,4 5 0 0,1-2-8 15,11-4 10-15,-3 4-1 0,2-3-8 16,-3 0-4-16,3-3-35 0,-3-3-1 0,3 1-9 16,-3 1-16-16,-4-6-28 0,1-2-11 15,-2-2-19-15,-1-3-14 0,-6 0-11 0,-2-5 5 16,-5 0 5-16,-1-4 11 0,-5-5 7 15,-6-1 10-15,-3-15 6 0,-5-1 13 16,-5-1 10-16,-2 1 6 0,-7-4 2 16,2 6 6-16,-4 3 11 0,2 9 11 0,7 5 10 15,2 13 9-15,1 10-1 0,3 7 6 16,1 5 7-16,2 6 15 0,9 0 15 0,-21 19 24 16,11-2 25-16,0 14 28 0,8 8 19 15,4 3 13-15,10 16 22 0,3-1-15 0,6 1-5 16,8 1-10-16,9 20-12 0,2-2-16 15,9 4-11-15,7 1-6 0,3-4-9 16,2-2-8-16,-4-6-23 0,1 2-28 16,-8-8-16-16,-7-16-50 0,-5-2-42 0,-6-1-33 15,-7-6-17-15,-7-8-1 0,-2-6-11 0,-7-4 13 16,-1-5 9-16,0-6 9 16,-4-1 17-16,-2-1 14 0,-4-3 8 0,2-5-2 15,-14 4-6-15,14-4-19 0,-34-13-28 16,1-4-34-16,-10-8-30 0,-3-8-23 0,-1-6-7 15,-9-16 15-15,8-7 20 0,16 11 31 16,7-2 26-16,8 5 22 0,8 12 19 0,4 10 25 16,5 3 27-16,0 9 41 15,2 2 22-15,5-3 36 0,0 5 19 0,2 3 5 16,3 2 6-16,0 3 22 0,2 0 0 0,0 4-1 16,4 2-13-16,-2-1-7 0,0 2-6 15,3 5-10-15,-6-5-5 0,0 4 6 16,-2 2 2-16,1 0 3 0,-4 1-4 15,-3 4-6-15,1-3-7 0,-1 2-18 0,-5-3-20 16,0 0-26-16,0 2-38 0,-2-1-31 16,-3-3-44-16,1-1-41 0,1 0-43 0,-1-4-39 15,-2-2-52-15,6-3-71 0,0 0-73 16,-25-26-104-16,14-5 16 0,-1-16-302 0,3-11-310 16</inkml:trace>
  <inkml:trace contextRef="#ctx0" brushRef="#br0" timeOffset="16863.12">6317 12276 2386 0,'0'0'121'0,"16"15"58"0,-13-1 46 0,5 7 31 16,-3 12 27-16,4 3 16 0,2 5 17 15,-8 2 21-15,6 7-2 0,-5-7-8 0,4 0-17 16,-6-5-19-16,4-1-30 0,-1-3-24 16,-1-1-21-16,2-9-23 0,-5-4-14 0,-1-3-22 15,2-2-19-15,1-3-7 0,1 0-21 16,-1-5-34-16,-3 1-24 0,0-8-21 0,0 0-7 15,0 0-8-15,0 0 2 0,19-15 9 16,-13 5 3-16,0 0 16 0,3 0 24 16,-1 1 20-16,-2 1 26 0,0 2 13 0,1 0 6 15,0 0-91-15,-7 6-44 0,16-3 0 0,-16 3 0 16,19 2 0-16,-19-2 0 16,17 10 0-16,-6-3 0 0,3 1 0 0,-3 0 0 15,1-2 0-15,-3 3 0 0,1-1 0 16,-3-2 0-16,3 0 0 0,-2-1 0 0,-3 1-123 15,2-2-305-15,0-2-115 0,-7-2-124 16,11 3-139-16,-11-3 20 0,15-3 72 16,-5-1-689-16,1-2-854 0</inkml:trace>
  <inkml:trace contextRef="#ctx0" brushRef="#br0" timeOffset="17097.3">7041 12613 3636 0,'0'0'-6'0,"0"0"117"0,0 0 63 16,-23 31 52-16,6-4 45 0,-13 11 45 15,-9 5 31-15,-1 6 11 0,-19 18 10 0,-2 2-9 16,-7-2-9-16,-5 0-14 0,-5-1-20 16,-4 2-20-16,-8 3-28 0,-7 1-22 0,-36 27-28 15,-2 0-217-15,-6 7-1 0,-8 7 0 16,1 4 0-16,-5-2 0 0,6-4 0 0,13-5 0 16,37-27 0-16,8-7 0 0,13-7 0 15,13-8 0-15,24-19 0 0,7-5 0 0,12-11-153 16,4-5-293-16,7-5-109 0,1-3-116 15,5-3-193-15,0-4 67 0,3-2 83 16,0 0-643-16,0 0-813 0</inkml:trace>
  <inkml:trace contextRef="#ctx0" brushRef="#br0" timeOffset="17530.2">6514 11689 3547 0,'-22'12'-128'0,"-4"5"20"0,-16 12 11 0,-10 4 10 16,-25 13 8-16,-7 7 9 0,-16 5 18 16,-10 2 33-16,-10 4 36 0,-38 21 44 0,-9 2 43 15,-12 8 52-15,-11 5 31 0,-16 2 32 16,-9 17 27-16,-20 7 16 0,-7 8 12 16,-8 5 4-16,3 7-21 0,14-9-16 15,12-4-26-15,19-14-27 0,23-15-20 16,31-15-18-16,50-29-6 0,20-14-18 0,25-12-12 15,13-7-3-15,8-8-15 0,5-4-9 16,6-3-9-16,6-2-29 0,3-4-44 0,3-1-77 16,3 1-68-16,2-1-77 0,0-2-92 15,4-3-103-15,0 0-119 0,0 0-193 0,12 6 47 16,-12-6 70-16,18 3-431 0,-18-3-511 16</inkml:trace>
  <inkml:trace contextRef="#ctx0" brushRef="#br0" timeOffset="27314.4">9537 3792 527 0,'0'0'242'0,"-2"-7"-42"15,2 7-15-15,0 0-2 0,0 0-4 16,0 0 4-16,0 0 2 0,-1-10-10 0,1 10 13 16,0 0 19-16,0 0 6 0,0 0 13 15,0 0 0-15,0 0 10 0,-2-8 1 0,2 8 4 16,0 0 2-16,0 0 0 15,0 0 1-15,0 0-9 0,0 0-18 16,-6-8-8-16,6 8-8 0,0 0-13 0,-7-7-9 0,0 3-7 16,7 4-9-16,-11-9-18 15,4 4-15-15,1 1-9 0,-4-1-3 0,1 1-21 16,0 0-11-16,9 4-8 0,-20-7-9 16,7 4-6-16,1-1-7 0,1 2-8 0,-3 0-4 15,1-1 6-15,2 0-14 0,-2 3-8 16,0-2 2-16,13 2-5 0,-29-2-1 15,15 1-3-15,1 1 0 0,-3 0-11 0,4 1 10 16,-6 1-8-16,1 0 1 0,2 0 1 16,-4 2 4-16,3-2-5 0,-2 2-5 15,0 0 13-15,1 0-1 0,2-1-5 16,1 0 3-16,1 0 3 0,0 0-1 0,1-1 0 16,-1 1-2-16,1 1-4 0,-1 0 1 15,2 0-3-15,-2 0-5 0,0 2-1 16,1-2 4-16,1-1-1 0,-1 3 1 0,-1 0-4 15,1 0 0-15,2 0-1 0,-1-1 0 16,2-1 2-16,-3 4-1 0,6-3 1 0,-5 0 2 16,4-1-3-16,-1 2-1 0,-2-1 2 15,3 0-2-15,-3 0 2 0,2 2-2 16,1-1 2-16,2-1-3 0,-4 1 0 16,2-1-2-16,3 1 4 0,0 1-6 15,-1-2 3-15,5-5 2 0,-7 11-2 0,4-5-2 16,-1 1 3-16,0 0-1 0,4-7-2 15,-5 12-1-15,1-4 4 0,2 0 0 0,0-2-3 16,-1 2 1-16,1-1 9 0,-3 2-8 16,3 0-1-16,1-2-1 0,-3 1 6 0,2 0-4 15,0-1-1-15,-2 4-3 0,4-2 4 16,0 0-4-16,-1 2 6 0,-1 1-4 16,0-3-1-16,0 4 6 0,2-1-5 0,0-2 2 15,0 2 0-15,0 0-3 16,-2-3 1-16,2 1 1 0,0 1-2 0,0-3-2 15,0 2 8-15,0 1-2 0,0-3 1 16,2 1 6-16,-2-1-6 0,2 3 22 0,0-3 4 16,0 1 0-16,-1 2 1 0,-1-3 1 15,2 1 14-15,0-1-39 0,2 2-8 0,0 1 0 16,-1-3 0-16,0 2 0 0,1-2 0 16,-1 3 0-16,3-2 0 0,-1-2 0 0,1 3 0 15,1-1 0-15,-2-3 0 16,1 3 0-16,-3-2 0 0,1 0 0 0,3-1 0 15,0 1 0-15,-2-2 0 0,1 2 0 0,1-1 0 16,1 0 0-16,0-1 0 0,-2 2 0 16,3-2 0-16,-2 1 0 0,3 0 0 15,0-1 0-15,-3-1 0 0,3 1 0 16,1-2 0-16,-2 3 0 0,2-3 0 0,-4 1 0 16,4-1 0-16,1 0 0 0,-1-1 0 15,0 0 0-15,1 1 0 0,1-3 0 0,-1 3 0 16,1-1 0-16,-2 0 0 0,-11-2 0 15,27 2 0-15,-13 0 0 0,-3-1 0 16,3 2 0-16,-14-3 0 0,22 0 0 0,-8 0 0 16,-14 0 0-16,23 0 0 0,-10-3 0 15,-2 0 0-15,3 1 0 0,-1-2 0 0,3 1 0 16,-4 0 0-16,2-1 0 16,-1-1 0-16,0 3 0 0,1-4 0 0,-3 0 0 15,1 1 0-15,-1-2 0 0,0 2 0 16,1 0 0-16,-1-2 0 0,-1 2 0 0,0-2 0 15,-1 2 0-15,-2-1 0 0,4 0 0 16,-4-1 0-16,0 1 0 0,1-1 0 0,0 0 0 16,-1 0 0-16,-1 2 0 0,1-2 0 15,2-1 0-15,-4 2 0 0,3 1 0 16,-3-1 0-16,1-2 0 0,0 0 0 16,0 0 0-16,-1 1 0 0,-1-3 0 15,3 2 0-15,0 2 0 0,-2-5 0 0,-1 3 0 16,3-1 0-16,-5 1 0 0,2-2 0 15,1 0 0-15,-2 2 0 0,1-2 0 0,0-2 0 16,-1 1 0-16,-1 0 0 0,2-2 0 16,0 3 0-16,-3-2 0 0,1-1 0 0,0 2 0 15,1-1 0-15,-3 0 0 0,2 0 0 16,0 0 0-16,0-1 0 0,-4 4 0 0,4-3 0 16,-2-2 0-16,0 3 0 0,0-4 0 15,0 1 0-15,0 2 0 0,-2-2 0 16,2 1 0-16,0 1 0 0,0-2 0 0,-2 7 0 15,2-4 0-15,-2 0 0 16,2 2 0-16,-3 1 0 0,1 0 0 0,0-1 0 16,-1 0 0-16,-3 3 0 0,1-5 0 15,-6 3 0-15,0-1 0 0,0 2 0 0,-4 1 0 16,-2 2 0-16,-1 1 0 0,-5 0 0 16,-2 6 0-16,-12 0 0 0,1 6 0 0,-2 1-95 15,2 4-971-15,1 0 105 0,11 1 105 16,6-1-917-16,11-5-1203 0</inkml:trace>
  <inkml:trace contextRef="#ctx0" brushRef="#br0" timeOffset="28413.72">10550 3841 4330 0,'0'-7'-302'0,"-3"2"59"0,3 5 69 16,0-12 46-16,0 12 51 0,-2-11 39 15,2 11 26-15,-2-14 34 0,2 10 10 0,0 4 20 16,-2-13 17-16,2 13 8 0,-5-8 11 15,5 8 12-15,-4-11 5 0,2 9 0 0,2 2 2 16,-9-9-5-16,9 9-2 0,-12-7-6 16,8 3 3-16,4 4-6 0,-11-4-2 15,11 4-7-15,-12-6-9 0,12 6-5 0,-14-2-13 16,3 1 2-16,11 1 0 16,-18 0 0-16,18 0 1 0,-23 3 6 0,10 0 4 0,-1 0 6 15,-3-1 1-15,4 4 1 16,-4-2-4-16,3 0-2 0,-1 4-2 15,1-3-10-15,0 1-7 0,0 0-4 0,1 2-1 16,2 1-3-16,-3-1-6 0,5 2 3 16,-3 1-10-16,1-1 0 0,1 2-5 0,0-2 3 15,5 1-11-15,-5 2 10 0,3-1 6 16,-1 0-10-16,2 0 0 0,1 3-2 16,-1-2 9-16,2 0 2 0,-1 1 12 0,2 2-3 15,1 0 24-15,0 1 14 16,2 0 5-16,-1 1-5 0,-1 1 0 0,0-1 11 15,0 2-10-15,2-1-4 0,0-1-4 16,0 2-2-16,2-2-8 0,-2-1-8 0,2 0 1 16,1 0-4-16,-1 1-8 0,3-3 1 15,0 1-4-15,-1 0-1 0,5 1-1 0,1-5-4 16,2 5-3-16,1-2 0 0,2-1 9 16,8 1 3-16,1 2-2 0,-1-7-1 15,-1 1 14-15,1-4 9 0,-1-3 5 0,1 3-8 16,2-6-60-16,2 4 0 0,-4-5 0 15,5 0 0-15,-2-2 0 0,11-3 0 0,-9-1 0 16,-1 2 0-16,5-3 0 0,0-4 0 16,-8 1 0-16,-3 2 0 0,6-8 0 15,-1 1 0-15,-2-3 0 0,-4 0 0 16,1-5 0-16,-2 0 0 0,-4-6 0 0,-2-3 0 16,1 0 0-16,-5-6 0 0,-1 0 0 15,-2-4 0-15,-2 1 0 0,-2 1 0 0,-6 5 0 16,2 5 0-16,-2 5 0 0,-8-2 0 15,-2 3 0-15,-4 9 0 0,1 1 0 0,-6 6 0 16,-9 1 0-16,2 2 0 0,-3 7 0 16,-11 2 0-16,1 2 0 0,-2 2 0 15,-6 3 0-15,0 1-698 0,11-2-294 16,1-3 73-16,3-1 111 0,6-4-816 16,1 1-1062-16</inkml:trace>
  <inkml:trace contextRef="#ctx0" brushRef="#br0" timeOffset="29430.96">2940 5368 4273 0,'-27'14'-172'16,"-5"1"43"-16,-2 1 35 0,-2-1 24 15,-9 5 37-15,6-5 41 0,-8 4 36 0,4-1 31 16,-1 1 26-16,11-7 8 0,3 0 3 15,8-1 1-15,4-6-11 0,5 2-12 0,3-2-11 16,1-2-4-16,9-3-5 0,-8 5-4 16,8-5-1-16,0 0 11 0,48-10 13 15,11-7 8-15,32-16 2 0,16-7-2 16,21-3-10-16,51-25-20 0,4 0 3 16,4-1 11-16,-3 5 21 0,-3 4-5 0,-43 14 6 15,2 2 6-15,-4 2-7 0,-5 4-10 16,-9 3-16-16,-13 5 1 0,-19 7-6 0,-27 6-9 15,-10 3-6-15,-15 3-1 0,-7 3 15 16,-9 0 11-16,-4 2 6 0,-6 3 1 16,2-1-7-16,-4-1-4 0,0 3-9 0,-5-3-10 15,-5 5-24-15,11-6-51 16,-9 2-86-16,-2 4-82 0,0-7-109 0,0 7-151 0,-9-7-159 16,2 4-192-16,-4 0 57 15,0-2 85-15,0 1-522 0,-1 2-640 0</inkml:trace>
  <inkml:trace contextRef="#ctx0" brushRef="#br0" timeOffset="30527.37">4800 4489 3416 0,'-17'-2'4'0,"17"2"37"0,-12 0 12 15,12 0 30-15,0 0 34 0,-11 5 43 0,11-5 24 16,-4 10 19-16,4-10 11 0,0 12 4 15,6-2 2-15,3 1 7 0,7-1-6 0,9 6-7 16,3-5-13-16,5 1-23 0,1 0-19 16,2 1-9-16,-2-1-20 0,-1 0-8 15,-5 1-11-15,-7 0-11 0,-4-1 10 0,-3 3 14 16,-5 2 18-16,-1 2 12 16,-7 1 11-16,-6 4 4 0,-6 7-5 0,-5 2-13 15,-7 7-13-15,-5-3-16 0,0 1-96 16,-3-4-26-16,2 0 0 0,-1-1 0 0,9-9 0 15,-1-3 0-15,8-3 0 0,0-7 0 16,3 1 0-16,3-3 0 0,-2-3 0 16,3-3-175-16,-1 1-145 0,1-3-82 0,7-1-107 15,-16 0-110-15,16 0-164 0,0 0-8 16,-19-2 76-16,19 2-604 0,-13-4-775 16</inkml:trace>
  <inkml:trace contextRef="#ctx0" brushRef="#br0" timeOffset="32760.97">2804 5082 3496 0,'0'0'-82'0,"0"0"49"16,0 0 32-16,0 0 33 0,0 0 30 15,0 0 23-15,-18 0 18 0,18 0-8 0,0 0 14 16,0 0-4-16,0 0-7 0,0 0 7 16,0 0 39-16,0 0 19 0,0 0 5 15,0 0-7-15,0 0-9 0,0 0-7 0,0 0 1 16,0 0-7-16,45 1-12 16,-33-4-2-16,-1 0 7 0,-2-2 5 0,2-1 15 0,-2 3 4 15,-4-2-3-15,3 0-2 0,-4-2-2 16,0 0-10-16,0-1-9 0,-2-1-19 15,-2 0-9-15,-4-2-12 0,-2-3-9 16,-2 0-10-16,-3-3-10 0,0 0-4 16,-7-4-10-16,1 4-3 0,4 5-8 0,-3 0-5 15,1 4-2-15,1 1-11 0,0-1 0 16,-1 6-5-16,1-1-3 0,-1 3 1 16,1 0-2-16,14 0-4 0,-21 3 0 15,21-3-2-15,-15-3-7 0,15 3 5 0,-11 0-5 16,11 0 7-16,0 0 2 0,0 0 7 15,0 0-3-15,24-12 0 0,-4 2-1 16,8-6 0-16,3 1 4 0,-1-2-10 0,1 3 5 16,-4-1-4-16,-4 5-6 0,-7 1 9 15,0 6-8-15,-3-1 5 0,-2 3-7 0,3 1 4 16,-14 0 0-16,23 10 8 0,-12-1 0 16,-2 4 0-16,5 2 2 0,-3 3-9 0,0 0 3 15,-2 0-6-15,0 0 7 0,0 4-2 16,1-5 3-16,-4-3-8 0,-1 1-3 15,5-3-19-15,-6 0-45 0,2-5-49 0,-2 3-40 16,-1-3-45-16,3 0-57 0,-6-7-59 16,7 7-76-16,-2-6-121 0,-5-1-153 0,0 0-86 15,0 0 64-15,18-8-579 0,-12 2-729 16</inkml:trace>
  <inkml:trace contextRef="#ctx0" brushRef="#br0" timeOffset="33012.22">3214 4878 3276 0,'0'0'-24'0,"0"0"59"0,0 0 37 0,0 0 24 0,0 0 25 15,-30 6 27-15,30-6 20 0,0 0 3 16,0 0 6-16,0 0-8 0,0 0-13 0,15-17-10 16,-7 11-9-16,1 0-21 0,-1-2-8 15,2 2-10-15,-3 1-9 0,1-3-10 0,1 1-9 16,-3 0-3-16,0-1-7 15,-1 1-6-15,-3 0-6 0,-2 7 0 0,2-10-6 16,-2 10-7-16,0 0-6 0,0 0-4 16,0 0-2-16,0 0 5 0,0 0-9 15,-34 15 2-15,20-3-2 0,3 4-1 0,0-3-1 16</inkml:trace>
  <inkml:trace contextRef="#ctx0" brushRef="#br0" timeOffset="33337.87">3444 4796 464 0</inkml:trace>
  <inkml:trace contextRef="#ctx0" brushRef="#br0" timeOffset="33426.68">3500 4720 661 0,'0'0'558'0,"0"0"-111"0,0 0-75 15,0 0-43-15,0 0-40 0,0 0-40 0,0 0-25 16,0 0-20-16,0 0 3 0,0 0 10 16,0 0-12-16,0 0-23 0,0 0-18 15,8 19-15-15,-4-12-12 0,0 1-10 0,1 1-11 16,-3-2-10-16,0 3-13 16,0-1-9-16,-2-1-7 0,0 2-7 0,-2-1-2 15,0 0-10-15,2-9-3 0,-4 13-8 16,1-10-4-16,3-3-19 0,-11 4-5 0,11-4-16 15,0 0-9-15,-23-9-5 0,10-1-7 16,4 2-1-16,0-3-16 0,-1 1-20 0,2-2-27 16,1 0-23-16,0 2-35 0,0 1-34 15,3 1-30-15,-1-1-32 0,1 4-33 16,2-2-64-16,-1 0-53 0,-1 1-92 0,2 0-66 16,0 2 50-16,2 4-185 0,0 0-173 15</inkml:trace>
  <inkml:trace contextRef="#ctx0" brushRef="#br0" timeOffset="34610.06">3193 4937 1939 0,'8'-12'131'0,"-4"4"40"0,-2 2 17 15,0-1 20-15,-2 7 17 0,2-8 20 0,-2 8 20 0,0 0 5 0,2-8-5 0,-2 8-20 16,0 0-23-16,0 0-22 16,0 0-18-16,0 0-21 0,0 0-14 0,-2-12-13 0,2 12-16 15,0 0-15-15,0 0-8 16,0 0-12-16,0 0-14 0,0 0-17 0,-6-6-11 16,6 6-9-16,0 0-1 0,-8-5-9 15,8 5-3-15,-6-6-1 0,6 6-1 0,-3-6-1 16,3 6-5-16,-6-8 0 0,6 8 1 15,-2-4-6-15,2 4-1 0,0 0 2 16,0 0-4-16,10-16 3 0,-5 12-2 0,5-1 2 16,3 0-3-16,0-1 2 0,3 0-1 15,-1-1 6-15,0 0 1 0,3-3 9 0,-2 1-6 16,4-3-3-16,2-6 0 16,-3-1-4-16,3-2-2 0,-8 4 3 0,0 0 2 15,-1-7-1-15,1-1-6 0,-6 2-1 16,-3 0 3-16,-1 1 0 0,-1-2-5 15,-3 5 15-15,2 2-9 0,-2 2 2 0,-2 1 0 16,4 1-6-16,-4 5-5 0,2 4-1 16,0 4 2-16,0 0 1 0,-5-4 2 0,5 4-3 15,0 0 2-15,0 0-2 0,0 0 1 16,0 19-3-16,2-11 4 0,1-2-1 0,3 0 3 16,2 3-2-16,-2-2 2 15,1-2 2-15,2 3-7 0,2-4-11 0,0 1-27 16,1-2-41-16,-1 2-46 0,2-3-60 0,4 2-64 15,3-1-70-15,-2 0-68 16,5 1-107-16,0 0-162 0,2 0 40 0,-6 2-388 16,0 1-483-16</inkml:trace>
  <inkml:trace contextRef="#ctx0" brushRef="#br0" timeOffset="35026.68">2919 5715 2680 0,'-17'21'77'0,"3"-7"67"0,3-1 39 0,4-5 26 0,0 0 24 0,2-2 29 0,1 1 21 16,4-7 13-16,0 0 2 0,0 0 7 16,0 0-18-16,52-25-26 0,-7 2-27 0,14-4-28 15,16-10-10-15,3 2-17 16,2-2-24-16,-17 12-40 0,-4-1-52 0,-2 2-51 15,-8 5-47-15,-12 4-35 0,-3 0-43 16,-10 6-42-16,-6 1-47 0,-4 4-54 0,-3-2-61 16,0 2-63-16,-4 4-82 0,-7 0-105 15,0 0-85-15,0 0 53 0,0 0-377 16,9 8-454-16</inkml:trace>
  <inkml:trace contextRef="#ctx0" brushRef="#br0" timeOffset="41095.68">8371 9379 2175 0,'-5'-11'126'0,"-3"3"-64"0,-2 4 5 0,-1 6 29 16,-3 2 28-16,-9 6 13 0,-4 9 5 16,-14 12 3-16,1 4-7 0,2 6 7 0,-1 0-6 15,3 1-2-15,6 1-9 0,3-2-18 16,7-3 3-16,6-5 1 0,10-6 3 16,4-4-2-16,11 9-2 0,5-3-10 0,16 2-3 15,8-5-8-15,8-6-10 0,4-5-7 0,4-4-10 16,-2-10-4-16,11-4-8 15,-5-6-7-15,3-4-4 0,-4-7 1 0,-5-5-7 16,-6-6-3-16,-6-4-2 0,-8-6-7 16,-7-7-3-16,-10 1 0 0,-8-6-3 0,-9 6-11 15,-1-9-12-15,-13-2-6 0,-5-2-10 16,-6-1-2-16,-2 3 2 0,-3 5-5 0,0 6 0 16,-5 5-1-16,1 9-18 0,6 11-12 15,-5 6-26-15,1 8-36 0,3 5-46 16,2 9-51-16,-7 5-64 0,6 3-86 0,1 3-136 15,12-1-102-15,5-5 68 16,8 1-234-16,8-4-259 0</inkml:trace>
  <inkml:trace contextRef="#ctx0" brushRef="#br0" timeOffset="41359.89">8680 9264 2299 0,'-14'-14'80'0,"5"-1"24"0,1-2 21 0,1-3 4 16,5-6 25-16,6-9 12 0,9-11 10 0,10-4-1 16,11-5-5-16,22-16-17 15,6 0-13-15,9-6-14 0,9-4-11 0,8 1-15 16,1-2-9-16,1-1-8 0,1 3-14 16,-5 1-17-16,-4 5-24 0,-7 9-31 0,-7 5-34 15,-2 6-25-15,-23 16-25 0,-5 4-14 16,-11 10-23-16,-2 5-25 0,-11 2-39 15,-5 7-33-15,-3 5-31 0,-6 0-29 0,0 5-41 16,0 0-144-16,0 0-25 0,0 0-105 16,-26 15-95-16</inkml:trace>
  <inkml:trace contextRef="#ctx0" brushRef="#br0" timeOffset="41875.72">10197 7695 1793 0,'4'-9'83'0,"-4"4"16"0,1 1-4 0,-1 4-9 0,0 0 46 0,0 0 56 0,0 0 32 0,10 20 11 0,-6-4 6 15,2 3-2-15,1 1-4 0,4 9-16 16,5 0-3-16,1 2-16 0,0-4-13 15,5 1-7-15,-4-3-8 0,3-1-4 0,0-1 1 16,0-5 14-16,-6-5-3 0,-2-3 1 16,-1-4-3-16,0-1-5 0,-1-3-16 0,2-2-8 15,-13 0-19-15,27-9-18 0,-10-1-11 16,0-4-14-16,5-9-10 0,-2 2-1 16,-1-8-7-16,5-6-16 0,-2-7-40 15,-5-4-36-15,6-2-46 0,-6-2-32 0,2 0-39 16,-2 1-35-16,1 3-32 0,-6 11-38 15,0 4-35-15,-4 8-21 0,-1 6-26 0,0 2-61 16,-4 6-48-16,-3 1-49 0,0 3-143 16,0 5 48-16,-3-8-273 0,3 8-341 0</inkml:trace>
  <inkml:trace contextRef="#ctx0" brushRef="#br0" timeOffset="42208.44">10580 7181 2312 0,'-37'7'-40'0,"-8"8"40"0,-8 11 32 16,-16 15 19-16,-4 14 29 0,1 9 25 15,-2 5 27-15,-1 5 24 0,7 2 1 0,5-1-5 16,15 0-2-16,19-16-6 0,11 5-9 16,18-2-6-16,11-2-7 0,18-6-12 15,21 11-7-15,16-12-6 0,16-5-11 0,14-9-11 16,2-6-3-16,9-10-7 0,-2-9-10 15,-19-8-6-15,-3-9 0 0,-4-4-4 16,-9-10-3-16,-7-5-6 0,-10-7-7 16,-5-6 1-16,-14-8-5 0,-5-3-19 0,-11-7-1 15,-11-6-20-15,-11-1-26 0,-6-7-40 16,-19-16-30-16,-7-2-32 0,-7 10-18 0,-5 6-3 16,-6 15-4-16,2 15-15 0,-12 16-3 15,-8 9-8-15,-8 12-24 0,-25 14-13 0,1 13-47 16,-7 12-120-16,-2 10-85 0,5 4-109 15,-5 9-93-15</inkml:trace>
  <inkml:trace contextRef="#ctx0" brushRef="#br0" timeOffset="42558.93">8047 9050 1707 0,'0'0'58'0,"0"0"-3"0,0 0 7 0,0 0 10 0,-47 25 0 0,20-1-6 16,-10 5-5-16,-1 6-2 0,1 0-4 15,-3-1-1-15,7 2-9 0,3 0-3 0,5 1-2 16,9-5-6-16,7 1-22 0,7-1-38 16,4-7-53-16,7 6-71 0,9-4-108 0,2-8-416 15,9-5-169-15</inkml:trace>
  <inkml:trace contextRef="#ctx0" brushRef="#br0" timeOffset="42941.13">8249 9490 2089 0,'0'0'139'0,"10"-12"12"0,-10 12-1 15,0 0-11-15,3-4-3 0,-3 4 3 16,0 0 49-16,0 0 13 0,12 12 0 0,-8-2-9 16,2 2-9-16,-1 3-15 0,3 2-16 0,0 2-13 15,1-2-16-15,0 0-9 0,2 2-12 16,0-4-12-16,-2 1-1 0,7-3-17 15,-4-1 2-15,2-3-8 0,1-1-4 0,-1-6-7 16,3-4-4-16,0-1-8 0,3-7-4 16,5-6-3-16,-5-1-6 0,-2-8-17 15,-2-3-25-15,-7-2-29 0,1-3-43 0,-8-4-54 16,-2 0-53-16,0-2-52 0,-4-3-58 16,-6-12-80-16,1 4-111 0,-3 1-113 15,3 8 59-15,-4-5-268 0,-1 3-300 16</inkml:trace>
  <inkml:trace contextRef="#ctx0" brushRef="#br0" timeOffset="43274.32">8274 9132 2447 0,'-33'-38'65'0,"-3"-3"0"16,6-5-6-16,-1-4 1 15,4-6-10-15,3-8 4 0,1-22 2 0,7-4 3 16,13 15-2-16,6-26-2 0,15-3-6 16,18 6-5-16,14 1-5 0,13 1 0 15,14 9-7-15,15 5-7 0,13 5-2 0,46-10-5 16,-26 33-7-16,8 5-11 0,1 9-5 15,-6 8-17-15,-8 10-12 0,-17 10-16 16,-29 5-25-16,-23 5-18 0,-5 6-14 16,-10 3 6-16,-12 4-18 0,-12 2-30 0,-5-2-39 15,-5 3-68-15,-4 3-191 0,-6 4-118 16,-3 4-67-16</inkml:trace>
  <inkml:trace contextRef="#ctx0" brushRef="#br0" timeOffset="43564.47">8535 10098 1828 0,'4'-2'155'15,"-4"2"-13"-15,26-17-15 0,5-1-12 0,21-9 0 16,18-13-15-16,8-4 8 0,6-2-3 16,3-8-7-16,8 0-9 0,-4-4-8 0,2 1-13 15,-3-3-4-15,-5 1-10 0,-7 1-29 16,-6 3-33-16,-9 0-31 0,0 4-45 0,-15 10-37 16,-6 2-40-16,-3-3-47 15,-7 5-49-15,0 4-92 0,-12 10-100 0,-4 6-95 16,-5 5-46-16</inkml:trace>
  <inkml:trace contextRef="#ctx0" brushRef="#br0" timeOffset="43958.65">9643 7114 1662 0,'-43'-11'88'0,"3"1"1"0,4 0 7 16,10 4 2-16,4-1 2 0,8 3 3 15,-2-3-11-15,7 4-6 0,5 1-8 0,4 2-7 16,0 0-10-16,32-5-5 0,12 10-7 16,17 3-3-16,5 7-5 0,5 5-3 15,-6 5-3-15,-6 5-8 0,-10 4-14 0,-10 4 5 16,-17 5-8-16,-12 8 2 0,-17 5-2 16,-27 23-6-16,-14 1-3 0,-21 7-15 0,-13 8-17 15,-38 33-23-15,-6 3-29 16,1 7-39-16,5-1-54 0,10-3-71 0,40-38-194 15,9-7-177-15,19-5-116 0</inkml:trace>
  <inkml:trace contextRef="#ctx0" brushRef="#br0" timeOffset="47890.34">8762 9943 1908 0,'-10'-14'109'0,"3"4"3"0,-1 3-9 0,5 1-12 0,-3 2-8 0,6 4-9 0,-10-5 12 0,10 5 5 16,0 0 13-16,0 0 25 0,-11 13 14 0,13-6 10 15,5 5-5-15,18 10 5 0,13 5-6 16,14-2-7-16,14 0-10 0,35 2-6 15,10-5-1-15,5-5-14 0,6-3-9 16,5-4-8-16,-1-3-8 0,-2-2-8 0,-2-5-11 16,-6-2-4-16,-3-3-5 0,-27 0-7 15,-5-2-3-15,-2-1 2 0,-9-3 18 0,-7 1 5 16,-6 2 5-16,-13 1 7 0,-4-3 4 16,-4 2 0-16,-2-1-2 0,-7 5 1 15,5-6 0-15,-10 2-14 0,-5 4-4 0,-2-3-5 16,-1-1-10-16,-3 6-5 0,-4-2-13 0,3 0-42 15,-4 2-50-15,1 0-63 0,-7 2-90 16,10-4-87-16,-10 4-75 0,0 0-81 16,0 0-167-16,0 0-31 0,-33 6 83 0,8-2-333 15,-11 2-382-15</inkml:trace>
  <inkml:trace contextRef="#ctx0" brushRef="#br0" timeOffset="48657.06">9038 9941 2440 0,'2'-14'-61'0,"2"1"25"0,-4 1 20 0,0 2 20 0,2 1 20 0,-2 2 20 16,0 0 19-16,0 7 9 0,-4-10-4 16,2 7-5-16,2 3 23 0,0 0 28 0,-36 10 7 15,1 5 12-15,-14 10 0 0,-4 5-1 16,-21 10 2-16,3-1-6 0,13-10-3 0,7-1-1 16,3-4-5-16,18-7-4 0,1-3 0 15,11-4-5-15,2-1-8 0,5-3-7 0,1-1-11 16,2-1-9-16,3 1-7 0,3-2-8 15,2-3-1-15,0 7-10 0,0-7-6 16,11 9-21-16,-1-4-25 0,1 2-31 16,2 2-37-16,7-1-46 0,1 2-49 0,6 5-40 15,3-3-60-15,4 2-59 0,2 1-81 16,4-6-170-16,8 7 36 0,-8-6-243 16,3 1-271-16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44:27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21675 12757 712 0,'0'0'337'15,"0"0"-66"-15,5-7-44 0,-5 7-9 16,0 0-12-16,0 0-6 0,0 0 3 0,6-4-5 15,-6 4 11-15,0 0 3 0,0 0 13 16,0 0 0-16,0 0 1 0,0 0-4 0,0 0 2 16,0 0-4-16,0 0-1 15,0 0-5-15,0 0-5 0,0 0-1 0,0 0 3 16,0 0-10-16,0 0 5 0,0 0-1 16,0 0-3-16,0 0-4 0,0 0-5 0,0 0-7 15,0 0-10-15,0 0-12 0,0 0-18 16,0 0-12-16,-17-12-14 0,17 12-11 0,-9-1-12 15,9 1-8-15,-14-4-13 0,14 4-7 16,-15-3-6-16,15 3-7 0,-17-2-5 0,17 2-6 16,-20 0-36-16,9 0-9 0,11 0 0 15,-23 2 0-15,10 0 0 0,-1-2 0 16,3 3 0-16,-2-1 0 0,0-1 0 0,-2 1 0 16,-1 0 0-16,-1 1 0 0,2-1 0 15,-5 1 0-15,6 1 0 0,-2 0 0 16,-1 0 0-16,2 0 0 0,0 1 0 15,-3 0 0-15,5 2 0 0,-1-2 0 0,1 2 0 16,1-2 0-16,0 0 0 0,0 0 0 16,0 1 0-16,3 0 0 0,0-2 0 0,-1 1 0 15,1-2 0-15,-1 2 0 0,5 1 0 16,-4 0 0-16,0-2 0 0,2 2 0 0,-1-1 0 16,2-1 0-16,-1 4 0 0,-3-2 0 15,0 0 0-15,5 1 0 0,-5 1 0 16,3-1 0-16,0 2 0 0,-2-3 0 0,2 3 0 15,1-2 0-15,-4 0 0 0,5 1 0 0,-3-1 0 16,3 0 0-16,-3 1 0 16,2 1 0-16,0-2 0 0,1 1 0 0,-1 3 0 15,3-3 0-15,-1 1 0 0,-3 3 0 16,4-4 0-16,-3 2 0 0,2 1 0 0,3-1 0 16,-3 0 0-16,0 2 0 0,2-3 0 15,1 2 0-15,-2-2 0 0,-1 2 0 0,2-1 0 16,2 1 0-16,-2-1 0 0,2 0 0 15,0 1 0-15,0-3 0 0,0 2 0 16,0 2 0-16,2-1 0 0,-2-1 0 16,0 0 0-16,2 2 0 0,0 0 0 0,0 0 0 15,-2-2 0-15,3 2 0 0,-2-1 0 16,-1-1 0-16,2 3 0 0,2-1 0 16,-2-3 0-16,1 3 0 0,-1-2 0 0,2 2 0 15,0 1 0-15,-1-3 0 0,-1-1 0 16,3 3 0-16,-1-2 0 0,-3 0 0 0,3 1 0 15,0-1 0-15,-1 0 0 0,1-1 0 16,3 1 0-16,-4-2 0 0,3 1 0 0,-2-1 0 16,-1 3 0-16,5-3 0 0,-3 4 0 15,4-1 0-15,0-1 0 0,-4 2 0 0,5-2 0 16,2 1 0-16,-1-1 0 0,1 1 0 16,2-2 0-16,2 2 0 0,3-2 0 0,-2 0 0 15,3-2 0-15,-4 3 0 16,2-5 0-16,-2 1 0 0,2 0 0 0,-3 0 0 15,0-2 0-15,-2 1 0 0,3-2 0 16,-5 0 0-16,0-1 0 0,1-2 0 0,1 0 0 16,-1 2 0-16,-1-4 0 0,2-2 0 15,3 3 0-15,0-5 0 0,-2 4 0 0,1-5 0 16,1 2 0-16,0-3 0 0,-2 4 0 16,-3-3 0-16,3-1 0 0,-1 2 0 0,-1-2 0 15,-1 3 0-15,0-5 0 16,0 2 0-16,-2 2 0 0,0-4 0 0,1 3 0 0,-1-5 0 15,-1 4 0-15,-1-1 0 0,2 1 0 16,-4-1 0-16,2-1 0 0,-3 3 0 16,5-1 0-16,-6-1 0 0,3 0 0 15,-3 1 0-15,1-1 0 0,0-1 0 0,-1 2 0 16,-1-3 0-16,3 1 0 0,-1 0 0 16,-1 0 0-16,-3-1 0 0,2 1 0 15,2 0 0-15,-2-2 0 0,-2 3 0 0,2-3 0 16,-1 1 0-16,-1 3 0 0,0-2 0 15,0-1 0-15,-1-1 0 0,1 2 0 0,-2-3 0 16,0 2 0-16,0-3 0 0,-2 2 0 16,4 0 0-16,-1 0 0 0,-3 1 0 0,-1 0 0 15,3-1 0-15,0 2 0 0,-1-1 0 16,-1-1 0-16,0 3 0 0,3 0 0 16,-3-2 0-16,0 2 0 0,1-3 0 15,-6-2 0-15,5 3 0 0,-1-1 0 0,-1-2 0 16,-1 2 0-16,-1-1 0 0,0 0 0 15,3-2 0-15,-4 1 0 0,0 2 0 0,0-1 0 16,2-1 0-16,-4 4 0 0,0-2 0 16,0 2 0-16,-1-1 0 0,1 3 0 0,2-1 0 15,-7 2 0-15,3 1 0 0,-1 0 0 16,0 3 0-16,0 0 0 0,-3 3 0 0,1 0 0 16,0 3 0-16,-4-2 0 0,5 3 0 15,-6 3 0-15,0-1 0 0,5 2-271 16,-4 4-200-16,3-4-62 0,4 1-70 15,-1-3-108-15,5 1-84 0,1 0 73 0,4 0-667 16,3-2-843-16</inkml:trace>
  <inkml:trace contextRef="#ctx0" brushRef="#br0" timeOffset="1634.94">24009 12964 3642 0,'0'0'-122'16,"0"0"34"-16,0-8 29 0,0 8 29 16,0 0 30-16,0 0 32 0,0 0 16 0,0-7 8 15,0 7 11-15,0 0-2 0,0 0 11 16,0 0 10-16,0 0 7 0,0-7 5 0,0 7 0 16,0 0 1-16,0-8 4 0,0 8 3 15,0 0-3-15,-7-8 2 0,3 5-3 16,4 3 2-16,-6-5-2 0,0 0-8 15,6 5-4-15,-11-8-3 0,8 8 0 0,-6-4-3 16,9 4 6-16,-15-4-4 0,6 3 2 16,1-2-7-16,-3 1-8 0,0-1-2 0,-1 1-2 15,-1 0-6-15,-1-2-5 0,1 3-7 16,-3-2-3-16,3 3-4 0,0-2 1 0,-1 2-9 16,2-2-5-16,-4 2 0 0,3 0-2 15,-3 0-4-15,1 4-2 0,0-4 4 0,0 4 5 16,1 0 2-16,-1 1-6 0,0-1 0 15,0 4-5-15,1-4 2 0,-3 4-7 16,3-1 4-16,2-1-4 0,-4 2-1 0,3 0 3 16,2 1-7-16,-3-2-2 0,1 1 1 15,1 2 1-15,-3-1 6 0,3 1 9 16,1-1 3-16,2 3-7 0,-3-2 0 0,1 2-3 16,3 0-1-16,-2-2 5 0,3 5-5 15,-1-1 8-15,-1-3 0 0,3 3 2 0,0 0-11 16,1 1 1-16,1-1-3 0,0 3 4 15,2-3-5-15,1 3 2 0,-1-2-5 0,0 2-1 16,2 0 1-16,2 0 2 0,-2 0-2 16,3 2 3-16,-1-1 2 0,4 3-13 15,-1-3 5-15,5 2-1 0,-2-3 1 0,1 3 0 16,0-4 3-16,11 6-6 0,-5-5-1 16,8 1-1-16,-6-4-2 0,2-2 8 15,7 2-7-15,-2-6 6 0,-7 1-3 0,3-2-2 16,0-4-2-16,-4 1-6 0,4-1 10 15,-1-2 6-15,0 1 3 0,-2-4-1 16,5 1 3-16,0-2-5 0,-1-1 4 0,2-1-3 16,0 0-2-16,-2-4-2 0,2 1 3 15,-2 1-3-15,8-7 5 0,-9 4-2 0,-1 0 3 16,1-1 0-16,-6-1 2 0,6 1 1 16,-4-1-1-16,-2 0 1 0,1 1 3 15,-3-1-1-15,-3 1 7 0,2-1-3 16,-2-2 3-16,-2 3-3 0,1-5 4 0,-5 1-9 15,3-2-3-15,-3-3-1 0,2-3-2 16,-3-3 1-16,-2 2-9 0,0-3-8 0,-4-10-4 16,0 0-7-16,-4 4-1 0,5 6 5 15,-3 5 0-15,-1 3-4 0,-5 0 0 0,0 2 5 16,-3 3-2-16,-2 1 3 0,0 4-11 16,-7 2-7-16,1 2-17 0,-4 2-6 0,-2 1-36 15,0 4-50-15,-10 1-52 0,0 2-66 16,-3 2-83-16,6 2-83 0,2-1-94 15,5 4-129-15,6-3-95 0,2-3 67 16,6 1-586-16,1 0-715 0</inkml:trace>
  <inkml:trace contextRef="#ctx0" brushRef="#br0" timeOffset="9217.11">7260 2241 748 0,'0'0'241'0,"7"-7"-30"16,-7 7-19-16,7-7-6 0,-7 7-7 0,4-7-1 15,-4 7-5-15,0 0-5 0,1-7 3 16,-1 7 0-16,0 0-4 0,0 0-9 16,0 0-21-16,0 0 9 0,0 0 0 0,0 0 10 15,-21 21-3-15,8-8-2 0,-6 8 0 16,-1 1-5-16,0 1-2 0,-1 0-3 0,0 1-3 15,2-4-11-15,3-3-6 16,4-2-16-16,-2-1-10 0,3-5-8 16,-1 4-4-16,2-2-13 0,1-1-7 0,0-3-6 15,0 1-6-15,4-3-11 0,-1-1-14 16,6-4-23-16,-9 8-20 0,9-8-35 0,0 0-33 16,0 0-13-16,0 0-12 0,-19-13-20 15,17 2 11-15,-2 0-1 0,4-5 6 16,0-3 16-16,0-2 6 0,0 3 11 0,2-1 6 15,-2-2 30-15,2 0-3 0,2 4 30 16,-3 3 36-16,1-1 12 0,0 3 12 0,-2 2 9 16,2 2-1-16,-2-1-5 0,5 2-15 15,-5 7-5-15,3-7-3 16,-3 7 1-16,0 0 3 0,13 0-11 0,-13 0 3 16,22 14-3-16,-10-1-2 0,4-1 10 15,6 5-14-15,1 2 2 0,-3 1 1 0,-2-3-1 16,5-1-3-16,-7 0 4 0,-5-3-5 15,0-5 4-15,-2 1 6 0,-2-5-5 16,0 4-2-16,-3-3-4 0,4-2 17 0,-8-3 22 16,0 0 6-16,11 2-13 0,-11-2 0 15,0 0-7-15,10-19-3 0,-8 7-3 0,-1-2-4 16,4-6 0-16,-5-3 1 0,2 0-10 16,-2 4 5-16,2-1 3 15,-2 5 10-15,-2 1-6 0,2 4-3 0,2 1-9 16,-4 1-8-16,2 8-2 0,0 0 4 15,0 0 1-15,0 0-6 0,0 0 4 0,0 0-2 16,-7 25 1-16,7-11 1 0,0 1-2 16,0-1 0-16,0 1 2 0,0-1-3 15,-1 1-1-15,1-3-4 0,-4 2 1 0,2-5 3 16,0 3 5-16,-3-4-2 0,-1 2 6 16,-4-3-2-16,1-4 15 0,-2 0 15 0,11-3 14 15,-24-3 16-15,9-2 23 0,0-4 16 16,4 1 11-16,-1-3 27 0,1 3 12 15,3 0 2-15,0-1-19 0,4 4-10 0,-1-3-19 16,1 4-13-16,4 4-13 16,0-13-8-16,0 13-12 0,9-14-8 0,-1 9-49 15,2 1-58-15,3-2-65 0,3 2-63 16,-2-2-82-16,2 0-107 0,3 3-107 0,0-2-157 16,0 0-139-16,-2 1 69 0,1 1-485 15,-4-4-651-15</inkml:trace>
  <inkml:trace contextRef="#ctx0" brushRef="#br0" timeOffset="15914.97">23436 6106 2989 0,'0'-10'-142'0,"0"10"57"16,0-5 36-16,0 5 35 0,0 0 34 15,0-7 27-15,0 7 31 0,0 0 13 0,0 0 23 16,0 0 19-16,1-9 10 0,-1 9-2 16,0 0 0-16,0-8-1 0,0 8 4 0,0 0 12 15,0-6 4-15,0 6 0 16,0 0-7-16,0 0-10 0,0 0-13 0,0 0-4 15,0 0 17-15,0 0 0 0,-14 24 7 16,5-7-11-16,-4 10-8 0,0 3-5 0,0 2-5 16,2-3-8-16,-1 6-5 15,2-2-12-15,7 0-8 0,-1-8-12 0,4 0-8 0,0-2 5 16,2 1-12-16,2-4-8 0,-1 1-8 16,3-2-1-16,-1-6-3 0,5 1 0 0,0-4-4 15,1-1-5-15,3-4 4 0,-1-2-4 16,2-4 1-16,4-1-11 0,4-3-2 0,-4-2-1 15,12-5-4-15,-8 2-3 0,-1-6 6 16,-3 3-7-16,-2 1 4 0,-1-2 3 16,-3 3 16-16,1 2 6 0,-5 3 8 15,-2 0-4-15,1-2-6 0,-4 4-6 0,-4 4-10 16,11-5-1-16,-11 5-1 0,0 0-3 16,0 0 2-16,25 5-3 0,-17 3 0 15,-3-1-1-15,3 2-2 0,2-1 1 0,1 2 1 16,1-1-6-16,1 0 1 0,1-1 5 15,-2 0-7-15,2-2-2 0,5-3 0 0,-2 1 4 16,-4-4 0-16,5 0 1 0,-2-4-7 16,0 1 7-16,3-6 2 0,-5 2-5 15,2-5 27-15,-2 0 13 0,-1-1 2 0,-1-3-2 16,-5-2-5-16,4-10-6 0,-2 3-2 16,-4-10-7-16,1-2-1 0,1-7-7 15,2-6-5-15,0 11-4 0,-4 2-2 0,5 2-5 16,-5 12-6-16,0 6-23 0,-3 0-40 15,-2 5-30-15,-2 4-37 0,0 2-37 0,-3 2-40 16,5 4-46-16,-13-2-56 0,13 2-71 16,-15 6-60-16,5 0-78 0,3 1-81 0,1-1-115 15,0 4 54-15,4-4-518 0,2 5-644 16</inkml:trace>
  <inkml:trace contextRef="#ctx0" brushRef="#br0" timeOffset="16263.98">24589 6208 3275 0,'0'0'79'0,"0"0"88"0,0 0 57 16,0 0 45-16,-11-13 36 0,11 13 15 0,0 0 14 16,-4-9-4-16,4 9-17 15,0 0-18-15,0 0-27 0,-5-8-22 0,5 8-28 16,0 0-20-16,0 0-24 0,0 0-18 16,0 0-15-16,-2-7-19 0,2 7-33 0,0 0-43 15,0 0-56-15,0 0-57 0,0 0-66 16,0 0-69-16,0 0-68 0,0 0-85 15,0 0-88-15,0 0-116 0,-13 17-168 0,13-10 6 16,-5 0 77-16,-2 1-525 0,4 2-636 16</inkml:trace>
  <inkml:trace contextRef="#ctx0" brushRef="#br0" timeOffset="16497.66">24492 6418 3236 0,'0'0'89'15,"0"0"63"-15,-2 7 52 0,2-7 40 0,0 0 27 16,0 0 14-16,0 0 20 0,0 0-7 16,0 0-4-16,0 0-15 0,0 0-15 15,23-12-23-15,-23 12-24 0,0 0-24 0,7-5-15 16,-7 5-28-16,0 0-45 16,8-4-65-16,-8 4-80 0,0 0-74 0,0 0-77 0,0 0-80 15,0 0-94-15,0 0-86 16,0 0-123-16,17 4-157 0,-17-4 64 0,8 3-571 15,-8-3-701-15</inkml:trace>
  <inkml:trace contextRef="#ctx0" brushRef="#br0" timeOffset="17197.41">25509 5949 3179 0,'6'-6'-121'16,"0"2"54"-16,-1-1 47 0,1 2 46 15,-6 3 39-15,7-9 39 0,0 7 31 0,-4-2 27 16,-3 4 21-16,8-6 20 0,-8 6 11 15,0 0 15-15,3-7 0 0,-3 7 12 0,0 0 5 16,0 0-7-16,0 0-3 0,0 0-20 16,-30-1-19-16,12 1-15 0,-2 0-18 15,-1 1-17-15,-6 3 0 0,0-3-18 0,2 3-11 16,1-2-9-16,-2 1-16 0,2 0-9 16,3-1-17-16,5 1-24 0,0-1-9 15,1 0-15-15,1-2 2 0,1 2-9 0,13-2-2 16,-17 0 8-16,17 0-7 0,-15 0 8 15,15 0-7-15,0 0-4 0,-19 0 6 0,19 0-12 16,0 0 10-16,-13-2-11 0,13 2 6 16,0 0 0-16,0 0-6 0,-16 0-2 0,16 0 2 15,0 0 3-15,0 0-9 0,0 0-2 16,-13 2 0-16,13-2 0 0,0 0 7 16,-6 6-8-16,6-6 15 0,-6 12-4 0,2-3 8 15,1 5 2-15,-3 5 8 0,-3 11 9 16,-1-1 10-16,-3 10-1 0,-3 7 7 15,3 0 9-15,-2-2 5 0,1 3-5 16,2 0-1-16,-1-10-4 0,4 1-3 0,2-3-1 16,-1 0-3-16,2-4-4 0,0-6-2 15,6-8 7-15,0-1 1 0,2-3 4 0,2-1-49 16,0-2 0-16,4-2 0 0,5-1 0 16,5-3 0-16,-4-2 0 0,8-2 0 0,-4 2 0 15,1-4 0-15,1 2 0 0,-2-2 0 16,4-1 0-16,-7 2 0 0,2-1 0 15,-6 2 0-15,3-2 0 0,-14 2 0 16,19-1 0-16,-10-1 0 0,-9 2 0 0,0 0 0 16,19 0 0-16,-19 0 0 0,10 0 0 15,-10 0-278-15,0 0-167 0,0 0-103 0,0 0-98 16,0 0-149-16,0 0 11 0,0 0 80 16,0 0-653-16,0 0-813 0</inkml:trace>
  <inkml:trace contextRef="#ctx0" brushRef="#br0" timeOffset="17463.68">25139 6387 3661 0,'0'0'-23'0,"-5"-8"54"0,5 8 40 15,0 0 20-15,-6-4 11 0,6 4 5 0,0 0-5 16,4-9-10-16,-4 9-11 0,0 0-9 16,13-8-6-16,-5 4-10 0,-1 3-19 0,5-2-28 15,-2 1-49-15,-1-2-57 0,-2 2-50 16,-7 2-40-16,18-4-57 0,-13 2-73 16,-5 2-79-16,12-2-126 0,-12 2 27 15,10-4-223-15,-10 4-210 0</inkml:trace>
  <inkml:trace contextRef="#ctx0" brushRef="#br0" timeOffset="17996.75">26029 6286 1853 0,'-22'-4'11'0,"10"2"41"0,2 0 25 16,1 2 28-16,9 0 32 0,-19-4 34 15,11 4 31-15,8 0 11 0,-15-4 0 16,7 4-3-16,8 0-9 0,-11-2-12 0,11 2-11 16,0 0-12-16,0 0-2 0,0 0 2 15,0 0-1-15,0 0-10 0,0 0-8 16,0 0-16-16,59 4-13 0,-26-4-7 0,10 3-12 15,18 0-10-15,0 1-9 0,2 0-7 16,-15 0-5-16,1-3-7 0,-5 3-2 0,-2-4-11 16,-14 2-4-16,-3-2 1 0,-5 0-4 15,-5 2 17-15,-2-2 9 0,-13 0 7 0,21 0 3 16,-11 0-1-16,-10 0-7 0,15 0-8 16,-15 0-12-16,0 0-7 0,14-2-33 15,-14 2-37-15,0 0-52 0,9 0-62 16,-9 0-87-16,0 0-100 0,0 0-117 0,0 0-153 15,0 0-88-15,0 0 65 0,-21-13-488 16,13 9-578-16</inkml:trace>
  <inkml:trace contextRef="#ctx0" brushRef="#br0" timeOffset="18448.41">26529 6109 2961 0,'-4'-7'-26'0,"4"1"50"0,-2 1 48 16,2 5 46-16,-2-12 38 0,2 12 30 15,-2-6 7-15,2 6-1 0,0 0-9 16,0 0-8-16,0-6-8 0,0 6-8 0,0 0-3 16,0 0-7-16,0 0-6 0,0-8 3 15,0 8 3-15,0 0 6 0,0 0-10 16,0 0-10-16,0 0-6 0,0 0-11 0,0 0-11 15,24 18-8-15,-13-10-16 0,-2 3-1 16,2 4-4-16,1-1-8 0,1 13-9 16,1-1-8-16,-3 3-2 0,-2-7-9 15,-1 9 1-15,-2-7-4 0,-2-1 12 0,-3-2 3 16,-1-1 15-16,0-2 13 0,-1 0 6 16,-3-2 15-16,-2 2 18 0,0-1 0 0,0-3 1 15,-3-1-6-15,2 1-5 0,-3-2-9 16,-1-2-11-16,-2 0-9 0,-1-3-9 0,1 2-61 15,-1-2-12-15,1-2 0 0,1 0 0 16,-1-3 0-16,2 0 0 0,11-2 0 0,-19 0-74 16,9 0-94-16,10 0-40 0,-14 0-42 15,14 0-51-15,-12-6-72 0,12 6-70 0,-13-3-76 16,13 3-90-16,-5-7-139 0,5 7 58 16,0-9-605-16,0 3-754 0</inkml:trace>
  <inkml:trace contextRef="#ctx0" brushRef="#br0" timeOffset="18813.39">27102 6185 3418 0,'0'-13'-55'15,"0"5"58"-15,2 0 55 0,-2 2 60 16,0-1 33-16,0 7 19 0,2-6 10 0,-2 6-5 16,0 0-15-16,0 0-9 0,0 0 15 15,0 0 8-15,0 0-10 0,-4 20-7 16,3-3-10-16,1 2-15 0,-9 12-10 0,4 2-8 16,-3 1-12-16,3 2-11 0,-3-2-7 15,2-1-5-15,0-6-12 0,4-5-5 16,-3-1-7-16,1-4-12 0,1-2-13 0,1-3-18 15,-2 0-20-15,4 0-23 0,-3-3-25 16,1-1-28-16,2-2-42 0,0-6-61 0,0 0-71 16,0 6-57-16,0-6-73 15,0 0-71-15,0 0-100 0,0 0-56 0,12-27 53 16,-8 17-350-16,2-4-394 0</inkml:trace>
  <inkml:trace contextRef="#ctx0" brushRef="#br0" timeOffset="19281.79">27119 6046 2374 0,'5'-20'-44'0,"-2"5"42"0,3 1 34 15,-1 3 34-15,3-1 19 0,0 1 15 16,1 1 11-16,2 2-2 0,5-1 8 0,-1 2 2 16,1 2-8-16,-2 1-11 0,4 4-4 15,-3 2-9-15,0 1-5 0,2 4-16 16,1 2-2-16,-4 3-5 0,2 1-12 15,-3 3-2-15,-1 1-3 0,-5 3 10 0,-1-1 8 16,-2 4 19-16,-6-2 15 0,0-1 9 16,-9 9 14-16,-3-3 16 0,-1 0 8 15,0-2 10-15,-6-2 4 0,0-2 0 0,3-3-5 16,6-8-8-16,-1 2 4 0,2-2-5 0,2-3-7 16,2 0 1-16,-2 0-3 0,4-2-1 15,5-4-10-15,-9 8-14 0,5-5-15 16,4-3-10-16,-5 8-8 0,5-8-11 0,-2 8 5 15,2-8-7-15,5 16-6 16,-1-6 13-16,1-1 4 0,1 7 9 0,-1 2 4 16,6-2 3-16,-4 4-7 0,6 5 2 15,-5-4-4-15,2-2 2 0,-3-2 4 0,-2-2-4 16,4 0-3-16,-4-1 5 0,-1-1-3 16,2-5-5-16,-3 3-24 0,1-5-51 0,-2 1 0 15,-2-7 0-15,4 11 0 0,-2-6 0 16,-2-5 0-16,4 6 0 0,-4-6 0 0,0 0 0 15,0 0-103-15,0 0-182 0,0 0-94 16,0 0-112-16,0 0-124 0,0 0-172 0,-6-23 4 16,0 15 82-16,0 0-675 15,3 0-831-15</inkml:trace>
  <inkml:trace contextRef="#ctx0" brushRef="#br0" timeOffset="19964.09">27350 5598 3347 0,'-16'2'-252'0,"3"0"47"0,-4 1 41 16,-4 6 46-16,-15 4 42 15,-4 9 40-15,-7 4 36 0,-1 6 29 0,-15 14 31 16,-4 7 29-16,4 3 36 0,4 9 21 16,2 5 15-16,3 4 14 0,9 4-1 0,8 0 2 15,5 4-1-15,13-12 1 0,6-2-5 16,11-1-5-16,5-1-11 0,9 2 7 0,12-5-4 15,8 11 6-15,9-6 4 0,13-8-1 16,3-5 10-16,6-9-9 0,-7-11-13 16,5-7-9-16,7-6-18 0,2-1-11 15,9-9-10-15,-2-5-6 0,0-3-13 16,-3-8-6-16,-3-6-8 0,-8-2 2 0,-2-8-3 16,-7-6 16-16,0-7 4 0,-4-6 11 15,3-18-2-15,-6-7-5 0,0-12-10 0,-11-8-10 16,-10-5-10-16,-1-6-11 0,-8-8-8 15,-8 2-4-15,-6 20-3 0,-11-16-12 0,-7 27-12 16,-17-9-16-16,-15 10-19 0,-8 11-24 16,-12 10-29-16,-6 12-25 0,-13 9-35 0,11 12-42 15,-5 7-47-15,-6 7-48 0,1 2-55 16,-3 5-51-16,8 3-31 0,0 1-69 0,12 5-77 16,8-1-137-16,9 1 57 15,13-3-482-15,4 3-582 0</inkml:trace>
  <inkml:trace contextRef="#ctx0" brushRef="#br0" timeOffset="30977.29">18706 13894 3396 0,'-24'-4'115'0,"4"1"-53"16,3-1 49-16,2 3 47 0,1-1 25 15,3-2 6-15,2 3-1 0,-2-1-13 0,11 2-26 16,-11-7-10-16,10 4-15 0,1 3-14 16,9-14-8-16,6 4-12 0,12-4-5 0,20-3-10 15,9-2-15-15,7 4-5 0,7-2-24 16,7-3-30-16,18 1-33 0,-20 5-36 15,2 3-39-15,-5-1-31 0,1 1-7 16,-6 3 3-16,-10 4 5 0,-14-2 8 0,-4 0-4 16,-13 6 5-16,-5-3 12 0,-7 3 17 15,-5 0 15-15,-9 0 25 0,0 0 20 0,0 0 23 16,0 0 24-16,0 0 15 0,-55 9 9 16,15-3 7-16,-4-2-1 0,-15 4 4 15,-6-3 1-15,-1 3 3 0,-5-4 7 0,7 4 7 16,-6-4 3-16,8 1 16 0,2-1 9 15,13-2 3-15,-1 4 7 0,3-4 5 0,15 1 8 16,5-2 14-16,3 1 12 0,9-2-3 16,0 0-7-16,1 0-12 0,12 0-13 0,0 0-11 15,0 0-10-15,0 0-6 16,0 0-5-16,36-8-9 0,4 4-5 0,8-4-17 16,15 5-1-16,5-3-22 0,5-2-29 15,-2 0-33-15,-3 4-41 0,-3-3-20 0,-15 3-23 16,-9-2-8-16,-9 6-4 0,-7-3 11 15,-9 6 3-15,-7-3 15 0,-3 2 13 0,-6-2 8 16,0 0 12-16,-27 15 7 0,-5-3 14 16,-6-2 1-16,-16 3 7 0,5 1 4 15,7-5 7-15,0-1 8 0,4-2-9 0,12 2 8 16,1-4 0-16,5-1-33 0,7-1-50 16,-1-1-70-16,5-1-95 0,9 0-112 15,-13 0-171-15,13 0 25 0,0 0-274 16,0 0-301-16</inkml:trace>
  <inkml:trace contextRef="#ctx0" brushRef="#br0" timeOffset="34613.15">24698 7461 2158 0,'2'-4'65'0,"-2"4"59"16,0 0 54-16,1-13 45 0,-1 13 37 0,0-8 30 16,0 8 23-16,0 0 11 0,-1-10-1 15,1 10-4-15,0 0-11 0,-2-6-9 0,2 6-12 16,0 0-10-16,0 0-18 0,0 0-18 16,-2-11-23-16,2 11-21 0,0 0-23 15,0 0 4-15,0 0 13 0,-9 23 3 0,6-9-10 16,-5 9-12-16,-3 8-10 0,-3 1-10 15,3 3-31-15,-3 0-121 0,3-2 0 16,0 0 0-16,1-2 0 0,5-6 0 0,-3-4 0 16,5-1 0-16,-4 1 0 0,3-4 0 15,2-1 0-15,-1-3 0 0,-1-1 0 16,0-2 0-16,4 1 0 0,-3-1 0 0,1-3 0 16,0-2 0-16,2-5 0 0,-2 9-188 15,2-9-210-15,0 0-79 0,0 0-59 0,0 0-79 16,19-28-82-16,-7 10-39 0,4-5 62 15,4-2-642-15,0-2-774 0</inkml:trace>
  <inkml:trace contextRef="#ctx0" brushRef="#br0" timeOffset="34843.37">24793 7364 3383 0,'-4'-10'-47'0,"2"3"58"0,-1 2 55 15,3 5 56-15,-1-10 32 0,-1 5 21 0,2 5 6 16,0 0 0-16,2-11-12 0,2 3 0 15,5 4-8-15,3-3-8 0,3-1-9 0,4-2-18 16,2 3-14-16,0 0-10 0,1 0-14 16,10-3-8-16,-8 2-27 0,-5 4-35 15,1-1-40-15,-6 1-35 0,2 2-46 16,-3-2-55-16,0 4-58 0,-1-1-45 0,-12 1-45 16,15 1-76-16,-12 5-86 0,2 1-104 15,-3-1 39-15,-6 7-325 0,0 1-343 16</inkml:trace>
  <inkml:trace contextRef="#ctx0" brushRef="#br0" timeOffset="35059.81">24775 7602 2597 0,'-11'4'160'0,"4"1"41"0,-2-2 35 16,6-1 35-16,3-2 17 0,-9 4 7 15,9-4-8-15,0 0-19 0,0 0-16 16,0 0-12-16,0 0-23 0,0 0-19 0,0 0-26 15,0 0-17-15,0 0-11 0,30 3-43 16,-21-3-57-16,-9 0-62 0,23 2-70 0,-12-2-81 16,1 0-81-16,0 2-74 0,-1-2-80 15,-1 1-73-15,1 3-104 0,-4-1-18 16,3 2 52-16,-6 0-361 0,0 2-389 0</inkml:trace>
  <inkml:trace contextRef="#ctx0" brushRef="#br0" timeOffset="35262.11">24723 7838 2573 0,'-22'8'79'0,"3"0"67"0,-1 1 72 0,6-2 55 16,-2-2 39-16,1 2 28 0,6-4 20 16,1 2 2-16,-2-1-16 0,10-4-23 15,-12 3-22-15,12-3-20 0,-7 6-16 16,7-6-21-16,0 0-28 0,0 0-18 0,0 0-23 16,35 1-18-16,-20-1-36 0,3 0-57 15,2-2-67-15,-1-1-66 0,8 1-73 0,-2-1-78 16,-1-1-93-16,1 1-104 0,0-3-107 15,5-1-123-15,5-2-65 0,-9 2 58 0,-3 2-589 16,2-2-703-16</inkml:trace>
  <inkml:trace contextRef="#ctx0" brushRef="#br0" timeOffset="35760.58">25566 7066 3610 0,'-2'-12'135'0,"0"1"37"0,0 3 35 0,2 4 25 16,0 4 8-16,-1-8 0 0,1 8 13 15,0 0 17-15,-8 20-7 0,3 3-10 0,-4 11-23 16,4 5-17-16,-4 12-12 0,-3 3-14 16,2 5-13-16,-3-2-9 0,3-2-9 0,1 3-4 15,0-7-6-15,-1-1-6 0,2-13-12 16,3-1-12-16,-1-3-10 0,2-10-12 15,1-4-10-15,-4-3-60 0,5-5-24 16,2 1 0-16,-1-2 0 0,1-3 0 0,-2-1 0 16,2-6 0-16,0 0 0 0,0 0 0 15,0 0 0-15,0 0 0 0,0 0 0 0,0 0 0 16,7-23 0-16,-5 7 0 0,1-1 0 16,-3-2 0-16,0 1 0 0,0 1 0 0,-7-1-35 15,4 1-31-15,-5 1 6 0,-6 1 3 16,1 3 3-16,1 5 6 0,-6 1 3 15,-3 5 9-15,0 2 3 0,-4 5 2 0,-5 4 9 16,-1 5-3-16,3 3 6 0,3 2 16 16,2 2 4-16,2 3 0 0,4-4 0 15,4 5 1-15,3-3-3 0,2-6 8 0,7-1-3 16,1-3 0-16,-2 1 0 0,5 1-6 16,1-1-8-16,2-2-21 0,2-1-25 0,-1-3-38 15,4 0-43-15,1-2-54 0,5-3-67 16,2-3-82-16,3 0-87 0,2-3-98 15,13-3-112-15,1-4-67 0,3 4 56 0,2-3-583 16,6-3-694-16</inkml:trace>
  <inkml:trace contextRef="#ctx0" brushRef="#br0" timeOffset="36093.81">25761 7711 3195 0,'0'0'-4'0,"0"0"59"0,-18 0 60 0,18 0 46 16,0 0 40-16,-25 7 26 0,18-1 10 15,0 2 0-15,-3 0-6 0,2 1-7 0,1 3-8 16,1 0-9-16,1-3-7 0,0 4-13 16,1-1-14-16,2-2-10 0,2-2-14 0,0 3-17 15,4-3-7-15,0-2-9 0,1 2-16 16,0-3-5-16,2-1-12 0,5-1-5 0,-12-3-7 16,19 0-14-16,-19 0-18 0,23-5-15 15,-10 0-20-15,-1-2-15 0,-1-2-10 16,-2-2-3-16,3 2-11 0,-4-3-12 15,-3-4-3-15,3 1 2 0,-7-2 6 0,6-2 1 16,-5 2-5-16,0 4-9 0,-2-2-12 16,-2 6-12-16,2 1-16 0,-4 2-12 15,-1 0-19-15,5 6-9 0,-11-3-29 0,11 3-29 16,-14 2-40-16,14-2-29 0,-18 8-33 16,11-1-29-16,-2-2-51 0,4 2-18 0,-3-1-3 15,7 0 10-15,-1 0 40 0</inkml:trace>
  <inkml:trace contextRef="#ctx0" brushRef="#br0" timeOffset="36395.87">25742 7726 2256 0,'1'6'-103'0,"-1"-6"71"15,4 6 58-15,0 0 55 0,-2-1 48 16,-2-5 48-16,6 12 43 0,-2-2 31 0,-2 0 14 0,0 4 8 16,-1 3 12-16,5 3 7 15,-4 4-2-15,1 12 11 0,1 4 0 0,3 0-1 16,0 1-11-16,-1-1-11 0,1 2-3 16,-2-1-13-16,4-2-15 0,-4 0-12 0,1-6-19 15,-2-4-17-15,-3-6-19 0,-1-4-17 16,0-1-6-16,0 0-1 0,-1-5 0 0,-1-1-90 15,-2-1-66-15,-1-1 0 0,-3-2 0 16,0-1 0-16,-1-1 0 0,-3-3 0 0,-1-2 0 16,0 1 0-16,-3-2 0 0,-2-3 0 15,-7 1 0-15,0-5 0 0,-10 0 0 16,9 2 0-16,-10-8 0 0,3 4 0 16,5-3 0-16,3 1 0 0,3 5 0 0,8-1-52 15,0-2-214-15,1 1-25 0,4-2-42 16,-2-1-45-16,6-3-51 0,1-3-52 0,6-2-61 15,7-12-115-15,3-3-25 0,13-7 54 16,3-2-546-16,5 2-640 0</inkml:trace>
  <inkml:trace contextRef="#ctx0" brushRef="#br0" timeOffset="36811.8">26016 7749 3024 0,'0'0'6'0,"0"0"52"0,7-3 48 15,-7 3 48-15,0 0 33 0,0 0 23 0,0 0 4 16,12 11-3-16,-8-7-3 0,0-1-7 16,-4-3-11-16,9 9-10 0,-4-7-12 0,2 2-15 15,-7-4-13-15,13 5-16 0,-8-3-13 16,-5-2-11-16,14 0-14 0,-14 0-1 0,15-2-16 16,-15 2-6-16,18-6-11 15,-11 1-7-15,0-1-3 0,-1-3-3 0,0 0-3 0,-4-2-2 16,2-3-6-16,-2-1-4 15,-2 1-2-15,0 0 5 0,-2 3 1 0,-4-2 0 0,2 1-8 16,-4 4 8-16,1 2-4 16,-6 2 5-16,1 4 6 0,-3 1 3 0,-2 6 2 15,-3 3 3-15,6-1 8 0,-2 5 3 16,5 1-5-16,2 2 12 0,3 1-7 0,1-1-7 16,4 0 0-16,2 0-2 0,4 4-2 15,2-3 5-15,1 1-4 0,1-3-1 0,3 1 0 16,1-3-6-16,3-1-2 0,-3-1-8 15,1-3-8-15,-3-1-10 0,1-1 0 0,1-2-3 16,-4 0-25-16,-2-1-22 0,1-1-34 16,-2 2-39-16,1-3-55 0,-7-2-72 15,11 4-98-15,-11-4-104 0,0 0-113 0,14-2-165 16,-14 2 26-16,11-2 79 0,-11 2-558 16,0 0-640-16</inkml:trace>
  <inkml:trace contextRef="#ctx0" brushRef="#br0" timeOffset="37942.97">26853 7765 3235 0,'2'-12'33'16,"-2"3"51"-16,0-3 40 0,0 6 36 15,2 0 30-15,-2 6 24 0,0-9 11 0,0 9 0 16,0 0-8-16,-4-5 4 0,4 5 14 15,0 0 10-15,-12 22-4 0,3-8-3 16,1 1-5-16,0 2-11 0,1 2-10 16,1 0-17-16,2-4-12 0,1 2-14 0,1-3-18 15,2 0-6-15,2-3-9 0,0 0-14 16,1-2-7-16,3-1-7 0,-1-4-9 16,6-1-3-16,-11-3-12 0,20 1-50 0,-20-1-34 15,25-3 0-15,-14 1 0 0,1-2 0 16,-3 0 0-16,0 2 0 0,1 0 0 0,-10 2 0 15,13-5 0-15,-13 5 0 0,12-3 0 16,-12 3 0-16,13-2 0 0,-13 2 0 0,13-2 0 16,-13 2 0-16,20-1 0 0,-11-1 0 15,5 0 0-15,-1-1 0 0,2-2 0 16,2 0 0-16,2-2 0 0,1-2 0 16,2 1 0-16,-3-2 0 0,6-7 0 0,0 0 0 15,-1-1 0-15,-1-1 0 0,-3-2 0 16,-5 4 0-16,-2 1 0 0,-1-2 0 0,-3 3 0 15,-1-3 0-15,0 3 0 0,-3 1 0 16,1 1 0-16,-3 3 0 0,2 2 0 0,-1-4 0 16,-3 5-20-16,-1 1-269 0,4 1-70 15,-4 5-98-15,0-11-96 0,0 11-108 0,0 0-132 16,-4-8 58-16,4 8-736 0,2-8-918 16</inkml:trace>
  <inkml:trace contextRef="#ctx0" brushRef="#br0" timeOffset="39492.72">27637 7490 3722 0,'0'6'-80'0,"0"-6"68"0,3 7 60 0,-3-7 55 15,2 7 39-15,-2-7 29 0,2 9 20 16,-2-3 5-16,2 1 0 0,-1 0-8 0,1 2-4 16,4-1-8-16,-1 1-16 0,1 0-19 15,0-1-11-15,0-1-12 0,1 0-10 0,1-1-7 16,-5-2-15-16,6 0-6 15,-4 0-4-15,5-4-11 0,-10 0-7 0,0 0-2 16,21-6-8-16,-16 1 0 0,3-4-4 16,-5 0-6-16,2 1-1 0,-3-4-3 0,0 0 2 15,-4 4-11-15,0-4 3 0,-4 6-2 16,0-2-4-16,-1 2-3 0,-4 3-1 0,11 3-7 16,-25 5 0-16,7 1 5 0,1 5-4 15,-8 5 3-15,10 1-4 0,2-3 0 0,1 6-4 16,-1 6 4-16,6-2-4 0,1-3 4 15,1-5 4-15,5 5-2 0,5-2-9 0,1 0-1 16,3 0 0-16,6 5 1 0,2-9-9 16,1-1-32-16,0-4-27 0,3-1-27 15,2-4-33-15,2-2-23 0,4-1-21 16,-1-4-21-16,9-3-8 0,-3-5 16 0,0-2 11 16,-3-2 19-16,-3-3 13 0,-1-2 24 15,-4-2 26-15,-3-3 32 0,-2-1 30 16,-1-2 34-16,-2 0 35 0,-2-2 28 0,-3 9 17 15,-4 5 20-15,-1 3 6 0,-3 3-5 16,2 1-9-16,-2 6-12 0,-2 2-4 0,0 0-3 16,0 0-4-16,-9 19-8 0,3-4-6 15,1 6-6-15,-2 1-8 0,3 2-3 0,4 1-5 16,-1 0-4-16,2 0-4 0,3 0-14 16,0-3-25-16,0-5-27 0,4 2-34 0,-5-7-35 15,9-2-32-15,-2-3-25 16,1-4-23-16,2-3-36 0,1-1-31 0,0-6-13 15,2 0 5-15,4-3 6 0,-4-2 23 16,0-4 28-16,-3 3 44 0,1-2 41 0,-3 3 36 16,-4 1 39-16,0 2 32 0,-3 3 38 15,1-1 10-15,-3 1 15 0,-2 6 9 0,0 0 3 16,0 0 1-16,0 0 2 0,0 0 1 16,0 0-1-16,0 0-1 0,0 0-3 0,0 0-2 15,-22 13 0-15,22-13-3 0,-3 9-1 16,3-9-6-16,-4 3-2 0,4-3 4 15,0 0-4-15,0 0 1 0,0 8 3 16,0-8-2-16,0 0-6 0,0 0-6 0,0 0-3 16,0 0-3-16,20-14 4 0,-11 10 4 15,-6 2 6-15,-3 2 5 0,10-5 8 16,-10 5 10-16,0 0 18 0,0 0 17 0,0 0 20 16,13 17 18-16,-13-4 29 0,0 6 17 15,-1 5 24-15,-4 12 8 0,3 1 14 0,-3 5 1 16,1 0-3-16,-3 2-7 0,-4 5-7 15,6-9-17-15,-4-3-134 0,-3-2-71 0,2-3 0 16,-1-3 0-16,-3-1 0 0,3-7 0 16,-6 2 0-16,2-5 0 0,-3-6 0 15,-6 5 0-15,5-7 0 0,-2-1 0 16,0-4 0-16,-2-1 0 0,2-1 0 0,0-3 0 16,0 0 0-16,4-3 0 0,-2 2 0 15,2-2 0-15,4-1 0 0,1 1 0 0,-1-4 0 0,3 2 0 16,4-6 0-16,4 2 0 15,6-7 0-15,12-11 0 0,9-8 0 0,9-6 0 16,9-1 0-16,22-12-40 0,8-4-164 16,15-4-17-16,7-3-25 0,9-9-19 0,36-25-5 15,-2-3 2-15,-4 1-11 0,-6-3 14 16,-12-6 18-16,-30 24 27 0,-10-1 26 0,-6-1 22 16,-13 6 25-16,-10 11 34 15,-22 21 61-15,-12 15 36 0,-12 6 31 0,-4 6 21 0,-7 6 12 16,-13 0 16-16,-7 7 11 15,-1 8 13-15,-10 6 12 0,-15 9 17 0,1 11 14 16,-4 4 22-16,-10 21 15 0,7 5 1 16,4 9 9-16,5 6-1 0,5 7-14 0,6 4-13 15,8 4-15-15,3 1-15 0,8 0-8 16,10-23-11-16,10 4-11 0,1-3-6 16,7-5-16-16,5-3-5 0,5-5-16 0,4-5-17 15,0-12-28-15,4-8-31 0,1-1-25 16,9-7-20-16,0-6-13 0,5-6-17 0,-4-7-20 15,9-3-22-15,7-11-16 0,4-2-11 16,-5-8 5-16,-1-5 7 0,-7-6 20 16,2-3 15-16,-5-9 13 0,-6-2 9 15,-1-5 19-15,1-20 14 0,-7 13 8 0,2-17 17 16,-4-5 13-16,-3 2 17 0,0 16 17 16,-6 6 5-16,0 10 16 0,-5 13 15 0,-3 4 17 15,1 10 17-15,-6 5 9 0,3 4 7 16,-2 3 5-16,-2 2-2 0,0 6 3 0,0 4 12 15,0 0 22-15,0 0 11 0,-32 39 3 16,16-6-5-16,-3 13-7 0,4 5-4 0,0 9-1 16,1 0-11-16,1 4-14 0,3 1-12 15,4 0-9-15,1-2-6 0,3-4-14 0,0 1-16 16,4-17-40-16,-2-2-47 16,2-3-46-16,-2-8-47 0,2-6-38 0,-2-4-34 15,2-5-23-15,-2-1-7 0,0-3-2 16,1 0 19-16,-1-2 21 0,-1-4 19 0,1-5 36 15,-2 4 22-15,2-4 23 0,-6 6 29 16,6-6 33-16,0 0 23 0,-7 4 12 0,7-4 10 16,0 0 15-16,0 0 6 0,-5 3 8 15,5-3 8-15,0 0-6 0,0 0-3 16,0 0-4-16,0 0-5 0,0 0-21 0,0 0-36 16,0 0-44-16,0 0-55 0,0 0-68 15,0 0-57-15,7-22-57 0,-6 15-58 16,7-2-55-16,-3 1-79 0,-1-2-31 15,2 2-378-15,-4 1-396 0</inkml:trace>
  <inkml:trace contextRef="#ctx0" brushRef="#br0" timeOffset="39675.73">29479 7728 2399 0,'-10'-4'-28'0,"10"4"31"0,-10-2 30 16,10 2 37-16,0 0 40 0,0 0 44 0,-16 0 32 16,16 0 18-16,0 0 14 0,0 0 9 15,0 0 5-15,-16 0 0 0,16 0-10 0,0 0-11 16,0 0-22-16,0 0-21 15,-9-2-24-15,9 2-41 0,0 0-58 0,0 0-60 16,0 0-73-16,26-14-81 0,-15 11-87 16,1-3-93-16,3 2-94 0,3 0-149 15,-2-2 51-15,-2 4-367 0,1 1-389 0</inkml:trace>
  <inkml:trace contextRef="#ctx0" brushRef="#br0" timeOffset="39826.89">29441 7753 2590 0,'-23'8'71'0,"3"0"31"0,4-3 32 16,2 2 33-16,3-2 14 0,1-1 4 0,0-1-10 16,10-3-19-16,-13 5-12 0,13-5-21 15,-3 5-35-15,3-5-47 0,0 0-78 16,0 0-84-16,0 0-78 0,30 0-100 16,-17-1-134-16,1-3-85 0,-1 2 38 15,-3 1-224-15,-10 1-198 0</inkml:trace>
  <inkml:trace contextRef="#ctx0" brushRef="#br0" timeOffset="40375.94">23355 7635 2133 0,'-16'5'308'0,"-6"0"30"0,4-1 1 16,0-1 13-16,1 1 31 0,0-3 34 0,3 2 11 16,7-2-4-16,7-1-30 0,-17 1-38 15,17-1-31-15,0 0-22 0,0 0-18 0,0 0-29 16,36 9-24-16,2-6-25 16,8 1-23-16,3-2-22 0,1 1-55 0,1-1-74 15,-1-2-94-15,-2-2-111 0,1 0-95 16,-5-2-118-16,2-3-114 0,-8-1-110 0,0-2-178 15,-4-2 42-15,-9 3 88 0,-8 1-630 16,-7-1-746-16</inkml:trace>
  <inkml:trace contextRef="#ctx0" brushRef="#br0" timeOffset="40644.96">23868 7464 3458 0,'-11'-3'112'15,"11"3"64"-15,-9-4 30 0,9 4 14 16,-7-4 13-16,7 4 17 0,0 0 30 0,0 0 33 15,0 0 21-15,0 0-4 0,18 35-13 16,-3-12-20-16,6 2-14 0,-4 0-19 16,-2 1-12-16,1 1-26 0,-5-1-11 0,-6-2-12 15,1-3-18-15,-6-3-148 0,-4-1-37 16,1 5 0-16,-5-3 0 0,1 1 0 0,-5-3 0 16,-1-1 0-16,-5-1 0 0,5-1 0 15,-12 3 0-15,2-5 0 0,5-3 0 0,-3-3 0 16,-2-1-278-16,0-1-175 0,-2-1-87 15,6 1-106-15,1-3-168 0,0 1 41 16,0 2 88-16,7-3-676 0,-3 4-816 16</inkml:trace>
  <inkml:trace contextRef="#ctx0" brushRef="#br0" timeOffset="41142.94">23613 8961 3904 0,'-21'2'103'0,"-1"-1"34"16,6-1 31-16,-2 2 46 0,5-2 52 15,0 1 49-15,13-1 28 0,-23 0 4 0,23 0-10 16,-15 0-22-16,15 0-23 0,0 0-8 16,0 0 1-16,0 0-7 0,0 0-16 0,51 9-28 15,-5-6-127-15,4-1-107 0,12-2 0 16,-1 2 0-16,6-4 0 0,-4 0 0 0,-12 1 0 16,-1-1 0-16,-4-1 0 0,-6 1 0 15,-6 0 0-15,-11 0 0 0,-6 1 0 0,1-1 0 16,-4-1-161-16,-2 1-175 0,-4-1-71 15,-1-1-67-15,1-1-74 0,-5 0-84 16,-3 5-139-16,7-10 62 0,-7 6-704 0,0 4-863 16</inkml:trace>
  <inkml:trace contextRef="#ctx0" brushRef="#br0" timeOffset="41425.39">24032 8746 3827 0,'-1'-5'80'0,"-1"-2"43"16,2 7 19-16,-5-7 14 0,5 7 18 0,0 0 33 16,-2-5 32-16,2 5 25 0,0 0 23 15,22 12-5-15,-10-3-18 0,13 6-15 0,0 4-19 16,0-2-26-16,0 7-20 16,0-3-12-16,-4 1-16 0,-4 1-15 0,-4-6-8 15,-5 1-7-15,-2-1-11 0,-4-1-13 16,-4 1-10-16,-2 0-11 0,-4 2-12 0,-1-2-26 15,-11 5-33-15,4-1-42 0,-8-1-44 16,10-4-49-16,-4-3-49 0,2-1-63 0,4-4-82 16,0-2-109-16,-1 1-123 0,-2-1-158 15,5-2-61-15,-1 0 81 0,1-2-686 0,10-2-828 16</inkml:trace>
  <inkml:trace contextRef="#ctx0" brushRef="#br0" timeOffset="44092.73">21906 7661 3669 0,'13'0'-71'0,"-13"0"36"0,0-11 38 0,0 6 45 15,0-5 38-15,-2 2 22 0,-2-3 12 16,0 1 11-16,-1 1 0 0,-2-1-11 16,4 2-12-16,-5 1-9 0,3 2-12 15,-3-1-8-15,0 5-8 0,8 1-9 0,-18 3-4 16,4 4-6-16,1 0-6 0,-1 3-3 15,-1-1-6-15,1 5-4 0,3-3-4 0,4 0-5 16,1 0-1-16,0-4-2 0,0 4-5 16,4-2 1-16,2-2 0 0,2-1-4 15,2 0 3-15,4 0-4 0,2 2 1 0,1 0-2 16,4-1-4-16,-4-1 2 0,7 2-1 16,-3-2 7-16,1 1 6 0,-2 0 8 15,2-1 5-15,-3 1 10 0,-1-1 7 16,-5-3 6-16,3 2 4 0,-5 0 1 0,3-1 7 15,-8-4 4-15,6 10-1 0,-4-5-5 16,-2-5-1-16,0 9-10 0,0-9-6 0,-8 15-6 16,0-9-2-16,-1 2-14 0,1-1-28 15,-4-1-30-15,1 1-32 0,-2 2-36 0,3-4-45 16,1-1-54-16,2-1-52 0,-2-2-61 16,9-1-49-16,0 0-59 0,-13-8-54 0,13 1-77 15,8-7-22-15,-1-2-383 0,14-10-432 16</inkml:trace>
  <inkml:trace contextRef="#ctx0" brushRef="#br0" timeOffset="44460.61">22216 7422 2539 0,'6'-13'-29'0,"-3"3"44"0,-1 0 43 16,0 2 43-16,0 1 38 0,-2 7 19 0,0-8-4 16,0 8-8-16,0 0-17 0,0 0-12 15,0 0-10-15,0 0 0 0,0 0 0 0,0 0 2 16,-22 15 3-16,12-3-2 0,-1 4-5 15,1 1-8-15,0 2-7 0,1 0-8 0,3 1-11 16,1-1-4-16,0-3-10 0,3 1-2 16,2-4-1-16,-2 1-10 0,6 0-4 0,3-1-4 15,-2 1-4-15,3 0 1 0,1-1-4 16,3 1-4-16,1 1-3 0,-1-4 2 16,1 3-5-16,0-4 0 0,-3 1 7 15,-1-2 10-15,-2 0 11 0,4-1 12 0,-8 2 8 16,3-3 12-16,-2 1 5 0,-3-1 8 15,-1-7 2-15,0 11-4 0,-3-4-8 0,3-7-5 16,-10 13-8-16,2-8-9 0,-1-1-4 16,0 2-11-16,-5-2-26 0,3-1-38 15,-4-1-44-15,3-1-53 0,12-1-52 0,-31-1-83 16,20-3-82-16,-3 1-82 0,3-1-88 16,0-1-136-16,3-2 27 0,2 1-457 15,5 0-541-15</inkml:trace>
  <inkml:trace contextRef="#ctx0" brushRef="#br0" timeOffset="46644.08">22647 7381 2816 0,'0'0'-58'0,"3"4"40"0,-3-4 34 0,0 0 33 15,8 5 39-15,-8-5 27 0,0 0 28 16,0 0 8-16,0 0 2 0,0 0-2 0,0 0-6 16,0 0-2-16,0 0-4 15,0 0-1-15,15-9-2 0,-13 5 0 0,-2 4-8 16,8-15-2-16,-5 9-5 0,-1-1-7 16,-2-2-10-16,0 1-7 0,0 8-4 0,0-16-11 15,-2 8-13-15,2 8-7 0,-5-12-8 16,-3 8-5-16,8 4-5 0,-13-3-5 15,13 3-5-15,-23 7-2 0,6 1-4 0,-2 2 1 16,2 3-6-16,-1 0-5 0,4 1-1 16,0 0-1-16,4-3-4 0,-1 1-2 0,8 0-3 15,-4 0 5-15,5 1-4 0,2-3 2 16,0 1-2-16,7-2 2 0,-2 0 1 16,6-1-1-16,1 1-2 0,1-1-2 15,7 3 0-15,-4-1-3 0,4 1 3 0,-2-3-4 16,2 3 3-16,-5-1-1 0,0-3-2 15,-4 1 1-15,1-1 6 0,-3 0 6 0,1 0 13 16,-4 0 11-16,0 1 16 0,-4-1 7 16,-1 0 7-16,-1-7 14 0,-1 14 1 0,-1-7-6 15,-4-1 13-15,6-6-8 0,-14 9-7 16,9-6-5-16,-4 1-11 0,-3-1-4 16,-1-1-4-16,1 0-6 0,-1 0-32 0,13-2-35 15,-27 0-39-15,12 1-46 0,1 2-51 16,1-3-51-16,-1 3-73 0,5-2-67 0,9-1-67 15,-15 0-82-15,15 0-80 16,0 0-81-16,0 0 49 0,0 0-445 0,-6-7-527 16</inkml:trace>
  <inkml:trace contextRef="#ctx0" brushRef="#br0" timeOffset="46874.15">22862 7272 2750 0,'0'-19'-30'0,"0"4"39"0,0 2 35 0,-2 1 42 16,2 3 27-16,0 3 12 0,0 6-10 16,2-10-12-16,-2 10-6 0,0 0 6 0,0 0 4 15,0 0-5-15,0 0-6 0,5 37-13 16,-3-20-8-16,-2 8-4 0,2 0-6 16,-4 1-6-16,4 10-36 0,-4-5-39 15,2-6-42-15,0 3-38 0,-2-2-46 0,2-2-46 16,0-4-48-16,0 1-57 0,-1-4-63 15,1-3-77-15,0-2-38 0,1-5-178 0,-2-1-145 16</inkml:trace>
  <inkml:trace contextRef="#ctx0" brushRef="#br0" timeOffset="47143.04">22874 7202 1765 0,'2'-24'26'15,"0"7"33"-15,0 2 27 0,-2 3 20 0,1 0 10 16,5 2 3-16,-2 1-1 0,3 3 1 15,1-1-10-15,3 3 6 0,0 1-13 16,1 3 5-16,-12 0 10 0,31 3 2 0,-13 1-11 16,4 1-15-16,-1 3-7 0,-3-1-13 15,0 0-4-15,-5 0-5 0,-1 1 13 0,-1 1-1 16,-4-1 2-16,-3 0-3 0,1-2-3 16,-3 4-2-16,-4-2-4 0,2-8-7 0,-9 14-5 15,4-6-9-15,-3-4-3 0,-1 2-18 16,-1-2-38-16,-1-2-45 0,2-2-51 15,9 0-55-15,-25-4-53 0,11-1-75 16,1-2-64-16,2 4-136 0,-1-1-22 16,3 3-230-16,-1-2-236 0</inkml:trace>
  <inkml:trace contextRef="#ctx0" brushRef="#br0" timeOffset="47474.78">23251 7407 2042 0,'2'7'56'0,"-2"-7"36"0,0 10 49 0,0-10 49 16,-8 21 29-16,1-5 21 0,-11 13 14 16,-10 6 7-16,-6 7-6 0,-6-1-11 15,-16 11-10-15,-5 1-12 0,-3-2-13 16,-6 4-8-16,4-2-18 0,-2-6-21 0,1 2-14 15,12-14-11-15,3 0-14 0,0-2-7 16,7-4-19-16,2-2-5 0,2-4-8 0,10-6-8 16,5-2-13-16,2 0-5 0,2-6-6 15,8 0-5-15,2-2-17 0,0-3-23 0,2 2-30 16,5-1-34-16,-3-2-41 0,8-3-48 16,-10 5-65-16,10-5-75 0,0 0-63 15,0 0-78-15,0 0-81 0,0 0-135 16,0 0 46-16,0 0-420 0,16-22-492 0</inkml:trace>
  <inkml:trace contextRef="#ctx0" brushRef="#br0" timeOffset="50906.95">2777 2309 2768 0,'9'-7'-56'16,"-7"5"20"-16,-2 2 16 0,3-8 6 16,-3 8 10-16,0-10 13 0,0 10 16 0,-5-9 13 15,5 9 3-15,-12-14 2 0,4 8-1 16,-3-1-2-16,-3 0-7 0,-2 3 1 16,-2 3 0-16,-2-3-7 0,2 6-3 0,-5 0-4 15,-2 1 0-15,-7 6 2 0,2 4-4 16,-1 1-8-16,-1 1 5 0,1 4-1 15,4 3-10-15,-1-3 8 0,2 4 4 16,1 0-4-16,4 1-7 0,3-3 5 16,9-1-5-16,3-3 1 0,3-4 0 0,3 1 1 15,3 1 5-15,7 3-2 0,9 2-3 16,8 0 3-16,5-6-5 0,12 5 6 0,2 1 2 16,1-5 1-16,1-1-5 0,-14-2 4 15,0-1 5-15,-9 0-2 0,-3-2 3 16,-6-1 14-16,-2 1 18 0,-3-1 41 0,-4 1 21 15,-3 1 31-15,-1 0 17 0,-8 1 3 16,-4 2-3-16,-4 3-16 0,-8 2-7 16,-6-1-5-16,-2 2-14 0,-1-1-11 0,-2-5-9 15,-1 1-9-15,1-2-10 16,-2-1-6-16,1 1-9 0,7-7-5 0,3 2-2 16,-1-2-6-16,6-5-6 0,0 2-2 15,4 0-5-15,0-2-7 0,1 0-3 16,13 0-17-16,-23 0-23 0,23 0-43 0,-18-2-73 15,18 2-77-15,-13-2-71 0,13 2-71 16,-3-9-107-16,3 3-155 0,3-2-37 0,1-2 82 16,5-3-268-16,9-11-317 0</inkml:trace>
  <inkml:trace contextRef="#ctx0" brushRef="#br0" timeOffset="51506.46">3392 2152 2195 0,'9'-9'-54'0,"-3"1"34"0,-1 4 28 0,2-1 25 16,-4 0 28-16,-3 5 18 0,4-5 17 0,-4 5 13 16,0 0 5-16,6-10 4 15,-6 10-11-15,0 0-13 0,0 0-6 0,-4-9-12 16,4 9-3-16,0 0-9 0,-14-8-19 16,14 8 6-16,-15-2-7 0,15 2-5 15,-25 2-1-15,11 4-4 0,-8 1 0 0,3 0-9 16,-12 8 10-16,3-1-15 0,-1 5-2 15,3 0 7-15,-1 1-9 0,4 2 1 16,2 1-1-16,1-1-9 0,4 0 8 16,5-2 1-16,7-2-3 0,0-1-6 15,5 1 1-15,2-1-9 0,5 5 14 0,8 4-5 16,2-1 0-16,5 1 0 0,2 1 0 16,1-6-4-16,11 4 4 0,-9-3-4 0,3-1 5 15,-5-2 0-15,0 2 2 0,-1-3-7 16,-7-3 7-16,-3-3 32 0,-8-2 26 15,5 2 25-15,-4-3 37 0,-3 3 31 0,-1-2 30 16,-4-1 9-16,-2 1-6 0,-4 0-6 16,-1 2-13-16,-7 0-11 0,1 0-17 15,-12 3-10-15,2-5-21 0,-5 2-3 0,2-3-20 16,3-2-6-16,-2 0-9 0,0-4-2 16,-2 0-18-16,3 0-25 0,1-2-33 15,2-2-42-15,-1 1-54 0,4-3-69 16,-2 3-72-16,6-3-89 0,-2 2-96 0,5-5-132 15,1 1-167-15,2-1 55 0,5-2-428 16,4-4-564-16</inkml:trace>
  <inkml:trace contextRef="#ctx0" brushRef="#br0" timeOffset="52024.35">4075 2060 2771 0,'4'-9'-124'16,"-2"0"46"-16,1 1 42 0,-1 3 32 0,-2 5 24 16,-2-12 19-16,2 12 10 0,-5-12 2 15,5 12-4-15,-5-6-1 0,5 6-7 16,-11-7-4-16,0 7-4 0,11 0 0 0,-22 5-3 15,7 0-1-15,-16 10-5 0,2 2 1 16,-8 9-4-16,1 3-2 0,-2 3 0 16,2 6-2-16,4-4-1 0,4 0-2 0,7-6 3 15,5-3-3-15,5-3 0 0,6-3 1 16,1-4 3-16,4 1 7 0,4 1 9 0,5 3 11 16,7 1 15-16,4 0 0 15,3 0 17-15,6-3-6 0,1 0-2 16,3-3-11-16,-1 0 0 0,2 3 4 0,0-5-10 15,-5 1-3-15,-2 1-8 0,-8-3 5 16,-4-2 6-16,-1-3 16 0,-5 3 17 0,-2-4 35 16,2 2 27-16,-5 1 21 0,-3-1 7 15,-2 2-3-15,-3-2-14 0,-5 1-9 16,0 1-13-16,-5-1-13 0,1-1-11 0,-8 0-13 16,-1 0-5-16,-1-3-14 0,-4-2-10 15,2-1-8-15,-2-4-37 0,-9-5-55 16,4-3-66-16,3-2-86 0,4 0-60 15,9 2-59-15,2 3-70 0,3-3-109 16,2 0-208-16,0 2 47 0,7-1-365 0,2 1-484 16</inkml:trace>
  <inkml:trace contextRef="#ctx0" brushRef="#br0" timeOffset="52339.4">4509 1955 2597 0,'-7'-14'-44'0,"5"5"45"0,-3 1 36 16,-1 1 38-16,6 7 8 0,-3-7-6 16,3 7-15-16,0 0-8 0,0 0 4 15,0 0 32-15,0 0 18 0,-4 29 10 0,4-5 26 16,-2 12-2-16,4 7 5 0,0 4 4 15,-2 11-7-15,0 3-12 0,4-2-13 0,-1-3-14 16,1 1-6-16,1-4-10 0,-1-10-1 16,5-2-13-16,-4-3-8 0,1-5-20 15,-3-7-36-15,-1-5-42 0,0-5-44 0,0-4-27 16,1 0-33-16,0-6-60 16,-1-2-54-16,-2-4-69 0,0 0-86 0,0 0-125 15,9-17-33-15,-5 1-212 0,-4-1-264 16</inkml:trace>
  <inkml:trace contextRef="#ctx0" brushRef="#br0" timeOffset="52591.76">4482 1913 2022 0,'-2'-17'-33'0,"0"5"41"16,2 0 31-16,0 4 14 0,0-1-1 16,0 4 4-16,0 5-4 0,11-7 3 0,-3 3-5 15,4 4 2-15,-12 0 0 0,27 9-3 16,-7 0 5-16,1 1 1 15,2 7-3-15,-1 2 13 0,2-2 9 0,-9-2 9 16,-4-1 14-16,0 3 2 0,-5-3 9 16,0 0-11-16,-2 1 15 0,-4-3-11 0,0 1-6 15,-4 1-6-15,1 1-8 0,-6-1-14 16,2-2-9-16,-6 3-32 0,1-7-68 16,-3 4-70-16,-2-1-82 0,-2-3-126 0,0-1-213 15,-4 2-23-15,-8 2 69 0,-3 0-83 16,2-1-72-16</inkml:trace>
  <inkml:trace contextRef="#ctx0" brushRef="#br0" timeOffset="52989.74">2839 3724 1622 0,'-28'8'108'0,"3"2"-7"0,0-7-5 16,7 0 8-16,0 1 44 0,4-2 29 15,3-2 9-15,11 0-33 0,-20 2-8 16,20-2-12-16,0 0-13 0,0 0-12 16,47-24-9-16,10-1-18 0,40-12-5 15,19-7-7-15,17-4-1 0,68-18-11 0,5-4-10 16,11 4-9-16,6-6 25 0,3 7-4 15,-4 5-2-15,-14 8 9 0,-61 14 6 16,-11 4 3-16,-14 5 2 0,-16 4-1 0,-36 7 6 16,-13 5 13-16,-15 2 36 15,-10 4 30-15,-7 1 15 0,-9-1-13 0,-4 2-21 0,-4 1-16 16,-3 1-18-16,-5 3-11 0,0 0-31 16,0 0-40-16,0 0-70 0,-18-10-83 15,18 10-89-15,-16-3-107 0,9 3-139 0,7 0-213 16,-20-1 5-16,11-1 83 0,9 2-280 15,-21-1-352-15</inkml:trace>
  <inkml:trace contextRef="#ctx0" brushRef="#br0" timeOffset="56872.99">24759 8815 2357 0,'-5'-5'18'0,"5"5"49"16,-6-6 46-16,6 6 45 0,-1-7 32 15,1 7 22-15,0 0 17 0,-4-8 5 16,4 8 0-16,-2-7 4 0,2 7-7 0,-2-7-2 16,2 7-15-16,0 0-14 0,-2-8-18 15,2 8-15-15,0 0-19 0,0 0-13 0,0-7-18 16,0 7-10-16,0 0 3 0,0 0 1 15,0 0-5-15,11 31-3 0,-7-11 1 16,3 2-9-16,2 14 1 0,-2 6 4 16,5 10-3-16,-3-5-15 0,3 3-2 0,0-2-6 15,-1-9-7-15,-2-2-6 0,1-6-4 16,-1 1-7-16,-1-6-8 0,-3-7-3 0,2-4-2 16,-4-1-3-16,1-2 2 0,0-4 2 15,-1 1 21-15,1-1 23 0,2-4 10 0,-6-4-9 16,10 3-11-16,-10-3-1 0,13-7-11 15,-6-1-5-15,3-6-8 0,1-3-8 0,7-10-1 16,-1-4-1-16,0-11-22 0,3-3-6 16,2-3-2-16,-1-5-8 0,2 2-9 0,-3 0-10 15,5 5-7-15,-3 3-6 0,-8 12-23 16,-2 2-21-16,0 8-21 0,-5 5-37 16,-2 4-39-16,4 4-47 0,-4-1-42 15,-1 6-38-15,-4 3-44 0,0 0-45 0,0 0-55 16,0 0-78-16,0 0-156 0,0 0-3 15,-9 24 69-15,0-10-432 0,6 1-518 0</inkml:trace>
  <inkml:trace contextRef="#ctx0" brushRef="#br0" timeOffset="57589.08">25410 9010 2662 0,'0'0'-19'15,"0"0"43"-15,0 0 34 0,0 0 50 16,5 5 47-16,-5-5 27 0,6 4 13 0,-6-4-6 16,6 5-10-16,-6-5-13 0,6 7-13 15,-6-7-12-15,7 7-13 0,-3-6-12 0,2 3-12 16,-6-4-10-16,8 5-5 0,-8-5-11 16,6 3-3-16,-6-3-11 0,7 5-5 0,-7-5-4 15,0 0-8-15,0 0-7 0,0 0-6 16,11-10-5-16,-11 10-1 0,0-8-5 0,0 8-3 15,-6-12-5-15,5 5-1 16,-1 2 1-16,-4 1-6 0,6 4 2 0,-9-7-2 16,1 6-2-16,8 1 4 0,-23 3 4 15,11 4 4-15,-2 0 2 0,-9 10 5 0,1 3 1 16,6 3 4-16,-6 0-1 0,11 3 0 16,-1-3 0-16,7-5-4 0,3 2 1 0,2 0-2 15,2-1 2-15,3 0 4 0,4 0 19 16,2-2-2-16,4-2-3 0,0-3-2 0,5-3-5 15,-6-2 1-15,6-6-2 0,0-1-4 16,3-1 4-16,4-4 12 0,4-6 8 0,-3 1-1 16,-5-2 1-16,-1-3 7 15,2-2 6-15,-9 1 2 0,-4 1-2 0,0-3-2 0,-2-3 0 16,-6 0-9-16,-1-4-6 16,2-1-1-16,-4 1-6 0,-4 1-6 0,2 2-8 15,2 3-2-15,-3 3-3 0,-1 3-13 16,-2 1 7-16,0 3-8 0,0 4-1 0,-3 2-1 15,4 1-1-15,5 2 1 0,-16 0-2 16,16 0-1-16,0 0-3 0,-18 3-1 0,18-3-1 16,0 0 1-16,0 0-2 0,0 0 6 15,0 0-3-15,0 0 3 0,45-8-8 0,-29 5 6 16,6-1-2-16,-3 2-6 0,0 1 0 16,-4 1-3-16,5 1 4 0,-4 3 0 15,4 5-2-15,-6-1 0 0,4 4 4 16,-5 3 0-16,3 8 1 0,-5-3 2 0,-2-3-3 15,1 2 1-15,-2 3 1 0,-1-3 0 16,-2 0-1-16,0-1 2 0,1 1-7 0,-5-4-6 16,1-1-14-16,-2 1-28 0,2-1-34 15,0-2-46-15,0-2-49 0,-2-1-58 16,0-3-91-16,2-1-88 0,-2-5-103 0,0 0-116 16,0 0-60-16,0 0 61 0,0 0-482 15,26-13-585-15</inkml:trace>
  <inkml:trace contextRef="#ctx0" brushRef="#br0" timeOffset="57855.89">26228 8719 3083 0,'-2'-24'24'15,"0"3"62"-15,0 3 66 0,-2 0 47 16,2 1 40-16,2 3 32 0,0 2 13 0,-1 1-18 16,1 1-27-16,-2 2-28 0,2 8 0 15,0 0 22-15,0 0 2 0,0 0-9 0,-3 31 5 16,-1-5-4-16,2 12-2 0,-1 6-17 15,1 11-22-15,-2 5-16 0,1 0-29 0,1 2-14 16,0-2-14-16,4-4-11 0,-2-10-8 16,0-1-13-16,0-4-12 0,-2-3-16 15,0-9-25-15,0-5-33 0,-1-3-39 0,1-4-40 16,2-3-39-16,-1-3-43 0,1-2-67 16,-4-2-87-16,4-3-95 0,0-4-84 15,0 0-86-15,0 0-147 0,0 0 8 16,-7-18 81-16,5 7-527 0,2-3-637 0</inkml:trace>
  <inkml:trace contextRef="#ctx0" brushRef="#br0" timeOffset="58024.67">26057 9155 2993 0,'-7'-4'-17'0,"2"-2"61"0,5 6 61 0,-8-2 49 0,8 2 42 16,-5-6 26-16,5 6 8 16,0 0 15-16,0 0 1 0,0 0-13 0,0 0-20 15,13-11-21-15,-4 7-16 0,3 0-19 0,1 2-43 16,4 0-61-16,2-4-82 0,4 0-90 15,2 3-108-15,11-9-111 0,-4 6-130 16,2-2-194-16,2 3 50 0,-7 1 77 0,-6 2-338 16,-2 2-356-16</inkml:trace>
  <inkml:trace contextRef="#ctx0" brushRef="#br0" timeOffset="58392.01">26559 9136 2603 0,'-17'-4'143'0,"17"4"56"16,-13-1 48-16,13 1 31 0,-10-3 25 16,10 3 6-16,0 0-20 0,-6-8-24 0,6 8-20 15,0 0-23-15,0-9-17 0,0 9-28 16,0 0-17-16,8-12-14 0,0 10-18 0,-5-4-8 16,5 0-14-16,-3 0-8 0,4-1-14 15,-4 0 0-15,1 2-16 0,-3-2-8 0,1 0-8 16,-2 0-4-16,0 2-14 0,-2 5-3 15,-6-8-3-15,6 8-3 0,-15-4-4 0,15 4-2 16,-30 7 1-16,7 0-5 0,-8 7-10 16,-3 4 3-16,7-4 0 0,2 5 3 15,1-2 2-15,3 4-5 0,6-3-1 16,5-3-1-16,3 2 6 0,-1-3-1 0,8 1-4 16,0-3 9-16,4 2-5 0,4-1-2 15,3-1 2-15,4 2 4 0,4-4-3 0,0-1-14 16,4-3-25-16,1 0-58 0,5-3-58 15,-2-1-69-15,1-2-92 0,1 0-85 0,5-5-91 16,2-2-93-16,-2 0-124 0,-9 0 47 16,6-3-520-16,-10 0-636 0</inkml:trace>
  <inkml:trace contextRef="#ctx0" brushRef="#br0" timeOffset="58655.78">26855 9075 3190 0,'0'-10'24'0,"-2"1"83"15,2-1 64-15,0 3 50 16,0 7 28-16,0-13 12 0,0 13-2 0,2-9-3 15,-2 9-14-15,9-7-6 0,-9 7 1 16,15 2-13-16,-15-2 2 0,25 14-11 0,-10-6-13 16,-2 6-22-16,9 6-11 0,-6-1-17 15,0 2-18-15,-7-3-10 0,1 0-10 0,-6-1-10 16,0-2-3-16,-4-1-13 0,-2 3-8 16,-4-1-3-16,-2 1-11 0,-1-1-5 0,-4 1-9 15,-1-4-12-15,-1-1-28 0,1 0-36 16,0 0-47-16,-2-5-61 0,7-3-55 0,-1-1-71 15,0-4-100-15,10 1-96 16,-9-11-98-16,11 1-103 0,3-9-87 0,13-7 57 16,11-8-593-16,5 2-736 0</inkml:trace>
  <inkml:trace contextRef="#ctx0" brushRef="#br0" timeOffset="58891.83">27380 8918 3266 0,'8'-12'-64'0,"-3"4"71"0,-3-1 59 0,-2 2 37 16,0 7 34-16,-3-8 19 0,3 8 16 15,0 0 14-15,-19 0 13 0,19 0 7 0,-25 15 4 16,4 2 6-16,1 5-5 0,-4 2-4 16,3 2-6-16,2 3-11 0,4 0-16 0,-1-1-16 15,11-5-13-15,-3-2-4 16,8-3-14-16,-1-1-6 0,2 0-12 0,-1-3-5 16,8-2-12-16,-3 1-3 0,6-3-15 15,0-1-5-15,1-2-12 0,2-2-26 0,-3-3-48 16,5-1-70-16,1-1-68 0,0-1-88 15,3-1-105-15,0-5-104 0,1-1-117 0,1 0-180 16,-2 0 54-16,9-5 80 0,-3 1-484 16,3-1-568-16</inkml:trace>
  <inkml:trace contextRef="#ctx0" brushRef="#br0" timeOffset="59405.69">28035 8915 3290 0,'-7'-6'98'0,"7"6"26"0,-7-3 36 16,7 3 47-16,0 0 27 0,0 0 22 15,0 0 10-15,-33 12 2 0,24-2 15 0,-1 2-10 16,-1 4-17-16,2-5-19 0,-3 7-26 16,2 2-19-16,3-1-15 0,0 0-21 0,-2-2-17 15,6-2-9-15,1-1-14 0,0-1-8 16,2-1-13-16,2 2-7 0,1-5-6 0,1-1-8 15,4 0-7-15,0-4-7 16,3 2-6-16,-11-6-20 0,25 0-7 0,-9-3-7 16,-2-2 1-16,4 1-2 0,-5-2-2 15,-2 1-2-15,1 1-3 0,-3 0 0 0,-9 4-1 16,16-4-2-16,-11 2-6 0,-5 2-5 16,12-4 1-16,-12 4-1 0,0 0 3 0,0 0 3 15,17 9-2-15,-17-9-5 0,7 9 2 16,-1-5 0-16,0 3 2 0,0-1 1 0,1-2 6 15,-1 2-7-15,1-1 11 0,4-1-5 16,-4 0-2-16,-7-4 2 0,17 4 1 16,-7-4-4-16,-10 0 7 0,18 2 0 15,-18-2 3-15,20-2 5 0,-20 2-4 0,19-6-6 16,-10 2-1-16,0-1 0 0,-1 3-4 16,2-8-1-16,-1 0 0 0,-1 0 1 15,0-3-1-15,-1-1-3 0,1-5-13 0,-3 3-11 16,4 3-13-16,-6-1-29 0,1 4-29 15,0-1-43-15,-2 1-40 0,-1 3-52 0,-1-1-70 16,0 1-90-16,0-2-105 0,0 4-122 16,0 5-162-16,4-10 57 0,0 5-632 0,3 0-809 15</inkml:trace>
  <inkml:trace contextRef="#ctx0" brushRef="#br0" timeOffset="59988">28727 8978 3538 0,'-22'1'-10'16,"22"-1"84"-16,0 0 57 0,0 0 55 16,0 0 42-16,-17-6 21 0,17 6 2 0,0 0 3 15,0 0-3-15,0 0-13 0,-13-4-3 16,13 4-21-16,0 0-17 0,0 0-13 16,0 0-3-16,0 0-8 0,0 0-14 0,0 0-11 15,0 0-17-15,0 0-13 0,0 0-11 16,20-13-9-16,-12 9-7 0,2-1-11 0,-3 0-6 15,0-2-11-15,2 2-5 16,-4-4-7-16,1 3-2 0,-1-3-8 0,-3 2-6 0,-2-2-7 16,-2-1-1-16,-1 2-4 15,-3-1-5-15,-1 1-1 0,-2 0-1 0,-2 4-7 16,0 0 1-16,1 4-3 0,10 0 2 16,-29 4-2-16,15 0 1 0,-2 6-4 0,-1 2 1 15,-2 13 4-15,-2-4-1 0,4 4-1 16,-1 1 7-16,6 1-2 0,1 1-4 0,2-6 0 15,5-1-4-15,3-4 0 0,1 1-10 16,1-3-12-16,7-1-20 0,2-2-27 0,1-1-22 16,0-5-40-16,5 0-35 15,3 0-41-15,2-6-41 0,0 0-41 0,6 0-30 0,7-9-38 16,2 2 6-16,-2-3 27 16,-3-5 30-16,-3 1 30 0,1-1 34 0,-4-5 44 15,-2 3 51-15,-3-1 60 0,-2 1 60 16,-2 5 47-16,-5-1 44 0,-2 4 26 0,-2 2 18 15,2 0 7-15,-4 4-4 0,-1-2-6 16,-4 5 23-16,0 0 22 0,0 0-5 0,0 0-11 16,0 0-17-16,-4 24-13 0,-1-11-3 15,-4 1-14-15,4 3-14 0,-5 0-10 0,5 2-34 16,-5 0-54-16,4-3-66 16,1 0-72-16,-1-5-90 0,2 1-80 0,1-4-75 15,1-2-96-15,2-6-103 0,2 6-59 0,-2-6 53 16,0 0-399-16,0 0-471 15</inkml:trace>
  <inkml:trace contextRef="#ctx0" brushRef="#br0" timeOffset="60138.68">29136 8863 2571 0,'5'-18'-2'0,"-1"4"59"16,-2 5 56-16,0-2 47 0,-2 2 23 0,0 4 9 16,0 5-6-16,-2-12-8 0,2 12-22 15,-4-12-15-15,4 12-11 0,-4-5-14 0,4 5-16 16,0 0-50-16,0 0-82 0,-17 2-103 15,17-2-94-15,0 0-117 0,-9 9-141 16,9-9-58-16,3 10 56 0,5-5-215 0,2 0-196 16</inkml:trace>
  <inkml:trace contextRef="#ctx0" brushRef="#br0" timeOffset="61339.79">29296 8896 1841 0,'-2'7'14'0,"2"-7"53"0,-6 12 45 15,3-8 35-15,-1 2 39 0,4-6 22 16,-9 10 16-16,4-7 4 0,5-3 3 0,-6 6 4 15,6-6-5-15,0 0-5 0,-5 8-13 16,5-8-10-16,0 0-11 0,-4 7-6 16,4-7-8-16,0 0-9 0,0 0-6 15,0 0-8-15,0 0-23 0,0 0-12 0,0 0-12 16,0 0-8-16,0 0-8 0,20 0-14 16,-20 0-6-16,0 0-8 0,0 0-6 15,0 0-12-15,0 0-5 0,0 0-2 0,0 0 0 16,20-2 10-16,-20 2 5 0,-4 12 15 15,1-2 15-15,-3 4 36 0,-4 3 21 0,-1 11 32 16,-1 2 19-16,2 4 2 0,-1 1 9 16,-1 0-4-16,1 0-3 0,2 2-41 0,-3-5-154 15,1 0 0-15,-3-1 0 0,1-2 0 16,4-8 0-16,-1-2 0 0,1-3 0 16,-1-2 0-16,5-5 0 0,-5 1 0 15,0-4 0-15,1 0 0 0,-3-3 0 0,3-1 0 16,9-2 0-16,-25-5 0 0,14 1 0 15,-5-4 0-15,5 0 0 0,0-1 0 0,-1 0 0 16,5-2 0-16,-1 2 0 0,2 3 0 16,0 0 0-16,2 0 0 0,4 6 0 0,-1-11 0 15,1 11 0-15,7-7 0 0,5 4 0 16,1-1 0-16,10-2 0 0,9 0 0 0,4-6 0 16,11 7 0-16,10-7 0 0,-1 0 0 15,10-6 0-15,0 2 0 0,3-2 0 0,-5-7 0 16,-3-2 0-16,-5-2 0 15,-4-8 0-15,-5 0 0 0,-1-6-36 0,-8-5-103 16,-2 0-4-16,-2-6-7 0,0-21-9 16,-11 16-10-16,-2-3 6 0,-1 2 14 0,-7 7 13 15,-6 11 14-15,-5 4 11 0,-2 11 12 16,-4 7 8-16,-1 1 8 0,-4 7 9 16,-2 3 8-16,-3 2 8 0,0 6 19 0,-1 1 16 15,-3 5 17-15,-4 3 18 0,-6 11 8 16,-3 11 12-16,-1 5 16 0,-2 7 11 0,7 3 13 15,-2 1 14-15,4 8 6 0,2 1 2 16,4 3-12-16,4 0-2 0,6-4-1 0,2 1-14 16,5-11-5-16,6-2-6 0,4-3-5 15,2-4 1-15,4-4-9 0,-2-4 7 16,1-8-4-16,3-7-8 0,4-2-11 16,-2-7-5-16,3-1-19 0,4-5-18 0,9-6-15 15,2-3-20-15,12-10-13 0,-2-5-15 16,2-6-20-16,-1-6-15 0,1-2-11 0,9-15-5 15,-2-4 1-15,-2-1 14 0,-1-7 10 16,0 3 10-16,-18 16 10 0,-4 2 12 0,-8 3 21 16,-4 13 21-16,-5 3 28 0,-6 9 12 15,-6 0 28-15,-1 8 19 0,0 2 18 0,-3 4 18 16,-4 1 26-16,7 4 18 0,-20 9 18 16,-3 9 17-16,1 5 10 0,-6 16 7 15,-3 3-1-15,3 8 10 0,-3 4 12 0,-3 20 10 16,7-12-49-16,-1 17-169 0,9-16 0 15,5-1 0-15,5-2 0 0,2-3 0 16,5-11 0-16,0-3 0 0,4-4 0 16,-2-10 0-16,2-5 0 0,1-1 0 0,1-10 0 15,2-1 0-15,4-2 0 0,1-7 0 16,0-2 0-16,5-2 0 0,-2-4 0 0,6-5 0 16,7-5 0-16,-2-4-280 0,1-3-26 15,2-11-7-15,1-4-8 0,-1-3-4 0,1-1 10 16,-4 1 14-16,2-3 23 0,-4 2 23 15,-7 12 27-15,2 2 27 0,-11 8 21 16,3 4 18-16,-6 3 24 0,0 2 32 16,0-2 39-16,-2 3 47 0,-4 1 38 0,2 0 38 15,2 2 35-15,-2-1 27 0,0 7 5 16,0-12-3-16,0 12-11 0,-2-8 15 0,2 8 24 16,0 0 25-16,0 0 0 0,-20 15 12 15,13-5-4-15,-4 6-4 0,-3 9 5 0,1 3-15 16,-3 6-15-16,3-1-13 0,-1 0-11 15,3-2-12-15,-3-2-11 0,3 0-9 0,6-4-12 16,-1-4-10-16,1-6-8 16,0 1-5-16,1-5-8 0,3 1-27 0,-1-1-31 15,0-4-46-15,0-1-71 0,2-6-84 16,2 7-99-16,-2-7-111 0,0 0-98 0,0 0-140 16,0 0-126-16,19-15 74 0,-15 6-614 15,-2-1-777-15</inkml:trace>
  <inkml:trace contextRef="#ctx0" brushRef="#br0" timeOffset="61505.67">30210 9114 3700 0,'-27'-6'60'0,"7"-1"59"16,3 5 71-16,5-3 79 0,0 2 68 15,3-3 55-15,9 6 15 0,-5-4-13 0,5 4-27 16,0 0-35-16,41-13-33 16,-3 7-30-16,6-3-27 0,14 0-26 0,3-1-56 15,7 0-85-15,0-2-137 0,5 3-148 16,-1 3-153-16,3 2-201 0,-3-3-238 0,-3 6-34 15,-18-3 89-15,-9 4-696 0,-10 0-894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9T03:58:07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5381 5154 4244 0,'-27'9'242'0,"5"-2"-3"0,4-2-49 0,5-1-24 0,3 1 4 16,1-3 16-16,5 4 22 0,4-6 24 15,0 0 1-15,0 0 4 0,31 2-10 0,7-4-18 16,10-6-21-16,13 1-21 0,3-3-10 16,-1 0-21-16,6 0-18 0,-5 1-39 0,-3 1-79 15,-13 2-75-15,-4 0-83 0,-4 0-78 16,-5 3-92-16,-9 3-105 0,-7-2-119 0,2 2-174 16,-8-3-44-16,-1 3 86 0,-5 3-563 15,-7-3-708-15</inkml:trace>
  <inkml:trace contextRef="#ctx0" brushRef="#br0" timeOffset="200.62">5410 5426 3658 0,'-24'12'138'16,"10"-2"26"-16,1-5 13 0,4 1 12 16,2 0 16-16,3-4 17 0,4-2 48 0,0 0 13 15,0 0-9-15,0 0-24 0,0 0-23 16,47 0-41-16,-8-8-16 0,3-1-38 15,2 1-81-15,11-4-101 0,-2 0-111 0,-1-2-145 16,-3-1-170-16,1-2-237 0,-10 3-30 16,2-7 82-16,-10 2-525 0,-3 3-650 0</inkml:trace>
  <inkml:trace contextRef="#ctx0" brushRef="#br0" timeOffset="437.24">5892 4921 3192 0,'-6'-5'78'15,"6"5"40"-15,-7-3-7 0,7 3-9 16,0 0 42-16,0 0 45 0,0 0 45 16,24 25 24-16,-3-3 42 0,11 6 11 15,1 2 11-15,-1 6-24 0,-5 1-4 0,-2 2 2 16,-8-6-4-16,-5 0 0 0,-9 0-13 0,-3-2-26 16,-3 4-25-16,-9-1-23 0,-1-2-16 15,-4 2-28-15,-4-5-116 0,-1 0-45 16,-1-3 0-16,-1-1 0 0,-1-4 0 15,0 3-105-15,2-6-163 0,7-1-87 0,0-5-117 16,-1-1-136-16,4 0-199 0,1-2 8 16,0 0 76-16,3-2-656 0,2-1-832 0</inkml:trace>
  <inkml:trace contextRef="#ctx0" brushRef="#br0" timeOffset="1916.57">25185 6886 2941 0,'-15'-19'53'0,"0"1"-19"0,-1 3 28 0,-5-4 50 0,4 4 45 0,0 3 7 16,-2 2 2-16,2 3-3 0,-5 3-7 15,2 4 10-15,-12 7 6 0,-7 7-5 0,-8 12 9 16,-1 9 11-16,1 6 4 0,-12 18 3 15,3 10 5-15,8 3 2 0,7 1-5 0,5 4 5 16,3 4-2-16,14-16 0 0,10 6-11 16,5-4-12-16,8 3-12 0,9-3-8 0,15 14-16 15,13-6-13-15,8-10-21 16,8-2-14-16,6-8-6 0,3-8-14 0,-6-15-5 16,2-7-6-16,8-7 0 0,4-8-12 15,6-6-2-15,1-7-1 0,26-11-5 0,0-9-2 16,-2-12-22-16,-4-6-17 0,-4-7 0 15,-10-8 0-15,-8-6 0 0,-13-10 0 0,-5-3 0 16,-12-1 0-16,-12-5 0 0,-14 17 0 16,-10-5 0-16,-7 1 0 0,-12 1 0 0,-7 5 0 15,-11 3 0-15,-11 5 0 0,-16-3 0 16,-16 9 0-16,-11 6 0 0,-10 9 0 16,-6 10 0-16,-3 7 0 0,13 8 0 0,-2 6 0 15,2 6 0-15,-18 9 0 0,7 3-333 16,23 4-252-16,0 3-113 0,12 0-175 15,7-1 60-15,3 2 103 0,16-9-711 0,1 1-873 16</inkml:trace>
  <inkml:trace contextRef="#ctx0" brushRef="#br0" timeOffset="2517.01">25427 6195 3808 0,'0'-7'-85'0,"-3"0"40"0,-6 0 29 0,4 0 30 0,-6-3 30 0,-3 2 24 0,-4-1 18 15,-4 2 10-15,1 2 1 0,-4 2-7 0,5 3-2 16,-7 3-12-16,0 0-12 0,-5 6-4 15,-1 1-7-15,3 4-6 0,1 0-4 0,6 1-6 16,7-1-8-16,0-1 3 0,7-1-7 16,-2 1 1-16,8 1-5 0,1-5 0 15,2 3 0-15,4 3-3 0,0-3-1 0,7 5 12 16,0-3 5-16,1 2 10 0,9 5 4 16,-5-5 11-16,-4-3 10 0,6 1 25 0,-3-1 12 15,-1-1 15-15,-3-1 16 16,-2-1 11-16,-3-3 10 0,4 1 21 0,-8-1 22 15,-1 0 23-15,-1 0-1 0,-5 0-7 16,-4 1-16-16,-5-1-21 0,-5 2-18 0,0-3-14 16,-2 2-17-16,-3-4-16 0,0 4-14 15,1-4-24-15,0 1-52 0,2 3-61 0,-1-2-77 16,2 2-80-16,1-1-78 0,4-1-97 16,1 2-88-16,1 0-95 0,6-4-114 0,0 4-90 15,2-5 67-15,5-3-654 0,0 0-800 16</inkml:trace>
  <inkml:trace contextRef="#ctx0" brushRef="#br0" timeOffset="3350.27">29466 3556 3558 0,'-16'-15'-118'0,"-3"3"27"0,4 4 27 0,-7 4 25 16,4 1 32-16,-23 7 34 0,-8 8 32 0,-6 11 29 16,-4 8 33-16,-15 15 20 0,-5 11 16 15,7 4 21-15,-1 8 0 0,7 7 3 16,3 5 35-16,8 2 6 0,7 1-1 0,13-1 12 15,13-2-2-15,16-15-5 0,10 4 2 16,15-5-19-16,15 9-18 0,16-6-20 0,15-10-17 16,13-3-11-16,10-9-15 15,1-12-12-15,7-8-16 0,-19-17-7 0,9-5-11 0,0-10-22 16,13-11-1-16,-8-8-9 16,-8-12-5-16,-10-10-7 0,-8-13 1 0,-11-9-4 15,-8-14-9-15,-10-10-4 0,-11-8-6 16,-12-8-8-16,-11-7-1 0,-12 0-26 15,-7 7-2-15,-7 15-12 0,-11 15-22 0,-9 12-18 16,-4 24-26-16,-6 11-41 0,-14 9-41 16,-6 11-48-16,-8 11-63 0,-22 9-89 0,-2 13-94 15,8 8-142-15,3 5-141 0,5 4 63 16,8 0-553-16,2-5-710 0</inkml:trace>
  <inkml:trace contextRef="#ctx0" brushRef="#br0" timeOffset="3916.34">28614 2853 3717 0,'0'-7'43'0,"0"7"-10"0,0 0 1 0,-20 0-4 16,20 0 22-16,-19 10 23 0,2-1 16 0,0 2 2 15,-8 7-2-15,3 1-12 0,-1-2-4 16,5-1-9-16,5-3-5 0,4-2-9 0,-1-4-4 16,0 1-3-16,5-1-3 0,-1-2-3 15,6-5 1-15,-6 7-1 0,6-7-1 16,0 0-3-16,0 0-5 0,25-16-4 0,0-2-1 15,0-4-1-15,3 1-6 0,5 0-2 16,-5 0-2-16,-3 5-3 0,-4 3-2 16,-6 3 2-16,0 6-4 0,-5 0 2 15,0 2 7-15,-10 2 12 0,19 10 7 0,-12-1 4 16,1 3-2-16,-1 1-1 0,1 7 4 16,2-1 4-16,1 10-1 0,3 0 0 15,0 1-4-15,6 1 0 0,-4-3-1 0,8-5-5 16,-3-2-2-16,-6-4 0 0,-2-5 10 15,-3-2 35-15,-1-3 51 0,-3-1 5 0,-2-3-14 16,-4-3-8-16,0 0-22 0,0 0-10 16,-39-3-14-16,0 0-5 0,-10 7-7 15,-17 4 2-15,-2 0-17 0,1 4-18 16,1 2-17-16,5 2-19 0,3 0-20 0,8-1-29 16,16-1-25-16,4-2-36 0,8 2-38 15,8-4-54-15,5 1-72 0,4-3-57 16,3-1-82-16,4 0-99 0,-2-7-162 0,16 8 57 15,-4-2-421-15,6-2-528 0</inkml:trace>
  <inkml:trace contextRef="#ctx0" brushRef="#br0" timeOffset="4633.45">29250 8431 3201 0,'-15'-6'125'0,"-8"10"13"0,-12 5 12 0,-14 11 16 0,1 13 24 0,-24 16 27 0,1 8 26 0,-1 10 22 16,-1 7 28-16,3 6 2 0,3 11-12 15,12 3-14-15,13 5-8 0,10 6-15 0,13 0-21 16,9 3-22-16,18-3-18 0,9-4-16 16,14-1-17-16,7-3-17 0,9-3-12 0,6-10-14 15,8-6-23-15,8-11-16 0,2-13-27 16,3-11-44-16,-11-21-10 0,6-11-24 0,3-15-29 16,4-12 1-16,24-19 8 0,-2-15-4 15,-4-11-1-15,-8-15 9 0,-13-8 42 16,-3-16 38-16,-16-10 21 0,-9-6 17 0,-13-10 9 15,-13-7 15-15,-15-4-8 0,-16 0-8 16,-13 7-11-16,-9 13-5 0,-11 14-4 16,-9 19-15-16,-5 17-3 0,-8 16-10 0,12 22-32 15,-12 10-38-15,-5 10-33 0,-4 9-52 16,-3 12-45-16,-14 16-49 0,8 5-61 16,3 9-90-16,7 6-94 0,5 5-121 0,5 7-190 15,6 6 42-15,3 8 83 0,1 9-593 16,1 6-706-16</inkml:trace>
  <inkml:trace contextRef="#ctx0" brushRef="#br0" timeOffset="4916.52">28650 11080 3927 0,'-6'27'305'0,"0"8"22"0,-2 5-10 0,3 17-15 0,-1 7-14 0,3 4-10 0,1 3-20 0,-3-2-22 0,5-1-21 0,5-3-31 16,-3-6-45-16,1-17-77 0,-3-1-56 0,0-6-84 0,4-8-89 15,-6-6-100-15,4-4-89 0,-4-5-81 16,0-5-91-16,1-4-132 0,1-3-13 15,0 0 81-15,-13-24-458 0,12 2-522 16</inkml:trace>
  <inkml:trace contextRef="#ctx0" brushRef="#br0" timeOffset="5284.09">28670 11277 2988 0,'3'-10'86'16,"-3"1"66"-16,0 2 33 0,2-1 28 15,2 1 15-15,1-1 6 0,2 1 0 0,5-4-10 16,5 2-22-16,-1 5-17 0,0-1-21 15,4 1-16-15,0 4-18 0,0 2-31 16,4 2-25-16,-2 3-24 0,5 6-9 16,-9 2-2-16,-4-1 8 0,-5 3 10 0,-3 2 16 15,-5 0 22-15,-1 5 20 0,-7 6 23 16,-4 3 16-16,-3 0 9 0,-1-3-6 0,0 0-5 16,0-3-7-16,5-6-6 15,0-7-5-15,7 1-6 0,-1-5-15 0,2 2-7 0,2-3-13 16,2 1-7-16,-2 0-12 0,2 2-6 15,0 0-4-15,0 0-6 0,-1 2-5 0,-1 3 2 16,2 3-7-16,-4 3-48 0,1 1 0 16,-9 12 0-16,-2 0 0 0,-6 9 0 0,-3 3 0 15,-6-3 0-15,-4-2 0 16,-5-2 0-16,0-6 0 0,-1-2 0 0,-1-7 0 16,8-7 0-16,-1-3 0 0,1-2-261 15,-2-5-187-15,5-4-118 0,7-4-113 0,-2-4-171 16,7-2 79-16,-6-3 86 0,6-3-652 15,0-4-793-15</inkml:trace>
  <inkml:trace contextRef="#ctx0" brushRef="#br0" timeOffset="6500.02">26140 7297 3537 0,'0'0'-104'0,"0"0"16"15,0 0 8-15,21-32 7 0,4 7 8 0,15-11 21 0,10-5 13 0,22-15 9 16,10-6 3-16,13-8 0 16,34-31 2-16,4-6-5 0,7-2 2 0,9-3 2 15,5-5 12-15,4 5 26 0,3 3 19 16,-7 12 11-16,-8 10 15 0,-43 24-1 0,-9 5 6 15,-10 9 2-15,-16 3 2 0,-23 15 22 16,-4 4 12-16,-12 3 4 0,-7 5-2 0,-5 4-7 16,-4 1-13-16,-1 2-6 0,-1 2-13 15,-5 3-9-15,0-1-14 0,0 1-33 0,-2 4-40 16,-3-3-56-16,-1 6-52 0,0 0-73 16,0 0-76-16,0 0-143 0,0 0-118 15,-30 11 40-15,16-4-199 0,-1 1-196 0</inkml:trace>
  <inkml:trace contextRef="#ctx0" brushRef="#br0" timeOffset="6732.79">28302 5663 2328 0,'2'-9'274'0,"3"4"-5"0,-3 1-9 15,-2 4-7-15,5-6-3 0,-5 6 5 0,0 0-6 16,17 12-12-16,-11 0-17 0,4 3-18 15,-3 4-18-15,-1 4-21 0,-6 3-18 0,0-1-15 16,-6 15-11-16,-5 6-23 16,-7 2-46-16,-3 3-65 0,-1 4-70 0,-7-1-99 15,3-3-114-15,-9 2-133 0,5 0-208 16,-2 3 5-16,-3-2 66 0,-5 13-395 16,11-10-440-16</inkml:trace>
  <inkml:trace contextRef="#ctx0" brushRef="#br0" timeOffset="7099.64">26496 8071 2899 0,'-15'7'203'16,"4"1"1"-16,1 2-7 0,4 2 12 0,2 4 27 15,8 1 23-15,10 9 19 0,13 8 1 16,18-3-12-16,28 7-21 0,16-5-29 0,14-4-19 15,10-4-51-15,10-4-78 16,5-3-91-16,5 1-53 0,6-1-51 0,-1-5-53 0,-3 1-74 16,-8-6-84-16,-31-6-154 15,-14-2-162-15,-16-2 45 0,-19-1 83 0,-17 1-373 16,-13-3-379-16</inkml:trace>
  <inkml:trace contextRef="#ctx0" brushRef="#br0" timeOffset="7282.5">27881 8256 2513 0,'3'24'147'16,"-3"-14"26"-16,0 3-7 15,-3 7 12-15,1-1 29 0,2 6 7 0,-2 3-4 16,1 6-15-16,-3 0-19 0,-2 0-20 16,-3 0-18-16,-3-4-21 0,1-1-56 0,-3-4-78 15,1-4-110-15,0-5-107 0,-1-4-126 16,0 0-154-16,0-3-51 0,-3-4 58 15,-2-2-285-15,-2 0-279 0</inkml:trace>
  <inkml:trace contextRef="#ctx0" brushRef="#br0" timeOffset="8566.54">25292 7337 2028 0,'0'0'-25'0,"-2"-5"47"0,2 5 27 0,0 0 28 0,0 0 20 0,0 0 25 15,0 0 20-15,0 0 6 0,-4-7 13 16,4 7-5-16,0 0 1 0,0 0-5 0,0 0-1 15,0 0 0-15,0 0-2 0,0 0-1 16,0 0-1-16,-5-5-1 0,5 5-8 16,0 0-1-16,0 0-3 0,0 0-2 15,0 0-2-15,0 0-3 0,0 0-4 0,-8-4-3 16,8 4-10-16,0 0-3 0,0 0-6 16,0 0-14-16,0 0-4 0,0 0-1 0,-17 4-8 15,17-4-4-15,0 0-10 0,-13 1 1 16,13-1-9-16,-10 4 2 0,2-1-2 0,8-3-2 15,-9 4-2-15,9-4-2 0,-14 3-1 16,14-3-1-16,-9 4 0 0,9-4-1 0,-11 3 0 16,4 0 5-16,7-3-9 0,-13 5-3 15,10-1 1-15,-5-1-4 0,8-3 7 16,-12 7-9-16,9-3 6 0,-3-1-1 16,0 3 0-16,6-6-5 0,-10 6-1 0,7-3-1 15,-1 2 4-15,4-5-2 0,-7 8 4 16,3-4-1-16,-2 2 4 0,6-6 4 0,-6 11 2 15,4-9 3-15,-2 4-1 0,2 1 8 16,-1 2-2-16,1-4 1 0,-4 7-3 0,4-2-2 16,1 0 0-16,-4 1-2 15,3 1-3-15,0 3 5 0,0-2-12 0,2 1 5 16,2 1-3-16,2 1-2 0,-1-1-2 0,2 1-3 16,3 1-1-16,1 3-5 0,1-5 1 15,3-1-6-15,3 1 1 0,0-4-3 16,9 4-13-16,0-6-5 0,-3-1 0 0,3-2 0 15,-5-4 0-15,7 0 0 0,-4-2 0 16,1-4 0-16,1-2 0 0,5-6 0 0,1-1 0 16,-6 3 0-16,1-9 0 0,-3-3 0 15,-2 1 0-15,-4 0 0 0,-6-3 0 16,-2 4 0-16,-6-4 0 0,-3-1 0 16,-1-8 0-16,-10 2 0 0,-2-2 0 0,-4 6 0 15,-3 4 0-15,-5 3 0 0,-2 6 0 16,-2 6 0-16,2 7 0 0,-12 2 0 0,-4 9 0 15,-4 5-379-15,-1 7-138 0,1 2-147 16,4 2-196-16,4 2 56 0,3-1 77 16,7-3-715-16,6-3-892 0</inkml:trace>
  <inkml:trace contextRef="#ctx0" brushRef="#br0" timeOffset="12598.31">15598 12597 833 0,'0'0'240'0,"-16"-4"-70"0,9 2-8 0,7 2 7 0,-13-4 2 0,4 3 9 0,9 1 15 16,-14-6 13-16,4 2 25 0,10 4 24 0,-13-4 20 15,3 2 16-15,10 2 4 0,-14-6 18 16,5 6 8-16,9 0 9 0,-13-6 11 0,13 6-4 15,-12-4-11-15,12 4-18 0,-9-3-17 16,9 3-21-16,0 0-23 0,-9-1-16 0,9 1-14 16,0 0-12-16,0 0-17 0,0 0-14 15,0 0 2-15,0 0-2 0,0 0-153 0,34 6-23 16,-5-4 0-16,12 0 0 0,9 0 0 16,6-2 0-16,10-2 0 0,6 2 0 15,-4-2 0-15,4 0 0 0,-6 0 0 0,1 1 0 16,-5-2 0-16,-10 3 0 0,2 0 0 15,-5 1 0-15,-1 1 0 0,-5-1 0 16,2 1 0-16,-4 0 0 0,-1 0 0 16,-1 2 0-16,-7-4 0 0,-3 4 0 0,-3-2 0 15,0 0 0-15,3 0 0 0,-4 0 0 16,-4 1 0-16,0-3 0 0,-2 1 0 16,0 1 0-16,-2-2 0 0,-3 2 0 0,-1-2 0 15,-13 0 0-15,21 2 0 0,-21-2 0 16,16 1 0-16,-16-1 0 0,12 0 0 15,-12 0 0-15,0 0 0 0,15-1 0 0,-15 1 0 16,0 0 0-16,10 0 0 0,-10 0 0 16,0 0 0-16,0 0 0 0,0 0 0 0,0 0-548 15,0 0-238-15,0 0-137 0,-46 5 94 16,30 0-907-16,-2 0-1169 0</inkml:trace>
  <inkml:trace contextRef="#ctx0" brushRef="#br0" timeOffset="13097.76">16740 12393 4544 0,'0'0'-145'0,"-9"-7"58"0,6 4 54 0,-3-2 62 0,2 0 62 0,4 5 43 16,-10-7 29-16,10 7 35 0,-5-7 16 15,5 7 24-15,-8-8 25 0,8 8 6 0,-3-5-3 16,3 5-1-16,0 0-8 16,-6-6-8-16,6 6-18 0,0 0-18 0,0 0-16 15,0 0-6-15,0 0 4 0,0 0-2 0,0 0-137 16,0 0-56-16,24 23 0 0,-6-13 0 15,-6 3 0-15,6-1 0 0,5 7 0 16,-3 2 0-16,2-2 0 0,-7-1 0 0,-5-4 0 16,-1 2 0-16,-4 0 0 0,-5 0 0 15,-1 3 0-15,-7 1 0 0,-5 12 0 16,-4-3 0-16,-6 7 0 0,1-9 0 0,-3 1 0 16,1-1 0-16,1-1 0 0,7-3 0 15,-6-3 0-15,11-5 0 0,-1-1 0 0,5-5 0 16,1 1 0-16,-1-6 0 0,3 4 0 15,0-3 0-15,0-1 0 0,0 0 0 0,4-4 0 16,-3 8 0-16,3-8 0 16,0 0-377-16,0 0-141 0,0 0-82 0,0 0-116 15,0 0-111-15,0 0 64 0,0 0-730 16,5-25-940-16</inkml:trace>
  <inkml:trace contextRef="#ctx0" brushRef="#br0" timeOffset="13800.83">17443 12351 3905 0,'7'-5'-121'0,"0"1"47"0,1 1 58 0,-2 1 63 0,-6 2 60 0,11-7 43 16,-3 3 33-16,-3 0 24 0,4 2 15 15,-9 2 16-15,11-7 22 0,-11 7 20 0,7-8 9 16,-7 8 7-16,6-4 1 0,-6 4-14 16,0 0-29-16,0 0-24 0,-11-12-22 0,0 8-16 15,-9 2-20-15,2 1-18 0,-2-2-16 16,-3 3-11-16,-4 0-15 0,0-3-61 16,3 6-51-16,1-3 0 0,0 0 0 0,6 0 0 15,0 1 0-15,3-1 0 0,3 0 0 16,11 0 0-16,-19 0 0 0,19 0 0 0,-15-1 0 15,15 1 0-15,-14 0 0 16,14 0 0-16,0 0 0 0,-15 1 0 0,15-1 0 0,0 0 0 16,-11 0 0-16,11 0 0 15,0 0 0-15,-6 3 0 0,6-3 0 0,-2 8 0 16,4 0 0-16,-2-8 0 0,0 23 0 16,0-3 0-16,0 6 0 0,0 10 0 0,-4 0 0 15,0 1 0-15,3 0 0 0,-1 0 0 16,-2-2 0-16,0-6 0 0,4-5 0 0,0-4 0 15,0-1 0-15,0 0 0 0,0-5 0 16,0 1 0-16,2-3 0 0,0 0 0 16,2-2 0-16,-1 1 0 0,1-3 0 15,2 0 0-15,0-3 0 0,3 1 0 0,1 0 0 16,2-2 0-16,-1 0 0 0,0-2 0 16,1 0 0-16,-3 0 0 0,-9-2 0 0,23 3 0 15,-12-3 0-15,-2 0 0 0,-9 0 0 16,18-3 0-16,-18 3 0 0,16-2 0 0,-13 0 0 15,-3 2 0-15,10-10-602 0,-9 7-407 16,-1 3 117-16,2-7-1042 0,-2 7-1356 0</inkml:trace>
  <inkml:trace contextRef="#ctx0" brushRef="#br0" timeOffset="14015.02">17179 12687 4952 0,'-5'-4'-48'0,"5"4"56"0,-10-5 45 0,10 5 51 0,-8-5 48 0,8 5 38 0,-3-7 24 0,3 7 3 0,0 0-21 16,0-11-14-16,0 11-24 0,9-8-13 0,-9 8-18 15,17-7-24-15,-7 4-60 0,3 0-74 16,0 1-80-16,1 0-90 0,5-2-108 0,-2 3-127 16,2-2-152-16,-2 3-151 0,3-2 62 15,-2 0-583-15,3 4-720 0</inkml:trace>
  <inkml:trace contextRef="#ctx0" brushRef="#br0" timeOffset="14515.28">17778 12218 3372 0,'4'-14'70'0,"-1"-1"66"0,-1 3 38 0,0 2 48 15,-2 5 44-15,2-2 30 0,0 2 13 16,-2 5 2-16,2-4 23 0,-2 4 17 0,0 0 12 16,12 16-6-16,-9-1-6 0,-1 9-12 15,6 10-17-15,-7 7-25 0,3 0-19 0,-2 1-235 16,0-1-43-16,0 0 0 16,-2 1 0-16,1-4 0 0,-1-8 0 0,0-5 0 15,-1 2 0-15,1-8 0 0,0 1 0 16,0-7 0-16,0 1 0 0,-2 0 0 0,2-4 0 15,0-1 0-15,0 0 0 0,0-9 0 16,0 10 0-16,0-10 0 0,0 0 0 0,0 0 0 16,0 0 0-16,0 0 0 0,-6-23 0 15,3 12 0-15,-3-3 0 0,-3-4 0 0,-5 3 0 16,-7-3 0-16,2 4 0 16,-9 2 0-16,3 5 0 0,-2 5 0 0,-4 1 0 15,5 4 0-15,1 1 0 0,-10 6 0 16,7 4 0-16,8-3 0 0,4 3 0 0,1 1 0 15,7 1 0-15,0 1 0 0,6 0 0 16,1 0 0-16,2 0 0 0,5 0 0 0,2 4 0 16,5-6 0-16,9 5 0 0,-2-4 0 15,-1-1 0-15,2-7 0 0,0-2 0 16,0-1 0-16,2-1 0 0,-3-2 0 0,4-4 0 16,0 0 0-16,1-2-277 0,10-5-349 15,-7-1-94-15,3 0-145 0,-4-5 51 0,-1 1 101 16,-7 1-707-16,-2 3-872 15</inkml:trace>
  <inkml:trace contextRef="#ctx0" brushRef="#br0" timeOffset="14981.24">18003 12639 3915 0,'0'0'22'0,"-10"-2"63"0,10 2 56 0,0 0 62 0,0 0 59 0,-19 10 42 0,13-4 25 0,6-6 7 15,-5 10-7-15,1-4-14 0,2 1-20 0,2 2-23 16,0-9-26-16,2 13-23 0,2-6-24 15,-1 0-19-15,3 0-16 0,1 0-19 16,4-2-22-16,0-2-38 0,0-3-67 16,3 2-18-16,-14-2 0 0,26-3 0 0,-13-1-26 15,1 1-4-15,-3-1-1 0,2-1 3 16,-3 0-4-16,-2 2 3 0,-1-1 3 16,-7 4 2-16,9-7 0 0,-9 7 0 0,0 0 2 15,0 0 5-15,0 0 18 0,0 0 13 16,-16 21 22-16,8-7 15 0,-7 10 10 0,2 3 13 15,-1 3 2-15,1 3-76 0,-1 17 0 16,5 2 0-16,3-9 0 0,4-1 0 0,2 3 0 16,0-2 0-16,2-3 0 15,-2-9 0-15,0-6 0 0,0-1 0 0,-2 0 0 16,-3-2 0-16,-2-3 0 0,-2 0 0 16,-2-2 0-16,-3-2 0 0,1-1 0 0,-1 1 0 15,-2-5 0-15,-4-3 0 0,2-3 0 16,-1 0 0-16,4-4 0 0,-6-2 0 0,1-4 0 15,2-1 0-15,-7-9 0 0,2-3 0 16,-1 0 0-16,10 2 0 0,0 2 0 0,-5-6 0 16,7 4 0-16,3 3 0 0,5 2 0 15,-1-1-239-15,3 6-526 0,2-2-164 0,4-1 55 16,1-1 109-16,6 2-806 0,5-3-1013 16</inkml:trace>
  <inkml:trace contextRef="#ctx0" brushRef="#br0" timeOffset="15413.85">18477 12923 4141 0,'2'-6'75'0,"-2"6"47"0,2-8 38 0,-2 8 44 16,0 0 48-16,0-12 37 0,0 12 13 0,4-11-9 0,-1 4-15 0,5 0-23 0,-3-1-23 15,4 1-21-15,-6-3-21 0,7 2-17 0,-5-1-18 16,5 1-17-16,-2 0-13 0,-1-2-16 15,0 0-10-15,2 3-10 0,-4-3-11 0,3 0-5 16,-5 1-11-16,-1-3-4 16,0 2-30-16,-4 0-28 0,2 0 0 0,-2-2 0 0,-1 1 0 15,-5 3 0-15,-4 1 0 0,-2 2 0 16,-1 1 0-16,-5 6 0 0,-5 2 0 16,0 3 0-16,-7 4 0 0,5 7 0 15,1 0 0-15,3 7 0 0,4 0 0 0,6 2 0 16,5 2 0-16,2-2 0 0,6-5 0 15,2 2 0-15,4 0 0 0,6 5 0 0,1-3 0 16,0-4 0-16,6 2 0 0,-3-11 0 16,-2 1 0-16,6-3 0 0,-4-3 0 0,4-3 0 15,-4 0 0-15,-2-3 0 0,2 0 0 16,-3-2 0-16,-13 0 0 0,21-2 0 0,-10 2 0 16,-2-2 0-16,-9 2 0 0,14 0 0 15,-14 0 0-15,13 0 0 0,-13 0 0 16,0 0-856-16,12 0-121 0,-12 0 108 15,0 0-998-15,4 4-1291 0</inkml:trace>
  <inkml:trace contextRef="#ctx0" brushRef="#br0" timeOffset="16049.78">19543 12407 5439 0,'0'0'12'0,"-22"17"50"0,9-3 62 0,-4 6 70 0,-4 5 51 0,0-2 30 0,2 4 5 15,-1-4-4-15,6 3-15 0,3-3-13 0,2-3-20 16,4-1-14-16,3-2-16 0,4-2-63 15,0 1-135-15,3-3 0 0,7 1 0 0,1-4 0 16,6-3 0-16,3-2 0 0,2 0 0 16,-1-5 0-16,4-3 0 0,-1 0 0 0,-1 1 0 15,2-2 0-15,-8 1 0 0,-2 1 0 16,-2 1 0-16,-1-1 0 0,-3 0 0 16,-11 2 0-16,17 2 0 0,-17-2 0 15,21 5 0-15,-13 0 0 0,3-1 0 0,-2 2 0 16,3 0 0-16,1 0 0 0,0 1 0 15,1-1 0-15,4-2 0 0,-4-2 0 0,6 0 0 16,-2-2 0-16,2-2 0 0,3 0 0 16,-3-6 0-16,3 1 0 0,-1-1 0 15,-4-4 0-15,1 1 0 0,-1-2 0 0,-3-1 0 16,-1-1 0-16,-3-1 0 0,3-6 0 16,-2 3 0-16,-4 2 0 0,-3 3 0 0,-1-1 0 15,4 3 0-15,-6 2 0 0,4 1 0 16,-2 1 0-16,-3 0 0 0,1 4-464 15,-2 4-259-15,4-8-176 0,-4 8 43 16,0 0 98-16,0 0-769 0,0 0-973 0</inkml:trace>
  <inkml:trace contextRef="#ctx0" brushRef="#br0" timeOffset="16547.1">20366 12603 4308 0,'0'0'80'0,"0"0"52"16,0 0 46-16,0 0 45 0,0 0 57 15,0 0 31-15,0 0 7 0,0 0 0 0,0 0-21 16,0 0-20-16,0 0-28 0,0 0-23 16,0 0-23-16,0 0-21 0,28-14-18 0,-18 9-12 15,2-3-30-15,-3 0-24 16,2 0-25-16,-4-1-73 0,3-3 0 0,-6 2 0 16,4 2 0-16,-7-3 0 0,-1 5 0 15,0 6 0-15,0 0 0 0,-11-12 0 0,11 12 0 16,0 0-2-16,-32 13-16 0,14-2 2 15,-7 8 4-15,5-1 3 0,1 3 5 0,-1-2 4 16,7 3 2-16,2-5-1 0,5 2 1 16,0 1 3-16,4-3-3 0,4 0-4 15,2 0-11-15,4 2-19 0,5-3-24 16,7 2-13-16,-6-2-25 0,6-6-12 0,-4-3-11 16,8-1-9-16,-7-2-19 0,3-4-15 15,4-2-16-15,2-4-16 0,7-3-15 0,-5-3-21 16,3-2-20-16,-3-6-10 0,-1 1 3 15,2-3 15-15,-6-2 21 0,-3-2 22 0,2 4 20 16,-10 2 23-16,1 6 35 0,-6 3 31 16,-2 3 42-16,-1 3 38 0,0 1 34 15,-4 4 28-15,0 0 28 0,0 0 17 0,0 0 9 16,0 0 3-16,-24 21-4 0,14-9-11 16,4 1-10-16,-1 1-9 0,1 0-25 0,1 1-37 15,0-1-44-15,1 1-45 0,2-2-60 16,1-2-65-16,1-2-54 0,0 1-62 0,0-1-75 15,1-2-74-15,1-2-96 16,7-2 34-16,-9-3-283 0,13 4-297 0</inkml:trace>
  <inkml:trace contextRef="#ctx0" brushRef="#br0" timeOffset="16714.41">20936 12494 2488 0,'-2'-15'222'15,"0"3"37"-15,-3 2 13 0,4 1 23 0,-3 4 19 0,-2 0 8 0,6 5 5 0,-5-9-35 0,5 9-32 0,-8-3-22 0,8 3-62 16,0 0-79-16,0 0-97 0,0 0-111 0,0 0-136 16,-12 14-133-16,12-8-154 0,-1-1-119 0,1 4 56 15,0 0-437-15,3-1-508 0</inkml:trace>
  <inkml:trace contextRef="#ctx0" brushRef="#br0" timeOffset="17563.46">21036 12553 2846 0,'0'0'136'0,"0"0"88"0,0 0 61 0,0 0 48 15,0 0 36-15,0 0 33 0,0 0 7 0,0 0-4 16,0 0-6-16,0 0-11 0,-3 13-16 16,3-13-16-16,-2 13-32 0,2-5-26 15,0 1-27-15,-2 0-30 0,0 1-108 16,4 0-133-16,0-1 0 0,0 4 0 0,0-1 0 0,-1-2 0 16,1 1 0-16,0-4 0 15,0 1 0-15,-2-8 0 0,2 10 0 0,-2-10 0 16,2 9 0-16,-2-9 0 0,0 0 0 15,-2 7 0-15,2-7 0 0,0 0 0 0,0 0 0 16,0 0 0-16,0 0 0 0,-25-14 0 16,25 14 0-16,-11-7 0 0,11 7 0 0,-13-3 0 15,13 3 0-15,0 0 0 0,-29 8 0 16,21-2 0-16,-3 2 0 0,3-1 0 0,3 1 0 16,-3 4 0-16,2-4 0 0,0 1 0 15,3 0 0-15,-3 0 0 0,4-1 0 0,1-3 0 16,-2 1 0-16,1 0 0 0,2-6 0 15,0 12 0-15,0-12 0 0,8 6 0 16,-2-5 0-16,-6-1 0 0,25-4 0 16,-5-1 0-16,11-7-145 0,1-5-310 0,12-5-25 15,12-2 33-15,19-12 45 0,9-6 34 16,-3-8 24-16,-4-5 33 0,-4-5 32 16,-4-7 34-16,-5-3 22 0,-1-6 30 0,-4-4 17 15,-3 3 27-15,-13 8 32 0,-12 21 36 0,-8 9 42 16,-12 11 27-16,-6 6 28 15,-14 8 19-15,0 6 28 0,-9 2 12 0,-2 5 23 16,-7 2 14-16,-15 9 18 0,-11 4 12 0,1 7 16 16,-1 4 19-16,6 2 17 0,2 4 15 15,6 2 2-15,1 9-2 0,5 2-1 16,5 4-12-16,3 2-9 0,4 4-9 0,4 1-15 16,1 1-19-16,5-3-14 0,3 0-12 15,4-10-13-15,4-3-5 0,6 1-11 16,2-2-14-16,7-3-2 0,2-5-38 0,-2-4-62 15,5-5-43-15,-4-7-47 0,4-3-45 16,1-6-55-16,-5-4-61 0,9-4-67 16,8-4-48-16,3-6-27 0,6-13-13 15,5-8 10-15,-2-4 37 0,-4-9 40 0,15-16 47 16,-4-4 51-16,-5-7 53 0,-1-4 50 16,-5-3 40-16,-3-10 39 0,-1-2 32 0,-1-1 36 15,-2-2 26-15,-7 3 24 0,-6 27 38 16,-6 9 63-16,-6 19 42 0,-5 10 36 0,-1 9 35 15,-8 11 33-15,0 4 33 0,5 3 37 16,-25 20 17-16,3 9 12 0,-3 14 7 0,-2 15-21 16,-7 17 0-16,3 5 2 0,6 1-24 15,0 1-33-15,2 2-31 0,12-15-102 0,0 0-196 16,3-3 0-16,0 1 0 0,7-2 0 16,1-7 0-16,1-12 0 0,1-4 0 15,-2-4 0-15,0-9 0 0,2-8 0 16,-2-4 0-16,0-3 0 0,2-6 0 0,0-3 0 0,1-1 0 15,-3-4-456-15,0 0-221 16,11-17-173-16,-6-3-8 0,3-2 97 0,-7-3-800 16,8-11-1003-16</inkml:trace>
  <inkml:trace contextRef="#ctx0" brushRef="#br0" timeOffset="17747.4">21682 12620 4722 0,'-20'14'199'0,"0"-1"38"0,8-5 78 0,1 3 50 0,4-1 61 0,1-1 34 0,8-2-8 0,-2-7-8 15,11 13-34-15,5-7-249 0,4-3-161 0,7-3 0 16,16-2 0-16,-4-3 0 0,3-4 0 16,-3 1 0-16,-1 1 0 0,-4 0 0 0,-7 2 0 15,-6 2 0-15,-6-1 0 0,-4 3 0 16,-3 1-622-16,-8 0-114 0,0 0-173 16,0 0 84-16,-4 12 84 0,4-12-741 15,-26 20-930-15</inkml:trace>
  <inkml:trace contextRef="#ctx0" brushRef="#br0" timeOffset="19497.45">15673 14613 4414 0,'2'-8'86'0,"-2"2"7"0,2 0 14 0,-2 6 15 0,0 0 19 0,0 0 17 0,0 0 49 15,0 0 54-15,0 0 1 0,0 0-8 0,0 27-10 16,0-14-12-16,-2 1-1 0,2 1-6 16,0-1-9-16,-2-1-11 0,2 1-18 15,0 0-12-15,0-4-8 0,0 0-19 0,2 1-92 16,-2-5-56-16,-2 3 0 0,2-9 0 15,0 12 0-15,0-12 0 0,2 8 0 0,-2-8 0 16,0 9 0-16,0-9 0 0,0 0 0 16,0 0 0-16,0 0 0 0,0 0 0 0,0 0 0 15,0 8 0-15,0-8 0 0,0 0 0 16,-2 9 0-16,-1-2 0 0,-5 6 0 0,1 7 0 16,-5 9 0-16,1 5 0 15,-2 1 0-15,1 0 0 0,3 0 0 0,-3-2 0 16,4 0 0-16,3-8 0 0,1-7 0 15,0 0 0-15,4-7 0 0,-1 2 0 0,-1-3 0 16,0-1 0-16,0-1 0 0,2-2 0 16,-3 0 0-16,3-6 0 0,0 9 0 15,0-9 0-15,0 0 0 0,0 0 0 0,0 0-400 16,0 0-240-16,0 0-141 0,7-36-116 16,-4 14 93-16,1-12-784 0,3-3-1029 0</inkml:trace>
  <inkml:trace contextRef="#ctx0" brushRef="#br0" timeOffset="19663.77">15672 14640 4663 0,'-6'-11'26'0,"4"2"31"0,0 3 37 15,2 6 30-15,0-10 22 0,0 10 1 16,6-9-11-16,3 3-12 0,11 1-10 0,16-1-17 16,2-2-21-16,6 4-55 0,-1-1-77 15,5-1-86-15,-4 3-105 0,-4 1-119 0,-7 4-140 16,-8 1-186-16,-5 4 54 0,-6 1-443 15,-7 6-552-15</inkml:trace>
  <inkml:trace contextRef="#ctx0" brushRef="#br0" timeOffset="19847.34">15628 15153 3298 0,'-5'1'266'0,"5"-1"25"15,0 0 29-15,0 0 33 0,0 0 24 16,0 0 9-16,0 0-6 0,0 0-22 0,27-19-29 15,-15 13-42-15,10-3-28 0,6-5-30 16,5 2-58-16,-5 1-76 0,-4 3-102 0,-1 3-101 16,-3 1-110-16,-2 3-115 15,0-1-137-15,-5 4-129 0,1-1-192 0,-3 4 42 16,-6 3 83-16,2 2-510 0,-9 1-642 16</inkml:trace>
  <inkml:trace contextRef="#ctx0" brushRef="#br0" timeOffset="20030.18">15612 15470 3480 0,'-11'10'204'16,"4"-3"55"-16,2-2 52 0,-4 0 52 16,5-2 31-16,4-3 15 0,-7 5-2 0,7-5-11 15,0 0-23-15,0 0-31 0,0 0-36 16,0 0-33-16,0 0-35 0,0 0-64 16,65-17-87-16,-31 5-114 0,12-3-149 0,5-2-155 15,1-3-187-15,1-4-235 0,-2 1-126 16,3 0 100-16,-3-6-770 0,3 2-991 15</inkml:trace>
  <inkml:trace contextRef="#ctx0" brushRef="#br0" timeOffset="20429.41">16720 14723 4505 0,'-5'-4'142'0,"-2"-2"26"0,7 6 29 0,-11-1 78 16,11 1 51-16,-15 10 11 0,5 0-3 15,1 8-2-15,-2 11-20 0,-3 4-24 0,5 4-24 16,1 1-25-16,0 8-21 16,2-3-26-16,5-2-130 0,-5 3-62 0,4-3 0 15,2-2 0-15,-2-2 0 0,4-6 0 0,-2-7 0 16,2-5 0-16,-2-1 0 0,0-4 0 16,2-2 0-16,-4 0 0 0,4-1 0 15,-4-5 0-15,6-1 0 0,-4-5 0 0,0 0 0 16,0 0 0-16,0 0 0 0,0 0 0 15,0 0 0-15,-8-22-111 0,-2 12-11 0,1-2 14 16,-4 3 9-16,-8 4 11 0,1 2 14 16,-2 3 10-16,-15 7 28 0,1 1 27 15,4 4 31-15,1 5 33 0,5 2 16 16,4 3 15-16,2 1 13 0,4 0 8 0,7-3 9 16,5-2-6-16,4-2-65 0,2-2-45 15,4 0 0-15,1-1 0 0,7-3 0 0,-1 1 0 16,6-6 0-16,5-2-154 0,-2-1-187 15,4-5-123-15,15-4-136 0,-3-4-156 16,9-6-84-16,3-1 89 0,5-3-706 0,-3-3-907 16</inkml:trace>
  <inkml:trace contextRef="#ctx0" brushRef="#br0" timeOffset="20849.36">16971 15180 4328 0,'0'0'118'0,"-19"-2"55"15,19 2 57-15,0 0 71 0,-28 19 30 16,16-11 8-16,-1 3-11 0,1 2-17 15,3-1-25-15,0 1-23 0,1-2-23 0,2 1-28 16,2-1-20-16,3-1-27 16,1-1-37-16,0-3-45 0,0-6-46 0,1 12-35 15,-1-12-52-15,8 7-46 0,-8-7-40 16,10 0-33-16,-10 0-13 0,15-7 9 0,-8 2 18 16,3 0 15-16,-2 1 15 0,-1-2 13 15,-7 6 14-15,12-5 16 0,-12 5 11 0,9-4 15 16,-9 4 26-16,0 0 24 0,11 16 24 15,-11-3 23-15,2 3 31 0,0 8 42 0,3 9 26 16,-2 6 21-16,-3-1 16 0,2 3 4 16,-2-2 15-16,-2 0-6 0,-6-1-12 15,3 0-16-15,-7-4-11 0,1-1-127 0,-10 6-24 16,2-6 0-16,-6 3 0 0,-4-2 0 16,7-10 0-16,-3 2 0 0,0-5 0 15,2-2 0-15,-4-2 0 0,9-3 0 16,-2-6 0-16,7-1 0 0,-2-4 0 0,2 1 0 15,-1-4 0-15,14 0 0 0,-22-4 0 16,10-2 0-16,2 2 0 0,-1-4 0 0,3-1 0 16,1-3 0-16,1-1 0 0,10-3-412 15,1-1-147-15,7-3-145 0,3-7-184 0,8 0 66 16,13-2 92-16,8-2-656 0,9 2-840 16</inkml:trace>
  <inkml:trace contextRef="#ctx0" brushRef="#br0" timeOffset="21229.82">17696 15205 4153 0,'-23'2'109'0,"1"2"26"0,6-2 34 0,0 4 23 0,5-2 11 0,2 1-5 0,-1-3-13 0,0 2-28 0,10-4-12 15,-5 9-12-15,5-9-31 0,4 7-40 16,-4-7-46-16,12 4-49 0,-12-4-47 15,22-2-43-15,-10 0-41 0,1-1-39 16,0-1-16-16,0-1 0 0,0-3 8 0,-2 4 17 16,-6-1 23-16,2-3 32 0,-5 2 21 15,0-1 26-15,-2 7 30 0,0 0 41 16,-15-8 50-16,2 9 30 0,13-1 37 16,-49 14 26-16,18-2 22 0,1 5 19 0,3 1 14 0,0 0 6 15,8 4 10-15,0-1 2 0,7-2 9 16,8 1 4-16,4-5 6 0,2-1-8 15,7 5-19-15,9 3-21 0,3-8-19 16,1 3-16-16,3-2-42 0,-1-3-72 0,-5-4-74 16,1-1-86-16,3-2-111 0,4 0-144 0,-4-3-181 15,2-2-195-15,1-4 59 16,15-1 88-16,-2 2-493 0,8-2-589 0</inkml:trace>
  <inkml:trace contextRef="#ctx0" brushRef="#br0" timeOffset="21664.7">18621 15257 3548 0,'-16'2'296'15,"0"1"48"-15,1 2 36 0,1-2 28 0,3 3 4 16,-1 0-15-16,-1 2-26 16,2 0-38-16,6 2-29 0,-2 1-28 0,6 0-30 15,-1 1-27-15,5 0-42 0,4 0-44 16,0 1-52-16,2-3-55 0,4 1-60 0,-1-3-50 15,4-4-37-15,-3 0-30 0,3-2-20 16,-1-2-14-16,2-2-1 0,0-2 15 0,0 0 25 16,-4-2 25-16,-1 4 27 0,-1 0 23 15,-1-1 23-15,-5 1 17 0,-5 2 15 16,14-4 14-16,-14 4 17 0,0 0 22 0,15 6 12 16,-12-1 13-16,2 3 0 0,1-1 5 15,-1 2-4-15,1-4-1 0,-1 3 3 0,5-1-14 16,-2-2-7-16,3 0 4 0,-1-1 3 15,1-4-22-15,4 1 3 0,-15-1-2 16,28-6-3-16,-10 0 1 0,2 0-5 16,-2-6-6-16,0 5 4 0,-2-6 9 0,-2 4 4 15,-3 0-7-15,3-3-4 0,-5 2 1 16,0-2-8-16,2-3-8 0,-6 3-13 0,4-5-31 16,-3-2-35-16,-1 2-45 15,4-3-66-15,-2-1-93 0,-1 3-121 0,-3 0-160 16,-1 5-204-16,0 2 13 0,-2 5 75 15,0 6-535-15,0 0-670 0</inkml:trace>
  <inkml:trace contextRef="#ctx0" brushRef="#br0" timeOffset="22296.34">19437 15354 3665 0,'-2'-14'165'0,"2"14"15"0,0-11 17 0,2 2 11 0,2 2 10 0,2-1-2 0,-2-1-22 0,3 1-17 16,1-1-25-16,-3-1-26 0,6 0-38 0,-6 1-31 15,4-3-22-15,0 3-18 0,-6 1-13 16,3-1-11-16,-4 2-8 0,0 1 0 0,-2 6 3 16,0 0-1-16,-8-11 8 15,8 11 20-15,0 0 23 0,-27 5 29 0,14 2 32 0,0 2 33 16,0 0 22-16,1 1 23 15,2 3 13-15,0 0 4 0,7 2 6 0,-1-2 7 16,2-1 8-16,2 1-2 0,4-1-4 16,-1-2-18-16,2 1-17 0,4-3-90 15,1-2-84-15,2-2 0 0,0 0 0 0,4-6 0 16,3 0 0-16,-2-2 0 0,5-6 0 16,9-4 0-16,-3-1 0 0,5-2 0 0,-5-2 0 15,-1-1 0-15,-2 2 0 0,-2-2 0 16,-1-1 0-16,-11 4 0 0,2 4 0 0,-5 1 0 15,-1 3 0-15,1 1 0 16,-6 5 0-16,-2 3 0 0,0 0 0 0,0 0 0 16,0 0 0-16,-15 37 0 0,1-12 0 15,5 4 0-15,-2 4 0 0,-3 3 0 0,6 0 0 16,-1 1 0-16,4 1 0 0,2 0 0 16,-3-2 0-16,4-1 0 0,-1-6 0 0,-3-7 0 15,2 0 0-15,-2 0 0 0,2-6 0 16,1 1 0-16,-7-3 0 0,5 1 0 15,-5 1 0-15,-3-3 0 0,-1 1 0 0,-3 0 0 16,-8 3 0-16,2-7 0 0,-7 1 0 16,-3-3 0-16,3-3 0 0,5-1 0 0,3-4 0 15,1-3 0-15,-3-1 0 16,8-1 0-16,2-2 0 0,5 2 0 0,1-2 0 16,5 2 0-16,-2-1 0 0,5 6 0 15,-2-10 0-15,2 10 0 0,7-8 0 0,-6 3 0 16,5-1-59-16,0 2-329 0,-1 0-64 15,2 0-95-15,4 0-135 0,0-3-162 0,-6 3 67 16,5 1-734-16,0 0-956 0</inkml:trace>
  <inkml:trace contextRef="#ctx0" brushRef="#br0" timeOffset="22729.64">20817 15094 4578 0,'-12'0'200'0,"12"0"56"0,0 0 58 0,-16 0 26 0,16 0 28 0,0 0 27 16,0 0-2-16,0 0-17 0,89-2-32 15,-28 1-32-15,8-3-34 0,6 0-241 0,-3-2-37 16,0 0 0-16,1 1 0 0,-9 2 0 16,-1-2 0-16,-11 4-159 0,-7-2-375 0,-3 0-172 15,-2 0-215-15,-11-1 89 16,-9 2 94-16,-8 0-725 0,-2-1-911 0</inkml:trace>
  <inkml:trace contextRef="#ctx0" brushRef="#br0" timeOffset="22996.41">21400 14667 4111 0,'0'0'79'15,"0"0"47"-15,0 0 50 0,0 0 68 0,2 33 90 16,2-10 57-16,-4 17 41 16,0 6 36-16,0 15 15 0,2 2-24 0,0 2-38 0,-1 2-31 15,-1 0-313-15,2 0-77 16,-2-4 0-16,0-2 0 0,2-15 0 0,-2-3 0 15,3-2 0-15,-3-11 0 0,0-4 0 16,0-5 0-16,0-1 0 0,0-3 0 0,0-1 0 16,0-4 0-16,0 0 0 0,-3-2 0 15,3-2 0-15,-2-1 0 0,0-3 0 16,2-4 0-16,0 0 0 0,0 0-111 16,0 0-795-16,0 0-65 0,0 0 104 0,0 0-948 15,0 0-1242-15</inkml:trace>
  <inkml:trace contextRef="#ctx0" brushRef="#br0" timeOffset="24429.36">22186 14855 5093 0,'0'-10'213'0,"0"0"39"0,0 4 9 0,0 6 0 0,0-13-42 0,0 13-25 0,0 0-12 0,0 0 35 15,0 0-13-15,0 0 10 16,14 42-11-16,-5-10-13 0,-2 6-15 0,2 1-18 16,-1-1-17-16,-2-1-124 0,4 0-16 15,-1-4 0-15,-4-4 0 0,4-4 0 0,-6-7 0 16,3-5 0-16,-2-3 0 0,-1-1 0 15,3-2 0-15,4-7 0 0,-10 0 0 16,22-7 0-16,-4-4 0 0,5-10 0 0,0-2 0 16,-5-6 0-16,5-11 0 15,1-1 0-15,-2-5 0 0,-5-1 0 0,3-2 0 0,-6-2 0 16,2 1 0-16,-1 5 0 16,-3 9 0-16,-5 7 0 0,1 7 0 0,-3 3 0 15,-1 5 0-15,0 4 0 0,-4 3 0 16,2 3 0-16,-2 4 0 0,0 0-362 0,0 0-202 15,-17 14-102-15,9-2-210 0,3-1 54 16,-5 9 94-16,2 1-691 0,7 1-871 0</inkml:trace>
  <inkml:trace contextRef="#ctx0" brushRef="#br0" timeOffset="25031.51">22749 15051 4231 0,'0'0'189'16,"0"0"29"-16,0 0 41 0,0 0 49 15,0 0 17-15,0 0 16 0,0 0-15 0,0 0-22 16,0 0-25-16,0 0-30 16,16-19-21-16,-11 12-26 0,5 1-17 0,-4-1-19 15,3 0-16-15,1-4-15 0,-5 5-39 16,5 0-96-16,-4-2 0 0,-1 1 0 0,1-1 0 16,-6 8 0-16,4-7 0 0,-4 7 0 15,0 0 0-15,0 0 0 0,-19-7 0 0,19 7 0 16,-25 9 0-16,8-1 0 0,-5 9 0 15,-2 2 0-15,-1 2 0 0,6 0 0 0,2 2 0 16,4 1 0-16,3-2 0 16,5 1 0-16,-1-2 0 0,6-2 0 0,0 1 0 15,4 1 0-15,3 0 0 0,1 0 0 0,6-6 0 16,-1 1 0-16,2-4 0 0,4-2 0 16,2-3 0-16,-2-3 0 0,0-3 0 15,4-1 0-15,0-1 0 0,0-5 0 16,-1 0 0-16,1-1 0 0,1 1 0 0,-8-4 0 15,2-2 0-15,-5 2 0 0,1-4 0 16,-5 2 0-16,-2-1 0 0,0-3 0 0,-4 4 0 16,1-1 0-16,-2 1 0 15,-2 3 0-15,0 1 0 0,0-1 0 0,2 0 0 0,-2 9 0 16,0-13 0-16,0 7 0 16,0 6 0-16,0 0 0 0,2-12 0 0,-2 12 0 0,1-7 0 15,-1 7 0-15,6-6 0 16,0 1 0-16,4-1 0 0,3 1 0 0,0-1 0 15,2 0 0-15,3 2 0 0,-3 3 0 16,-2 2 0-16,0 1 0 0,1 3 0 0,1 4 0 16,-1 3 0-16,-1 1 0 0,-2 5 0 15,-3 1 0-15,0-1 0 0,-1 3 0 0,-2 0 0 16,-1-6 0-16,1 2 0 0,-1-1 0 16,-1-2-55-16,3 1-290 0,-3-5-78 0,1 0-85 15,0-3-81-15,-1 0-130 0,-3-7-91 16,7 4 86-16,-7-4-643 0,0 0-820 15</inkml:trace>
  <inkml:trace contextRef="#ctx0" brushRef="#br0" timeOffset="25279.62">23794 14347 4164 0,'-14'-14'173'0,"3"5"30"0,4 1 47 0,-1 3 49 0,2-1-2 15,6 6-10-15,0 0 7 0,0 0 9 16,-24 25-1-16,10 10-10 0,1 15-24 0,-1 8-24 16,9 4-23-16,-5 3-23 15,7 2-21-15,-4 2-18 0,5-1-99 0,-1-2-60 16,-1-6 0-16,2-2 0 0,2-12 0 16,-2-1 0-16,2-6 0 0,-1-8 0 0,1-8-155 15,0-2-162-15,0-3-93 0,0-6-109 16,0-2-125-16,1-7-201 0,1 1 66 0,-2-4 83 15,0 0-605-15,0 0-760 0</inkml:trace>
  <inkml:trace contextRef="#ctx0" brushRef="#br0" timeOffset="25445.41">23425 15046 4038 0,'-11'-2'265'0,"11"2"38"0,-9-3 16 15,9 3 33-15,0 0 13 0,-9-5-12 16,9 5-26-16,0 0-29 0,0 0-31 15,27-11-33-15,-9 8-67 0,15-6-95 0,1-1-143 16,5 1-153-16,2-2-202 0,9-3-256 16,-12 3-159-16,2 3 89 0,2 1-732 0,0 2-932 15</inkml:trace>
  <inkml:trace contextRef="#ctx0" brushRef="#br0" timeOffset="25880.19">24097 14974 3818 0,'0'0'-58'16,"0"0"21"-16,0 0 17 0,0 0 40 15,0 0 54-15,0 0 36 0,0 0 26 16,17 14 6-16,-17-14-7 0,21 5-6 0,-7-4-14 15,-1-1-9-15,2 2-10 0,-2 0-9 16,2-4-6-16,3 2-9 0,-3-3-7 0,0 1-6 16,0-1-5-16,1-2-5 0,-5-1-6 15,1-2 4-15,-5 1 2 0,2-1 5 16,-3-1 3-16,-1 0-4 0,-3 1 0 16,-2 1-2-16,-4-1-6 0,-5 4 6 0,-2 0 5 15,11 4 19-15,-25 2 17 0,6 4 30 16,1 3 29-16,-11 5 30 0,2 4 18 0,4 2 19 15,5 0 6-15,0 3 8 0,9 0 12 16,0-4 4-16,6 2-2 0,3-4-79 0,2 2-167 16,2-2 0-16,5 3 0 15,3-5 0-15,1-1 0 0,6-3 0 0,-2-3 0 16,3 0 0-16,-4-5 0 0,8 1 0 16,-1-8-250-16,2 1-350 0,11-6-141 0,0-3-159 15,0-4 81-15,3-5-841 0,2-1-1097 16</inkml:trace>
  <inkml:trace contextRef="#ctx0" brushRef="#br0" timeOffset="26113.02">24730 14839 4378 0,'2'-10'47'0,"-4"4"75"0,2 6 53 15,2-7 58-15,-2 7 81 0,0 0 50 16,0 0 24-16,0 0 9 0,0 0-10 0,0 0-23 16,11 25-11-16,-6-11-24 0,1 1-28 15,-1-1-262-15,-2 7-39 0,1-2 0 0,-2 0 0 16,-2 1 0-16,-2 3 0 15,-4-2 0-15,0-1 0 0,-1-1 0 0,-3-2 0 16,-1 0 0-16,-3-2 0 0,3-1 0 16,-1-1 0-16,5-6 0 0,0 1 0 0,1-4 0 15,6-4-77-15,-8 0-599 0,8 0-125 16,0 0-109-16,1-19 84 0,8 6-841 0,6-10-1103 16</inkml:trace>
  <inkml:trace contextRef="#ctx0" brushRef="#br0" timeOffset="26312.54">24888 14864 4481 0,'4'-11'40'0,"-3"5"70"0,1 0 56 0,-2 6 64 16,0 0 88-16,0 0 43 0,0 0 31 16,-21 27 12-16,10-12-12 0,-7 9-21 15,6 2-12-15,-1-1-25 0,2-1-101 0,6-6-233 16,3 1 0-16,0-2 0 0,4 1 0 16,2-3 0-16,-1-1 0 0,6-5 0 0,0 1 0 15,-2-4 0-15,4 1 0 0,1-4 0 16,0-1 0-16,1-2 0 0,0 0 0 0,1-2 0 15,1 0-692-15,3-2-203 0,-7 0-5 16,3 0 95-16,0 2-861 0,4 0-1103 0</inkml:trace>
  <inkml:trace contextRef="#ctx0" brushRef="#br0" timeOffset="27061.97">25324 15284 4806 0,'-15'10'102'0,"3"-4"27"15,3 2 16-15,0-1 33 0,3 1 17 0,0-2 23 0,0-1-6 0,2 2-18 0,4-7-19 0,0 10-13 0,0-10-20 16,16 9-37-16,-5-7-41 0,6-2-40 16,2-2-50-16,6-4-40 0,9-2-28 0,1-4-10 15,-3 1 2-15,-2-5 12 0,1 3 9 16,-4-4 8-16,-6 3 15 0,-4 3 19 16,-4 4 22-16,-1-2 21 0,-2 3 23 0,-3 2 8 15,0 1 15-15,-7 3 21 0,0 0 26 16,0 0 7-16,0 0 9 0,13 13 8 0,-8-6-11 15,-5 2-8-15,2-2-15 0,2 1-5 16,-3-1-13-16,5 2-6 0,-2-2 0 16,3-1-14-16,1-1-23 0,3-1-9 0,1-2-26 15,1-2-17-15,6-2-5 0,4-5-23 16,0 3-10-16,8-8-6 0,1-3 3 16,-3 2 12-16,1-5 19 0,-3 1 20 0,-2 2 15 15,-3-5 17-15,-5 6 33 0,-1 2 2 16,-7 5 26-16,1 0 10 0,-1 0 12 15,1 2 14-15,-3 2 20 0,-7 3 15 0,0 0 9 16,0 0 0-16,24 9-15 16,-21-3-142-16,3 1 0 0,-3 0 0 0,5-1 0 0,-2 2 0 15,2-2 0-15,1 0 0 0,-2 0 0 16,5-3 0-16,-1-1 0 0,3 0 0 0,1-2 0 16,1-2 0-16,-1 0 0 0,-2 1 0 15,4-3 0-15,-1 0 0 0,-5 0 0 16,-2 0 0-16,-1 3 0 0,2-4 0 0,-10 5-42 15,13-2-306-15,-13 2-87 16,1-4-114-16,-1 4-146 0,0 0-149 0,0 0 81 16,-24-6-773-16,24 6-979 0</inkml:trace>
  <inkml:trace contextRef="#ctx0" brushRef="#br0" timeOffset="31445.14">29292 4154 3825 0,'0'0'-233'0,"-13"-1"45"0,13 1 41 0,0 0 46 0,-10-4 35 0,10 4 25 16,0 0 23-16,0 0 17 0,0 0 13 0,0 0 12 15,0 0 1-15,0 0 9 0,0 0 0 16,0 0 2-16,0 0 7 0,0 0 5 15,0 0 1-15,0 0-7 0,46 9 7 0,-29-4 1 16,0-2 3-16,6 2-9 0,1 1-4 16,1 0-5-16,2-2 4 0,11 1-9 0,-8-2 7 15,-1-1 3-15,-2 1 11 0,-2-3 3 16,-4 2 1-16,-1-4 13 0,2 1-2 0,-1-3-2 16,-5 1 4-16,2 0 7 0,-3-3-10 15,2 0-3-15,-2 0-7 0,-1-2-5 16,1-1-5-16,-3 1-5 0,1-1-4 0,-1-1-2 15,-3 0-7-15,0-2-2 16,1 0-6-16,-2 0-1 0,-3-2 1 0,1 4-4 16,-2-1-1-16,-3-1-7 0,-1 1 5 15,0 1-1-15,-3-3-5 0,1 3 1 0,-6-2-8 16,3 4 5-16,-5-3-2 0,-1 2 2 16,0 1-4-16,-3 1-1 0,-3 2 1 15,-2 3-1-15,-3 0 0 0,2 2-1 0,-7 2 5 16,-5 5-3-16,-5 3-1 0,1 0 1 15,2 7 1-15,-2-1-4 0,-8 6 7 0,4 2-4 16,0 4 3-16,0-2 3 16,1 3 0-16,3 0 11 0,0-4 8 0,0 3 10 15,0-2 8-15,6-6 4 0,-1 1 6 16,1-3 2-16,-1-1 6 0,5-1 4 0,-1-3 5 16,4-1 4-16,3-4-3 0,4-3 2 15,-2-1 0-15,2-1 0 0,0-1-4 0,1-2-3 16,15 0-9-16,-29-5-3 0,16 1-5 15,1-1-6-15,1-3-6 0,1-2-1 16,5-1-5-16,-1-3-8 0,4-1 1 0,4-3-6 16,2-1-4-16,5-3 0 15,5-4-6-15,-1 6 0 0,4-1-2 0,2 6-1 16,-2 3 0-16,3 2-3 0,-4 3-4 16,2-1-12-16,-1 6-8 0,0-2-18 0,-2 2-12 15,1 2-19-15,-3 0-20 0,-13 0-23 16,26 2-27-16,-14 2-35 0,1-2-46 0,0 4-25 15,3-1-42-15,-3 2-50 0,1-2-77 16,-1 1-110-16,-3 0-97 0,-1 1 62 16,-3-1-236-16,-4 0-285 0</inkml:trace>
  <inkml:trace contextRef="#ctx0" brushRef="#br0" timeOffset="32561.16">28888 9230 2272 0,'0'0'178'0,"-8"3"36"0,8-3-4 0,-6 4 4 15,6-4 14-15,0 0 8 0,0 0 17 0,0 0 12 16,0 0 3-16,0 0-8 0,16 10-7 16,-3-7-16-16,6 1-13 0,5-1-16 0,12 4-4 15,1 0-24-15,1-2-17 0,3-2-19 16,-1-1-11-16,1 3-13 0,2 1-13 15,-2-3-12-15,1-1-7 0,-7-4-9 0,7 4-10 16,-8-2-8-16,4-4-1 0,0 1-9 16,-10-2-5-16,-3-2 1 0,0 2-9 15,-2-2-5-15,-2-2 2 0,-2 1-6 0,0-3-4 16,0 3 0-16,-4-3-10 0,-4 3 1 16,5-4-2-16,-3-1 2 0,-3 3-4 15,1-1 2-15,-3-1-6 0,2-2-1 0,-5 3 2 16,1-3-9-16,-2 1 5 0,-2 1 5 15,-2 0-6-15,-2 0 4 0,-2 3-8 0,-5-4-2 16,-3 3 3-16,-3 1-3 0,-3 2 6 16,-5 2-1-16,-1 3 7 0,-6 2-9 0,-11 7 16 15,-8 5-4-15,-3 5 7 0,-1 2 8 16,-3 1 5-16,-1 3 15 0,1 3 4 16,-3 1 6-16,1 1 0 0,3-2 7 15,1 1 11-15,5-1 7 0,5-2 7 0,3-4-45 16,8-3-45-16,3-3 0 0,1-4 0 15,4-1 0-15,6-3 0 0,2-2 0 0,1-1 0 16,3-3 0-16,13 0 0 0,-24-7 0 16,12-1 0-16,0-4 0 0,7-7 0 0,1-3 0 15,2 1 0-15,6-2 0 0,3-12 0 16,5 6 0-16,5-1 0 0,-3 4 0 0,4 1 0 16,2 6 0-16,-4 2 0 0,2 5 0 15,-3 0 0-15,0 4 0 0,-2 1 0 0,1 2-246 16,-3 1-75-16,0 3-84 0,-2 1-82 15,-9 0-109-15,13 0-176 0,-13 0 8 0,14 1 75 16,-14-1-641-16,9 4-787 16</inkml:trace>
  <inkml:trace contextRef="#ctx0" brushRef="#br0" timeOffset="34144.08">31893 3752 1020 0,'-15'-10'359'0,"-2"2"-113"0,0 4-86 0,-1 1-25 0,-6 8-4 0,-13 8 1 16,-12 9 7-16,-4 11 15 15,-20 15 9-15,-3 4 26 0,6 10 1 0,1 6 14 16,5-2 6-16,15 4 2 0,12 0 5 16,15-13-5-16,11 4 6 0,15-5-3 0,13 0-10 15,13-6-19-15,22 6-18 0,9-3-20 16,9-14-11-16,-7-12-10 0,6-5-17 0,3-4-10 16,2-8-9-16,1-5-14 0,-3-5-7 15,3-5-10-15,-3-5-10 16,-4-6-5-16,-3-3-5 0,-6-6 3 0,-5-4-3 15,-6-4 4-15,-10-5 2 0,-4-7 5 16,-9-3-1-16,-6-5-6 0,-10-8-1 0,-3-4-4 16,-10-5-7-16,-5 3-9 0,-9-2 1 15,-7 6-10-15,-1 7-4 0,-10 8-18 0,-6 9-25 16,-8 10-25-16,-5 8-45 0,-4 11-48 16,8 10-51-16,-16 7-71 0,0 8-84 15,4 7-125-15,2 4-187 0,4 3-33 0,8 2 70 16,4 0-373-16,9 0-479 0</inkml:trace>
  <inkml:trace contextRef="#ctx0" brushRef="#br0" timeOffset="34794.3">31569 4261 2941 0,'0'-8'68'0,"-2"-2"8"0,2 10 13 0,-1-12 14 0,1 12 13 0,-2-6 6 0,2 6-7 0,0 0-12 16,-4-9-5-16,4 9 1 0,0 0 2 16,0 0 6-16,0 0 7 0,0 0 4 15,0 0 5-15,0 0 0 0,20 22 0 0,-8-17-4 16,5 1-7-16,4 0-7 0,4 2-6 15,7-4-10-15,4 3-7 0,-5-1-7 16,-4-4-8-16,9 2-6 0,0 2-5 0,-4-2-8 16,-5-1-4-16,9 1-7 0,-6-2-1 15,-5 0 2-15,2 0 2 0,-6-4 6 0,1 2 15 16,-4 0 10-16,3-2 4 0,-4-2 9 16,1 2 6-16,-1-4-4 0,-2-1-1 15,-4 3-3-15,1-6-8 0,-1 2-9 0,-4-1-3 16,2 1-9-16,-5-1-4 15,-3 0-4-15,1 1-9 0,-4 0-9 0,2 8-6 16,-9-18-4-16,1 14 0 0,-1-5-2 16,-6 4-2-16,-5 1 1 0,3 1-5 0,-8 1 2 15,-3 2-5-15,-14 2-11 0,-5 1 2 16,-9 7 2-16,-5 2-1 0,0 2 1 0,-2 2-1 16,1 0 4-16,1 0 0 0,0-1 0 15,3 3-3-15,8-3 3 0,13-3 0 16,1-1 6-16,0-3-5 0,14-2-2 0,3 0 9 15,4 0 2-15,3-3 13 0,1-1 17 16,11-2 1-16,-14-2-6 0,14 2 5 0,-7-9-19 16,7 9 1-16,0-14-6 15,3 5-2-15,6-5-7 0,2-1-23 0,2 3-14 16,1-2-11-16,0 1-30 0,4 1-28 16,-1 0-29-16,-2 7-34 0,3 1-44 15,-5 1-44-15,2 6-56 0,2-1-64 0,4 5-71 16,-2 2-120-16,2-1-168 0,2 8 61 15,-4-2-464-15,2 5-597 0</inkml:trace>
  <inkml:trace contextRef="#ctx0" brushRef="#br0" timeOffset="35546.4">31815 8927 3126 0,'-21'-24'-13'0,"-5"7"19"0,-6 5 15 0,-2 6 29 0,-2 6 37 0,-17 10 56 0,-10 10 31 16,-20 18 30-16,2 12 31 0,3 8 19 15,6 12 6-15,7 2 20 0,10 5-3 0,9 3-11 16,13-1-11-16,18-15-13 16,12 2-21-16,10-3-19 0,12-2-20 0,23 10-18 15,13-3-19-15,12 0-6 0,11-12-14 16,6-6-9-16,10-7-15 0,1-12-9 0,-4-8-10 15,-13-13-8-15,-1-8-10 0,-3-10-11 16,-3-5-12-16,-7-7 2 0,1-5-2 0,-8-4-8 16,-10-6-8-16,-2-6 0 15,-9-3-10-15,-6-6 0 0,-10-8-3 0,-9-6-12 16,-7-6-7-16,-10-5-13 0,-10-15-8 0,-8 1-22 16,-11 7-12-16,-5 9-16 0,3 23-28 15,-10 7-24-15,-2 18-34 0,-6 0-41 0,-8 17-51 16,-3 4-79-16,-6 9-79 15,0 7-90-15,4 8-117 0,-16 11-109 0,19-4 74 16,-11 12-538-16,22-8-659 0</inkml:trace>
  <inkml:trace contextRef="#ctx0" brushRef="#br0" timeOffset="35943.18">31390 9469 3400 0,'14'-6'83'0,"-7"0"23"16,1 2 27-16,-8 4 10 0,9-6 17 0,-9 6 7 15,0 0 2-15,10-2 22 0,-10 2 27 16,0 0 5-16,15 15-7 0,-8-6-15 16,3 0-9-16,1 5-26 0,0 0-8 15,5 1-11-15,7 4-12 0,-1 0-18 0,5-2-7 16,0-1-2-16,-2-6-24 0,7-2-6 16,-9-3-7-16,-1-1 2 0,-6-2-7 0,4-4-13 15,-9-2-2-15,5-1-4 0,-4-3 1 16,1-2-5-16,-1-4-11 0,-4 2-8 15,-5-4 1-15,-3 1-8 0,-5-1 5 0,-2-5-2 16,-13-8 1-16,-5 7-8 0,-15-3-3 16,-8 4-1-16,-4 7 6 0,-11 4-1 0,-6 5-3 15,2 3 3-15,2 0 17 0,16 4 20 16,5 0-2-16,10-1 1 0,9-1-4 16,6 2-8-16,4-2-3 0,1 2-5 15,1-2-1-15,13 0 2 0,-9 4-8 0,9-4-1 16,0 0-23-16,0 0-36 0,25 4-53 15,-10-2-68-15,4 0-69 0,-1 0-92 0,6 4-116 16,-5-2-123-16,1 0-179 0,2 2-39 16,-7-1 83-16,0 3-602 0,-1-1-754 15</inkml:trace>
  <inkml:trace contextRef="#ctx0" brushRef="#br0" timeOffset="40592.68">1617 10024 3702 0,'0'-17'341'0,"-2"1"13"0,2 5-10 0,0-1 10 0,0 6 2 0,-2 0 2 16,2 6-34-16,0-9-34 0,0 9-39 15,0 0-17-15,0 0 43 0,0 0-1 16,0 0-4-16,2 38-19 0,2-3-48 16,4 2-205-16,-2 5 0 0,3 11 0 0,2-1 0 15,1 0 0-15,-1-5 0 0,3 2 0 16,-5-12 0-16,2-5 0 0,-2-1 0 16,-2-8 0-16,-1-6 0 0,-3-4 0 0,-1-2 0 15,2-3 0-15,-2-1 0 0,1 1 0 16,-3-8 0-16,0 0 0 0,0 0 0 0,0 0 0 15,-7-35 0-15,0 2 0 0,-3-5 0 16,0-16 0-16,-1-3 0 0,4-3 0 0,3 19 0 16,2 1 0-16,0 10 0 15,2 9 0-15,-4 2 0 0,4 6 0 0,0 4 0 0,2 2 0 16,-2 7 0-16,12-5 0 16,-12 5 0-16,0 0 0 0,34 13 0 0,-17 0 0 15,7 2 0-15,0 0 0 0,-1 3 0 16,-2-5 0-16,-3-2 0 0,-2-5 0 15,1-1 0-15,-2 1 0 0,-2-5 0 0,1-2 0 16,-14 1 0-16,29-7 0 0,-14-3 0 16,2-4 0-16,0-10 0 0,0-3 0 0,-4-1 0 15,-3 6 0-15,0 5 0 0,-3 0 0 16,0 2 0-16,0 5 0 0,-3 3 0 0,-3 0 0 16,3 1 0-16,0 1 0 0,-4 5 0 15,7-4 0-15,-7 4 0 0,0 0 0 0,14 17 0 16,-6-9 0-16,-1 6 0 15,2-3 0-15,1 5 0 0,1-3 0 0,-3 3 0 16,2-2 0-16,-3-3 0 0,3 8 0 16,2-3 0-16,-5-4 0 0,4 3 0 15,1-5-363-15,3-3-502 0,2-2-78 0,2-5 82 16,4-7-894-16,9-5-1185 16</inkml:trace>
  <inkml:trace contextRef="#ctx0" brushRef="#br0" timeOffset="41144.58">2668 9643 5024 0,'-6'-21'-43'0,"-2"5"66"0,0 2 50 0,1 3 59 0,1 1 55 0,-2 3 45 0,1-1 15 0,-1 2-2 0,1 3-13 15,7 3-22-15,-18 2-6 0,18-2-9 16,-28 15-10-16,13-3-11 0,-3 10-14 0,0 2-17 16,4 0-16-16,7-2-14 0,-1 1-13 15,6-3-11-15,4 0-11 0,4 0-17 0,3-2-61 16,10 5 0-16,6-4 0 0,6-2 0 15,-1-1 0-15,6-1 0 0,-3-3 0 16,-1 0 0-16,-1 2 0 0,-6-5 0 0,-7-1 0 16,-2-1 0-16,-2 1 0 0,-2 2 0 15,-4-2 0-15,-1 1 0 0,-1-1 0 0,-2 4 0 16,-6-1 0-16,0 5 0 0,-4-3 0 16,-3 5 0-16,0-3 0 0,-5 1 0 15,-1-2 0-15,-1-1 0 0,2-2 0 16,-2-4 0-16,1-4 0 0,-2-1 0 0,-3-4 0 15,0-5 0-15,-5-10 0 0,2-3 0 16,4-3 0-16,5-5 0 0,7 4-333 0,11 0-157 16,7-13 30-16,12-8 23 0,6-1 33 15,3 0 50-15,4-1 59 0,3-1 63 16,-7 3 74-16,0 1 75 0,-3 0 77 0,0 3 67 16,-3 0 65-16,0 8 60 0,-8 6 57 15,-3 4 22-15,-1 7 11 0,-5 6 7 0,0 5 20 16,3 3 34-16,-12 2 19 0,25 15 4 15,-7 6-11-15,4 9-242 0,1 10-107 16,-3 3 0-16,-2 2 0 0,-1-2 0 16,2 0 0-16,-5-8 0 0,-1-6 0 0,-1 4 0 15,2-3 0-15,-1-3 0 0,-1-8 0 16,-4-2 0-16,-3-7 0 0,5 1 0 0,-6-3 0 16,2-4-42-16,-6-4-611 15,0 0-107-15,0 0-149 0,11-19 82 0,-11 2-873 16,-2-7-1136-16</inkml:trace>
  <inkml:trace contextRef="#ctx0" brushRef="#br0" timeOffset="41311.33">3079 9368 4587 0,'-19'-17'30'0,"3"5"96"0,2 4 83 0,0-1 87 0,6 4 53 0,-1 0 23 16,2 0 5-16,-1-2-16 0,0 2-29 0,4 0-32 0,4 5-32 0,-1-14-29 0,4 6-28 0,8-4-77 15,3-2-134-15,5 2 0 0,9 0 0 16,6 0-204-16,2 7-103 0,-6 2-121 15,-3 1-123-15,-3 4-141 0,3 3-145 0,-6 3 74 16,6 8-737-16,-11 7-945 0</inkml:trace>
  <inkml:trace contextRef="#ctx0" brushRef="#br0" timeOffset="41975.48">1528 11229 4187 0,'-6'-15'16'0,"2"1"52"0,-1 6 11 0,-3 2 8 0,8 6 32 0,0 0 41 0,-30 19 46 0,3 15 29 16,0 16 14-16,-11 25 2 0,1 8-3 16,5 5-1-16,0 6-14 0,5 2-15 15,7-6-9-15,6-18-21 0,10-7-22 0,8-3-14 16,6-7-13-16,8-5-15 0,9-4-8 15,7-7-14-15,6-8-8 0,8-6-6 16,4-6-17-16,3-9-30 0,-8-8-50 0,3-4-82 16,8-11-91-16,1 1-92 15,-7-11-84-15,2-2-87 0,-8-2-103 0,-2-4-154 16,-10 2-95-16,-9 4 83 0,-8 6-637 0,-6 5-807 16</inkml:trace>
  <inkml:trace contextRef="#ctx0" brushRef="#br0" timeOffset="42259.65">1859 12005 4255 0,'0'0'315'0,"-9"-2"-4"0,9 2-10 16,0 0-20-16,-6-2-12 0,6 2 18 0,0 0 9 15,0 0 4-15,33 7-7 0,-10-1-33 16,9 2-24-16,2 7-24 0,-5-1-12 0,0 3-4 15,-7 1-17-15,-1 5-179 0,-5 2 0 16,-5 4 0-16,-9-1 0 0,0-3 0 16,-6 11 0-16,-4 3 0 0,0-4 0 15,-3 0 0-15,-2-1 0 0,-3-3 0 16,2-6 0-16,2-4 0 0,1-6-294 0,-5-4-203 16,3-4-117-16,4-6-119 0,-3-2-135 15,2-4 85-15,-1-6-714 0,3-1-944 0</inkml:trace>
  <inkml:trace contextRef="#ctx0" brushRef="#br0" timeOffset="42942.37">2856 11763 3928 0,'0'-8'61'0,"-2"1"43"0,2 7 26 0,0-9 6 15,0 9 10-15,-2-7 9 0,2 7 7 16,0 0-2-16,4-10-5 0,-2 4-15 0,-2 6-10 16,7-11-13-16,-2 7-9 0,-5 4-5 15,7-8-11-15,-3 2 8 0,-4 6 2 0,0 0 1 16,6-8-6-16,-6 8 4 16,1-6-8-16,-1 6-3 0,0 0-1 0,0 0-14 15,-1-13-5-15,1 13-12 0,-12-9-3 16,4 2-7-16,-5 0 8 0,0 0-18 15,-1 0-6-15,-2 2-7 0,-2 2 1 0,-1 1-1 16,0 2 0-16,-4 5-16 0,-7 6 4 16,-3 6 5-16,-1 10-4 0,-2 8 7 0,1 5 5 15,7 10 9-15,3 3 10 0,4 1-5 16,8 1 1-16,5 1-4 0,8-9 6 16,6 7-14-16,4 1-2 0,4-5-1 0,10-4-6 15,0-3-6-15,5-6 3 0,3-3 1 16,8-5 1-16,-1-7-6 0,-3-7 3 0,0-6 1 15,0-3-7-15,-4-6-4 0,-7-1 4 16,0-3-2-16,-2-1 3 0,1-2-2 16,-4 1 5-16,-1-3 7 0,-6 2 21 15,0 0 25-15,-5 1 18 0,0-1 5 0,-5 0-3 16,1 0-49-16,-4 7-38 0,0-10 0 16,0 10 0-16,-4-14 0 0,4 14 0 0,-3-11 0 15,3 11 0-15,-6-9 0 0,4 3 0 16,2 6 0-16,-5-12 0 0,5 1 0 15,-3-1 0-15,6-6 0 0,2-3 0 0,3 2 0 16,3-12 0-16,3 6 0 0,0 6 0 16,0 5 0-16,-1-1 0 0,5 5 0 0,-2 0 0 15,4 2 0-15,-4 5 0 0,0 2 0 16,0 1 0-16,-1 0 0 0,2 1 0 0,-2 2 0 16,-1 3 0-16,-3-4 0 0,0 3 0 15,3 0 0-15,-5-2 0 0,2 1 0 16,-1-3 0-16,-10-1 0 0,13 5 0 15,-7-5 0-15,-6 0 0 0,14 0-341 0,-14 0-308 16,9-8-190-16,-4 1-36 0,1-2 95 16,2 2-821-16,0 1-1041 0</inkml:trace>
  <inkml:trace contextRef="#ctx0" brushRef="#br0" timeOffset="43375.5">3622 12085 4801 0,'-7'1'163'0,"7"-1"51"15,-17 2 44-15,17-2 17 0,-14 2 27 0,14-2 11 0,0 0-16 0,-13 2-22 0,13-2-32 0,0 0-33 0,0 0-41 0,0 0-37 16,0 0-38-16,-12-7-37 0,12 7-32 0,0-9-35 16,0 9-29-16,0-13-21 0,-2 4-10 15,0-3-2-15,-1-4 0 0,-7-2 1 0,-2-10 8 16,0 2 4-16,-4-3 1 15,-1 2 10-15,1 4 6 0,2 3 0 0,3 6 17 16,0 2 19-16,2 4 0 0,-1 2 7 16,1 1 4-16,1 2 6 0,8 3 7 0,-17-2 16 0,17 2 11 15,0 0-1-15,-15 0-4 0,15 0-7 16,0 0 3-16,0 0-1 0,0 0-4 16,0 0-4-16,0 0 1 0,0 0 1 15,43 7-4-15,-23-7 1 0,-1-3 8 16,2 1-17-16,0 0 11 0,2 2 20 0,-3 0 7 15,3 0 13-15,-3 2 2 0,-4 0 5 16,2-1-3-16,0 4 0 0,-4 1-13 0,1 1-19 16,1-1-40-16,-3 1 0 0,1 0 0 15,-5 0-43-15,3 1-141 0,-3 0-99 0,0-3-119 16,1-2-145-16,-2 0-184 16,-8-3-113-16,13-2 81 0,-4-2-731 0,-1-3-942 15</inkml:trace>
  <inkml:trace contextRef="#ctx0" brushRef="#br0" timeOffset="43709.57">4088 11697 4444 0,'-13'2'160'0,"2"2"50"0,2-2 51 0,9-2 27 15,-16 5 18-15,16-5 2 0,-11 0-13 0,11 0-23 0,0 0-23 0,0 0-25 0,0 0-22 0,0 0-20 0,0 0-36 0,0 0-30 0,29-17-30 0,-20 7-25 16,0 0-26-16,2 1-26 0,-4-1-14 16,0 2-6-16,-5-3-5 0,0 5 7 0,0-2 0 15,-4-2 2-15,2 10 3 0,-4-7-2 16,4 7 0-16,0 0 0 0,0 0 6 16,-34 17 3-16,23-5 4 0,-1 2 0 0,3 3 0 15,0-1-5-15,2 3 3 0,4-2-1 16,3-3-3-16,0 4 0 0,3-2 0 15,4 0-2-15,0-2-21 0,2 1-59 0,2-5-64 16,3-1-74-16,-1-1-84 0,1-4-123 16,-1-1-132-16,3-3-152 0,0-3-62 15,4-3 87-15,1 0-638 0,8-7-781 0</inkml:trace>
  <inkml:trace contextRef="#ctx0" brushRef="#br0" timeOffset="44025">4470 11608 3590 0,'4'-4'195'0,"-4"4"88"0,0 0 79 15,0 0 49-15,0 0 35 0,0 0 27 0,0 0 27 16,-13 23-18-16,9-11-17 0,-1 3-34 16,-2 1-33-16,0 3-243 0,-3 2-155 15,-3 6 0-15,0-1 0 0,0-9 0 16,-3 8 0-16,3-4 0 0,1-6 0 0,-3-1 0 16,1 0 0-16,1-3 0 0,-2-4 0 15,0 0 0-15,1-3 0 0,3-6 0 0,0-5 0 16,-1-3 0-16,6-6-179 0,1-4-31 15,-1-14 36-15,4 0 36 0,4 2 38 0,0 8 33 16,2 1 46-16,1 2 37 0,-1 0 21 16,3 4 22-16,2 3 11 0,0 2 4 0,4-1 7 15,5 4 1-15,-1 0-6 0,3 2-11 16,-2 3-6-16,5-1-19 0,-1-1-35 0,1 1-58 16,0 0-54-16,-1 0-70 0,0 1-80 15,-1-2-110-15,0 1-122 0,-4-6-126 0,2 1-150 16,4-7 18-16,4-4 77 15,6-9-595-15,1-4-725 0</inkml:trace>
  <inkml:trace contextRef="#ctx0" brushRef="#br0" timeOffset="44425.27">4832 10206 3468 0,'-13'-21'58'0,"-1"5"90"0,1 11 63 0,1 3 41 15,-1 6 48-15,-4 5 71 0,-2 14 26 16,6 12 27-16,-4 19 7 0,5 12-5 15,6 6-3-15,3 8-37 0,3 3-34 0,7 21-31 16,3-6-98-16,3-2-223 0,7-7 0 16,-4-18 0-16,4-7 0 0,-1-6 0 0,-1-4 0 15,2-8 0-15,-3-13 0 0,-4-4 0 16,-2-8 0-16,0-5 0 0,-4-7 0 16,-1-4 0-16,-3-3 0 0,-3-2 0 0,0 0 0 15,0 0 0-15,6-23 0 0,-12 9 0 16,-7-11 0-16,-6-4 0 0,-6-8 0 0,-6 4 0 15,3 11 0-15,-3 4 0 0,1 7 0 16,8 8 0-16,0 6 0 0,3 6 0 16,-4 14-1-16,6 3-81 0,0 3 20 0,6 7 1 15,3 2 21-15,5-2 16 0,3 1 8 16,5 5 9-16,3-6 9 0,1-4-2 0,5 1-6 16,0-6 10-16,6-6-7 15,-1-6-36-15,-2-5-28 0,2-6-54 0,3-2-69 16,3-6-91-16,14-10-118 0,6-3-121 15,4-10-99-15,-2 0-110 0,6-9 4 0,12-12 77 16,3-3-562-16,2-8-673 0</inkml:trace>
  <inkml:trace contextRef="#ctx0" brushRef="#br0" timeOffset="44625.01">5644 10570 3486 0,'-3'-10'157'0,"-5"6"67"0,8 4 51 0,-25 9 59 15,4 12 63-15,-13 10 33 0,0 9 19 16,-1 7 14-16,-7 18-20 0,2 5-22 0,6 2-26 15,9-9-29-15,0 2-41 0,5-2-299 16,0 3-26-16,6-3 0 0,0-2 0 16,5-6 0-16,-2-3 0 0,8-12 0 0,-3-8 0 15,2-5 0-15,4-6-313 0,-5-7-183 16,1-1-105-16,-4-4-72 0,4-4-101 16,-3-5 1-16,7 0 80 0,-22-16-623 0,2-7-772 15</inkml:trace>
  <inkml:trace contextRef="#ctx0" brushRef="#br0" timeOffset="44759.45">5027 11025 3516 0,'2'-33'-37'0,"2"6"63"0,-3 10 72 16,5 5 69-16,0 6 53 0,-3 4 36 16,-3 2 23-16,0 0-12 0,21 24-13 15,-15-11-11-15,6 15-26 0,3-3-25 0,2 1-56 16,-2-1-69-16,3-1-87 0,-4-5-109 16,2-5-130-16,-1-1-155 0,-1-7-156 0,1 0-108 15,-5 0 62-15,-1-4-478 0,-2 0-563 16</inkml:trace>
  <inkml:trace contextRef="#ctx0" brushRef="#br0" timeOffset="45443.58">1875 13672 3457 0,'-7'-14'272'0,"-2"2"21"0,4 2 10 0,-1 5 11 0,2 3 6 0,4 2 14 16,-12 17 29-16,3 14 6 0,-4 26-13 0,-2 32 10 16,2 17-11-16,4 5-4 0,2 8-9 15,5 1-9-15,8 1-270 0,6-12-63 16,10-5 0-16,8-12 0 0,9-11 0 0,6-12 0 16,9-11 0-16,-9-19 0 15,7-8 0-15,3-9 0 0,-3-5 0 0,-10-9 0 16,-1-4 0-16,0-9 0 0,-9-7 0 15,2-5 0-15,-7-4 0 0,-4-4 0 0,1-10-381 16,-6 3-382-16,-5 0-178 0,1-2 68 16,-5 3 97-16,-4 6-740 0,-3 6-961 15</inkml:trace>
  <inkml:trace contextRef="#ctx0" brushRef="#br0" timeOffset="45674.87">2460 14502 4679 0,'-2'-10'314'0,"0"3"29"0,2 7 16 15,-4-8 8-15,4 8 15 0,0 0 25 0,0 0 6 16,0 0-12-16,23 23-18 16,-8-2-240-16,8 3-143 0,-2 6 0 0,5 4 0 15,-3 5 0-15,1 2 0 0,-6 0 0 16,0 2 0-16,-9-4 0 0,-1 0 0 0,-4 0 0 16,-2 0 0-16,-6-1 0 0,0-4 0 15,-8-1 0-15,1-4 0 0,-3-1 0 16,0-4 0-16,-2-10 0 0,3-2 0 15,-3-4 0-15,3-3 0 0,2-4-761 0,-3-2-236 16,14 1 92-16,-16-5-975 0,9-6-1304 16</inkml:trace>
  <inkml:trace contextRef="#ctx0" brushRef="#br0" timeOffset="46108.64">3530 14216 5579 0,'-7'-7'112'0,"0"-2"50"16,-4 3 62-16,4-1 20 0,-2 0 18 15,2 2 7-15,-6-2-3 0,2 2-16 16,-3-2-25-16,-2 3-23 0,-4 1-25 0,0 1-21 16,-7 4-93-16,2 0-63 0,-11 6 0 15,0-1 0-15,1 5 0 0,1 0 0 0,2 2 0 16,3-1 0-16,4-1 0 0,7-4 0 15,4-2 0-15,3-1 0 0,0 1 0 0,2-2 0 16,2-2 0-16,1 2 0 0,6-4 0 16,-3 6 0-16,3-6 0 0,9 14 0 0,0 1 0 15,9 6 0-15,1 6 0 0,5 12 0 16,1 4 0-16,-2 5 0 0,-2 0 0 0,-4 5 0 16,1 3 0-16,-5 1 0 15,0-4 0-15,-1-2 0 0,-5-11 0 0,3-3 0 16,1-4 0-16,-2-9 0 0,-2-5 0 15,-2-5 0-15,1-4 0 0,3-3 0 16,-1-2 0-16,2-3 0 0,-10-2 0 0,0 0 0 16,28-9 0-16,-17 4 0 0,-3 0 0 15,2 0 0-15,-1 0 0 0,-1 0 0 0,-1-2-218 16,1 2-780-16,-2-1 53 0,1 0 98 16,2-1-916-16,2-5-1193 0</inkml:trace>
  <inkml:trace contextRef="#ctx0" brushRef="#br0" timeOffset="46275">3403 14691 5241 0,'-25'7'136'0,"3"-5"73"0,6 1 52 15,1 1 32-15,5-3 12 0,10-1-25 16,-13 3-30-16,13-3-21 0,0 0-27 0,0 0-55 16,36-29-75-16,-5 5-117 0,8-4-138 15,4-1-132-15,0 0-130 0,0 0-167 0,-3-2-231 16,-1 2 79-16,-3-2 84 0,-1 1-591 15,-5 1-732-15</inkml:trace>
  <inkml:trace contextRef="#ctx0" brushRef="#br0" timeOffset="46675.73">3748 13776 3816 0,'-10'-4'134'0,"10"4"56"0,0 0 48 16,-14 10 40-16,12-1 42 0,2 5 24 15,3 3 8-15,5 13-2 0,3 6-11 0,6 11-20 16,0 1-20-16,2-1-25 0,-1 2-18 16,0-1-24-16,-2-4-24 0,1-1-20 0,-3-7-134 15,-3-2-54-15,1-2 0 0,-1-5 0 16,-4-6 0-16,2-5 0 0,-4-3 0 0,-1-3 0 16,-1-1 0-16,1-3 0 15,-4-6 0-15,2 5 0 0,-2-5 0 0,0 0 0 16,0 0 0-16,0 0 0 0,-25-15 0 15,12 8 0-15,-3 2 0 0,-2 3-68 16,0 2-51-16,-7 4 16 0,-9 10 1 0,6 3 13 16,-1 5 13-16,2 2 11 0,7 1 17 15,2 4 24-15,5 0 13 0,3-7 23 0,8 2 19 16,2-4 3-16,4 3 8 0,6 6 5 16,3 0-4-16,3-4-7 0,4-3-5 0,1-3-22 15,-1-7-38-15,0-7-73 0,-2-3-80 16,1-4-102-16,3-3-118 0,12-12-131 15,3-7-142-15,1-5-125 0,-2-5 80 16,0-2-655-16,0-6-830 0</inkml:trace>
  <inkml:trace contextRef="#ctx0" brushRef="#br0" timeOffset="47124.95">4274 14141 3599 0,'-28'11'98'15,"15"-5"84"-15,-1 1 58 0,-2 1 58 16,-1 1 60-16,0 1 13 0,0-2 5 0,3 1-16 15,1-1-28-15,4 0-32 0,1 0-32 16,2 0-27-16,3-3-27 0,-1 4-32 0,4-2-32 16,0-7-35-16,0 14-44 0,2-7-36 15,1-1-31-15,-3-6-47 0,8 10-40 0,-8-10-25 16,10 2-22-16,-10-2-20 16,0 0-13-16,27-12-3 0,-16 6 3 0,0-5 17 15,-1 1 18-15,-1 0 24 0,1 1 38 0,-3 1 34 16,1 2 34-16,-2 0 38 15,-1-1 16-15,-5 7 22 0,11-4 12 0,-11 4-14 16,13 13 5-16,-6 3-1 0,0 18-7 16,3 15 26-16,3 9 36 0,1 6 49 0,12 16 35 15,1 1 29-15,3-1 14 0,-1 3-106 16,-6-20-156-16,0 1 0 0,-2-3 0 0,-2-2 0 16,0-7 0-16,-2-5 0 0,-7-9 0 15,-1-2 0-15,-5-3 0 0,-4-4 0 16,-2-9 0-16,-3 2 0 0,-9 4 0 15,-3-4 0-15,-8-2 0 0,-2-7 0 0,-3-2 0 16,-6-4 0-16,5-5 0 0,3-2 0 16,-8-6 0-16,0-4 0 0,2-4 0 0,4-5 0 15,4-2-278-15,1-6-121 0,4 1-53 16,4-3-59-16,3-2-78 0,3-1-99 16,6-1-93-16,0-2 87 0,5-2-598 0,7-4-751 15</inkml:trace>
  <inkml:trace contextRef="#ctx0" brushRef="#br0" timeOffset="47507.81">4841 14219 3986 0,'0'0'246'15,"-16"-7"39"-15,16 7 29 0,-11-4 19 0,11 4 11 0,-11-6-3 0,11 6-11 0,-5-2-17 0,5 2-23 16,-4-10-38-16,4 10-27 0,2-12-24 15,0 4-21-15,2-3-21 0,-1 1-27 0,1 0-39 16,3-4-36-16,-4 2-37 0,1-3-34 16,-2-1-30-16,-2 3-42 0,0-5-21 0,-4 1-15 15,0-1-17-15,-1 7-4 16,-2-1 6-16,-2 6 9 0,2 3 13 0,7 3 8 16,-27 11 12-16,4 8 13 0,3 5 13 15,0 5 27-15,4 0 18 0,5 2 24 0,8-6 12 16,1 0 36-16,5-2 17 0,3 2 30 15,7 2 37-15,4 0 13 0,3-5 13 16,2 1-2-16,1-5-11 0,0-7-10 0,-3-2-11 16,0-2-11-16,-1-4-13 0,3 1-19 15,-4-6-46-15,2-1-39 0,1-3-98 0,-1-2-108 16,1-2-112-16,2-8-169 0,0 0-206 16,-2-6-175-16,-2 1 68 0,0-4 97 0,-2-1-647 15,-2-1-810-15</inkml:trace>
  <inkml:trace contextRef="#ctx0" brushRef="#br0" timeOffset="47810.08">5261 13575 4266 0,'-13'0'321'15,"2"1"28"-15,2 5 12 0,6 4 16 0,1 0 8 16,4 2 12-16,3 3 0 0,7 4-20 15,-2-1-30-15,9 3-38 0,3 0-29 0,1-1-255 16,4-3-25-16,4-3 0 16,-7 1 0-16,-2-7 0 0,-6-1 0 0,0-2 0 0,-5 1 0 15,2-3 0-15,-1-1 0 0,-12-2 0 16,19-2 0-16,-9-3 0 0,-3 0 0 16,0-4 0-16,4-3 0 0,-4-3 0 15,0-5 0-15,-1-1 0 0,4-11 0 0,-4-2 0 16,-3-5 0-16,1-1 0 0,0 1 0 15,-1 0-107-15,-1-1-353 0,2 5-104 0,-4 6-121 16,2 12-177-16,3 3 74 0,-5 6 91 16,0 4-673-16,0 4-824 0</inkml:trace>
  <inkml:trace contextRef="#ctx0" brushRef="#br0" timeOffset="48107.32">5791 13387 3667 0,'-4'-10'-74'0,"-2"8"17"0,2-4 12 0,1-1 0 0,-5 3 2 0,3-2-13 0,-3 0-19 0,0 0-26 0,2 2-41 15,-1-3-61-15,1 4-73 0,0 0-89 16,6 3-71-16,-15-2-159 0,15 2-95 0</inkml:trace>
  <inkml:trace contextRef="#ctx0" brushRef="#br0" timeOffset="48374.54">5580 13354 1809 0,'0'0'138'0,"0"0"59"16,0 0 58-16,0 0 41 0,-6 15 43 16,8-3 28-16,-2 2 34 0,2 3 25 15,1 4 4-15,3 3-13 0,1 5-26 16,5 0-33-16,-4-7-34 0,1-3-32 0,5-2-24 16,-1-3-33-16,2-1-21 0,-2-6-24 15,3-2-13-15,-3-1-25 0,3-4-25 0,-1-2-19 16,-3-5-21-16,6-3-17 0,5-7-20 15,-3-4-21-15,0-4-22 0,-1 0-21 16,-2-4-7-16,-3-1-15 0,0-4-18 0,0-3-24 16,-4 1-18-16,-3-5-24 0,0 0-21 15,-2-3-24-15,1-3-25 0,-6 1-38 0,0 3-41 16,-4 2-55-16,2 5-57 16,-3 8-73-16,3 10-119 0,-1 6-142 0,-1 3 46 15,2 4-564-15,2 5-696 0</inkml:trace>
  <inkml:trace contextRef="#ctx0" brushRef="#br0" timeOffset="49424.75">6414 13225 3758 0,'0'0'220'0,"-17"-2"27"0,17 2 16 16,0 0 7-16,-14-6-3 0,14 6-12 15,-3-8-25-15,3 8-23 0,0-10-8 16,0 10-24-16,9-17-27 0,-5 7-36 0,4-3-18 16,-3 1-29-16,3 0-18 0,-3-1-12 15,0 1-8-15,0-4-13 0,-3 5 2 0,-2-3-3 16,4 0-1-16,-4 0-4 0,0 6 0 16,-2-2 5-16,-2 3-1 0,4 7 0 0,-10-9-1 15,10 9 7-15,0 0 0 0,-26 18 3 16,13-3 2-16,-9 10 6 0,8 4-2 15,-2 5 3-15,5-3 2 0,2 4 5 16,-2-2-16-16,9-6 5 0,1-3-6 16,2-5-8-16,1 0 5 0,7-1-20 0,-2-6-11 15,0 0-7-15,7-6-7 0,-1-5-17 16,3-1-9-16,4-5-15 0,9-7-15 0,3-5-9 16,7-7 2-16,-3-5 0 0,-2-2 5 15,-5-1 11-15,0-4 9 0,-11 7 12 0,0-3 22 16,-4 5 13-16,-2-2 19 0,-4 8 13 15,-3 5 13-15,-1 3 14 0,-2 3-5 0,-2 3-5 16,0 7 3-16,0 0-7 0,0 0-4 16,0 0 1-16,-17 26-7 0,10-11-14 0,-7 11-11 15,7-4-12-15,-1-2-6 0,3-6-4 16,0 3 1-16,1-1 4 0,2-3 0 16,1-3 4-16,1-2 7 0,0 1 8 0,1-6 6 15,-1-3 7-15,6 5 5 0,-6-5 0 16,0 0 10-16,0 0 2 0,27-6 4 15,-27 6 7-15,14-4 11 0,-14 4 11 16,11 5 15-16,-2 6 9 0,-1 6 9 0,3 12 4 16,0 3 10-16,2 8-4 0,-8 12 2 15,10-1 9-15,-3 3 11 0,-1 3 13 0,3 0 30 16,-3-5 22-16,-2 3 8 0,-2-15-10 16,-4-1-151-16,-3-8-33 0,-6 7 0 15,-2-5 0-15,-1-3 0 0,-5-1 0 16,0-2 0-16,-8-4 0 0,-3-2 0 0,-2-3 0 15,-7-2 0-15,2-3 0 0,-4-3 0 0,0-3 0 16,0 1 0-16,5-4 0 0,7-4 0 16,0 0 0-16,6-4 0 0,2-1 0 15,5-5 0-15,3-8-218 0,6-3-102 0,10-16-12 16,11-15-10-16,9-7-3 0,15-23 7 16,8-8-3-16,0-4 11 0,3-7 11 0,-3-8 21 15,2 0 19-15,1-4 23 0,3 0 42 16,-1-2 36-16,-4 2 41 0,2-1 30 0,-6 2 42 15,-3 1 28-15,-6 9 35 16,-7 3 36-16,-3 10 37 0,-16 31 32 0,-4 17 29 16,-9 10 23-16,-2 9 11 0,-5 12 8 15,-4 4-4-15,-7 9-5 0,-14 17-13 0,-10 16-15 16,-17 22-5-16,8 12-1 0,-5 8 14 16,15-1 2-16,5 0 0 0,11-17-8 15,9-3-12-15,10-2-11 0,6-12-11 0,6-4-9 16,11 3-13-16,2-9-8 0,6-7-3 15,3-3-13-15,1-9 0 0,3 1-9 0,1-7-8 16,-5-2 4-16,-1-3 17 0,-4-3 1 16,-4 0 11-16,2 0 24 0,0 0 6 0,-6 2 13 15,1-2 5-15,-5 3 10 16,-1 2 4-16,-3-1-1 0,-1 4-2 0,0 2-93 16,-6 4-41-16,-4 3 0 0,0 0 0 15,0 4 0-15,-6-1 0 0,1 1 0 0,0-2 0 16,1 0-210-16,-4-1-194 0,7-3-138 15,-3-1-141-15,3-3-167 0,0-3 59 0,3 0 90 16,2-8-663-16,0 0-818 0</inkml:trace>
  <inkml:trace contextRef="#ctx0" brushRef="#br0" timeOffset="49757.47">7848 13043 4107 0,'0'0'164'0,"-22"20"44"0,-3 0 25 0,-11 5 31 0,-12 4 14 0,-7 6 26 0,-23 13 28 0,-9 5 8 16,-10 7-34-16,-11 6-29 0,-37 19-33 0,-7 2-24 0,-8-4-23 15,2 4-26-15,-12 1-25 0,1 4-20 0,-5 3-20 16,-5 2-30-16,0 7-19 16,-4 7-31-16,-4 2-30 0,6 1-26 0,8 5-23 0,4-5-21 15,6-1-11-15,7-3-18 0,10-6-5 16,6-6-20-16,38-21 3 0,-2-4 0 15,11-3-2-15,5-6 7 0,12-6-1 0,14-8-16 16,15-18-17-16,10 0-13 0,8-8-12 16,4-5-8-16,4-1-6 0,6-4 1 15,1-2-4-15,5-3-21 0,1-4-26 0,3 5-27 16,-2-3-45-16,4 0-30 0,1 0-55 16,-4-1-179-16,3 0 5 0,3-6 61 15,-8 13-208-15,8-13-212 0</inkml:trace>
  <inkml:trace contextRef="#ctx0" brushRef="#br0" timeOffset="54745.74">17292 9278 2319 0,'-30'-7'61'0,"3"0"49"0,6 0 18 0,1 2-3 16,5 0 21-16,1 0 33 0,3-4-41 15,6 3-26-15,3-2-19 0,9 0-14 0,4 0-9 16,23-5-7-16,17 1-2 0,11 3-12 16,11 5-2-16,10-1 3 0,5 2-12 15,4 3-10-15,1 0 8 0,1-2-9 16,-2 0 0-16,-11 4 1 0,-4-6-13 0,-11 4 5 16,-14 0 0-16,-9-2-8 0,-10 4 3 15,-8-2 0-15,-6 0 10 0,-2-2 3 0,-3 2 4 16,-3 0 4-16,-11 0 1 0,9-4-7 15,-9 4-1-15,0 0-6 0,-25-8 1 0,-1 7-1 16,-18-4-6-16,-19 2-4 0,-4 1 4 16,-7 0-4-16,-2 0 0 0,-5 0-1 15,6 4 1-15,8 0 4 0,17 0-6 16,11-2 1-16,8 2 2 0,10-2 1 0,7 6 19 16,8-3 3-16,8 3 2 0,-2-6-5 15,37 10-6-15,5-6 1 0,8 0-6 0,16 0-1 16,8-2-6-16,-1-2 6 0,-1 2-2 15,-2-4-1-15,-2-2-5 0,-17 1-2 0,-5 0 1 16,-5 1-1-16,-10 0 1 0,-8 0-4 16,-5 0-4-16,-4 0-3 0,-4 0-3 0,-10 2 1 15,1-5 0-15,-1 5 3 16,-28-6-1-16,-16 0-3 0,-18 2-2 0,-12 0 2 16,-5-2 4-16,-9 0-1 0,-26-3-3 0,-3-1 2 15,7 6-2-15,24-2 6 0,13 2-5 16,12 2 6-16,16 1-4 0,17 1 3 0,4 0-1 15,10 0 3-15,8 5-1 16,6-5-1-16,20 10-3 0,19 2 1 0,19 0 1 16,12 1 3-16,4-1-2 0,6-1-4 15,2-1 0-15,1 2 0 0,-6-5 0 0,-5 1 1 16,-7-2-5-16,-19-2 6 16,-4 1-3-16,-14-1 0 0,-5-4 1 0,-8 0 2 0,-3 0-1 15,-4-2 1-15,-8 2 7 0,-8-11 0 16,-8-1 9-16,-12-3 5 0,-16-3 0 15,-6-1-3-15,-5 1-1 0,2 1-3 0,0 3-1 16,8 5 0-16,6 1-2 0,5-1-3 16,3 6-4-16,12-1 0 0,2 3-9 15,5-1-37-15,12 2-59 0,-17 3-70 0,10 1-69 16,5 1-77-16,2-5-85 0,2 12-156 16,4-5-26-16,-1 0 50 0,4-1-265 0,2 0-283 15</inkml:trace>
  <inkml:trace contextRef="#ctx0" brushRef="#br0" timeOffset="56390.91">13575 9213 1955 0,'-11'-2'-133'0,"-3"0"33"0,2 0 23 0,-1 1 39 0,-7-4 19 0,3 2 19 0,-2-1 23 0,-2-1 12 15,0 0 13-15,0-3 6 0,-2 4 3 16,8-1 6-16,-4 1 4 0,7 1-2 0,-1 0 6 15,4 1 9-15,2 0 16 0,7 2 1 16,0 0 2-16,0 0 2 0,0 0-9 0,50 4 0 16,13 6 2-16,18-3-4 15,28-3-12-15,10 2 0 0,4-4-13 0,4 4-2 16,-5-2-3-16,-5-1-11 0,-2 1-3 16,-27-4-6-16,-6 0-1 0,-8 0-4 0,-21 0 6 15,-5 3-13-15,-13-3-6 0,-9-3-4 16,-11 3 2-16,-4-2-4 0,-6-1-8 0,-5 3 4 15,-18-12 1-15,-7 8-7 0,-12-4 2 16,-10 1 0-16,-14-3-1 0,-5 2 2 16,-4 2-5-16,1 0 2 0,2 0 0 0,9 3-6 15,13 1 6-15,13-2-4 0,9 4 4 16,4 0-7-16,5-2 1 0,3 2-2 16,11 0-27-16,-7 2-46 0,7-2-59 15,0 0-75-15,28 9-95 0,-3-6-199 0,1-1 12 16,12-1-177-16,7-1-163 0</inkml:trace>
  <inkml:trace contextRef="#ctx0" brushRef="#br0" timeOffset="57706.59">13878 9056 1726 0,'-30'-5'-44'0,"10"2"23"0,0-1 27 16,6 1 12-16,3 1 10 0,2 1 4 0,9 1 17 0,-14-5 15 16,14 5 1-16,0 0 7 0,0 0 9 15,36-9 2-15,7 4 20 0,14-2-5 16,8 0-1-16,9 2-2 0,4-2-14 15,4 4-9-15,3-2-2 0,5 1-9 0,0 2-7 16,-5-1-6-16,-8 1-4 0,-5 4-2 16,-18 0-5-16,-11-2-6 0,-4 3-6 0,-11-1-7 15,-13 1-1-15,-5 3-9 0,-10-3-1 16,0-3-7-16,-21 10 0 0,-14-3 0 0,-6 2-3 16,-17-1 2-16,-6-1-2 0,-8 1-1 15,-11 1 4-15,-1 0 0 0,-24-1 1 16,22-5 0-16,-1 5-4 0,4-2 0 15,8 0 2-15,12 0-2 0,18-4 2 0,13 1 4 16,9 1 1-16,8-1 1 0,10 0 2 16,5 1 1-16,0-4-2 0,27 10-3 15,9-6 3-15,7 0-3 0,18 0-1 0,4 1 1 16,4 1-1-16,-3-2 4 0,-3 1-3 16,-16-2 1-16,0 1 0 0,-8-2 1 0,-10-2 0 15,-6 3-3-15,-5-3-2 0,-7 0 1 16,-6-3-6-16,-5 3 5 0,0-8-2 0,0 8 2 15,-16-10 0-15,-8 3-3 0,-10-1 2 16,-5 0-8-16,2 2-25 0,-3 0-46 16,-3 1-78-16,5 2-109 0,4-1-225 15,9 2 32-15,5 2-125 0,1 0-84 0</inkml:trace>
  <inkml:trace contextRef="#ctx0" brushRef="#br0" timeOffset="59088.25">11632 10733 1599 0,'-25'0'-40'0,"4"0"20"0,4 0 4 0,2-1 9 0,-1 1-1 0,3 0 6 0,1-2 25 0,12 2 27 0,-18 0 24 16,18 0 16-16,-7-2-6 0,7 2-4 16,0 0-4-16,45-1-9 0,2 2-5 15,22 1-5-15,12 1-6 0,5 1-1 0,27-1-9 16,0 1-2-16,-1 1-5 15,-3 0-1-15,-22-1-2 0,-1-1-16 0,-3 0-16 0,-6 1-25 16,-7-3-30-16,-9 1-24 16,-13 0-29-16,-10-2-28 0,-7 2-27 0,-10-2-34 0,-4-2-378 15,-5 2-76-15</inkml:trace>
  <inkml:trace contextRef="#ctx0" brushRef="#br0" timeOffset="62205.41">11233 9819 1555 0,'2'-20'1'0,"2"5"26"0,-4 0 13 0,2 6 16 0,0 0-3 16,-4 2-4-16,2 7 9 0,-6-4 14 0,6 4 32 15,0 0 19-15,-26 23 15 0,1 0 6 16,-4 9-6-16,1 2 7 0,0 6-4 0,1-3-3 16,2 2-8-16,11-10-1 0,3 0-1 15,7-6-1-15,4-3-6 0,8 1-8 0,-1 0-8 16,9 3-15-16,-2-7-8 0,8 2-4 15,-3-5-15-15,1-4-42 0,4-5-57 16,-1-1-67-16,3-2-68 0,-1-4-72 0,10-5-92 16,-7 2-144-16,5-6-57 15,-7-4 59-15,-11 0-132 0,-1 1-107 0</inkml:trace>
  <inkml:trace contextRef="#ctx0" brushRef="#br0" timeOffset="62405.59">11332 10044 1678 0,'0'0'56'0,"0"0"20"15,0 0 3-15,-2 9 7 0,2-9-3 16,0 0 15-16,0 0 21 0,0 0 22 0,0 0 13 16,13 10 3-16,-13-10-11 0,7 11-11 15,-2-6-16-15,1 2-13 0,-1 3-2 16,0-2-12-16,-3 3-9 0,0 1-6 16,-4 0-12-16,-5 3-3 0,0 4-33 15,-8 6-50-15,-6 1-48 0,2 1-47 0,-7 0-63 0,-6 5-74 16,0-2-78-16,0-1-152 15,5-8 1-15,-1 2-134 0,3-4-115 0</inkml:trace>
  <inkml:trace contextRef="#ctx0" brushRef="#br0" timeOffset="64188.66">10676 12068 1707 0,'-38'-13'92'0,"4"2"9"0,-2-3 5 0,-2 2-4 0,-3 2 0 0,0 1 11 0,1-1 6 0,3 4 9 16,-4-1 21-16,12 1 22 0,7 4 5 0,6-2-2 15,0 4-12-15,4-4-19 16,3 2-13-16,9 2-9 0,-6-2-7 0,6 2-13 15,38-4-9-15,28 4-11 0,22-2-9 16,43 2-6-16,22 0-2 0,19 1-11 0,12 2-7 16,55 5-5-16,-8 0-1 0,-53-2-6 15,53 7 1-15,-54-5-5 0,-3 0-5 0,-9-2-1 16,-8-1-5-16,-12 1 2 0,-22-2-1 16,-10 2-2-16,-35-6-4 0,-14 2-2 15,-16-2 0-15,-15 0-4 0,-6 0 3 0,-6 0-1 16,-5 0 1-16,-2 0-7 0,-3-2 2 15,-1-2-1-15,-9-2-1 0,-1 6-3 16,0 0-4-16,-24-14-19 0,-13 5-18 16,-13-3-19-16,-13 5-8 0,-14-1-12 0,-11 4 5 15,-34 2-1-15,-7 4 8 0,-9 2 8 16,-9 3 9-16,-10 1 2 0,-11 2 5 0,-3 5 1 16,-52 8 4-16,53-7 1 0,-44 6 14 15,57-5-3-15,-3 0 7 0,7-2 15 0,12 3 19 16,13-1 10-16,10-2 10 0,16-5 6 15,27-1-4-15,8 0 11 0,19-4 2 0,8-2 7 16,8 1 14-16,9-2 7 0,5 0 0 16,2-2-4-16,7 2 1 0,9-2-5 15,0 0-8-15,0 0-6 0,62-6-7 0,23-1-5 16,38-2-5-16,21-1-4 0,19 1 4 16,16-1-7-16,63 0-4 0,-1 3-4 15,-10 0-5-15,-50 0 3 0,56 0-1 0,-56 1-4 16,-4 0-3-16,-6 0-1 0,-10-1-3 15,-10 0 2-15,-24-2-9 0,-14 6-3 16,-39-2-8-16,-21 5-14 0,-9 0-6 0,-14-2-1 16,-7 0 2-16,-12 1-1 0,-6-3 3 15,-5 4 5-15,-17-10-1 0,-21 0 7 0,-21 3 1 16,-20-2 1-16,-34 0-4 0,-11 1 2 16,-9 1 1-16,-12 1 1 0,-13 6 2 0,-12 5-2 15,-60 7 3-15,10 6-2 0,-6 3 3 16,9 1 6-16,47-5-4 0,-41 6 0 15,58 0 4-15,13-6 2 0,16-1-4 16,22-3 4-16,36-4 1 0,21-2 18 0,7-1 15 16,16-5-1-16,12 0-3 0,10-1-7 15,0 0 0-15,93-11-6 0,17 0 2 0,17-1-4 16,20 5 2-16,19-8-4 0,59 2-1 16,-50 4-2-16,53-1-2 0,-48 3 7 0,-3 1-4 15,6 3-1-15,-6 2-2 16,-8-1-1-16,-8-2-3 0,-14 1 7 0,-16 1-3 15,-36 0 0-15,-16 1 1 0,-13-2-5 16,-20 3-6-16,-20-1-2 0,-8 0 3 0,-11-1 1 16,-7 2 0-16,0 0-1 0,-64-14-1 15,-5 4 0-15,-17 7-1 0,-34-9 2 16,-5 7-5-16,-13-1 1 0,0 5 2 0,-6 4 0 16,5-1 0-16,4 1-1 0,17-2 2 15,35 2 0-15,15 1-2 0,20-2 0 0,12 2-12 16,14-1-44-16,8-1-74 0,12 1-82 15,2-3-82-15,27 6-105 0,13-3-159 0,11-5-61 16,21 1 70-16,7-3-259 16,5 1-300-16</inkml:trace>
  <inkml:trace contextRef="#ctx0" brushRef="#br0" timeOffset="68370.53">30615 4557 2533 0,'-31'-16'132'0,"5"-1"6"0,4 2 0 16,7 6 19-16,2 4 12 0,3-3 17 0,2 3-1 0,6 0 3 15,2 5-1-15,0 0-4 0,27-11-15 16,0 8-7-16,19 0-19 0,15 1-17 0,6 2-13 16,5 0-15-16,4 3-45 0,4-1-59 15,4 1-68-15,-2-1-78 0,-4 0-81 0,-4 1-87 16,-1-3-118-16,-4 0-203 16,-6-2 53-16,-16-1-293 0,-3 1-365 0</inkml:trace>
  <inkml:trace contextRef="#ctx0" brushRef="#br0" timeOffset="68554.64">31687 4330 2778 0,'-7'-13'199'16,"1"5"-15"-16,0 0 2 0,2 6 11 0,4 2 16 15,-5-9 11-15,5 9 13 0,0 0-5 16,-8-6-11-16,8 6-23 0,0 0-22 0,0 0-14 16,0 0-21-16,0 0-6 0,0 0-14 15,0 0-37-15,0 0-58 0,10 27-72 16,-7-17-76-16,-3 7-79 0,-1 7-95 0,-11 12-120 15,-9 9-221-15,-9 7-30 16,-18 10 73-16,-9-2-336 0,-8 2-411 0</inkml:trace>
  <inkml:trace contextRef="#ctx0" brushRef="#br0" timeOffset="69037.42">29803 8096 3092 0,'-20'6'327'0,"6"-5"-38"0,3 3-33 0,6-1-28 0,5 1-23 0,0-4-26 0,16 8-26 0,2-5-33 0,21 3-49 15,17 2-67-15,12-3-102 0,4 2-132 0,2 0-159 16,6 0-227-16,0 0 17 0,2 2 68 15,-2-4-306-15,-1-2-323 0</inkml:trace>
  <inkml:trace contextRef="#ctx0" brushRef="#br0" timeOffset="69205.3">30918 8214 2801 0,'-16'0'329'15,"16"0"-33"-15,0 0-25 0,-11 1-21 16,11-1-21-16,0 0-19 0,-16 1-18 0,16-1-24 15,-13 4-13-15,7-2-21 0,6-2-57 16,-7 3-73-16,7-3-100 0,-10 7-103 0,10-7-113 16,0 5-144-16,0-5-185 0,0 0 55 15,0 0-375-15,0 0-440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45:58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6878 3328 1338 0,'0'0'731'0,"-5"-11"-174"15,1 7-102-15,4 4-72 0,-2-9-50 16,2 9-29-16,0 0-31 0,-3-7-29 16,3 7-4-16,0 0-28 0,0 0-6 0,-4-8-16 15,4 8-10-15,0 0-12 16,0 0-13-16,0 0-12 0,0 0-12 0,-4-7-12 15,4 7-13-15,0 0 2 0,0 0-2 16,0 0 0-16,0 0 3 0,0 0 1 0,0 0 14 16,0 0 9-16,-19 13 3 0,12-1 0 15,-5 4 2-15,-9 10 1 0,2 3-3 16,-8 9-3-16,-4 1-24 0,6 2-109 0,-6 0 0 16,3-3 0-16,-1 0 0 0,9-9 0 15,1-1 0-15,4-3 0 0,3-4 0 0,1-7 0 16,4 1 0-16,1-5 0 0,1 0 0 15,-2-1 0-15,5-2 0 0,-3 0 0 0,1-3 0 16,4-4 0-16,-7 8 0 0,7-8 0 16,-7 5 0-16,7-5 0 0,0 0 0 15,0 0-219-15,0 0-196 0,-14-16-82 16,14 8-69-16,0-6-61 0,1-7-72 16,5 0-67-16,4-9 69 0,-1 1-563 0,2 0-721 15</inkml:trace>
  <inkml:trace contextRef="#ctx0" brushRef="#br0" timeOffset="748.45">6562 3352 3261 0,'-3'-15'-73'0,"-1"2"56"0,0 2 49 16,4 0 53-16,-5 1 59 0,3 1 41 15,-1 1 34-15,1 1 26 0,2 7 21 16,-3-12 6-16,3 12-6 0,-2-10-6 0,2 10-21 16,-4-9-36-16,4 9-13 0,0 0 2 15,0 0-9-15,21 19-12 0,-8-3-18 0,7 7-9 16,5 3-16-16,3 8-10 0,1 0-14 15,1 1-8-15,5 0-13 0,-3 2-4 16,4-3-8-16,-2-1-12 0,0-1-2 0,-9-9-5 16,-2 0-8-16,-1-5-5 0,-8-3-2 15,-1-5-3-15,-2 1-11 0,-4-3-17 0,-2-2-16 16,1-2-17-16,1 2-36 0,-4-3-26 16,-3-3-46-16,8 3-46 0,-8-3-48 15,0 0-51-15,0 0-31 0,0 0-30 0,3-20-13 16,-3 8-4-16,-2-5 3 0,2-2 23 15,-5-5 31-15,-1-12 35 0,0-2 38 16,-2-3 44-16,-1-6 42 0,-3-2 45 16,1 11 47-16,2-3 43 0,0 2 38 0,-2 5 26 15,0 1 44-15,1 4 33 0,3 6 37 16,-1 5 27-16,5 2 22 0,-1 4 17 0,0 3 7 16,0-3 10-16,-2 7-5 0,4-3-19 15,2 8-16-15,-9-5-10 0,9 5 13 16,0 0-11-16,-16 32-7 0,7-2-5 0,2 8 3 15,1 1-3-15,3 5-5 16,-4 11-7-16,7-9-11 0,0 2-12 0,2 1-6 16,0-3-16-16,2 0-10 0,-2-1-115 15,2-4-12-15,-2-4 0 0,2-1 0 0,-3-9 0 16,1-3 0-16,0-7 0 0,0 1 0 16,0-5 0-16,0-2 0 0,-2 0 0 0,0-4 0 15,1-1 0-15,-1-6 0 0,0 0-74 16,0 0-221-16,0 0-39 0,0 0-40 15,-7-25-26-15,3 4-6 0,-1 1 15 0,-3-12 32 16,-4 3 35-16,-1 0 34 0,-4 6 35 16,-2 0 37-16,-4 4 49 0,0 0 61 0,7 6 55 15,-6 2 57-15,1 2 58 16,6 3 58-16,1-1 57 0,3 4 34 0,-1-1 28 16,5 1 20-16,7 3-1 0,-13-6-5 15,13 6-5-15,-5-4 1 0,5 4 4 16,0 0-11-16,0 0-19 0,25-6-20 0,-7 3-22 15,9-2-18-15,9 0-17 0,3-5-21 16,4 4-45-16,0-2-55 0,2-1-82 0,-6-1-79 16,-1 0-64-16,-9 6-65 0,-8-1-55 15,-1 1-48-15,-6 0-51 0,-1 1-57 0,-1 2-73 16,-4-3-125-16,-3 0-19 0,-5 4 64 16,12-4-417-16,-12 4-520 0</inkml:trace>
  <inkml:trace contextRef="#ctx0" brushRef="#br0" timeOffset="1665.98">8463 1668 2840 0,'0'-12'7'0,"-2"5"56"0,2 7 53 15,0-12 64-15,0 12 45 0,-2-10 33 16,2 10 25-16,0-10 8 0,0 10 6 0,-2-9-8 16,2 9-24-16,0 0-39 0,0 0-8 15,0 0 18-15,0 0-5 0,-12 29-10 16,10-7-19-16,-5 3-20 0,3 10-15 0,-3 2-18 15,0-1-14-15,2 5 3 0,-1-2-4 16,-1 1-9-16,3-3-16 0,-2-1-5 0,0-4-16 16,4-7-4-16,-3-4-10 15,3-4-5-15,-2-2-9 0,3-4-23 16,-1 2-32-16,0-2-30 0,0-6-50 0,2-5-85 16,-5 8-79-16,5-8-85 0,0 0-65 15,0 0-68-15,0 0-67 0,-3-29-79 0,5 13-105 16,1-2-20-16,2-2-590 0,0-4-776 15</inkml:trace>
  <inkml:trace contextRef="#ctx0" brushRef="#br0" timeOffset="1898.7">8280 1655 3353 0,'-18'-11'-72'0,"2"2"62"0,0 4 61 16,3 0 80-16,1 2 77 15,3-1 57-15,1 1 23 0,8 3 12 0,-13-5-3 16,13 5-21-16,-10-7-4 0,10 7-13 15,0-7-5-15,0 7-8 0,22-8-25 16,0 3-23-16,13-2-21 0,8 0-19 0,5 0-16 16,-2 1-41-16,0 2-43 0,-1 0-55 15,-1-1-71-15,-4 1-58 0,-11 3-56 16,-2-2-51-16,-11 3-40 0,2-2-31 0,-3 2-37 16,-3 0-50-16,-5 2-69 0,0 1-117 15,-3 4-109-15,-4 0 58 0,-2 5-361 0,-9 7-465 16</inkml:trace>
  <inkml:trace contextRef="#ctx0" brushRef="#br0" timeOffset="2132.48">8122 2186 2738 0,'-16'10'121'0,"3"-3"63"0,3 0 43 15,5-2 58-15,-3-2 55 0,8-3 40 0,-9 8 11 16,9-8-11-16,-7 6-22 0,7-6-26 15,-3 3-35-15,3-3-16 0,0 0 12 16,0 0-22-16,17 14-26 0,-4-10-25 0,9-1-25 16,3 0-22-16,-1-3-46 15,4 2-56-15,1-2-71 0,-1-2-75 0,-3-1-87 16,0 2-81-16,0-3-97 0,-2 0-96 16,-4-2-109-16,-2-1-126 0,-4 3-134 0,1 1 63 15,-5-2-581-15,2 1-780 0</inkml:trace>
  <inkml:trace contextRef="#ctx0" brushRef="#br0" timeOffset="2632.13">8630 2001 3819 0,'-2'-7'132'0,"2"7"53"0,0 0 33 0,0-10 36 15,0 10 25-15,0 0-4 0,0 0-19 16,0 0-21-16,0 0-28 0,0 0-23 15,0 0 26-15,0 0 8 0,0 0-12 16,0 0-17-16,12 29-19 0,-8-17-10 16,-4-1-10-16,5 5-11 0,-5-3-2 0,0 2-7 15,2-3-16-15,0 0-8 0,-2-2-9 16,2-1-9-16,-2-1-55 0,2 0-33 0,2 0 0 16,-4-8 0-16,1 10 0 0,-1-10 0 15,0 0 0-15,0 0 0 0,0 0 0 0,0 0 0 16,23-22 0-16,-9 5 0 0,3-7 0 15,2-3 0-15,0 2 0 0,2 0 0 16,-1 5 0-16,-6 3 0 0,0 5 0 16,-3 3 0-16,0-1 0 0,0 3 0 15,-4 2 0-15,2 3 0 0,-9 2 0 0,20 2 0 16,-13 5 0-16,2 0 0 0,-1 1 0 16,0 4 0-16,-3 1 0 0,1 2 0 0,2 3 0 15,-4-1 0-15,3 3 0 0,-3-5 0 16,2 3 0-16,-5-5 0 0,3-1 0 0,3 0 0 15,-6-3 0-15,1-1 0 0,0 1 0 16,0-2 0-16,0 0 0 0,2-2 0 16,-4-5 0-16,1 8 0 0,-1-8 0 15,0 5 0-15,0-5 0 0,0 0 0 16,0 0-341-16,0 0-260 0,0 0-138 0,0 0-177 16,0 0 81-16,0 0-784 0,0 0-1057 15</inkml:trace>
  <inkml:trace contextRef="#ctx0" brushRef="#br0" timeOffset="3032.06">9204 1961 4038 0,'3'-12'-163'16,"-1"5"87"-16,-2 7 77 0,5-12 86 15,-3 6 72-15,-2 6 54 0,4-11 39 0,-4 11 24 16,1-7 4-16,-1 7-31 0,0 0-24 15,0 0-31-15,0 0 14 0,0 0 5 16,0 0-19-16,0 0-19 0,0 35-14 16,0-17-25-16,0 1-7 0,-1 0-13 15,-3 1-22-15,2 3-26 0,-1 0-41 0,-1-5-49 16,3 1-59-16,-3-1-53 0,-2-3-56 16,5 0-70-16,-5-3-65 0,2-2-90 0,1-3-113 15,0-2-126-15,3-5-74 0,0 0 59 16,0 0-436-16,0 0-576 0</inkml:trace>
  <inkml:trace contextRef="#ctx0" brushRef="#br0" timeOffset="3216.8">9286 1701 2935 0,'-2'-16'33'0,"-2"2"63"0,3 1 61 15,1 2 37-15,-2 3 14 0,0 1-8 0,2-1-14 16,0 8-21-16,0-14-18 15,0 14-33-15,-3-11-60 0,3 11-80 0,-2-8-100 16,2 8-99-16,0 0-125 0,0 0-213 16,0 0-36-16,-9 24 65 0,5-12-169 0,3 0-196 15</inkml:trace>
  <inkml:trace contextRef="#ctx0" brushRef="#br0" timeOffset="3765.18">9634 1457 2060 0,'0'-19'194'16,"-2"2"73"-16,2 5 46 0,0 2 45 16,-1-1 28-16,1 5 30 0,0 6-23 0,-2-11-30 15,2 11-43-15,0 0-37 0,0 0-15 16,0 0 3-16,0 0-16 0,-8 38-25 16,7-1-24-16,-5 4-16 0,4 3-20 0,-3 11-17 15,2 0-16-15,-1 1-11 0,0-1-12 16,3-9-9-16,1-1-13 0,-4 1-11 0,2-3-10 15,0-5-22-15,0-3-37 0,1-6-20 16,-3-5-32-16,4-5-22 0,-2-7-19 16,2 1-18-16,-3-5-5 0,1 0-19 15,2-8-22-15,0 0-6 0,0 0 8 16,0 0 5-16,0 0 13 0,-14-20 9 0,6 7 13 16,-2-5 11-16,3-3 3 0,-3 4 24 15,2-3 14-15,1 3 24 0,-1 5 18 0,5 2 8 16,-3 1 0-16,2 1-5 0,0 1-2 15,0 0-2-15,4 7-1 0,-4-9 4 16,4 9 1-16,0 0 6 0,4-4-3 16,-4 4 9-16,14-6-2 0,-3 3 1 15,7-1-1-15,0-4 1 0,5 1 2 0,11-7 0 16,0 2 16-16,1 0 15 0,-5 2 13 16,-5 1 0-16,-6 3 5 0,-4 4-12 0,-1 0 13 15,-1 4 25-15,1 3 29 0,-3 2-14 16,0 3-3-16,-1 2-7 0,-1 4-4 15,-3 0-4-15,1 2-11 0,-6 4-16 0,1-2-9 16,0-3-1-16,2 4-8 0,-2-1-9 16,-2-3-43-16,0-5-41 0,-4 2-40 0,4-1-47 15,0-1-55-15,-2-3-60 0,2-3-77 16,-4 0-111-16,3-2-120 0,1-4-148 16,0 0 8-16,0 0 60 0,0 0-405 15,0 0-527-15</inkml:trace>
  <inkml:trace contextRef="#ctx0" brushRef="#br0" timeOffset="3915.89">9888 1769 3137 0,'-1'-9'102'15,"-1"3"79"-15,0 0 34 0,2 6 24 16,0 0-10-16,0-10-23 0,0 10-28 0,0 0-41 16,-5-7-62-16,5 7-84 0,0 0-109 15,0 0-92-15,0 0-82 0,0 0-119 16,0 0-208-16,0 0 49 0,25 17-270 0,-13-5-326 15</inkml:trace>
  <inkml:trace contextRef="#ctx0" brushRef="#br0" timeOffset="4298.47">10212 1879 2706 0,'0'0'280'0,"0"0"31"0,0 0 43 15,0 0 27-15,-19 7 7 0,19-7-22 0,0 0-35 16,0 0-18-16,-7 9-9 0,4-5-25 15,3-4-26-15,-4 14-30 0,1-7-18 16,1 1-21-16,-2 1-16 0,0 3-17 16,-1-2-13-16,-1 2-11 0,-2-1-15 0,1 3-8 15,-4-3-11-15,-1 1-10 0,-1 3-4 16,-1-7-18-16,3-2-15 0,0 0-13 16,0-2-13-16,11-4-15 0,-20-6-8 0,12-2-9 15,2-5 1-15,4-5-8 0,2 1 0 16,2-1 6-16,2 1 0 0,1 2 3 15,0 1 1-15,1 4 10 0,-3 1 1 0,3 1-5 16,-1 1 12-16,4 5 14 0,-9 2 0 16,16-1-1-16,-16 1-1 0,23 8-6 0,-8-1 2 15,1 3 2-15,3 2-9 0,4 5 1 16,0 0-16-16,-6-1-38 0,-2-4-43 16,-1-1-69-16,-3-3-55 0,0 2-55 0,-1-2-64 15,-1 1-75-15,-1-1-83 16,-5 2-121-16,6-5-167 0,-4 1 27 0,1-4 74 15,-6-2-472-15,0 0-614 0</inkml:trace>
  <inkml:trace contextRef="#ctx0" brushRef="#br0" timeOffset="4531.26">10547 1422 3433 0,'-4'-30'149'16,"2"6"68"-16,-1 5 61 0,-1 4 67 15,2 1 29-15,0 2 0 0,1 2-15 16,-3-1-35-16,2 5-32 0,2 6-35 15,0 0-16-15,0 0 13 0,0 0-2 0,-6 29-15 16,6-2-22-16,2 21-16 0,0 15-21 16,2 3-16-16,1 1-111 0,-1 1-51 15,3 2 0-15,-3-6 0 0,5 1 0 0,-6-3 0 16,1-4 0-16,-4-9 0 0,-2-6 0 16,0-3-254-16,-1-2-122 0,-4-9-82 15,5-7-58-15,-2-5-86 0,3-3-103 0,-3-4-82 16,2-5 66-16,2-5-562 0,0 0-742 15</inkml:trace>
  <inkml:trace contextRef="#ctx0" brushRef="#br0" timeOffset="4718.35">10679 1891 3429 0,'9'-21'-9'0,"-3"3"80"0,-1 4 89 16,0 3 47-16,-3 3 25 0,2 1 20 16,-4 7-2-16,3-6-15 0,-3 6 29 0,0 0 12 15,0 0-19-15,0 0-23 0,8 29-22 16,-8-12-23-16,-2 3-20 0,0 6-38 15,0 0-74-15,-3 9-82 0,-1 2-77 0,0 1-80 16,-2-7-94-16,3 4-105 0,-3-12-100 16,5-3-126-16,-2-6-109 0,1-4 65 0,4-3-436 15,0-4-557-15</inkml:trace>
  <inkml:trace contextRef="#ctx0" brushRef="#br0" timeOffset="4865.87">10816 1734 2801 0,'0'-25'6'15,"-2"8"69"-15,0 3 65 0,0 2 52 16,1 4 29-16,-1 1-10 0,2 7-18 16,-4-12-29-16,4 12-17 0,-2-5-46 0,2 5-72 15,0 0-90-15,0 0-100 0,0 0-104 16,0 0-127-16,-4 25-199 0,4-14 43 0,2 1-222 16,0 5-258-16</inkml:trace>
  <inkml:trace contextRef="#ctx0" brushRef="#br0" timeOffset="5148.39">10837 1896 2527 0,'-17'0'327'16,"17"0"52"-16,0 0 53 0,0 0 20 15,0 0-7-15,0 0-25 0,-17-8-33 16,17 8-35-16,0 0-20 0,0 0-31 0,0 0-17 16,0 0-25-16,0 0-11 0,30 10-18 15,-20-3-4-15,-3 1-9 0,3 5-7 0,-2-2-47 16,-3 3-163-16,-1 1 0 0,0 3 0 15,-3-3 0-15,-1-1 0 0,0 0 0 16,0 1 0-16,0-3 0 0,0-3 0 0,0 3 0 16,0-4 0-16,0 1 0 15,0-9 0-15,3 10 0 0,-3-10 0 0,4 10 0 16,-4-4 0-16,0-6 0 0,9 3 0 16,-9-3 0-16,0 0 0 0,31-15 0 0,-16 3-373 15,7-7-655-15,3 0 75 0,4-3 102 16,13-3-845-16,-2 1-1130 0</inkml:trace>
  <inkml:trace contextRef="#ctx0" brushRef="#br0" timeOffset="5531.28">11588 1838 4406 0,'0'0'-14'0,"0"0"93"0,0 0 68 0,0 0 58 16,0 0 59-16,0 0 17 0,0 0 8 15,-36 12-16-15,36-12-17 0,0 0-23 16,0 0-21-16,0 0-19 0,0 0-19 15,0 0-8-15,0 0-16 0,0 0-14 16,0 0-17-16,42-7-11 0,-27 3-16 0,-2 0-13 16,0-2-18-16,1 1-6 0,-1-3-14 15,-1-2-1-15,-1 0-13 0,-3 1-2 16,-3-1-6-16,2 0-2 0,-5 3-7 0,-4-1-2 16,-7 2-7-16,-2 4 1 0,-4 0 3 15,-6 4-3-15,-6 2 4 0,-7 6 16 16,0 1-20-16,4 7-2 0,-1 1 0 0,4 1 0 15,4 2 0-15,2-1 0 0,4 1 0 16,7-3 0-16,6-2 0 0,3-2 0 16,-1-1 0-16,5-2 0 0,3 0 0 15,2 0 0-15,3-3 0 0,7 1 0 0,-1-4 0 16,2 0 0-16,-1-2 0 0,4-2 0 16,-3-2 0-16,1 0 0 0,-2-2 0 0,0-2 0 15,-2 0-511-15,-4 2-212 0,-1-1-221 16,0-2 76-16,-2 3 86 0,-9 2-702 15,7-5-931-15</inkml:trace>
  <inkml:trace contextRef="#ctx0" brushRef="#br0" timeOffset="6668">12859 1646 3755 0,'0'0'-154'0,"0"0"70"0,10-5 63 15,-10 5 51-15,0 0 61 0,0 0 30 16,7-6 32-16,-7 6 16 0,0 0 9 16,7-3 6-16,-7 3 1 0,0 0-5 15,11-4 1-15,-11 4-4 0,0 0-10 0,0 0-3 16,9-6 7-16,-9 6 4 0,0 0-4 15,5-5-9-15,-5 5-6 0,4-9-11 16,-4 9-23-16,0-12-9 0,0 2-5 0,0-2-19 16,0 0-8-16,-4-3-9 0,3-3-11 15,-5 3-5-15,0-5 2 0,-1 3-18 0,-3-1-3 16,1 1-10-16,-5 1 0 0,-1 3-6 16,-1 2-3-16,-4 1-5 0,-1 3-1 15,-6 4 2-15,0 3-8 0,-13 3 4 0,3 5 0 16,-11 8 0-16,4 3-8 0,12 1 2 15,3 1-7-15,4 2-3 0,6 4 1 0,8 1 0 16,3-3-4-16,8-1 14 16,4 0-8-16,5 7 5 0,9-2 1 0,4 8-4 15,5-3 1-15,1-2-5 0,3 1 3 16,-1-2 6-16,-1 1-4 0,-4-8-5 16,-4 0 3-16,-2 0 9 0,-4 1 1 0,-4-7 25 15,0-1 33-15,-8 1 27 0,1-3 36 16,-4-1 23-16,0-1 15 0,-2 1-66 0,-1-1-101 15,-4 1 0-15,1-2 0 0,-3-1 0 16,0-1 0-16,-5-2 0 0,1-2 0 16,-2-1 0-16,0 0 0 0,-3-4 0 15,3-2 0-15,-4-4 0 0,1 1 0 0,0-4 0 16,0-5 0-16,5 0 0 0,1-1 0 16,1 2 0-16,4 1 0 0,0-1 0 15,2-2 0-15,1 5 0 0,2 1-412 0,4-4-206 16,2 5-89-16,4-3-114 0,3 2-14 15,2 0 83-15,7-1-624 0,1 1-830 16</inkml:trace>
  <inkml:trace contextRef="#ctx0" brushRef="#br0" timeOffset="6867.07">12885 1839 3681 0,'9'-10'3'16,"-4"2"94"-16,-1 1 83 16,0 2 54-16,-4 5 22 0,3-7 17 0,-3 7-21 15,0 0-28-15,0 0-21 0,0 0 29 0,0 0 2 16,12 27-22-16,-12-9-21 0,2 2-22 15,-2 4-15-15,0 2-17 0,0-1-25 16,2-1-56-16,-4-2-70 0,2-3-56 16,0-1-48-16,2 1-62 0,-2-5-41 15,0-5-56-15,2 1-43 0,0-4-64 0,-2-6-76 16,2 6-66-16,-2-6-106 0,0 0-8 16,0 0-400-16,14-18-514 0</inkml:trace>
  <inkml:trace contextRef="#ctx0" brushRef="#br0" timeOffset="6998.7">13025 1711 2735 0,'-2'-18'-32'0,"0"7"50"0,0-1 36 16,0 3 21-16,1 3-1 0,1 6-17 0,-2-11-25 15,2 11-38-15,0-7-52 0,0 7-59 16,0 0-60-16,0 0-81 0,0 0-130 16,0 0-78-16,0 0-59 0,0 0-29 0</inkml:trace>
  <inkml:trace contextRef="#ctx0" brushRef="#br0" timeOffset="7381.03">13095 1835 1579 0,'0'0'202'0,"0"0"70"0,0 0 30 0,0 0 15 15,0 0 15-15,0 0 1 0,0 0-7 16,0 0-30-16,0 0-33 0,-2 12 18 0,2-12 28 16,2 12-3-16,-2-7-24 0,5 7-23 15,-3 0-6-15,-1-2-26 0,-1 4-22 16,2 0-14-16,0-1-18 0,-2 1-17 0,0-3-18 15,-2 3-11-15,2 0-11 0,-2-1-14 16,1-1-9-16,-1 0-4 0,-3-5-10 0,3 1 0 16,2-8-7-16,-2 10-3 0,2-10-7 15,0 0-9-15,0 0-8 0,0 0-6 16,0 0-6-16,9-27-6 0,-4 14-2 0,3 1-2 16,3-2-4-16,1 4-7 0,-5 0-3 15,2 1-5-15,2 3 1 0,-2 0-2 0,-2 5 1 16,2-1-4-16,-9 2 0 15,22 5 0-15,-10-1 0 0,-1 2 0 0,0 1 0 16,-1 3 0-16,1-2 0 0,-2 0-20 16,1 1-66-16,-4-3-49 0,1 0-48 0,1 0-56 15,0 0-55-15,-2 0-53 0,-1-3-62 16,1-1-50-16,-6-2-93 0,12 0-111 16,-12 0-81-16,14-5 62 0,-4-1-467 0,2-2-616 15</inkml:trace>
  <inkml:trace contextRef="#ctx0" brushRef="#br0" timeOffset="7831.88">13528 1809 3092 0,'0'-7'-3'0,"-2"1"55"0,2 6 50 16,0 0 35-16,0 0 34 0,0 0 16 0,0 0 4 15,0 0-2-15,-26 22-8 0,20-14-5 16,1 1-17-16,2 4-15 0,-1-1-6 0,2 0-16 16,0-1-9-16,2-1-11 0,0 0-3 15,0-1-8-15,4 1-5 0,-2-4 0 16,3 0-6-16,2-1-11 0,-7-5-3 0,17 3-7 15,-5-3-3-15,-12 0-6 0,22-3-1 16,-10-1-9-16,-1-1-4 0,-2 2 0 0,3-2-1 16,-3-2 13-16,1 2 6 0,-10 5 1 15,12-7-8-15,-12 7-5 16,7-2-16-16,-7 2-2 0,0 0 5 0,0 21 18 16,-2-6 21-16,-2 11 23 0,-1 13 30 15,-2 15 19-15,4 2 6 0,1 4 13 0,2-2-1 16,2 2-8-16,-2-2-11 0,2 0-9 15,-1-14-10-15,-1-5-7 0,0-6-20 16,0-9-93-16,0 1 0 0,-1-8 0 0,-3 2 0 16,-2-3 0-16,-1-2 0 0,-5 1 0 15,-1-4 0-15,-6-1 0 0,-4-6 0 0,-1 0 0 16,-7-4 0-16,-13-4 0 0,-2-1 0 16,-7-7 0-16,1-2 0 0,1-3 0 15,3-3 0-15,7-4 0 0,8 6 0 0,5-3 0 16,5 2 0-16,1 4 0 0,9 4 0 15,1-1 0-15,5 4 0 0,1-1 0 16,-1 3 0-16,5-1-653 0,2-2-151 0,4 2-125 16,3-1 84-16,4-3-842 0,9-7-1122 15</inkml:trace>
  <inkml:trace contextRef="#ctx0" brushRef="#br0" timeOffset="8081.12">13808 1480 4936 0,'0'-23'48'0,"2"8"63"0,-2 4 41 16,0 1 27-16,0 3 11 15,0 7-19-15,2-9-15 0,-2 9 17 0,0 0 31 16,0 0 0-16,0 41-15 0,2-4-15 16,-2 3-21-16,2 7-12 0,-2 1-15 15,0 10-9-15,1-3-16 0,1-9-17 0,2 0 3 16,1-2-30-16,-3-1-40 0,-1-4-61 15,1-3-90-15,0 0-56 0,2-6-65 0,-4-6-80 16,0-4-85-16,2 1-96 0,-2-4-103 16,0-2-165-16,1-1 63 0,-1-4-555 15,2-3-736-15</inkml:trace>
  <inkml:trace contextRef="#ctx0" brushRef="#br0" timeOffset="8464.95">14113 1970 3574 0,'-7'-11'74'0,"7"11"63"16,0 0 51-16,0 0 39 0,0 0 18 16,0 0 5-16,0 0-19 0,0-8-19 0,0 8-8 15,0 0 8-15,0 0-2 0,13-2-16 16,-13 2-16-16,15 0-16 0,-15 0-20 16,17-3-6-16,-3 1-23 0,-1 0-12 0,1 1-3 15,-3-5-11-15,3 3-11 0,-1-2-5 16,-1-2-1-16,-1 2-2 0,-2-2 9 15,-4-2-6-15,3 1-8 0,-5 0-3 16,-3 1-9-16,0-2-6 0,0 9-2 0,-3-12-14 16,-5 9-6-16,-5-1 0 0,13 4-5 15,-30 5-5-15,9 4 2 0,-6 5-5 16,2 3-4-16,2 3 1 0,3 2 1 0,0 2-1 16,5-3 5-16,3 4-6 0,3-3 4 15,5-3-1-15,1-5 1 0,1 1-2 0,2-1 4 16,2 1 0-16,1-1-1 0,3-2-2 15,1-1-5-15,5 0-38 0,-2-6-73 0,4-2-77 16,0 1-84-16,5-4-99 0,9 0-92 16,3 0-106-16,13-4-134 0,15-3-81 15,2-3 63-15,8-2-559 0,3-1-736 16</inkml:trace>
  <inkml:trace contextRef="#ctx0" brushRef="#br0" timeOffset="8881.73">15496 1697 3335 0,'-4'-21'-79'0,"1"-2"45"0,-1 4 46 0,0 5 36 15,1-1 25-15,-1 4 1 16,-2 1 0-16,0 2-26 0,0 1-1 0,-5 2 4 16,-3 5 7-16,14 0-2 0,-34 5 9 15,6 7 7-15,-5 1 1 0,6 5 10 16,1-2-2-16,0 2-2 0,5 0-4 0,3 0-4 15,7-3-3-15,2 2 15 0,2-1 10 16,5 0 20-16,2-2 16 0,9 6 8 0,-2-4 0 16,10 9 0-16,0-1-3 0,5-2 23 15,0 0 13-15,-1-1-4 0,-3-4-19 16,-7-5-20-16,0-2 16 0,-3 0 6 0,1 1 11 16,-1-1 13-16,-5-2 11 0,2 0 13 15,-5 1 8-15,0-1-5 0,0-8-2 16,-8 16-14-16,-2-11-14 0,-1 7-102 0,-1-4-68 15,-2 1 0-15,-4-3 0 0,1 2 0 16,0-2 0-16,-1 0 0 0,5-3 0 16,0-1 0-16,-1-2 0 0,3-5 0 15,-2 3 0-15,3-5-95 0,3-6-310 0,3 6-97 16,4-5-89-16,6 0-103 0,1 1-156 16,7-3 70-16,4 4-674 0,11-3-902 0</inkml:trace>
  <inkml:trace contextRef="#ctx0" brushRef="#br0" timeOffset="9449.07">15748 1869 3778 0,'8'-5'-11'0,"-8"5"77"16,2-4 55-16,-2 4 44 0,0 0 33 15,0 0 27-15,0 0 11 0,0 0 13 16,-44 21 9-16,27-7-7 0,-7 3 1 16,2 1-13-16,1 3-15 0,5-4-17 0,3-3-20 15,2 1-19-15,3-1-14 0,2 0-12 16,3-3-14-16,3-1 3 0,3 2-7 0,1-5-6 15,6 5-7-15,5-8-13 0,3 4-5 16,-4-3-10-16,8-4-9 0,-6-1-8 0,6 0-10 16,-5-1-56-16,2-4 0 15,0 3 0-15,-2-4 0 0,-3 0 0 0,-2-2 0 16,0-1 0-16,0-3 0 0,-9 0 0 16,3-5 0-16,-2 2 0 0,-4 1 0 15,-2 2 0-15,-2-5 0 0,-2 2 0 0,-1 3-136 16,1 0-100-16,-6 4-59 0,0 1-46 15,0 1-52-15,2 3-35 0,1 2-27 0,2-1-21 16,7 2-1-16,0 0 14 0,0 0 36 16,-18 2 45-16,18-2 41 0,0 0 51 15,0 0 48-15,0 0 57 0,0 0 57 16,0 0 50-16,40 4 54 0,-30-2 44 16,1 2 44-16,0-1 50 0,1 1 32 0,-1-1 41 0,1 2 35 15,-3 1 19-15,4-2 18 16,-1 1 14-16,-1 2 15 0,2-2 1 15,-2 3-11-15,-2-2 5 0,0-1-11 0,3 0-13 16,-5 0-18-16,6-1-11 0,-4 1-21 16,-2 0-16-16,2-1-13 0,0-1-22 0,-9-3-13 15,13 5-15-15,-13-5-8 0,14 5-9 16,-14-5-11-16,11 0-12 0,-11 0-8 0,0 0-22 16,16-10-24-16,-7 3-21 0,-4 1-26 15,1-5-35-15,-1-3-34 0,1 1-32 16,-2-3-41-16,2 1-47 0,-2-1-63 0,-1 1-76 15,1 5-80-15,0-2-97 0,1 3-125 16,2 1-109-16,0-2 62 0,2 2-495 16,5 2-647-16</inkml:trace>
  <inkml:trace contextRef="#ctx0" brushRef="#br0" timeOffset="9882.95">16281 1899 3078 0,'-9'7'2'0,"2"-1"59"0,-1-3 56 16,8-3 49-16,-10 7 55 0,10-7 34 15,-7 5 29-15,7-5 4 0,0 0 5 16,-8 5 2-16,8-5-19 0,0 0-5 0,0 0-23 16,-8 3-15-16,8-3-26 15,0 0-18-15,0 0-20 0,0 0-15 0,0 0-10 16,0 0-19-16,0 0-11 0,0 0-9 16,12-18-7-16,-6 7-9 0,-3 0-6 15,1-3-14-15,0-3-3 0,0 3-7 0,-2 2-2 16,-2 0-9-16,2 4-9 0,-2-1-2 15,0 0-12-15,0 9-5 0,-6-11-3 0,6 11-7 16,-12-2-3-16,12 2-6 0,-9-4-1 16,9 4 4-16,0 0-4 0,-10-3-8 0,10 3 0 15,0 0 1-15,0 0 3 0,0 0-1 16,18-9 3-16,-3 7 4 0,0-2-9 16,5 2 7-16,-2 2-3 0,0 0 2 0,-6 0 2 15,6 2 5-15,-1 4 10 0,-3 0 27 16,-5 2 17-16,1 1 18 0,-3 3-72 15,-3 0-6-15,0-1 0 0,-4 3 0 16,2 2 0-16,-4-1 0 0,2 4 0 0,-4-2 0 16,2 0 0-16,0 0 0 0,-1 0 0 15,1 0 0-15,-5 1 0 0,5-5 0 16,-3 1 0-16,1-3-354 0,2-1-153 0,2 0-88 16,2-1-100-16,-2-5-144 0,4 2 69 15,-4-6-737-15,14 4-953 0</inkml:trace>
  <inkml:trace contextRef="#ctx0" brushRef="#br0" timeOffset="10097.92">16720 1872 3880 0,'2'-12'-61'0,"-2"4"74"15,-2-1 77-15,2 9 61 0,0-14 45 0,0 14 21 16,-2-6 0-16,2 6-19 0,0 0-11 16,0 0-2-16,0 0-3 0,0 0-10 15,0 0-9-15,-36 20-14 0,22-10-16 0,3 4-7 16,-2 0-14-16,1 1-18 0,5-1-6 15,-3 2-37-15,2-5-57 0,1 5-59 0,3-3-65 16,3-1-84-16,-1 0-107 0,2 0-94 16,3 0-132-16,-1-1-187 0,6-2 54 15,-1-3-487-15,5 0-633 0</inkml:trace>
  <inkml:trace contextRef="#ctx0" brushRef="#br0" timeOffset="10464.4">17104 1893 3443 0,'0'0'100'16,"-7"-10"58"-16,7 10 48 0,0 0 31 16,-11-4 17-16,11 4-11 0,0 0-4 0,0 0-32 15,0 0-23-15,0 0-20 0,0 0-15 16,0 0-8-16,0 0-16 0,-14 12-7 0,14-12-8 16,0 0-14-16,0 0 1 15,0 0-8-15,31 8 0 0,-31-8-7 16,15 2 6-16,-15-2-3 0,15-2 4 0,-15 2 2 15,18 0 3-15,-18 0 4 0,0 0-2 16,14-3 1-16,-14 3-12 0,9-5-5 0,-9 5-10 16,0 0-13-16,0 0-8 0,0 0-8 15,-32-10-6-15,8 10-3 0,-1 3-3 16,0 2-9-16,-9 4 0 0,6 3-1 0,-1 2-6 16,2-1 1-16,11-1-1 0,0 0 3 15,5-3-6-15,3 1 4 0,0 0 6 16,4-1-1-16,4-1-2 0,0 2 3 0,0-10-4 15,7 14-1-15,0-11-30 0,3 3-61 16,1 0-83-16,1-1-85 0,2-4-82 16,2 3-92-16,1-2-104 0,-2 3-126 15,0-1-166-15,3 6 61 0,-5 2-614 0,-1 1-820 16</inkml:trace>
  <inkml:trace contextRef="#ctx0" brushRef="#br0" timeOffset="11147.47">17316 2383 3624 0,'0'0'-32'0,"0"0"50"0,0 0 53 0,0 0 31 0,0 0 36 15,0 0 11-15,0 0-6 16,-13 9 0-16,13-9 7 0,-16 5 7 0,4-1 13 16,-8 1 11-16,-4-1 2 0,-15 2-8 15,-4 1-13-15,-14 0-19 0,-10-2-16 16,-1 1-4-16,-13 0-16 0,-3-5-13 0,-28 3-23 15,-6-1-6-15,-4-1-11 0,-8 1-5 16,-5-1-3-16,-4 0-20 0,-4 0-20 0,-4 1-20 16,-7-2-8-16,-5 3-6 0,-6-2-5 15,-7 1 0-15,-1 2 10 0,-8 2-6 16,-48 3 3-16,48-5-3 0,-47 7 10 16,54 0-1-16,-48 2 3 0,53-2 3 0,6-1-1 15,2 0 1-15,9 3 5 0,8-1-3 0,8 1 3 16,10 2 3-16,12-3-2 15,7-1 4-15,29-2-1 0,2 1-1 0,9 2 4 16,4-1-2-16,2 3-1 0,3 2-1 16,4-2 0-16,-1 4 2 0,-3-2 1 15,-1 2 0-15,0 0 0 0,-2 0-1 0,0 0 4 16,-2 0 0-16,0-3-1 16,3 1 4-16,-3-4 0 0,0 1-1 0,2-2-3 0,-2-2 5 15,2-1 0-15,0-3 1 0,0 0-1 16,-2-1 13-16,1-3 5 0,0-1-6 15,-7-1 1-15,1 2-2 0,-2-2 2 16,0 2-5-16,-2-2-1 0,-3 2 0 0,3-1-3 16,-1 1-2-16,-2-2 0 0,-1 0-2 15,1 0 1-15,3 0 0 0,-1 2 1 16,3-2-4-16,0 0 4 0,-3-2 2 0,1 0 9 16,-4 1-2-16,1-1-2 0,3 0 0 15,-1 4 7-15,1-2-2 0,-2 2-3 16,3 1 0-16,2 0 5 0,9 2 17 0,11-3 10 15,6 0-3-15,5 3-5 16,11-3 0-16,4-1-3 0,9-1 5 0,-2 2-11 0,3-2 2 16,13 0-5-16,-20 2 0 15,20-2 2-15,-12 2-3 0,12-2-31 0,0 0-30 16,-18 0-70-16,18 0-71 0,0 0-89 16,0 0-100-16,-11-4-130 0,11 4-186 15,0 0-37-15,0 0 65 0,0 0-479 0,0 0-601 16</inkml:trace>
  <inkml:trace contextRef="#ctx0" brushRef="#br0" timeOffset="16780">17703 2017 2814 0,'-13'-10'404'16,"-1"4"-132"-16,0 1-37 0,0-1 9 0,-1 1 17 15,-1 0 16-15,3 3 12 16,-1-3-2-16,2 2 16 0,0 1-6 0,12 2 2 16,-17-5-15-16,10 1-14 0,7 4-18 15,-10-3-29-15,10 3-21 0,0 0-20 16,0 0-4-16,0 0-17 0,0 0-17 0,76 3-13 15,-26 4-13-15,13-2-54 0,3 0-64 16,4-1 0-16,-3 0 0 0,-3 0 0 0,-15-2 0 16,-5 0 0-16,-10 0 0 0,-7-2 0 15,-5 2 0-15,-2-2 0 0,-5 0 0 16,0 1 0-16,-2-1 0 0,-13 0-10 0,19 0-163 16,-11 0-54-16,-8 0-72 15,12-1-76-15,-12 1-82 0,0 0-106 0,7-4-120 0,-7 4-117 16,0 0 74-16,0 0-593 15,0 0-776-15</inkml:trace>
  <inkml:trace contextRef="#ctx0" brushRef="#br0" timeOffset="17095.95">18307 1893 3481 0,'-7'-7'-32'0,"0"2"47"0,-2 1 17 16,9 4 35-16,-5-7 28 0,5 7 0 15,0 0-9-15,-8-3-7 0,8 3-1 0,0 0 3 16,0 0 3-16,0 0-8 0,35 17-5 16,-23-8-5-16,8 3-6 0,-4-2 0 15,-2 2 1-15,4-2-2 0,-3 2 11 16,-3-2 5-16,-5 1 15 0,0-1 20 16,-1 0 30-16,-2 1 22 0,-2-1 4 0,-4-2-2 15,-2 4 5-15,-2-1-12 0,-3 1-20 16,-1-1-13-16,-5 1-22 0,4-2-8 0,-5 1-13 15,5-3-40-15,-1 2-49 0,-1-3-51 16,1 0-60-16,3-2-67 0,-2 3-68 16,1 1-71-16,3-6-65 0,-3 2-87 15,7-1-99-15,-3 2-90 0,6-6 46 16,-5 7-338-16,5-7-436 0</inkml:trace>
  <inkml:trace contextRef="#ctx0" brushRef="#br0" timeOffset="17994.43">19249 1804 2437 0,'-4'-15'-35'16,"4"15"44"-16,-4-6 46 0,4 6 40 16,0 0 32-16,-3-8 38 0,3 8 20 0,0 0 15 15,-9-8-1-15,9 8-10 0,0 0-17 16,-11-2-8-16,11 2 4 0,-23 12 7 0,-1 3 6 16,-3 7-3-16,-7 5-12 0,4 6-4 15,-4 1-4-15,7 0-5 0,2 0-6 16,7-3-10-16,3 2-14 0,2 0-5 15,3-2-15-15,7-5-12 0,1-6-5 16,4-1-5-16,1-2-6 0,1 0-12 0,5-3-6 16,1-1 0-16,7-6-10 0,4 2-9 15,1-2-1-15,-2-5-11 0,5-4-1 0,2-4 0 16,5-4 0-16,-2-3-3 0,3-6 1 16,-6 0-1-16,-2-3-4 0,-2-4 6 15,-7 0-1-15,2-1 2 0,-7-2 2 0,-6-4-3 16,-3 4-1-16,-2 3-12 0,-2-8 8 15,-5 1-6-15,0 2-14 0,-4 11-16 16,0 3-28-16,-3 3-43 0,-4 4-31 16,0 7-42-16,-2 1-46 0,-3 4-55 0,0 4-67 15,-7 6-65-15,1 2-87 0,2 0-111 16,9-2-99-16,4 1 66 0,6-2-370 16,3 0-472-16</inkml:trace>
  <inkml:trace contextRef="#ctx0" brushRef="#br0" timeOffset="18595.18">19505 2021 2844 0,'-10'-7'95'0,"4"2"41"0,2 1 39 15,2-4 26-15,2 8 19 0,0 0 9 16,0-13 1-16,4 5-6 0,-4 8-12 0,6-10-8 16,-3 7-22-16,-3 3-18 0,11-4-15 15,-11 4-17-15,11-3-9 0,-11 3-10 16,0 0-16-16,23 12-5 0,-16-4-5 0,0 0-2 16,1 0 1-16,-2 5 5 0,2-1 12 15,-5 0 9-15,-1-1 2 0,0 1 3 0,0-1 2 16,0 1 5-16,-2-2-3 15,0-1-3-15,0-3-4 0,0-6-7 0,2 12 7 16,-2-12 10-16,1 9 6 0,-1-9 1 16,2 7-5-16,-2-7-15 0,0 0-12 0,0 0-63 15,0 0-36-15,25-24 0 0,-14 14 0 16,1-4 0-16,-1 5 0 0,3-2 0 16,-8 3 0-16,1 2 0 0,3-2 0 0,0 4 0 15,-1 1 0-15,-9 3 0 0,17-2 0 16,-17 2 0-16,21 2 0 0,-11 3 0 15,-1 1 0-15,2 4 0 0,1-2 0 0,-1-1 0 16,-2 1 0-16,-2-2 0 0,0 2 0 16,3-3 0-16,-7 1 0 0,6-2 0 15,-9-4 0-15,9 6 0 0,-9-6 0 16,9 2 0-16,-9-2 0 0,0 0 0 0,23-6 0 16,-12 0 0-16,3-2 0 0,-3-3 0 15,3-3 0-15,6-5 0 0,2 0 0 0,-5-5 0 16,2 1 0-16,-2 0 0 0,-4 6 0 15,-1 3 0-15,-4 4 0 0,-1 0 0 0,-1 3-221 16,-3 2-216-16,4 0-85 16,-7 5-118-16,3-5-156 0,-3 5-24 0,0 0 79 15,10-2-624-15,-10 2-820 0</inkml:trace>
  <inkml:trace contextRef="#ctx0" brushRef="#br0" timeOffset="19028.38">20819 2027 4081 0,'0'0'144'0,"0"0"60"0,0 0 41 16,0 0 41-16,0 0 12 0,0 0-10 15,0 0-11-15,-23-8-27 0,23 8-17 16,0 0-24-16,0 0-18 0,0 0-14 15,0 0-18-15,0 0-14 0,18-10-15 16,-18 10-9-16,11-4-13 0,-11 4-11 0,16-6-2 16,-13 3-14-16,3-3-9 0,-6 6-7 15,7-10-7-15,-3 3-11 0,-4 7-9 0,2-12-3 16,-2 6-10-16,0 6-5 0,-9-13-8 16,-1 8-12-16,0 2 0 0,10 3 0 0,-22-2 0 15,8 2 0-15,14 0 0 0,-29 9 0 16,15-3 0-16,-2 6 0 0,-1-1 0 15,2 3 0-15,-2 7 0 0,5-1 0 0,3 1 0 16,3-2 0-16,3 5 0 16,1-7 0-16,4 3 0 0,1 1 0 0,6-1 0 15,4 6 0-15,10-2 0 0,4-7 0 16,2 2-23-16,3-9-122 0,2 0-79 0,1-3-83 16,-7-3-74-16,1-4-84 0,-1-2-96 15,9-4-113-15,-9 1-123 0,4-3 63 16,1-8-586-16,-5 1-776 0</inkml:trace>
  <inkml:trace contextRef="#ctx0" brushRef="#br0" timeOffset="19433.39">21288 1959 3966 0,'-6'-8'163'0,"6"8"48"16,-4-7 32-16,4 7 22 0,0 0 4 15,-1-7-18-15,1 7-18 0,0 0-11 0,0 0 8 16,0 0-1-16,0 0-6 0,11 26-11 15,-8-16-17-15,4 2-7 0,-3 0-7 0,-3 2-5 16,-1 0 5-16,-1 1-1 0,-1 1-4 16,-2-3-7-16,-1 1-141 0,-4 3-28 15,2-3 0-15,-7 2 0 0,-1-1 0 0,-6 2 0 16,2-5 0-16,4-4 0 0,2-1 0 16,-1-3 0-16,3-2 0 0,11-2 0 0,-20-6 0 15,13-1 0-15,2-5 0 16,3-1 0-16,2-6 0 0,3-1 0 0,7-3 0 15,2-3 0-15,-1 8 0 0,0 1-52 16,-3 6-27-16,1 1 10 0,-1 2 11 0,1 0 11 16,-3 5 7-16,4 1 17 0,-10 2 6 15,16 2 1-15,-16-2 1 0,20 11 6 16,-9-3 5-16,1 2-1 0,1 1-1 0,-1 1-18 16,1 2-35-16,-2-1-65 0,3-1-61 15,-3 0-66-15,1-3-76 0,-1 3-71 0,6-2-58 16,0-3-53-16,4 1-47 0,2-4-79 15,1-1-37-15,-1-3-537 0,12-7-673 16</inkml:trace>
  <inkml:trace contextRef="#ctx0" brushRef="#br0" timeOffset="20044.55">21820 1949 3093 0,'-6'-12'-49'0,"0"3"62"16,-2 5 48-16,-1-2 48 0,2 1 40 0,-3 2 30 15,0 3 25-15,10 0 15 0,-25 5 5 16,11 0 2-16,0 3-11 0,1 1-17 15,-3 1-15-15,7 2-16 0,0 0-20 0,0 1-14 16,6 2-11-16,-3-1-11 0,4-2-14 16,2-1-12-16,2-1-15 0,4 2-26 0,-3-5-35 15,8-1-36-15,0-2-37 16,3-2-36-16,0-2-43 0,6-2-34 0,4-6-21 16,6-5-11-16,7-3-17 0,7-8-12 15,0-5-16-15,-3-5-7 0,3-4 6 16,-3-5 5-16,-4-6 30 0,9-16 20 0,-2-7 22 15,-2 0 44-15,-4-5 30 0,-2 2 30 16,-11 16 35-16,-2 2 46 0,-10 7 47 0,-1 14 38 16,-9 9 34-16,1 5 10 0,-6 5 2 15,-2 2 0-15,1 2 4 0,-7 4 8 16,0 5 9-16,-5 6 11 0,-6 5 7 16,-11 13 4-16,-8 10-1 0,-2 12-5 15,-13 19-8-15,3 6-11 0,6 5-7 0,8-1-8 0,10-13-16 16,6 2-9-16,0-4-10 15,10-1-9-15,5-5-10 0,5-9-4 0,4-12-9 16,0-3-7-16,1-4-6 0,4-3-2 16,-2-3 9-16,1-3 11 0,1-5 19 15,4 1 24-15,0-2 14 0,-2-3 5 0,-2-3 3 16,5-1-9-16,-12 0 3 0,25-3 1 16,-14-3 6-16,0 3-8 0,1 0-12 15,-1-3-7-15,-1 3-3 0,-4 1-6 16,-6 2-38-16,13-3-71 0,-13 3 0 0,9 0 0 15,-9 0 0-15,12 5 0 0,-8 0 0 16,0 1 0-16,-1 0 0 0,1 1 0 0,0 1 0 16,1 0 0-16,-2-2 0 0,1 4 0 15,1-5 0-15,1 1 0 0,-1 0 0 16,4-4 0-16,0 2 0 0,0-4 0 0,5 0 0 16,1-1 0-16,-1-4 0 0,1 1-131 15,0-2-220-15,-2 1-77 0,5-3-102 0,-3 2-125 16,-2-4-204-16,4 0 72 0,2 1 86 15,-4-6-574-15,5 3-735 0</inkml:trace>
  <inkml:trace contextRef="#ctx0" brushRef="#br0" timeOffset="20765.09">22620 1968 3361 0,'7'-26'29'0,"2"4"51"0,-6 7 37 15,1 1 44-15,0 4 30 0,-1 1 11 0,-1 1-16 16,-2 8-8-16,8-5 25 0,-8 5 21 16,0 0 12-16,15 13-12 0,-5-1-12 15,-2 2-17-15,-1 3-20 0,2 3-12 16,5 8-26-16,-4-6-15 0,3 6-11 16,-3-7-11-16,-1-4-6 0,-4-5-14 0,3 2 3 15,-2-6-8-15,0 1 13 0,-2-3-1 16,3 0 0-16,-7-6-5 0,16 0-10 0,-16 0 0 15,20-9-14-15,-6-1-6 0,-1-2-9 16,3-3-3-16,2-11-18 0,1-1-4 16,-1-4-19-16,6-8-10 0,-5-2-25 0,3-2-23 15,-8 8-30-15,2 4-44 0,-7 7-48 16,1 9-52-16,-7-2-61 0,2 9-59 0,-1 2-68 16,-3 2-72-16,-1 4-97 15,0 0-147-15,0 0 57 0,0 0-459 0,0 0-607 16</inkml:trace>
  <inkml:trace contextRef="#ctx0" brushRef="#br0" timeOffset="21428.79">23317 1818 3349 0,'-13'-14'126'0,"13"14"54"0,0 0 44 15,-5-6 36-15,5 6 27 0,0 0-2 16,0 0-19-16,0 0-23 0,-7-6-22 0,7 6-23 15,0 0-18-15,0 0-19 0,0 0-12 0,0 0-25 16,0 0 2-16,22-3-12 16,-22 3-16-16,11-2-31 0,-11 2-23 15,16-4-21-15,-9 1-5 0,-7 3-8 0,12-5-10 16,-8-1-4-16,-4 6-5 0,0 0-11 16,1-9-1-16,-1 9 0 0,0 0 2 0,0 0 3 15,0 0 1-15,-49 17 0 0,29-7 3 16,-9 9 5-16,6 1 4 0,-4 1 11 15,4 1 7-15,1 0 1 0,9 4 6 0,2-4-4 16,7-2 2-16,4-6-4 0,4 3 3 16,2 0-3-16,1-1 0 0,4-1-5 0,7-2 2 15,-2-4 1-15,8-2 1 0,-3-1-3 16,4-4-1-16,-2-2 2 0,3-2 1 16,1-2 9-16,-2-2 11 0,9-3 12 15,-4-3 10-15,-1 1 10 0,-2-6 6 16,-4 0 3-16,-9 0 9 0,4-4-1 0,-7-3 3 15,-1-5-8-15,0 0-3 0,-7 2-9 16,1 3-9-16,0 2-2 0,-4 1-5 0,0 1-10 16,-4 5-7-16,0 1-6 0,2 5 1 15,-5 1-10-15,0 0 0 0,-2 4-7 0,4 0 0 16,5 4-3-16,-16-4-10 16,16 4 0-16,0 0-2 0,0 0 0 0,0 0-1 15,0 0 3-15,0 0-5 0,0 0-14 16,39-9-3-16,-14 3-4 0,2 4 0 15,12-2-2-15,-1 4 11 0,-4-3 2 0,-9 6-4 16,2-1 7-16,-4 4 3 0,-2 2 5 16,-4 2 15-16,-2 5 9 0,-3-1 3 0,-3 6 6 15,-2-4-8-15,-5 6 3 0,2-2-2 16,-4-2-3-16,0 3 1 0,0 0-6 16,-4 1-6-16,1 0-11 0,1-5-37 0,0 0-57 15,0-3-61-15,0-2-58 0,2-1-59 16,-2-3-73-16,2 2-71 0,0-3-87 0,2-2-114 15,-2-5-160-15,4 7 59 0,-4-7-568 16,14-2-751-16</inkml:trace>
  <inkml:trace contextRef="#ctx0" brushRef="#br0" timeOffset="21712.95">24539 1113 3843 0,'-8'-14'94'0,"5"3"44"15,-3 6 32-15,2-2 15 0,4 7 9 16,-10-3 6-16,10 3 23 0,-13 15 35 0,-1 12 18 16,2 6 19-16,-10 21 9 15,4 8 0-15,-7 23-17 0,0 2-29 0,0 0-24 16,0-2-21-16,1-3-20 0,8-14-1 16,3-3-20-16,1 1-14 0,3-8-158 15,0-3 0-15,3-11 0 0,0-10 0 0,0-8 0 16,4-4 0-16,1-9-65 0,-1-1-148 15,2-5-41-15,2-3-45 0,-2-4-47 0,0 0-41 16,0 0-24-16,17-14-32 0,-8 2-12 16,-3-3-20-16,-1-6 5 0,4 0-8 0,-4-2 10 15,-3-1 41-15,-2 7-593 0</inkml:trace>
  <inkml:trace contextRef="#ctx0" brushRef="#br0" timeOffset="21861.61">24264 1955 2488 0,'-11'-20'-137'0,"0"7"64"16,-5 3 56-16,0 1 66 0,2 1 56 0,1 2 57 15,-1 0 54-15,5 2 29 16,-2 1 11-16,3-1-2 0,8 4-6 0,-13-8-18 0,13 8-20 15,-11 0-5-15,11 0-13 16,0 0-17-16,0 0-19 0,0 0-25 0,0 0-58 16,48-4-75-16,-24 1-95 0,13-1-97 15,10 3-72-15,0-3-96 0,17 1-140 16,6-1-120-16,-6 1 49 0,-1 0-294 0,-14 3-352 16</inkml:trace>
  <inkml:trace contextRef="#ctx0" brushRef="#br0" timeOffset="22228.64">24772 1862 2569 0,'-13'2'159'0,"13"-2"58"15,-20 0 36-15,20 0 28 0,0 0 12 0,-13 0 0 16,13 0-16-16,0 0-26 0,0 0-29 16,0 0-18-16,0 0-21 0,0 0-18 15,28-14-16-15,-16 11-19 0,-1-1-12 0,5-4-15 16,-1 2-11-16,-2-2-18 0,0-1-11 15,1-1-7-15,-3 0-5 0,-1-1 1 0,-3 1-7 16,-1 2-7-16,-4-1-3 0,-4 1-5 16,2 8-5-16,-13-12-5 0,-2 12 2 15,-6 0-8-15,-6 2-1 0,-11 10-2 16,0 0 0-16,-6 8 9 0,4 2 12 16,4 3 12-16,11-4 23 0,2 3 11 0,3 0 14 15,6 0 11-15,6-3 5 0,6-3-1 16,2-1-1-16,4-3-13 0,3 1-12 15,5-3-8-15,3 2-16 0,7-3-40 0,8 1-41 16,8-6-40-16,3 1-61 0,8-3-80 16,-1-2-94-16,6-2-114 0,11-6-108 0,-2 2-106 15,-3-11-140-15,-2 3 45 0,-6-3-581 16,-18-1-760-16</inkml:trace>
  <inkml:trace contextRef="#ctx0" brushRef="#br0" timeOffset="22678.85">25320 1773 3387 0,'-5'-10'-38'15,"1"3"77"-15,0 2 77 0,4 5 56 16,-1-9 40-16,1 9 27 0,0 0 10 0,0 0 14 16,0 0 14-16,0 0 16 0,0 0-4 15,0 0 0-15,25 18-6 0,-16-7-17 16,0 1-17-16,-4 1-17 0,4 3-16 0,-5-2-9 16,-4 1-3-16,-2 3-5 0,-3-3 8 15,1 0-17-15,-3 2-39 0,-2 1-151 16,-3-1 0-16,-3-3 0 0,1-1 0 15,-3-1 0-15,5-2 0 0,1-3 0 0,2-2 0 16,4-2-83-16,-2-1-224 0,7-2-45 0,0 0-37 16,0 0-22-16,0-15 1 15,8 3 12-15,3-5 36 0,9-7 37 0,2 0 33 16,-1-3 35-16,2 1 34 0,-1-1 35 16,-4 4 38-16,2 0 39 0,-4 1 57 0,-6 7 46 15,0-1 62-15,-3 8 42 0,-3-1 26 16,0 4 9-16,0 2 13 0,-4 3 6 0,0 0 17 15,0 0 17-15,0 0 4 0,-10 20-2 16,2-3-4-16,3 0-13 0,-1 3-8 16,1 1-12-16,0 2-9 0,3 1-15 0,2-5-10 15,2 5-8-15,6 8 2 16,5-1-7-16,9-5-23 0,1-2-7 0,-1-2-27 16,3-7-50-16,-8-1-39 0,2-5-39 15,0-1-51-15,3 0-65 0,-8-4-64 0,2-4-62 16,-1 0-67-16,-4 0-91 0,3-2-128 15,-3 0-79-15,-1-2 65 0,-3 0-393 16,-7 4-494-16</inkml:trace>
  <inkml:trace contextRef="#ctx0" brushRef="#br0" timeOffset="23512.92">26626 1798 2752 0,'-13'-9'1'15,"-1"1"34"-15,1 7 43 0,-5 1 40 0,0 5 33 16,-11 4 28-16,-5 6-6 15,1 3 12-15,-3 10-4 0,9-6-12 0,5 2-13 16,2-1-16-16,9-3-12 0,3-1-10 16,4-2-14-16,4-3 2 0,4 3-13 0,3-3-10 15,0-3-10-15,4-1-21 0,3-2-13 16,1-2-11-16,2-6-7 0,2 3 2 16,0-6-4-16,6-1-3 0,-7-4 4 0,13-4 3 15,-8 3 21-15,-5-4 14 16,-4 0 17-16,0-3 2 0,-3-1 7 0,-3 0 8 0,-3-4 7 15,0-3 2-15,-3 2-9 16,-4-3-10-16,2 5-8 0,-5 4-11 0,2-1-11 16,-3 3-31-16,1 3-33 0,-7 5-43 15,0 2-42-15,-1 2-43 0,13 2-54 16,-30 4-55-16,12 3-57 0,6 0-66 0,-6 2-88 16,3 1-138-16,1 0-50 0,5-2 61 15,5 1-284-15,3-3-354 0</inkml:trace>
  <inkml:trace contextRef="#ctx0" brushRef="#br0" timeOffset="24228.23">27121 1388 2589 0,'3'-24'155'16,"-6"9"57"-16,1 1 35 0,0 6 28 15,0-1-1-15,0 4-14 0,2 5-25 0,0 0-22 16,0 0-8-16,0 0-3 0,-14 24-18 15,4 9-13-15,0 6-16 0,-3 12 2 16,1 1-14-16,-1 0-2 0,0 2-12 0,0-2-9 16,0-3-12-16,-1-5-4 0,3-9-11 15,-1-2-9-15,1-4-8 0,0-5-6 0,0-7-10 16,6-3-1-16,-3-1-1 0,-2 0-6 16,5-3-11-16,-6 0-5 0,1-3-14 15,0 1-14-15,1-4-18 0,-2 0-17 16,-5-3-18-16,3 2-13 0,13-3-6 15,-26-3-11-15,12 2-3 0,1-3-2 0,2 0-4 16,0-2-11-16,2-1-16 0,7-3-20 16,2-1-15-16,6-4-27 0,13-11-25 0,14-6-29 15,6-8-20-15,22-9-21 0,2-1-12 16,7-2 2-16,9-1 16 0,1-2 25 16,12 1 27-16,-1-3 17 0,1 3 21 15,-3-4 15-15,3 4 16 0,-7 0 27 16,-9 3 15-16,-9 3 25 0,-21 13 32 0,-8 0 33 15,-7 4 38-15,-10 8 40 0,-8 8 13 0,-6 1 7 16,-3 4 0-16,-8 3-8 16,4 7-1-16,-17-3 12 0,-6 8 10 0,-13 4 8 15,-8 11 18-15,-5 9 0 0,-3 5 2 16,1 4-6-16,-16 11-1 0,8 4-7 0,2-2-7 16,17-5-10-16,2-1-5 0,2-3-14 15,6 4-7-15,3-5-4 0,5-2-9 16,10-8-7-16,-2-2-5 0,4-5-4 0,5-5-4 15,-2-1-2-15,4-2-6 0,-1-4-2 16,0-2 0-16,3-1-3 0,1-3 2 16,0-6 3-16,1 11 8 0,-1-11 17 15,8 6 4-15,-3-2 1 0,-5-4-4 16,14 5 7-16,-6 0-2 0,-8-5-2 0,12 4-2 16,-7-1-5-16,-5-3-2 0,13 8-5 15,-7-2-7-15,4 2-4 0,-5-2-1 0,3 3-4 16,1-3-3-16,-3 2-3 0,4-2-3 15,-3 0-13-15,-1-1-29 0,0 1-39 16,0 0-60-16,-6-6-66 0,9 4-61 0,0 0-75 16,-2-2-114-16,-7-2-174 0,18-2-51 15,-6-2 57-15,3 0-336 0,0-2-418 16</inkml:trace>
  <inkml:trace contextRef="#ctx0" brushRef="#br0" timeOffset="24894">27829 1661 2665 0,'0'0'46'0,"0"0"23"0,-11-3 25 15,11 3 22-15,0 0 41 0,0 0 4 0,0 0-9 16,0 0-8-16,0 0-15 0,0 0-12 16,0 0-16-16,43 6-5 0,-30-7-14 15,3 1-5-15,-4-2-16 0,6-1-9 0,-3 1-10 16,-1-3 0-16,-1 1-4 0,-4 1 3 15,1 0 17-15,-3-1 6 0,-7 4 3 16,8-7-4-16,-8 7-10 0,0 0-7 16,0 0-5-16,0 0-2 0,-40 5-5 15,19 2 1-15,0 4-2 0,-7 4-4 0,1 2 1 16,-2 0 2-16,4 2 2 0,2 0 2 16,9-3-5-16,2-3 2 0,2-1-4 15,5 1-4-15,1-1-1 0,4-2-2 0,2 0-2 16,2-1-2-16,5 3-2 0,3-4 1 15,3-1-4-15,2-2-1 0,5 0-4 0,-2-3-2 16,3-2-2-16,4 0-3 0,-2-2 3 16,-1-3 2-16,1-2 1 0,-4 0 1 15,0-3 10-15,1-6 18 0,-4-1 23 16,-2-4 25-16,0-5 5 0,-3-3 11 16,-5 6 10-16,-2 0-6 0,-4 5 4 0,0-1-8 15,-2 2-10-15,-2 5-20 0,0-2-3 16,0 4-2-16,-2 3-19 0,-4 0-2 15,3 2-4-15,5 5-8 0,-12-3-13 0,12 3-2 16,-7-4-15-16,7 4 2 0,0 0-7 16,0 0-2-16,0 0 3 0,0 0 1 0,0 0 3 15,32-8-8-15,-19 6 3 0,9 0 1 16,-4 2 1-16,1 2-1 16,6 0 5-16,-4 4-1 0,0 3 8 0,-2 1 7 0,-2 2 12 15,4 7 18-15,-5 0 17 16,-5-2 6-16,-4 3 11 0,4-1-3 0,-6 0 10 0,-1 1 10 15,0-2-1-15,-3 1-9 16,-1-3-9-16,2 3-7 0,-2-2-2 16,0-5-17-16,-2 3-7 0,2-3-33 0,0-2-38 15,0 1-57-15,0-5-58 0,0-6-58 16,0 14-59-16,0-14-65 0,0 10-72 0,0-10-80 16,-1 7-104-16,1-7-140 0,0 0-14 15,0 0 76-15,0 0-463 0,0 0-588 16</inkml:trace>
  <inkml:trace contextRef="#ctx0" brushRef="#br0" timeOffset="26095.04">29383 1239 3083 0,'4'-23'16'16,"-4"3"36"-16,2 5 44 0,-2 1 39 15,2 4 30-15,-2 1 5 0,2 3-15 16,-2 6-21-16,0 0-15 0,0 0-12 0,0 0 12 16,0 0 7-16,-21 47 17 0,6-1 12 15,0 4 8-15,-3 7 1 0,1 3-4 0,0 1-20 16,-2-1-12-16,2-4-13 0,-1-3-11 15,6-3-10-15,-6-4-7 0,7-11-7 16,-3-4-6-16,1-1-17 0,4-9-15 0,1-4-9 16,2-3-16-16,0-4-11 0,3 0-6 15,-3-3-14-15,3 0-20 0,-4-4-14 16,7-3-11-16,-11 4-6 0,11-4-5 16,0 0-4-16,-23-7-9 0,12 0-2 15,-1-1-9-15,1-1-4 0,-4-3 10 0,-1-2 4 16,3 2 8-16,-1 2 7 0,7-1 3 15,-2 3 1-15,0 1-25 0,8 1-36 0,-1-2-25 16,5-1-20-16,10 1-14 0,7-2-26 16,15-1-32-16,10-7-57 0,11 4-48 15,6 0 27-15,10-1 48 0,28-4 48 0,3-2 37 16,-1-1 31-16,2-3 42 0,-5-8 39 16,-6-3 30-16,-9-7 33 0,-10-2 35 15,-13-8 34-15,-19 14 42 0,-4-6 43 0,-9 3 36 16,-12 9 34-16,-5 0 24 15,-7 7 13-15,-3 6-11 0,-8 4-20 0,1-2-16 16,-13 5-13-16,2 3-17 0,-9 8-12 16,-8 2-5-16,-11 6-7 0,-8 13-4 15,-2 6-3-15,-3 6-4 0,-12 18-14 0,4-1-9 16,19-4-9-16,-9 9-7 0,19-7-9 16,2 3-12-16,5-1-7 0,6-4-2 0,6 1-9 15,5-13-11-15,5 0-21 0,1-7-22 16,3-7-8-16,3-1-2 0,0-5 3 15,2 0-1-15,-1-3 2 0,5-1 6 16,3-2-1-16,3-2 4 0,1-2 12 16,3-2 15-16,0-2 21 0,4 0 23 0,-4-2 21 15,-2 3 30-15,1-2 25 0,-5 3 11 16,-10 0-6-16,17-4-17 0,-17 4-20 16,0 0-15-16,18 2-6 0,-18-2-16 0,11 6-5 15,-10 0-13-15,5-1-20 0,-1 5-33 16,2-2-46-16,-1 0-52 0,-5 0-47 0,3-1-48 15,-2-1-58-15,2 3-67 0,-1-4-53 16,6 4-55-16,-6-7-80 0,5 4-132 16,-3-2-96-16,3-1 54 0,2-1-420 0,1 2-558 15</inkml:trace>
  <inkml:trace contextRef="#ctx0" brushRef="#br0" timeOffset="26677.2">30264 1721 3103 0,'0'0'54'0,"0"0"23"0,-4-7 38 0,4 7 55 15,0 0 34-15,0 0 9 0,0 0-8 16,-5 26-14-16,3-15-15 0,0-2-8 0,-5 4 2 16,4-1 4-16,-1-3-1 0,-5 3-2 15,-1 1-10-15,0-1-8 0,-3-2-11 16,-2 1-13-16,2-3-2 0,-1-1-18 15,-3-2-8-15,3 0-7 0,3-3-23 16,-3 0-12-16,3-2-6 0,11 0-38 0,-21-4-19 16,14-3-7-16,-1 1-3 0,7-5 1 15,-3-3-2-15,4 1 4 0,4-4-3 16,1-3 2-16,1 4-7 0,-1 3 7 0,2-1 0 16,0 4 0-16,0 2 7 0,3 5-2 15,0-1 11-15,-10 4 7 0,23 2 3 0,-10 1 4 16,2 5-5-16,4 0 1 15,0 2-2-15,0 1-2 0,0-1-2 0,1 0 3 16,-4-1 1-16,2-1 1 0,-5-2 0 16,1 0-8-16,-3 0 3 0,0-1 0 15,-1-2 3-15,1 0-5 0,2 1 3 0,1-2-2 16,-1-2 8-16,3 0 20 0,-4 0 33 16,-12 0 23-16,22 3 15 0,-13-2 11 0,-9-1 6 15,16 0-1-15,-16 0-4 0,11 2-4 16,-11-2-10-16,12 4-2 0,-12-4 1 15,9 8-11-15,-5-2-10 0,-1-1-7 0,3 0-8 16,-1 2-34-16,-5-7-33 0,13 12 0 16,-8-7 0-16,2 0 0 0,4 2 0 15,-2-4 0-15,2 2 0 0,6-1 0 16,0-3 0-16,2 1 0 0,1 0 0 16,-2-2 0-16,2 0 0 0,-3-2-81 0,2 0-80 15,-5 1-43-15,-3-1-60 0,2 0-83 16,-3-1-77-16,1-1-87 0,0 1-138 0,-3-1-173 15,2 3 75-15,-1-1-607 0,-9 2-809 16</inkml:trace>
  <inkml:trace contextRef="#ctx0" brushRef="#br0" timeOffset="28444.06">14266 3059 3328 0,'0'0'-219'0,"11"-4"31"16,-11 4 39-16,6-3 16 0,-6 3 22 16,8-7 5-16,-8 7 27 0,3-7 1 15,-3 7 8-15,6-8 13 0,-3 4 5 16,-3 4 8-16,2-10 2 0,-2 6 9 16,0 4-3-16,2-15 13 0,-4 7 2 0,0 0 2 15,-1 2 7-15,-1-3 4 0,0 1 3 16,-3 0 1-16,-1 2-3 0,-2 1 3 0,-1 0 1 15,-1 1-2-15,1 3-1 0,-3-1 6 16,1 4-6-16,-1-1 0 0,-6 3 4 16,3-1 1-16,-4 4 0 0,2 1 2 0,0 0-1 15,0 4-3-15,0-3 4 0,2-1-1 16,3 5 2-16,3-3 1 0,1-1 0 0,4 0-5 16,3-1 4-16,-1-1-2 0,4 1 4 15,2 1 1-15,2 0 2 0,-1-1 6 16,7 4 3-16,0 0-2 0,1 1 2 15,3 1-4-15,0 0 3 0,4 7-3 16,5-1-2-16,-5 0 3 0,0-6-4 0,-5 1-2 16,-1-1 3-16,-3-2 10 0,-1 1 10 15,-3-1 22-15,-1-2 20 0,1-1 18 0,-5 0 3 16,-5-3 7-16,1 3 5 0,-1-2-7 16,-5 0 2-16,0-2-5 0,-3 0-6 0,0-2-6 15,-1 1-14-15,-2-4-4 0,-4 1-15 16,-1-2-18-16,1 1-21 0,0-4-21 15,-1 2-31-15,5 1-39 0,-4-2-60 16,5-1-70-16,0 1-79 0,4-1-117 16,0 1-57-16,4-1-76 0,7 4-41 0</inkml:trace>
  <inkml:trace contextRef="#ctx0" brushRef="#br0" timeOffset="28877.52">14547 3120 1429 0,'-5'-7'-12'0,"5"7"18"0,0 0 14 16,0 0 14-16,-25 17 19 0,14-8 12 15,-3 5 10-15,-1 0 8 0,-2 7 6 0,-2 1 0 16,2-2 2-16,2-2 2 0,1-2 3 15,1 2-6-15,3-3-7 0,2 0-6 16,1-4-10-16,3 3-3 0,4-2-11 0,0-2 0 16,4-2-5-16,2 1-3 0,1-1-8 15,3-5 0-15,7-1-5 0,0 0-7 0,5 0 2 16,2-6-6-16,0 3-4 0,0-3-3 16,-1-4-1-16,-5-1 2 0,2 1-4 15,-6-2 1-15,-2-1 8 0,-1 1 6 0,-5-2 6 16,0 0 2-16,-4 0 3 15,-4-2-14-15,2 2 1 0,-6 0-2 0,2 2 1 16,-3 0-6-16,1-3-5 0,-1 9-16 16,0-3-16-16,-2-1-13 0,4 6-19 0,5 2-26 15,-16-6-26-15,16 6-37 0,-13-2-38 16,13 2-42-16,-9 0-54 0,9 0-64 0,0 0-299 16,0 0-136-16</inkml:trace>
  <inkml:trace contextRef="#ctx0" brushRef="#br0" timeOffset="29194.08">14797 3138 1735 0,'0'0'10'0,"-4"6"18"0,4-6 24 16,0 0 15-16,-5 15 14 0,-1-11 15 15,2 6 6-15,2-3-3 0,2 1 2 0,-3 4-9 16,3 0-7-16,0-3-1 0,0 0-9 15,0 0-3-15,3 0-9 0,-1 2-5 16,2-2-3-16,2 0 2 0,-1-3-3 0,3 3 1 16,0-4 3-16,-3 0 2 0,5-1-1 15,0-1-4-15,-10-3-6 0,16 0 2 16,-16 0-9-16,22-3-8 0,-11-1 7 16,1-1-8-16,-3 0-6 0,2-4-9 0,1-1-8 15,-1-5-18-15,0-1-18 0,-1 3-21 16,1-2-24-16,-3 3-32 0,-2 1-36 15,2 2-46-15,-5 0-60 0,3 1-64 0,-2 2-110 16,-3 0-43-16,-1 6-97 0,4-11-62 16</inkml:trace>
  <inkml:trace contextRef="#ctx0" brushRef="#br0" timeOffset="29659.96">15117 3302 1651 0,'-3'4'85'0,"3"-4"10"16,-8 3 12-16,8-3 3 0,0 0-1 0,0 0 4 16,0 0 0-16,0 0-2 0,0 0-12 15,0 0-12-15,0 0-9 0,0 0-2 0,0 0-12 16,0 0-8-16,0 0-1 0,33-10-7 16,-33 10-4-16,11-7-4 0,-6 2-2 15,1 0-6-15,0-2 6 0,-2-2 2 16,0 1 5-16,-4-2 15 0,1-1 5 15,-2-3-6-15,-1 1-5 0,-2-1 11 0,2 0-5 16,-1-1-1-16,-4 1-6 0,5 3-1 16,-1 5-11-16,-1-3-7 0,0 2 0 0,0 0-20 15,4 7 1-15,-7-6 10 0,7 6-8 16,-8-6-17-16,8 6 15 0,0 0-6 16,0 0-2-16,-8-5-5 0,8 5-3 0,0 0 0 15,0 0 3-15,27-9-7 0,-14 3-1 16,10 1-4-16,-2 0-1 0,3 0 8 0,-8 1-18 15,2 4 21-15,-4 0-6 0,0 2-5 16,-3 5 2-16,4 3 10 0,-3 0-4 0,-3 2 3 16,3 3 2-16,-2 3-9 15,-3 1 14-15,0-1-2 0,0 1-4 0,-2-3 3 16,-1 3 0-16,4-2-14 0,-5-1-20 16,3-1-26-16,-2-1-39 0,-2-1-41 15,0-1-49-15,0-2-60 0,0-3-85 0,0 0-151 16,-2-2-20-16,0-5-158 0,3 7-155 15</inkml:trace>
  <inkml:trace contextRef="#ctx0" brushRef="#br0" timeOffset="29893.4">15769 3045 1757 0,'-8'-7'48'16,"3"2"22"-16,5 5 1 0,0 0 12 15,-20 4 17-15,20-4 12 0,-14 10 14 0,2 0 5 16,-1 4-10-16,2 3-1 0,-5 8-5 16,5-6-21-16,2-2-11 0,0-3-7 0,4 5-6 15,-1-3-4-15,2 0-12 0,3-3-30 16,-1-1-19-16,2-3-37 0,0 3-40 16,3-2-44-16,-1-2-63 0,2-3-86 0,1 0-129 15,3 1-88-15,0-3-126 0,-8-3-106 16</inkml:trace>
  <inkml:trace contextRef="#ctx0" brushRef="#br0" timeOffset="30295.72">15933 3130 1627 0,'-7'2'0'0,"-2"2"23"16,9-4 14-16,-13 8 20 0,12-5 14 0,1-3 6 15,-6 6 2-15,6-6-4 0,0 0-3 16,-4 9-4-16,4-9 0 0,0 0-5 0,0 0-2 16,0 0-9-16,15 7-3 0,-15-7-6 15,0 0 0-15,0 0-8 0,29-13 1 0,-24 6-6 16,3 0-3-16,-2-1 0 16,2-2-2-16,-5-1 8 0,1-1 11 0,-2 0 14 15,-2 4-1-15,-2-2-6 0,-2 1-9 16,-1 0-7-16,-3 6 2 0,-4 0-3 15,12 3 5-15,-28 3-4 0,7 4 3 0,-4 7 0 16,-1 2 9-16,3 4 3 0,1-2 7 16,6 6 3-16,2 0-5 0,5-5-7 0,3-1 5 15,4-5-11-15,2 1-2 0,6-3-4 16,-3 1-4-16,5 1-5 0,2-3-2 16,5-1-3-16,0-2-1 0,2-2-26 0,2-2-32 15,3 2-31-15,-4-4-32 16,3 0-44-16,-4-1-58 0,2-1-84 0,1 0-101 15,-5-2-137-15,-1 3 42 0,-2-2-85 16,-12 2-68-16</inkml:trace>
  <inkml:trace contextRef="#ctx0" brushRef="#br0" timeOffset="30545.67">16390 3355 1655 0,'0'0'60'0,"0"0"6"0,0 0 23 16,-3 11 14-16,3-11 8 15,0 0 6-15,0 14-6 0,2-7-8 0,-2-7-9 16,-2 14-7-16,0-2-15 0,-2-1-7 16,-1-1-2-16,0 2-5 0,-4 1-15 0,1-1-35 15,-6 2-27-15,3 1-47 0,0-5-47 16,-3 0-69-16,3-1-72 0,1-4-109 15,3-4-286-15,-1 1-146 0</inkml:trace>
  <inkml:trace contextRef="#ctx0" brushRef="#br0" timeOffset="31077.05">16819 3028 1695 0,'0'0'-23'0,"0"0"29"16,0 0 33-16,0 0 26 0,-27 19 21 0,22-6 17 16,-4 5 10-16,-2 2 2 0,2-1 5 15,2 0-3-15,-4-2-12 0,4 3 4 16,2-2-8-16,-1-3-10 0,2 2-8 15,4-3-12-15,-1-3-7 0,1 0-5 0,1 0 1 16,1-3-11-16,4-1-1 0,1 0-8 16,0-4 1-16,6-1-3 0,-13-2-8 15,26 0 3-15,-13-2-9 0,5-1 2 0,-5 0-3 16,1 2 0-16,-1 0-3 0,-13 1-4 16,19-2-7-16,-19 2-1 0,18-2 3 0,-18 2 13 15,14 4-9-15,-6-2 9 0,-8-2-1 16,13 10 1-16,-5-5 1 0,-3 3-2 15,3-4-4-15,-3 1 0 0,-5-5 2 16,12 9-3-16,-6-4 3 0,-1-2-10 16,-5-3 7-16,18 4 5 0,-18-4-7 0,19 0-1 15,-19 0 9-15,21-1 3 0,-14-3 11 16,5 0 3-16,-3-3 0 0,1 0 5 0,0-3 1 16,-1 0 3-16,0-4-7 0,0-1-1 15,4-7-4-15,-1-3-7 0,2-6-7 16,-1 2 3-16,1-4-22 0,-1 1-27 0,0 1-31 15,-1 4-38-15,-3 8-48 0,-1 5-64 16,-2 2-80-16,0 4-116 0,-3 2-162 0,-1 2 18 16,-2 4-201-16,0 0-235 15</inkml:trace>
  <inkml:trace contextRef="#ctx0" brushRef="#br0" timeOffset="31511.44">17431 3130 2066 0,'-8'2'70'16,"8"-2"26"-16,-9 6 15 0,9-6 16 15,0 0 12-15,0 0 14 0,0 0-2 0,0 0-14 16,0 0-3-16,-12 1-13 0,12-1-12 16,0 0-2-16,0 0-8 0,0 0-9 0,0 0-8 15,0 0-5-15,0 0-12 16,0 0 0-16,34-9-24 0,-24 4-14 0,0 0-4 15,-3 1-8-15,3-3-3 0,-1-2-2 16,-5 2-5-16,3 1 3 0,2-2-5 0,-7 1-2 16,-2 7-5-16,3-8 1 0,-3 8-1 15,0 0-2-15,-14-7-4 0,14 7 2 16,-25 3 4-16,13 4 16 0,-8 5 4 0,5-2-2 16,-8 10 20-16,0-4 17 15,8 3-4-15,4-4-2 0,-1 3-3 0,7-3 0 0,-1 1-5 16,4-1-5-16,2-1 3 0,0-1 1 15,4 1-4-15,5 0-3 0,3-3 1 16,3 1 1-16,-2-6-7 0,3 0 1 16,1-2-22-16,0-2-18 0,1-2-37 15,-6 0-32-15,6 0-32 0,-3-2-40 0,2 2-53 16,-6-3-69-16,3 2-89 0,-1-3-152 16,-4 1-27-16,2 1 53 0,-11 2-149 0,11-7-139 15</inkml:trace>
  <inkml:trace contextRef="#ctx0" brushRef="#br0" timeOffset="32243.62">18257 3016 1788 0,'0'0'27'0,"0"0"28"0,-12 19 30 16,4-11 25-16,1 4 12 0,-2 2 4 15,2-1 3-15,2 1-6 0,-3 3 0 16,2-3-13-16,0 1-9 0,2 2-14 16,3-3-4-16,-1 1-9 0,2-3-7 0,0 1-8 15,2-3-4-15,-1-2-6 0,3 3-6 16,3-5-6-16,2 0-2 0,-2-1 0 0,2-4-7 16,-9-1 7-16,25-2-11 0,-7-2 0 15,0-4-8-15,-4 3 5 0,1-2 1 16,1 0-4-16,-7 1 4 0,0 2 3 0,1 0 1 15,-2-1-15-15,-8 5 10 0,13-2-9 16,-13 2 6-16,0 0-4 0,17 7 1 16,-11-3 4-16,1 4-3 0,0-2-9 0,0 2 1 15,0 1-2-15,3-3 2 0,-2-1 3 16,3 2-8-16,2-1 7 0,-1-3-2 16,3 2 1-16,1-3-4 0,-4-2 0 15,-12 0-2-15,33-4 6 0,-16-1 12 0,3-4 2 16,-5 3 22-16,2-4 2 0,0-1 11 15,-2-3-10-15,6-4 3 0,-4-5-15 0,5 0 3 16,-8-2-8-16,2 0-6 0,-1-2-21 16,-1 2-16-16,-5 5-38 0,-2 2-41 0,1 5-45 15,-5 2-47-15,2 3-73 0,-5 1-85 16,0 4-109-16,0 3-89 0,0 0 35 16,-6-7-132-16,6 7-132 0</inkml:trace>
  <inkml:trace contextRef="#ctx0" brushRef="#br0" timeOffset="32459.87">18971 2930 1715 0,'3'-5'50'0,"1"1"24"0,-4 4 9 0,0 0-6 16,0 0 8-16,0 0 29 0,0 0 19 15,14 14-6-15,-12-3-13 0,-4 7-14 0,0 6-1 16,-3 2-15-16,-2 8-7 15,3 0-25-15,-3 0-25 0,0-4-33 0,-2-5-36 16,4-2-48-16,-3-4-52 0,5-3-81 16,-6-3-75-16,6-1-119 0,-3-3-193 15,2-4-109-15</inkml:trace>
  <inkml:trace contextRef="#ctx0" brushRef="#br0" timeOffset="32643.46">19046 2856 1631 0,'3'-22'61'16,"3"3"28"-16,-4 4 23 0,-2 3 15 16,1 1 3-16,-1 5-11 0,2-3-15 15,-2 4-17-15,0 5-19 0,2-9-29 16,-2 9-24-16,0 0-29 0,0 0-40 16,0 0-51-16,0 0-74 0,0 0-73 0,0 0-421 15,0 0-168-15</inkml:trace>
  <inkml:trace contextRef="#ctx0" brushRef="#br0" timeOffset="32893.05">19202 2743 2060 0,'3'-8'112'15,"-1"1"27"-15,0 2 0 0,-2 5-3 0,2-7-9 16,-2 7-18-16,0 0 26 0,0 0 9 15,2 24-9-15,-6-7-8 0,2 7-12 16,-1 0-15-16,-4 13-9 0,0 1-6 0,-3-1-6 16,3 2-9-16,-1-1-24 0,2-1-2 15,2-2-20-15,-1-8-29 0,1-3-38 0,2-3-39 16,2-4-29-16,-1 1-34 0,-1-3-34 16,-1-3-49-16,1 0-65 0,4-7-101 15,-2 1-102-15,0-6 37 0,0 0-79 0,0 0-42 16</inkml:trace>
  <inkml:trace contextRef="#ctx0" brushRef="#br0" timeOffset="33145.12">19405 2673 1664 0,'2'-19'134'0,"0"7"21"16,-2 1 16-16,1 5 13 0,-2-2-1 0,1 8-14 15,0-6-19-15,0 6-3 0,0 0-1 16,0 0-2-16,-10 28-15 0,3-7-8 15,0 11-9-15,-4 4 0 0,0 3-8 0,-3 9-5 16,3 2-3-16,-2-1-11 0,3 1-10 16,1-10-18-16,2-1-4 0,-4-1-9 0,4-2-29 15,3-2-26-15,1-8-47 16,-3-3-42-16,4-6-42 0,1 1-45 0,-1-5-58 16,-1-1-65-16,1-2-108 0,2-3-110 15,0-7 32-15,0 0-135 0,7 6-128 16</inkml:trace>
  <inkml:trace contextRef="#ctx0" brushRef="#br0" timeOffset="33544.28">20066 2939 1761 0,'-13'7'24'0,"0"1"27"16,0 4 28-16,-1 2 33 0,-5 7 26 0,-2 2 14 15,2 3 9-15,0 0-12 0,2-1 6 16,6 1-20-16,-1-7-16 0,4 2-11 16,4-4-4-16,1-1-5 0,1 1-3 0,2-4 0 15,2 1 4-15,1-2 4 0,1-4-2 16,5 1-11-16,0-2-4 0,0 0-4 15,4-5-5-15,1 1-12 0,-1-1-3 0,2-2-8 16,4-6-4-16,-2 1-5 0,3-3-2 16,-4-3-8-16,6-5-5 0,-3-3 1 15,-4 0-8-15,-6 1-9 0,3-3-11 16,-4 3-8-16,-3-1-15 0,-1 3-19 0,-2 1-22 16,-2 3-29-16,-4 5-36 0,-2-1-41 15,1 1-41-15,-3 2-48 0,-2 3-75 0,3-1-100 16,7 3-111-16,-18 0 40 0,18 0-141 15,-11 5-138-15</inkml:trace>
  <inkml:trace contextRef="#ctx0" brushRef="#br0" timeOffset="33728.17">20102 3078 1807 0,'0'0'38'0,"0"0"31"0,0 0 32 0,11 6 26 15,-11-6 21-15,3 9 8 0,1-2-6 16,0 0 9-16,-1 3-10 0,3-2-17 0,-1 3-18 15,0 0 1-15,2 4-11 0,-3-4-29 16,4 1-19-16,-1 1-27 0,-1-1-39 0,-2-3-45 16,2 2-57-16,-1 0-55 0,1-4-82 15,-3 1-89-15,4-4-154 0,-2 2 25 16,1 0-91-16,1-3-59 0</inkml:trace>
  <inkml:trace contextRef="#ctx0" brushRef="#br0" timeOffset="34192.83">20714 3048 1476 0,'0'-10'26'0,"-2"-2"19"16,2 4 15-16,-2-3 7 0,0 3 13 15,2 1 7-15,-1 0 5 0,-1-1-5 0,-4 4-7 16,4-1-11-16,-1 0-7 0,-6 0-6 15,9 5-1-15,-18-2 0 0,4 4 2 16,-3 0 2-16,-6 4 1 0,-9 3-5 16,0 1 4-16,-1 2-1 0,5 0-12 0,3-2 0 15,5 1-3-15,7-4-4 0,0-2-5 16,3 1-2-16,5 3-2 0,-1-4-1 0,8 4 3 16,-2-9 1-16,9 16 1 0,1-8 5 15,3 0-4-15,3 2-2 0,3 1 14 16,0-3 13-16,8 6-3 0,-5-1-3 0,-5-3-6 15,-2-2 2-15,1 3-5 0,-3-1 3 16,-5-3 7-16,1 2 19 0,-3-2 15 0,0 2 5 16,-5-2 2-16,-1 2-3 15,0-9-2-15,-1 13-6 0,-3-6-8 0,-4 0-10 16,1 0 2-16,-3-2-12 0,1-1-6 16,-2 2-3-16,-3-2-4 0,1-2-14 15,1 1-18-15,-1-3-36 0,0 2-41 0,13-2-46 16,-27-5-41-16,17-1-61 0,1 0-70 15,-1 0-99-15,0-2-156 0,7-1-16 0,-3 1 57 16,2-2-174-16,4 3-166 0</inkml:trace>
  <inkml:trace contextRef="#ctx0" brushRef="#br0" timeOffset="34576.15">21128 2934 1982 0,'-2'-11'61'16,"-2"1"20"-16,3 2 20 0,-3 1 11 0,-1-1 4 16,5 8-8-16,-11-8-13 0,4 6-7 15,7 2-7-15,-25 4-13 0,5 0-3 16,-2 0-1-16,-6 9-14 0,-3-1 0 0,2 0-12 16,3 2 3-16,-1-1-5 0,7-1-2 15,8-3-9-15,0 1-4 0,0 0 2 0,9-3 8 16,-1 3 10-16,6-3 24 15,3 2 5-15,1-2 10 0,6 1 23 0,3-1 3 16,0 0-9-16,4 1-6 0,-2 1-9 16,1 3-2-16,-1-5-10 0,-3-1-2 15,-2 2 0-15,1-1-3 0,-2-1 4 0,-4-1 14 16,-2 0 20-16,3 2 3 0,-3-2-1 16,-5-5 1-16,1 11-8 0,-1-11-8 0,-3 12-10 15,-4-8-8-15,0 4-9 0,-1-3-8 16,-4-1-31-16,1 0-28 0,-2 2-46 0,1-2-51 15,-1-1-52-15,1-2-60 0,12-1-58 16,-20 0-60-16,10-1-81 0,4-4-93 16,1-4-88-16,5 2 42 0,2-6-241 0,3 1-279 15</inkml:trace>
  <inkml:trace contextRef="#ctx0" brushRef="#br0" timeOffset="34761.21">21239 2890 2175 0,'13'-10'61'0,"-4"3"46"16,-1-1 42-16,0 2 26 0,-5 3 19 15,-3 3-10-15,8-5-22 0,-8 5-11 16,0 0 10-16,0 0 1 0,5 18-11 0,-7-3-13 16,1 1-11-16,-3 7-15 0,-4 8-17 15,-3 2-46-15,1 1-71 0,-1-2-44 0,4-3-57 16,-3 2-58-16,2-8-69 16,3-4-88-16,-1-3-111 0,2-3-88 0,3-3 39 15,-2-2-145-15,3-2-139 0</inkml:trace>
  <inkml:trace contextRef="#ctx0" brushRef="#br0" timeOffset="34909.87">21424 2859 1804 0,'3'-17'71'0,"1"7"21"0,-2 0-1 16,0 3-10-16,-2 2-9 0,0 5-25 15,1-7-41-15,-1 7-46 0,0 0-63 16,0 0-85-16,0 0-106 0,0 0-264 0,0 0-59 15</inkml:trace>
  <inkml:trace contextRef="#ctx0" brushRef="#br0" timeOffset="35229.07">21570 2963 1671 0,'-10'7'117'0,"3"-2"29"0,-1 3 27 0,-2-2 25 16,5 4 22-16,-3-3-2 0,3 3 3 15,-3 0-10-15,2 2-15 0,0-2-16 16,5 2-17-16,-1-1-26 0,0 0-13 0,2 0-17 16,2-1-5-16,0 0-8 15,-1 1-8-15,5-5-10 0,0 3-7 0,-2-2-4 16,5-4-9-16,-1 3-7 0,4-2-6 16,-12-4 1-16,16 0-9 0,-16 0-3 0,20-6 4 15,-11 0-5-15,-2 1-6 0,5-5-9 16,-6-2-5-16,0-1-5 0,-1-3-10 0,-1-1-4 15,-1 0-18-15,-2 3-19 0,-1 1-21 16,0 1-28-16,-1 3-31 0,-2 2-30 16,-1 2-28-16,0 0-28 0,4 5-29 0,-13-3-42 15,13 3-41-15,-13 3-49 0,13-3-92 16,-15 5-20-16,9 0-154 0,6-5-136 16</inkml:trace>
  <inkml:trace contextRef="#ctx0" brushRef="#br0" timeOffset="35525.23">21610 3059 1693 0,'0'0'8'0,"6"5"44"0,-6-5 39 16,3 12 32-16,-3-6 27 0,0-6 18 16,0 16 20-16,0-5 8 0,0 0 6 15,0 3 7-15,-1 1 0 0,1 3-6 0,-2-1 7 16,2 1-5-16,-2 1-14 0,2 2-14 16,-2-3-19-16,0 0-15 0,0-1-15 0,2-3-12 15,-2 0-7-15,1-4-2 0,-1 0-5 16,2 0-2-16,-4-1 10 0,-1 1 12 15,-2-4 12-15,-2 0-1 0,-5-2-8 16,-5-1-10-16,-2-1-8 0,0 0 0 16,-6-6-19-16,3 2-11 0,-3-3-10 0,-7-3-1 15,7 2-11-15,6-4-28 0,2 2-31 16,-2-1-34-16,8 3-46 0,0-1-52 0,3 3-65 16,0 2-74-16,3 1-86 0,-1-3-107 15,8 4-138-15,-17-3-79 0,11 1 59 0,6 2-424 16,0 0-523-16</inkml:trace>
  <inkml:trace contextRef="#ctx0" brushRef="#br0" timeOffset="36042.42">21741 2973 2947 0,'2'-7'63'15,"0"0"26"-15,-2 7 19 0,2-7 8 0,-2 7-4 16,0 0 12-16,0 0 17 0,0 0 10 16,0 0-2-16,0 0-8 0,2 28-15 0,-2-16-9 15,-2 0-13-15,0 5-9 0,-2-1-2 16,1 0-11-16,-3 3-10 0,1 0-6 0,-4-1-2 16,2-2-4-16,-4 3-1 0,-1-4-5 15,2-1-9-15,-1-3-8 0,4 1 4 16,1-6-4-16,-2 4-1 0,4-5 3 15,4-5-5-15,-5 2-8 0,5-2-6 16,0 0 0-16,0 0-1 0,13-25-3 0,1 8 3 16,6-9 10-16,5 2 5 0,9-3 13 15,-3 5 15-15,-5 3 24 0,-1 2 22 0,-3 6 16 16,-8 3 0-16,0 1 10 0,-3 3 5 16,0 4 0-16,-11 0 5 0,22 4-2 0,-15 3 0 15,3 1-12-15,-1 4-12 0,-1 5-11 16,-3 2-6-16,4-3-13 0,-2 2-7 15,1-4-10-15,-5 1-7 0,3-2-5 0,-2-3-3 16,2 0-5-16,-2-1 0 0,-3-2 12 16,1 0 7-16,2-3 5 0,-4-4-45 15,12 8-30-15,-12-8 0 0,17 0 0 16,-17 0 0-16,26-12 0 0,-6 2 0 0,4-7 0 16,1-3 0-16,0-1 0 0,2-6 0 15,1-5 0-15,1-4-158 0,-2 3-159 0,-9 6-99 16,0 4-119-16,-9 5-146 0,-4 1-166 15,-5 6 68-15,-1 3-737 0,-1-2-962 0</inkml:trace>
  <inkml:trace contextRef="#ctx0" brushRef="#br0" timeOffset="39176.72">23281 2958 3811 0,'0'-8'-151'0,"0"8"56"0,0 0 41 16,-1-9 36-16,1 9 40 15,0 0 28-15,-4-10 17 0,4 10 21 0,0 0 2 0,0 0 4 16,-2-8-1-16,2 8-18 16,0 0-3-16,0 0-1 0,0 0 1 0,0 0 8 15,0 0 8-15,18 0-4 0,-18 0-4 16,25 4-6-16,-5-1 1 0,5-2 6 0,1 3-3 16,12 0-5-16,0 1-6 0,4-3-6 15,-1 2-4-15,-4 0-6 0,-2-2-5 16,-7 0 3-16,3-2-12 0,-3 1-4 15,3-1-1-15,-3 0-2 0,-1-1-6 0,2-1 1 16,-2 0-3-16,-3-2-2 0,-5 2 4 0,1-2 8 16,2 1 7-16,1-3 0 0,-4 1 3 15,-2-2 0-15,-1 1-7 0,-2 0 1 16,2 1-1-16,-5-1-2 0,-1-2-4 0,-1 4-4 16,3-2-2-16,-4-1-3 0,-3 1-3 15,-1 0-2-15,2-2-2 0,-3 0 0 16,-3 3 1-16,0-7-6 0,0 4 1 15,-3-1-5-15,-1-1-1 0,-2 2 0 0,1-3 0 16,-3 3-3-16,-2-1 2 0,3-1 2 16,-9 1 0-16,3 4 16 0,-1-1-3 0,3-1 2 15,-4 3 7-15,0-1 1 0,-3 2 2 16,5 1-1-16,-1 0-6 0,0 0-3 16,-2 4 8-16,-2 0-10 0,-4 1-1 0,-1 4-2 15,3 0 1-15,-3 0-6 16,-6 6 3-16,1 3 0 0,-1-1 2 0,0 1 2 15,2-1 1-15,1 2 3 0,4 0 2 16,-2 1-1-16,-1-1 21 0,9-3-6 0,-2-1 2 16,3-1 14-16,0 0 9 0,2-1 0 15,-1-1 8-15,3 0-5 0,-1 1-4 0,1-1-4 16,2-2 12-16,-3 1-2 0,0 1 6 16,3 0-9-16,1 1 11 0,-3-1 6 15,0 0 0-15,-1 2 4 0,-3 2 2 16,1-2-1-16,1 2 3 0,-1-3-4 15,1 1-1-15,-2 0-4 0,4-3-78 0,-6 2-1 0,1-2 0 16,0-1 0-16,2-3 0 16,-2 2 0-16,-1-2 0 0,2-1 0 0,-2-2 0 15,1 1 0-15,3-3 0 0,-2 0 0 16,15 0 0-16,-29-5 0 0,14 1 0 0,2-4 0 16,0 4 0-16,0-5 0 0,-1 1 0 15,3-3 0-15,1-1 0 0,0 2 0 0,3-2 0 16,1 0 0-16,3 0 0 0,1 1 0 15,2-4 0-15,2 2 0 0,-1-3 0 0,7-1 0 16,3 0 0-16,3 0 0 0,-1 2 0 16,2 1 0-16,-2 1 0 0,7 2 0 15,-4 1 0-15,2 0 0 0,-3 4 0 16,-1 1 0-16,-1 2 0 0,-1-2 0 0,0 5 0 16,-2-2 0-16,0 2 0 0,-10 0-246 15,18 0-51-15,-7 2-49 0,-2-2-51 16,-2 2-48-16,0 2-49 0,-7-4-73 0,16 4-78 15,-8-1-76-15,0 1 57 0,-2 0-482 16,1 2-613-16</inkml:trace>
  <inkml:trace contextRef="#ctx0" brushRef="#br0" timeOffset="39626.78">22831 2663 2777 0,'-21'3'-217'0,"16"4"53"0,-5 3 53 15,-2 6 43-15,-6 11 40 0,0 2 37 16,-6 12 26-16,1 5 24 0,0 2 17 0,4 3 9 15,0 2 1-15,5-2 0 0,7 0-1 16,3-8-2-16,4-3-6 0,6 0-9 16,3-1-2-16,3-3-7 0,5-2-22 0,0-3-39 15,6-2-62-15,1-4-80 16,0-4-111-16,2-2-140 0,-1-5-76 0,4-2-131 16,-2-3-101-16</inkml:trace>
  <inkml:trace contextRef="#ctx0" brushRef="#br0" timeOffset="39959.89">24312 2404 1790 0,'2'-12'108'0,"-2"1"23"0,0 3 4 0,0 3 4 16,0 5 1-16,0 0 2 0,4-8 7 15,-4 8 24-15,0 0-1 0,11 20-1 16,-3 2-11-16,2 14 6 0,1 15 3 0,-3 4-17 16,-2 3-13-16,-3 3-9 0,-3-1-13 15,-2 1-12-15,1 1-10 0,-3-3-38 0,-5-1-57 16,4-5-15-16,-4-2-53 15,1-11-38-15,-2-5-45 0,1-4-49 0,-2-2-55 16,-7-2-64-16,5-8-85 0,-2-7-132 16,0 1 30-16,-3-3-168 0,-5-5-168 15</inkml:trace>
  <inkml:trace contextRef="#ctx0" brushRef="#br0" timeOffset="41509.22">24996 2913 1997 0,'-6'-8'115'16,"6"8"14"-16,-3-5 9 0,3 5 8 15,0 0 5-15,-6-10 12 0,6 10-5 0,0 0 8 16,0 0 4-16,0 0-16 15,0 0 1-15,0 0-10 0,0 0-16 0,22 24-8 16,-19-15-6-16,3 2-6 0,-3-2-2 16,-1 0-7-16,2 2 9 0,-4-2 7 15,0 0 8-15,0-1 2 0,0-8 3 0,-6 15 1 16,5-7-1-16,-7-4-5 0,1 1-9 16,-3-2-10-16,-1 1-2 0,-1-2-14 0,12-2-14 15,-21 0-2-15,7-4-4 0,3-1-11 16,2 0-3-16,-1-4-8 0,1-3-2 0,3-2-4 15,2-3-10-15,4-1 7 0,2 3-17 16,0-2 1-16,2 3-5 0,-1 2 0 16,3 0 2-16,0 5-10 0,0 0-4 0,1 4 0 15,-7 3 0-15,13-4 9 16,-13 4-6-16,0 0 5 0,27 10 0 0,-18-4-6 16,2-1 13-16,-4 1-13 0,-2 2 2 15,6-2 5-15,-8 0 6 0,5 0-2 0,-5-1 2 16,-3-5 1-16,10 6-2 0,-10-6 1 15,8 6-2-15,-8-6 3 0,7 5 9 16,-7-5 9-16,0 0-17 0,10 4-1 0,-10-4 2 16,0 0-3-16,0 0-6 0,13 0 8 15,-13 0-8-15,0 0-6 0,0 0 4 0,0 0-5 16,15 0 1-16,-15 0 0 0,0 0-1 16,12 5-2-16,-12-5 6 0,11 4-7 0,-3-1-3 15,-8-3 7-15,15 2-4 16,-7 2 5-16,-8-4-2 0,16 2-5 0,-16-2 0 15,24-2 3-15,-12 2-3 0,1-2 5 16,-2-2 0-16,-11 4-3 0,25-2 2 16,-13-1-3-16,0-1 1 0,-2 1-5 0,2-1 1 15,-3 1 2-15,-9 3 3 0,18-4-5 16,-13 0-5-16,-5 4-1 0,13-2 5 0,-13 2 6 16,0 0 6-16,19 0-5 0,-19 0 4 15,13 0 1-15,-13 0-2 0,14 2 2 16,-14-2-4-16,13 4-1 0,-13-4 3 0,14 4-9 15,-8-1 3-15,-6-3-11 0,12 4-30 16,-12-4-31-16,14 3-20 0,-8-1-32 0,-6-2-37 16,11 5-31-16,-11-5-41 15,14 2-39-15,-14-2-33 0,18-2-36 0,-4 1-33 16,6-8-30-16,7-4-23 0,6-2-27 16,9-9-33-16,1-7-37 0,4-5-413 0,0-2-414 15</inkml:trace>
  <inkml:trace contextRef="#ctx0" brushRef="#br0" timeOffset="41892.64">26009 2527 2355 0,'23'-31'-54'0,"-10"9"74"15,-4 5 65-15,-4 3 44 0,2 4 47 0,-5 0 18 16,0 3 5-16,-2 7 6 0,0-7 2 16,0 7 16-16,0 0 19 0,0 0 5 0,-35 24 9 15,21-9-1-15,-2 9 10 0,-4-1-8 16,6 2-10-16,-2 1-13 0,1-1-20 16,5-2-19-16,1-4-19 0,0 2-14 15,0-7-13-15,4 2-22 0,-1-3-13 16,2 2-10-16,1-3-13 0,1-4-6 0,-2 1-11 15,1 0-4-15,2-2-7 0,1-7-16 16,-4 10-24-16,4-10-16 0,-2 6-30 16,2-6-42-16,0 0-20 0,0 0-11 0,0 0-3 15,0 0 8-15,-23-23 5 0,14 14 4 0,-4-2 11 16,-7 5 1-16,-3 3 5 0,1 1 5 16,-6 4 6-16,-11 6 9 15,3 4 2-15,1 5 6 0,5 0 12 0,-1 4 15 16,7-1 16-16,3 2 3 0,6 2 11 15,3-7 5-15,4 2 7 0,4-3 7 0,4-4-2 16,2 1-3-16,8 2 7 0,3-3 9 16,10 6 7-16,8-2-10 0,3-2-4 0,4-2-34 15,3-2-59-15,-2-2-78 0,3-1-97 16,-1-1-103-16,-2-6-89 0,-6 0-106 16,6-2-170-16,-8 0 1 0,-2-1 63 0,5-6-425 15,3 0-528-15</inkml:trace>
  <inkml:trace contextRef="#ctx0" brushRef="#br0" timeOffset="42141.97">26521 2871 3219 0,'-12'0'167'0,"12"0"21"0,-13 0 33 0,13 0 31 16,0 0 32-16,0 0 0 0,0 0 14 16,0 0-17-16,0 0-30 0,0 0-25 15,0 0-25-15,0 0-33 0,47-4-48 0,-31 4-91 16,5-2-81-16,0 2-97 16,6 0-93-16,-1-2-109 0,3 1-124 0,0-2-182 15,8 0-24-15,-6 0 61 0,-6-3-388 16,0 1-482-16</inkml:trace>
  <inkml:trace contextRef="#ctx0" brushRef="#br0" timeOffset="42408.26">26919 2644 3064 0,'-12'-5'142'0,"7"1"24"16,-1 0 9-16,6 4 5 0,0 0 21 15,0 0 16-15,0 0 5 0,0 0-9 16,20 32-13-16,-9-18 0 0,6 8-9 15,-2 2-18-15,1 0-11 0,-7-2-18 16,0-2-14-16,-3 1-11 0,-1-1-9 0,-4-1-15 16,-2 1-12-16,-4 1-18 0,-2-1-5 15,-6 7-5-15,-7-4-9 0,1 0 0 0,-3-4-17 16,0 0-25-16,-3-2-39 0,9-3-30 16,-2-4-50-16,5-3-44 0,1-2-51 15,3-1-56-15,2-3-66 0,7-1-92 0,0 0-104 16,-12-7-147-16,10 1 48 0,5-3-413 15,4-5-512-15</inkml:trace>
  <inkml:trace contextRef="#ctx0" brushRef="#br0" timeOffset="43107.48">27454 2738 2654 0,'0'0'-82'0,"7"-1"43"16,-7 1 39-16,5-4 30 0,-5 4 27 16,8-5 20-16,-8 5 20 0,7-5-1 0,-7 5 9 15,7-5 7-15,-7 5-3 0,7-6 16 16,-7 6-10-16,0 0 4 0,6-11 3 15,-5 5 4-15,1 0-3 0,0-2 4 16,0 2-4-16,0-3-7 0,-4 3-12 16,2-3-7-16,-4 0-10 0,1 1-11 0,-1 1-9 15,-5-1-5-15,-5 2-9 0,3 2-7 16,-3 0-5-16,-1 4 1 0,-6 4-5 16,0 1-8-16,0 2-5 0,4 2 2 0,-3 0-8 15,4 3 1-15,0 0 3 0,3 0-3 16,6 2-3-16,3-1 3 0,-3 1 0 15,7 0 1-15,2 1 10 0,7 0 9 16,-2 2 5-16,2 2 2 0,1-2-1 0,3 2 1 16,3 4 12-16,1-2 9 0,-3 1 0 15,-3-7 11-15,-2 1 17 0,-2-2 23 0,2-3 23 16,-6-1 29-16,-1 1 12 0,0-1 6 16,-6-1 4-16,1 1 1 0,-3-2-10 0,-2-1-13 15,-3-2-15-15,0 2-13 0,-5-1-17 16,1 0-13-16,-2-2-10 0,-1-1-10 15,-1-1-36-15,0-2-56 0,2 0 0 0,0-2 0 16,-1-3 0-16,4 0 0 0,-4-4-144 16,7 1-99-16,0-1-73 0,2 1-90 0,4 1-106 15,-1-3-102-15,3 4-166 16,3 0 7-16,0 6 67 0,0 0-551 0,3-14-719 16</inkml:trace>
  <inkml:trace contextRef="#ctx0" brushRef="#br0" timeOffset="43329.95">27587 2946 3781 0,'0'0'143'0,"0"0"59"0,0 0 47 16,-37-7 47-16,37 7 21 0,0 0-5 16,0 0-16-16,0 0-28 0,0 0-28 15,0 0-21-15,0 0-26 0,29-4-36 0,-29 4-73 16,26 0-86-16,-12 0-88 15,1 0-80-15,0-1-97 0,7 1-91 0,-4-3-87 16,1 2-95-16,6-4-155 0,-6 3 16 16,0-2 67-16,3 2-374 0,-2-4-463 0</inkml:trace>
  <inkml:trace contextRef="#ctx0" brushRef="#br0" timeOffset="43576.17">27872 2832 2804 0,'-9'-8'93'0,"9"8"56"0,-8-6 45 15,8 6 29-15,0 0 11 16,-6-5-6-16,6 5-4 0,0 0 5 0,0 0 9 16,0 0-5-16,0 0-8 0,6 26-11 15,-2-16-12-15,0 3-12 0,-2-2-36 16,-1 4-6-16,-1-1-19 0,-1 3-11 0,-3 1-9 16,-2-1-12-16,0 2-4 0,-3 0-12 15,-1-2-12-15,-3-2-5 0,0 1-20 0,-1-3-41 16,-1 1-54-16,2 0-48 0,-3-6-52 15,7 1-59-15,1-4-43 0,0-1-71 0,8-4-72 16,0 0-89-16,0 0-118 16,0 0-66-16,0 0 57 0,4-18-387 0,8 8-474 15</inkml:trace>
  <inkml:trace contextRef="#ctx0" brushRef="#br0" timeOffset="43892.51">28274 2847 2654 0,'0'0'30'0,"0"0"49"16,0 0 41-16,0 0 53 0,-34 12 40 16,21 0 29-16,-3 2 15 0,-1 1 2 0,-2 8-3 15,2-2-10-15,0 1 0 0,4-3-36 16,5-2-5-16,2-1-24 0,0 1-2 0,6-2-16 16,0-1-13-16,6 0-8 0,1-3-3 15,4 1-15-15,0-3-10 0,0-2-3 0,3-4 12 16,-1-1 3-16,0-2-4 15,6-2 6-15,-3-2-2 0,-4-3-1 0,6-2-4 16,-7 0-7-16,3-3-12 0,-5-3-10 16,0-2-13-16,-7 0-12 0,3-1-19 0,-8 0-37 15,-1-1-60-15,-7 0-79 0,0 4-58 16,-6 3-76-16,-12 0-66 0,-1 6-104 16,-8 3-149-16,-5 1-246 0,2 4 46 0,-3 0 100 15,0-1-551-15,2 2-694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9T03:59:22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10641 7432 1619 0,'8'-4'404'0,"-8"4"-116"0,3-6-14 0,-3 6 10 0,4-5-7 0,-4 5-10 0,0 0-18 16,2-8-14-16,-2 8 12 0,0 0 2 0,-6-9-5 15,6 9-7-15,-7-9-10 0,0 7-11 16,-4-4-7-16,2 1-17 0,-7-2-20 0,0-2-16 15,-5 3-11-15,-3 0-16 0,4 1-13 16,-5 0-12-16,4 5-13 0,-6 0-8 0,-9 7-7 16,-2 6-11-16,-4 5-6 0,0 7-6 15,-1 7 5-15,2 4 8 0,1 3 2 16,6 1 8-16,2 6-5 0,7-3-6 16,4-4-2-16,11-4-3 0,7-8-5 0,6-3-3 15,10 2-1-15,9 1-6 0,8-6-3 0,4-6-2 16,16 0-4-16,1-2-5 15,-7-5-3-15,2-1-5 0,-4-1 1 0,-2 0-6 16,-4 0 4-16,-7-1 20 0,-8 4 28 16,-2-2 31-16,-2 3-84 0,-3 5-17 0,-7-5 0 15,-3 6 0-15,-6-2 0 0,-4 6 0 16,-6 7 0-16,-4-1 0 0,-4-1 0 0,-3 1 0 16,-1-2 0-16,-1 0 0 0,-2-4 0 15,3-2 0-15,-1-3 0 0,4-3 0 0,6-6 0 16,-3-4 0-16,5-4 0 0,-5-6 0 15,6 1 0-15,-1-1 0 0,1-2 0 0,4-4 0 16,1 0 0-16,3 0-77 0,2 0-620 16,4-1-142-16,2 0-48 0,5-2 82 0,12-5-857 15,1 1-1098-15</inkml:trace>
  <inkml:trace contextRef="#ctx0" brushRef="#br0" timeOffset="333.63">10934 7786 4592 0,'-5'-8'39'0,"5"8"68"0,0 0 60 0,-13-5 40 0,13 5 30 16,0 0 19-16,-20 8 11 0,11 1 3 15,-3 8-8-15,1 0-16 0,0 9-20 16,-1 1-20-16,1 0-17 0,2-3-20 16,4-5-28-16,1-2-16 0,4 1-14 0,2-5-11 15,4-1-11-15,2 1-10 0,3-4-17 16,5-2-22-16,-2-1-36 0,8-8-4 0,-2 0-26 15,3-4-5-15,9-6-3 0,-3-2-2 16,-4-2 12-16,0 0 3 0,-8-2 0 0,-3 1 12 16,-7-1 13-16,-2-4 10 0,-3 0 15 15,-2-5 4-15,-3-6-5 0,-7-5-2 0,1 3 3 16,-7 2-3-16,7 2-13 0,-3 11-13 16,3 5 0-16,2 5-44 0,-6 3-50 0,2 7-53 15,11 0-55-15,-25 12-72 0,14-2-101 16,0 2-104-16,-3 4-119 0,9-1-208 0,1 1 52 15,4-1 83-15,2 3-603 0,4-3-735 16</inkml:trace>
  <inkml:trace contextRef="#ctx0" brushRef="#br0" timeOffset="999.69">11314 7790 3641 0,'0'0'98'16,"-8"-6"42"-16,8 6 42 0,0 0 28 15,0 0 22-15,0 0 16 0,0 0 12 0,0 0 6 16,0 0-3-16,0 0-17 0,-6 23-17 16,6-23-16-16,10 12-24 0,-1-7-19 15,-1 0-12-15,1-1-19 0,3 1-12 16,3-4-8-16,-1 1-15 0,-14-2-9 0,26-2-14 16,-9-4-5-16,-1 2-11 0,-1-4-7 15,-2 2-3-15,2-6-5 0,-1-1 0 0,-1 1-11 16,-4-5 1-16,0 0-7 0,-4-5 0 15,-3-3-2-15,2-10-4 0,-6 4-1 0,-2-8-5 16,0 0-3-16,-2 1 2 0,0 4 2 16,1 2-8-16,-1 7-2 0,3 4-1 15,-3 7 3-15,0 2-5 0,0-1-1 16,2 5-1-16,-3-1-3 0,3 4-1 0,4 5-2 16,-14-5 0-16,14 5-6 0,-9-4 2 15,9 4-8-15,0 0 0 0,-9-2 2 0,9 2 3 16,0 0 1-16,0 0 7 0,0 0 13 15,0 0 14-15,0 0 8 0,0 0-37 16,0 0 0-16,0 0 0 0,29-4 0 0,-29 4 0 16,16 0 0-16,-16 0 0 0,23 1 0 15,-10-1 0-15,1 3 0 0,-1-3 0 0,3-3 0 16,-1 2 0-16,-2-1 0 0,2-2 0 16,1-3 0-16,-3 1 0 0,1 0 0 15,-5-2 0-15,0 1 0 0,0-1 0 16,2 3 0-16,-6-2 0 0,2 2 0 0,-7 5 0 15,13-9 0-15,-10 5 0 0,-3 4 0 16,11-5 0-16,-11 5 0 0,0 0 0 0,23 6 0 16,-13 2 0-16,2 2 0 0,-1 4 0 15,0 3 0-15,5 7 0 0,-2 0 0 0,-4-1 0 16,0-3 0-16,3 5 0 0,-5 0 0 16,-1-4 0-16,3 0 0 0,-7 1 0 0,6-1 0 15,-8-3 0-15,3 0 0 0,-2 0 0 16,2-1 0-16,-3-2 0 0,3-3 0 0,-2 0 0 15,0-2 0-15,2-3-44 0,-3 2-524 16,2-4-94-16,-3-5-143 0,8 5-33 16,-8-5 79-16,0 0-777 0,0 0-979 15</inkml:trace>
  <inkml:trace contextRef="#ctx0" brushRef="#br0" timeOffset="1166.7">12166 7517 3921 0,'-14'-4'-203'0,"14"4"23"0,-8-3 18 0,8 3 0 0,0 0-18 0,-7-3-48 0,7 3-69 0,0 0-114 0,0 0-36 15,-6-4-115-15,6 4-63 0</inkml:trace>
  <inkml:trace contextRef="#ctx0" brushRef="#br0" timeOffset="1517.97">12266 7525 2096 0,'0'0'395'0,"0"0"69"0,-13 20 59 15,-8 2 21-15,-11 10 12 16,-18 2-4-16,-18 13 3 0,-11 2-5 0,-6 6-18 16,-11 4-34-16,-5 4-41 0,-10 5-43 15,-35 22-359-15,-4 2-55 0,-4 3 0 0,-5 4 0 16,1-1 0-16,0-3 0 0,13-6 0 16,44-23 0-16,13-8 0 0,20-6 0 0,20-16 0 15,10-4 0-15,7-2 0 0,8-8 0 16,10-6 0-16,1-1 0 0,5-3 0 0,3-2 0 15,1-1 0-15,3-1 0 0,0-1 0 16,1 0 0-16,3 0 0 0,4-4 0 16,-3 1 0-16,3-3 0 0,3 3-174 0,-11-4-511 15,22-2-155-15,-13-1-36 0,5-1 99 16,-3 1-869-16,4-1-1083 0</inkml:trace>
  <inkml:trace contextRef="#ctx0" brushRef="#br0" timeOffset="2766.55">14827 7072 4445 0,'0'0'12'0,"0"0"81"0,0 0 72 0,0 0 41 0,0 0 31 0,-3 13 13 0,3-13-6 16,0 0-29-16,0 0-21 0,0 0-17 15,0 0-22-15,0 0-16 0,0 0-62 16,0 0-63-16,-8 5-61 0,8-5-78 0,0 0-92 16,0 0-103-16,0 0-111 0,0 0-120 15,11 7-173-15,-8-1 69 0,-1 3-554 0,0 8-671 16</inkml:trace>
  <inkml:trace contextRef="#ctx0" brushRef="#br0" timeOffset="3466.55">16899 9144 3836 0,'0'0'294'0,"0"0"1"0,0 0 30 0,0 0 47 0,0 0 24 15,-12 16 3-15,12-16-5 0,0 0-15 16,-3 3-15-16,3-3-42 0,0 0-20 0,0 0-36 16,0 0-21-16,-8 4-243 0,8-4-2 15,0 0 0-15,0 0 0 0,0 0 0 0,0 0 0 16,0 0 0-16,0 0-371 0,0 0-241 15,0 0-175-15,0 0-84 0,-3 5 92 16,-5 1-844-16,-6 8-1061 0</inkml:trace>
  <inkml:trace contextRef="#ctx0" brushRef="#br0" timeOffset="4115.66">13686 10590 5122 0,'0'-8'361'0,"0"8"-25"0,0 0 15 0,0 0 37 0,0 0 14 0,0 0 21 16,0 0-11-16,-3-8-16 0,3 8-396 0,0 0 0 0,0 0 0 0,0 0 0 0,0 0 0 15,0 0 0-15,0 0 0 0,-11-6 0 0,11 6 0 16,0 0 0-16,0 0 0 0,0 0 0 15,0 0 0-15,0 0 0 0,0 0 0 0,0 0-753 16,20 14-228-16,-20-14 111 16,7 6-1030-16,-7-6-1323 0</inkml:trace>
  <inkml:trace contextRef="#ctx0" brushRef="#br0" timeOffset="4865.7">19184 9465 5770 0,'-5'4'203'0,"-3"-4"5"0,8 0 28 16,-6 5 39-16,6-5 32 0,0 0-8 0,-6 4-6 0,6-4-7 16,0 0-25-16,0 0-208 0,-5 4-53 15,5-4 0-15,0 0 0 0,0 0 0 0,0 0 0 16,-6 4 0-16,6-4 0 0,0 0 0 15,0 0 0-15,2 8 0 0,-2-8 0 16,0 0-103-16,0 0-519 0,4 10-184 16,-4-10-94-16,0 0 101 0,0 0-888 0,0 0-1123 15</inkml:trace>
  <inkml:trace contextRef="#ctx0" brushRef="#br0" timeOffset="5448.77">20720 5672 5039 0,'-4'6'143'0,"-2"-4"59"0,6-2 50 0,-5 4 31 0,5-4 17 0,-6 3-3 0,6-3-13 15,0 0-24-15,0 0-27 0,-11 2-22 0,11-2-23 16,0 0-21-16,0 0-35 0,0 0-54 16,0 0-70-16,0 0-87 0,-12 2-114 0,12-2-122 15,0 0-168-15,0 0-203 0,-5-9-186 16,5 9 87-16,-8-8 80 0,8 8-642 0,-8-8-801 15</inkml:trace>
  <inkml:trace contextRef="#ctx0" brushRef="#br0" timeOffset="8364.64">16354 2988 3527 0,'-3'-15'-1'0,"-2"0"54"0,3 0 50 15,0-1 53-15,0 3 41 0,2-1 31 0,0 2 32 0,-1 0 41 16,-1 1 29-16,2 1 3 0,0 1-16 0,0 2-24 16,0 7-28-16,0-12-29 0,0 12-30 15,0 0 14-15,0 0 5 0,0 0-8 16,0 0-15-16,28 32-16 0,-12-7-16 16,1 1-11-16,0 5-151 0,-2 1-8 0,3 1 0 15,-4-1 0-15,2-1 0 0,-1-2 0 16,1-3 0-16,-3-6 0 0,-3-5 0 15,-3-3 0-15,2-1 0 0,-1-2 0 0,0-4 0 16,3-1 0-16,2-4 0 0,6-8 0 16,6-4 0-16,2-6 0 0,0-5 0 0,5-6 0 15,-5-3 0-15,-1-4 0 0,-1 0 0 16,-4-4 0-16,0-1 0 0,-8 6 0 0,3 1 0 16,-5 2 0-16,-2 3 0 0,0 6 0 15,-6 4 0-15,1 4 0 0,0 0 0 0,0 4 0 16,-3 3 0-16,-1 1 0 0,0 7 0 15,-5-5-202-15,5 5-355 0,0 0-66 16,0 0-103-16,-31 17-164 0,17-3 85 16,3-2-687-16,-2 3-940 0</inkml:trace>
  <inkml:trace contextRef="#ctx0" brushRef="#br0" timeOffset="8748.2">16977 2958 4115 0,'0'0'29'0,"0"0"64"0,0 0 54 16,16 0 34-16,-16 0 33 0,0 0 24 0,0 0-6 15,0 0-2-15,0 0-8 0,0 0-10 16,16-4-21-16,-16 4-21 0,14-4-14 0,-14 4-12 16,17-2-19-16,-17 2-10 0,16-2-9 15,-9 0-9-15,-7 2-10 0,16-7 5 0,-9 1-18 16,0-2-9-16,-3-1-5 0,2 1-6 15,-6 0-9-15,0-2-12 0,0 10 1 16,-10-13-8-16,3 9-5 0,-5 0-5 0,-1 4-4 16,13 0-3-16,-38 8 1 0,15 1-3 15,-4 7-1-15,1 1-5 0,1 3 5 0,2 2 2 16,8 0-4-16,2 4 1 0,3-7 3 16,6 0 3-16,2-2 5 0,4 0 0 0,6 0 4 15,3 0-3-15,11 2 3 16,4-4-2-16,2-3-5 0,5 0-27 0,-5-8-47 15,1 0-59-15,-3-3-47 0,3-2-64 16,9-3-67-16,-3-2-87 0,-6-1-108 16,-2-4-126-16,-3-1-184 0,-7 3 68 0,-2 1-593 15,-5 2-785-15</inkml:trace>
  <inkml:trace contextRef="#ctx0" brushRef="#br0" timeOffset="9231.44">17345 3147 3786 0,'0'0'97'16,"-10"2"40"-16,10-2 31 0,0 0 19 15,0 0 13-15,0 0 4 0,0 0 5 0,0 0-4 16,0 0-10-16,0 0-25 0,0 0-8 16,29-19 4-16,-20 13-7 0,2-1-12 0,-2 0 5 15,0-2-4-15,1-1-15 0,-1-2-16 16,-3 0-11-16,-2-2-7 0,-1-2-8 0,-1-2-10 15,-2 0-8-15,0-2-16 0,-2 2-6 16,-3-2-5-16,-1 0-6 0,1 5-7 0,-3 1-10 16,2 2-11-16,-3 1 3 15,-4 5-10-15,-1 3 7 0,-1 0-6 0,-1 3 1 16,2 3-2-16,0-3-2 0,1 1 4 16,3-1-3-16,10 0-1 0,-15 0 0 0,15 0 6 15,0 0 1-15,0 0 2 0,0 0 2 16,28-8-2-16,-3 0-3 0,8 0-1 0,1 1 4 15,-4 2-3-15,-5 2 15 0,0-1-6 16,-4 2 23-16,-6 2 8 0,4 4 6 16,-2-1 4-16,-2 4 5 0,-1 3 7 15,-1 1-7-15,1 5-1 0,-7-1-6 16,2 3-50-16,2-1-7 0,-6 5 0 0,1 0 0 16,-1 0 0-16,1 0 0 0,-3 1 0 15,4-5 0-15,-3 0 0 0,-3-3 0 0,3 0-106 16,2-2-174-16,-3-4-79 0,-1 3-91 15,5-10-111-15,-4 2-137 0,-3-4-134 0,0 0 62 16,23-9-636-16,-11 0-859 0</inkml:trace>
  <inkml:trace contextRef="#ctx0" brushRef="#br0" timeOffset="9481.48">17957 2377 3947 0,'-4'-17'51'0,"2"3"84"16,0 2 63-16,0 7 31 0,2-5 21 0,0 10-14 0,-2-6-28 0,2 6 34 0,0 0 35 0,0 0 3 0,-3 33-16 16,1-8 9-16,-2 14-6 0,0 6 4 15,2 13-8-15,2 0-9 0,-1 1-25 16,2-14-26-16,-1 4-89 0,2-2-114 0,2-5 0 16,0 0 0-16,-1-5 0 0,3-2 0 15,-2-6 0-15,2 2 0 0,0-6 0 16,-5-9 0-16,3-2 0 0,-2-3 0 0,2 0 0 15,-2-3-337-15,-1-2-125 0,3-5-124 0,-4-1-125 16,0 0-162-16,0 0 79 0,16-12-712 16,-12 4-952-16</inkml:trace>
  <inkml:trace contextRef="#ctx0" brushRef="#br0" timeOffset="9648.04">17911 2934 4107 0,'-13'-7'41'0,"5"5"96"15,0-2 87-15,8 4 72 0,-9-4 48 16,9 4 21-16,-7-6 0 0,7 6-16 0,0 0-29 15,0 0-33-15,-9-6-32 0,9 6-29 16,0 0-25-16,0 0-56 0,24-11-77 0,-12 5-117 16,6 2-123-16,5 0-108 15,4 0-112-15,11-3-106 0,0 1-153 0,-8 5-176 16,15-2 63-16,0 3-629 0,-1 0-847 16</inkml:trace>
  <inkml:trace contextRef="#ctx0" brushRef="#br0" timeOffset="10014.66">18451 2882 4034 0,'-16'-2'139'0,"16"2"58"0,0 0 42 15,-17 0 35-15,17 0 14 0,0 0 5 16,0 0-16-16,0 0-19 0,0 0-14 16,0 0-23-16,0 0-19 0,0 0-25 0,0 0-13 15,21-15-16-15,-11 12-18 0,-1-3-8 16,0 3-12-16,1-3-11 0,1 3-7 0,-3-2-11 15,0-2-8-15,0 0-6 16,-5 0-6-16,3 1-8 0,-6 6-13 0,-2-12-11 16,2 12-11-16,-11-9-3 0,1 6-12 15,-3 3 6-15,-7 1-3 0,2 3 1 0,-5 3-6 16,-8 3 7-16,3 2 0 0,6 0-8 16,-3 3 4-16,9 1-4 0,0-3 0 0,5 1 0 15,4 0 0-15,1-1 0 0,1 3 0 16,5-3 0-16,3 2 0 0,5-1 0 15,3 1 0-15,4-1 0 0,9 1 0 0,3-1 0 16,7-4 0-16,-5-5 0 0,10 0-206 16,1-3-108-16,-1-4-99 0,6 0-104 15,-6-3-119-15,1-3-135 0,-3-2-30 16,-6-4 89-16,-6-1-588 0,-1-3-757 0</inkml:trace>
  <inkml:trace contextRef="#ctx0" brushRef="#br0" timeOffset="10297.7">18849 2730 3569 0,'-4'-7'57'16,"2"0"78"-16,2 7 44 0,-2-10 26 0,2 10 7 16,0 0 17-16,0 0 18 15,0 0-8-15,0 0 8 0,35 12 5 0,-19-2-2 16,9 7-18-16,0 2-13 0,0 1-9 16,-2 1-14-16,-3-1-2 0,-6-3 6 0,-3 0 4 15,-1-1 7-15,-6-3 16 0,0 1 1 16,-4 1-3-16,-2-3-201 0,-4 3-24 0,-2-1 0 15,-3 0 0-15,-1-3 0 0,3 0 0 16,0-3 0-16,-3 2 0 0,2-6 0 16,1-1 0-16,2 1 0 0,7-4 0 0,-20-5 0 15,15-1 0-15,-4-5 0 0,6-3-369 16,3 2-213-16,2-7-98 0,4 0-98 0,5-7-61 16,10 3 63-16,5 0-641 0,6 0-869 15</inkml:trace>
  <inkml:trace contextRef="#ctx0" brushRef="#br0" timeOffset="10497.61">19285 2683 3784 0,'2'-6'4'16,"-2"6"81"-16,0 0 60 0,0 0 56 16,0 0 44-16,0 0 36 0,0 0 19 15,-47 17 13-15,33-5 1 0,-7 8 2 0,2 2-10 16,4-3-21-16,3 0-20 0,5 0-23 16,-1 0-23-16,5-1-16 0,3-1-16 0,2 0-18 15,1 3-12-15,6-3-15 0,4 0-114 16,9 3-28-16,-1 0 0 0,4-3 0 0,-5-7 0 15,11 0-94-15,-6-3-236 0,0-2-132 16,11 4-128-16,6-4-154 0,13 4-122 0,-7-3 94 16,11-1-702-16,-2 2-921 0</inkml:trace>
  <inkml:trace contextRef="#ctx0" brushRef="#br0" timeOffset="10997.92">20312 2900 4085 0,'-4'-4'53'16,"4"4"54"-16,-7-8 41 0,7 8 33 0,-5-3 35 16,5 3 31-16,0 0 7 0,0 0 16 15,-27 9-3-15,18-3-7 0,-2 5-13 16,2 1-15-16,2 2-13 0,-2-1-15 15,4 1-20-15,-1 2-18 0,6-2-12 16,0-1-16-16,0 3-11 0,6-1-10 0,-1-1-13 16,7 3-8-16,-1-2-12 0,4-3-53 15,3-1-31-15,1-5 0 0,1 1 0 0,-4-3 0 16,4-1 0-16,-6 0-8 0,2-3-28 16,1 2-7-16,-6-2-9 0,3 2 8 0,-14-2 2 15,14 4 2-15,-3-3 4 0,-11-1 0 16,13 3-4-16,-13-3 10 0,9 4 20 15,-3-1 13-15,-6-3 3 0,11 7 10 16,-5-4 8-16,-1 3 7 0,2 0 6 0,-7-6 1 16,17 6 2-16,-8-3-7 0,3-1 0 15,3-2-1-15,-2 0 0 0,6-3 1 16,-2-3-6-16,5 2-1 0,-8-3-20 0,8 0-6 16,-6-2 0-16,4-1 0 0,-3-2 0 15,5-7 0-15,2-2 0 0,-3 1 0 0,0-6 0 16,-2-3 0-16,-2 1 0 0,0-3 0 15,-2 6 0-15,-5 2 0 0,-5 9-146 0,1-1-128 16,-3 4-99-16,-2 2-119 0,-2 0-128 16,-2 3-179-16,-1 0-15 0,4 6 83 0,0 0-610 15,-15-5-796-15</inkml:trace>
  <inkml:trace contextRef="#ctx0" brushRef="#br0" timeOffset="11397.59">21174 3016 3774 0,'0'0'103'0,"0"0"45"0,0 0 44 0,0 0 36 0,0 0 28 0,0 0 11 0,0 0-4 0,0 0-12 0,0 0-25 0,0 0-20 16,0 0-25-16,0 0-17 0,26-4-14 15,-26 4-15-15,25-3-15 0,-9 0-16 16,-3-1-15-16,2 1 0 0,-4-2-8 0,2-1-16 15,-1-1-6-15,-3-2-4 0,-1-3-5 16,-2 2-6-16,-6-1-9 0,0 2 1 16,-1-4-11-16,-4 6 1 0,-3-1-6 0,-1 2-8 15,-3 2 0-15,-3 2-2 0,15 2-3 16,-34 6 5-16,13 0 6 0,0 3 3 0,-5 7 20 16,3 3-11-16,2-1 8 0,1 6-5 15,5 0 0-15,4-1 1 0,-3 2-5 0,11-1 1 16,-1-1-5-16,4-5 2 0,6 1-7 15,-1 0-16-15,7-2-36 0,5-1-42 16,6 1-50-16,0-7-48 0,7 1-62 16,6-3-68-16,-3-6-79 0,-3-4-80 0,10-3-75 15,1-1-66-15,-2-4-59 0,-1-1-27 16,9-8-540-16,-15 1-691 0</inkml:trace>
  <inkml:trace contextRef="#ctx0" brushRef="#br0" timeOffset="11564.87">21749 2958 3179 0,'4'-12'-20'0,"0"3"83"0,-2 2 64 0,0 2 55 15,-2 5 32-15,0 0 39 0,0 0 36 16,0 0 36-16,0 0 5 0,0 0-7 0,0 0-20 16,-18 34-24-16,14-16-27 15,1 4-23-15,-5 12-25 0,3 0-26 0,-2 0-59 16,2 1-85-16,1-9-99 0,0 0-85 16,4-4-101-16,-1-2-115 0,2-2-105 15,-1-2-117-15,4-2-121 0,2-5 21 0,-3-2-528 16,8-4-679-16</inkml:trace>
  <inkml:trace contextRef="#ctx0" brushRef="#br0" timeOffset="11714.52">22064 2817 3355 0,'-12'-9'1'0,"1"4"37"16,0 2 18-16,-1 1 5 0,12 2-12 15,-21 0-22-15,21 0-49 0,-17 9-84 16,9-3-127-16,3 3-202 0,-4 3-109 0,6 1 61 15,1-1-117-15,-2 4-100 0</inkml:trace>
  <inkml:trace contextRef="#ctx0" brushRef="#br0" timeOffset="12048.06">22048 3069 1919 0,'0'-24'202'0,"0"24"50"15,0 0 40-15,-7-10 37 0,7 10 1 0,0 0 27 16,0 0 39-16,0 0 18 15,-15 18 0-15,8-2-18 0,2 4-18 0,-4 9-14 16,-2 2-23-16,-1 2-15 0,2-1-24 16,3 2-27-16,0-7-23 0,2 4-24 0,-3-6-18 15,5-4-4-15,-1-3-198 0,0-4-8 16,-2 0 0-16,2-3 0 0,1-2 0 16,-3 3 0-16,-1-6 0 0,-4 0 0 0,0 0 0 15,0-3 0-15,-3-3 0 0,14 0 0 16,-28-5 0-16,13-2 0 0,-1 0 0 0,2-3 0 15,1 1 0-15,2-3 0 0,2 2 0 16,3 3 0-16,0-3 0 0,1 3 0 0,1 2 0 16,-2-2 0-16,6 7 0 15,-3-6 0-15,3 6 0 0,0 0-152 0,0 0-108 16,0 0-70-16,11-6-95 0,-11 6-124 16,0 0-172-16,17 2-106 0,-17-2 86 0,11 5-683 15,-11-5-874-15</inkml:trace>
  <inkml:trace contextRef="#ctx0" brushRef="#br0" timeOffset="13732.29">12053 9315 1308 0,'0'7'476'0,"0"-7"-114"0,0 13 16 0,0-13-4 0,-2 8-41 0,2-8-32 0,0 7-29 0,0-7-17 16,0 0 16-16,6 8 5 16,-6-8-8-16,0 0-16 0,21-2-18 0,-5-4-26 15,13-5-23-15,3-6-17 0,9-5-24 16,3-4-8-16,0 4-16 0,-3 0-4 0,-10 5-17 15,-2 3 0-15,-10 1 19 0,-2 5 14 16,-5-1 12-16,-3 5-4 0,-2 0-5 16,1 0-9-16,-8 4-10 0,12-6-10 0,-12 6-15 15,5-2-8-15,-5 2-8 0,0 0-12 16,11-5-7-16,-11 5-3 0,0 0-6 16,9-5-8-16,-9 5-12 0,0 0-22 15,0 0-18-15,0 0-32 0,9-2-47 0,-9 2-58 16,0 0-64-16,0 0-77 0,0 0-103 15,0 0-119-15,-14 18-149 0,8-16-148 0,-1 4 74 16,0 0-717-16,-4 1-901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46:53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12592 7764 1277 0,'-5'-9'453'0,"-2"3"-97"0,6 3-59 0,1 3-26 15,-6-6-22-15,6 6-16 0,-4-4-35 16,4 4-22-16,0 0-17 0,0 0-7 0,-7-4-4 15,7 4-10-15,0 0 3 0,0 0 1 16,0 0 1-16,0 0-2 0,6 20-5 0,-5-11-5 16,1-3 3-16,2 1-7 0,1 1 1 15,0 0 5-15,1 2-5 0,-3-3 13 0,5-2 2 16,-5-2 12-16,8 2-1 16,-2-1 0-16,0-1-15 0,-9-3-13 0,31-3-14 0,-8-2-12 15,9-6-11-15,9 1 3 16,8-9-3-16,-1-2-15 0,2-2-5 0,2-3-8 15,-2 0-1-15,-3 0-7 0,-4 1-7 16,-13 4-4-16,-2 2 1 0,-5 4 10 16,-4 3 11-16,-6 3 3 0,-1 2 1 0,-1 1-12 15,-3 2-12-15,-3-2-3 0,-5 6-5 16,12-6-20-16,-12 6-19 0,10-6-35 0,-7 5-45 16,-3 1-45-16,0 0-49 0,0 0-50 15,0 0-54-15,0 0-70 0,0 0-68 0,10 11-53 16,-10-11-90-16,-12 10-113 0,7-2-27 15,-4 4 72-15,-2-1-469 0,-3 4-568 16</inkml:trace>
  <inkml:trace contextRef="#ctx0" brushRef="#br0" timeOffset="429.47">12804 7889 2790 0,'-5'5'-75'0,"0"0"49"16,5-5 42-16,-8 5 39 0,8-5 40 16,0 0 30-16,-7 7 32 0,7-7 16 15,0 0 16-15,-4 7 17 0,4-7 18 16,0 0 13-16,0 0 4 0,0 0-9 0,0 0-6 15,27 1-15-15,-27-1-26 0,33-5-15 16,-10-1-8-16,1 1-20 0,11-6-15 16,-1 1-11-16,2-2-11 0,-2 0-8 0,0 0-11 15,-1 2-7-15,-3-5-13 0,-7 6-8 16,-1 0 4-16,-10 2-9 0,4 1-2 16,-3-3-12-16,-2 3 1 0,-1 2 4 0,0-2-10 15,-5-1-2-15,2 2 0 0,2 1-5 0,-9 4-1 16,9-5-8-16,-9 5-7 15,7-6-19-15,-7 6-15 0,0 0-32 0,11-3-35 16,-11 3-41-16,0 0-54 0,0 0-72 16,0 0-81-16,1 14-90 0,-1-14-110 0,-8 15-182 15,4-6 61-15,3-1 71 0,-3 1-405 16,0 3-468-16</inkml:trace>
  <inkml:trace contextRef="#ctx0" brushRef="#br0" timeOffset="1562.84">16207 5695 2602 0,'-1'4'-61'0,"1"-4"53"0,-6 10 41 0,6-6 47 16,0-4 40-16,0 0 29 0,-2 11 30 16,2-11 16-16,0 0 16 0,0 0 7 0,2 10 3 15,-2-10 1-15,7 4-9 0,-7-4-16 16,13 3-18-16,-13-3-16 0,25 0-17 16,-5-3-15-16,5 1-13 0,9-6-25 0,-2 1-6 15,2-3-24-15,1 2-18 0,-9 0-16 16,-4 2-17-16,-8 1-11 0,4 1 2 15,-7-1-11-15,0 2-11 0,-1-1-17 0,-10 4-27 16,13-5-32-16,-13 5-40 0,6-5-51 16,-6 5-37-16,0 0-53 0,0 0-65 15,0 0-74-15,0 0-123 0,0 0-44 0,0 0 63 16,0 0-231-16,0 0-241 0</inkml:trace>
  <inkml:trace contextRef="#ctx0" brushRef="#br0" timeOffset="2328.69">22530 5838 2371 0,'-7'4'186'0,"1"-1"11"16,6-3 26-16,0 0 32 0,0 5 29 0,0-5 5 15,0 0-2-15,0 0-15 0,35-3-18 16,-21-1-27-16,8 1-20 0,1-4-20 15,11-3-20-15,-2 1-19 0,0-1-15 0,-7 2-22 16,-3 0-25-16,-2 4-29 0,-4-1-29 16,-5 3-31-16,-6 0-32 0,4 0-45 0,-9 2-48 15,0 0-71-15,0 0-75 0,0 0-84 16,0 0-109-16,0 0-206 0,0 0 52 16,-20 15 75-16,20-15-333 0,-9 6-363 15</inkml:trace>
  <inkml:trace contextRef="#ctx0" brushRef="#br0" timeOffset="3030.55">14639 12328 2765 0,'-6'7'196'0,"4"-2"12"0,2-5 12 0,0 0 22 16,0 0 24-16,0 0 11 0,0 0 20 16,0 0 14-16,15 4-16 0,-15-4-16 15,48-19-25-15,-14 5-25 0,13-4-21 0,0-7-19 16,-1 2-16-16,-5 0-19 0,-5 6-3 16,-5 1-17-16,1-1-16 0,-9 5-12 0,-7 2-20 15,-3 3-23-15,-4 2-21 0,1 0-27 16,0 0-34-16,-5 0-37 0,-5 5-53 0,9-1-61 15,-9 1-76-15,0 0-91 0,0 0-98 16,0 0-109-16,0 0-169 0,0 0 1 16,0 0 80-16,0 0-492 0,0 0-593 15</inkml:trace>
  <inkml:trace contextRef="#ctx0" brushRef="#br0" timeOffset="3895.61">22153 11829 3586 0,'-3'9'287'0,"-4"-4"11"0,5-2-9 16,2-3 19-16,0 0 34 0,0 0 19 15,0 0-5-15,37-15-19 0,-18 6-30 0,0-1-32 16,12-2-24-16,-3 0-29 0,-3 2-20 16,-4 0-22-16,-6 5-22 0,2-3-31 0,-3 4-40 15,-3 0-52-15,-4-1-62 16,3 2-62-16,-4 1-64 0,-6 2-76 0,0 0-97 15,9-2-114-15,-9 2-138 0,0 0-174 16,0 0-26-16,0 0 89 0,0 0-653 0,0 0-799 16</inkml:trace>
  <inkml:trace contextRef="#ctx0" brushRef="#br0" timeOffset="4795.22">2429 7843 1808 0,'0'0'246'0,"0"-7"-92"0,0 7 33 0,0 0 16 15,0 0-8-15,9 36-15 0,-2-4-22 16,0 4-1-16,4 2-1 0,1 10-9 16,1 1-7-16,2-3-12 0,-1 0-5 15,-3-10-18-15,1-2-8 0,-1-1-9 16,0-2-6-16,-1-2-13 0,0-7-2 0,-3-5-9 15,0-3-14-15,-4-2-19 0,3-2-22 16,-3-1-29-16,-1-2-38 0,0-4-60 0,-2-3-65 16,0 0-62-16,0 0-85 0,0 0-91 15,0 0-144-15,-19-28 32 0,9 11-173 16,-1-12-205-16</inkml:trace>
  <inkml:trace contextRef="#ctx0" brushRef="#br0" timeOffset="5031.82">2200 7918 2213 0,'-20'5'106'0,"0"0"3"15,-1 0 19-15,6 1 43 0,-2-2 31 0,6 0 20 16,-2 0-2-16,4-3-9 0,9-1-13 16,-12 4-21-16,12-4-15 0,0 0-14 15,0 0-15-15,16-23-11 0,11 1-13 0,15-8-7 16,4-7-23-16,5 0-40 15,14-12-45-15,0 2-57 0,-12 7-39 0,-3 4-51 16,-4 5-39-16,-5 6-55 0,-9 7-73 16,-12 7-62-16,-3 7-104 0,-6 4-66 0,-3 4-247 15,-2 4-286-15</inkml:trace>
  <inkml:trace contextRef="#ctx0" brushRef="#br0" timeOffset="5246.06">2379 8661 2510 0,'-5'13'159'0,"1"-4"25"0,0 0 30 0,4-5 24 15,0-4 13-15,-1 6-6 0,1-6-20 16,0 0-15-16,0 0-24 0,26-26-19 16,-5 7-14-16,4-3-46 0,7-7-67 15,0-3-76-15,5 1-92 0,-1-2-111 16,-2-4-130-16,-3 5-183 0,-1-1-71 0,-1-1 69 15,-6 9-258-15,-4-3-300 0</inkml:trace>
  <inkml:trace contextRef="#ctx0" brushRef="#br0" timeOffset="5763.61">2961 7947 2365 0,'0'0'117'0,"2"-7"32"0,-2 7 27 0,0 0 13 16,0 0 9-16,0 0-4 0,0 0 32 15,0 0 18-15,0 0-3 0,0 0-25 0,22 11-11 16,-11-6-5-16,-4 1-8 0,0 2-3 16,4 0-8-16,-4 0-1 0,0 1-21 15,2-1-7-15,-3 2-18 0,2-3-12 0,-4-1-11 16,3 0-11-16,-3-2-8 0,-4-4-7 16,7 8-1-16,-7-8 2 0,0 0 12 0,0 0-8 15,0 0-15-15,0 0-11 0,14-22-6 16,-12 11-3-16,0-3-8 0,2-1-5 0,-1-1-2 15,1 2-7-15,3 1 2 16,-4-1-11-16,3 3-10 0,-1 0 15 0,1 2-16 16,2-2-11-16,2 5-2 0,-3 1-2 15,5 0-12-15,-1 1-11 0,0 2-13 16,-11 2-16-16,21 0-24 0,-21 0-15 0,23 2-25 16,-11 0-24-16,-1 0-29 0,-11-2-27 15,17 3-35-15,-8-3-16 0,5-2-1 0,-3 1-11 16,3-5-8-16,-1-2 3 0,-2-1 5 15,3-6 15-15,1-7 21 0,-3-6 24 16,-1-2 27-16,-6-4 47 0,1 9 40 0,2 1 38 16,-6 3 30-16,0 3 40 15,2 5 34-15,-2-2 18 0,-1 3-1 0,1 4-6 16,-2-1-13-16,4 4-2 0,-2 0 3 16,-2 5 3-16,0 0-9 0,0 0-2 0,21 8-5 15,-14 1-1-15,2 3-10 0,-2 1-18 16,2-1-33-16,2 5-45 0,0-3-38 0,0 2-67 15,1 0-70-15,-3-7-85 0,0 4-74 16,0-5-67-16,0 0-20 0,-2-3-157 16,1 1-140-16</inkml:trace>
  <inkml:trace contextRef="#ctx0" brushRef="#br0" timeOffset="5912.12">3588 7548 1906 0,'-11'-28'103'0,"-3"-2"28"0,3 1 18 0,0 4 2 16,-3 4-9-16,6 5 7 0,3 2-18 15,-1 3-16-15,2-1-36 0,0 6-52 16,0 0-53-16,4 6-56 0,0 0-72 0,0 0-94 16,0 0-144-16,0 0-79 0,0 0-111 15,0 0-82-15</inkml:trace>
  <inkml:trace contextRef="#ctx0" brushRef="#br0" timeOffset="6461.73">3792 6400 1991 0,'-25'-39'256'0,"8"12"36"0,0 6 35 15,6 3 39-15,0 7 11 0,2 1-6 16,2 2-35-16,1 3-33 0,6 5-36 16,0 0-22-16,0 0-28 0,-10 30-7 0,14 7-29 15,8 19-14-15,1 5-20 0,1 4-9 16,8 21-18-16,3-3-16 0,0 5-5 0,2 0-6 15,1-1-8-15,-1-4-9 0,3-2-9 16,-9-18-7-16,2-1-8 0,0-4-20 16,-5-2-20-16,0-6-16 0,-2-5-14 15,-5-14-8-15,-4-10 1 0,-1-3 6 16,-3-4-2-16,2-6-11 0,-3-2-17 0,-2-6-14 16,0 0 1-16,0 0 5 0,0 0 7 15,-31-28 2-15,14 6 7 0,-6-2 5 0,2 0 1 16,0-1 15-16,-2 5 7 0,6 4 7 15,4 7 2-15,0 0 0 0,2 0-1 0,0 2-1 16,4 2-3-16,1 2 4 0,-2 1 1 16,8 2-4-16,-7-3 2 0,7 3-1 15,0 0 1-15,-4-7 6 0,4 7-5 0,9-12 6 16,0 3-1-16,2-6 2 0,10-9 0 16,-1-3-2-16,3-1-2 0,8-4-4 0,-8 3 6 15,2 6-4-15,-5 3-9 16,1 5-4-16,-5 5 0 0,-1 6 1 0,1-1 1 15,-3 5 1-15,0 2-1 0,2 3 9 16,0 2-3-16,1 2 2 0,1 3 2 0,-2-2 5 16,3 2-8-16,-2 2 4 0,-2 0-17 15,1 0-30-15,-6-4-40 0,3-1-48 16,-1 4-62-16,-3-3-79 0,-2-3-87 0,0 0-112 16,-3 0-161-16,1-3-1 0,-4-4 70 15,0 0-335-15,0 0-387 0</inkml:trace>
  <inkml:trace contextRef="#ctx0" brushRef="#br0" timeOffset="6629.22">4190 6837 2649 0,'-13'-5'103'0,"1"-3"31"16,3 4 22-16,2-1 13 0,-4 4-9 16,11 1-13-16,-9-6-19 0,9 6-19 0,-7-1-16 15,7 1-43-15,0 0-64 0,0 0-67 16,-8 8-71-16,8-8-72 0,0 9-97 0,0-9-137 15,2 12-62-15,2-3 48 0,1 1-92 16,3 0-64-16</inkml:trace>
  <inkml:trace contextRef="#ctx0" brushRef="#br0" timeOffset="7328.17">4550 6958 1710 0,'0'0'114'15,"13"0"27"-15,-13 0 28 0,10 2 50 0,-10-2 23 16,0 0 21-16,10 7 8 0,-10-7 3 15,7 10-7-15,-1-5-10 0,-2 2-7 16,0 0-19-16,2 1-12 0,-3 2-8 0,-3-3-6 16,2 4-23-16,-2 0-11 0,0 0-18 15,-4 1-11-15,-1 0-14 0,-1-2-15 0,-2-1-9 16,1 0-12-16,-3-3-3 0,-2-3-15 16,-1 2-10-16,-1-5-18 0,14 0-7 15,-30-8-13-15,15 4 4 0,4-1-4 16,1 1-8-16,-1-2-3 0,4 1-3 0,0 2-3 15,7 3 2-15,-9-11-4 0,9 11 0 16,3-10-3-16,3 3-2 0,2-1 6 16,2-3-3-16,5-2 4 0,7-6-21 0,3-2-16 15,2-1-26-15,7-7-11 0,-1-2-8 16,-3-5-6-16,-1 1-8 0,-6-2-6 0,-2-2-3 16,-8 4 2-16,-4-2 5 0,-5-7-1 15,-2 0-3-15,-6-18-5 0,-1-6-5 0,-8-27 4 16,-5-1-7-16,0-3 5 15,-5-4 6-15,0-4 6 0,-4 7 7 0,0 11 17 16,5 25 37-16,-3 7 20 0,0 13 5 16,2 8 5-16,2 12-1 0,2 12-1 15,1 9 2-15,2 9-3 0,-9 13 0 0,0 19 3 16,2 11 6-16,4 6 0 0,6 12 5 16,5 5 7-16,6 5 8 0,13 18 3 0,7-2 1 15,12-5-3-15,6-2 5 0,13-5-6 16,-2-7-2-16,8-9-3 0,-1-6 0 0,-11-16-2 15,3-5-1-15,0-5-3 0,-4-8-2 16,-2 0-1-16,-12-12-6 0,-1-4-1 0,-7-4-7 16,0-5-7-16,-1-3-9 15,0-4-1-15,6-10 6 0,-2-6-1 0,-2-4 0 16,-4-4-1-16,-3-2 10 0,-5-4 17 16,-2-1 13-16,-1 0 19 0,-3 6 18 15,2 8 19-15,-1 5 10 0,-2 4 0 0,-1 2-9 16,-1 3-15-16,2 2-5 0,-2 8-8 15,4 0-3-15,-4 0-2 0,0 0-6 0,9 22-8 16,-5-7-1-16,2 2-19 0,-4 4-30 16,4-1-45-16,-1 1-51 0,-1-4-65 0,2-1-66 15,-2-1-62-15,0 1-67 16,0-7-89-16,-3 0-155 0,1-4-12 0,0 1 77 0,-2-6-316 16,0 0-349-16</inkml:trace>
  <inkml:trace contextRef="#ctx0" brushRef="#br0" timeOffset="7477.66">5065 6200 2580 0,'-14'-15'127'0,"1"1"45"15,2 7 32-15,3-1 21 0,0 1 5 0,3 1-19 16,-1 1-22-16,-2 0-22 0,8 5-38 16,0 0-56-16,0 0-68 0,-9-4-86 15,9 4-108-15,0 0-124 0,0 0-154 16,0 0-117-16,15 20 62 0,-7-19-212 0,3 3-224 15</inkml:trace>
  <inkml:trace contextRef="#ctx0" brushRef="#br0" timeOffset="7779.34">5273 6191 2384 0,'0'0'231'0,"0"0"26"0,-23-15 29 0,17 10 20 15,6 5 10-15,-7-9-3 0,7 9-34 16,-5-6-23-16,5 6-19 0,0 0-9 0,0 0-19 15,0 0 5-15,0 0 0 0,0 0-4 16,34 15 6-16,-23-3-1 0,-4 5 3 0,0 3 2 16,2-1-2-16,-4 2-3 15,-1 1-4-15,0-1 0 0,-3-3-9 0,1-3-19 16,0-1-41-16,0-3-142 0,0-1 0 16,0-2 0-16,-1 0 0 0,4-3 0 15,-5-5 0-15,11 3 0 0,-11-3 0 0,20-10 0 16,-6-2 0-16,2-3 0 0,3-9 0 15,7-11 0-15,1 2-354 0,0-9-250 0,3 3-117 16,-1-1-160-16,5 1 68 0,2 3 93 16,0 2-674-16,-3 5-846 0</inkml:trace>
  <inkml:trace contextRef="#ctx0" brushRef="#br0" timeOffset="8111.22">5859 5871 3900 0,'0'0'43'0,"-17"-5"49"0,17 5 52 16,0 0 46-16,-17 0 33 0,17 0 19 0,0 0-1 15,0 0-6-15,-15-2-19 0,15 2-18 16,0 0-5-16,0 0-10 0,0 0-10 0,0 0-4 16,0 0-11-16,0 0-14 0,0 0-13 15,32-17-11-15,-15 8-12 0,3-4-14 0,4-1-10 16,-1-3-4-16,-4 5-12 0,-4-3-1 16,-1 3-10-16,-3 3-4 0,-2 1-8 15,2 0-7-15,-10 2-11 0,-1 6-6 0,0 0-3 16,0 0-1-16,0 0 4 0,-34 29-11 15,11-5 1-15,-7 7 1 0,-3-1-1 16,8-4-2-16,2-1 2 0,3 2-21 16,6-9 5-16,1-3 1 0,6-1 2 0,0-2 1 15,4-3 9-15,-3-1 0 0,4 3-1 16,0-5-1-16,2-6-1 0,2 10-22 0,-2-10-74 16,4 5-86-16,-4-5-111 0,9 2-138 15,-9-2-157-15,16-2-217 0,-16 2 0 16,21-5 93-16,-6 1-647 0,2-2-808 0</inkml:trace>
  <inkml:trace contextRef="#ctx0" brushRef="#br0" timeOffset="8444.56">6928 5720 4052 0,'0'0'117'0,"0"0"33"0,0 0 28 15,-38 16 25-15,-5 7 4 0,-16 8 2 0,-25 10-21 16,-9 16-9-16,-15 4 6 0,-42 31-10 16,-8 5-28-16,-14 14-17 0,-13 10-21 0,-9 9-6 15,-23 6-9-15,-8 7-12 0,-7-2-12 16,6-7-4-16,4-2-5 0,8-5-9 16,16-12 0-16,15-10-11 0,17-7-2 0,20-16-1 15,39-26-3-15,9-1-10 0,15-7 4 0,8-5 0 16,24-15-10-16,9-5 0 15,12-6-4-15,3-1 3 0,8-6-6 0,5-1-4 16,2-3-27-16,-1 2-31 0,6 0-30 16,-2 1-43-16,2 3-45 0,-2 0-52 0,2 0-60 15,3-2-65-15,0 2-73 0,1-2-87 16,1 2-130-16,2-3-53 0,2-3 75 16,1 1-405-16,1 0-492 0</inkml:trace>
  <inkml:trace contextRef="#ctx0" brushRef="#br0" timeOffset="12510.76">28024 2186 1330 0,'0'0'279'0,"0"-12"-38"0,-1 7-33 15,1 5-16-15,-2-10 7 0,2 10-16 16,0-11 10-16,0 11 5 0,0-9 16 0,0 9 8 16,0 0 6-16,0-11 10 15,0 11 6-15,0 0-3 0,2-10-3 16,-2 10-9-16,0 0-14 0,0-8-21 0,0 8-17 0,0 0-19 15,0 0-18-15,0 0-13 16,0 0 11-16,0 0-8 0,-12 28-8 0,9-9 9 16,-4 1-4-16,0 9-13 0,-2 4-7 15,-1-2-10-15,0 1-9 0,3 0-15 16,-2-3-2-16,0-3-7 0,2 4-2 0,0-6-14 16,1-3 0-16,0-3-9 0,-2 1-26 15,3-5-31-15,-3 1-40 0,3-3-46 0,-4 1-45 16,6-5-53-16,-3 0-79 0,2-3-76 15,1-1-78-15,3-4-103 0,0 0-109 16,0 0-73-16,0 0 63 0,-11-17-429 16,14 1-558-16</inkml:trace>
  <inkml:trace contextRef="#ctx0" brushRef="#br0" timeOffset="12744.12">28011 2095 2821 0,'-7'-12'21'0,"-3"6"58"0,3-4 69 15,1 6 61-15,6 4 52 0,-6-7 32 0,6 7 9 16,-1-8-14-16,1 8-19 0,5-10-31 16,3 6-22-16,1-1-17 0,6-1-29 0,0 0-18 15,6 0-15-15,1 0-25 0,0 2-39 16,1-1-47-16,-4 1-59 16,0 0-62-16,2 4-59 0,-7 0-56 0,1 0-59 15,1 0-50-15,-5 4-62 0,-2 0-95 16,1 1-178-16,-3 1 29 0,-1 1-327 0,-2 4-430 15</inkml:trace>
  <inkml:trace contextRef="#ctx0" brushRef="#br0" timeOffset="12944.32">27971 2334 2581 0,'-17'6'79'0,"3"-2"58"16,5-2 55-16,2-2 53 0,7 0 44 15,-10 5 25-15,10-5 8 0,0 0-8 16,-10 3-9-16,10-3-40 0,0 0-27 15,0 0-25-15,0 0-19 0,0 0-25 16,0 0-40-16,38-2-55 0,-38 2-64 0,33-1-64 16,-20 1-76-16,3-3-71 0,-1 6-87 15,1-3-76-15,-4 1-90 0,1 3-107 0,1-2-107 16,-3 0 51-16,-3 4-313 0,-4-1-409 16</inkml:trace>
  <inkml:trace contextRef="#ctx0" brushRef="#br0" timeOffset="13110.08">27920 2559 2512 0,'-12'4'57'16,"3"2"57"-16,0-4 68 0,9-2 39 16,-13 2 48-16,13-2 25 0,-5 3 6 15,5-3-9-15,0 0-9 0,0 0-31 0,0 0-32 16,0 0-21-16,0 0-18 0,0 0-34 16,0 0-61-16,32 4-71 0,-16-4-73 0,4-2-94 15,7 0-94-15,12-1-100 0,-3-3-119 16,4-2-170-16,-2 0-15 0,-1-2 80 15,0-1-274-15,-1-6-331 0</inkml:trace>
  <inkml:trace contextRef="#ctx0" brushRef="#br0" timeOffset="13594.27">28860 1777 2418 0,'-4'-6'93'15,"4"6"21"-15,-7-6 23 0,7 6 12 16,0 0 45-16,0 0 40 0,-18 12 17 16,6 3-1-16,1 5-5 0,-5 9-8 0,-4 11-3 15,-1 3-9-15,-3 4-19 0,4 3-17 16,1 2-16-16,-3-1-20 0,2-1-10 16,3 0-12-16,4-6-10 0,-1-7-9 15,3-4-13-15,2-3-7 0,-2-6-10 16,9-7-8-16,-3-3-4 0,3-2-4 0,0-4-10 15,0 1-8-15,1-2 10 0,1-7 0 16,0 0-13-16,0 0-4 0,0 0-10 0,0 0-16 16,0 0-13-16,0 0-17 0,25-24-11 15,-22 8-4-15,1-2 0 0,-2-2-1 16,-2 3-1-16,-2-1-3 0,-4 3 3 0,-2-5-1 16,-5 7 4-16,-5-1 0 0,0 3 5 15,-5 6 3-15,2 4 2 0,-1 1 5 16,-3 1-1-16,0 4 1 0,-8 6 5 15,7 3-4-15,2-3 6 0,3 7 4 0,6-3 3 16,2-1 2-16,7 1 1 0,-1 1 3 16,3-2-2-16,2-1 4 0,4 1-2 15,0 1-3-15,3-1 5 0,5 1-14 0,5-1-44 16,5-5-54-16,8 2-73 0,6-2-84 16,8-2-89-16,1 1-81 0,0-6-110 0,5-2-158 15,-1-2 37-15,-1-6-407 0,1 1-542 16</inkml:trace>
  <inkml:trace contextRef="#ctx0" brushRef="#br0" timeOffset="14126.37">28964 2265 2913 0,'-11'-4'-7'0,"-1"2"41"0,12 2 47 16,-20 0 47-16,20 0 38 16,-20 8 19-16,11-4 5 0,2 3 2 0,-6 3-7 15,6 2-2-15,0-1-17 0,3-1-10 16,-4 3-12-16,6-1-7 0,0 0-10 0,2-4-8 15,2 2-12-15,2 1-7 0,4-4-10 16,-1 0-7-16,2-2-9 0,5 1-11 16,1-6-19-16,3 2-19 0,-2-4-14 0,4-1-8 15,-4 0-8-15,2-4-9 16,-3 0-6-16,-1-2-4 0,-5-1-8 0,1 0-7 0,-3-2-18 16,-1-1-12-16,-2 4-30 15,-3-1-33-15,1 4-24 0,-4 0-26 0,2 6-28 16,0 0-13-16,-11-2-15 0,11 2-19 15,-15 9-21-15,5-4-14 0,3 1 19 16,1 0 36-16,0-3 73 0,4 1 70 0,2-4 63 16,-5 6 52-16,5-6 41 0,0 0 43 15,-6 10 35-15,2-4 38 0,4 5 32 0,0-2 29 16,0 6 16-16,0 2 15 0,-3 6 14 16,1 11 6-16,-5 2 10 0,4 0-18 15,-1-1-9-15,-2 2-19 0,1-2-9 0,-1-2-16 16,5-5-13-16,-6-6-15 0,1-1-7 15,3-4-12-15,-3-2-4 0,3-1-4 0,-3 0 8 16,-2-4-4-16,-2 0-9 16,1-3-12-16,-1-2-17 0,-1 0-130 0,-7-1-10 15,5-2 0-15,-4-2 0 0,-2-2 0 16,2-2 0-16,-3-1 0 0,-2-3 0 16,1 2 0-16,-8-9 0 0,4 0 0 0,1-4 0 15,1 2 0-15,8 0-364 0,4 1-95 16,3 3-89-16,5-4-121 0,0 3-201 0,7-1 64 15,6-5 94-15,4-2-568 0,9 1-739 16</inkml:trace>
  <inkml:trace contextRef="#ctx0" brushRef="#br0" timeOffset="14542.99">29362 2363 3647 0,'-11'-15'104'0,"11"15"73"0,-4-6 63 15,4 6 60-15,0 0 32 0,-3-8-5 16,3 8-11-16,0 0-25 0,-4-5-25 0,4 5-22 16,0 0-35-16,0 0-20 0,6-10-14 15,-6 10-21-15,11-6-13 0,-4 2-15 16,1 0-21-16,3 0-21 0,0-1-13 0,1-3-7 16,0-2-11-16,-1 2-5 15,-1-3-7-15,-1-2-12 0,-2-1-7 0,-3 4-8 16,1-2-8-16,-5 1-2 0,0 3-8 15,-5 1 5-15,1-1-2 0,-5 4-5 0,0-1 1 16,9 5 11-16,-25-3-7 0,7 8 0 16,2 0 2-16,-4 2-4 0,4 3 7 0,-2 2 0 15,4 2 6-15,0 1-5 0,3 0 9 16,0 3 3-16,8-3 5 0,-3 3-4 16,4-3 7-16,4 3-5 0,2-3 0 0,1 7-3 15,6-5 2-15,1 7-5 16,2-5 0-16,1-4-16 0,-1-1-27 0,1-1-48 0,0-2-60 15,-2-1-56-15,5-3-62 16,-3-2-78-16,0 0-79 0,-2-3-93 0,2-2-130 16,5-4-172-16,-3 1 66 0,3-4-573 15,4 0-771-15</inkml:trace>
  <inkml:trace contextRef="#ctx0" brushRef="#br0" timeOffset="14994.26">29974 2130 3843 0,'-6'-9'48'16,"1"4"52"-16,5 5 47 0,-6-7 28 0,6 7 0 16,0 0-11-16,0 0 1 0,0 0 20 15,0 0 10-15,-16 19-10 0,11-6-15 16,-3 3-15-16,3 4-11 0,-3 1-14 16,2 1-7-16,0 0-16 0,1 3 2 15,-1-4-12-15,6-2-18 0,-1 1-4 0,1-3-5 0,1-3-1 16,1-3-6-16,2 1-10 15,0-1 1-15,3-2-6 0,1-4 6 0,2 1-9 16,-1-4-7-16,3 2-5 0,1-3 6 16,-13-1-11-16,21 0-8 0,-21 0 1 15,17 2-8-15,-17-2 4 0,15 2-5 0,-15-2-7 16,11 1-4-16,-1 3-6 0,-10-4 1 16,15 7 11-16,-5-3-6 0,2 4-5 15,-1 0-3-15,2-1-1 0,1 0-4 16,-2-2 4-16,2 0-3 0,1-2 6 15,-1 1-2-15,-1-2 4 0,1-1 9 0,-14-1 3 16,26-3 8-16,-9-2 3 0,-4 0 0 16,1-1 1-16,-1-2 0 0,-1-1-6 0,-1-1-2 15,0-3-3-15,3-3-11 0,-1-9-9 16,1 4-35-16,-5 1-16 0,-2 3-43 16,4-1-40-16,-6 3-58 0,1 1-55 0,-5 3-52 15,5 3-66-15,-4 2-60 0,0 0-109 16,-2 6-157-16,0 0 11 0,0 0-488 0,0 0-642 15</inkml:trace>
  <inkml:trace contextRef="#ctx0" brushRef="#br0" timeOffset="15526.8">30676 2235 3456 0,'0'0'39'16,"0"0"64"-16,0 0 59 0,0 0 39 0,0 0 18 15,0 0-1-15,0 0-5 0,0 0-7 16,0 0-9-16,0 0-11 0,0 0-18 0,0 0-18 16,0 0-16-16,0 0-11 0,9-8-8 15,0 7-19-15,-9 1-3 0,20-8-7 16,-11 5-8-16,-2-2-11 0,2 1-6 16,-4-1-3-16,-1-1-12 0,0-1-10 15,-4 7-7-15,1-14 0 0,-1 4-11 0,0 10 2 16,-11-11-2-16,1 8-4 0,-3-2 2 15,0 3-1-15,-2 2-5 0,-3 4-2 0,1 1 10 16,-2-2-10-16,1 6 14 0,0 4-4 16,3 1 1-16,1 1-2 0,1 3 1 15,5-1 4-15,3-2 0 0,-1-1-4 0,4 4-8 16,2-6 6-16,2 1-24 16,4 1-26-16,-1-1-43 0,3-1-42 0,5-1-53 15,5-3-57-15,0 1-62 0,4-2-39 16,3 0-32-16,1-4-26 0,-1-3-18 0,1 0-2 15,-1-2 62-15,0-4 22 0,-2 0 43 16,-3-1 51-16,0-5 78 0,5-6 58 16,-4 1 72-16,-1-7 55 0,0 4 52 0,-7 3 49 15,-3 2 55-15,-5 4 23 0,3 3 16 16,-3 0 2-16,2 0-7 0,-3 3-20 0,-3-2-21 16,-1 7-18-16,0 0-10 0,0 0 4 15,0 0-13-15,0 0-14 0,0 0-13 16,0 31-11-16,-5-15-19 0,-2 1-24 0,4 1-63 15,-7-1-77-15,7 3-91 16,-6-1-80-16,8-3-84 0,-1 1-126 0,0-5-164 16,0 1-8-16,2-3 75 0,4-3-259 15,-1 0-300-15</inkml:trace>
  <inkml:trace contextRef="#ctx0" brushRef="#br0" timeOffset="15695.24">31202 2182 2333 0,'1'-18'134'15,"1"4"67"-15,-2 2 32 0,2 5-1 16,-4 0-18-16,2 7-20 0,-2-10-24 0,2 10-22 16,0 0-18-16,-3-8-49 15,3 8-85-15,0 0-84 0,0 0-88 0,0 0-99 16,-25 18-133-16,19-12-164 0,3-1 30 16,-1 3-140-16,4-3-177 0</inkml:trace>
  <inkml:trace contextRef="#ctx0" brushRef="#br0" timeOffset="16342.87">31188 2191 1946 0,'0'0'90'16,"0"0"39"-16,0 0 38 0,0 0 34 0,0 0 18 16,0 0 23-16,-11 14 8 0,5-6-3 15,-1 6-3-15,-4 1-16 0,0 2-13 0,-3 9-16 16,3 2-13-16,0-3-4 0,-1 5-10 16,3-3 2-16,2-1-17 0,-1-6-8 15,4 1-16-15,-2-1-11 0,2-1-14 16,1-7-13-16,-1 1-8 0,0-3 3 15,3-2 2-15,-3 1 2 0,1-3 7 0,3-6-7 16,-9 8-7-16,9-8-14 0,-13 0-6 16,13 0 1-16,-21-6-13 0,10 0-9 0,-5-3-7 15,3 2 1-15,-3-2 0 0,5-3-9 16,-1 2-3-16,1 0-4 0,2 0-2 16,0 3-7-16,2 0 4 0,3 2-16 0,4 5-13 15,-5-9-8-15,5 9-4 0,0 0-13 16,11-7-16-16,1 6-26 0,5-1-16 15,9 0-10-15,12-1-10 0,12 1-15 16,17-2-14-16,9-4-21 0,2 3-14 16,4-3-5-16,21-8 4 0,-12-3 3 0,-22-1 5 15,-2-7 3-15,-6-4 11 0,4-18 23 16,-17 10 6-16,-9-4 21 0,1-7 15 0,-8-5 12 16,-1-3 17-16,-8-7 7 0,-5 0 14 15,-7 3 10-15,-9 6 2 0,-4 12 4 16,-8 9 9-16,-3 4 3 0,-6 5-5 0,-4 9 13 15,-2 8 10-15,0 9 12 16,-15 9 8-16,-10 11 21 0,3 8 14 0,-3 7 17 0,2 6 15 16,7 2 3-16,-1 6-7 15,6 2-4-15,8 4-2 0,5 3-10 0,3-2-1 16,9 2-8-16,6-5-7 0,6-9-4 16,3-3-5-16,3-3-2 0,7-4-4 15,1-6-5-15,3-2-3 0,-4-11 1 0,6-3 3 16,-4-3-4-16,4-3 20 0,-4-2 29 15,6 0 30-15,-7-4 15 0,0 1 1 16,-1-1 5-16,-3 2-10 0,-11-2-16 0,18 2-12 16,-18-2-16-16,11 3-4 0,-11-3-7 15,5 9-17-15,-3-5-32 0,-2-4-48 0,2 11-58 16,-2-4-67-16,0-7-93 16,2 12-59-16,0-5-68 0,1-1-111 0,4 1-165 15,-2-1-45-15,6 0 78 0,2-1-396 16,-4 1-488-16</inkml:trace>
  <inkml:trace contextRef="#ctx0" brushRef="#br0" timeOffset="16876.75">28788 3467 3203 0,'-30'-12'234'16,"-2"3"14"-16,8 1 19 0,6 2 48 15,4 1 42-15,7 2-1 0,-1-1-16 0,8 4-30 16,0 0-29-16,0 0-30 0,22-13-21 16,4 9-33-16,18-1-55 0,13-2-89 15,8 3-105-15,-1-2-96 0,1-3-104 16,-6 4-103-16,-13-2-92 0,-2 2-125 0,-8-3-160 15,-11 3 37-15,-8-2-506 0,-6 2-665 16</inkml:trace>
  <inkml:trace contextRef="#ctx0" brushRef="#br0" timeOffset="17092.77">29052 3043 3330 0,'-8'-13'37'0,"5"4"34"0,-4 2 26 15,3 2 32-15,4 5 8 0,0 0 64 16,0 0 49-16,-11 19 19 0,8 3 1 0,-5 17 6 15,2 14-3-15,-2 5-13 16,1 5-24-16,-2 5-19 0,-1 1-22 0,0-2-18 16,-1-3-18-16,-1-3-19 0,-1-4-20 15,1-7-61-15,3-11-68 0,0 0-48 0,-1-3-56 16,-1-6-74-16,3-5-95 0,5-6-83 16,-3-2-86-16,1-5-135 0,4-2-151 15,-3-1 74-15,0-1-512 0,2-1-639 0</inkml:trace>
  <inkml:trace contextRef="#ctx0" brushRef="#br0" timeOffset="18258.55">27899 4937 3034 0,'2'-12'-1'16,"-1"3"62"-16,-1-1 51 0,0 0 53 0,0 4 48 16,0 6 39-16,0-12 28 0,0 12 11 15,0-7-15-15,0 7-28 0,0 0-27 16,0 0-17-16,0 0 1 0,0 0 5 16,0 0-15-16,25 23-12 0,-12 0-19 0,7 0-17 15,-5 4-12-15,6 1-30 16,-6-1-15-16,2-1-5 0,-3-6-5 0,-7-3-18 15,4-1 5-15,-2-3-13 0,-4-2-5 16,3-2 0-16,-5-1-5 0,5-1 0 0,-4-2 19 0,0 0 17 16,-4-5-3-16,0 0-12 0,0 0-6 15,0 0-7-15,20-16-6 0,-11 5-3 0,-6-5-6 16,8-11-13-16,-1-6-15 16,0 1-40-16,-3-6-36 0,4-10-39 0,3 0-31 15,-5 8-33-15,1 4-35 0,0 2-39 16,-6 8-53-16,1 6-61 0,-1 4-59 0,-2 4-95 15,-1 2-108-15,-1 5-114 0,-1 0 77 16,1 5-474-16,0 0-598 0</inkml:trace>
  <inkml:trace contextRef="#ctx0" brushRef="#br0" timeOffset="18927.43">28415 4859 3215 0,'2'8'40'0,"-2"-8"31"15,0 0 36-15,0 0 52 0,-4 9 53 16,4-9 37-16,0 0 37 0,0 0 12 0,0 0-8 16,0 0-23-16,0 0-18 0,0 0-22 15,11 2-17-15,-11-2-25 0,0 0-18 0,0 0-14 16,25-8-18-16,-25 8-12 0,12-7-13 16,-4 3-14-16,-8 4-6 0,9-9-2 0,-9 9-11 15,6-5-18-15,-6 5 1 0,3-7-6 16,-3 7 0-16,0 0-14 0,0 0-21 15,0 0-6-15,0 0 1 0,-32 12-5 16,13 1 0-16,-6 4 2 0,-1 3 9 0,3 1-11 16,0 0 6-16,6 4-7 0,4 1 4 15,1-1-1-15,5-1 0 0,5-5 0 16,0-2 4-16,4 0 3 0,1-1-9 0,7-1-3 16,4 1 10-16,9-1-6 0,-5-5 1 15,1-4-1-15,-2-2-2 0,2-3 1 0,-4-2-2 16,7-1 3-16,-5-3 3 0,2-2 20 15,0-3 4-15,-4-2 3 0,-1-3 4 0,-3 0 4 16,1-1 3-16,-3-5-2 0,-5-2-8 16,-1-1-4-16,-1 0-5 0,0-2-2 0,-2 1 1 15,0 6-8-15,0-1-13 0,-2 3-10 16,2 5 0-16,-4 0 0 0,3 7 0 16,-5-1 0-16,2 2 0 0,4 4 0 15,-14-2 0-15,14 2 0 0,0 0 0 0,0 0 0 16,-22 8 0-16,22-8 0 0,0 0 0 15,0 0 0-15,0 0 0 0,0 0 0 16,36 2 0-16,-12-4 0 0,-1 0 0 0,2-2 0 16,0 2 0-16,0 2 0 0,-3 0 0 15,-4 2 0-15,0 0 0 0,-2 4 0 0,0 0 0 16,-5 1 0-16,0 3 0 16,1 2 0-16,-4 1 0 0,-1 7 0 0,-2-7 0 15,0 5 0-15,-3-1 0 0,2 0 0 16,-3 2 0-16,1-4 0 0,0-1 0 0,2 1 0 15,-2-4 0-15,0 0-127 0,-1-2-83 16,1 0-47-16,1-1-59 0,1-5-81 0,-4-3-74 16,7 4-79-16,-7-4-100 0,15-7-114 15,-1-3 62-15,0-2-572 0,11-7-735 0</inkml:trace>
  <inkml:trace contextRef="#ctx0" brushRef="#br0" timeOffset="19159.43">29249 4530 3401 0,'0'-33'-46'16,"-3"6"57"-16,1 5 52 0,0 5 60 15,-2 0 34-15,2 3 20 0,-1 2 8 0,1 1-9 16,0 5-19-16,-2 0 14 16,4 6 16-16,0 0 23 0,0 0 8 0,-17 18 11 15,9 2-4-15,1 11 8 0,-5 6-10 16,-1 12-8-16,1 1-16 0,-3-1-18 16,6 3-17-16,-3 2-16 0,3-2-14 0,-2 1-11 15,2-12-16-15,6 1-17 0,-3-1-63 16,3-4-62-16,-1-3-72 0,2-5-60 15,2-6-54-15,-2-5-75 0,2-2-78 0,0-2-50 16,-2-5-66-16,0-2-61 0,2-7-84 16,-2 2-35-16,2-2-527 0,0 0-660 15</inkml:trace>
  <inkml:trace contextRef="#ctx0" brushRef="#br0" timeOffset="19295.07">29000 5024 3072 0,'-13'-16'-76'0,"4"1"71"16,-3 1 63-16,1 2 71 0,-1-1 58 15,4 4 49-15,3 2 26 0,-3-1 13 0,5 3-2 16,-4-3-13-16,7 8-15 0,-7-10-21 15,5 7-17-15,2 3-24 0,0 0-18 0,0 0-23 16,7-14-50-16,-7 14-75 0,18-6-96 16,-3 2-122-16,6 0-133 0,2-2-137 0,11-1-137 15,2-1-72-15,2-2 73 0,1 6-402 16,-1-3-484-16</inkml:trace>
  <inkml:trace contextRef="#ctx0" brushRef="#br0" timeOffset="19658.91">29439 4859 2871 0,'0'0'34'16,"-10"8"24"-16,10-8 37 0,-4 4 60 15,4-4 48-15,0 0 27 0,0 0 11 16,4 11 1-16,-4-11-9 0,0 0-9 0,19 2-13 16,-8-2-16-16,-11 0-8 0,33 0-16 15,-14-2-19-15,4-2-9 0,0-2-17 0,-3 1-15 16,3-1-8-16,-1-2-6 0,-6-2-7 15,0-1-5-15,-5 3-10 0,-1-4-6 0,-4 6-8 16,-4-1-11-16,-2 7-10 0,0 0 3 16,-22-8-8-16,6 9 4 0,-11 3-2 15,-10 6-5-15,-1 0-1 0,2 4-2 16,4-1-7-16,1 5 6 0,3-1 5 16,5 1 2-16,2-1-1 0,7 1-1 0,5-4-1 15,6 1-1-15,-1-2 4 0,6-3 1 16,1 0-13-16,3 0-30 0,3-1-49 0,7-3-62 15,2 3-60-15,17-2-54 0,3-2-60 16,9-3-90-16,1-4-108 0,1-1-117 0,9-4-119 16,1-2 60-16,-6-3-486 15,-13 0-618-15</inkml:trace>
  <inkml:trace contextRef="#ctx0" brushRef="#br0" timeOffset="19894.34">30047 4805 3076 0,'-8'-10'55'0,"2"0"68"0,2 3 50 16,0 2 61-16,4 5 52 0,-3-7 49 15,3 7 2-15,-2-8-28 0,2 8-17 0,0 0-13 16,0 0-1-16,0 0-10 0,0 0-16 16,32 20-21-16,-16-6-17 0,-3 1-20 0,0 2-21 15,1 0-17-15,-7 1-12 0,0-1-14 16,-5 3-12-16,-2-5-8 0,-3 2-9 16,-3 1-12-16,-7 9-11 0,-4-4-13 0,-3 1-11 15,0-5-34-15,-1 0-39 16,1-5-46-16,5-4-48 0,3-3-58 0,-1-4-67 15,6 0-92-15,2-3-87 0,5 0-75 16,0 0-52-16,-4-13-47 0,9-1-52 0,6-5-49 16,11-10-621-16,6-7-769 0</inkml:trace>
  <inkml:trace contextRef="#ctx0" brushRef="#br0" timeOffset="20092.5">30208 4795 3346 0,'10'-10'-95'0,"-8"5"62"16,-2 5 63-16,0 0 76 0,0 0 61 15,0 0 49-15,0 0 35 0,-44 12 21 0,26-3 8 16,4 2 2-16,-1 2-1 0,1 0-18 15,3 4-20-15,1-5-15 0,2 5-16 16,7-2-20-16,-1-3-13 0,2 2-20 16,3-1-13-16,5 3-11 0,4 3-13 0,8 3-14 15,1-2-19-15,6-3-36 0,0-1-80 16,-2-1-87-16,2 0-102 0,-9-6-119 16,3 1-122-16,-1 0-151 0,-7-6-183 0,-2 1 64 15,-1-3 87-15,-10-2-488 0,11 2-597 16</inkml:trace>
  <inkml:trace contextRef="#ctx0" brushRef="#br0" timeOffset="20725.32">30696 4930 2709 0,'6'3'-237'0,"-6"-3"53"16,6 4 45-16,-6-4 47 0,0 0 48 0,0 0 34 15,0 0 33-15,0 0 27 16,0 0 39-16,0 0 39 0,0 0 36 0,0 0 35 15,0 0 25-15,0 0 1 0,0 0-9 16,0 0-6-16,0 0 26 0,0 0 11 16,0 0 3-16,-12 15-15 0,7-7-2 0,-5 5-21 15,2 0 6-15,1 4-27 0,-3 2-11 16,7-4-21-16,-1 1-10 0,-2-3-13 0,4-1-8 16,0 1-6-16,4-3-10 0,0-2 1 15,2 1 1-15,4-3-26 0,3-4 6 16,1-2-17-16,-12 0-4 0,28-5-7 0,-9 2-13 15,-2-4 8-15,0-1-13 0,2 0 8 16,-4 2 21-16,-3 0 4 0,1 0 0 16,-3 3-12-16,0-1-2 0,-3 0-10 0,-7 4-5 15,14-3-6-15,-14 3-3 0,0 0 1 16,18 3-5-16,-18-3 0 0,14 8-10 0,-7-5 0 16,3 3-1-16,0-2-1 0,1 1 4 15,0-2-7-15,1 1 7 0,3 0 7 16,-1-4 3-16,-1 1-5 0,-13-1-36 0,26-1 0 15,-11-3 0-15,-1 2 0 16,1-3 0-16,-1-2 0 0,-3 0 0 0,-2 3 0 0,3-4 0 16,-5-2 0-16,1-2 0 0,0 2 0 15,0-4 0-15,-3 2 0 0,1 2 0 0,-5 0-72 16,3-1-185-16,1 3-73 16,-5 1-88-16,-3-1-108 0,3 8-108 0,-6-12-187 15,6 8 45-15,0 4 80 0,0-10-549 16,0 10-707-16</inkml:trace>
  <inkml:trace contextRef="#ctx0" brushRef="#br0" timeOffset="21841.41">31428 4863 3475 0,'0'0'33'0,"-15"9"60"0,15-9 52 0,0 0 52 16,0 0 55-16,0 0 30 0,-12 4 10 15,12-4-14-15,0 0-3 0,0 0-12 16,0 0-20-16,0 0-19 0,0 0-27 15,0 0-19-15,0 0-18 0,0 0-17 0,0 0-14 16,0 0-12-16,0 0-12 0,44-6-13 16,-34 1-9-16,-3 1-10 0,1-2-6 15,2-2-9-15,-3 2-4 0,-3-3-9 0,0 3-8 16,-4 6-8-16,2-10 7 0,-2 10-12 16,-14-5 0-16,14 5-7 0,-27 1-2 0,5 5 1 15,-6 6-2-15,-3 1 0 0,3 3 0 16,3 1 1-16,2 1-4 0,8-3-4 0,5 1 1 15,2-1 4-15,4-1-4 16,3-1 0-16,2-1 0 0,3 0-1 0,2 0 4 16,6-3-2-16,1-1-12 0,0-1-14 15,0-3-32-15,4-3-29 0,2-1-35 0,3-3-24 16,3-1-16-16,-3-1-13 0,10-5-2 16,0-2 5-16,-3-2 15 0,0-3 11 15,-2 4 20-15,-4-4 14 0,-4 5 27 0,-6 0 26 16,0 5 27-16,-5 0 26 0,0 4 13 15,-3-3 1-15,-5 6 0 0,8-6 6 0,-8 6 4 16,0 0 6-16,0 0 0 0,0 0-1 16,-8 25 0-16,3-13-4 0,1 4-6 15,-2-1 3-15,3 4-4 0,0-2-2 16,3 2 2-16,3-1-7 0,-1-1-6 0,-1-3-10 16,7 0-15-16,-3-6-12 0,5-1-14 15,0-3-12-15,3-1 5 0,1-4 3 16,-14 1-1-16,32-8 5 0,-17 3 5 0,4-3 5 15,-2-2 3-15,0-4 8 0,1 2 11 16,-5 0 16-16,-2 0 19 0,-1 2 17 0,-1-1 21 16,-3 5 5-16,1-3 2 0,-2 4-11 15,-5 5-2-15,3-5-2 0,-3 5 1 0,0 0-2 16,0 0 2-16,0 0-12 0,-17 15 1 16,10-6-5-16,1 1 3 0,-1 2 0 15,0 2 2-15,0-2 30 0,1 1 5 16,3-2-12-16,-1-1 1 0,-3 0-10 0,5-3 11 15,1 1 14-15,-3 0 13 0,4-8 13 16,-4 13 6-16,2-5 7 0,2-8 1 0,-3 8-3 16,-1-2-84-16,4-6-36 0,-6 5 0 15,6-5 0-15,-12 10 0 0,9-8 0 16,3-2 0-16,-18 10 0 0,7-5 0 0,-5 0 0 16,3-1 0-16,-1 3 0 0,-4-1 0 15,2-2 0-15,4 4 0 0,2-4 0 0,0 1 0 16,3-1 0-16,7-4 0 15,-8 8 0-15,8-8 0 0,0 0 0 0,0 0-179 16,0 0-3-16,36-6 0 0,-13-2 8 0,10-4 1 16,3-1 10-16,5-8 16 0,4-6 11 15,-4-7 15-15,6-2 10 0,-4-5 11 16,12-15 9-16,3-4-7 0,-3-10 9 0,1-5 8 16,1-2 5-16,-6-1 16 0,0 1 0 15,-7-1 10-15,-12 20 14 0,-7 6 17 0,-6 9 3 16,-8 12 0-16,-5 9 1 0,-8 8 2 15,-5 6 1-15,-4 5 13 0,-11 6 17 16,-14 10 19-16,-12 9 22 0,-1 8 24 0,1 7 28 16,3 7 25-16,-7 14 13 15,16-8 0-15,4 2-7 0,9-2-11 0,2 2-10 16,8 0 3-16,9-8 7 0,4-3-7 0,4 2-13 16,5-4-7-16,4-2-11 0,1-4-9 15,-1-4-6-15,1 0-9 0,-3-10-1 16,-4-6 17-16,0-1 14 0,-2-3-6 0,1-1-93 15,-5-1 0-15,5 0 0 0,-4-2 0 16,0 2 0-16,-2-7 0 0,3 7 0 0,-3-7 0 16,5 8 0-16,-5-8 0 0,0 0 0 15,4 6 0-15,-4-6 0 0,0 0 0 16,0 0 0-16,0 0 0 0,0 0-308 0,0 0-193 16,0 0-80-16,0 0-108 0,0 0-180 15,0 0 71-15,0 0-714 0,5 6-957 16</inkml:trace>
  <inkml:trace contextRef="#ctx0" brushRef="#br0" timeOffset="22091.87">32463 5336 4035 0,'-4'5'-74'15,"4"-5"67"-15,-22 8 84 0,-1-1 69 0,-13 0 59 16,-11 0 49-16,-19 1 39 0,-6 1 4 16,-12 1 14-16,-29 2 2 0,-7 3-2 0,-13-1-6 15,-8-2-14-15,-10-1-20 0,-7 1-25 16,2-1-24-16,-2-1-23 0,-1-4-17 15,8 3-19-15,18-1-20 0,19 0-135 0,36-2-8 16,13 3 0-16,17-4 0 0,11 0 0 0,8-1 0 16,4 1 0-16,7-2 0 15,7 1 0-15,0-1 0 0,5-3 0 0,6 0-310 16,0 0-89-16,0 0-96 0,0 0-109 16,0 0-166-16,0 0-44 0,-4-10 86 15,4 10-657-15,2-9-837 0</inkml:trace>
  <inkml:trace contextRef="#ctx0" brushRef="#br0" timeOffset="23627.6">2582 10650 3848 0,'-2'-14'-19'0,"0"4"47"0,0 1 30 0,0 2 12 15,2 7 8-15,0-11 8 0,0 11-13 16,0 0-7-16,0 0 32 0,0 0 22 0,0 0 9 15,0 0-6-15,6 39 0 0,-3-24 5 16,3 1-5-16,1 4-6 0,-2 1-13 0,2-3-10 16,-3-2-2-16,0 1-14 15,1-2-7-15,-1-1-9 0,1-2-4 16,-3 2-4-16,-1-4-9 0,1 0-23 0,0-1-26 16,0-3-32-16,-2 2-26 0,0-8-37 15,5 9-66-15,-5-9-77 0,0 0-62 0,0 0-62 16,0 0-78-16,0 0-106 0,8-26-73 15,-3 8 63-15,-2-6-282 0,3-9-326 16</inkml:trace>
  <inkml:trace contextRef="#ctx0" brushRef="#br0" timeOffset="24008.28">2569 10299 2193 0,'-25'-10'-83'16,"-2"3"27"-16,2 7 32 0,-4 3 32 0,-14 5 26 15,-11 10 22-15,-3 9 24 0,0 7 25 16,-10 17 8-16,3 4 16 0,5 3 11 15,7 3 3-15,3 7 4 0,6-3 22 0,18-6-18 16,5-1-2-16,4 2-13 0,13-2 3 16,6 2-7-16,9-4-9 0,7 2-11 0,6-7-5 15,11-2-8-15,6-1-10 0,5-6 0 16,20 2-7-16,-6-14-7 0,5-7-5 16,2-6-6-16,6-6-5 0,1-6-5 15,0-10-6-15,-3-6-1 0,-4-7-4 16,-2-4-4-16,-3-6-6 0,-4-5 2 0,6-15 1 15,-19 7 4-15,-6-7 21 0,-6-6 5 16,2-19-6-16,-13 12-6 0,-7-6-6 0,-9-7-2 16,-7-4-9-16,-14-14-5 0,-11 3-6 15,-9 8-3-15,-9 12-4 0,-9 10-3 16,1 20-4-16,-6 13-6 0,-9 7-6 0,-2 14-23 16,-2 6-16-16,-2 11-32 0,-1 6-29 15,6 6-42-15,-13 12-50 0,26-4-46 0,4 6-58 16,5-6-88-16,13 7-130 0,13-10-120 15,0-4 58-15,12-2-275 0,1-3-336 16</inkml:trace>
  <inkml:trace contextRef="#ctx0" brushRef="#br0" timeOffset="24362.13">3824 10336 2589 0,'-5'-17'110'0,"1"5"37"16,0 2 23-16,0 0 5 0,2 4-4 15,2 6-25-15,0 0-9 0,0 0-6 0,0 0 10 16,0 0 7-16,-15 36 0 0,11-1-1 15,-4 3 1-15,2 4-1 0,1-1-12 0,1-4-12 16,-1 4-13-16,1-2-8 0,0-3-10 16,2-7-13-16,-2-5-3 0,2-5-10 0,0 0-6 15,0-3-4-15,2 0-18 0,-2-4-23 16,2-4-23-16,0 1-33 0,0-9-52 16,-1 9-84-16,1-9-84 0,0 0-75 0,0 0-96 15,0 0-113-15,3-23-79 16,1 8 57-16,0-7-291 0,4-13-343 0</inkml:trace>
  <inkml:trace contextRef="#ctx0" brushRef="#br0" timeOffset="24542.58">3713 10253 2344 0,'-13'-4'21'16,"2"0"40"-16,1 0 39 0,1-1 54 0,9 5 36 16,-14-3 13-16,14 3 2 0,-9-4 5 15,9 4-10-15,-6-5-14 0,6 5-20 0,0 0-13 16,0 0-15-16,18-18-14 0,-5 10-12 15,6 0-16-15,10-1-35 0,3-3-51 16,-1 4-61-16,-3 1-82 0,-6 4-105 16,0-2-128-16,-5 5-163 0,-2 1-71 15,-2 3 64-15,-3 2-240 0,-1 6-265 0</inkml:trace>
  <inkml:trace contextRef="#ctx0" brushRef="#br0" timeOffset="24743.14">3505 10939 2478 0,'-12'9'223'0,"1"0"28"16,0-6 33-16,6 0 17 0,5-3 9 15,-9 5-17-15,9-5-17 0,0 0-25 0,0 0-21 16,0 0-32-16,0 0-6 0,0 0-32 0,0 0-32 16,48-13-56-16,-26 4-60 15,10-3-82-15,2 0-95 0,3-1-106 0,1-3-108 16,-4 1-107-16,10-6-134 0,-14 6-12 15,2-5-401-15,-1 2-506 0</inkml:trace>
  <inkml:trace contextRef="#ctx0" brushRef="#br0" timeOffset="25107.89">4039 10576 2855 0,'2'-8'35'0,"-2"-2"46"16,0 10 53-16,-2-9 19 16,2 9 13-16,0 0 4 0,0 0-4 0,0 0 9 15,0 0 8-15,0 0 0 0,0 0-1 16,0 0 1-16,0 0-8 0,2 37-18 15,-2-24-11-15,2 5-19 0,0-5-8 0,-2 1-14 16,2 2-11-16,0-2-8 0,0-2-9 16,-1-2-5-16,-1-2-9 0,0 1-3 0,3 0 0 15,-3-9 8-15,2 10 8 0,-2-10-9 16,7 1-5-16,-7-1-7 0,0 0-8 0,20-23-5 16,-9 5-5-16,8-7-5 0,0-3-1 15,2 0-7-15,-3 5-2 0,2 0-2 16,-3 7-4-16,-4 3-3 0,-2 3-1 0,3 3-3 15,-4 4-1-15,0 3 0 16,-10 0-1-16,18 6-1 0,-10-1-1 0,2 7 1 16,-1-2 0-16,-2 1-2 0,4 3 3 15,-4-2-9-15,-2 1-19 0,1-1-25 0,0 0-34 16,0-3-30-16,1-2-41 0,-3 2-44 16,0-2-40-16,1-2-52 0,-1-2-50 0,-4-3-47 15,0 0-55-15,12 0-52 0,-12 0-62 16,11-11-30-16,-2-1-364 0,3-2-425 15</inkml:trace>
  <inkml:trace contextRef="#ctx0" brushRef="#br0" timeOffset="25257.53">4550 10432 2462 0,'11'-17'-32'0,"-5"5"65"0,0 1 41 0,-2 3 34 0,0 1 1 15,-4 7 11-15,0 0 18 0,0 0 6 16,0 0-10-16,0 0-10 0,11 27-15 0,-11-8-10 16,2 0-4-16,-2 1-16 15,2 7-15-15,-4-2-39 0,2-4-50 0,0-3-53 16,0 3-67-16,2-4-72 0,-2-3-73 15,0-4-85-15,1-1-118 0,-1-3 10 16,0-6-122-16,5 4-105 0</inkml:trace>
  <inkml:trace contextRef="#ctx0" brushRef="#br0" timeOffset="25407.78">4631 10262 1595 0,'-5'-11'42'0,"3"1"31"16,0 2 11-16,2 4-1 0,0 4-4 15,-3-8-8-15,3 8-8 0,-2-5-10 0,2 5-10 16,0 0-34-16,0 0-56 0,0 0-99 16,0 0-124-16,0 0-319 0,0 0-90 0</inkml:trace>
  <inkml:trace contextRef="#ctx0" brushRef="#br0" timeOffset="25911.39">5099 9426 1840 0,'-7'-15'131'0,"-2"5"25"0,0 3 40 0,0 4 15 16,9 3 11-16,-18 8 17 0,5 7 12 15,-2 16 4-15,0 14-8 0,-1 7-1 0,5 4-3 16,0 6-7-16,3 0-14 0,0 5-16 16,3-2-35-16,-1 2-16 0,1-3-14 15,2-1-14-15,-3-1-11 0,3-4-16 0,1-2-8 16,-4-2-8-16,3-12-7 0,-5-2-28 15,2-6-25-15,-2 0-21 0,1-5-16 16,2-6-16-16,-2-6-12 0,1-4-14 0,-1-1-4 16,2-7-3-16,-3-3 5 0,0-2 7 15,8 0 2-15,-19-13 7 0,5-3 2 16,-2-6 4-16,0-5 1 0,1-4 7 0,-2-3 2 16,4 0 19-16,-1 2 11 0,5 3 16 15,1 8 4-15,2 7-3 0,2 1-5 0,2 5-3 16,2 0 1-16,2 2-3 0,-2 6 0 15,9-7 0-15,-2 3 2 0,2 0-1 16,5-2 2-16,6-2-2 0,11-3-1 0,1-4-1 16,1-4 1-16,-3 4-4 0,3-2 0 15,-2 0 0-15,-5 3-2 0,-5 4-2 0,-5 1 0 16,-3 5 2-16,-2 4 9 0,-11 0 3 16,19 11 9-16,-12 1-4 0,2 5 0 15,-2 1-3-15,-3 5-4 0,1 1-3 16,-1 0-1-16,0 10 3 0,-1-5-3 0,2-4-5 15,-3-4-23-15,-2-1-34 0,2-1-39 16,0-4-75-16,-1-3-74 0,-1 0-80 0,0-5-105 16,-1-2-120-16,1-5-108 0,0 0 60 15,0 0-370-15,0 0-440 0</inkml:trace>
  <inkml:trace contextRef="#ctx0" brushRef="#br0" timeOffset="26076.5">5225 9714 2818 0,'0'-25'36'15,"0"8"45"-15,0 1 24 0,-2 6-4 16,2 0-10-16,0 1-9 0,0 9-3 0,0 0-10 16,-2-6-24-16,2 6-45 15,0 0-59-15,0 0-80 0,0 25-102 0,2-11-127 16,2 2-153-16,-3 1 51 0,5 6-112 16,-1 12-81-16</inkml:trace>
  <inkml:trace contextRef="#ctx0" brushRef="#br0" timeOffset="26574.23">5486 10146 1809 0,'6'6'170'0,"-3"-1"34"0,-1-1 46 16,-2-4 23-16,0 0 13 0,0 8 11 15,0-8 0-15,0 0-17 0,0 0-13 16,0 0-14-16,0 0-19 0,0 0-9 0,0 0-17 16,-3 12-16-16,3-12-14 0,0 0-25 15,-16 4-14-15,16-4-11 0,-17 0-10 0,17 0-15 16,-23-4-12-16,10 4-23 0,1-6-14 15,-1-1-11-15,-1-2-6 0,3-4-9 0,-2-3-2 16,7 3-11-16,0-1-3 0,3 1 1 16,-1 4-5-16,4-3 0 0,2 4 1 15,0 2-1-15,1-1-4 0,3 2 0 0,4 0-3 16,1 1 5-16,7 1-4 0,0 0 3 16,5 1 12-16,0-2-12 0,4 2-1 15,0-2-7-15,11-1-8 0,-2-3-6 16,-2-1-12-16,2 0-8 0,-4-6-8 0,2-2-6 15,-7-1-2-15,-2-5-4 0,-2-3-12 16,-1-4-12-16,0-11-13 0,-3-7-12 0,-1-8-24 16,-5-5-21-16,-2-4-17 0,-3-5 9 15,-2 0 18-15,-6 7 11 0,-2 3 26 0,-4 21 37 16,0 5 13-16,-2 12 21 0,-1 8 20 16,-2 8 13-16,-1 8 21 0,-1 7 20 0,-10 10 14 15,4 10 12-15,-2 12 12 0,4 5 5 16,4 4 5-16,3 2-8 0,4-9 0 15,6-1-6-15,6-1-3 0,4-1-12 0,7 4-1 16,2-2-9-16,6-6-6 16,-5-7-11-16,7-5-23 0,3-2-29 0,-1-3-43 15,3-4-59-15,-3-3-103 0,3-1-119 16,-7-3-131-16,-2-3-190 0,2 2 36 0,-2 0 72 16,-2 1-342-16,7 1-379 0</inkml:trace>
  <inkml:trace contextRef="#ctx0" brushRef="#br0" timeOffset="26807.66">6595 10044 2786 0,'0'0'200'0,"-15"11"61"16,1-5 50-16,-4 2 30 15,-13 7 33-15,-8 0 8 0,-13 5-5 0,-11 5-7 0,-23 7-11 16,-4 2-14-16,-5 1-14 16,-5 5-24-16,-8 1-23 0,-10 7-28 0,-2 1-23 15,-6 1-31-15,-1-1-18 0,-9 1-19 16,5-3-42-16,3-3-123 0,-2 4 0 0,8-1 0 15,10-7 0-15,5 4 0 0,14 2 0 16,14-6 0-16,25-5-18 0,8-4-198 0,6 2-55 16,8-4-57-16,10-5-55 0,3 0-48 15,8-6-4-15,4-5-61 0,1-5-79 0,4 0-156 16,2-8 36-16,0 0-534 16,0 0-690-16</inkml:trace>
  <inkml:trace contextRef="#ctx0" brushRef="#br0" timeOffset="27358.86">8072 9769 3558 0,'-25'-2'221'0,"9"0"-10"0,3-3-1 16,8 5 12-16,5 0 31 0,0 0 34 16,36-7-2-16,12 5-15 0,20-2-27 0,11 2-26 15,12 4-23-15,21-4-14 0,5 2-27 16,-24 0-53-16,0 0-49 0,24 0-66 0,-28 2-86 16,-1-2-108-16,-6 0-128 0,-12-2-130 15,-7 0-114-15,-17-1-144 0,-10-3 55 16,-11-2-537-16,-8 2-672 0</inkml:trace>
  <inkml:trace contextRef="#ctx0" brushRef="#br0" timeOffset="27612.7">9374 9319 3684 0,'-6'-7'146'0,"2"2"-2"15,4 5-14-15,0 0 25 0,0 0 51 16,0 0 39-16,13 26 21 0,7 1-1 0,6 12-14 15,4 2-12-15,4 8-9 0,-2 1-4 16,-2-1-19-16,-6 2-17 0,-2-3-16 16,-10 1-12-16,-5-8-15 0,-11-3-16 15,-10 6-8-15,-9-6-10 0,-7 1-12 0,-14-3-9 16,-4-3-12-16,-9-2-30 0,-4-6-45 16,-4 0-68-16,-5-1-81 0,2-4-96 0,1-1-141 15,6-2-170-15,2-2-231 0,8-1-22 16,11-7 91-16,11-2-676 0,6-2-842 0</inkml:trace>
  <inkml:trace contextRef="#ctx0" brushRef="#br0" timeOffset="38274.19">27415 7347 1164 0,'0'0'380'0,"0"0"-101"0,0 0-47 15,7-5-26-15,-7 5-20 0,0 0-14 16,0 0-20-16,0 0-24 0,4-5-15 16,-4 5-14-16,0 0-9 0,0 0 0 0,6-5-5 15,-6 5 5-15,0 0 5 0,2-7 13 16,-2 7 8-16,0 0 6 0,-5-12 2 0,0 5 13 16,-3 0 1-16,1 0-2 0,-2-3-2 15,-5 2-3-15,-1-3-5 0,0 1-8 0,-2 1-8 16,-2 3-13-16,-5-1-8 0,4 7-9 15,-7-2-6-15,-1 5-9 0,-15 4-5 16,3 3-6-16,-9 8-7 0,9-6 0 16,-4 12-10-16,6 1-3 0,9-3-1 0,7 2-1 15,1 2 2-15,9 0-3 0,8 0 4 16,7-3 5-16,8 6-1 0,10 0 5 0,8 3 3 16,7-1-4-16,3-2-6 0,3 0-3 15,2-6-4-15,-2 0 1 0,-10-5-2 0,0-4 8 16,-5 3 28-16,2-2 18 0,-12-4 34 15,2 2 27-15,-7-6 26 0,-1 1 29 16,-5 1 22-16,-5-2 2 0,4-1 7 0,-10 2-6 16,5-8-30-16,-11 17-194 0,-2-6 0 15,-2-2 0-15,-5 3 0 0,-6 3 0 16,0-1 0-16,-7 0 0 0,5-2 0 0,1-4 0 16,4-1 0-16,0 1 0 0,1-4 0 15,2-2 0-15,1 0 0 0,-2-2 0 0,8 0 0 16,-2-2 0-16,3 0 0 0,1-2 0 15,1-2 0-15,4 1 0 0,0-4-359 16,6 2-212-16,6-5-112 0,0 1-186 0,7-7 61 16,10-4 89-16,8 2-703 0,9-9-874 15</inkml:trace>
  <inkml:trace contextRef="#ctx0" brushRef="#br0" timeOffset="38721.4">28189 7362 3846 0,'-2'-12'-29'0,"-3"4"54"16,4-3 60-16,-1 0 37 0,0-1 31 15,0 1 24-15,-2 1 8 0,2 0 6 0,-1 0 3 16,-1 1-9-16,-1 0 4 0,-4-1-21 16,0 2-19-16,-2 1-15 0,-7 2-20 15,1 3-6-15,-4 2-15 0,-15 4-7 0,-1 7-10 16,1 3-5-16,0 2-10 0,-7 4-7 15,4 6-8-15,5-1-2 0,7-1-4 0,7 0-5 16,0 1-5-16,11-5-5 16,7-1 0-16,2-3-3 0,4 1 1 0,3 1-4 15,11 5-1-15,2-3 3 0,7 1 2 16,2-2-3-16,3 1 15 0,0-3-5 0,3 0 12 16,-9 0 9-16,3-1 9 0,-10-2 22 15,0-4 21-15,-5 0 17 0,-5 1 17 0,-2 0 13 16,0-1 7-16,-5 0 9 0,-2 0 2 15,-4 2-106-15,-4-1-62 0,-3 4 0 0,-3-3 0 16,-3 0 0-16,0-1 0 0,-4 0 0 16,2-3 0-16,-2 1 0 0,-2-1 0 15,4-2 0-15,0-3 0 0,4-1 0 16,-1-2 0-16,1-4 0 0,2-1 0 0,0-4 0 16,3-1-426-16,6-1-137 0,0-2-115 15,8-3-142-15,6-2 12 0,13-7 85 0,11-4-696 16,10 0-871-16</inkml:trace>
  <inkml:trace contextRef="#ctx0" brushRef="#br0" timeOffset="39105.61">28894 7234 3563 0,'7'-21'-103'0,"-5"4"65"0,0 2 52 0,-2 1 56 16,-4-1 46-16,-1 1 29 0,-1 2 13 15,-4 0 5-15,2 1-4 0,-3 5 3 0,-6 0 2 16,-2 6-5-16,-2 2-4 0,-8 2-7 15,-8 6 6-15,1 3-7 0,-11 6-9 16,15-1-7-16,-8 6-12 0,15-5-10 16,2 0-7-16,9 0-6 0,3-1-3 0,9 0-2 15,6-3-7-15,6 4 6 0,7 6-3 16,2-1-4-16,10 2 16 0,3 3 3 0,4 1-1 16,0-3-7-16,-7-6-2 0,-4 0-2 15,-2-1 9-15,-3-1 16 0,-4-2 15 0,-3-5 16 16,-6 1 16-16,-2-2 9 15,-1 0 7-15,-4 0-125 0,-4 1-53 0,-4 0 0 16,0 0 0-16,-3 1 0 0,-4 2 0 16,-9-1 0-16,2-2 0 0,3 1 0 0,0-6 0 15,-4 2 0-15,2-4 0 0,2-2 0 16,2 0 0-16,1-1 0 0,3-4 0 0,2-1 0 16,-1-4 0-16,5-3 0 0,-2-7-102 15,11-1-493-15,3-5-86 0,10-9-127 0,13-3-30 16,9 0 83-16,9 6-746 0,4 0-946 15</inkml:trace>
  <inkml:trace contextRef="#ctx0" brushRef="#br0" timeOffset="39338.89">29357 7278 3858 0,'25'-16'-121'0,"-4"-6"98"15,-6 2 92-15,-2 0 78 0,-3 4 56 16,-1 1 50-16,-4 3 48 0,2 0 45 0,-2 3 13 16,-3 1-6-16,2 0-27 0,-4 8-23 15,0 0 8-15,0 0 10 0,0 25-18 16,-7 5-19-16,-2 8-28 0,-2 16-24 0,0 4-122 15,1 3-110-15,3 2 0 0,1-1 0 16,2-3 0-16,2-1 0 0,2-12 0 0,0-5 0 16,0-4 0-16,0-8 0 0,2-6 0 15,-2-6 0-15,2 1-219 0,2-7-170 0,0-5-69 16,-3-2-68-16,-1-4-77 16,0 0-81-16,0 0-80 0,24-21 71 0,-19 3-618 0,2-1-769 15</inkml:trace>
  <inkml:trace contextRef="#ctx0" brushRef="#br0" timeOffset="39590.97">29547 7152 3424 0,'2'-28'-22'0,"-2"4"72"16,3 2 57-16,-3 3 36 0,1 2 36 15,5 0 18-15,3 0 8 0,4 1 5 16,8-3 1-16,2 8 1 0,8 2-5 0,-2 5-3 16,1 5 8-16,10 7-7 0,0 2-15 15,4 11-24-15,-3 4-8 0,-6 3-7 0,-14-4-3 16,-2 1 10-16,-6 4 12 15,-4-8 10-15,-8-1 7 0,-2-3-3 0,-4 1-11 0,-4 1-10 16,-2-2-15-16,-3-1-16 16,-9 3-9-16,4-7-107 0,0 0-16 0,-2-4 0 15,4-1 0-15,-3-5 0 0,2 1 0 16,-1-6 0-16,-1 3-92 0,4-4-186 0,-2-1-79 16,3-2-84-16,-1-2-107 0,9 1-129 15,-2 3-134-15,-1-2 69 0,0 2-702 0,3 3-893 16</inkml:trace>
  <inkml:trace contextRef="#ctx0" brushRef="#br0" timeOffset="40521.86">26896 8878 3705 0,'-3'-4'-135'0,"-1"-2"52"15,4 6 49-15,-7-8 48 0,4 3 52 16,3 5 53-16,-6-10 32 0,6 10 24 0,-2-6 23 16,-1 0 12-16,3 6 12 15,-4-5-1-15,4 5 0 0,-4-4-17 0,4 4-23 16,0 0 21-16,0 0 29 0,-12 16 4 15,7-1-2-15,-3 4 0 0,3 3-5 0,-4 10-10 16,-2 3-7-16,4-1-9 0,0 0-16 16,1 0-14-16,0 0-10 0,2-9-18 0,0-4-45 15,2 3-99-15,2-7 0 0,-1-2 0 16,-1-3 0-16,0 0 0 0,2-2 0 0,0-1 0 16,-2-3 0-16,0 3 0 0,2-4 0 15,0-5 0-15,0 0 0 0,-2 7 0 0,2-7 0 16,0 0 0-16,0 0-313 0,0 0-138 15,-8-17-90-15,4 7-108 0,2 4-153 16,2-2 22-16,-1 1 78 0,-1-1-643 16,0-4-799-16</inkml:trace>
  <inkml:trace contextRef="#ctx0" brushRef="#br0" timeOffset="40989.37">26681 8576 3496 0,'-17'-8'-152'0,"-2"4"16"0,2 4 33 16,0 4 34-16,-4 2 41 0,-12 12 27 16,-6 5 26-16,-6 7 29 0,6 6 26 0,-4 5 18 15,1 5 21-15,6 4 17 0,-6 18 21 16,13-10 13-16,0 20 18 0,4-15-2 0,7 1 0 15,5 2 0-15,7-2 7 0,4 1-3 16,10 1 1-16,5-7 3 0,9-5-12 16,10-4-20-16,8-2-5 0,8-7-17 0,16 4-14 15,-5-16-6-15,2-8-4 0,6-3-20 16,3-7-5-16,-1-7-13 0,0-8-3 0,-3-3-9 16,1-9-1-16,-3-4-11 15,-1-9-4-15,8-9 5 0,-4-7 14 0,-6-5 2 0,-18 6 6 16,9-15 6-16,-18 7-4 15,-3-6-1-15,-10-8-4 0,-3-3-20 0,-11-3-4 16,-5-2-5-16,-10-3-3 0,-9-14-10 16,-12 12 0-16,-5 7-4 0,-2 23-13 0,-8 8-2 15,-7 10 1-15,-8 7-17 0,-11 7-17 16,-2 8-25-16,-2 7-17 0,0 8-38 0,0 4-41 16,4 4-41-16,2 5-45 0,2-2-62 15,6 3-82-15,7 1-72 0,8 1-96 16,10-5-158-16,7 2-22 0,3-2 82 0,9-1-511 15,5-1-614-15</inkml:trace>
  <inkml:trace contextRef="#ctx0" brushRef="#br0" timeOffset="42721.51">28101 8930 2904 0,'0'0'-67'0,"-2"-7"51"0,2 7 48 16,-2-8 39-16,2 8 44 0,2-12 33 16,-2 7 26-16,0-3 25 0,2 2 20 15,-2-2 16-15,0 8 14 0,2-10 7 0,-2 10 0 16,2-9-9-16,-2 9-22 0,0 0-29 16,-2-8-22-16,2 8 7 0,0 0 2 0,0 0 1 15,-12 23-2-15,5-6 7 0,-3 3-7 16,-2 7-12-16,-1 4-20 0,0-1-8 0,1 2-11 15,1-1-16-15,2-4-13 0,-1 0-12 16,4-7-7-16,1 1-8 0,-3-7-8 0,4 3-5 16,0-2-11-16,0-5-18 15,1 0-16-15,1-1-19 0,0-2-17 0,-2 0-33 16,4-7-50-16,-3 5-66 0,3-5-52 16,0 0-60-16,0 0-82 0,0 0-83 0,0 0-70 15,-14-21-77-15,14 11-107 0,0-2-7 16,3-5-601-16,-1 0-766 0</inkml:trace>
  <inkml:trace contextRef="#ctx0" brushRef="#br0" timeOffset="42938.44">27927 8751 3525 0,'-13'-5'-50'16,"1"0"61"-16,1 2 58 0,6-3 53 15,-4 5 23-15,9 1 8 0,-5-5-2 0,5 5-6 16,0 0 0-16,0 0-1 15,16-7-9-15,0 3-16 0,11 1-7 0,11-1-17 16,3-1-6-16,0 2-32 0,4 1-34 16,-8 0-48-16,-2 1-63 0,-9-1-82 0,-5 4-71 15,-2-2-62-15,-3 1-66 0,-3 1-70 16,-6 0-131-16,1 1 27 0,-4 2-288 0,-2 2-316 16</inkml:trace>
  <inkml:trace contextRef="#ctx0" brushRef="#br0" timeOffset="43171.61">27725 9219 2545 0,'-17'8'171'0,"4"-5"22"0,3 2 17 16,5-2 28-16,-3 1 16 0,8-4 6 0,0 0-11 15,-8 5-3-15,8-5-5 0,0 0 5 16,0 0-20-16,0 0-20 0,32 5-20 0,-8-5-17 15,0 0-49-15,5-2-50 0,11-1-73 16,1 0-91-16,-4-1-113 0,1 1-120 0,-4-4-132 16,-5 2-161-16,-4-2-36 15,-2 0 72-15,-3-1-396 0,4 1-456 0</inkml:trace>
  <inkml:trace contextRef="#ctx0" brushRef="#br0" timeOffset="43587.66">28284 9072 2670 0,'-4'-8'101'16,"2"2"52"-16,2 6 21 0,0-7 9 0,0 7 5 15,0 0-9-15,-1-7-13 0,1 7 18 16,0 0 13-16,0 0-6 0,0 0-14 0,0 0-10 16,14 20-15-16,-10-12-7 15,2 1-12-15,-3-1-8 0,4 4-12 0,-5-2-13 16,1 1-7-16,-3 1-5 0,2-2-7 15,0-1-9-15,-2-2-4 0,2 0 1 0,-2-2 5 16,0-5 15-16,4 10 15 0,-4-10 30 16,1 4-5-16,-1-4-14 0,0 0-11 0,0 0-9 15,12-17-10-15,-2 5-14 0,4-13-7 16,4 3-6-16,1-1-1 0,-2 8-8 16,2-1-8-16,0-2-7 0,-5 6-3 0,1 1-7 15,-2 4-7-15,-2 4 3 0,-1 1-9 16,-10 2 0-16,23 2-1 0,-11 3-5 0,1 2 0 15,-4 3-1-15,3 1 2 0,-5 1-12 16,3 0-12-16,-2 1-9 0,-2-1-18 16,-3 0-15-16,3-1-21 0,-4 1-24 15,1-3-30-15,1 0-37 0,0 2-40 0,-2-5-58 16,0 2-43-16,0-1-58 0,-2-7-56 16,4 2-61-16,-4-2-69 0,0 0-89 0,0 0 54 15,18-14-391-15,-7 3-461 0</inkml:trace>
  <inkml:trace contextRef="#ctx0" brushRef="#br0" timeOffset="43770.9">28910 8919 2703 0,'11'-10'41'0,"-4"2"54"0,-2 3 41 16,-3-1 16-16,-2 6 2 15,0 0-7-15,0 0 27 0,0 0 9 0,0 0-10 16,0 0-14-16,-2 23-13 0,1-8-17 16,-1 1-13-16,-6 6-6 0,5 2-14 0,-4-2-27 15,2 0-37-15,1 0-36 0,-2-3-44 16,3-1-49-16,-1-3-49 0,0-3-50 15,3 0-39-15,-2-4-69 0,-1-3-81 0,4-5-123 16,-4 8-22-16,4-8-274 0,0 0-290 16</inkml:trace>
  <inkml:trace contextRef="#ctx0" brushRef="#br0" timeOffset="43939.04">29000 8808 2264 0,'2'-11'65'0,"0"1"36"16,-2 2 33-16,0 1 24 0,0 7 21 15,-2-10-11-15,2 10-19 0,0-6-15 0,0 6-21 16,0 0-14-16,0 0-33 0,-2-8-38 16,2 8-65-16,0 0-71 0,0 0-88 15,0 0-109-15,0 0-169 0,-6 22-23 0,10-15 59 16,4 1-108-16,2 1-47 0</inkml:trace>
  <inkml:trace contextRef="#ctx0" brushRef="#br0" timeOffset="44455.11">29429 8657 1718 0,'-2'-25'167'0,"-2"6"42"16,0 0 42-16,1 5 33 0,-3 0 25 15,2 3 5-15,-1 1-8 0,0 0-25 16,3 3-35-16,2 7-23 0,-9-2 0 0,9 2-11 16,-13 17-18-16,5 1-16 0,-3 11-18 15,2 6-12-15,-3 1-15 0,2 5-16 0,-1-4-7 16,3 5-4-16,-1-3-22 0,-2 9-8 15,0-9 6-15,2-2-35 0,0-3-22 16,4-9-14-16,-4-2-23 0,4-5-16 0,1 0-10 16,-2-5-9-16,3-1-1 0,1 0 0 15,-3-7-19-15,3 1-15 0,2-6 2 16,0 0 7-16,-13 4 9 0,13-4 8 0,0 0-7 16,-23-13 22-16,10 3 9 0,-2-2 16 15,-2 1 20-15,1-1 13 0,3 4 14 0,1-1-1 16,-2 3-1-16,4 0-3 0,4 3-8 15,6 3-6-15,-13-5 6 0,13 5-5 16,0 0-1-16,0 0 2 0,0 0 0 0,0 0-4 16,0 0-2-16,40-9 2 0,-17 4-2 15,7-5-1-15,6 0-2 0,-1-2 2 0,-3-4-3 16,-2 3 0-16,3 1 0 16,-7-2 6-16,-4 3 22 0,-7 5 20 0,-2-1 8 0,-3 3-4 15,-2 0-1-15,-8 4-11 16,11 0-4-16,-11 0 2 0,0 0 2 0,7 17-10 15,-5-7 1-15,-2 5-8 0,-2 1-1 16,1 4-1-16,-1 4-10 0,0-4-21 0,2 3-24 16,-2-4-25-16,4 1-35 0,-4-3-39 15,2-2-51-15,-2-1-54 0,2-2-53 0,0-1-54 16,2-6-86-16,-2 0-94 0,0-5-116 16,0 0 57-16,0 0-374 0,0 0-432 15</inkml:trace>
  <inkml:trace contextRef="#ctx0" brushRef="#br0" timeOffset="44603.66">29577 8773 2526 0,'0'-13'2'0,"0"1"43"0,0 3 29 15,0 2 30-15,0 7 12 0,0-10-2 16,0 10-15-16,0 0-15 0,0-10-10 0,0 10-20 16,0-5-25-16,0 5-29 0,0 0-49 15,0 0-66-15,0 0-89 0,0 0-92 0,0 0-162 16,0 0-4-16,4 24-129 0,1-14-91 15</inkml:trace>
  <inkml:trace contextRef="#ctx0" brushRef="#br0" timeOffset="45370.51">29769 8932 1590 0,'3'4'95'0,"-1"0"56"16,-2-4 42-16,0 0 39 0,0 0 24 16,6 7 17-16,-6-7 5 0,0 0 2 0,0 0 12 15,2 9 8-15,-2-9-2 0,0 0-3 16,-4 13 17-16,2-6-7 0,-4-2-21 0,3 4-25 15,-2-1-18-15,-2 2-26 0,-2 3-20 16,-4-5-19-16,4 2-16 0,-2 1-16 0,-1-3-10 16,-3 2-20-16,6-5-7 0,-3 3-14 15,1-4-22-15,4-4-19 0,7 0-13 0,0 0-21 16,-25-10-20-16,19 0-12 0,4-5 1 16,2-2 5-16,6-4 0 0,-1 1-4 15,3 1 0-15,-1 3-4 0,2 3 3 16,-2 1 2-16,-2 5 0 0,5 0-1 0,0 2-3 15,1 1 6-15,1 4 3 0,-12 0 0 16,26 6-5-16,-9 0-1 0,6 3 11 16,-2-3-2-16,0 2 0 0,2 2-7 0,-2-5-2 15,3 2-3-15,-4-4-5 0,-1-1-5 16,2-2 0-16,0 0-5 0,2-4 3 0,-1 0-5 16,5-9-1-16,0-1-4 0,-6 1-4 15,0-7-6-15,-2-1-6 0,-2-4-9 0,0-4-7 16,-1-5-12-16,-2-10-10 0,4-4-8 15,-5-5 0-15,2-4 8 0,-2-4 7 16,-1 2 9-16,-1-1 8 0,-3 2 8 16,-4 13 17-16,-4 6 19 0,-4 9 12 0,-2 8 3 15,1 1 2-15,-3 5 9 0,-4 5 12 16,-1 8 7-16,0 3 8 0,-4 6-4 0,-6 11 11 16,0 9 11-16,1 15 5 0,4 5 4 15,3 9-3-15,7 6-1 0,2 2 3 0,6 2-9 16,8 3 0-16,4-4-3 0,4 3-5 15,4-5 1-15,-4-2-3 0,9-5-6 0,-3-7 0 16,-3-7-6-16,-4-9-18 0,1-4-17 16,-4-3-10-16,0-8-9 0,-2-7-12 15,1-2-18-15,-2-3-22 0,-1-5-31 16,3 0-45-16,3-3-41 0,-3-3-48 0,0-6-25 16,3 0-10-16,5-10-5 0,-2-4-3 15,-2 1 22-15,1-4 24 0,-1 1 40 0,-3 8 28 16,-5 1 35-16,0 5 38 0,2 2 34 15,-6 2 28-15,3 1 16 0,0 3 18 16,-5 2 37-16,-1 4 44 0,4-4 33 0,-4 4 12 16,0 0 9-16,0 0 5 0,0 25 0 15,-2-13-11-15,0 3-10 0,1 1-13 0,-5 6-9 16,4 0-7-16,-2 0-12 0,3-1-20 16,-3-2-31-16,1-1-43 0,-1-5-42 15,3 0-74-15,-1-1-66 0,0-2-84 16,0-2-116-16,0-4-181 0,2-4 39 0,-2 9-294 15,2-9-326-15</inkml:trace>
  <inkml:trace contextRef="#ctx0" brushRef="#br0" timeOffset="45538.29">30569 8818 2549 0,'-2'-16'128'16,"0"5"47"-16,0 1 33 0,-2-1 28 15,3 4 12-15,-1 0 4 0,2 7-11 16,-7-12-17-16,5 7-24 0,2 5-22 15,-1-10-28-15,1 10-43 0,0 0-63 0,-2-8-79 16,2 8-95-16,0 0-100 0,0 0-116 16,0 0-156-16,0 0-111 0,15 17 63 0,-7-11-312 15,-3 3-346-15</inkml:trace>
  <inkml:trace contextRef="#ctx0" brushRef="#br0" timeOffset="45854.37">30696 8954 2671 0,'-18'2'195'0,"18"-2"30"0,0 0 45 0,-20-7 45 16,20 7 36-16,-9-5-4 0,9 5 5 0,0 0-20 16,-10-4-20-16,10 4-29 15,0 0-25-15,0 0-25 0,0 0-27 0,0 0-17 16,0 0-22-16,0 0-15 0,0 0-19 16,39 10-14-16,-32-3-8 0,-1 2-1 0,1 1 1 15,-3 2 9-15,-2 0 11 0,0 3 12 16,-2-1 5-16,-2 1 5 0,0 1-99 0,-4-3-54 15,2-1 0-15,3 0 0 0,-1-1 0 16,-2-3 0-16,4 0 0 0,-4-1 0 0,4-7 0 16,0 12 0-16,0-8 0 0,4 2 0 15,-2-2 0-15,3 0 0 0,3 0 0 0,2 0 0 16,-3-4 0-16,-7 0 0 0,22 3 0 16,-13-3 0-16,4 0 0 0,1 0 0 15,-1-3-400-15,2 3-387 0,4-4-156 0,-2 0 84 16,3 0-910-16,-4-2-1200 0</inkml:trace>
  <inkml:trace contextRef="#ctx0" brushRef="#br0" timeOffset="46270.6">31117 9021 4766 0,'-1'-9'-60'0,"-5"2"71"0,6 7 62 15,-5-10 60-15,5 10 43 0,-4-9 11 0,4 9-6 16,-5-7-16-16,5 7-18 0,0 0 0 15,0 0 16-15,0 0-1 0,0 0-11 0,-11 18-14 16,7-8-35-16,3 0-9 16,-5 2-11-16,0 2-3 0,-2 1-11 0,1-3 0 15,-2 5-7-15,-3-3-9 0,0-1 1 16,0 1-9-16,1-5 4 0,0 1-8 0,1-2-1 16,-1-2-6-16,4-2-1 0,-4-2-20 15,11-2-35-15,0 0-21 0,-22-10-14 0,17 2-10 16,-2-2 4-16,5-1-10 0,2-9 10 15,7-1 6-15,-2-1 2 0,3 3 8 0,3 0 4 16,-1 4-3-16,-1 3 11 0,1 2 5 16,0 1 13-16,1 4 6 0,-2 2 16 0,-2 1-2 15,5 2 3-15,-12 0 16 16,22 8-16-16,-11-1 7 0,-2 2-8 0,3 1 2 16,1 4 1-16,-2-2-4 0,3-2-3 15,-5 0-20-15,-2 1-23 0,6 0-23 0,-2-2-38 16,1 0-52-16,-3-3-71 0,4-2-92 15,1-1-87-15,-1-1-113 0,0 0-168 0,0 0 16 16,-2-4 73-16,5 0-407 0,-1-2-479 16</inkml:trace>
  <inkml:trace contextRef="#ctx0" brushRef="#br0" timeOffset="46803.54">31666 8163 3011 0,'-5'-31'103'15,"-1"6"65"-15,1 6 49 0,-2 4 34 16,3 0 5-16,1 6-24 0,1 2-23 0,2 7 22 16,0 0 34-16,0 0 29 0,-31 39-1 15,17 4-4-15,-2 10-8 0,3 7-5 0,-1 9-21 16,3 3-22-16,4 0-26 0,-4 2-19 16,8-4-18-16,-3 0-17 0,3-2-12 15,1-3-14-15,2-1-16 0,-2-6-10 16,2-13-12-16,0-6-49 0,0-6-40 0,0-9 0 15,-2-2 0-15,0-5 0 0,4-2 0 16,-4-1 0-16,2-5 0 0,2-1 0 0,-2-8 0 16,0 8 0-16,0-8-88 0,0 0-7 15,0 0-1-15,0 0-7 0,0-29-4 16,-4 11 0-16,0-3 4 0,-6-11 4 0,3 1 10 16,-7 2 11-16,-1 3 3 0,-2 3 5 15,4 7 12-15,-1 3 6 0,3 5 9 0,-2 0 9 16,3 3 6-16,2 1 8 0,1 0 9 15,7 4 13-15,0 0 10 0,0 0 18 16,0 0-2-16,0 0 4 0,0 0 10 0,0 0-10 16,0 0 6-16,42 0-8 0,-16-4 4 15,10-4-8-15,7 2-3 0,-3-2-2 16,-2 1-5-16,-4-1 5 0,-6 3 0 0,-1 2-11 16,-7 1 2-16,-6 2-5 0,-2 2 0 15,3 4 9-15,-1 0 6 0,-5 2 2 0,0 7 1 16,-3-1 0-16,2 3-1 0,-8 1-3 15,6-1-7-15,-4 6-21 0,1-6-23 0,-3 0-21 16,0-4-31-16,0 3-45 0,2-4-63 16,0 0-64-16,-4-2-82 0,4 0-75 15,-4-3-101-15,4 0-144 0,-2-7-72 0,0 9 68 16,0-9-499-16,4 3-624 16</inkml:trace>
  <inkml:trace contextRef="#ctx0" brushRef="#br0" timeOffset="46987.08">32003 8787 3203 0,'2'-19'46'16,"-2"4"57"-16,-2 0 54 0,1 1 52 0,-1 4 25 16,0-2 10-16,-2 2 0 0,0-1 5 15,1 3-37-15,1 0-17 0,-5 2-25 0,7 6-17 16,-3-14-40-16,1 9-46 0,2 5-49 16,0 0-57-16,0 0-80 0,-7-2-81 15,7 2-95-15,0 0-106 0,0 0-151 0,-6 21-97 16,6-13 59-16,-2 4-353 0,4 1-422 15</inkml:trace>
  <inkml:trace contextRef="#ctx0" brushRef="#br0" timeOffset="47702.79">32122 8847 2581 0,'0'0'11'0,"-40"-3"32"15,40 3 36-15,-19 5 49 0,6-3 42 16,-1 4 32-16,-1 0 22 0,1 0 8 0,1 3 6 15,0-1-12-15,3 4-4 0,1-1-24 16,0 3-11-16,2-2-10 0,3 2-10 0,4-2 0 16,0 1-19-16,4-1-12 15,1-1-11-15,2 2-9 0,4-2-15 0,-2-3-5 0,7 1-10 16,-3-4-8-16,3 0-9 16,-1-2-6-16,-2-3-3 0,2 0-8 0,1-5-1 15,-1 0-4-15,0-2-10 0,2-5 0 16,-1 0-4-16,-3-3-2 0,-1-2-6 0,1-9-7 15,-6 2 9-15,0 2-4 0,-6-2-1 16,-1-1-6-16,-5-8 1 0,-5 2-2 0,-1 1-1 16,-5 5-3-16,-1 2-5 0,1 8-1 15,2 5 2-15,-4 5-3 0,2 1 1 16,-4 6-6-16,1 3 3 0,-2 2 0 0,2 5 5 16,1 0-1-16,6 1 1 15,0 1 6-15,0 3 2 0,9-3 8 0,1-2 9 0,0 1-1 16,6-1 2-16,1 0 6 15,5-3 1-15,2 0 23 0,3-2 0 0,2-1 7 16,6-6 9-16,2 3 10 0,2-6 10 16,0 1 5-16,10-6 8 0,-2 1 14 0,-7 2 7 15,-6 1 13-15,-2-1-121 0,-5 1-25 16,-2 0 0-16,-2 1 0 0,0 2 0 0,-11 1 0 16,0 0 0-16,23 6 0 0,-20 2 0 15,1-1 0-15,-2 3 0 0,2 2 0 0,-4 3 0 16,2-3 0-16,-2 0 0 0,1-1 0 15,1 1 0-15,0-1 0 0,-2-3 0 16,2 1 0-16,0-2 0 0,-2-7 0 16,8 10 0-16,-2-8 0 0,-6-2 0 0,20 1 0 15,-6-1 0-15,2-3 0 0,2 2 0 16,-5-3 0-16,1 2 0 0,-3 1 0 0,-11 1 0 16,17-4 0-16,-7 2 0 0,-10 2 0 15,15-1 0-15,-15 1 0 0,15 0 0 16,-15 0 0-16,16 3 0 0,-16-3 0 0,15 4 0 15,-15-4 0-15,14 5 0 0,-7-3 0 16,-7-2 0-16,11 3 0 0,-11-3 0 0,0 0 0 16,12 1 0-16,-12-1 0 0,0 0 0 15,6 4 0-15,-6-4 0 0,0 0 0 16,0 0 0-16,0 0-923 0,0 0-58 16,-31 5 106-16,12-3-966 0,-6 1-1266 0</inkml:trace>
  <inkml:trace contextRef="#ctx0" brushRef="#br0" timeOffset="48903.52">26538 10626 4675 0,'-9'-3'-109'16,"-1"-3"72"-16,0 0 60 0,5 2 44 15,1-4 36-15,0 0 26 0,4-1 20 16,4-3 22-16,2-2 10 0,3 3-3 16,5-5 0-16,7 1 1 0,-1 3-13 0,2 2-10 15,-1 1-9-15,-5 4-15 0,4 2-11 16,-5 3-8-16,-2 1-3 0,-1 4 8 0,-5 4 8 15,-1 3 13-15,-6 2 11 0,-3 6 6 16,-9 12 8-16,-5-3 1 0,-6 8-2 0,-2-2-8 16,4-5-132-16,0-1-23 0,8-5 0 15,-2 2 0-15,6-6 0 0,4-2 0 0,3-5 0 16,4 0 0-16,0-2 0 0,0 0 0 16,4-1 0-16,1-2 0 0,5 2 0 15,1-5 0-15,0-1 0 0,7 0 0 16,-4-4 0-16,6-2 0 0,4-2 0 0,10-2 0 15,0-5 0-15,2-3 0 0,1-1 0 16,5-5-518-16,-5-3-95 0,-5 3-116 0,-2-8-126 16,-10 5 70-16,-3-1-810 0,-1-2-1037 15</inkml:trace>
  <inkml:trace contextRef="#ctx0" brushRef="#br0" timeOffset="49286.48">26689 10162 4501 0,'-31'-16'-140'0,"-1"2"56"16,-6 7 62-16,-5 1 66 16,0 10 50-16,-14 6 38 0,-1 11 26 0,1 8 12 15,-11 19 9-15,3 8 16 0,8 12 2 16,5 5 19-16,10 9-9 0,14-4-9 0,13-9-12 16,10-1-23-16,10 3-11 0,12-3-9 15,13 8-15-15,15-8-17 0,3-9-9 0,15-8-6 16,8-8-14-16,-8-16-6 0,23 2-2 15,-12-15-11-15,6-9-5 0,-2-7-8 0,-3-6-1 16,-1-7-5-16,-8-4-2 16,13-16-5-16,-20 3-4 0,6-12-4 0,-17 3 2 15,-5-2-9-15,-7-4-4 0,-5-6 0 16,-8-5-4-16,-9-1 1 0,-3-4-2 0,-10-2-4 16,-13 1-5-16,-2 0-5 0,-11 4-7 15,-17-10-10-15,-8 8-5 0,7 24-5 0,-13 6-20 16,-3 11-25-16,-4 7-38 0,-3 13-42 15,-5 6-45-15,-1 7-43 0,-3 5-63 16,-8 10-57-16,18 0-68 0,6-1-92 0,5 6-160 16,8 0-33-16,8-3 77 0,13-1-505 15,9 0-610-15</inkml:trace>
  <inkml:trace contextRef="#ctx0" brushRef="#br0" timeOffset="50202.84">28051 10420 3119 0,'9'-5'-6'0,"0"0"39"16,-2-2 41-16,1 2 53 0,-1-3 42 15,-1 2 34-15,2-1 33 0,-5-1 22 0,3 4 29 16,-6 4-27-16,6-13-5 0,-8 7-14 16,2 6-24-16,-10-14-17 0,-2 8-14 0,-12 2-18 15,-1 1-12-15,-12-1-22 0,1 4-17 16,-7 0-6-16,0 4-17 0,0 1-8 16,3-3-10-16,4 6-4 0,10-4-9 0,3 1-7 15,4-2-10-15,3-1-5 0,3 2 2 16,1-3-4-16,12-1-8 0,-16 2 6 15,16-2-10-15,-12 2-4 0,12-2-4 16,-6 4-1-16,6-4 5 0,-2 13 8 0,2-5 11 0,0 4 14 16,2 7 17-16,0 5 18 15,-2 3 11-15,2 11 2 0,-4 2 1 0,2-2 0 16,2 3 2-16,0-4-71 0,3-1-36 16,5 0 0-16,-2 1 0 0,5-7 0 0,3-1 0 15,3-2 0-15,3-2 0 0,7-6 0 16,3-1 0-16,5-9 0 0,3-3 0 0,-1-2 0 15,-1-4 0-15,3-4 0 0,-3 0 0 16,-4-1 0-16,-7-1 0 0,-4 0 0 0,-5 0 0 16,0 0 0-16,-5 2 0 15,1 1 0-15,-5-1 0 0,-2-2 0 0,2 4-74 16,-4-2-597-16,1 1-168 0,-6 3-60 16,5-6 91-16,-5 6-858 0,8-6-1104 0</inkml:trace>
  <inkml:trace contextRef="#ctx0" brushRef="#br0" timeOffset="50402.95">27832 10692 4599 0,'-17'-10'39'0,"4"3"35"16,1 0 51-16,2 0 41 0,9 3 22 0,1 4 17 16,-2-13 8-16,2 13-7 15,16-12-5-15,4 6-22 0,5-1-18 0,13-1-17 0,0 6-13 16,4-2-43-16,0 0-58 15,-2 4-81-15,-6 0-93 0,-5 0-123 0,0 0-129 16,-2 0-131-16,-5 0-145 0,-1 0-45 16,-2 2 87-16,-4 0-508 0,-6 2-605 0</inkml:trace>
  <inkml:trace contextRef="#ctx0" brushRef="#br0" timeOffset="50819.73">28625 10660 3280 0,'0'0'-50'0,"0"0"5"0,-18 5 2 0,18-5 12 16,0 0 8-16,0 0 10 0,0 0-8 15,0 0-1-15,0 0-18 0,0 0-26 0,0 0-37 16,0 0-56-16,0 0-53 0,27 7-59 16,-27-7-70-16,21-4-285 0,-10 3-124 0</inkml:trace>
  <inkml:trace contextRef="#ctx0" brushRef="#br0" timeOffset="51286.19">28833 10403 1622 0,'5'-34'3'0,"3"-3"29"0,-3 2 25 16,2-4 33-16,0 0 37 0,-1 1 34 15,-3 3 31-15,3 0 26 0,-1 8 19 16,-5 6 14-16,1 2 10 0,-1 6 5 0,0 0-12 16,0 4-21-16,0-1-26 15,0 2-27-15,0 8 1 0,0 0 12 0,0 0 9 0,-14 23 7 16,3 7 19-16,-1 5 12 0,-1 11 5 15,-2 5-1-15,0 4-9 0,-1 5-20 0,1 1-21 16,0-2-15-16,2-1-19 16,0-3-16-16,-1-5-12 0,5-10-19 0,0-1-6 15,4-5-8-15,-1-8-11 0,3-4-10 16,1-5-7-16,0-2-7 0,0-4-1 0,0 0 0 16,2-3-10-16,0-1-53 0,0-7 0 15,0 8 0-15,0-8 0 0,0 0 0 0,0 0 0 16,0 0 0-16,15-23 0 0,-11 9 0 15,0-3 0-15,-2-6 0 0,-2-2 0 0,-2-1 0 16,1 2 0-16,-6 3 0 0,0 3 0 16,-4 0 0-16,-5 5 0 0,-5 3 0 15,-3 6 0-15,-1 4 0 0,-11 4 0 16,-1 6 0-16,4 1 0 0,5 5 0 0,4 1 0 16,2 4 0-16,7-4 0 0,4 0 0 15,3 2 0-15,5-4 0 0,1 2 0 0,4 1 0 16,3-5 0-16,4 6 0 0,3-5 0 15,1 0 0-15,3-5 0 0,3 3 0 0,2-6 0 16,4 0-220-16,-1-4-121 0,2 0-113 16,3-4-114-16,12 0-123 0,-5-2-135 15,2-4 72-15,-2 2-721 0,-4-5-923 0</inkml:trace>
  <inkml:trace contextRef="#ctx0" brushRef="#br0" timeOffset="51770.11">29000 10638 3913 0,'0'0'-75'0,"-18"-2"37"0,18 2 50 16,0 0 52-16,-24 8 44 0,13-4 23 0,3 0 21 16,8-4 11-16,-11 8-1 0,7-3 2 15,4-5-1-15,-3 10-5 0,3-10-4 0,1 11-5 16,-1-11-15-16,10 8-11 0,-1-6-11 16,1 1-11-16,3-1-11 0,3-2-9 15,-16 0-3-15,34-3-13 0,-18-1-8 0,4-1 0 16,-3 0-8-16,-2 0-2 0,-2-5-5 15,1 4-2-15,-7 0 6 0,4 1 12 16,-6-3 16-16,-1 4-36 0,-4 4-9 16,0 0-3-16,0 0-7 0,0 0 4 0,-20 18 0 15,6-2 5-15,-6 9-7 0,-1 4 6 16,-1 11 14-16,2 11 62 0,3 2 54 0,4-1 14 16,6 3-3-16,-4 1 15 0,9-1 4 15,2-9 4-15,2-2-69 0,3-2-122 0,-5-4 0 16,4-9 0-16,-4-5 0 0,0-5 0 15,0-1 0-15,-4-4 0 0,-3 1 0 0,2-4 0 16,-6 0 0-16,-3-5 0 0,-3 1 0 16,-6-2 0-16,-2-2 0 0,-1-3 0 0,-5 0 0 15,-9-3 0-15,1-4 0 16,-2 0 0-16,3-2 0 0,2-6 0 0,2 1 0 16,0-3 0-16,5-6 0 0,4-1 0 15,6 0 0-15,4-2 0 0,8 6 0 0,0-2 0 16,3 8 0-16,8-1 0 0,-2 4 0 15,8-1-420-15,5 0-357 0,8-3-160 0,6-3 88 16,3 1 87-16,13-4-750 0,5 3-958 16</inkml:trace>
  <inkml:trace contextRef="#ctx0" brushRef="#br0" timeOffset="52118.88">29340 10859 4315 0,'0'0'43'0,"-8"-16"32"0,8 16 51 0,-6-7 61 15,6 7 57-15,-5-7 54 0,5 7-2 16,-4-7-8-16,4 7-26 0,0 0-26 0,0-12-28 16,0 12-21-16,7-10-18 0,1 3-23 15,0 1-23-15,3-3-33 0,0-1-24 0,5 0-24 16,-1-2-13-16,-2-2-6 0,8-5 2 16,-5 2-17-16,-4 0-7 0,-1-2-2 0,-2 2 5 15,-5 0-2-15,-3 5-8 0,-1-1 1 16,-1 3 4-16,-9 4-2 0,-2 1-4 0,-2 5 4 15,-8 0 9-15,-8 10 11 16,-3 3 6-16,1 5 4 0,3 1 15 0,3 2-8 16,5 4 3-16,4-3 5 0,6-2-2 15,2-1 4-15,6-2-6 0,3 0 1 0,3 0-2 16,4 3 2-16,4-3-11 0,7 3 1 16,2-7-6-16,5 4-28 0,3-8-45 0,-3 0-40 15,10-1-77-15,2-2-86 0,-4-4-108 16,-5-2-127-16,1 0-136 0,11-4-178 15,-3-1 45-15,-7 2 79 0,4-3-593 0,-3 2-731 16</inkml:trace>
  <inkml:trace contextRef="#ctx0" brushRef="#br0" timeOffset="52971.33">30172 10574 3274 0,'0'-6'-31'0,"0"6"34"15,-14 0 29-15,14 0 52 0,-25 17 47 16,0 1 40-16,0 2 21 0,-2 0 20 0,0 2 1 15,-2 5-7-15,7-4-19 0,5 4-14 16,1-2-20-16,5-5-12 0,5-2-13 0,5-1-11 16,2-3-12-16,-1 1-9 0,8-1-7 15,-1-1-12-15,9-1-3 0,-3-5-6 16,6 3-12-16,3-6-8 0,-4-1-10 16,1-6-4-16,6 2-8 0,0-6-3 15,8-3 0-15,-3-5-3 0,-1 1-4 0,-3-5 0 16,0 1-2-16,-8 5 0 0,-3 3-1 15,-3 2 6-15,-3 2 1 0,-2-1-5 0,0 4-3 16,-7 3-4-16,0 0 4 0,0 0 3 16,0 0 0-16,0 0 2 0,0 0-1 0,11 17-4 15,-11-10-1-15,0 1 2 0,4-1-1 16,-3 1 1-16,5 0 3 0,8-1 2 0,-5-2-4 16,7-1 2-16,0 0-3 15,4-4-2-15,0 0 0 0,1-2 4 0,4 0 12 16,-3-4 14-16,-2 0 21 0,-1 0-9 15,1-1 7-15,-4-3 0 0,-2-2-4 0,1 1 10 16,-1-4-12-16,-1-1-6 0,4-4-9 16,-6 0-8-16,6-4-14 0,-5 3-16 15,-5 2-5-15,3 1-56 0,-2 4-30 0,-1 2-47 16,1-1-53-16,-5 3-75 0,3 4-94 16,1 1-103-16,-2-3-141 0,-1 4-142 0,-1 0 78 15,-3 4-555-15,8-4-685 16</inkml:trace>
  <inkml:trace contextRef="#ctx0" brushRef="#br0" timeOffset="53987.28">30891 10698 3230 0,'-5'1'-1'0,"5"-1"51"0,0 0 47 16,0 0 42-16,-7 7 50 0,7-7 33 15,0 0 18-15,0 0 3 0,0 0-17 0,0 0-16 16,0 0-20-16,0 0-17 0,0 0-21 15,0 0-18-15,18-14-14 0,-9 8-14 0,0-1-7 16,-1 0-7-16,2 0-11 0,-1 0-9 16,-1 1-5-16,0 0-7 0,-3-1 3 0,-1 2 0 15,-4 5-13-15,2-8-8 16,-2 8-6-16,0 0-5 0,-15-3 0 0,15 3-4 16,0 0 3-16,-39 9 2 0,24-1-2 15,-2 2 2-15,2 1-4 0,1 2-4 0,5-1-1 16,3 0 3-16,1-2-4 0,1 0 6 15,4 2 0-15,0-3 7 0,2 1 8 0,4-3-7 16,1-1 2-16,2 0 0 0,3-1-3 16,1-3-11-16,3-1-1 0,0-1 3 0,4-3-12 15,3-2 0-15,-1-1 1 0,1 0 0 16,6-6-9-16,-1-2 8 0,-3 1-8 0,-1-1 9 16,-10 5 3-16,0 1 2 0,-5 3-1 15,-1-2-4-15,4 1-1 0,-8 3-5 16,-4 3-3-16,0 0 9 0,0 0 10 15,0 0 7-15,0 0 10 0,-18 34 11 0,9-16 10 16,-7 9 8-16,1 2 4 0,-1 3 16 16,4 2 0-16,-2-2-1 0,-1 2 19 15,1 0-10-15,1-4-99 0,2 0 0 16,-1-2 0-16,3-5 0 0,1-9 0 0,0 0 0 16,1 1 0-16,-3-6 0 0,3 1 0 0,-1-3 0 15,-1 0 0-15,-3-3 0 0,-1-1 0 16,1-1 0-16,12-2 0 0,-26-2 0 15,13-1 0-15,-3-5 0 0,3 2 0 16,-4-8 0-16,4 1 0 0,-1-5 0 0,6 5 0 16,3-8 0-16,3 2 0 0,6 0 0 15,9-12 0-15,6 2 0 0,10-5 0 0,9 0 0 16,6-1 0-16,7-1-16 0,22-8-253 16,6-1-17-16,5-1-4 0,6 2-3 0,5-5-2 15,2-1-4-15,0-4 23 0,-6-6 11 16,-3 0 24-16,-7-6 20 0,-8-2 23 0,-7 1 26 15,-13 6 30-15,-19 15 39 0,-9 9 24 16,-13 8 32-16,-8 6 10 0,-10 8 21 16,-6 5 23-16,-8 3 16 0,-7 7 22 0,-16 8 16 15,-7 10 23-15,-2 7 15 0,0 8 12 16,5 4 11-16,1 5 6 0,2 3 9 16,7-1-2-16,7 4-1 0,4-2-5 0,5-1-10 15,3 0 5-15,11-10-17 0,1-2-6 16,5-5-12-16,1-4-5 0,3-4-6 0,3-3-2 15,1 2-3-15,3-1-15 0,3-7-7 16,3 1-1-16,-1-4-12 0,8-3-12 0,-7-4-21 16,8-2-6-16,0-4-18 0,16-7-13 15,-6-3-14-15,9-9-8 0,-2-7-4 16,2-3 5-16,-3-3 3 0,-2-6 4 0,-1-1 8 16,-3-7-2-16,-7 7 8 0,-4 3 10 15,-7 6 15-15,-5 8 15 0,-1 4 3 16,-9 10-2-16,-2 5 11 0,-5 6 16 15,6 2 25-15,-27 14 19 0,0 6 7 0,-7 12 7 16,2 6 4-16,3 5 6 0,1 3-12 16,-3 5-6-16,2-1-9 0,5 4-7 0,1-3-3 15,-2 3-1-15,6-6-13 0,1-2-8 16,0 3-15-16,5-14-18 0,1-1-57 0,-1 1-52 16,4-5-39-16,-1-1-74 0,0-6-86 15,7-7-104-15,-1-1-103 0,0-3-122 0,1-3-154 16,0 0 70-16,-1-4-600 15,4-5-766-15</inkml:trace>
  <inkml:trace contextRef="#ctx0" brushRef="#br0" timeOffset="54370.38">28720 11543 3578 0,'-7'-3'183'16,"-1"2"63"-16,8 1 26 0,0 0 29 0,-14-3 35 16,14 3 13-16,0 0 11 0,0 0-15 15,22-14-29-15,-1 9-29 0,15-3-30 0,6 1-29 16,13-2-25-16,2-1-48 0,1 1-61 16,-3 0-80-16,-13-1-108 0,-1 0-108 15,-2 0-112-15,-3 0-122 0,-6-5-124 16,1 2-143-16,-13 3-56 0,-4-2 80 0,-6 4-606 15,-7-3-743-15</inkml:trace>
  <inkml:trace contextRef="#ctx0" brushRef="#br0" timeOffset="54573.19">29088 11142 3366 0,'-4'-7'-37'0,"0"4"26"0,4 3 45 16,0 0 78-16,0 0 71 15,-15 25 58-15,9-2 27 0,-3 11 37 0,-2 12 7 0,-1 7 10 16,-1 2-18-16,1 3-30 15,1-1-23-15,0-4-26 0,0-2-18 0,6-9-27 16,-2-1-18-16,1-3-12 0,1-3-27 16,-2-9-37-16,3-1-41 0,1-4-54 0,-1 0-50 15,-3-2-63-15,5-5-69 0,-2-1-104 16,1-2-108-16,-1 0-139 0,3-5-221 16,-1 2 56-16,-2-4 78 0,0 1-521 0,4-5-618 15</inkml:trace>
  <inkml:trace contextRef="#ctx0" brushRef="#br0" timeOffset="55218.93">27951 12486 3495 0,'-13'-26'139'0,"4"4"39"0,2 5 52 0,1 3 33 0,3 4 15 16,-2-1-41-16,-1 3-25 16,6 8-12-16,-1-3 47 0,1 3 24 0,0 0 5 15,-2 34 0-15,2-10-11 0,2 12-15 16,1 1-17-16,6 4-19 0,-2-1-20 0,2-1-20 16,0-1-15-16,4-4-17 0,-4-1-12 15,2-4-11-15,-1-6-110 0,-3-8-9 0,1-3 0 16,-3 0 0-16,4-4 0 0,0-3 0 15,2-5 0-15,5-1 0 0,0-4 0 0,11-10 0 16,0-5 0-16,-2-5 0 0,3-11 0 16,-1-5 0-16,0-5 0 0,-2-4 0 15,1-1 0-15,-1-2-114 0,-4 4-228 0,-2 3-59 16,2 4-56-16,-6 12-47 0,-2 2-78 16,-1 10-102-16,-2 5-73 0,-3 3 73 15,0 4-563-15,2 3-708 0</inkml:trace>
  <inkml:trace contextRef="#ctx0" brushRef="#br0" timeOffset="55855.46">28533 12460 3696 0,'-3'9'40'0,"-6"-2"27"16,2 0 38-16,1-1 33 0,5-1 23 16,-1 1 7-16,2-6-3 0,-6 8-4 15,6-8-9-15,-2 10-14 0,2-10-14 16,4 11-4-16,0-5-13 0,-4-6-4 0,11 6-12 15,-5-2-8-15,4-2-7 0,-10-2-4 16,21 0-12-16,-21 0-6 0,18-4-1 16,-6-2-6-16,-2-1-5 0,-1 0-6 0,-2 2-6 15,0-5 1-15,-4 3-11 0,-1 0 1 16,0 0-4-16,-2 7-4 0,0 0-4 0,-11-10-2 16,11 10-1-16,-29 6 0 0,3 7 3 15,-5 5-5-15,2 3 1 0,-5 6 0 0,9-2 2 16,6 3-3-16,4-1 2 15,3 2-1-15,7-5 4 0,5-2-1 0,3-1-6 16,9 6 6-16,5-3 0 0,-1-7 2 16,10-1-1-16,5-4 2 0,-1-3-2 0,1-5 1 15,-2-4 3-15,-4-2-4 0,10-6-1 16,2-4 3-16,-7 1-1 0,-3-5 8 0,-3-1 12 16,-3-4 11-16,-5 4 15 0,-3-9 7 15,-4 4 8-15,-4 0-15 0,-4-2 1 0,-1 0-1 16,0 0 1-16,-4 2-2 0,0 3 2 15,0 4-11-15,3-1-8 0,-1 5-16 16,-2 1 8-16,-2 6-7 0,6 4-5 0,-12-3-4 16,12 3-3-16,0 0 1 0,0 0-4 15,-16 13 2-15,16-13-3 0,-4 7 2 0,4-7 5 16,0 0-8-16,15 8 4 16,-1-8 1-16,-14 0-3 0,36-6 6 0,-20 4 9 15,6-1-15-15,-3 3-1 0,-2 0 3 16,-2 0 0-16,0 0 2 0,-1 3-1 0,-3-3 11 15,3 6 6-15,-5-3 3 0,4 6-1 16,-3-1 3-16,0 1 1 0,-1 1-8 0,3 3-2 16,-7-1 0-16,5 2-8 0,-3-1 0 15,1 1 0-15,0-2-7 0,-1 1-31 0,0-1-36 16,0 1-38-16,-2-3-40 16,3 0-56-16,-3-1-60 0,3-3-66 0,0-1-75 15,-1-1-73-15,3-4-73 0,-10 0-86 16,28-9-87-16,-8-1 68 0,7-12-466 0,5-10-580 15</inkml:trace>
  <inkml:trace contextRef="#ctx0" brushRef="#br0" timeOffset="56207.51">29661 12018 2936 0,'18'-54'-43'0,"-5"3"39"15,-1 13 44-15,-5 1 87 0,-1 9 75 16,-4 6 29-16,0 7-12 0,-1 3-24 0,-1 5-3 16,0 7 26-16,0 0 32 0,-26 31-7 15,1 7-2-15,1 16-11 0,-3 6 19 0,-7 21-9 16,1 1-14-16,0 4-23 0,7 1-25 15,-1-1-15-15,12-17-18 0,-2-1-14 16,3 0-10-16,1-4-12 0,8-4-20 16,-5-5-46-16,4-11-49 0,1-7-45 0,1-3-39 15,-2-8-45-15,4-7-35 0,0-4-35 16,0-5-52-16,-2-4-59 0,0-1-30 0,-1-4-35 16,5-1-22-16,0 0-5 0,-23-10 51 15,10 0 30-15,-1-5 45 0,-8-6 26 16,-3-5 59-16,0-2 48 0,2 2 61 0,0 3 61 15,2 0 53-15,6 8 45 0,2 1 34 16,1 4 14-16,3 2 12 0,3-1-11 0,0 4-8 16,3 0-4-16,3 5-2 15,0 0-16-15,0 0-1 0,11-5-8 0,-11 5-12 16,23 0-41-16,-6 1-83 0,4-2-104 16,4-1-129-16,13-3-176 0,-1 1-94 0,4-1 65 15,1-2-174-15,-3 0-163 0</inkml:trace>
  <inkml:trace contextRef="#ctx0" brushRef="#br0" timeOffset="56568.46">29597 12712 2172 0,'-16'4'231'0,"5"-3"6"0,4-1 34 0,7 0 36 16,-14 2 14-16,14-2-5 0,0 0-20 15,0 0-20-15,0 0-27 0,0 0-16 16,0 0-22-16,0 0-27 0,0 0-17 15,0 0-19-15,0 0-16 0,32-15-25 0,-16 9-27 16,0-2-33-16,-2 1-21 0,4-3-24 16,-5 0-18-16,0-2-14 0,-3 1-9 0,-3 3-4 15,-1-2 2-15,-4 5 3 0,-4-1 3 16,2 6 3-16,-20-2 1 0,2 8 4 16,-14 5 7-16,1 5 13 0,2 3 11 0,3 2 13 15,3 2 11-15,4 1 10 0,3 4 3 16,5-6 2-16,8-1 1 0,1-3-3 15,2-2 2-15,5 5-3 0,6-2-6 16,-1-4-3-16,9 4-3 0,0-7-22 0,2-4-39 16,11 3-33-16,5-4-42 0,-5-6-85 15,-1 1-123-15,7-5-164 0,1-4-210 0,0 0 19 16,1 0 67-16,0-5-393 0,-2 0-473 16</inkml:trace>
  <inkml:trace contextRef="#ctx0" brushRef="#br0" timeOffset="57138.5">30418 12486 3099 0,'0'0'177'15,"-4"-5"-10"-15,4 5 8 0,0 0 69 16,0 0 45-16,-11 23 31 0,7-6 12 0,-2 3-17 16,1 3-22-16,-5 6-17 0,2 3-18 0,1-2-20 15,-1 2-24-15,5-7-21 16,-1-3-19-16,2-2-18 0,2-3-13 0,-2 1-16 0,4-6-12 15,-2 3-8-15,2-6-9 16,0 1-6-16,0 0-9 0,3-4-5 0,1-2-11 16,-6-4-3-16,19 2-8 0,-19-2-6 15,27-7-7-15,-12 0-4 0,2-6-2 0,0 4-2 16,0-4-4-16,1 1-25 0,-5 3-6 16,-4-1 0-16,-2 4 0 0,4 0 0 15,-6 1 0-15,1 2 0 0,-6 3 0 0,0 0 0 16,0 0 0-16,0 0 0 0,0 0 0 15,19 12 0-15,-15-6 0 0,-4-6 0 16,7 8 0-16,-1-2 0 0,-6-6 0 16,17 7 0-16,-7-5 0 0,3-2 0 0,-13 0 0 15,35-4 0-15,-14-1 0 0,-1-1 0 16,11-5 0-16,-5-3 0 0,1 2 0 0,0-5 0 16,-2 0 0-16,-3 0 0 0,-4 2 0 15,1-8 0-15,-6 5 0 0,-4 1 0 0,1 0 0 16,0-1-185-16,-5 7-58 0,1 3-66 15,-3-2-83-15,2 3-106 0,-3 1-107 0,-2 6-156 16,-2-10-4-16,2 10 74 0,0 0-582 16,0 0-732-16</inkml:trace>
  <inkml:trace contextRef="#ctx0" brushRef="#br0" timeOffset="58051.43">31062 12609 3315 0,'-6'11'22'0,"6"-11"29"0,0 0 20 16,-3 6 35-16,3-6 33 0,0 0 40 0,0 0 18 16,0 0 7-16,0 0-15 0,0 0-15 15,15 4-18-15,-15-4-15 0,19-2-13 16,-19 2-10-16,27-6-15 0,-13 2-9 0,4-1-16 16,-2-3-16-16,-1 2-9 0,4 0-8 15,-6-3-5-15,-4 1-8 0,3-2-1 0,-6 4-4 16,-3-1-4-16,3 1-7 15,-6 6 1-15,0 0-3 0,0 0-2 0,-15-8 2 16,15 8 5-16,-27 6 9 0,12 0 5 16,-4 5 2-16,2-1 4 0,-7 9-3 0,10-5 3 15,1 1-4-15,1-1-4 0,4 1 2 16,3-1 0-16,1-4 2 0,2 2-6 0,2-2 9 16,4-1-2-16,3-1 4 15,3-1 1-15,2-2-12 0,1-1-3 0,6-3-3 16,-1 1-4-16,4-4-1 0,5-1-3 15,-4-1 1-15,1-1 0 0,-1 0-6 0,-2-2 0 16,-3 0 1-16,-2 1 0 0,0 1 2 16,-5 0-5-16,-2-1 6 0,-1 1-1 15,-8 5-5-15,12-3 3 0,-12 3 7 0,0 0 6 16,0 0 3-16,0 0-2 0,-16 24 0 16,7-12-1-16,-2 3 4 0,0 2-9 0,-2 2 1 15,4-2 0-15,-1 0 1 0,1 2 7 16,1-2-4-16,0-1 5 0,3-4-4 0,-1-1 2 15,0-1 1-15,3-2-1 0,-1-1 10 16,-1-3 2-16,5-4 0 0,-7 12 3 0,3-8-7 16,4-4 4-16,-5 9 1 15,5-9-10-15,-8 4-3 0,8-4 2 0,-12 3-11 16,12-3-4-16,-11 1-14 0,11-1-13 16,-17 0-11-16,17 0-18 0,-17 4-2 15,7-2-17-15,10-2-14 0,-17 2-28 0,17-2-28 16,-14 5-24-16,14-5-17 0,-7 3-3 15,7-3-11-15,0 0-13 0,0 0-6 0,32 4-11 16,-5-10-17-16,16 0 2 0,9-3 1 16,6-5 0-16,3-6-2 0,1-3-9 0,17-12-6 15,-7-9 17-15,-4-4 21 16,-2-8 23-16,-7-4 16 0,-3-7 23 0,0-4 29 0,-4 0 15 16,-9-8 14-16,-2-2 19 15,-9 4 30-15,-9 20 32 0,-10 8 37 0,-9 11 14 16,-4 11 11-16,-8 8 13 0,-5 3 26 15,-6 9 22-15,-8 5 27 0,-12 14 17 16,-8 13 18-16,-3 9 14 0,-6 17 14 0,3 11 17 16,8 4 13-16,5 2 1 0,16-10 12 15,5 0-8-15,2 1-8 0,5-2-21 0,4-3-16 16,6-11-17-16,4 1-8 0,5-4 8 16,-2-6-12-16,1-1-14 0,1-3-14 0,3-6-10 15,-1-7-15-15,1-5-7 0,-1-2-10 16,3-3-10-16,1-1-11 0,-1-2-24 15,-3 0-21-15,2-1-32 0,-11-3-41 16,20-3-48-16,-11 6-58 0,-9-3-78 0,14-3-102 16,-14 3-120-16,14 0-166 0,-14 0-185 15,9-2 73-15,-9 2 83 0,0 0-512 16,0 0-624-16</inkml:trace>
  <inkml:trace contextRef="#ctx0" brushRef="#br0" timeOffset="58901.45">26285 13776 3497 0,'0'0'148'0,"3"-4"2"0,-3 4 6 15,6-5 13-15,-6 5 4 0,10-5 4 16,-1 0-4-16,3 1-9 0,7 1-17 0,2-1-12 15,3 1-16-15,3 1-16 0,-2 2-8 16,-2 0-12-16,2 4-10 0,-1-2-9 0,-5 4-4 16,1 0-6-16,-7 2-6 0,1-1-5 15,-5 1-3-15,-2 1 4 0,-3 1 14 0,-2 0 14 16,-6 2 23-16,-1 2 21 16,-7 3-5-16,-7 4 8 0,-4 1 9 0,0 0 11 15,-1 0-8-15,1 3-8 0,1-7-8 16,8-2-9-16,2-4-7 0,2-2-4 0,5 1 12 15,-1-2 4-15,8 0 10 0,2-1 0 16,1 2-6-16,6 0 3 0,3 0-42 16,-3-1-76-16,3 0 0 0,-1-1 0 0,-2 0 0 15,1-1 0-15,-1 0 0 0,-3-2 0 16,2 0 0-16,-4 0 0 0,1-1 0 0,-2 1 0 16,0-1 0-16,-5-4 0 0,6 8 0 15,-6-8 0-15,-2 5 0 0,2-5 0 16,-12 5 0-16,4-1 0 0,-1-3 0 15,-5-1 0-15,3 2 0 0,-3-2-272 0,1-3-300 16,-4-2-132-16,0-4-187 0,1-3 66 16,9 0 87-16,0-8-687 0,3-2-875 0</inkml:trace>
  <inkml:trace contextRef="#ctx0" brushRef="#br0" timeOffset="59235.32">26441 13508 3886 0,'-11'-26'-49'0,"-7"3"26"16,4 5 23-16,-11 1 42 15,1 11 40-15,1 6 46 0,-15 12 31 0,-11 15 21 16,-2 12 16-16,-12 24 13 0,2 7 13 0,-5 9 29 16,10 11 4-16,2 0 5 15,6 1-6-15,16 1-12 0,12-4-16 0,17-18-21 16,11-2-17-16,14-6-14 0,27 11 0 16,8-8-3-16,19-13-14 0,15-10-16 0,11-11-9 15,8-11-13-15,8-12-8 0,6-10-16 16,-4-8-91-16,0-10-4 0,-11-7 0 0,-10-10 0 15,-12-5 0-15,-13-9 0 0,-8-5 0 16,-17-4 0-16,-20 2 0 0,-14-8 0 16,-7-4 0-16,-10-5 0 0,-18-20 0 15,-10-3 0-15,-13-1 0 0,-17 8 0 0,-8 7-56 0,-9 12-97 16,-1 17-21-16,-5 12-33 16,13 22-34-16,-7 13-58 0,-7 10-65 0,-21 12-77 15,4 7-99-15,6 8-164 0,3 6-40 16,2 0 66-16,11 2-543 0,2-1-684 0</inkml:trace>
  <inkml:trace contextRef="#ctx0" brushRef="#br0" timeOffset="61684.63">27782 13852 3160 0,'4'-15'-33'16,"-2"1"44"-16,3 0 45 0,-4 3 61 15,3 1 42-15,-2 1 35 0,0 2 15 16,0 0 3-16,-2 7-16 0,1-10-21 16,-1 10-1-16,0 0 26 0,0 0 21 0,8 25 7 15,-8-4-9-15,-2 15-13 0,2 3-12 16,-4 6-3-16,2-2-12 0,1 3-18 0,-1-3-15 16,-2 2-13-16,0-4-16 0,4-2-7 15,-4-3-14-15,2-7-10 0,-4-2-5 0,4-6-8 16,-1-1-5-16,-1-1-9 0,0-2-9 15,1-5-34-15,1 0-29 0,-3-3-39 0,3 0-51 16,-1-4-60-16,-1 1-73 16,4-6-85-16,0 0-80 0,0 0-74 0,0 0-76 15,0 0-119-15,-4-29-36 0,8 11 72 16,2-6-434-16,0-12-539 0</inkml:trace>
  <inkml:trace contextRef="#ctx0" brushRef="#br0" timeOffset="62083.58">27893 13808 2691 0,'11'-29'-71'0,"5"1"42"15,-1-1 26-15,1 4 34 0,2 0 32 16,0 3 34-16,1 1 10 0,-2 6 11 0,-2 5-8 16,2 3 2-16,0 4-6 0,2 1-3 15,-2 4-4-15,7 1-7 0,-2 4-10 0,-5 1-16 16,5 5-4-16,-8-2-1 0,2 5-1 16,-3 0-6-16,-1-1 0 0,-5 1 18 15,-1-1 19-15,-4-1 12 0,-4 3 3 0,-5 2 1 16,-7 6-8-16,-5 4-9 15,-8 5-10-15,-7 1-6 0,0-3-9 0,-3-1-4 16,8-9-7-16,5-3-3 0,5-5 0 16,6-3-6-16,3-3 0 0,1-2-4 0,5-3-1 15,4-3-2-15,0 0 7 0,0 0 9 16,0 0 5-16,0 0 1 0,0 0-2 0,0 0-5 16,30 3 3-16,-18 3-2 15,1 2 0-15,-2 1 4 0,7 3 2 0,2 6-2 16,2 1 7-16,-1 2-3 0,-5-4 3 0,-2-2 8 15,-1 1 5-15,0-3 0 0,1 1 2 16,-7-2 0-16,6-2-6 0,-8-1-9 16,2-1-9-16,1 1-4 0,-3-3-4 15,2 0-20-15,-2-2-24 0,-5-4-52 0,8 10-54 16,-5-7-70-16,1 0-89 0,-4-3-106 16,7 5-134-16,-7-5-170 0,0 0-61 0,0 0 65 15,0 0-501-15,0 0-634 0</inkml:trace>
  <inkml:trace contextRef="#ctx0" brushRef="#br0" timeOffset="62518.76">28560 14129 3503 0,'0'0'103'16,"-9"-2"14"-16,9 2 21 0,-7-4 23 15,7 4 11-15,0 0 3 0,0 0-12 0,-11-5-16 16,11 5-15-16,0 0-11 0,0 0-14 16,11-9-5-16,-2 7-14 0,0-4-12 0,0 1-1 15,3 0-10-15,-1-4-3 0,0 3-6 16,2-3 0-16,-2 1 6 0,-2-4 1 0,1 1 0 16,-4-1 7-16,-1 0 2 0,1-1 1 15,-5 1-9-15,-1 0-3 0,4-1 1 16,-4 5-9-16,0 0-13 0,-4-1-3 15,-1 3-7-15,-4 4 3 0,9 2 1 0,-29 0 0 16,-1 10 14-16,-1 5 13 0,-9 6 21 16,3 8 13-16,1-3 13 0,8 9-1 15,7-6-4-15,4 2-1 0,4 2-2 0,1-4-5 16,6-2-8-16,5-2 0 0,1-6-4 16,1 4-6-16,5-3-7 0,-1-1-4 0,4 1-6 15,-4-7-2-15,6-1-12 16,5-1-17-16,-7-1-39 0,9-5-56 0,-5-3-55 15,3-1-75-15,-2 1-77 0,6-4-105 16,-4-1-123-16,4-2-153 0,-6-1-180 0,0 0 80 16,-1-1-690-16,5-1-895 0</inkml:trace>
  <inkml:trace contextRef="#ctx0" brushRef="#br0" timeOffset="62984.4">28899 14418 3918 0,'0'0'-47'0,"0"0"19"0,-9 4 20 0,9-4 28 16,0 0 35-16,0 0 12 0,0 0 8 15,13-21-9-15,-6 14-2 0,5-1-10 0,1-4-7 16,1-3-3-16,1 1-7 0,4-7-3 15,-2-2-15-15,-1-6-10 0,2 0-10 16,2-14-9-16,-1 1 0 0,-1-7-7 0,2-1 2 16,-3-8-1-16,-4-2-2 0,7-3 0 15,-5-4 3-15,-2 6 5 0,-7 2 7 0,1 8 17 16,-1 15 21-16,-2 8 16 16,-3 6 13-16,1 5 3 0,-2 5-5 0,-2 5 11 0,2 7 20 15,0 0 21-15,-32 26 13 0,12 5 14 16,-2 15 19-16,-1 4 20 0,2 7 27 15,6 4 6-15,4 4-19 0,3-2-16 16,4 1-19-16,6-5-20 0,2-1-10 0,4-7-15 16,5-3-1-16,-2-14-22 0,3-1-10 15,4-2-8-15,0-6-45 0,1-3-44 16,0-9-40-16,-2-3-42 0,5-1-52 0,-6-4-57 16,4-4-88-16,-6 1-92 0,2-4-125 15,3 1-148-15,-5-2-79 0,-2-1 81 16,1-3-504-16,-1 1-627 0</inkml:trace>
  <inkml:trace contextRef="#ctx0" brushRef="#br0" timeOffset="63303.53">29448 13975 3535 0,'-5'-13'148'0,"-1"3"27"0,0 4 31 16,6 1 17-16,0 5-1 0,0 0 7 0,10-10-11 15,-10 10-7-15,0 0-12 0,36 15-29 16,-17-3-24-16,5 5-4 0,-3 3-13 16,2 1-15-16,-3 3-9 0,-5 0 14 15,-1-4-22-15,-5-3 17 0,-6-1 19 0,-3 1 19 16,0 1 17-16,-1-2 2 0,-3 1-1 16,-3 0-2-16,-6 0-10 0,1-1-10 0,-2-1-11 15,-7 5-19-15,4-3-12 0,-4-3-47 16,-4 1-59-16,2-2 0 0,-3 0 0 0,1-4 0 15,2-1 0-15,0-3 0 0,4-2 0 16,-2-1-36-16,2-2-204 0,-2 0-70 16,3-2-88-16,2-3-87 0,2-2-109 0,5-1-109 15,1 1-95-15,3 1 84 0,3 2-617 16,2 4-787-16</inkml:trace>
  <inkml:trace contextRef="#ctx0" brushRef="#br0" timeOffset="63584.38">29507 14059 3718 0,'0'0'24'0,"-4"-13"31"16,4 13 25-16,-1-8 25 0,1 8 16 16,0 0 36-16,0 0 22 0,0 0 11 0,-22 27 4 15,17-8 2-15,-3 4 2 0,0 7 0 16,1 1 4-16,5-5-7 0,2-3-14 15,0 3-13-15,4-1-16 0,-1-2-15 16,7 8-10-16,2-3-14 0,-1-6-11 0,-1-3-18 16,1-3-37-16,3-3-36 0,1 1-38 15,-3-4-47-15,0-2-65 0,1-2-92 0,1-1-102 16,-3-2-116-16,1 1-121 0,-1-4-175 16,-1 0 52-16,-10 0-556 0,19-4-711 15</inkml:trace>
  <inkml:trace contextRef="#ctx0" brushRef="#br0" timeOffset="64402.44">29473 14079 3323 0,'4'-7'-46'0,"-2"2"19"0,-2 5 27 16,5-8 41-16,-1 2 41 0,0-1 22 15,2 1 4-15,-1-1 7 0,7-2 1 16,0 3 6-16,-1-2 8 0,-2 3 6 16,1 0 6-16,1 2 1 0,-3 1 4 0,-8 2 3 15,17 0-1-15,-17 0 3 0,15 12 3 16,-9-1 10-16,2 5 5 0,-5 1 0 16,-3 3 1-16,0 3-1 0,-1 1-7 0,-7 10-3 15,5-6-4-15,-8 4-15 0,2-3-7 16,2-6-1-16,-2-4-8 0,0-2-7 0,0-1-12 15,-3 1-8-15,-3-3-9 0,-1-2-11 16,2-2-1-16,-2-2-7 0,3-3-9 0,-5-1-5 16,4-2-7-16,-2-2-14 15,-1-6-17-15,3 1-11 0,2-1-32 0,0-6-16 16,-1-4-22-16,5-3-16 0,3-4-11 16,3-2-1-16,4-1 5 0,1-8 11 0,7 3 6 15,-3 5 3-15,1 9 8 0,-2 2 5 16,-1 1 6-16,1 2 2 0,-1 5 20 0,4 2 21 15,-9 5 17-15,13 2 19 0,-13-2-8 16,19 7 15-16,-8 2 16 0,5 2 6 16,-1 3 5-16,8 3 7 0,2-1 3 0,-1 1 9 15,1-2 10-15,-4-3-10 0,-2-2 2 16,-2 0 5-16,1-4-3 0,-4 0-2 0,4-2-4 16,-3 1-79-16,-1-3-4 0,-2 0 0 15,-1-1 0-15,-11-1 0 0,24 0 0 16,-24 0 0-16,21-1 0 0,-12-5 0 15,1 1-81-15,1-1-167 0,0-5-69 0,1-3-91 16,1-1-94-16,3-11-105 0,1-1-155 16,0 1-19-16,0 4 75 0,-5 5-579 0,-1 2-745 15</inkml:trace>
  <inkml:trace contextRef="#ctx0" brushRef="#br0" timeOffset="64686.44">30035 13964 3832 0,'4'-6'87'0,"2"2"35"16,-6 4 40-16,16-2 57 15,-16 2 39-15,22 6 25 0,-9-2 3 0,1 5 0 16,-2 4-9-16,2 3-14 0,-3 0-15 16,0 1-13-16,0 1-20 0,-6 3-13 15,-1-2-14-15,-4-2-13 0,-2 2-9 0,-2 1-13 16,-3 1-13-16,-9 5-14 0,3-8-13 15,-4 5-9-15,-2-3-53 0,-2 0-51 0,-2-4 0 16,0-3 0-16,4-3 0 0,0-4-29 16,2 0-176-16,2-2-87 0,4-1-101 0,-1-2-115 15,12-1-117-15,-13-8-115 16,7-2-51-16,8 1 74 0,3-7-606 0,7 0-781 16</inkml:trace>
  <inkml:trace contextRef="#ctx0" brushRef="#br0" timeOffset="64916.69">30273 13979 3479 0,'12'-9'-5'16,"-8"1"46"-16,-1 1 22 0,-3 7 13 0,4-7 0 16,-4 7 43-16,0 0 41 0,0 0 26 15,-15 27 12-15,0-2-5 0,-7 5-9 0,4-1-10 16,0 5-11-16,2-2-14 0,6-1-11 16,2 1-11-16,8-4-3 0,2-5-8 15,4-4-12-15,7 10 0 0,6-5 54 16,8-1 29-16,13 2-15 0,2-2-18 15,-8-9-19-15,-2 0-50 0,-7-6-73 0,-5-1-67 16,-7-3-77-16,4-1-93 0,-4 1-88 16,0-3-106-16,-5-1-114 0,-8 0-185 0,12 0 16 15,-12 0 72-15,0 0-440 0,0 0-541 16</inkml:trace>
  <inkml:trace contextRef="#ctx0" brushRef="#br0" timeOffset="65800.48">26242 15582 2921 0,'9'-21'182'0,"-6"5"35"0,3 1 19 16,-4 6-1-16,1 0-10 16,-3 2-13-16,0 7-10 0,0 0 30 0,0 0 46 15,0 0 23-15,0 0 10 0,-7 35-12 16,0-14-23-16,1 1-20 0,-2 8-22 0,0-3-16 16,7-5-20-16,-3-1-18 0,2-4-17 15,2 3-15-15,2-5-16 0,2 1-10 16,-1-2-8-16,5-3-9 0,2 0-11 0,1-6-8 15,6-3-72-15,4-2-14 0,4-6 0 16,3-4 0-16,6-3 0 0,-1-5 0 0,-3-2 0 16,-1-1 0-16,-4 6 0 15,-8 1 0-15,-2 3 0 0,-4 3 0 0,-1 2 0 16,-4 0 0-16,0 2 0 0,-6 4 0 16,0 0 0-16,0 0 0 0,0 0 0 0,13 12 0 15,-13-3 0-15,2-2 0 0,2 3 0 16,-2-1 0-16,0 2 0 0,1-3 0 0,-3 0 0 15,6 1 0-15,-4-2 0 0,0-1 0 16,-2-6 0-16,3 13 0 0,-3-8-168 16,0-5-169-16,5 9-81 0,-1-6-89 0,-4-3-124 15,0 0-128-15,0 0-34 0,0 0 79 16,0 0-600-16,9-19-772 0</inkml:trace>
  <inkml:trace contextRef="#ctx0" brushRef="#br0" timeOffset="66150.95">26399 15042 3416 0,'-34'-6'-111'16,"-5"2"27"-16,-4 9 40 0,-12 9 56 15,-5 10 60-15,-15 19 57 0,-2 14 40 0,5 9 15 16,3 12 10-16,9 3 12 0,15 7 13 16,13 1 11-16,14 0 11 0,18-17-15 0,23 16-14 15,22-8-13-15,9-7-27 0,17-8-18 16,13-7-4-16,15-7-17 0,9-13-17 15,5-10-6-15,5-10-14 0,-1-18-9 16,-2-4-12-16,-8-12-4 0,-8-11-17 16,-7-8-26-16,-16-2-2 0,-5-9-2 0,-12-6 1 15,-20 7-7-15,-6-7-5 0,-6-6-6 16,-8-6-7-16,-8-7-15 0,-7-1-6 0,-12-4-7 16,-8-16-5-16,-17 6 2 0,-15 11 0 15,-13 8-3-15,-11 17-7 0,-14 14-34 0,-9 14-36 16,-16 15-48-16,-1 15-54 0,-7 20-37 15,-3 14-46-15,-5 15-62 0,-36 23-93 16,12 2-132-16,36-13-85 0,11 4 67 0,0-1-362 16,9 4-440-16</inkml:trace>
  <inkml:trace contextRef="#ctx0" brushRef="#br0" timeOffset="72548.5">27725 15603 3202 0,'0'-9'197'0,"2"-2"1"0,-4 0 33 15,2 4-7-15,0 7 15 0,0-11-13 16,0 11-27-16,2-9-21 0,-2 9-25 0,0 0-26 15,0 0-6-15,0 0 40 0,0 0 25 16,0 0 0-16,0 41-10 0,0-15 1 0,-2 2-3 16,-2 7-9-16,1 2-3 0,1-4-11 15,-4 2-4-15,4-4-8 0,1-6-14 16,1-4-10-16,-2-2-9 0,2-4-7 16,-2-1-4-16,0-2 11 0,2-2 7 15,-3 0 6-15,1-5 6 0,2-5-56 0,0 0-69 16,0 0 0-16,0 0 0 0,0 0 0 15,22-17 0-15,-13-2 0 0,7-6 0 0,-2-3 0 16,2-4 0-16,1 1 0 0,-2-3 0 16,-2 3 0-16,1 6 0 0,-5 2 0 0,2 8 0 15,-6 3 0-15,1 2 0 0,-3 1 0 16,3 3 0-16,-6 6 0 0,9-5 0 16,-9 5 0-16,0 0 0 0,27 17 0 0,-15-6 0 15,-1-1 0-15,5 2 0 0,-1 1 0 16,0-1 0-16,2-1 0 0,0-1 0 15,-4-1 0-15,3-2 0 0,-1-2 0 16,-3-1 0-16,1 0 0 0,-4 0 0 0,3-4 0 16,-12 0 0-16,19 0 0 0,-19 0 0 15,21-8 0-15,-12 4 0 0,1-6 0 0,-1-1 0 16,4-5 0-16,3-9 0 0,1-6 0 16,0-8 0-16,5-5 0 0,-4-5 0 0,1 1 0 15,-1 6 0-15,-5 11 0 0,-4 3 0 16,-1 7 0-16,0 4 0 0,-4 4 0 15,-3 4 0-15,-1 2 0 0,0 7-139 16,0 0-243-16,-13 2-58 0,13-2-64 16,-17 15-96-16,6-3-138 0,-1 3-66 0,1 3 76 15,1 1-584-15,-2 8-768 0</inkml:trace>
  <inkml:trace contextRef="#ctx0" brushRef="#br0" timeOffset="72951.35">28494 15756 3608 0,'7'-7'27'0,"-7"7"38"15,0 0 20-15,4-8 42 0,-4 8 50 16,9 0 20-16,-9 0 1 0,0 0-9 16,16-4-11-16,-16 4-14 0,13 0-17 15,-13 0-8-15,15-2-16 0,-15 2-9 0,17-1-11 16,-17 1-9-16,16-4-8 0,-9 3-2 15,-7 1-17-15,14-7-2 0,-8 1-1 0,1 2-7 16,-3-4-5-16,-3 2-8 16,3-3 1-16,-4 9-10 0,0-16-6 0,-4 9-2 0,4-3-5 15,-5 6 1-15,-1-4-8 16,-6 5-4-16,12 3-2 0,-25 0-1 0,9 1-2 16,1 5-3-16,1 0 1 0,-1 3 5 0,1 3-8 15,3 2 10-15,1-3 3 16,3 4 10-16,1 0 1 0,3-1 6 0,3 1-4 15,-2-1 6-15,4 0-9 0,-1 1-4 16,7-1 3-16,-3 0-4 0,7-3 2 0,-1 1-5 16,7 0 1-16,-5-5-9 0,3 0-32 15,-2-2-42-15,0-1-54 0,1-1-75 16,-1-3-75-16,1-1-97 0,-2-1-121 0,1-2-158 16,-3 1-86-16,1-1 72 0,-1 1-444 15,0-1-574-15</inkml:trace>
  <inkml:trace contextRef="#ctx0" brushRef="#br0" timeOffset="73615.6">29006 15673 2943 0,'0'0'17'0,"-13"-3"27"0,13 3 22 15,0 0 39-15,-24 13 42 0,15-3 30 0,2 1 13 16,0 0 3-16,-2 1-6 0,4-1-10 16,-1 4-10-16,4-3-12 0,0-1-8 0,2 0-11 15,0-1-10-15,4 2-8 0,0-3-12 16,1-1-9-16,3-1-11 0,2-2-2 16,-1-2-7-16,5-1-13 0,-14-2 0 15,24-2-5-15,-10-1-11 0,-1-2-1 0,1-4-7 16,-1 1-4-16,0-4-3 0,-1-2-11 15,-3-1-7-15,1-2-6 0,-5 0 1 16,1 0-3-16,-2 2-2 0,-4 4-8 0,0 0-5 16,-2 4-15-16,-4 2-19 0,6 5-19 15,-15-4-30-15,15 4-21 0,-23 9-28 0,11-3-33 16,0 3-36-16,-1-2-31 16,2 3-37-16,0 2-34 0,3-2-37 0,1-3-13 15,3 3 28-15,2-3 37 0,2-7 57 0,0 0 69 16,7 10 73-16,-7-10 61 15,16 2 58-15,-8 1 47 0,-8-3 31 0,16 3 34 16,-16-3 21-16,14 6 31 0,-8-4 24 16,-1 8 18-16,-1 0 6 0,0 4 7 0,-2 4 9 15,0 5 19-15,-4 4-1 0,2 12 10 16,2-1-4-16,-2 5-16 0,2 0-2 16,0 0-8-16,-2 1-13 0,2-4-17 0,-2-1-16 15,0-6-22-15,-2-9-17 0,2 2-13 16,-2-4-13-16,0-5-15 0,-2-1-6 15,2-3-7-15,-4 1 3 0,1-4-6 16,-1-1-5-16,-5-2-11 0,-5-2-54 0,1 0-36 16,-2-3 0-16,-4-2 0 0,0-2 0 15,-4-2 0-15,-11-6 0 0,6 0 0 0,-1-5 0 16,5-1 0-16,-1-1 0 0,6-5 0 16,1 1 0-16,5 3-184 0,6 4-94 0,1-1-74 15,2 3-81-15,4 1-97 0,1 0-121 16,-1 2-190-16,4 0 75 0,-1 1-648 15,5 0-864-15</inkml:trace>
  <inkml:trace contextRef="#ctx0" brushRef="#br0" timeOffset="74015.96">29378 15780 4113 0,'2'-5'-24'0,"-2"5"28"15,0 0 63-15,0 0 54 0,0 0 30 16,0 0 5-16,0 0-3 0,14 15-11 0,-14-8-10 16,0 1-6-16,0 3-9 0,0-1-7 15,-3 0-10-15,1 2-8 0,-4-1-10 16,3 0-7-16,-1-2-7 0,-2 0-4 0,-2-1-5 16,1-1-6-16,1-2-5 0,1-1-8 15,5-4-15-15,-16 5-18 0,16-5-16 16,0 0-12-16,-18-14-11 0,13 5-2 15,3-6 3-15,4-2 1 0,3-7 8 0,-2 2-3 16,5 0 6-16,-3 4 0 0,1 3 3 16,-1 1 5-16,2 5 8 0,-4 3 11 0,5 3 7 15,-8 3 8-15,11-2 0 0,-11 2 4 16,17 10-4-16,-9-2 1 0,2 3-2 16,-1 1-3-16,2 2-4 0,1-1-2 0,3 1-17 15,-1 0-22-15,1-1-29 0,-2-2-36 16,0-3-30-16,0-1-49 0,3-2-36 15,-1-2-50-15,-1-1-54 0,-3-4-75 0,3 1-88 16,-5-2-116-16,2-2-15 0,1-3-325 16,-1-2-409-16</inkml:trace>
  <inkml:trace contextRef="#ctx0" brushRef="#br0" timeOffset="74532.62">30104 15168 2717 0,'-4'-6'116'0,"4"6"46"15,-10-8 32-15,10 8 44 0,0 0 36 16,0 0 24-16,-25 16 23 0,16 4-3 0,-4 9 3 16,-1 7-2-16,-2 14-18 15,-2 3-17-15,1 5-22 0,2-1-24 0,0 0-26 0,-1-1-18 16,1-1-17-16,3-1-20 16,3-4-14-16,2-12-13 0,-2-2-10 0,4-2-16 15,-1-8-10-15,4-7-8 0,1-4-10 16,-1-3-9-16,0 0-15 0,2-3-17 0,-2-1-27 15,2-8-32-15,-2 9-31 0,2-9-50 16,0 0-33-16,0 0-27 0,0 0-19 16,0 0-10-16,-4-32-12 0,2 18-6 0,-4-1 13 15,-1-3 0-15,-1 1 14 0,-4 0 3 16,0 3 15-16,-2 2 13 0,-1 1 11 0,-3 5 18 16,4 1 10-16,1 2 11 0,1 1 14 15,2-1 9-15,10 3 11 0,-17-4 13 16,17 4 28-16,-8-3 30 0,8 3 31 15,0 0 24-15,0 0 12 0,29-11 6 0,-11 5-7 16,6-1-2-16,8-2-7 0,-3 2-9 16,-4 1-2-16,1 3-5 0,1 0-5 15,-2 0-3-15,-5 1-4 0,3 2 12 0,-3 2 8 16,-4 0 8-16,2 2 15 0,-5 2-2 16,-1-1 4-16,-5 2 2 0,3 0-7 0,-5 0-7 15,2 3-8-15,-4 0-1 0,-1 1-11 16,2 0-10-16,-4-2-35 0,0 3-51 0,-2 0-56 15,2-2-62-15,-4 0-78 16,3 1-96-16,-3-1-124 0,-3 0-169 0,4-1-54 16,-3 1 74-16,1 0-373 0,-1-1-467 15</inkml:trace>
  <inkml:trace contextRef="#ctx0" brushRef="#br0" timeOffset="74715.38">30039 15648 3058 0,'-1'-16'167'0,"-2"3"11"16,1 1 17-16,2 3 15 0,0 1-5 15,0 0-14-15,0 8-23 0,0-12-31 0,0 12-70 16,-2-9-86-16,2 9-102 16,0 0-111-16,0 0-128 0,0 0-172 0,0 0-69 15,0 0 65-15,-9 29-204 0,3-16-231 16</inkml:trace>
  <inkml:trace contextRef="#ctx0" brushRef="#br0" timeOffset="74983.46">30058 15709 2242 0,'3'-7'160'0,"-3"7"11"0,4-4 17 0,-4 4 43 16,0 0 51-16,0 0 24 0,14 14 9 16,-8-4-9-16,-3-2-2 0,5 3-14 15,-2 2-10-15,2 1-13 0,-1-2-20 16,-2 2-18-16,4-3-23 0,-4 0-16 0,3-1-6 15,-3 0-13-15,3-5-11 0,-2 4-12 16,0-4-11-16,-3 1-14 0,-3-6-8 0,11 5-18 16,0-4-6-16,-11-1-15 0,0 0-21 15,26-6-35-15,-15 0-24 0,1-2-38 16,0-3-36-16,0-2-28 0,2-3-20 0,1-8-27 16,3-1-33-16,-5-3-35 0,2-2-44 15,-2 1-47-15,-2 8-54 0,0 2-79 0,-4 1-111 16,-2 3-180-16,-1 5 72 15,0 1-469-15,-1 2-601 0</inkml:trace>
  <inkml:trace contextRef="#ctx0" brushRef="#br0" timeOffset="75398.42">30721 15761 3077 0,'-9'5'97'0,"9"-5"62"0,0 0 39 15,0 0 33-15,0 0 41 0,0 0 9 0,0 0 8 16,0 0-16-16,0 0-16 0,0 0-35 16,0 0-14-16,0 0-44 0,0 0-17 0,0 0-8 15,0 0-18-15,11-21-17 16,-6 17-5-16,6-3-8 0,-2 2-7 0,0-6-10 0,-3 5 5 16,2-6-20-16,-4 5-2 15,-1 0-7-15,1 0-8 0,-2-1-3 0,-2 8-9 16,0 0-1-16,-11-9-9 0,11 9 1 15,-27 4 12-15,4 1-9 0,-9 7 11 16,3 5 13-16,-2 3 11 0,5 1 20 0,3 1 14 16,4 2 17-16,2 0 16 15,7-4 25-15,5-3 19 0,-1 1 13 0,3-3-116 0,3-1-67 16,5 2 0-16,1-2 0 16,1-2 0-16,0-3 0 0,5-1 0 0,0 1 0 0,3-2 0 15,2-2 0-15,-3-1 0 16,-1-2 0-16,0 0 0 0,0-2 0 0,-1 0 0 15,0 0 0-15,-12 0 0 0,16-6 0 16,-8 4-442-16,0-3-304 0,-3 1-208 0,3 0 85 16,-5-2 87-16,-3 6-714 0,11-6-942 15</inkml:trace>
  <inkml:trace contextRef="#ctx0" brushRef="#br0" timeOffset="76014.73">31594 15490 4250 0,'4'-7'-86'0,"0"4"43"0,-4 3 49 15,3-7 41-15,-3 7 50 0,0 0 22 16,0 0 24-16,4-9-1 0,-4 9 5 15,0 0-5-15,0 0-8 0,-20-5-14 0,20 5 0 16,-23-1-5-16,9-2-8 16,-1 3-11-16,1-1-8 0,-1 0-5 0,15 1-4 0,-21-2 8 15,21 2 16-15,-18-2 15 0,18 2 2 16,-14-4-1-16,14 4-8 0,-10-1-5 0,10 1-18 16,0 0 2-16,-9-6-6 0,9 6 5 15,0 0 13-15,0 0 13 0,-4 16 15 16,2-2 11-16,-6 6 11 0,-1 15 5 15,-10 9 5-15,-3 1-11 0,0-1-91 16,-1 2-60-16,0-1 0 0,3 0 0 0,-2-1 0 16,9-10 0-16,2-1 0 0,5-2 0 15,0-7 0-15,3-3 0 0,0-5 0 0,3-3 0 16,3-1 0-16,0-2 0 0,5-2 0 16,1-1 0-16,5 1 0 0,-1-5 0 0,1-1 0 15,2-2 0-15,0-4 0 0,1 1 0 16,-2-3 0-16,2-1 0 0,1 3 0 15,-6-3-76-15,4 2-556 0,-1-2-137 16,-1 0-174-16,-1 0 104 0,-1 4-838 0,-1-4-1114 16</inkml:trace>
  <inkml:trace contextRef="#ctx0" brushRef="#br0" timeOffset="76198.37">31404 15845 4634 0,'-14'-4'60'0,"3"1"51"15,11 3 47-15,-12-2 58 0,12 2 41 16,0 0 14-16,-9-3-21 0,9 3-21 0,0 0-21 16,0 0-21-16,0 0-19 0,0 0-59 15,0 0-83-15,0 0-110 0,37 0-118 16,-37 0-126-16,29-2-117 0,-11 1-162 16,-2-3-170-16,4 4 71 0,-1-3-564 0,1-2-731 15</inkml:trace>
  <inkml:trace contextRef="#ctx0" brushRef="#br0" timeOffset="76671.48">32263 15288 3637 0,'-4'-12'108'0,"2"3"47"0,2 1 35 16,0 8 35-16,-3-11 22 0,3 11 62 0,0 0 21 15,0 0 8-15,-32 29 2 0,16-1-9 16,-2 4-18-16,-4 14-22 0,3 0-27 15,-5 1-19-15,8 1-23 0,-4-3-23 16,3-2-20-16,4-7-17 0,0-5-56 0,1 2-106 16,3-4 0-16,1-7 0 0,2-5 0 15,0-3 0-15,1 1 0 0,1-5 0 16,0-1 0-16,3 1 0 0,-3-5 0 0,2 2 0 16,2-7 0-16,0 0 0 0,-2 9 0 15,2-9 0-15,0 0 0 0,0 0 0 0,0 0 0 16,11-23 0-16,-9 11 0 0,-2-1 0 15,2-3 0-15,-6-1 0 0,2 2 0 0,-3 1 0 16,-5 2 0-16,-5 4 0 16,-6 1 0-16,-1 5 0 0,-2 6 0 0,-13 2 0 15,7 5 0-15,0 6 0 0,2 0 0 16,5 3 0-16,1 3 0 0,3-1 0 0,2 3 0 16,5-7 0-16,9-3 0 0,-1 0 0 15,4-1 0-15,0 0 0 0,4-1 0 16,-1-1 0-16,6-5 0 0,2 3 0 0,0-2 0 15,3-1 0-15,-1-2 0 16,2-2 0-16,0-1 0 0,3-2-88 0,1-2-377 16,5 0-85-16,3-2-95 0,9-5-99 15,3-1-80-15,-3-5 70 0,0-3-648 0,10-5-853 16</inkml:trace>
  <inkml:trace contextRef="#ctx0" brushRef="#br0" timeOffset="77114.03">32290 15770 3720 0,'15'-14'-27'15,"-3"-1"85"-15,-3 8 81 0,-4 0 62 0,1 2 43 16,-4-1 39-16,-2 6 43 0,0 0 24 15,0 0 10-15,0 0-1 0,-36 13-8 0,21-4-5 16,-3 4-12-16,4 1-35 0,-8 3-22 16,5 0-26-16,4-4-22 0,-1 3-138 0,3-1-91 15,0-1 0-15,1-4 0 0,2 2 0 16,1 0 0-16,1-3 0 0,3-1 0 16,0-1 0-16,3-7 0 0,0 10 0 15,0-10 0-15,6 8 0 0,-6-8 0 16,0 0 0-16,19 0 0 0,-19 0 0 0,17-8 0 15,-6 6-114-15,2-4-4 0,-4 2 17 16,0-1 10-16,-9 5 35 0,16-5 25 0,-16 5 30 16,9-3 25-16,-9 3 37 0,0 0 28 15,0 0 21-15,2 17 22 0,-10-1-36 0,-6 9-96 16,2 6 0-16,-3 4 0 16,-1 7 0-16,3-6 0 0,-6 7 0 0,1-2 0 15,3-8 0-15,-6 6 0 0,3-6 0 0,0-2 0 16,1 0 0-16,-6-6 0 0,6 1 0 15,-6-4 0-15,1-3 0 0,0 1 0 16,3-6 0-16,2-5 0 0,-2 1 0 16,-1 0 0-16,4-7 0 0,-2 1 0 0,4-2 0 15,0-2 0-15,1 0 0 0,2-6 0 16,-1-1 0-16,2-6 0 0,7 1 0 0,1-5 0 16,4 0 0-16,1-4 0 0,7 1 0 15,-3 1 0-15,5 0 0 0,3-3-441 0,2 0-223 16,-2 5-73-16,6-5-106 0,1 5 30 15,1-3-783-15,3 3-1037 0</inkml:trace>
  <inkml:trace contextRef="#ctx0" brushRef="#br0" timeOffset="77498.71">32463 15948 3987 0,'6'-4'-151'0,"-6"4"79"0,0 0 62 0,0 0 74 15,0 0 63-15,0 0 59 0,0 0 33 16,15 10 26-16,-15-10-1 0,3 6 33 15,-3-6-10-15,0 0-3 0,11 6-6 0,-11-6-17 16,9 4-24-16,-9-4-19 0,0 0-25 16,21-4-13-16,-21 4-16 0,17 0-17 0,-8-4-18 15,1 0-23-15,-1 0-24 0,2-2-24 16,-2 0-21-16,0 1-4 0,-2-1-5 16,-1-2-6-16,0 0-4 0,-6 1-6 0,0 7 5 15,-1-13-1-15,-10 8-7 0,0 1 8 16,-4 4-2-16,-6 2 14 0,-11 6 14 15,2 4 10-15,-1 7 8 0,6 0 13 16,2 5 18-16,5-1 15 0,5-4 16 0,6-2 11 16,2 1 10-16,0-2-57 0,5-4-67 15,3 0 0-15,-1-2 0 0,-1 2 0 16,5-5 0-16,-2-2 0 0,1 0 0 0,1 0 0 16,-6-5 0-16,15 5 0 0,-9-1 0 15,-6-4 0-15,0 0 0 0,13 3-392 0,-13-3-205 16,5 2-161-16,-5-2-161 15,0 0 95-15,0 0-775 0,-37 12-1039 0</inkml:trace>
  <inkml:trace contextRef="#ctx0" brushRef="#br0" timeOffset="78797.36">27407 17313 4254 0,'-3'11'-82'0,"-1"-2"35"0,2-4 35 15,2-5 43-15,0 0 40 0,0 0 33 0,0 0 19 16,0 0 1-16,28-14-11 0,-14 3-11 16,0-1-10-16,8-9-11 0,1-3-8 0,-2-2-8 15,-1-1-19-15,9-10-21 0,1-2-20 16,-1-3-19-16,0-5-18 0,-1-4-14 0,1-2-16 15,-2-2-6-15,0 0-1 0,-2 4 3 16,-7 2 10-16,-2 15 8 0,-3 3 8 16,-1 11 20-16,-5 3 0 0,-1 7 1 15,-5 3 11-15,-1 7 15 0,0 0 6 16,0 0 10-16,0 0 10 0,-11 39 5 0,8-18 8 16,0 4 4-16,3 3 4 0,5 9-2 15,2 2 1-15,0-4-1 0,4 0 0 0,1-4 1 16,1 1 8-16,-1-6 9 0,-1-4 22 15,-3-7 25-15,-5 1 30 0,1-6 36 16,1 0 20-16,-3-3 17 0,-2 2 14 16,0-9 0-16,-11 11-7 0,2-5-16 0,-6-3-15 15,-4 0-15-15,0-1-24 0,-3-4-17 16,-3 2-11-16,0-4-15 0,-11-2-9 16,1-4-61-16,7 1-44 0,-3-6 0 0,4-2 0 15,1-1 0-15,4-5 0 0,4 3 0 16,-3-5 0-16,7 6 0 0,3 3 0 0,3 2-17 15,1 1-131-15,-1 4-32 0,-2-1-34 16,5 2-40-16,-1 4-38 0,6 4-48 0,-10-2-45 16,10 2-49-16,0 0-75 0,-16 10-92 15,10-3-149-15,1 0 73 0,5 0-476 16,0-7-620-16</inkml:trace>
  <inkml:trace contextRef="#ctx0" brushRef="#br0" timeOffset="79566.47">28621 16870 3307 0,'0'-10'97'0,"-2"2"50"0,6 1 38 16,-4 7 25-16,2-8 18 15,-2 8 7-15,0 0 3 0,0 0 5 0,0 0 17 16,0 0-11-16,0 0-12 0,0 0-13 16,-13 35-25-16,5-16-12 0,-2 2-7 0,3-3-17 15,-9 8-10-15,3 2-13 0,-1-8-7 16,3-3-18-16,4-2-12 0,-5 1-10 15,3-1-6-15,1-3-7 0,3-3-4 0,-2-1 0 16,4 0-1-16,-3-4-2 0,6-4-8 16,0 0-8-16,-11 0-11 0,11 0-6 0,0 0-13 15,-5-18-13-15,6 2-13 0,1-3-7 16,6-13-10-16,3-1-13 0,4 1 1 0,-2 1-3 16,5 3 0-16,-3 7 5 15,-1 1 0-15,-2 7 3 0,1 5 2 0,-2 2 4 16,0 2 0-16,4 6 4 0,-2 4 4 15,5 0-1-15,5 11 9 0,-3 3 2 0,3 0-6 16,-1 0 8-16,-2-1-4 0,-3 2-1 16,3-1 2-16,-3-1 15 0,-5-7 2 15,-1-2 8-15,-4-3 3 0,0 0 7 0,0-2 11 16,-2 1 0-16,3-2 5 0,-8-4 3 16,0 0-7-16,0 0-1 0,28-10-6 0,-18 2-34 15,0-3-6-15,-1-7 0 0,-2-1 0 16,6-9 0-16,-2 1 0 0,-2-5 0 0,-4 1 0 15,6-4-51-15,-2 0-80 16,-2 0-30-16,3 2-31 0,-2 2-33 0,-5 13-33 16,3-1-29-16,-2 5-41 0,-3 6-43 15,-1 1-49-15,0 2-82 0,0 5-109 16,0 0-114-16,0 0 75 0,0 0-465 0,0 0-585 16</inkml:trace>
  <inkml:trace contextRef="#ctx0" brushRef="#br0" timeOffset="79964.44">29161 16883 3096 0,'-9'4'59'0,"9"-4"39"0,0 0 55 0,0 0 44 16,-9 4 26-16,9-4 15 16,0 0-9-16,0 0-15 0,0 0-22 0,0 0-16 15,0 0-18-15,0 0-19 0,21-22-9 16,-13 17 0-16,-3-1-9 0,3 0-3 0,0 1 4 15,-2-1 11-15,-3 0 0 0,5-4 6 16,-5 2 13-16,2-1-3 0,-1-3-5 16,-2 2-2-16,-2 3-9 0,1-3-15 0,-1 2-10 15,0 8-19-15,-5-12-2 0,-2 8-12 16,7 4-9-16,-24 3-9 0,5 2-2 0,-2 4-4 16,-8 6 3-16,4 2 1 0,3 5-2 15,1-1-3-15,3 6 3 0,3-4 3 0,8 0 3 16,-1-4 3-16,4-2 5 15,2 0-9-15,2 0-58 0,2-2 0 0,2 1 0 16,0-1 0-16,6-1 0 0,-3-2 0 16,2-2 0-16,0-1 0 0,2-1 0 15,-4-4 0-15,5 1-77 0,-5-2-210 0,4-3-90 16,3 3-109-16,1-6-107 0,4 0-118 16,1 0-107-16,4-3 69 0,11-2-643 0,1-1-845 15</inkml:trace>
  <inkml:trace contextRef="#ctx0" brushRef="#br0" timeOffset="80565.16">29528 16874 4029 0,'-12'-10'-3'15,"-1"2"51"-15,4 1 50 0,-3 3 58 16,1 0 46-16,-1 3 28 0,12 1 18 0,-22 1 8 16,8 3-5-16,3 5-10 0,-5 3-5 15,3 1-10-15,2 3-15 0,3-1-16 0,1-1-16 16,1 3-17-16,2-2-14 0,4-1-17 15,-1 0-3-15,2-3-16 0,3 0-11 16,2-1-12-16,1-2-7 0,3-1-10 0,-1-2-6 16,2-1-9-16,1-2-5 0,-12-2-9 15,21 0-8-15,-21 0-8 0,21-6 0 0,-7-2-5 16,-5-1-5-16,0-1-4 16,-1 0-9-16,0-1-4 0,-4 0-4 0,-1-3-12 15,1 4-8-15,-2-2-8 0,-2 3-11 16,0 1-13-16,0 8-15 0,-4-11-23 0,4 11-22 15,0 0-28-15,-15 0-21 0,15 0-36 16,-17 11-33-16,6-3-43 0,-1 3-35 16,-1 0-38-16,1 3-20 0,1-4-7 0,5-1 8 15,3-1 33-15,-1 1 27 0,1-4 39 16,3-5 37-16,0 10 54 0,0-10 42 0,3 7 45 16,-1-2 42-16,-2-5 45 0,3 11 37 15,1-5 22-15,0 1 31 0,-2 3 25 16,-2-2 18-16,3 4 19 0,-3 1 11 15,2 7 8-15,-4-1-2 0,2 4 9 0,2 5-8 16,-2 11 7-16,0 2 12 0,-2-3-2 16,1 1-12-16,-1-1 4 0,-2-1-2 15,-2-5 3-15,1-5 1 0,-2-5-1 0,0 1-2 16,0-3-3-16,-3-3 12 0,0 0 1 16,3-3 3-16,-4-2 0 0,-1-3-7 0,-1-1-18 15,-3 0-14-15,1-6-12 16,-2 0-16-16,-2-2-36 0,0-3-83 0,-2-6 0 15,-8-3 0-15,0-5 0 0,5-2 0 16,1 1-54-16,6 2-115 0,2 6-48 0,1-4-60 0,3 4-64 16,4 0-62-16,0 5-57 15,2-4-54-15,3 0-91 0,4 3-161 16,-1-5 49-16,8-1-531 0,4-2-708 0</inkml:trace>
  <inkml:trace contextRef="#ctx0" brushRef="#br0" timeOffset="80982.78">29795 16992 3324 0,'4'-8'42'16,"-2"-3"44"-16,0 6 44 0,-2 5 46 16,0 0 45-16,0 0 40 0,0 0 19 0,0 0 7 15,0 0-19-15,13 16-10 0,-13-16-13 16,0 13-12-16,0-13-7 0,-2 12-8 0,0-5-22 15,-2 0-14-15,3 0-18 0,1-7-22 16,-10 12-9-16,4-9-12 0,-2 2-13 16,1-2-26-16,7-3-18 0,-11 4-26 0,11-4-21 15,0 0-27-15,-19-7-24 0,11 1-24 16,3-2-14-16,4-4-5 0,1-3 7 16,1-4 6-16,8-3 5 0,2-7 8 0,1 2 6 15,-1 8 11-15,-2 4 25 0,1 3 24 0,0 2 30 16,-1 3 23-16,-4 7 22 15,-5 0 16-15,20 3 10 0,-20-3 7 0,13 12-10 16,-7 0-7-16,0-1-9 0,-1 3-12 16,1 2-8-16,-1-3-16 0,2 3-10 15,-2-3-20-15,1 1-24 0,-2-1-25 0,-1-2-38 16,1-1-38-16,0-1-35 0,0-2-37 16,0 0-36-16,0-1-45 0,-1-4-63 0,1 4-66 15,-4-6-60-15,9 1-67 0,-9-1-80 16,0 0-123-16,14-9 16 0,-6 1-532 0,-1-4-686 15</inkml:trace>
  <inkml:trace contextRef="#ctx0" brushRef="#br0" timeOffset="81514.7">30434 16392 3108 0,'7'-19'-40'0,"-1"5"78"16,-3 2 54-16,-1 4 50 0,0 1 39 15,0 2 37-15,-2 5 17 0,0 0 38 16,0 0 26-16,0 0 19 0,-7 22-2 0,1 1-10 15,-3 14-11-15,-5 11-16 0,1 3-25 16,-1 1-19-16,-1 3-21 0,-2-2-19 0,4 0-23 16,-3-3-15-16,3-2-14 15,3-11-19-15,1 0-12 0,0-6-11 0,-1-2-16 16,6-5-20-16,-4-7-14 0,6-4-25 16,-1-1-16-16,1-1-21 0,-2-5-19 0,2 3-33 15,1-4-34-15,1-5-30 0,-7 9-24 16,7-9-15-16,0 0-14 0,0 0-11 15,0 0-9-15,0 0-5 0,-30-17 3 0,20 6 4 16,1-1 17-16,-3-5 18 0,1 5 22 16,4 2 21-16,-4 0 7 0,4 3 41 0,2 2 11 15,-1 1 18-15,6 4 24 0,-7-5 26 16,7 5 20-16,0 0 16 0,0 0 21 0,0 0 16 16,0 0 18-16,0 0 4 15,18-8 9-15,-2 1 3 0,0-3 1 0,13-2 2 16,-2-2 1-16,1 0 1 0,-3 0-1 15,4 2 5-15,-8 3 11 0,-4 1-1 16,-3 2 3-16,1 0-4 0,-4 2 0 0,-1 4 6 16,-10 0 2-16,16 8 4 0,-7-1-9 15,-4 2-6-15,-1 2-1 0,0 5-44 0,-1-5-84 16,-3 5 0-16,2-2 0 0,0 3 0 16,-2-5 0-16,0 3 0 0,0-1 0 0,0-2 0 15,2 0 0-15,-4 0 0 16,2-4 0-16,0 1 0 0,0-1 0 0,0-8 0 15,-4 14-226-15,4-7-291 0,-3-3-139 0,3-4-172 16,-6 8-23-16,6-8 85 16,-7 5-712-16,7-5-927 0</inkml:trace>
  <inkml:trace contextRef="#ctx0" brushRef="#br0" timeOffset="81680.23">30521 16808 4055 0,'-2'-14'88'16,"2"2"53"-16,0 4 35 0,-2 1 28 0,2 7 16 15,-2-12-5-15,2 12-23 0,-4-7-36 16,4 7-62-16,0-10-73 0,0 10-80 0,0 0-100 16,0-8-85-16,0 8-79 0,0 0-112 15,0 0-182-15,0 0-11 0,0 0 62 16,0 0-295-16,0 0-345 0</inkml:trace>
  <inkml:trace contextRef="#ctx0" brushRef="#br0" timeOffset="81962.92">30486 16765 2533 0,'0'0'125'15,"-3"6"37"-15,3-6 41 0,0 0 31 0,0 0 32 16,0 0 30-16,0 0 15 0,0 11 0 16,0-11-8-16,7 14-16 0,-4-2-14 15,2-3-15-15,1 1-13 0,0 0-14 0,-1 2-14 16,-3 1-20-16,3-1-18 16,0 0-11-16,-1-3-13 0,-2-1-15 0,0 1-11 15,-1-3-15-15,5 0-9 0,-6-6-10 0,4 12-12 16,-4-12-3-16,5 7-12 0,-5-7-10 15,7 3-14-15,-7-3-16 0,0 0-17 16,0 0-16-16,20-14-19 0,-14 6-21 0,4-3-23 16,-1-3-23-16,3-1-4 0,-1 0-18 15,0 0-24-15,-3 1-41 0,2 3-49 0,-5 1-51 16,1 2-54-16,-3 1-50 0,4 1-67 16,-5 2-86-16,-2 4-124 0,2-6-37 15,-2 6 73-15,0 0-388 0,0 0-486 0</inkml:trace>
  <inkml:trace contextRef="#ctx0" brushRef="#br0" timeOffset="82366.39">30918 16886 3053 0,'0'0'141'0,"0"0"57"15,0 0 28-15,0 0 28 0,0 0 11 16,0 0 1-16,0 0-18 0,0 0-22 0,0 0-22 15,11-14-20-15,-5 8-18 0,-6 6-19 16,12-6-17-16,-3 0-15 0,0 1-18 16,-2-1-22-16,2 0-21 0,-2 0-9 15,-1-1-8-15,-1 0-5 0,3-2-2 16,-4 1-5-16,0 2 8 0,-4-4 4 0,2 5-7 16,-2 5-4-16,-2-14-3 0,2 14 1 15,-12-8 2-15,12 8 9 0,-20 4 21 0,20-4 24 16,-31 13 22-16,19-3 11 0,-1 2 5 15,1 0 14-15,3 4 8 0,0 0 8 16,-2 2 5-16,4 0-2 0,2-5-3 0,-3 8-9 16,4-7-16-16,3-2-9 0,-1 0-92 15,-1-1-22-15,1-2 0 0,2 1 0 0,2-1 0 16,3-1 0-16,-2-1 0 16,5 2 0-16,-3-4 0 0,3 0 0 0,0 0-58 15,1-3-242-15,-1 0-88 0,5-1-95 16,0 1-84-16,9 1-100 0,1-3-152 0,4 2 56 15,12-2-647-15,5 0-862 0</inkml:trace>
  <inkml:trace contextRef="#ctx0" brushRef="#br0" timeOffset="82800.38">31951 16903 3700 0,'-3'-19'-8'0,"-3"4"64"0,3 2 41 0,-1 4 32 15,2 2 27-15,0 0 19 0,2 7 6 16,-9-13 0-16,3 9-11 0,-2 0-15 0,8 4-3 16,-16-4-11-16,2 4 13 15,1 0 0-15,13 0 1 0,-29 0-1 0,12 0-15 16,-2 0-17-16,-4 0-13 0,-2 0-11 16,-2 3-7-16,6-2-5 0,3-1 6 15,2 0-1-15,3 0 7 0,-1 0 2 0,14 0-4 16,-20 2 1-16,20-2-13 0,-14 2-8 15,14-2-7-15,-13 3-12 0,7 1-7 0,3 2 4 16,-6 6 9-16,4 3 9 0,-4 5 9 16,-5 9 4-16,-1 0 8 0,-1 2 6 15,3 1 6-15,-1 1-23 0,3-4-82 16,4-5 0-16,3-1 0 0,1-6 0 16,1 3 0-16,2-3 0 0,0-1 0 0,2-1 0 15,1-1 0-15,1-2 0 0,2-5 0 16,3 6 0-16,-1-6 0 0,1 0 0 0,2-2 0 15,3 0 0-15,-1-1 0 0,1-3 0 16,-1 1 0-16,-2 0 0 0,-11-2-88 0,21 2-445 16,-10-1-74-16,-2 1-103 0,-9-2-178 15,16 0 76-15,-16 0-737 0,18-2-991 16</inkml:trace>
  <inkml:trace contextRef="#ctx0" brushRef="#br0" timeOffset="82997.38">31578 17131 4647 0,'-11'-6'155'0,"2"1"47"0,-1 3 47 16,4-2 56-16,6 4 31 0,-9-6 0 15,9 6-21-15,0 0-30 0,0 0-28 0,0 0-26 16,0 0-43-16,0 0-47 0,40 3-65 16,-40-3-71-16,25 1-89 0,-10 1-98 15,0-2-91-15,0 2-92 0,3 2-90 0,-4-4-94 16,2 0-137-16,2 0-82 0,-5 0 60 15,-13 0-536-15,32-2-706 0</inkml:trace>
  <inkml:trace contextRef="#ctx0" brushRef="#br0" timeOffset="83446.36">32328 16752 3397 0,'7'-12'47'0,"-3"2"68"0,-2 3 48 16,-1 2 44-16,-1 5 56 0,0 0 48 0,0 0 27 15,0 0 13-15,-12 31-7 0,2-11-10 16,-2 11-21-16,-1 2-21 0,-1 3-20 16,2 0-23-16,-6 8-24 0,5-9-21 15,-5 7-23-15,7-9-16 0,-1-1-7 0,-1-3-27 16,4-4-13-16,2-6-105 0,-1-2-13 16,0-3 0-16,4-4 0 0,-1 0 0 15,1-3 0-15,1 0 0 0,1 0 0 0,2-7 0 16,0 0 0-16,0 0 0 0,0 0 0 15,0 0 0-15,0 0 0 0,0 0 0 16,9-26-53-16,-7 11-8 0,1-1 8 0,3-5 0 16,-6 3 5-16,0-2 11 0,0 0 16 15,-6 5 3-15,-1-5 11 0,-5 5 4 0,-1 7 12 16,-4 2 16-16,2 6 22 0,-5 0 19 16,-2 8 11-16,3 0 12 0,-8 7-48 15,2 5-41-15,2-1 0 0,5 0 0 16,4 3 0-16,4-5 0 0,3 0 0 15,1-3 0-15,3 3 0 0,3-5 0 0,0 0 0 16,2 0 0-16,3-2 0 0,1-2 0 16,3 1 0-16,-1-2 0 0,2-2 0 0,2-2 0 15,4-3 0-15,-1 2-266 0,4-4-204 16,6-2-61-16,8-5-67 0,3-2-87 0,0-2-97 16,10-4 27-16,-10 1-641 0,5-3-848 15</inkml:trace>
  <inkml:trace contextRef="#ctx0" brushRef="#br0" timeOffset="83929.03">32459 17108 3566 0,'4'-2'-94'0,"-4"2"83"0,0 0 85 16,0 0 80-16,0 0 62 0,0 0 55 16,-36 17 27-16,23-9 25 0,-1 4-18 15,-1-1 3-15,1 4-15 0,1-1-14 16,6-2-11-16,-3 0-26 0,2 0-20 0,1-2-19 16,-1-2-24-16,5 3-18 0,-2-3-27 15,3 1-26-15,0-2-33 0,2-7-32 0,2 10-32 16,-2-10-36-16,7 8-37 0,-7-8-26 15,7 2-22-15,-7-2-12 0,0 0-3 16,19-2 5-16,-19 2 12 0,12-6 15 0,-5-1 16 16,0 0 21-16,-1 0 11 0,0 0 16 15,0 2 15-15,-1 0 8 0,-5 5 13 0,8-10 6 16,-8 10 21-16,2-6 20 16,-2 6 22-16,0 0 20 0,0 0 16 0,0 0 10 15,-33 25 12-15,19-12 7 0,-8 9 13 16,1 1 11-16,-1 2 7 0,1 2 10 15,-2-5-1-15,4 2-181 0,0 0 0 0,1-4 0 16,3-1 0-16,2-3 0 0,1-5 0 16,3 1 0-16,-1-1 0 0,-1-1 0 0,0 0 0 15,1-1 0-15,0-1 0 0,-2 1 0 16,0-2 0-16,-1 0 0 0,-1-1 0 16,-3-2 0-16,1 1 0 0,7-2 0 0,-7 1 0 15,5-1 0-15,0-1 0 16,11-2 0-16,-17 4 0 0,17-4 0 0,0 0 0 15,0 0 0-15,-17-9 0 0,12 2 0 16,5 7 0-16,0-12-265 0,5 3-146 0,-3 1-40 16,4-1-38-16,1-3-37 0,2 0-58 15,5-1-109-15,1 1-39 0,8-5 61 16,2 1-475-16,3-1-613 0</inkml:trace>
  <inkml:trace contextRef="#ctx0" brushRef="#br0" timeOffset="84315.21">32562 17251 2937 0,'0'0'-10'0,"0"0"68"0,0 0 56 16,0 0 49-16,0 0 43 15,0 0 33-15,-26 17 25 0,26-17 6 0,-8 9-6 16,8-9-13-16,-8 7-11 0,8-7-15 16,0 0-26-16,-4 8-14 0,4-8-16 15,0 0-23-15,0 0-13 0,0 0-12 0,0 0-29 16,0 0-16-16,32-2-15 0,-32 2-12 15,20-12-13-15,-13 6-10 0,4-5-3 0,1 1-1 16,-2 0 2-16,2-1 5 0,-3 1 6 16,-4 2 19-16,3-1-6 15,-5 1 8-15,-3 8 21 0,-1-7 3 0,1 7 15 0,-15-2 21 16,15 2 16-16,-27 9 13 0,14 1 11 16,-1 2 3-16,3 3 4 0,1 1 2 15,3 1-67-15,1-2-98 0,2 0 0 16,4-1 0-16,0 0 0 0,0-1 0 15,4-4 0-15,2 2 0 0,-3-2 0 0,3-5 0 16,0 4 0-16,0-4 0 0,-2 2 0 16,1-2 0-16,-5-4 0 0,6 9 0 0,-5-5 0 15,-1-4-512-15,0 8-224 0,0-8-215 16,-11 11 96-16,8-7 85 0,-6 6-715 16,-4 0-933-16</inkml:trace>
  <inkml:trace contextRef="#ctx0" brushRef="#br0" timeOffset="85563.26">28181 17687 3754 0,'10'-4'-172'0,"-3"-2"44"0,-1 3 59 0,-6 3 58 16,14-9 66-16,-14 9 84 0,5-5 50 0,-5 5 32 16,2-8 21-16,-2 8 6 15,0 0-12-15,-2-10-12 0,2 10-14 0,0 0 4 16,-23 0-1-16,4 8-6 0,-10 7-3 15,-2 7-9-15,-5 3-12 0,2 6-13 16,9-5-11-16,7 3-11 0,0 2-20 0,9 1-9 16,3-6-12-16,6-4-8 0,6 0-12 15,0 1-5-15,6 2-10 0,6-2-10 0,-3-5-13 16,0-6-17-16,5-3-28 0,-2-1-47 16,5-3-45-16,-1-4-35 0,5-2-55 15,10-8-63-15,-1-3-70 0,12-5-47 16,-6-5-27-16,1 1-9 0,0-7 24 15,-7 2 34-15,0-3 43 0,-7 5 47 0,-4 0 57 16,-2 4 56-16,-3 1 62 0,-4 6 55 16,-7 1 54-16,-4 3 35 0,2 4 28 15,-3 2 33-15,-4 3 29 0,0 0 26 0,0 0 9 16,-18 20 1-16,5-4-1 0,-6 13-6 16,-6 8-6-16,2 4-2 0,-1 3-17 0,2-2-21 15,1 3 5-15,1 1-13 0,0 0-20 16,5 0-9-16,0-3-4 0,1-7-35 15,3-1-30-15,0-4-35 0,-1-4-64 16,6-3-67-16,3-10-83 0,-5 1-56 16,7-5-45-16,-3 1-51 0,-3-4-47 0,4-6-61 15,3-1-61-15,0 0-87 0,0 0-4 16,-21-10-340-16,18-2-440 0</inkml:trace>
  <inkml:trace contextRef="#ctx0" brushRef="#br0" timeOffset="85729.44">28304 17945 2505 0,'11'-44'12'0,"0"13"59"0,-4 7 53 0,-2 4 39 15,-4 6 42-15,1 1 27 0,2 5 6 16,-2 1-13-16,-2 7-4 0,0 0 3 16,0 0-5-16,0 0-19 0,13 2-22 15,-13-2-15-15,7 13-20 0,0-2-12 16,-4-1-28-16,5 4-46 0,-3-4-60 0,1 1-74 16,-2 0-96-16,4 0-79 0,1-1-90 15,-2-1-131-15,2-4-223 0,0-2 71 16,0 2-318-16,3-3-423 0</inkml:trace>
  <inkml:trace contextRef="#ctx0" brushRef="#br0" timeOffset="86162.89">29032 17749 2481 0,'0'0'-43'0,"-2"-14"7"0,6 9 4 16,-4 5-2-16,3-10 10 0,-3 10 7 0,4-6-1 16,-4 6 3-16,0 0 1 0,7-8 2 15,-7 8 8-15,6-6 8 0,-6 6 12 16,0 0 20-16,7-5 13 0,-7 5 13 0,0 0 5 16,6-8 28-16,-6 8-2 0,6-6 10 15,-6 6 14-15,0 0 18 0,4-7 9 16,-4 7 7-16,0 0 8 0,0-9-3 0,0 9-4 15,0 0-2-15,-4-13-6 16,4 13-16-16,-12-8-6 0,5 4-11 0,-3 2-6 0,10 2-1 16,-23-2-9-16,8 2-9 15,0 2-4-15,-7 5-4 0,-6 6-10 0,4 2-5 16,1 6-3-16,0 1-5 0,6-1-8 16,1 4-2-16,9-3-7 0,1-3-4 15,5 0-3-15,-2-2-4 0,7 0-1 0,0 0-9 16,2 0-12-16,1-5-18 0,2 1-24 15,5-5-33-15,-1 0-61 0,3-3-46 16,-2-3-47-16,6 2-51 0,-2-4-57 0,0 2-111 16,1-6-204-16,0 2 56 15,6-3-277-15,-4-1-352 0</inkml:trace>
  <inkml:trace contextRef="#ctx0" brushRef="#br0" timeOffset="86430.84">29401 17141 2663 0,'0'-10'143'0,"-3"2"-6"0,3 8 8 0,0 0 61 16,0 0 49-16,-4 29 38 16,-1 8 9-16,-2 15 4 0,-5 8-7 0,0 0-20 15,1 3-14-15,-3 3-16 0,3-1-23 16,0-1-23-16,-1 0-21 0,1 0-12 0,2-3-25 15,2-3-23-15,7-13-26 0,-3-6-61 16,1-2-80-16,0-10-86 0,4-4-80 16,-2-5-94-16,4-3-99 0,-3-2-131 0,3-6-171 15,3-2-9-15,-7-5 83 0,11 2-401 16,-11-2-507-16</inkml:trace>
  <inkml:trace contextRef="#ctx0" brushRef="#br0" timeOffset="86812.64">29538 17769 3157 0,'0'0'152'15,"0"0"7"-15,0 0 22 0,0 0 25 16,0 0 21-16,0 0 2 0,0 0-11 0,0 0-21 16,0 0-19-16,26 9-18 0,-13-13-14 15,3 0-19-15,-1 0-13 0,-1-3-7 16,0 0-16-16,-1 0-14 0,-2-2-19 0,-2-1-14 15,1 2-7-15,-3-2-2 0,-3 2-9 16,0 2-2-16,-4 6-3 0,-2-9-4 16,2 9-3-16,0 0-6 0,-29 4 3 0,13 3-1 15,-9 9 0-15,2 2 8 16,1-1 7-16,4 5 7 0,0 0 4 0,4 4 11 16,3-7 13-16,4 0 2 0,1-4 10 15,3 2 1-15,1-2-1 0,0 2 0 0,2-5-10 16,2-1-7-16,0-3-1 0,0 2-6 15,1-4-7-15,5-1-11 0,-8-5-21 16,15 6-43-16,-5-6-51 0,-10 0-66 0,26-3-84 16,-13-2-93-16,3 1-99 0,-1-3-135 15,1-1-214-15,-4 3 64 0,1 0 80 0,-2 1-377 16,-4-1-485-16</inkml:trace>
  <inkml:trace contextRef="#ctx0" brushRef="#br0" timeOffset="90362.09">26882 8290 723 0,'-22'0'318'16,"3"0"-75"-16,1 1-52 0,-4-1-37 15,1 2-24-15,-4 2-1 0,1 0-8 0,-3-2 1 16,2 1 7-16,0 0 16 0,6-1 7 16,0 2 7-16,2-4 3 0,2 3 3 0,1-1 6 15,5-1-3-15,9-1 6 0,-18 0-1 16,18 0-11-16,-12 0-11 0,12 0-16 0,0 0-13 16,0 0-11-16,0 0-12 0,34-10-10 15,4 6-10-15,21 0-8 0,8-2-8 0,9 4-6 16,8 2-7-16,7 0-3 15,37 2-4-15,-1 2-7 0,11-2-1 0,2 2-7 16,0 0-1-16,-9 0-3 0,-2-4-2 16,-14 3-1-16,-25-3-8 0,-6 2 0 0,-9-2 2 15,-11-2-4-15,-17-1 2 0,-12 3-1 16,-9 0 0-16,-3 0-3 0,-3 0 0 0,-4-2-1 16,2 2-4-16,-5-2 2 0,-4 0 0 15,3 0 0-15,-3 1-2 0,4-2-1 16,-4 3 3-16,-9 0-2 0,14-6 1 0,-3 4-1 15,-4 0-5-15,0-2 2 0,5 1-1 16,0-1 0-16,0 0 2 0,2 0-1 0,8 0-1 16,0-2-2-16,17-1 0 0,4 3-2 15,20-2 1-15,7-1-5 0,9 2-17 16,5 1-9-16,5 1-18 0,25-2-2 0,-1 4 0 16,-22 1 4-16,-1 0 6 0,-4 1 1 15,-4 1 4-15,-8-1 4 0,-10 4 3 16,-12-4 5-16,-12 0 3 0,-8-1 5 0,-9 2 0 15,-3-4 3-15,-4 2 4 0,0 0 5 16,-1-1 15-16,-1 0 4 0,-1-2 9 0,4 0 3 16,-4 0-3-16,-2-1 0 0,3 1 9 15,-3-1-1-15,-1 1-2 0,-2-1 2 16,-1 1-3-16,-7 3-1 0,14-4-6 0,-14 4-5 16,5-3-3-16,-5 3-39 0,0 0-59 0,0 0-85 15,0 0-80-15,0 0-121 16,0 0-168-16,-17-8-69 0,17 8 73 0,0 0-306 15,0 0-329-15</inkml:trace>
  <inkml:trace contextRef="#ctx0" brushRef="#br0" timeOffset="109791.83">26479 17866 2430 0,'-2'-10'349'0,"2"10"-83"0,-4-7-20 16,4 7 10-16,0 0-14 0,-2-8-19 16,2 8-31-16,0 0-21 0,0 0 23 0,0 0 11 15,0 0-3-15,-11 29-12 0,5-13-15 16,2 0-8-16,0 5-25 0,1 0-12 15,1-5-12-15,2 3-11 0,0-3-14 16,2-1-8-16,0-2-5 0,-1-1-14 0,1 2-2 16,2-4-4-16,-2 0-11 0,4-1-7 15,-2-3 0-15,0 1-2 0,-1-1-6 16,-3-6-3-16,10 6 1 0,-10-6-3 0,12 2-6 16,-12-2 3-16,0 0-10 0,16 2 1 15,-16-2-4-15,10 1 1 0,-10-1-5 16,13 0 1-16,-13 0 2 0,13 2-2 0,-13-2-3 15,20 2-3-15,-9-2 6 0,-11 0-5 16,27 1-2-16,-14-1 6 0,0-1-5 16,1-1 0-16,1-1 8 0,-1 1-1 0,1-3 2 15,-1 0 1-15,-2-2-1 0,1 0-3 16,-1 0 1-16,-2-1 1 0,-1-4-2 16,1-7 3-16,-4 7-8 0,1-5 1 15,-2-2 1-15,2-3 2 0,-1 1-11 0,-1 0-1 16,-1 5 7-16,-1 1-20 0,-1 3-27 15,2 2-38-15,-2 3-41 0,1-1-43 0,-3 8-48 16,2-9-39-16,-2 9-49 0,0 0-53 16,0 0-67-16,0 0-102 0,0 0-194 15,0 0 46-15,0 0-422 0,5 34-564 0</inkml:trace>
  <inkml:trace contextRef="#ctx0" brushRef="#br0" timeOffset="111110.19">26943 18006 3208 0,'0'0'24'0,"0"0"24"16,9-5 37-16,-9 5 45 0,5-6 34 15,-5 6 13-15,11-4-10 0,-11 4-6 0,12-4-12 16,-12 4-12-16,17-6-9 0,-9 6-14 16,2-4-8-16,-10 4-12 0,14-6-10 0,-3 2-6 15,-4 3-7-15,-7 1-5 0,16-6-8 16,-9 2-2-16,-7 4-9 0,9-8-1 15,-1 4-4-15,-5-2-3 0,-3 6-8 0,5-11-1 16,-5 3 0-16,0 8-8 0,0-10-1 16,0 10-2-16,0 0-4 0,-12-3-4 15,12 3 1-15,0 0-2 0,-31 19-2 16,20-8 4-16,-2 1 1 0,1 2-4 0,1 1 5 16,5-1 2-16,0 1 1 0,3-1 1 15,1-1 2-15,2 1 8 0,2-4 3 16,0 0 5-16,3 1 4 0,3-5-1 0,-2 1 4 15,3-1-4-15,0-5-6 0,-9-1-2 16,25 0 2-16,-9-3-8 0,1-1 2 16,-2-3-8-16,2-3-1 0,1-2 3 0,-6-1-2 15,6-1-5-15,-7-1 1 0,3-1 0 16,-7 1-2-16,4-1-1 0,-4 3-3 0,-1 3-3 16,-3 0-3-16,1 3-9 15,-4 7 1-15,2-4 6 0,-2 4-4 0,0 0 1 16,0 0 2-16,0 0-3 0,-11 27 6 15,7-17-2-15,2 1 3 0,-1 2 0 16,3-1-7-16,-2-2 5 0,2 1-2 0,2-1 0 16,1-2 3-16,-1 0 2 0,2 0 1 15,-4-8 1-15,5 10 0 0,1-8 4 0,-6-2-5 16,9 3 2-16,-9-3-4 0,0 0 0 16,23-8 1-16,-17 5 1 0,-6 3-3 15,13-12 5-15,-5 10-4 0,-8 2 1 0,9-7 0 16,-9 7-11-16,0 0 6 15,0 0 1-15,0 0 6 0,10 15 6 0,-10 0 10 16,0 5 6-16,-2 7 16 0,-2 12 23 16,0 3 6-16,0 2 7 0,1 13 2 15,-1-4-4-15,0-7 5 0,1-2-8 0,-1-2 2 16,-3-3-6-16,4-6-10 0,-3 0-3 16,3-8-17-16,-3-6 5 0,0-3 1 0,0 1-5 15,-1-5-8-15,-3 0-3 0,3-1 1 16,-3-5-10-16,1-1-13 0,-1-2-5 15,-4 1-13-15,7-1-12 0,7-3-5 0,-21-2-10 16,21 2 0-16,-20-5-1 16,9 0-17-16,6 0-4 0,-1-3-6 0,4-3-10 0,2-1-12 15,6-5-10-15,1-12-13 16,7-2-15-16,6-10-9 0,7-2-18 0,4-5-16 16,3-4 1-16,14-16-20 0,0 0-27 15,1-10-22-15,-1-1 0 0,1-9 10 16,-1-2 21-16,-5-1 20 0,0-1 21 0,-11 0 13 15,-3 9 19-15,-12 23 29 0,-4 10 35 16,-5 13 30-16,-6 11 8 0,-2 6 4 0,-6 8 10 16,-1 7 16-16,-3 4 23 15,10 1 14-15,-44 21 17 0,14 10 9 16,-3 3-1-16,7 2 3 0,1 6 7 0,3 5 7 16,6-2 2-16,5-9-7 0,2 3-4 15,4 0-9-15,3-1 0 0,0-2-9 0,4-7-5 16,0-3-5-16,1-4-9 0,3 0 1 15,1-2 0-15,2-2-6 0,0-5-13 16,-2-3-21-16,5-2-23 0,-1-4-32 0,1-6-19 16,-12 2-32-16,29-13-18 0,-7-5-9 15,0-7-5-15,-3-2 7 0,-1-14 0 0,2-3 12 16,-5-6 10-16,-2-3 15 16,0-3 10-16,-5-5 14 0,-2 3 26 0,0 15 28 15,-4 2 44-15,-1 11 18 0,-2 9 11 0,-1 6 4 16,0 7 18-16,-2 6 18 15,4 2 13-15,-10 19 9 0,3 1-4 0,-3 15-4 16,5 5-8-16,-3 4-7 0,4 11-9 16,-2 1-5-16,3 0-10 0,1-10-8 15,2 0-6-15,0-2-7 0,-2 0-10 0,4-7-24 16,-2 0-42-16,2-7-47 0,-2-8-47 16,0-2-47-16,0-5-35 0,2-1-27 0,-2-5-32 15,0-1-20-15,0-8-18 0,0 0-10 16,0 0 34-16,0 0 37 0,0 0 49 15,0 0 46-15,-25-31 49 0,13 16 63 16,-3-11 58-16,2 9 50 0,5 1 48 16,0 3 36-16,3 3 21 0,-1 2 6 0,2 2-17 15,4-3-3-15,0 9 4 0,2-11 2 16,-2 11-10-16,9-9-13 0,-3 8-17 0,2-3-15 16,-8 4-43-16,17-4-96 0,-7 0-115 15,-1 2-149-15,2-3-222 0,0 2-80 16,-2 1 54-16,-9 2-180 0,0 0-208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9T03:59:44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17990 7079 3671 0,'-24'6'75'0,"3"-5"-44"16,5 1 53-16,0-2 45 0,3 0 20 0,3 0 7 0,10 0-14 0,-15 0-16 16,15 0-21-16,0 0-7 0,-7-3-14 15,7 3-5-15,22-8-4 0,18-3-8 16,20-3-5-16,12 0-4 0,28-4-7 15,17-5-8-15,10 1-2 0,15-3-6 0,10 2-3 16,10-1-5-16,49-11-2 0,4 6-1 16,2-2-4-16,3 6 0 0,-2-2-3 0,-3 1-3 15,-4 2-2-15,-1-3 3 0,-43 10-4 16,51-9-3-16,-49 9 0 0,49-12-2 16,0 2 3-16,-1 0-1 0,2-2-2 0,-2 1 0 15,3 5-3-15,-2-4 5 0,0 4-4 16,-49 6-1-16,3-1 2 0,-7 5-3 15,-6 3 4-15,-11-2-1 0,-16 3-3 0,-16 1-2 16,-35 2 2-16,-9 2-1 0,-22 2 1 16,-7-1 3-16,-13 2 2 0,-5-1-3 15,-4 2 1-15,-6-2 2 0,-4 0 2 0,3 0-3 16,-4 2-1-16,-10 0-2 0,7-4-2 16,-7 4-1-16,0 0 0 0,0 0-3 0,-23-13 2 15,1 10-2-15,-9 0-5 0,-13 1-9 16,-5 0-8-16,-19 0-5 0,-4 4-1 0,-8-2 0 15,-8-2 2-15,-5 4-3 0,-29-2-2 16,-11 2-7-16,-12 2 5 0,-11 0 2 0,-20 2 0 16,-54 5 4-16,-3 3 2 0,1 1 4 15,-7 2 7-15,-3 5-2 0,5 4 0 0,-7-1 3 16,4 1 3-16,-4 1-1 16,4 1 5-16,7-3-1 0,10 0 8 0,51-7 5 15,-41 5 11-15,49-8 12 0,5 1 5 16,10-2 3-16,2-3 6 0,7 0 2 0,13 1 0 15,9-2-3-15,10 0 3 0,33-1 0 16,3-4 1-16,13 0-5 0,14 0-2 0,15-1-3 16,5-1-4-16,4-1-5 0,8 0-1 15,1-1-5-15,5 1-2 0,7-2 2 16,0 0-2-16,0 0-1 0,40 0-2 16,10-3-1-16,27-6 1 0,43-6-1 0,24-6-2 15,15-1-3-15,71-10-2 0,13-1 2 0,20-2-1 16,11 2-3-16,16-1-5 15,21-2 0-15,7-1-11 0,8 1-6 0,7 1 4 16,2 8-1-16,-7 4 0 0,-5 5 7 16,-18 4-2-16,-25 3 0 0,-31 7 2 0,-70 2-1 15,-14 2-7-15,-25 0-15 0,-22 2-16 16,-39-2-18-16,-14 0-12 0,-20 0 12 0,-15-2 6 16,-7-2 2-16,-5 2-5 0,-9 1-27 15,-3-4-44-15,-4-1-41 0,-2 6-44 0,-13-13-54 16,-18 3-67-16,-5-1-92 0,-4 3-138 15,-20 1 15-15,-1 2-288 0,-7 3-327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48:58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27415 2123 1199 0,'0'0'299'0,"0"0"-53"0,0 0-9 15,14 0-17-15,-14 0-6 0,0 0-5 0,0 0-10 16,0 0-17-16,0 0 9 0,0 0 0 16,0 0-8-16,0 0 0 0,0 0-5 15,0 0-9-15,0 0-8 0,0 0-15 0,0 0-5 16,0 0-8-16,0 0-4 0,0 0-2 16,0 0-3-16,0 0-17 0,9-7-8 15,-9 7-3-15,0 0-4 0,-2-10-5 16,2 10 0-16,-4-14-4 0,4 14-2 0,-6-15-4 15,2 9-5-15,-2-5-5 0,-3 3-7 16,4 2-6-16,-5-4-9 0,-2 5-6 16,1 1-8-16,-6 0-3 0,-3 0 0 0,2 6-8 15,-7 0 0-15,-13 6 0 0,-1 5-6 16,1 1 4-16,-3 5-3 0,7-2-3 0,1-1 1 16,7 4 0-16,2 0-4 0,7-6 1 15,6 3-3-15,2 0 4 0,3-3-1 0,3-2-1 16,8 1 9-16,2-1-3 0,6 4 1 15,10 3 0-15,8 2-5 0,-3-3 1 16,7-1 1-16,-1 1-2 0,0-1-2 16,-2 2 4-16,-1-4-3 0,-3 0-2 15,-8-1 11-15,-3-2 6 0,-4 2 10 0,-2-4 16 16,-2 4 34-16,-6-1 34 0,-1-1 14 16,-2 2 9-16,-2-2 13 0,-5 4 9 0,-5 0 0 15,-3-3-4-15,-4 5-4 0,-1-3-20 16,-4 2-136-16,1-7 0 0,4 0 0 15,-4-4 0-15,4-2 0 0,0-2 0 0,1-2 0 16,-4 0 0-16,5 0 0 0,0-2 0 16,-1-2 0-16,4-2 0 0,-2 0 0 15,5 4 0-15,-1-4 0 0,3 1 0 16,-1 0 0-16,0 2 0 0,5-5 0 0,-3 3 0 16,7 2 0-16,1 3-319 0,-4-10-161 15,4 10-103-15,5-11-137 0,5 5-151 16,2 2 75-16,2-3-708 0,4 5-950 0</inkml:trace>
  <inkml:trace contextRef="#ctx0" brushRef="#br0" timeOffset="698.92">28158 2285 3718 0,'0'0'-207'0,"10"-1"59"0,-10 1 59 0,0 0 53 15,11-6 56-15,-11 6 39 0,0 0 34 16,0 0 35-16,10-2 21 0,-10 2 25 15,0 0 11-15,0 0 7 0,0 0 1 0,11-5-1 16,-11 5-1-16,0 0-8 0,0 0-1 16,7-3-2-16,-7 3-13 0,8-5-5 15,-8 5-7-15,4-4 5 0,-4 4-14 16,4-12-5-16,-2 6-10 0,0-3-6 0,0-1-20 16,-2 1 2-16,1-3-14 0,-2-1-12 15,-1 1-3-15,0-2-8 0,-4 0-11 16,2-1-5-16,-2 3-8 0,-1 0-1 0,-1 0-18 15,-4 4-6-15,-1 2 4 0,-2 0-6 16,-6 4 2-16,0 4-1 0,-6-2-19 0,-9 10 7 16,2 0 6-16,2 5-6 15,0 1 1-15,1 3-1 0,2 1 2 0,4 1 1 16,2-3-4-16,9 2-5 0,3-4 2 16,8-2 8-16,1 1-3 0,6 2 1 15,4 2-3-15,7 5-1 0,8 5 2 0,9 3-2 16,4-3-2-16,4 2 10 0,0-2-11 15,0 0 4-15,0-1 3 0,-11-7-5 0,-3 0 4 16,-3-3 8-16,-8-5 1 0,-1-3 17 16,-5 0 13-16,-1-1 31 0,0-1 28 15,-6 0 21-15,-2-4 22 0,0-4-150 0,-6 13 0 16,0-6 0-16,-2-2 0 0,-3-1 0 16,-1 1 0-16,-4-2 0 0,-6 1 0 0,4-4 0 15,-3 0 0-15,-2 0 0 16,1-2 0-16,4-2 0 0,-1 1 0 0,0 0 0 15,0-1 0-15,1 2 0 0,5-1 0 16,-1 0 0-16,3 1 0 0,2 0 0 0,2-1 0 16,7 3-458-16,-11-4-126 0,11 4-148 15,0 0-177-15,12-10 78 0,3 2-760 16,8 6-1031-16</inkml:trace>
  <inkml:trace contextRef="#ctx0" brushRef="#br0" timeOffset="1251.74">28983 2230 4159 0,'2'-8'-134'0,"-2"-1"48"0,0 9 37 15,0-15 33-15,0 8 22 0,0 7 8 16,2-10 13-16,-2 10 12 0,0-11-12 15,0 11-2-15,0-8 13 0,0 8 5 0,0-9 0 16,0 9 8-16,-2-10 13 0,2 10 4 16,-5-12 5-16,1 5 9 0,-3 1 1 15,2-3-1-15,-4 4-1 0,0-1-5 16,-4 2-8-16,-1-1-6 0,-4 3-6 16,-3 0-3-16,1 4-5 0,-9 0-3 0,-7 4-7 15,-3 3-2-15,3 6-5 0,4-1 3 16,3 1-6-16,4 1-7 0,9 1 1 0,3-2 0 15,2 2-2-15,10 0-1 0,2-3 3 16,7 7-3-16,9 4 14 0,6 2 4 16,12 4 3-16,1 1 10 0,3-2 19 0,4-1 10 15,-3 1 1-15,-3-3-2 0,-1-1-7 16,-7-6 1-16,-4-3 13 0,-9-3 25 0,-3-3 24 16,-6-1 23-16,1-2 32 15,-4 1 23-15,-2-1 15 0,-2 2 5 0,-6-4-2 16,-4 3 10-16,-3-1-8 0,-4 0-138 15,-2 2-94-15,-13 1 0 0,-1-3 0 16,-1 2 0-16,-4-3 0 0,0-1 0 0,4 1 0 16,-2-2 0-16,11-3 0 0,2 0 0 15,3 0 0-15,4-2 0 0,2-2 0 0,1 2 0 16,4-2 0-16,-4 0 0 0,6 1 0 16,0-3 0-16,-2-1 0 0,9 5-511 0,0-10-232 15,9 0-197-15,0 1 61 0,6-3 97 16,13-3-693-16,7 1-922 0</inkml:trace>
  <inkml:trace contextRef="#ctx0" brushRef="#br0" timeOffset="1515.63">29425 2085 4126 0,'-4'-10'69'0,"2"2"53"16,2 8 41-16,-1-9 17 0,1 9-5 0,0 0-14 15,0 0 52-15,0 0 41 0,0 0-12 16,-17 40-17-16,7-5-18 0,1 4-6 0,-7 9-15 16,5 3-18-16,-2 1-16 15,-1 1-13-15,5 2-12 0,0-2-17 16,0-10-12-16,4-1-25 0,-3-2-49 0,5-5-50 16,-1-6-77-16,2-7-73 0,-3-3-68 15,3-3-82-15,2-3-66 0,-1-3-71 0,-1-3-110 16,2-3-168-16,0-4 26 0,0 0-529 15,0 0-704-15</inkml:trace>
  <inkml:trace contextRef="#ctx0" brushRef="#br0" timeOffset="1783.5">29398 1982 3444 0,'0'-19'43'0,"3"3"84"15,-1 3 36-15,1 3 22 0,-1 1 7 16,6 2 2-16,-1 2-6 0,5 3 6 0,-12 2-3 15,38 5-22-15,-6 6-8 0,1 2-14 16,-1 6-11-16,4 5-13 0,-7-1-5 16,-6 0-7-16,0 0-7 0,-7 0 0 0,-2-1 17 15,-6-5 10-15,-3 2 8 0,-3-4 1 16,-2-1-11-16,-2-2-7 0,-3 1-11 16,-3-1-12-16,-4-2-7 0,-2-3-25 0,-2 0-49 15,-3-3-70-15,0-3-67 0,2 1-64 16,-2-4-76-16,1 2-85 0,4-1-93 15,-4-3-127-15,1 1-198 0,5 1 21 16,-1 0 75-16,2 1-401 0,11 1-538 0</inkml:trace>
  <inkml:trace contextRef="#ctx0" brushRef="#br0" timeOffset="2783.54">20052 2582 2694 0,'-9'-11'-90'16,"4"-1"46"-16,-4 0 34 0,-2 4 35 0,4 3 28 15,-2 1 22-15,-5 1 24 16,14 3 19-16,-45 15 22 0,14 8 21 0,-10 17 22 15,-11 18 15-15,-2 9 12 0,2 4 9 16,7 13 13-16,4 4-7 0,0 3 1 16,10 0-8-16,5-4-5 0,15-15-28 0,5-2-9 15,13 1-14-15,6-8-15 0,10-3-3 16,24 7-17-16,5-11-1 0,12-5-12 0,-8-18-5 16,5-5-13-16,3-6-38 0,1-4-64 15,-8-7-69-15,-12-2-83 0,-7-4-86 16,-9-1-97-16,-12-2-100 0,-5-2-116 0,-9 0-176 15,-3 0 61-15,0 0-472 16,0 0-610-16</inkml:trace>
  <inkml:trace contextRef="#ctx0" brushRef="#br0" timeOffset="4715.96">20705 2988 2878 0,'0'0'-97'16,"0"0"56"-16,0 0 46 0,0 0 41 16,14 4 27-16,-14-4 22 0,0 0 30 0,0 0 18 15,0 0 12-15,0 0 3 0,0 0 3 16,0 0 1-16,0 0-3 0,0 0-4 15,0 0 1-15,0 0-3 0,0 0-4 0,0 0 2 16,0 0-2-16,0 0 6 0,0 0 4 16,0 0-9-16,0 0-7 0,0 0-13 15,0 0-11-15,0 0 1 0,0 0-20 16,0 0-11-16,-11-17-4 0,11 17-10 0,-5-12-5 16,-2 5-8-16,1-1-8 0,-1 3-8 15,2-1-5-15,-2-1 0 0,1 2 0 0,-1-1-18 16,-4 4-7-16,0-2-1 0,11 4-2 15,-26 0 0-15,8 4 6 0,-2 2-10 0,-11 5 1 16,1 1-1-16,-1 5-2 0,3-3-1 16,-3 6-3-16,6 1 1 0,0 1-1 15,4-2 7-15,4 2-9 0,3-3 0 16,5-3 3-16,6-1-4 0,1 0 2 16,2 0 4-16,3 0 6 0,8 2 0 0,9 6 5 15,3 1 1-15,8-2 2 0,6 2-4 16,1-2-2-16,1 2-2 0,-7-7 0 0,1 0-2 15,-5 0 4-15,-4-3 4 0,-2 1 2 16,-7-4 23-16,-5-3 36 0,-1 5 40 0,-1-3 27 16,-2 0 24-16,-4 0 13 0,-2-1 3 15,-2-1-10-15,-7 2-71 0,4 1-105 16,-4-3 0-16,-2 2 0 0,-5 0 0 0,-4-2 0 16,4-1 0-16,-6-3 0 0,1 2 0 15,3-6 0-15,-3 2 0 0,-3-2 0 16,8-2 0-16,-4 0 0 0,2 2 0 15,2-1 0-15,3-2 0 0,1 3 0 0,12 0 0 16,-14-1 0-16,3 0 0 0,11 1 0 16,-13-2 0-16,13 2-92 0,0 0-426 0,-3-3-124 15,3 3-134-15,0 0-96 0,23-14 85 16,-8 9-745-16,8-2-976 0</inkml:trace>
  <inkml:trace contextRef="#ctx0" brushRef="#br0" timeOffset="5297.74">21334 3030 3917 0,'0'0'-144'0,"-4"-11"60"15,4 11 45-15,-2-7 32 0,2 7 25 0,0 0 12 16,-1-10 4-16,1 10-2 0,-3-8-7 16,3 8-3-16,0 0 2 0,-2-7 2 0,2 7-9 15,0 0-3-15,0 0 7 0,0-10-13 16,0 10 1-16,0 0 5 0,0 0-2 16,0 0 11-16,0-11 19 0,0 11 12 0,0 0 12 15,0 0 18-15,0 0 13 16,0 0-2-16,0 0-7 0,0 0-8 0,0 0 23 15,0 0 17-15,0 0 21 0,0 0 4 16,2 43-9-16,1-19 5 0,-2 14 9 0,-1 1 4 16,0 2 2-16,0-1 4 0,-1 0-9 15,1 1-8-15,-5-4-5 0,1-3-10 16,2-5-15-16,0-6 0 0,1-1-20 0,-1-3-9 16,0-2-4-16,0-3-15 0,0-2-5 15,2 0-28-15,-2-3-38 0,2-3-28 0,0-6-57 16,-1 12-56-16,1-12-64 15,-4 3-63-15,4-3-67 0,0 0-65 0,0 0-80 16,0 0-114-16,-5-25-113 0,5 13 56 16,5-5-438-16,-1 0-564 0</inkml:trace>
  <inkml:trace contextRef="#ctx0" brushRef="#br0" timeOffset="5647.68">21303 2972 2957 0,'-5'-12'5'0,"-2"4"53"0,4 2 37 15,1 3 25-15,2 3 21 0,-6-9 4 16,6 9-7-16,0 0-10 0,0 0 25 16,0 0 17-16,18-4 4 0,-18 4-3 0,30 13-10 15,-1-2-5-15,3 7-10 16,6 2 3-16,4 7-21 0,-2 2-11 0,0 4-3 0,-4 2-9 16,0 2-11-16,-5 1-10 15,-5-2-1-15,-8-4 11 0,-5 1 38 0,-8-2 41 16,-1-4 14-16,-4-1 24 0,-5 7 9 15,-5-3 5-15,-2-1-7 0,-4-1-9 16,-5-1-8-16,-2-4-13 0,-2-3-14 0,-1-1-20 16,-1-2-141-16,-4-1-13 0,5-4 0 15,1-4 0-15,2-3 0 0,4-1 0 0,0-2 0 16,0-4 0-16,0-2 0 16,1 2 0-16,0-6 0 0,2 1 0 0,3-1 0 0,2 2-286 15,-1-4-66-15,5 5-76 16,-1-3-80-16,2 3-97 0,2-2-126 0,2 1-60 15,2 6 87-15,6-12-584 0,0 6-746 16</inkml:trace>
  <inkml:trace contextRef="#ctx0" brushRef="#br0" timeOffset="6414.82">22491 3100 3227 0,'0'0'-93'0,"9"-4"70"0,-9 4 44 16,0 0 42-16,7-5 42 0,-7 5 26 16,9-4 23-16,-9 4 6 0,0 0 12 15,11-9 4-15,-8 5-3 0,-3 4-1 0,12-7-3 16,-6 2 7-16,-6 5-10 0,9-7-8 15,-3 2 0-15,-3 0-6 0,-3 5 6 16,10-8 1-16,-6 2-3 0,-4 6-5 0,4-12-6 16,0 7-9-16,-4-3-8 0,1-1-16 15,-2 0-12-15,-1-2-9 0,0 0-7 0,-4-1-13 16,3 1-9-16,-6-3-9 16,0 2-5-16,-4-3-6 0,-1 9-1 0,-2-2-13 0,-7 0-5 15,-1 4-3-15,-2 3-5 0,-5 2 6 16,-9 7-10-16,4 0-3 0,-1 2 1 15,0 5 1-15,4-1-1 0,6 1-1 16,1 3 3-16,7-5 1 0,5 2-5 16,5 2 4-16,2 2 3 0,5-2-10 0,6 4 10 15,7 8-3-15,4 0 19 0,12 6-10 16,5 0-4-16,5 0-1 0,2-4 2 0,4 3-2 16,-4-4-1-16,-1 1 7 0,-4-5 8 15,-9-4-11-15,-1-1 29 0,-10-3 25 0,0-4 25 16,-6 1 25-16,-3-1 18 0,-1-1-22 15,-6-1-118-15,-2-1 0 0,1 3 0 16,-7-1 0-16,-2-2 0 0,-1 1 0 16,-4 1 0-16,-2-4 0 0,0 0 0 0,-2-2 0 15,2-3 0-15,2-1 0 0,-2-1 0 16,4-2 0-16,-2-2 0 0,-3-2 0 16,5-4 0-16,0 1 0 0,-3-3 0 0,6 3 0 15,0-2 0-15,0 1 0 0,3 1 0 16,0 2 0-16,2 0 0 0,6 0 0 0,1 5-305 15,-2-12-374-15,5 3-132 0,6 2-97 16,2-1 106-16,4-3-792 0,13-2-1034 0</inkml:trace>
  <inkml:trace contextRef="#ctx0" brushRef="#br0" timeOffset="6684.13">22975 3014 4420 0,'3'-22'12'0,"-1"5"64"0,-2 5 68 0,4-1 49 16,-4 7 34-16,0-3 6 0,0 9-23 16,2-8-17-16,-2 8 28 0,0 0 26 15,0 0 10-15,7 29-9 0,-4-4-10 0,-3 17-24 16,2 1-20-16,0 4-18 0,-4-1-18 16,2 3-13-16,0 7-14 0,0-11-12 15,-5-2-12-15,3-2-79 0,2-4-28 16,-2-8 0-16,2-4 0 0,-1-4 0 0,-1-5 0 15,2-2 0-15,-2-1-102 0,0-2-123 16,2-2-70-16,-4-2-85 0,4-4-91 0,0-3-90 16,0 0-95-16,0 0-153 0,0 0 71 15,0 0-607-15,-7-27-800 0</inkml:trace>
  <inkml:trace contextRef="#ctx0" brushRef="#br0" timeOffset="6981.62">23000 2859 3907 0,'-2'-20'13'0,"2"3"63"16,0 3 33-16,3 2 43 16,1 0 17-16,5 2 13 0,3 5 7 0,1 2 4 15,7 1 7-15,-2 2 6 0,5 5-5 16,11 8 6-16,1 1-21 0,-7 5-11 16,5 2-4-16,-7-1 0 0,-2 4-1 0,-3-2 5 15,-5 1 9-15,-2-4 6 0,-4-3-1 16,-7-1 0-16,1-1-6 0,-2-1-4 0,-4-1-8 15,-2 0-117-15,-1 0-54 0,-5 0 0 16,0-2 0-16,-3 1 0 0,-1-4 0 0,2-1 0 16,-6-1 0-16,1-1 0 15,-2-1 0-15,-1-4 0 0,2-1 0 0,-1-2-205 16,2-1-186-16,-1 2-94 0,6-2-97 16,-2 0-109-16,4 0-158 0,-1 1 82 0,5-3-669 15,6 7-885-15</inkml:trace>
  <inkml:trace contextRef="#ctx0" brushRef="#br0" timeOffset="7380.63">23653 2397 3863 0,'-6'-26'68'0,"3"6"48"0,-1 3 38 15,0 6 44-15,-1 1 30 0,5-2 18 16,-1 3 3-16,-1 2-32 0,2 7-18 15,6-7 13-15,-6 7 19 0,38 16 23 16,0 9 8-16,6 16 6 0,11 18-12 0,-3 15-19 16,-6 9-11-16,-5 9 1 0,-5 9-5 15,-3 8 1-15,-8 1-188 0,-8-3-35 0,-6-2 0 16,-9 1 0-16,-6-9 0 0,-3-17 0 16,-7-9 0-16,-1-1 0 0,-2-5 0 15,-6-6 0-15,1-7 0 0,-1-3 0 0,-1-9 0 16,5-11 0-16,2-4 0 0,6-4 0 15,1-5 0-15,3-4 0 0,1-4 0 0,3 1 0 16,-6-5 0-16,6 2 0 16,3-6 0-16,0 0 0 0,-12 6 0 0,12-6 0 15,0 0 0-15,0 0 0 0,0 0 0 16,-17-12 0-16,11 9 0 0,4-2 0 0,-3 0 0 16,-1-2 0-16,1 2-539 0,-3-2-419 15,-4 0 27-15,1 0 97 0,-6 2-842 0,-4-2-1113 16</inkml:trace>
  <inkml:trace contextRef="#ctx0" brushRef="#br0" timeOffset="7764.58">21060 4187 4479 0,'-29'4'-101'0,"-2"0"24"0,6-4 18 16,-5 0 46-16,-1 0 63 0,5 0 62 0,4 0 52 16,4 0 27-16,0 0 7 0,5 2-8 15,13-2-12-15,-17-2-18 0,17 2-16 0,-6-4-10 16,6 4-17-16,42-21-7 0,13 5-14 16,41-6-5-16,18-4 3 0,22 1-29 15,20-2-10-15,63-2 4 0,16 3-7 0,0 1-8 16,9 6-5-16,-6-1-1 15,-12 3 2-15,-55 6-9 0,-9 3 10 0,-11 0-2 16,-18 2 8-16,-18-1 5 0,-36 4-3 16,-13-1 5-16,-21-1 17 0,-7 3 25 0,-10-2 16 15,-6 2 2-15,-7 0-15 0,-5 1-14 16,-7-1-8-16,-3 2-14 0,0 0-42 0,0 0-69 16,0 0-79-16,0 0-91 0,0 0-108 15,-41 3-123-15,23 1-128 0,-1 4-197 0,0 1-6 16,-8 3 87-16,1 3-569 0,-5 2-721 15</inkml:trace>
  <inkml:trace contextRef="#ctx0" brushRef="#br0" timeOffset="12248.54">21336 2822 1525 0,'0'0'364'0,"-18"0"-138"0,18 0-70 0,-13 0-24 15,13 0 2-15,0 0 5 0,0 0 7 16,0 0-10-16,0 0-10 0,0 0-7 0,0 0-13 15,0 0-4-15,0 0-12 0,0 0 7 16,40-14 0-16,-21 11-7 0,5-1-7 16,-2 1-12-16,-1 0-3 0,-4-1-6 0,0 2-3 15,-3 1-6-15,-5-3-7 16,-9 4 2-16,17-2 3 0,-17 2-2 0,0 0-12 16,0 0 5-16,0 0-3 0,-49 11-2 15,11-4 1-15,-1-2 4 0,1 2 3 0,0-2 11 16,12 0 18-16,4-2 12 0,4-1 15 15,0 1 11-15,5-1 6 0,1 0 5 16,12-2 3-16,-14 4 1 0,14-4-9 0,0 0-17 16,0 0-12-16,0 0-9 0,0 0-7 15,0 0-9-15,18-23-5 0,-2 16-5 16,2-1-9-16,4-1-4 0,-3 4-5 16,-4 0-1-16,0 1-2 0,-4 1-1 0,2 0-3 15,-13 3-3-15,12-5 5 0,-12 5 11 16,6-4 3-16,-6 4-9 0,0 0 3 15,0 0-4-15,0 0-7 0,-40 2 4 0,40-2-4 16,-28 2-3-16,14-1-3 0,1 1 3 16,0 0-8-16,13-2-5 0,-20 3 2 0,20-3-6 15,-12 2-7-15,12-2-2 0,-11 1-22 16,11-1-13-16,0 0-35 0,0 0-45 16,-1 9-57-16,1-9-70 0,0 0-86 0,13 5-90 15,-5-1-135-15,-8-4-218 0,15 0 70 16,-15 0-486-16,0 0-654 0</inkml:trace>
  <inkml:trace contextRef="#ctx0" brushRef="#br0" timeOffset="13848.61">25804 2582 3149 0,'11'-9'-62'16,"-2"5"35"-16,-4 0 31 0,-5 4 27 0,4-6 27 16,-4 6 14-16,0 0 24 0,0 0 23 15,0 0 25-15,-61 12 12 0,4 1 7 16,-12 8 15-16,-20 3 7 0,-8 3 10 0,-7-2-2 16,5 0-14-16,2 0-13 0,6-1-14 15,18-7-12-15,6 0-14 0,8-1-17 0,7-1-5 16,9-5-16-16,7 2-10 0,6-1-7 15,5-5-4-15,3 2-8 0,10-4-3 16,-1 0-9-16,1-1-19 0,1-1-19 16,-1 0-32-16,12-2-40 0,-23 0-47 15,23 0-40-15,-19-2-55 0,19 2-59 0,-19-2-62 16,7 0-83-16,3 1-114 0,2-1-153 16,-3 0 57-16,10 2-322 0,-13-6-419 0</inkml:trace>
  <inkml:trace contextRef="#ctx0" brushRef="#br0" timeOffset="14130.78">24596 2658 2711 0,'8'-10'88'0,"-2"6"26"16,-1-1 26-16,-5 5 23 0,4-5 19 16,-4 5 10-16,0 0 42 0,0 0 41 0,0 0 44 15,-15 30 17-15,-4-5 7 0,-4 0 3 16,-10 8-12-16,-3-1-4 0,2-1-16 0,0 1-26 15,4-3-26-15,5-6-24 0,2 0-25 16,5-1-22-16,3-5-18 0,8-5-15 0,-2 0-11 16,8-3-47-16,-3 3-100 0,6-4 0 15,0 1 0-15,4-3 0 0,3 3 0 16,4-2 0-16,5-2 0 0,-3 0 0 0,2 0 0 16,3-3 0-16,-4 0 0 0,5-1-271 15,3 1-234-15,0 0-134 0,2-2-158 16,-1 2-69-16,-2-1 91 0,-3 1-700 15,-2 1-924-15</inkml:trace>
  <inkml:trace contextRef="#ctx0" brushRef="#br0" timeOffset="14512.89">26021 2412 4293 0,'-11'-6'8'0,"-1"-1"33"16,7 3 47-16,5 4 42 0,-9-3 36 16,9 3 9-16,0 0 7 0,0 0-23 0,0 0-13 15,0 0-12-15,0 0-9 0,0 0-1 16,26 27 7-16,-7-7-8 0,2 5-4 15,0 6-20-15,1 6-1 0,-9-2 2 0,-6 0-2 16,-3 2-1-16,-6-1 10 0,-6 1 6 16,-4-4 2-16,-6 1 0 0,-7 2-8 15,-6-2-3-15,1-3-15 0,-4-3-8 16,7-6-10-16,-2-2-12 0,4 0-44 0,7-9-63 16,0 2-72-16,4-5-71 0,0-3-89 15,1 0-98-15,2-3-122 0,-1-2-160 16,-1 0-149-16,-5-7 82 0,-1-1-599 0,-7-8-783 15</inkml:trace>
  <inkml:trace contextRef="#ctx0" brushRef="#br0" timeOffset="14929.81">24581 2009 3849 0,'-2'-19'86'0,"1"5"34"16,1 2 56-16,0 3 55 0,1 0 29 0,-1 2-2 16,0 7-19-16,0-11-19 0,0 11-29 15,0 0-19-15,6-4-9 0,-6 4 4 16,0 0-20-16,27 15-9 0,-13-3-16 15,8 5-4-15,3 0-11 0,2 3-13 16,-4-8-5-16,4 5-8 0,-4-5-4 0,-1-4-13 16,-8-2 2-16,4-1 1 0,-5-1-4 15,4 0-2-15,-4 0 1 0,1-4 1 0,-14 0-4 16,29-6 0-16,-16 0-6 0,1 1-10 16,-3-3-2-16,0 0-8 0,-1-5-2 15,1-1-3-15,-2-1-9 0,2-2-18 0,-2-2-20 16,-2-1-42-16,0 0-49 0,2 2-47 15,-4 3-55-15,1 5-58 0,-4 1-77 0,0 4-72 16,-2 5-72-16,0 0-108 0,0 0-201 16,-15 0 70-16,15 0-530 0,0 0-719 0</inkml:trace>
  <inkml:trace contextRef="#ctx0" brushRef="#br0" timeOffset="15280.07">25442 1869 3205 0,'8'-5'-71'0,"-8"5"50"0,8-4 34 16,-8 4 28-16,0 0 22 0,0 0 12 0,0 0 24 15,0 0 39-15,0 0 27 0,0 0 11 16,4 16 2-16,-4-16-7 0,-2 13-10 16,2-6-14-16,0 2-7 0,0-9-13 0,2 17-10 15,0-9-1-15,-1 1-18 0,3 1-11 16,2 0-4-16,-3-5-7 0,7 4-9 15,-2-4 3-15,-1 1-15 0,2-2-4 16,-9-4-5-16,16 4 4 0,-16-4-10 0,18-2-1 16,-18 2 9-16,14-6 0 0,-6 0 5 15,-3-2-6-15,2-1-5 0,-3-1-5 16,-1-2-7-16,1-1-5 0,-2 0-5 0,0 3-5 16,-2 2-28-16,-2-1-40 0,-2 0-52 15,-1 2-60-15,-6 1-57 0,2 2-76 0,0 1-59 16,0-1-92-16,-1 3-142 15,0-1-86-15,10 2 71 0,-7-3-289 0,7 3-377 16</inkml:trace>
  <inkml:trace contextRef="#ctx0" brushRef="#br0" timeOffset="15780.38">25620 1888 2425 0,'0'0'71'0,"-13"3"37"0,13-3 39 0,-10 4 49 16,10-4 16-16,0 0 17 0,0 0-3 15,0 0-13-15,-12 1-12 0,12-1-4 16,0 0 6-16,0 0-12 0,0 0-17 0,0 0-15 16,0 0-20-16,36 2-12 0,-36-2-10 15,20-2-13-15,-20 2-10 0,18-3-9 16,-6 1-3-16,-2-3-6 0,-1 2-8 16,-4-3-6-16,4-1-4 0,-4-1-5 0,-1-1-5 15,-2-3-4-15,-2 0-4 0,0-3-6 16,-2-3-4-16,-2 5 0 0,1-3-9 15,-3 3-5-15,-2 3-2 0,-2 0-4 0,-1 6-4 16,-3 0 6-16,3 1-8 0,2-1 4 16,9 4-3-16,-17 0-3 0,17 0-1 0,-11-5-5 15,11 5 0-15,0 0 4 0,-12-1 1 16,12 1-1-16,0 0 4 0,0 0-3 16,32-14 1-16,-9 8-2 0,0 1 1 0,2 1 0 15,-5-2-2-15,2 4 0 16,-8-1 0-16,2 3-1 0,-16 0 7 0,23 5 18 15,-14 1 17-15,1 2 7 0,-2 2 15 16,-2 2 9-16,-3 4-8 0,3 0-1 16,-4 1-13-16,-1 5 3 0,1-3-2 0,2 0-10 15,-1-3-6-15,0 7-5 0,-3-4-8 16,2-2-26-16,0-2-34 0,0-1-36 0,0 0-41 16,0-2-49-16,-2-2-66 0,0-2-61 15,2-1-68-15,-2 0-88 0,1-2-120 16,-1-5-160-16,0 0 44 0,4 7-430 15,-4-7-584-15</inkml:trace>
  <inkml:trace contextRef="#ctx0" brushRef="#br0" timeOffset="15947.91">26079 1492 3055 0,'2'-19'32'0,"-1"1"87"16,-1 7 78-16,2 1 46 0,-2 0 26 15,0 5 0-15,4-3-21 0,-4 8-25 0,0-10-30 16,0 10-19-16,0 0-19 0,0 0-16 15,0 0-11-15,0 0-47 0,0 0-69 16,0 0-80-16,0 0-97 0,2 33-92 0,-2-19-99 16,0-2-156-16,-2 5-191 0,-2-5 61 15,2 5-322-15,1 0-442 0</inkml:trace>
  <inkml:trace contextRef="#ctx0" brushRef="#br0" timeOffset="16612.81">26104 1758 2513 0,'2'-12'35'15,"-1"2"57"-15,-1 2 43 0,4 3 31 0,-4 5 27 16,4-9 21-16,-4 9 9 0,0 0 2 15,0 0-7-15,0 0-2 0,0 0-18 16,0 0-29-16,17 17-14 0,-13-4-18 0,0-1-11 16,-2 3-13-16,-1 3-13 0,-1-1-33 15,0 1-38-15,-1-1-48 0,1 1-55 0,-2-1-62 16,2-2-56-16,-2 0-61 0,0-3-73 16,-2 2-116-16,1-4-193 0,1-1 33 15,0-1-298-15,2-1-381 0</inkml:trace>
  <inkml:trace contextRef="#ctx0" brushRef="#br0" timeOffset="17628.96">26481 1744 2331 0,'0'0'28'0,"0"0"46"16,0 0 34-16,6-8 30 0,-6 8 23 16,0 0 30-16,6-10 11 0,-6 10 5 15,9-7-8-15,-4-1-6 0,1 2-12 16,0-2-6-16,0 3-3 0,1-2-7 0,-1 0-8 16,-1 2-2-16,-5 5 2 0,9-10-5 15,-9 10-11-15,5-7-17 0,-5 7-12 16,0 0-8-16,0 0-7 0,0 0-16 0,0 0-3 15,-32 3-9-15,16 4 0 0,-2 3-2 16,-3-1-3-16,-6 5-1 0,2 1-9 0,6-3-1 16,4 0-9-16,2-2 4 0,1-2-6 15,2-1-2-15,1 3-4 16,4-3 1-16,0-2 9 0,0-1 24 0,5-4 14 16,-2 9 8-16,2-9 2 0,0 0-5 15,15 6-3-15,-15-6-10 0,21 2-6 0,-21-2-2 16,26-8 4-16,-13 4 4 0,-2 2 0 15,0-1-9-15,1-1 1 0,-5 2-1 0,-7 2-2 16,15-6-8-16,-15 6-4 0,12-2-9 16,-12 2-10-16,7-2-3 0,-7 2-1 15,0 0-8-15,0 0 0 0,0 0-4 0,0 0-1 16,22 4 2-16,-22-4-10 16,0 0-9-16,9 3 0 0,-9-3 0 0,0 0 0 0,14 3 0 15,-14-3 0-15,0 0 0 16,18-2 0-16,-18 2 0 0,19-4 0 0,-6-2 0 15,-1 0 0-15,1 1 0 0,0-3 0 16,5 0 0-16,-4 0 0 0,0 2 0 16,-2-1 0-16,0 3 0 0,-3-2 0 0,-2 0 0 15,2 4 0-15,-9 2 0 0,12-4 0 16,-12 4 0-16,12-2 0 0,-12 2 0 0,0 0-41 16,0 0-32-16,19 6-25 0,-14-2-30 15,1 0-22-15,2 2-22 0,0-4-18 16,1 3-22-16,3-1-10 0,1-4-11 0,0 1-4 15,3-2 8-15,-2-4 21 16,4-3 17-16,-1-4 17 0,4-9 14 0,-4-7 23 0,5-3 22 16,-2-10 11-16,-1-2 5 15,3-4 21-15,-6-5 19 0,2-2 27 0,-4 0 15 16,0 4 31-16,-4 9 43 0,-3 4 41 16,-3 12 12-16,-1 4 8 0,-1 5-1 15,1 3-15-15,-1 3-16 0,-4 6-4 0,-3 0-2 16,5 4 2-16,0 0 6 0,-22 15 3 15,8-1 5-15,0 11 0 0,-2 6 5 0,1 2-7 16,3 0-2-16,1 2-7 0,2 1-5 16,0 5-11-16,6-4-4 0,1-2-5 15,6 0-31-15,-3-6-36 0,6-6-34 16,0-2-22-16,1-1-15 0,-1-3-1 16,0-4 6-16,-2-1 7 0,-1 0 6 0,-1-3 5 15,-1-1 10-15,2 0 7 0,-2-4 17 16,0 3 19-16,0-2 16 0,-2-5 7 0,1 5 8 15,-1-5 8-15,0 0 5 0,0 0 10 16,0 0 9-16,0 0 9 0,0 0 12 16,0 0-16-16,0 0-4 0,0 0-9 0,0 0-9 15,0 0-17-15,0 0-32 0,0 0-47 16,22-17-47-16,-15 13-62 0,1 0-67 0,0 0-73 16,-8 4-82-16,15-1-94 15,-15 1-117-15,15 3-137 0,-6 3 53 0,5 0-392 16,-1 3-543-16</inkml:trace>
  <inkml:trace contextRef="#ctx0" brushRef="#br0" timeOffset="17896.09">27320 1845 2985 0,'-25'5'23'0,"-4"2"63"0,-14 0 69 16,-18 3 56-16,-11-1 46 0,-7-1 32 15,-26 2 16-15,-7 2 3 0,-6 1-12 0,-8-2-6 16,-12 3 1-16,-9 1-21 15,-3 4-16-15,-4 1-19 0,3-4-23 0,0 5-14 16,16-3-15-16,12 7-22 0,12-4-14 16,16 3-13-16,26-2-17 0,8-4-10 15,11-2-12-15,13-1-10 0,4-1-14 0,6 1-21 16,6-8-29-16,6 2-41 0,2-4-41 16,1 0-48-16,3 0-43 0,3-1-36 0,-2-1-38 15,8-3-45-15,-7 2-51 0,7-2-55 16,0 0-50-16,0 0-68 0,0 0-77 15,15-11-143-15,-9 5 36 0,3-1-417 0,3-2-566 16</inkml:trace>
  <inkml:trace contextRef="#ctx0" brushRef="#br0" timeOffset="23377.59">2221 5132 1383 0,'-2'-8'332'0,"1"0"-50"0,-1 1-39 16,0 1-9-16,2 6-6 0,-2-8-26 15,2 8-37-15,-2-8-36 0,2 8-10 0,0 0 0 16,0 0-5-16,0 0 17 0,8 24 17 16,-1-1 18-16,1 6 2 0,3 0-8 0,2 2-12 15,5-2-1-15,1 0 15 0,12 2-3 16,5-6-4-16,7-4 16 0,7-7-1 15,-3-11-12-15,5-3-9 0,13-9-9 16,-1-3-14-16,4-6-18 0,-4-5-6 16,-3-1-15-16,-5 1 5 0,-5-1-18 0,-7-2-5 15,-4 2-2-15,-10 5-27 0,-7 1-35 16,-4 5-36-16,-3 1-48 0,-4 0-45 0,2 3-52 16,-3-1-78-16,-1 3-87 0,-2 2-101 15,-1 1-108-15,-1 3-153 0,-6 1 40 16,0 0-456-16,0 0-587 0</inkml:trace>
  <inkml:trace contextRef="#ctx0" brushRef="#br0" timeOffset="23677.56">2734 5554 3452 0,'-15'10'214'0,"3"-3"11"0,5 0 4 0,1-4 26 16,6-3 13-16,-7 7 2 0,7-7-13 15,0 0-16-15,0 0 13 0,0 0-3 0,0 0-17 16,67-17-26-16,-15-2-15 0,9-2-22 16,27-8-17-16,3-3-10 0,4 0-17 0,2 1-14 15,-6 2-9-15,-6 0-10 0,-17 7-10 16,-9 3-7-16,-10 2-6 0,-15 5-26 16,-6 6-9-16,-8 0-10 0,-7 1-11 0,-1 2-17 15,-3-2-21-15,-2 3-50 16,-7 2-49-16,7-6-51 0,-7 6-49 0,0 0-80 15,0 0-81-15,2-3-109 0,-2 3-154 16,0 0-134-16,0 0 53 0,0 0-588 0,0 0-773 16</inkml:trace>
  <inkml:trace contextRef="#ctx0" brushRef="#br0" timeOffset="25078.08">25179 3456 3451 0,'0'-14'-31'0,"-4"-3"55"0,2 5 56 16,2-1 54-16,0 1 52 0,-1 2 40 0,1-1 42 16,0 3 36-16,0-1 22 15,0 1-9-15,0 8-24 0,-2-11-23 0,2 11-34 16,0 0-2-16,0 0 5 0,0 0-11 16,-10 22-16-16,9-3-20 0,-3 5-18 15,-3 10-20-15,2 4-12 0,-1 2-12 0,-1 0-15 16,1-1-11-16,0 0-13 15,0 1-9-15,3-3-72 0,-5-4-10 0,5-1 0 0,-1-6-108 16,0-6-103-16,1-3-85 0,2-2-94 16,-1-3-80-16,0 0-85 0,2-7-81 0,0-5-134 15,4 7 37-15,-4-7-635 16,0 0-822-16</inkml:trace>
  <inkml:trace contextRef="#ctx0" brushRef="#br0" timeOffset="25260.32">25202 3707 3500 0,'4'-12'-43'15,"-2"4"73"-15,-1-5 58 0,2 1 35 16,3 0 37-16,-3 0 16 0,5-2 2 0,1-3-3 16,1-2-19-16,1 4-14 0,7-7-14 15,0-2-18-15,2 2-20 0,-1 1-40 0,-4 4-49 16,1 3-49-16,-2 0-57 0,-3 5-68 16,0-1-52-16,-6 3-57 0,3 1-61 0,-7 2-28 15,-1 4-29-15,0 0-61 0,0 0-51 16,0 0-217-16,0 0-222 0</inkml:trace>
  <inkml:trace contextRef="#ctx0" brushRef="#br0" timeOffset="25428.55">25318 3488 1968 0,'-5'4'41'0,"-1"0"37"16,6-4 33-16,-6 6 54 0,6-6 53 15,-6 8 24-15,6-8 15 0,-2 11 9 16,4-2 4-16,2 2-11 0,1-1-8 0,-2 2-24 16,5 2-23-16,-5-2-16 0,5 5-20 15,-3-3-16-15,6 3-17 0,-4-2-34 16,0 0-54-16,2-1-65 0,-2-2-73 0,-1 0-75 15,3 2-76-15,-4-3-74 0,4-3-89 16,-4-1-105-16,3 0-94 0,-5-3 46 0,4 2-271 16,-7-6-316-16</inkml:trace>
  <inkml:trace contextRef="#ctx0" brushRef="#br0" timeOffset="25995.34">25209 3525 2324 0,'0'-11'63'16,"0"2"33"-16,3-2 39 0,1 2 59 16,-4-1 41-16,2 2 32 0,-2 8 17 0,2-12-5 15,-2 12-19-15,1-5-11 0,-1 5 32 16,0 0 26-16,0 0 8 0,-1 42-1 0,-7-3-10 16,-2 14-1-16,-1 5-23 0,-5 1-31 15,3 7-19-15,-2 1-17 0,0 1-16 16,-3 1-19-16,7-4-18 0,0-3-18 0,1-4-13 15,3-5-13-15,1-12-29 0,0-7-87 16,5-5 0-16,-1-10 0 0,-1-3 0 0,-1-2 0 16,4-5 0-16,0-5 0 15,0-4-98-15,7 4-116 0,-7-4-49 0,0 0-65 0,13-20-72 16,-8 3-71-16,7-16-79 16,1-5-92-16,5-8-108 0,-3-4 54 0,0 0-589 15,0 0-745-15</inkml:trace>
  <inkml:trace contextRef="#ctx0" brushRef="#br0" timeOffset="26260.2">25236 3541 3478 0,'4'-21'-38'0,"-1"3"58"0,0 4 69 15,-3-1 54-15,4 5 32 0,0-2 14 16,1 3-2-16,3 3-5 0,2 0-2 0,3 3 5 16,-13 3-7-16,28 5-3 0,-4 2-9 15,-3 4-12-15,5 6-14 0,0 1-2 16,-2 5-1-16,-1-1-10 0,-7 1 1 15,-2-5 17-15,-6-1 16 0,-3-1 16 16,-3-4 8-16,-2 2 13 0,-6 1-7 0,-1-1-15 16,-2-2-17-16,-5 1-15 0,-3-1-14 15,0-1-14-15,-3-1-13 0,2-3-27 0,-3-1-40 16,-3-4-59-16,1 0-73 0,5-4-71 16,-3 0-67-16,-1 2-74 0,6-5-94 0,0 1-97 15,-1 0-115-15,5 0-195 0,1 1 60 16,4 2 75-16,7 1-535 0,-12-4-673 0</inkml:trace>
  <inkml:trace contextRef="#ctx0" brushRef="#br0" timeOffset="26760.28">25500 3851 3607 0,'-10'4'185'15,"10"-4"28"-15,-14 4 30 0,14-4 48 0,-7 4 49 16,7-4 2-16,0 0-18 0,0 0-32 15,0 0-32-15,-9 3-23 0,9-3-23 16,0 0-23-16,0 0-14 0,0 0-23 0,0 0-10 16,0 0-22-16,47-7-7 0,-35 4-14 15,-1-2-13-15,-2 0-11 0,3-2-7 0,-3-2-4 16,-1 1-8-16,-3-6-6 16,2 0-7-16,-5-3-6 0,-2-4-4 0,0-1-7 15,-9-12-3-15,6 1-5 0,-7 1-3 16,3 1 0-16,0 11-15 0,-2 2-2 0,4 5 0 15,-4 2 0-15,1 6 0 0,0 2 0 16,8 3 0-16,-19 1 0 0,19-1-15 0,-15 11-8 16,7-6-8-16,7 0-2 0,1-5 4 15,1 10 5-15,-1-10 2 0,13 9 1 16,5-6 5-16,1-1 0 0,3-2 4 16,7-3 4-16,12 1 0 0,-11-2 3 0,-2 3 2 15,-3-3 14-15,-6 2 6 0,3 1 3 16,-8 1 2-16,2 0-3 0,-1 3 12 15,-1 2 8-15,-1 4 5 0,-2 3 4 0,-1 3-33 16,-1 2-15-16,-2 4 0 0,2 0 0 16,-6 0 0-16,5 1 0 0,-3-1 0 0,-1 3 0 15,0-4 0-15,-2-2 0 0,-1 0 0 16,-1-1 0-16,3-2-192 0,-3-1-68 0,2 0-70 16,0 0-88-16,-2-5-84 0,-2 0-96 15,2 1-99-15,0-10-58 0,2 8 60 16,-2-8-578-16,0 0-734 0</inkml:trace>
  <inkml:trace contextRef="#ctx0" brushRef="#br0" timeOffset="26913.83">26082 3664 3475 0,'6'-17'8'15,"-4"5"60"-15,3 1 58 0,-5 3 40 0,1 4 26 16,-1 4 6-16,0-10-14 0,0 10-21 16,0 0-19-16,0 0-16 0,0 0-9 0,0 0-11 15,0 0-15-15,0 0-56 0,0 0-60 16,0 0-82-16,0 26-76 0,0-16-74 15,2-1-86-15,0-1-100 0,0 1-141 0,-2-1 9 16,4 1-348-16,-3-3-402 0</inkml:trace>
  <inkml:trace contextRef="#ctx0" brushRef="#br0" timeOffset="27277.5">26288 3537 2539 0,'-1'-17'39'15,"1"3"35"-15,-4 0 37 0,2 6 32 16,-3-1 26-16,0 2 6 0,-1 1-12 0,6 6-10 15,-13-6-24-15,13 6-8 0,-15 3-21 16,15-3-4-16,-21 12-6 0,9 0-8 0,1 1-11 16,-1 3-3-16,5 1-7 0,1 2-4 15,1-3-11-15,5 2 3 0,0 1-3 16,2-2-8-16,3 3 9 0,3-1 10 0,2 0 22 16,-3 0 16-16,2-1 16 15,0-4 20-15,-4 1 34 0,3-2 23 0,-5-3 35 16,1 0 15-16,0 0 11 0,-2 1 1 15,-2-2 7-15,0 0-6 0,-4 0-10 0,-2-1-14 16,1 0-26-16,-3-1-19 0,-4 0-13 16,1-1-21-16,-3 1-86 0,3-2-62 0,-2-3 0 15,1 2 0-15,1-3 0 0,11-1 0 16,-25-1 0-16,14-3 0 0,-1-5 0 0,3 1-210 16,2-6-95-16,1 1-63 0,1-4-57 15,7-1-37-15,7-1-52 0,4-6-33 16,2 2 1-16,9 1 22 0,7 5 34 15,-1 0-802-15,5 1-752 0</inkml:trace>
  <inkml:trace contextRef="#ctx0" brushRef="#br0" timeOffset="27544.9">26304 3620 3214 0,'28'-13'-139'0,"-9"3"88"0,1 1 104 16,-9 3 102-16,-2-1 57 0,-1 3 46 15,-2-1 22-15,-6 5 9 0,13-6-6 0,-13 6-12 16,8-2-17-16,-8 2-1 0,0 0-11 16,0 0 6-16,0 0-13 0,19 12-12 0,-18-5-24 15,3 0-17-15,0 1-22 0,-1 1-12 16,0 2-15-16,3-2-12 0,-2 1-13 15,-1 0-9-15,3-2-7 0,-1-2-5 0,6-1-7 16,-4 1-2-16,2-2-3 0,3-4 0 16,-12 0 9-16,27 0-5 0,-14-3-5 0,-13 3-37 15,27-1-37-15,-18 1 0 0,-9 0 0 16,19-2 0-16,-19 2 0 0,20-2 0 16,-20 2 0-16,14 0 0 0,-14 0 0 15,18 2 0-15,-11-2-55 0,-7 0-157 0,19 2-42 16,-11-1-49-16,1 2-61 0,-1-2-56 15,2 2-58-15,-3 1-77 0,-1 2-86 16,-6-1-78-16,-4 6 44 0,-10 5-521 0,-16 14-659 16</inkml:trace>
  <inkml:trace contextRef="#ctx0" brushRef="#br0" timeOffset="27727.44">25387 4420 3672 0,'-9'0'187'0,"9"0"2"0,0 0 26 15,0 0 43-15,0 0 38 0,34-20 9 16,2 8-6-16,17-2-24 0,12-1-32 16,3 1-22-16,7-1-18 0,6 2-27 0,-2-1-59 15,20-5-83-15,-22 7-90 0,-4-1-102 16,-7 3-120-16,-3-3-140 0,-12 3-165 0,-19 0-166 16,-11 3 55-16,-10-2-583 0,-2 1-736 15</inkml:trace>
  <inkml:trace contextRef="#ctx0" brushRef="#br0" timeOffset="27977.53">24117 3800 3887 0,'0'0'135'16,"0"0"-14"-16,0 0 3 0,0 0 58 0,0 0 63 15,0 0 34-15,0 0-31 0,32 0-11 16,-16 5-29-16,9-4-20 0,11 5-17 0,9-1-20 16,2-2-41-16,16-1-78 15,5 1-101-15,0-3-122 0,-4 2-139 0,-13-4-165 0,1-1-243 16,-6-2 41-16,-4 0 66 16,-6-5-446-16,-6 0-549 0</inkml:trace>
  <inkml:trace contextRef="#ctx0" brushRef="#br0" timeOffset="28227.76">24815 3525 3450 0,'0'0'277'0,"-9"-4"-30"16,9 4-25-16,0 0 2 0,0 0 48 0,0 0 40 16,0 0 0-16,17 27-18 0,5-7-26 15,12 7-27-15,2 4-23 0,-2 0-23 0,-2 0-17 16,-9-6-16-16,-4 4-13 0,-5-4-17 15,-11-1-10-15,-3-2-11 0,-11 7-13 16,-6-1-10-16,-6-1-22 0,-10 4-54 16,-3-4-64-16,-2-1-57 0,-4-4-73 15,6-8-65-15,-2-1-75 0,0-1-99 0,-3-4-104 16,4-4-138-16,2-4-94 0,9 0 81 16,-1 0-581-16,4 0-718 0</inkml:trace>
  <inkml:trace contextRef="#ctx0" brushRef="#br0" timeOffset="30110.44">2035 2601 3657 0,'-4'-11'-4'0,"4"11"43"0,-2-8 45 0,2 8 10 16,0 0 3-16,-3-9 3 0,3 9-21 16,0 0 22-16,0 0 28 0,0 0-4 15,-2 40-5-15,2-14 0 0,2 10-5 0,-1 3-7 16,3 0-8-16,2 1-4 0,-1-1-11 15,3 2-8-15,2-3-9 0,-3-3-5 16,0 0 1-16,4-4-8 0,-6-3-3 16,-1-9-14-16,1-2-43 0,-1-4-50 0,-2-1-52 15,2 0-63-15,0-3-60 0,-2-1-76 0,-2-4-119 16,0-4-128-16,0 0-92 16,0 0 49-16,0 0-284 0,0 0-361 0</inkml:trace>
  <inkml:trace contextRef="#ctx0" brushRef="#br0" timeOffset="30393.09">1981 2526 2354 0,'-4'-16'-12'15,"1"7"30"-15,-1-1 21 0,2 3-2 0,2 7 2 16,2-10-1-16,-2 10-2 0,11-7-1 16,-1 6-2-16,3 1-4 0,5 0 3 0,0 3-3 15,5 4 5-15,6 1 5 0,-2 4 0 16,1 4 11-16,-3-1-1 0,-4 2 3 15,-4-2 14-15,-6 2 12 0,1-5 16 16,-4 2 27-16,-3 1 15 0,-3-3 4 16,-2 1 2-16,0-1-14 0,-4 4-6 0,-5-3-14 15,-1 3-11-15,-1-1-8 0,-3-3-10 16,3 2-21-16,-4-4-39 0,1-3-57 16,0 0-47-16,0-2-47 0,3-3-57 0,11-2-65 15,-22-4-80-15,13 1-107 0,-3-2-112 16,7-1 44-16,-1 1-142 0,6 5-146 15</inkml:trace>
  <inkml:trace contextRef="#ctx0" brushRef="#br0" timeOffset="30977.77">2302 2902 1839 0,'0'0'27'0,"0"9"35"0,0-9 41 16,3 6 28-16,-3-6 25 0,4 8 31 16,-4-8 15-16,0 0 8 0,11 4 2 0,-11-4-12 15,16 0-8-15,-16 0-13 0,19-4-12 16,-19 4-14-16,22-6-18 0,-11 4-17 16,0-2-4-16,-2 1-14 0,3-1-6 0,-5-2-10 15,1 2-5-15,-3-4-4 16,2 0 0-16,-4-1 6 0,-1-3-13 0,-2-3 2 15,-2 1 3-15,-1-8-9 0,-2 2 0 16,-2-1-6-16,-1 2-7 0,1 2 1 16,-3 2-4-16,2 3-9 0,-3 2-4 0,4 3-10 15,-3 1-2-15,10 6-4 0,-17 0-2 16,17 0 2-16,0 0-9 0,-23 8-4 0,19-5-1 16,4-3 0-16,-5 7 1 0,5-7-1 15,0 0 0-15,0 0-2 0,0 0 4 16,0 0-3-16,34-2 0 0,-34 2 5 0,27-10-4 15,-12 3 3-15,2-1 1 0,-2-1 13 16,-3 2-3-16,1-1 1 0,-2 2-1 16,1 3-1-16,-3-2-6 0,0 1-3 15,0 1-2-15,-9 3-2 0,18 0-1 16,-18 0 2-16,23 7 5 0,-10 1-7 0,3 4 2 16,-3 2-1-16,6 7 1 0,-1 0 0 15,-2 2-2-15,0 1 0 0,-3-5 3 0,-4-4-4 16,3 1 4-16,-6-1-5 0,-1-3 3 15,1 0-5-15,-1-2 2 0,2 1-1 16,-5-5-10-16,3 3-22 0,-1-3-22 0,-2 0-27 16,-2-6-28-16,5 6-41 0,-5-6-57 15,0 0-54-15,0 0-48 0,0 0-55 16,0 0-73-16,0 0-120 0,11-16-44 16,-11 7 49-16,0 9-230 0,2-16-269 15</inkml:trace>
  <inkml:trace contextRef="#ctx0" brushRef="#br0" timeOffset="31575.9">2831 2571 2120 0,'0'0'-8'0,"0"0"53"0,-29-10 38 16,29 10 36-16,0 0 25 0,0 0 40 0,-1-10 25 16,1 10 14-16,0 0 14 0,0 0 4 15,0 0-11-15,0 0-22 0,0 0-21 16,0 0 14-16,0 0 12 0,0 0-13 16,3 37-15-16,2-18-19 0,0 5-15 15,1 9-14-15,1-2-14 0,-3 2-15 0,4-2-12 16,-2-6-6-16,-2-2-15 0,1 0-42 15,-1-4-40-15,1-1-50 0,-3-3-56 0,0-3-55 16,3 0-65-16,-3-1-46 0,-1-3-58 16,1-3-102-16,-2-5-133 0,0 0-55 15,0 0 60-15,0 0-318 0,0 0-367 0</inkml:trace>
  <inkml:trace contextRef="#ctx0" brushRef="#br0" timeOffset="31742.64">2806 2430 2400 0,'-7'-16'7'16,"-1"4"44"-16,5-1 32 0,-1 4 24 16,0 0 25-16,1 1-10 0,0 3-11 15,3 5-14-15,-6-12-21 0,4 6-45 0,2 6-58 16,0 0-44-16,0 0-44 0,0 0-75 16,0 0-112-16,0 0-196 0,14 18 32 0,-6-5-61 15,-1 5-30-15</inkml:trace>
  <inkml:trace contextRef="#ctx0" brushRef="#br0" timeOffset="32258.74">2953 2596 1750 0,'0'0'239'16,"0"0"9"-16,0 0 5 0,0 0 7 16,0 0-16-16,0 0-26 0,0 0-25 0,0 0 34 15,19 2 3-15,-13 5-17 0,0 2-19 16,2 4-14-16,-1-1-15 0,2 1-14 15,-3 1-15-15,2 1-10 0,-4-1-15 0,2 0-5 16,-1 0-6-16,-1-2-13 0,-1-2-8 16,1 0-4-16,-2-3 3 0,3 0 30 15,-2 0 34-15,-3-7 32 0,2 5 5 0,-2-5-17 16,0 0-19-16,0 0-11 16,0 0-15-16,2-24-13 0,0 10-13 0,0 1-6 15,0-1 1-15,-1 2 1 0,1 0-12 16,0 1-7-16,2 3-10 0,-4-1-9 0,0 9-10 15,3-10-5-15,2 4 0 0,-5 6-4 16,9-4-3-16,-9 4-6 0,11 0-2 16,-11 0-4-16,0 0-6 0,0 0-9 0,24 7-11 15,-24-7-9-15,9 3-11 0,-9-3-10 16,10 4-7-16,-10-4 11 0,7 2 6 16,-7-2 13-16,0 0 8 0,0 0-16 15,18-14 6-15,-11 2 12 0,3-5 0 0,-1 1-2 16,5-1-4-16,-3 0 0 0,1 3 8 15,-5 0 6-15,2 5-6 0,-1 1-3 16,-2 1-7-16,2 2 10 0,-1 3 3 0,-7 2 5 16,0 0-7-16,25 7-6 0,-18 0 18 15,3 3-2-15,-2 0-12 0,-1 3-48 0,1-1-59 16,-3-3-63-16,2 3-59 0,-2 0-60 16,1-5-74-16,-3 3-57 0,3-4-55 15,-4 0-46-15,-2-6-60 0,4 2-45 0,-4-2-538 16,0 0-637-16</inkml:trace>
  <inkml:trace contextRef="#ctx0" brushRef="#br0" timeOffset="32426.4">3401 2381 2966 0,'-2'-33'-97'0,"0"8"63"15,4 2 57-15,-2 7 42 0,0 0 40 0,0 4 28 16,0 2 1-16,0-2-8 0,0 4-8 16,0 0-19-16,0 8-4 0,0 0 16 0,4-6-10 15,-4 6-9-15,0 0-7 0,0 0-13 16,14 18-4-16,-9-11-13 0,-3 3-53 15,2 2-54-15,1-1-74 0,-3 7-85 0,-2-5-113 16,2 0-136-16,-4 2-111 0,2-4 50 16,0 0-178-16,2-2-192 0</inkml:trace>
  <inkml:trace contextRef="#ctx0" brushRef="#br0" timeOffset="32758.96">3817 2060 1910 0,'2'-9'73'0,"1"2"41"0,-3 7 26 15,0-8 22-15,0 8 9 0,0 0 7 16,0 0-9-16,0 0 9 0,0 0-3 16,0 0-3-16,-34 20-9 0,22-7-4 0,-1 3-8 15,2 1-13-15,-5 7-8 0,5-3-9 16,3-4-14-16,2 3-12 0,1-5-5 16,5-1-7-16,4 0 2 0,3 0 12 15,7 0 22-15,9 2 23 0,4 1 17 16,-3-4 1-16,1-1-9 0,-8-2-9 0,0 1 11 15,-3-3-2-15,-5 2 4 0,0 1-10 16,0 1 1-16,-6-2-3 0,1 2-17 0,-4 0-7 16,-2 2-13-16,-2 1-13 0,-4 2-9 15,-1-2-34-15,-2 1-54 0,-1-1-56 16,1-1-32-16,-2-2-38 0,-3 0-32 0,5-4-33 16,-1-4-60-16,1 0-59 0,5-4-47 15,6 0-46-15,-14-6-76 0,7 1-87 16,3 0-107-16,4 5 72 0,0-9-378 0,0 9-460 15</inkml:trace>
  <inkml:trace contextRef="#ctx0" brushRef="#br0" timeOffset="33044.83">4125 2524 2490 0,'11'2'-34'0,"-2"-1"71"0,-9-1 71 16,4 9 99-16,-4-9 77 0,-29 27 52 15,-14-2 38-15,-14 8 21 0,-28 12 5 0,-15 3 3 16,-10 0-17-16,-8 7-12 0,-45 16-19 15,0 5-25-15,-13 3-23 0,-1 0-27 16,4-5-28-16,5 0-20 0,41-20-22 16,8 0-22-16,11-7-20 0,19-5-59 15,26-13-109-15,11-5 0 0,8-3 0 0,13-6 0 0,7-3 0 16,3-2 0-16,7-4 0 16,3-2 0-16,2 0 0 0,2-1 0 0,0-1 0 15,7-2 0-15,-11 4 0 0,11-4 0 16,-7 1 0-16,7-1 0 0,0 0 0 0,0 0-77 15,0 0-341-15,0 0-97 0,-7-10-112 16,7 10-171-16,0 0-34 0,23-10 81 16,-11 6-668-16,-3 3-871 0</inkml:trace>
  <inkml:trace contextRef="#ctx0" brushRef="#br0" timeOffset="39207.8">17312 6059 3874 0,'-3'-3'-62'16,"3"3"33"-16,-10-6 31 0,10 6 32 16,-12-6 47-16,7 3 38 0,5 3 20 0,-7-5 8 15,7 5-3-15,-10-2-16 0,10 2-13 16,-5-4-13-16,5 4-7 0,0 0-6 16,0 0 10-16,0 0 12 0,0 0 9 0,0 0 7 15,0 0 8-15,0 0 3 0,0 0 5 16,22 16 3-16,-6-9 3 0,0 1-8 0,5 1-11 15,8 0-17-15,3 3-12 16,4-3-6-16,3 4-3 0,1-1-9 0,2 1-15 16,-2-1 4-16,2 0-12 0,-1-2-11 15,0 1-2-15,1-3-1 0,-5-1-4 0,6-2-4 16,0 2-9-16,2-3-2 0,-2-4-6 16,2 2 5-16,0-2 3 0,0-4-10 0,1 2-2 15,-2-3 0-15,-4 2-4 0,0-1-1 16,-8 1-3-16,-5 1 9 0,-4 0-13 0,-1 2-1 15,-2 0-2-15,-4 0 8 0,-2-3-10 16,0 3-6-16,1 0 8 0,-15 0 6 0,23 0-4 16,-10 0 0-16,3 0 3 0,-2 0-8 15,10 0 5-15,-3 0 3 0,7-2-4 16,12 1 2-16,2 1-3 0,2 1-1 16,1-1 4-16,0 0-2 0,-2 2 4 0,3-2-12 15,0 3-2-15,-4-3 10 0,-2 2-1 16,-6 0 1-16,-5-1-3 0,-6-1 4 0,-3 2-2 15,-1 0-1-15,-3 0 0 0,1-2 4 16,-3 0 9-16,0 0-8 0,-1 0 17 0,3-4 4 16,2 2 2-16,-4 1 0 0,4-3-4 15,0 1-4-15,6 0 3 0,1-1-10 0,11-3 3 16,0 0-7-16,-4 6 3 0,7-5-5 16,2 2 4-16,1 0-1 0,-3-1-4 0,0 1-3 15,-3 3 1-15,-1-3 0 16,-9 3 1-16,5-3-4 0,7 0 3 0,1 0-3 15,-11 2 3-15,0-1-1 0,-3-1-2 16,0 1 1-16,-2-1 4 0,-7 1-6 0,2-3 5 16,0 2-2-16,-4 0-4 0,-1 3 8 15,5-3-6-15,-2-1 4 0,-2 0-2 16,4-1 4-16,-1 2-7 0,0 0 3 0,2 0 0 16,4 1-1-16,0-3-8 0,2 2 1 15,0 0-3-15,-1-2-3 0,1 4 7 0,-2-4-1 16,4 2 4-16,-4 1 1 0,1-3-5 15,-1 2 0-15,0 0-4 0,0 0 9 16,1-2-5-16,-1 4 1 0,0-4-4 16,2 3 7-16,-3-3-2 0,1 4 6 0,-1-6-1 15,-5 4-1-15,0 1 1 0,-2-2 5 16,0 0-4-16,3 1-4 0,-5-2 5 0,2-1 0 16,-2 0-2-16,-2 0-1 0,5 1 2 15,-1-3-7-15,1 0-2 0,-2 2 4 0,4-1 3 16,1-3-7-16,0 3 0 0,0-2-1 15,3 5 4-15,-6-4 0 0,5 2 1 0,-2-1 0 16,-3 1-1-16,-4 2 5 0,4-2-2 16,-3 0 4-16,-1 0-1 0,1-1 2 15,-2-3-2-15,1 3-2 0,-1-4-2 16,1 3-2-16,-1-1 3 0,-1-3 1 0,2 1-1 16,-5 0 6-16,0 0-6 0,4 1-1 15,-2-3 0-15,-4 3 0 0,3-4 0 0,-3 1 5 16,4 2 3-16,-4-1 7 0,1-1-2 15,-1 2 2-15,1-3 1 0,-2 3-2 0,2-2 2 16,-2 0 3-16,1 0-1 0,1 0-2 16,-1-1 0-16,4 1-16 0,-4 1 0 0,2 1 0 15,1-2 0-15,-2 0 0 16,0 5 0-16,-1-4 0 0,-1 3 0 0,4-1 0 0,-5 1 0 16,4 0 0-16,-5-2 0 15,1 1 0-15,1 0 0 0,0-1 0 0,-4 0 0 16,1 0 0-16,1-5 0 0,0 5 0 15,0-5 0-15,0 0 0 0,0-1 0 0,-2 5 0 16,3-3 0-16,-3 0 0 0,0 3 0 16,0 1 0-16,0-1 0 0,-3 1 0 0,3-1 0 15,-2-1 0-15,-4 2 0 0,4 2 0 16,-1-2 0-16,-5 0 0 0,3 0 0 0,-5 0 0 16,0 2 0-16,-2-4 0 0,-2 0 0 15,1 2 0-15,-3 1 0 0,1-1 0 16,0 0 0-16,0 1 0 0,-3-1 0 15,3 0 0-15,-2 1 0 0,-1 1 0 0,4 0 0 16,-6 1 0-16,4-1 0 0,-6 0 0 16,1 1 0-16,1 1 0 0,-2 2 0 0,-10-4 0 15,5 3 0-15,2 0 0 0,-7 2 0 16,-2-3 0-16,3 3 0 0,-3-2 0 16,-2 2 0-16,8 0 0 0,3 1 0 0,-11-1 0 15,3 2 0-15,6-1 0 0,1 1 0 16,-1-1 0-16,-2 3 0 0,2-3 0 0,1 1 0 15,-3 0 0-15,0 1 0 0,-9-2 0 16,6 3 0-16,3-1 0 0,1 0 0 0,-1 2 0 16,2-2 0-16,2 2 0 15,-4 0 0-15,2 0 0 0,4 0 0 0,0 0 0 16,0 0 0-16,1 0 0 0,-1-1 0 16,-1 1 0-16,1 1 0 0,-2-1 0 0,-2 0 0 15,-2 0 0-15,-1 0 0 0,-1 2 0 16,-10-2 0-16,-2 0 0 0,1 2 0 0,0-2 0 15,-3 0 0-15,0 2 0 0,2-1 0 16,0-1 0-16,4 2 0 0,6-2 0 0,5 2 0 16,-1-2 0-16,2 2 0 0,0-2 0 15,0 1 0-15,2 2 0 0,0-1 0 0,4 0 0 16,-4 0 0-16,-2 1 0 0,3 0 0 16,-5 1 0-16,2-1 0 0,-10 1 0 0,-4 1 0 15,3 0 0-15,0-2 0 16,-1 3 0-16,1-3 0 0,1 0 0 0,-1 1 0 15,5-2 0-15,8-1 0 0,-1 4 0 16,-12-5 0-16,5 4 0 0,5-3 0 0,-1 1 0 16,2 0 0-16,2 1 0 0,-1 1 0 15,1-1 0-15,3 1 0 0,-3-1 0 0,-2 2 0 16,-7 3 0-16,-1-4 0 0,9 3 0 16,1-3 0-16,2 1 0 0,-1-2 0 0,2 3 0 15,-1-2 0-15,0-1 0 0,3 3 0 16,-7 0 0-16,-3 0 0 0,-1 2 0 0,6-4 0 15,2 1 0-15,-2 1 0 16,5 0 0-16,-2 0 0 0,-1-1 0 0,0 2 0 16,-5 3 0-16,2-1 0 0,-5 3 0 15,1-3 0-15,5-1 0 0,4 2 0 0,-1-3 0 16,4-1 0-16,-2 1 0 0,4 0 0 16,-2-2 0-16,1 4 0 0,0-4 0 15,3 2 0-15,-1 1 0 0,2-1 0 0,0 0 0 16,0 0 0-16,-1 1 0 0,1-1 0 15,-1 4 0-15,1-5 0 0,-1 3 0 0,1 3 0 16,-1-2 0-16,2-3 0 0,1 3 0 16,-2 2 0-16,2 0 0 0,-2 3 0 15,1-1 0-15,1 3 0 0,-3-4 0 0,5 3 0 16,2 2 0-16,-1 1 0 0,-2-2 0 16,5 4 0-16,-3-3 0 0,-2 1 0 15,5 0 0-15,-3 0 0 0,3 1 0 0,-1 1 0 16,0 1 0-16,-2-1 0 0,5-1 0 15,-3 5 0-15,2-1 0 0,-1-2 0 0,0 2 0 16,2 2 0-16,-3 6 0 0,2-4 0 16,2-4 0-16,2-1 0 0,0-4 0 0,0 1 0 15,2-1 0-15,0-2 0 16,4-3 0-16,-3 1 0 0,4-3 0 0,-2-2 0 16,-1-1 0-16,2-2 0 0,-3-2 0 15,1 3 0-15,2-3 0 0,-5 0 0 0,4-1 0 16,-5-4 0-16,6 7 0 0,-6-7 0 15,1 5 0-15,-1-5 0 0,4 7 0 0,-4-7 0 16,0 0 0-16,2 7 0 0,-2-7 0 16,0 0 0-16,0 0 0 0,0 0-329 0,0 0-146 15,0 0-134-15,0 0-149 0,0 0-73 16,0 0 68-16,0 0-742 0,0 0-952 0</inkml:trace>
  <inkml:trace contextRef="#ctx0" brushRef="#br0" timeOffset="41692.58">23020 4921 3811 0,'0'0'-159'0,"4"-8"51"16,-4 8 43-16,2-6 40 0,-2 6 35 15,0-8 28-15,0 8 23 0,-2-9 15 16,2 9 8-16,-8-8-1 0,5 2-6 0,-3 1 1 16,-1 1-1-16,-4-2 4 0,0 0-1 15,-2 0 1-15,0 0 3 0,-4 1-8 0,-1-1-10 16,-5 0 8-16,0 4-6 0,-1-2 2 15,-3 0-2-15,1 2-5 0,-14 0 2 0,3 2-4 16,-5 0 1-16,3 2 2 16,-4 2-1-16,3-1-4 0,1 2 2 0,-2 1 3 15,5 0-5-15,0 3 1 0,0-1-1 16,4 2 3-16,-1-1-5 0,5 3 1 16,-3 2 5-16,2 2-7 0,3 3 1 0,1 0 0 15,-2 1 3-15,4 2-6 0,-1 0 2 16,-1 1 13-16,4 2-8 0,-1 1-2 0,6 0-5 15,-5-2-2-15,4 4-1 0,1-2 0 16,1 1 9-16,3 0-5 0,-1 1 1 0,5-6-6 16,-1 7-1-16,3-4-1 0,1-1-5 15,-1-1 0-15,4 0-7 0,-2 3 7 0,0-1-2 16,2 0-6-16,0 0 4 16,2 0 6-16,2-1 3 0,-2-3 2 0,2 1 4 0,0 2 2 15,4 1-7-15,-4-6-1 0,4 3 1 16,-1-3 0-16,-1 3-5 0,2-5 0 15,-3 3 2-15,7-1-4 0,-2 0 12 16,-1-2 3-16,5 2-3 0,-1-4-7 0,0 0 1 16,9 6-4-16,-4-4 7 0,-4-5 3 15,3 0 0-15,-1-3-51 0,1 1-3 0,-1-2 0 16,-1 3 0-16,1-5 0 0,-2 3 0 16,1-2 0-16,-1-1 0 0,-1 1 0 15,3-1 0-15,3 0 0 0,-1-1 0 0,5 4 0 16,-1-3 0-16,3-1 0 0,12 5 0 15,-1-2 0-15,2 2 0 0,1 0 0 16,1-1 0-16,1 1 0 0,4 1 0 16,-3 0 0-16,-4 1 0 0,1 0 0 0,0-2 0 15,-1 1 0-15,-1 0 0 0,1 0 0 16,1-1 0-16,2 0 0 0,-1-1 0 0,6 1 0 16,-4-3 0-16,4 1 0 0,-1 1 0 15,1-1 0-15,5-2 0 0,3 2 0 0,5 1 0 16,-9-3 0-16,12 0 0 0,-3 0 0 15,-10-1 0-15,1-1 0 0,1 2 0 0,-1-4 0 16,-1 3 0-16,1 0 0 0,2-1 0 16,1 0 0-16,-3 0 0 0,13 1 0 15,-9-3 0-15,-2-2 0 0,0 1 0 0,2-1 0 16,-1-1 0-16,1-3 0 0,5-3 0 16,-10 3 0-16,8-2 0 0,-8-2 0 15,-6 4 0-15,2-3 0 0,-7-1 0 0,-2-2 0 16,-4 2 0-16,-3 0 0 0,4-3 0 15,-6 1 0-15,-3 1 0 0,-3 1 0 0,8-8 0 16,-2-1 0-16,-3 0 0 0,5-3 0 16,-6 3 0-16,2-4 0 0,-1 1 0 0,3-1 0 15,-2 2 0-15,2 1 0 16,-1-1 0-16,-4-3 0 0,3 3 0 0,2-2 0 0,-2 1 0 16,-3-1 0-16,0 0 0 15,1 0 0-15,-8 3 0 0,4-5 0 0,2 1 0 16,-5 2 0-16,-1-4 0 0,2-1 0 15,-4 4 0-15,-3 3 0 0,0-3 0 0,0 1 0 16,-1-1 0-16,-2 0 0 0,-1 1 0 16,3-1 0-16,-5 4 0 0,-1-1 0 0,1-1 0 15,0 2 0-15,-4-1 0 0,2-1 0 16,0 3 0-16,-2-1 0 0,-1-2 0 0,0 1 0 16,-1 2 0-16,0-1 0 0,1 2 0 15,-3-1 0-15,1 4 0 0,-1-1 0 0,0-1 0 16,2 4 0-16,-3-4 0 0,-1 2 0 15,3 0 0-15,-4 0 0 0,2-1 0 16,-4-1 0-16,-3-1 0 0,1 1 0 16,-1-1 0-16,1 3 0 0,-1-2 0 0,2-1 0 15,-1 1 0-15,-3-1 0 0,3 1 0 16,-5 3 0-16,5-3 0 0,-2 4 0 0,0-1 0 16,-3 1 0-16,4 0 0 0,-6 1 0 15,5 1 0-15,-4-1 0 0,0 1 0 0,-3-1 0 16,-2 1 0-16,-6-1 0 0,-2-3 0 15,-4 2 0-15,0-2 0 0,0 2 0 0,2-2 0 16,-2-1 0-16,4 3 0 0,0-1 0 16,-1 3 0-16,8 0 0 0,2 0 0 15,2 3 0-15,-1 1 0 0,0-2 0 16,-1 2 0-16,4 0 0 0,1 0 0 0,-2 0 0 16,-3 1 0-16,-1 1 0 0,-3-2 0 15,0 2 0-15,-1 0 0 0,-3-1 0 0,4 2 0 16,-1-3 0-16,-3 2 0 0,5 2 0 15,-5-2 0-15,2 0 0 0,3 0 0 0,0 1 0 16,5 1 0-16,-3 0 0 0,3 0 0 16,1 0 0-16,-1 0 0 0,-1 0 0 0,0 0 0 15,-1 0 0-15,2 0 0 0,-2 0 0 16,2 0 0-16,0 0 0 0,2 0 0 16,-2 0 0-16,6 0 0 0,2 0 0 15,-3 0 0-15,5 1 0 0,11-1 0 0,-21 0 0 16,13 0 0-16,8 0 0 0,-15 0 0 15,15 0 0-15,-11 0 0 0,11 0 0 0,0 0 0 16,-11 0 0-16,11 0-401 0,0 0-193 16,0 0-118-16,-14 0-168 0,14 0 71 15,-19 2 91-15,3-2-669 0,-5 2-839 0</inkml:trace>
  <inkml:trace contextRef="#ctx0" brushRef="#br0" timeOffset="44623.58">20396 6024 1112 0,'6'-13'358'0,"-3"1"-114"0,-1 4-58 16,2-1-16-16,1 2-4 0,-5 2 3 15,1-2 3-15,-1 7 0 0,0-8-4 16,0 8-12-16,0-9-11 0,0 9-11 16,0 0-16-16,2-5-12 0,-2 5 6 15,0 0 3-15,0 0 6 0,0 0-4 0,6 22 3 16,-4-11-2-16,0 3-14 0,-1-3-7 15,5 5-6-15,-1-1-7 0,4 5 1 0,4 7-3 16,1-8-1-16,0 6-12 0,8-1-3 16,-2-3-1-16,1 4-6 0,2-2-3 0,8 0-5 15,-4-1-6-15,-1 1-5 0,-4-1-5 16,7-1-1-16,0 0-6 0,-4-2 1 0,-2 0-3 16,4-3-2-16,-1 5-5 0,0-4 1 15,9-3 14-15,-2 3 14 0,5-1 11 0,10-1 5 16,8-1 4-16,5 0 7 0,5-1 5 15,6 1-12-15,3-1-2 0,20 5-10 16,-16-5-6-16,22 7-1 0,-5-1-5 16,-20-3-7-16,-2 1 1 0,-2-1-3 0,-3-1-1 15,-5-1-5-15,-3 2-7 0,-1-5 4 16,-5 2-8-16,-11-5-1 0,0 0 3 16,-3-2-4-16,4 1-3 0,-4-4-3 0,7-1 3 15,-1-2-4-15,3 0 2 0,2 0-2 16,16-4 12-16,-3-1 1 0,3 2-7 0,2-3 4 15,-2 5-3-15,0-3 2 16,1 3-7-16,2-3 1 0,-1 3 0 0,2-3-6 0,5 3 7 16,-1-3-5-16,0-1-3 15,8-2-2-15,2 0 4 0,21-5-2 0,4-1 5 16,0-1-6-16,9 2-2 0,4 1 0 16,3 0-2-16,-2 1 2 0,-3 0-2 0,-2 6-1 15,-3-3 6-15,-30 2-3 0,-3-2-4 16,-11 1 5-16,-9 2 5 0,-15 0 13 0,-4-1 18 15,-9-3 24-15,-8 4 18 0,-5-2 7 16,-6 4-5-16,1-4-2 0,-4 2-2 0,-2-1-5 16,0 3-6-16,-1-2-4 0,-3 0-11 15,-3 0-11-15,-5 4-10 0,13-3-38 0,-13 3-46 16,2-3-72-16,-2 3-75 0,0 0-90 16,0 0-110-16,0 0-118 0,0 0-137 15,-20-7-120-15,20 7 75 0,-12-4-685 16,6 1-838-16</inkml:trace>
  <inkml:trace contextRef="#ctx0" brushRef="#br0" timeOffset="44924.73">25464 6411 4023 0,'-2'-9'25'0,"0"2"57"15,2 3 40-15,0 4 28 0,2-12 6 0,-2 12-2 16,3-6 2-16,5 4-6 15,-8 2 1-15,0 0-10 0,34 11 0 0,-17-1-3 16,5 9-4-16,-4-1-6 0,0 7-7 0,-3 0 5 16,-8-2 7-16,-2-3 13 0,-5-1 5 15,-2 1 14-15,-5-1 5 0,2 0-4 16,-5 1-2-16,-2-3-8 0,-1 1-11 0,1-5-11 16,-2 2-11-16,1-1-16 0,3-4-7 15,-1-2-12-15,-1-1-13 0,4-1-42 0,-1-1-49 16,0-2-73-16,1 0-78 0,0-1-82 15,8-2-88-15,-11 3-114 0,11-3-129 16,0 0-131-16,0 0-67 0,-16-3 84 0,16 3-694 16,0 0-842-16</inkml:trace>
  <inkml:trace contextRef="#ctx0" brushRef="#br0" timeOffset="45540.72">26204 6483 3724 0,'9'-11'-66'0,"-2"1"46"0,1 2 40 0,-3 3 29 16,2-1 24-16,0 3 22 15,0 1 15-15,-7 2 10 0,22 5 4 0,-11 2 12 16,2 9 9-16,-1-1 5 0,-3 4 6 16,2 10-6-16,-5 3 7 0,0-5 11 0,-4-4 13 15,-4 2 18-15,-2 1 12 0,-6 3 11 16,-1-2 12-16,-4-3 2 0,1-4 3 0,-2 1 4 15,-2-5-7-15,2-5-10 0,4-4-11 16,-3 0-19-16,-1-2-14 0,-2 0-102 0,4-3-80 16,0-4 0-16,14 2 0 0,-26-5 0 15,12-4 0-15,5-1 0 0,0-5 0 16,-2-6 0-16,10-4 0 0,1-11 0 16,3-2 0-16,8-1 0 0,-4-1 0 0,4 5 0 15,3 0 0-15,-5 7 0 0,0 8-230 16,1 4-86-16,-2 4-77 0,3 2-77 0,-4 3-63 15,5 1-77-15,1 2-129 0,1 1 22 16,-1 3 62-16,1 0-545 0,4 1-664 16</inkml:trace>
  <inkml:trace contextRef="#ctx0" brushRef="#br0" timeOffset="46256.62">26399 6532 2983 0,'0'0'-123'0,"-1"9"68"16,1-4 53-16,-2 2 52 0,-1 1 30 15,3-1 47-15,-4 3 31 0,2 2 22 16,0 2 5-16,2 1 7 0,0-2-2 16,0 1-11-16,0 2-9 0,2 1-16 0,2-2-14 15,3 0-13-15,0 4-12 0,0-5-9 16,2-2-11-16,4-2-7 0,-2-2-8 0,4-1-11 16,0-3-2-16,1-2-11 0,-3-2-8 15,2-4-12-15,4 1-6 0,-2-8-9 16,2 1-4-16,4-10-6 0,-2-4-6 0,1-5-2 15,2-13-3-15,-1-2-1 0,0-5-3 16,-2-5-3-16,-1-4-1 0,2-8 0 16,4-14-1-16,-4 13 1 0,0 3-2 15,-5 4 3-15,-2 8 12 0,-5 3 13 0,-2 13 13 16,-6 9 16-16,-2 5 11 0,-2 4-1 16,0 5 0-16,-2 2-9 0,-1 3 4 0,-6 4 18 15,0 4 8-15,-4 6 6 0,-12 7 4 16,3 8 11-16,-7 15 6 0,1 3 12 0,1 10-1 15,2 2 3-15,2 7 1 0,2 4-5 16,7 0-9-16,2 2 0 0,5-1-12 16,1-2-6-16,8-1-6 0,8-4-8 15,3-4-4-15,4-5-6 0,0-13-7 0,1-3-7 0,1-6-2 16,2-1-3-16,-1-8-4 16,-4-7-5-16,6-3-4 0,-2-4-4 0,3-4-9 15,6-3-10-15,7-7-15 0,1-5-13 16,2-11-8-16,2-2-14 0,-3-10-9 0,-2-4-4 15,2-7-4-15,-5-5-7 0,7-16-8 16,-1-5 4-16,-3-1-1 0,-2-1 7 0,-5 19 4 16,-5 0 8-16,0 8 3 0,-7 3 7 15,-7 17 11-15,-3 6 14 0,1 9-4 0,-6 4 7 16,-4 4 3-16,-1 4 17 16,-5 5 5-16,10 0 8 0,-27 12 5 0,3 8 5 15,-3 13 16-15,0 10 8 0,-2 4 4 16,4 4-3-16,1 6 1 0,3 7 1 0,2-2-11 15,4 6-3-15,1-4-3 0,8 1 0 16,5-5-4-16,1-3-5 0,5-3-2 16,4-13-4-16,-4-4-1 0,2-4 1 0,-1-9-8 15,-2-6-5-15,-1-1-17 0,2-8-23 16,1-1-40-16,1-2-46 0,0-3-52 0,4-3-53 16,-11 0-58-16,20-5-78 0,-6-2-76 15,-3 1-70-15,3-5-69 0,-1-3-122 0,-1 2 11 16,2-1 56-16,1-1-472 0,1 0-568 15</inkml:trace>
  <inkml:trace contextRef="#ctx0" brushRef="#br0" timeOffset="46589.9">27402 6561 2922 0,'0'0'9'0,"0"0"47"0,0 0 44 16,-9-8 59-16,9 8 48 0,0 0 33 15,0 0 21-15,-20 10 10 0,12-1 1 16,-1 1 1-16,-1 4-2 0,1 1-10 0,-1 5-15 15,-3 5-18-15,3-4-23 0,2-2-14 16,7-2-21-16,-5-2-14 0,4 2-15 0,2-3-15 16,2-1-8-16,2 0-14 0,-1-3-10 15,5 2-2-15,2-5-8 0,1-1-6 16,3-4-10-16,-1-2-9 0,3 0-3 0,-2-2-4 16,4-4-7-16,-2-3-1 0,4-1 1 15,-7-6 2-15,4-6 3 0,-4-5-11 16,-1-3-2-16,-2 1-5 0,-5 4-4 0,-1 0-4 15,-2 3-3-15,-1 3-4 0,-2 2-9 16,-1 3-16-16,-4 2-26 0,-1 3-33 0,-5 1-34 16,-1 2-40-16,0 2-57 0,1 4-55 15,-1 0-84-15,-3 2-88 0,5 3-92 0,-3-2-102 16,3 3-124-16,4-1 54 16,1-2-629-16,6-3-775 0</inkml:trace>
  <inkml:trace contextRef="#ctx0" brushRef="#br0" timeOffset="47057.91">27598 6559 3585 0,'1'-6'-4'0,"-1"6"58"0,4-4 42 0,-4 4 35 15,0 0 24-15,2-8 4 0,-2 8-6 16,0 0 23-16,0 0 14 0,0 0-8 0,-9 20-4 16,1-7 7-16,1 5-26 0,-3-1-13 15,1 5-15-15,-1-4-7 0,2 0-6 0,2 4-10 16,1-7-2-16,3 1-9 0,-2-3-9 15,4-1-7-15,2 0-10 0,2-2-4 0,0 0-11 16,3-4-1-16,3-1-12 16,1-3-9-16,0-1-8 0,5-1-6 0,3-3 1 15,-2-4-2-15,2 0 1 0,5-3-3 16,-6 0 10-16,0-2 22 0,-4 2 35 0,0 3 25 16,-3-2 18-16,-1 4-3 0,-2 2-6 15,-3-3-14-15,3 3-11 0,-8 3-10 0,0 0-6 16,0 0-6-16,0 0-7 0,17 9-5 15,-17-4-6-15,0-5-4 0,6 10-8 0,-4-3-29 16,1-2-12-16,-1 2 0 0,4-2 0 16,-1-2 0-16,6 1 0 0,-2-1 0 15,5-3 0-15,-1 0 0 0,-1-1 0 16,8-3 0-16,-4 1 0 0,0-4 0 0,2-2 0 16,-2-1 0-16,-2-2 0 0,3-2 0 15,0-8 0-15,-2-3 0 0,1 0 0 16,-1-2 0-16,0-1 0 0,-2 3 0 0,-1 2-140 15,-2 8-115-15,-1 1-73 0,-4 2-86 16,4 3-85-16,-6 1-94 0,5 1-108 0,-3 4-48 16,6-1 77-16,-11 4-634 15,14 0-764-15</inkml:trace>
  <inkml:trace contextRef="#ctx0" brushRef="#br0" timeOffset="47439.22">28471 6459 3443 0,'0'0'-15'16,"9"-9"75"-16,-9 9 63 0,4-8 45 0,-3 3 33 15,-1 5 27-15,0-9 9 0,0 9 6 16,0-8-10-16,0 8-24 0,0 0-23 16,0 0-16-16,-9-7-15 0,9 7-13 0,0 0-17 15,-36 15-4-15,19-5-18 0,-2 2 2 16,-4 5-24-16,0 2-2 0,3 2-8 0,4-4-11 16,5-2-7-16,2-1-1 0,4 1-12 15,-1-1-1-15,6 0-1 0,0-1-3 0,0-1 4 16,6 3 13-16,-1-1 36 0,6 3 14 15,-2 1 7-15,-2-4 14 0,-1 0 21 16,0 0 25-16,2-1 13 0,-5-3 14 16,-1 2 6-16,0-2-202 0,-6 3 0 0,3-3 0 15,-5 0 0-15,0-1 0 0,-6 1 0 16,1 0 0-16,-3-1 0 0,0-3 0 0,-6 4 0 16,2-4 0-16,-2-3 0 0,1 1 0 15,-1-2 0-15,-2-1 0 0,5-1 0 0,-2-3 0 16,2-2 0-16,2-1 0 0,-1-2 0 15,3-2 0-15,1-1 0 0,7-1 0 0,-1 2 0 16,4 0 0-16,1 0-732 0,2-1-134 16,5 1-21-16,3 0 84 0,5 1-865 15,6 1-1103-15</inkml:trace>
  <inkml:trace contextRef="#ctx0" brushRef="#br0" timeOffset="47872.91">29065 6627 4727 0,'2'-12'63'0,"2"4"66"0,-4 2 77 16,0 6 78-16,2-11 49 0,-2 11 5 15,0 0-14-15,0 0-10 0,0 0 20 16,0 0 1-16,0 0-22 0,0 0-32 0,-12 35-71 16,6-20-210-16,-1 7 0 0,2-2 0 15,-4 0 0-15,-2 8 0 0,4-4 0 16,-3-6 0-16,4 1 0 0,-3-2 0 0,1-1 0 15,3-4 0-15,-2 1 0 0,2-3 0 16,-1-2 0-16,3-3 0 0,-1 1 0 0,4-6 0 16,-7 6 0-16,7-6 0 0,0 0 0 15,0 0 0-15,9-23 0 0,12-1 0 0,11-6 0 16,4-3 0-16,6 1 0 0,0 3 0 16,-4 3 0-16,-7 4 0 0,-4 10 0 0,-7-1 0 15,-3 9 0-15,-2 0 0 0,-1 3 0 16,-14 1 0-16,21 5 0 0,-10 3 0 15,-1 2 0-15,-2 1 0 0,-2 3 0 0,-5 3 0 16,3 0 0-16,0 2 0 0,-2-2 0 16,-2 1 0-16,1-2 0 0,-1 0 0 15,0-3 0-15,0-1 0 0,0 0 0 16,0-3 0-16,2-1 0 0,0 0 0 0,-2-2-6 16,0-6-618-16,0 7-111 0,0-7-161 15,0 0 80-15,0 0 75 0,0 0-746 0,21-13-935 16</inkml:trace>
  <inkml:trace contextRef="#ctx0" brushRef="#br0" timeOffset="48255.95">29805 6658 4124 0,'3'-9'77'0,"-3"9"53"0,0 0 40 0,0 0 32 16,0 0 54-16,0 0 32 0,0 0-11 15,0 0-12-15,0 0-8 0,0 0 2 16,0 0-10-16,0 0-17 0,0 0-21 0,15 0-23 15,-15 0-18-15,0 0-16 0,21 5-16 16,-21-5-14-16,16 0-11 0,-16 0-15 0,20-4-6 16,-8 0-15-16,-2 0-37 15,1-4-40-15,-1-2 0 0,-1-1 0 0,-1-1 0 0,-3-1 0 16,-2 0 0-16,-3 1 0 0,-3 0 0 16,-6 0 0-16,0 1 0 0,-3 3 0 15,-3 0 0-15,-5 4 0 0,0 3 0 16,-1 1 0-16,-2 3 0 0,2 4 0 0,0 2 0 15,-6 6 0-15,10 1 0 0,-3 2 0 16,4 5 0-16,5-2 0 0,2-4 0 0,4 0 0 16,1 0 0-16,4 0 0 0,0-2 0 15,4 1 0-15,2-1 0 0,2-1 0 0,1 0 0 16,3-4 0-16,-1 0 0 0,2-3 0 16,3 0 0-16,-2 0-235 0,4-4-162 15,-1 0-112-15,2-1-131 0,-1-4-184 0,0-1 29 16,1 0 79-16,3-2-670 0,0-1-839 15</inkml:trace>
  <inkml:trace contextRef="#ctx0" brushRef="#br0" timeOffset="48809.53">30289 6578 3850 0,'-4'-4'40'0,"4"4"50"0,-4-8 49 15,4 8 35-15,-4-7 20 0,4 7 6 16,0 0 13-16,0 0 15 0,0 0 30 0,0 0-19 15,-22 15-2-15,11-5-7 0,4 1-12 16,-2 1-21-16,-3 5-18 0,4-5-17 0,1 1-17 16,1 1-13-16,1-2-9 0,2 0-13 15,1-3-12-15,2-1-7 0,2-1-6 16,5 0-10-16,-2-2-3 0,4-1-14 16,3-3-1-16,-12-1-7 0,23 0-1 0,-10-3-6 15,0-2-5-15,3-2-2 0,-3-2-7 16,1-1-1-16,-1-5-5 0,-2-1-22 0,-1 1-1 15,-3-2 0-15,3 3 0 0,-5 1 0 16,2 5 0-16,-4-2 0 0,-3 4 0 16,0 6 0-16,0 0 0 0,0 0 0 0,0 0 0 15,0 0 0-15,-30 27 0 0,16-9 0 16,-4 7 0-16,2 4 0 0,-1 5 0 16,-4 5 0-16,0 2 0 0,4-8 0 15,-2 8 0-15,4-6 0 0,-3-3 0 0,3 1 0 16,-2-3 0-16,1 1 0 0,0-3 0 15,-2-1 0-15,2-4 0 0,0-7 0 0,5 0 0 16,-3-5 0-16,1 1 0 0,-1 0 0 16,3-7 0-16,-2 1 0 0,-1-2 0 0,-1-2 0 15,3-2 0-15,-1 0 0 0,-4-4 0 16,2-1 0-16,-2-2 0 0,2-4 0 0,-8-7 0 16,1-3 0-16,10 0 0 0,0 4 0 15,4-3 0-15,1 1 0 0,-3-1 0 0,5 2 0 16,-2 1 0-16,4 2 0 0,1 3 0 15,-4-3 0-15,5 5 0 0,-1 1 0 16,2 2 0-16,-2-2-483 0,4 1-409 16,1 3-19-16,3-1 88 0,6 0-905 0,1 2-1162 15</inkml:trace>
  <inkml:trace contextRef="#ctx0" brushRef="#br0" timeOffset="49555.28">30656 6706 4429 0,'-1'-10'-124'15,"-1"1"79"-15,2 1 59 0,0 2 61 16,0 6 55-16,0-11 40 0,0 11 22 0,3-13 17 16,1 8 13-16,2-1 14 0,-6 6 5 15,10-4 0-15,-10 4-16 0,0 0 3 0,0 0 6 16,18 8-2-16,-14-1-8 0,0 2-8 15,-2 3-9-15,-2 2-16 0,-4-2-8 16,-2 3-2-16,1 4-101 0,-4 0-80 16,-3-2 0-16,0-2 0 0,-3 1 0 0,0-3 0 15,-6 5 0-15,0-7 0 0,4-1 0 16,-4 0 0-16,2-4 0 0,-2 1 0 16,1-4 0-16,6-3 0 0,-2 0 0 0,1-3 0 15,-1-2 0-15,5-3 0 0,0-5 0 16,5-1 0-16,4-4 0 0,6-5 0 0,6-11 0 15,6 2 0-15,2 1 0 0,3 2 0 16,0 6 0-16,-4 1 0 0,-4 6 0 0,-1 7 0 16,-3 0 0-16,1 3 0 15,0 4 0-15,1 2 0 0,-11 0 0 0,21 10 0 16,-8-2 0-16,1 5 0 0,1 2 0 16,2 7 0-16,2-3 0 0,-4 5 0 0,2-7 0 15,-5-2 0-15,-1 1 0 0,0 1 0 16,1-2 0-16,-3-3 0 0,1-5 0 0,-2 4 0 15,-1-3 0-15,1 0-30 0,-3-1-454 16,4-3-96-16,-6 2-125 0,5-6-171 0,-8 0 82 16,11 0 84-16,-11 0-655 0,17-8-818 15</inkml:trace>
  <inkml:trace contextRef="#ctx0" brushRef="#br0" timeOffset="50138.62">31451 5970 3602 0,'-4'-21'-14'0,"2"6"67"16,-1 1 64-16,1 1 61 0,0 4 50 0,0 0 26 15,0 3 2-15,2 6-32 0,-4-11-19 16,4 11 38-16,0 0 18 0,-29 16 6 0,9 8-9 16,-9 10 3-16,0 12 1 0,1 6-10 15,-3 4-21-15,3 3-15 0,3 2-20 0,0 5-17 16,3-2-10-16,4 0-13 15,5 0-19-15,1-5-137 0,3-1 0 0,2-5 0 16,3-10 0-16,-1-4 0 0,1-5 0 16,1-8 0-16,1-8 0 0,2-2 0 0,-4-4 0 15,2 1 0-15,2-5 0 0,0-2 0 16,0-6 0-16,0 0 0 0,0 0 0 0,0 0 0 16,0 0 0-16,0 0 0 0,-7-27 0 15,3 11-103-15,-2-7-85 0,-3-8 2 16,-2 0 15-16,-3 4 16 0,-1-2 17 0,-5 8 13 15,1-1 13-15,2 10 20 0,2 1 26 16,0 2 27-16,-1 3 25 0,5 3 15 16,2-2 8-16,-1 3 1 0,10 2 18 15,-13-2 2-15,13 2-1 0,0 0 10 0,0 0 7 16,0 0 7-16,0 0-4 0,0 0-5 16,53-2-5-16,-24 0-6 0,13 0-4 0,1 0 1 15,1 2-6-15,-8 0 4 0,-7 0 19 16,-2 0-1-16,-6 2 8 0,-2 0 16 0,0 4 26 15,-4 1 16-15,-3-1 5 0,-1 6-5 16,-2 0-9-16,-2 3-3 0,-2 1-89 0,-1 1-11 16,0 1 0-16,-3 0 0 0,-1 1 0 15,0-2 0-15,0 0 0 0,0-1 0 0,0-3 0 16,-1-1 0-16,-1 0 0 16,0-1 0-16,2-3-240 0,0 1-91 0,0-3-80 15,0-6-92-15,0 8-101 0,0-8-110 16,0 0-58-16,0 0 54 0,0 0-608 15,0 0-782-15</inkml:trace>
  <inkml:trace contextRef="#ctx0" brushRef="#br0" timeOffset="50505.82">31467 6445 3811 0,'2'-18'-27'0,"-2"2"59"0,-2 1 51 0,0 4 30 16,-1 3-2-16,1-2-10 0,-2 4-20 15,4 6-12-15,-5-8-25 0,5 8-32 0,0 0-48 16,-13 0-47-16,13 0-53 0,-12 10-38 15,6-2-27-15,5 3 6 0,-1-4 10 16,0 4 24-16,2-2 16 0,4 2 27 16,-3-2 38-16,5 0 42 0,0-2 47 15,0 2 48-15,1-2 43 0,1-2 38 0,-3 0 37 16,4 3 31-16,-2-1 32 0,0 2 45 16,3 1 36-16,-2 5 44 0,-1-3 18 0,-1 2 11 15,-2 3-5-15,-1-2-3 0,1 3-22 16,-1-1-18-16,-3-3-27 0,-3 1-22 0,3-1-29 15,-2 1-25-15,2-1-185 0,-4-2-56 16,4 0 0-16,0-3 0 0,0 1 0 0,-1-1 0 16,1-9 0-16,0 13 0 15,0-7 0-15,0-6 0 0,0 10 0 0,0-10 0 16,1 3 0-16,-1-3 0 0,0 0 0 16,0 0 0-16,0 0-327 0,16-17-331 0,-7 5-155 15,1 0-66-15,4-2 76 0,-2 6-799 16,0-1-1043-16</inkml:trace>
  <inkml:trace contextRef="#ctx0" brushRef="#br0" timeOffset="50905.74">31922 6665 4433 0,'0'0'42'0,"0"0"48"16,-5-9 47-16,5 9 38 15,0 0 37-15,0 0 35 0,0 0-13 0,0 0 16 16,0 0 8-16,13-2-12 0,-13 2-15 15,0 0-21-15,0 0-21 0,24 9-13 16,-12-7-22-16,-1 3-12 0,1-4-16 0,-12-1-11 16,23 2-11-16,-10-4-11 0,-13 2-7 15,23-1-8-15,-12-4-10 0,-2 2-5 0,-1-5-31 16,-4 0-32-16,0 0 0 0,-4 1 0 16,-8-3 0-16,0 4 0 0,-7-2 0 0,-2 5 0 15,-4 3 0-15,-7 3 0 0,-8 5 0 16,-3 4 0-16,3 3 0 0,5 5 0 15,1 2 0-15,5 0 0 0,7 0 0 16,5-1 0-16,6-4 0 0,3 0 0 0,3-3 0 16,2 1 0-16,9 1 0 0,4-1 0 15,6 3 0-15,8-4 0 0,5 1 0 0,1-3 0 16,5-5 0-16,-5 1 0 0,-5-4 0 16,-9 0 0-16,-1 0 0 0,-8-2 0 0,3 1 0 15,-4-3 0-15,-3 2 0 0,-7-2 0 16,10 2 0-16,-10-2 0 0,0 0 0 0,0 0-494 15,-25 6-512-15,6-4 93 0,-8 1-1052 16,-11 2-1384-16</inkml:trace>
  <inkml:trace contextRef="#ctx0" brushRef="#br0" timeOffset="51788.97">25951 7354 5703 0,'-15'-7'-30'16,"2"5"18"-16,-7 4 34 0,-4 1 36 15,-6 8 39-15,-4 2 42 0,0 2 20 0,6 2 5 16,-1 5-8-16,5 2-18 16,3 2-6-16,1-1-10 0,7 1-11 0,6-2-12 15,2-5-9-15,4-1-12 0,2 0-5 16,8-3-5-16,0 1-8 0,7-5-2 0,2 0-9 15,3-4 1-15,6-4-8 0,2-3-6 16,7-3-1-16,2-5-7 0,0-3 4 0,-3-1-7 16,-8-4 3-16,2 1-4 0,-10 6 12 15,-3 1 11-15,-5 1 17 0,-2 2-1 0,2 0 0 16,-4 1-6-16,-1 3-30 0,-6 1-27 16,0 0 0-16,0 0 0 0,11 12 0 15,-10-6 0-15,4 1 0 0,1 3 0 16,-3-4 0-16,5 2 0 0,1 1 0 0,5 1 0 15,-1-2 0-15,3-4 0 0,-2 1 0 16,8 0 0-16,-8-2 0 0,4-3 0 0,1 0 0 16,0-4 0-16,-4 2 0 0,4-3 0 15,-3-1 0-15,-2 0 0 0,-2 0 0 0,1-4 0 16,-1 0 0-16,1-2 0 0,3-2 0 16,-7-3 0-16,8-5 0 0,0-4 0 0,-4-2 0 15,5 1 0-15,-2 2-97 0,-3 7-208 16,-4 5-86-16,3 4-95 0,-7 2-70 15,3 4-66-15,-5 2-111 0,-3 1 7 16,0 0 60-16,0 0-562 0,0 0-689 16</inkml:trace>
  <inkml:trace contextRef="#ctx0" brushRef="#br0" timeOffset="52971.51">26649 7449 3153 0,'5'3'-86'0,"3"0"67"16,-5 0 64-16,-3-3 69 0,9 6 49 15,-9-6 43-15,5 3 32 0,-5-3 29 0,0 0 18 16,0 0 30-16,0 0 0 0,20 0-3 15,-20 0-9-15,0 0-15 0,22-6-21 0,-10 2-25 16,-1-1-26-16,2-1-22 0,3 0-17 16,-2-2-18-16,2 2-16 0,-1-3-13 0,1-1-15 15,-4 0-8-15,-1-1-13 0,-2 2-11 16,-4-2-10-16,-1 1-12 0,-2 4-8 16,-2 6-6-16,0 0-7 0,-13-10-1 15,13 10-5-15,-23 3-16 0,8 3-18 0,-4 1 0 16,-1 1 0-16,-4 9 0 0,3 1 0 15,4-3 0-15,2 0 0 0,4 0 0 0,-1-1 0 16,4 1 0-16,5-2 0 0,1-1 0 16,2-2 0-16,2 1 0 0,-1-1 0 15,7-1 0-15,1-1 0 0,1-4 0 0,5 2 0 16,1-2 0-16,-2-3 0 0,4-1-11 16,0-3-65-16,2-1-5 0,-1-1 1 0,2-1 6 15,0-4 5-15,-4 1 8 16,2-2 8-16,-2-2 8 0,-4 1 5 0,1-3 8 15,-1 3 6-15,-4 0 18 0,0 5 13 16,-4 0 8-16,3 1 0 0,-6 1-2 0,-2 5-3 16,0 0 1-16,0 0 2 0,0 0 5 15,0 0 0-15,0 0-9 0,-12 22 4 0,9-11-4 16,-1-1 3-16,-1 1-7 0,5-3 2 16,-1 1-2-16,1-2 6 0,0-7-2 0,3 13 2 15,2-8-3-15,0-1 4 0,-5-4 5 16,17 0-7-16,-17 0 0 0,25-5 2 15,-11-3-4-15,2 0 0 0,4-3-4 0,-3 0 6 16,2-1 0-16,-3 0 4 0,-2 1 0 16,-3 3 15-16,0 2 1 0,-4 2-6 15,0 0 0-15,-7 4-3 0,0 0 5 0,0 0 0 16,4 18-1-16,-8-5 2 0,-3 7 1 16,-4 12 3-16,-7 10 42 0,1 1-39 0,-2 2-32 15,4-2 0-15,2-8 0 0,-1-1 0 16,1-2 0-16,0 1 0 0,-3-3 0 0,3-4 0 15,1-6 0-15,3-4 0 0,2-3 0 16,-3-1 0-16,-1-3 0 0,-1-2 0 16,-1 0 0-16,0 0 0 0,-1-6 0 0,-1 3 0 15,-1-4 0-15,2 0 0 0,14 0 0 16,-27-2 0-16,13-1 0 0,3-2 0 16,2 0 0-16,-2-1 0 0,8-4 0 0,1 0 0 15,4-4 0-15,10-5 0 0,13-15 0 16,9-4 0-16,7-3 0 0,20-12-167 0,6-2-69 15,6-2-12-15,6 3 0 0,7-4-1 16,2 5 8-16,2 1 20 0,-4 4 19 16,-7 3 18-16,-8 4 16 0,-22 9 19 0,-6-1 19 15,-9 6 15-15,-13 2 27 0,-6 7 30 16,-10 0 21-16,1 7 24 0,-6 0 13 16,-2 2 14-16,-4 1 22 0,-1 3 12 0,-2 1 15 15,-5 3 12-15,-1 1 11 0,-2 3 10 16,-6 5 7-16,-8 6 1 0,1 6 0 0,-6 6 6 15,1 1-15-15,3 4-1 0,3 3-11 16,3 0 2-16,6-5-15 0,2 2-7 16,4 0-4-16,3-1-9 0,3 1-2 0,5-5-1 15,3-4-33-15,2-2-2 0,-1-2-11 16,9-1-23-16,-1 1-17 0,5-6-17 0,-1-5-15 16,2-1-13-16,4-2-6 0,4-4 6 15,9-10 4-15,4 3 7 0,1-9 9 0,7-4 7 16,-5-6 6-16,2 0 14 15,-3-3 19-15,-2-2 18 0,-6 0 26 0,-5 7 23 16,-1 0 27-16,-6 2 28 0,-2 5 11 16,-5 5 30-16,-3 0-6 0,-1 3-7 0,-3 4-11 15,0 2-4-15,-4 3 5 0,0 0-5 16,0 0-9-16,-18 22-7 0,2 2-12 0,-4 2-7 16,-5 13-8-16,1 4-5 0,1 2-9 15,0 1-5-15,5 0-6 0,-2 1-3 0,5-5-22 16,3-6-24-16,3-2 0 0,3-2 0 15,0-5 0-15,2-7 0 0,4-3 0 0,0-3 0 16,-1-2-65-16,1-3-51 0,0-1-30 16,1-2-46-16,-1-6-49 0,8 2-57 0,-8-2-69 15,0 0-57-15,17-9-60 16,-9 0-62-16,6-3-63 0,0-3-71 0,4-8 51 16,0 2-525-16,-2 3-622 0</inkml:trace>
  <inkml:trace contextRef="#ctx0" brushRef="#br0" timeOffset="53605.78">27975 7582 2983 0,'0'-12'-58'15,"-1"3"56"-15,-2-2 49 0,1 2 47 16,-4-1 41-16,5-1 23 0,-3-1 15 0,2 0 1 16,-2-2 4-16,4 5-4 0,-1-3-10 15,-1 0-12-15,0 5-15 0,2 0-16 0,-2 0-13 16,2-1-11-16,0 8-11 16,-5-10-9-16,5 10-21 0,-2-7-27 0,2 7-26 0,0 0-27 15,0-6-32-15,0 6-40 16,0 0-37-16,0 0-34 0,0 0-16 0,0 0 3 0,0 0 3 15,2-7 0-15,-2 7-1 16,7-7 6-16,-2 2 14 0,3-3 23 0,-1-2 39 16,1-1 38-16,0-3 46 0,-1 0 43 15,-1 1 41-15,-3-1 45 0,4-1 33 0,-3 4 31 16,-3 1 24-16,3 2 4 0,-2 0-6 16,-2 8-14-16,4-8-2 0,-4 8 10 15,0 0 9-15,0 0-8 0,-11 22-16 0,2-4-15 16,-4 10-14-16,0-2-14 0,1 7-20 15,0-1-7-15,-2 3-15 0,3-5-17 16,-1 2-31-16,-1-3-34 0,3-7-38 16,5-2-39-16,-2-2-37 0,4-3-39 0,-3-3-46 15,2 0-37-15,3 1-10 0,1-5 1 16,0-2 6-16,1-2 16 0,-1-4 21 0,0 0 22 16,11 1 31-16,-11-1 37 0,0 0 44 15,13-18 39-15,-10 7 42 0,3-6 32 0,-4-2 33 16,1-5 20-16,1 1 18 0,2-11 12 15,0 8 11-15,-2 3 9 0,-1 6 7 0,-3 1-17 16,4 3-12-16,-4 3-17 0,2 1-12 16,0 0-9-16,-2 2-16 0,2 1-11 0,-2 6-7 15,3-11 3-15,-3 11 15 16,9-5-12-16,-9 5 1 0,0 0 8 0,0 0 6 16,0 0 24-16,20 18 7 0,-15-5 4 15,-4 4 3-15,-1 5-10 0,-1 2-3 16,-6 11-10-16,0 1-4 0,-2-3-12 0,-4 2-8 15,6-2-9-15,-4-2-9 0,-1-2-23 16,5-4-23-16,-1-8-45 0,5-2-46 0,-3-1-60 16,1-2-53-16,3 0-46 0,2-3-53 15,-1-1-51-15,2-2-53 0,-1 0-53 0,0-6-66 16,7 5-79-16,-7-5-84 16,0 0 57-16,0 0-497 0,0 0-581 0</inkml:trace>
  <inkml:trace contextRef="#ctx0" brushRef="#br0" timeOffset="53788.78">27952 7652 2961 0,'0'0'75'16,"-3"-12"101"-16,-1 7 63 0,4 5 58 0,-5-7 49 16,5 7 41-16,-2-8 22 0,2 8-2 15,0 0-17-15,0-10-28 0,0 10-30 16,9-8-33-16,-2 2-31 0,1 2-27 0,1-1-27 16,1 1-32-16,1 3-49 0,3-2-68 15,-1 1-94-15,0 0-99 0,1 2-108 0,-1 0-125 16,0 0-125-16,0 2-135 0,3-2-194 15,-1 2 69-15,1-2 77 0,-4 0-587 16,2 0-716-16</inkml:trace>
  <inkml:trace contextRef="#ctx0" brushRef="#br0" timeOffset="54623.59">29084 7713 3733 0,'-13'2'112'0,"13"-2"37"0,0 0 29 0,0 0 15 16,0 0 6-16,0 0-2 0,0 0-13 15,0 0-21-15,0 0-15 0,0 0-16 16,0 0-14-16,0 0-15 0,40-9-16 0,-27 6-15 15,-1 3-17-15,1-4-15 0,-1-2-12 0,3 2-9 16,-2-4-1-16,-2 1-4 0,-1-5 0 16,0 0 3-16,-5-1-2 0,1 1 6 15,-4 1 0-15,0-1 1 0,-6 0-2 0,-2 1-2 16,-6 4 0-16,-1-2 2 0,-6 6 1 16,-3-1 9-16,-7 6 7 0,-11 5 11 15,2 3 11-15,0 4 6 0,-7 7 9 0,8 1 1 16,6-4 1-16,4 6 17 0,7-5-3 15,1 6-2-15,8-7-12 0,0 1-9 16,8-1-6-16,3-1-1 0,2 0-11 0,5 0-2 16,5 0-19-16,6 3-20 0,4-6-36 15,-1-6-35-15,13 3-39 0,2-2-46 0,4-6-59 16,1-3-79-16,0-2-75 0,2-3-67 16,-6-4-76-16,1 0-71 0,-2-5-85 0,-3-3 39 15,-1-1-500-15,-2-2-591 16</inkml:trace>
  <inkml:trace contextRef="#ctx0" brushRef="#br0" timeOffset="55008.83">29665 7378 3103 0,'0'-12'58'15,"0"0"78"-15,-2 1 50 0,0 3 52 0,2 8 25 16,-1-10 3-16,1 10-3 0,0 0 10 16,0 0 31-16,-22 14-8 0,11 3-13 15,-6 13-24-15,-4 13-20 0,0 1-21 0,-2-2-18 16,5 4-14-16,-4 1-19 0,5-5-15 15,-2 1-14-15,4-8-12 0,2-2-16 0,-1-1-9 16,5-10-13-16,-1-4-7 16,5-3-8-16,-2-2-10 0,4-2 0 0,-1-1-10 15,2 0-7-15,-2-5-15 0,4-5-17 16,-1 5-18-16,1-5-13 0,0 0-8 0,0 0 0 16,0 0-9-16,0 0-1 0,0-23 2 15,-2 14 2-15,0 0-1 0,-2 1 2 0,-2 1 8 16,-4 0 0-16,3 4 2 0,-4 3-4 15,-3 0 6-15,-2 3 1 0,0 1 0 0,1 3 0 16,-1 1 2-16,2 4 4 0,1-1 1 16,4 0-2-16,2 0-4 0,0 1-13 15,4-2-26-15,1-3-27 0,4 4-32 0,1-2-36 16,6-1-40-16,0-2-50 0,2-2-61 16,3 0-63-16,2-4-49 0,4 0-59 15,1 0-61-15,15-8-100 0,2-1-8 0,0-3-506 16,-1 0-615-16</inkml:trace>
  <inkml:trace contextRef="#ctx0" brushRef="#br0" timeOffset="55423.75">29704 7765 2935 0,'0'-4'-34'0,"0"4"54"15,0 0 46-15,0 0 47 0,0 0 40 0,-37 8 23 16,24-3 13-16,-1 3-1 0,3 0-12 16,2 4-17-16,-5 0-14 0,3-1-13 0,4 2-14 15,3-1-13-15,-1-2-11 16,5-2-9-16,2 1-13 0,1-3-12 0,2 0-11 0,5-1-7 15,1-3-15-15,3-1 2 16,0-1-4-16,-14 0-3 0,33-3-2 0,-16-1-4 16,1-1 11-16,-2 1 10 0,-2-3 13 15,1 1 22-15,-6 1 15 0,1 2 14 0,0-1 11 16,-10 4 3-16,13-3-2 0,-13 3 2 16,0 0 20-16,4 12 17 0,-4-12 12 0,-8 20 9 15,-3-1 16-15,-2 12 16 0,-8 8 18 16,3-7-4-16,-4 7-18 0,1 2-8 15,-2-3 5-15,3-8-70 0,5 1-128 16,-4-5 0-16,1-2 0 0,0 1 0 0,0-5 0 16,2-1 0-16,0-5 0 0,1-3 0 15,2 0 0-15,-2-4 0 0,-3 0 0 16,-2-2 0-16,-1-2 0 0,-1-2 0 0,2-1 0 16,-1-1 0-16,-4-2 0 0,5-2 0 15,0-4 0-15,2-1 0 0,6-5 0 0,-6-10 0 16,12 5 0-16,5-1 0 0,2-3-363 15,5 2-204-15,2-8-98 0,7 3-118 0,3 2-28 16,4 0 72-16,-1 4-711 0,8 4-899 16</inkml:trace>
  <inkml:trace contextRef="#ctx0" brushRef="#br0" timeOffset="56072.85">29974 7914 3796 0,'0'0'32'15,"0"0"82"-15,8-3 37 0,-8 3 43 16,0 0 16-16,0 0 35 0,0 0 15 0,0 0 1 16,0 0-10-16,0 0-11 0,7-8-21 15,-7 8-20-15,13-4-21 0,-1 1-22 0,-1-1-13 16,3-1-14-16,3 0-12 16,-1-2-20-16,2 0-17 0,0-3-13 0,-2 0-12 15,2-5-6-15,3-3-3 0,-6 1-6 16,-3 0-6-16,1 0-4 0,-8-1-1 0,3 4-1 15,-4 2-2-15,-2 3-8 0,-4 1-6 16,2 8 3-16,-12-8-4 0,12 8-2 0,-25 4-3 16,7 0 4-16,-1 6-5 0,-8 5-1 15,4 2 3-15,6-4 12 0,3 2-17 0,3-4-2 16,4 1-1-16,-1 2 2 0,4-4-1 16,2 1 5-16,2-1 7 0,2-1-12 0,6-3 5 15,-1 1-1-15,11-3 4 0,0-1-2 16,4-3-1-16,4 0-20 0,12-5-11 15,2-4-14-15,4-1-3 0,5-9 0 16,3 2 2-16,2-5 9 0,-5-5 4 0,-1-2 7 16,-5 0 3-16,1-6 10 0,-8 4 8 15,-1 2 15-15,-12 6 10 0,-6 8 16 16,-6 3 12-16,-1 2-3 0,-5 3-4 0,-3 2-9 16,-2 5-7-16,0 0 6 0,0 0-10 15,0 0-3-15,-30 13-1 0,17-1-2 0,0 4-4 16,-5 6 3-16,3-3-3 0,5-2 15 15,3 4 12-15,-1-3 23 0,5 1 22 0,1 1 15 16,2-1-42-16,-3 1-61 0,6 2 0 16,-1 0 0-16,0-3 0 0,-1-1 0 15,-1-1 0-15,0 1 0 0,0-3 0 16,-1 4 0-16,-3-3 0 0,-4 3 0 0,-4-4 0 16,-7 7 0-16,-3-3 0 0,-3 1 0 15,-6-5 0-15,-1-1 0 0,-5-4 0 0,-3-1 0 16,4-1 0-16,0-3 0 0,6-1 0 15,5-1 0-15,2-3 0 0,2 0 0 0,2-3 0 16,-2-2 0-16,4-1 0 0,2 0 0 16,2 2 0-16,-1-3-333 0,5 2-584 0,1-2-3 15,2 4 76-15,0-3-917 16,6 6-1191-16</inkml:trace>
  <inkml:trace contextRef="#ctx0" brushRef="#br0" timeOffset="57204.03">25265 5325 4453 0,'-9'2'-211'0,"9"-2"66"15,-11 0 48-15,11 0 55 0,0 0 51 16,0 0 35-16,0 0 18 0,-12-5 8 16,12 5 9-16,7-14 7 0,5 4 4 15,1-5 4-15,10-9-5 0,2 3-4 0,11-6-5 16,4-5-8-16,0 2-6 0,7-1-10 15,11-4-1-15,15-6-11 0,1 1-4 16,6-3-5-16,5 3-3 0,3 3-6 0,5 2-1 16,5 4-3-16,-5 4 0 0,2 1-2 15,-23 9-5-15,0 2 8 0,-8 2 17 0,-5 1 10 16,-15 6 9-16,-8-1 16 0,-7 2 12 16,-6 0 5-16,-6 1 7 0,-2 0 3 15,-4 0-1-15,3 4-9 0,-7-3-5 16,2 2-15-16,2 1-9 0,-11 0-2 0,14-3-5 15,-14 3-9-15,13-2-9 0,-13 2-26 16,7-2-30-16,-7 2-34 0,0 0-53 0,0 0-68 16,11 6-87-16,-11-6-82 0,0 0-94 15,0 0-125-15,0 0-133 0,-13 9 52 0,13-9-463 16,-18 4-575-16</inkml:trace>
  <inkml:trace contextRef="#ctx0" brushRef="#br0" timeOffset="57506.7">26654 4572 3124 0,'-2'-9'31'0,"1"1"32"16,1-2 24-16,0 10 16 0,0-10 8 0,0 10 16 16,0 0 11-16,13-1 2 15,-13 1 5-15,23 11-9 0,-8 1-10 0,8 9-12 16,-2 0-5-16,-4 5 2 0,2-1 0 0,-5 6-1 15,-3-6 0-15,-6 0-2 0,-1-3 2 16,-2-5 0-16,-4 2-10 0,-4 1-4 0,1 1-4 16,-4-1-10-16,-2-3-7 0,2 0-10 15,0 1-7-15,-3-3-4 0,1 1-8 16,-2-4-29-16,3 0-39 0,-1-3-51 16,-3-1-56-16,3 1-77 0,-2-3-76 0,3-2-83 15,-1-1-110-15,1-3-151 0,0 2 4 16,10-2 49-16,-15 0-324 0,15 0-378 15</inkml:trace>
  <inkml:trace contextRef="#ctx0" brushRef="#br0" timeOffset="59587.61">27495 4189 2421 0,'2'-18'33'0,"0"3"39"0,-2 0 46 0,2 1 49 16,-4 1 33-16,2 4 24 0,2 0 13 16,-2 1-1-16,0 1-21 0,0-3-19 0,0 10-24 15,0 0-18-15,0 0-11 0,0 0-5 16,0 0-9-16,-13 39-7 0,2-7-7 15,4 8 6-15,-2 7-1 0,-1 6-3 16,0-1 1-16,3 2-8 0,2-3-2 0,0-8-9 16,1 0-10-16,2-3-10 0,-1-5-8 15,-1 0-4-15,2-10-12 0,2-2-1 16,-2-8-5-16,2-1 1 0,0-2-7 0,0 0-1 16,0-5-2-16,2 3 3 0,-2-10 0 15,4 8-19-15,-4-8-8 0,0 0 2 0,0 0-4 16,0 0 11-16,0 0-15 0,0-25-5 15,-6 11-4-15,3-3-4 0,-8-2 6 0,4 1-3 16,-6 2-3-16,-1 2 0 0,-1 1-1 16,-4 5-1-16,-2 4-1 0,-5 4 2 15,-11 4 1-15,-1 4 2 0,4 2-1 0,2 1-2 16,3 3-1-16,10 0-2 0,4-2 3 16,6 0 2-16,2 0-3 0,3 0-2 15,2-2 11-15,4-1-5 0,4-1 0 16,0 1 1-16,5-1 3 0,2-3-2 0,3 1-1 15,2-1-2-15,2-4-4 0,1 1 7 16,2-2-26-16,-2 0-40 0,5-2-48 0,-1 1-54 16,0-3-80-16,0 1-65 0,9-2-67 15,-5-2-82-15,3-2-89 0,-3 4-118 16,3-5 51-16,-1 2-422 0,-1-5-511 0</inkml:trace>
  <inkml:trace contextRef="#ctx0" brushRef="#br0" timeOffset="59920.15">27727 4518 2752 0,'-6'-7'5'0,"5"2"48"16,1 5 42-16,-12-7 31 0,12 7 18 16,-10-3 15-16,10 3 10 0,0 0 8 0,-20 13-11 15,14-4 0-15,0 3-11 0,0 1-11 16,3 3-10-16,-1-1-15 0,4-1-11 0,0 1-7 16,0 1-9-16,4 0-5 0,-1-1-9 15,5-3-5-15,0 0-6 0,1-3-4 0,2-1-5 16,1-4-2-16,3-1-9 0,1-1-5 15,-1-4-4-15,4-1-5 0,2-3-2 16,-2-2 1-16,-2-2-5 0,0-1 7 16,-1-1 6-16,-5-3-5 0,1-1-2 15,-7-2-2-15,-1 1-1 0,-2-2-3 0,-2-1-7 16,-2 3-3-16,-2 0-3 0,-1 3-2 16,-2-1-3-16,0 3-8 0,0 2-15 0,-4 3-21 15,-2 4-26-15,2 1-37 0,11 2-42 16,-25 2-55-16,14 1-59 0,-1 0-64 0,-1 3-89 15,1 0-86-15,5-2-131 0,1-1 45 16,3 1-333-16,3-4-394 0</inkml:trace>
  <inkml:trace contextRef="#ctx0" brushRef="#br0" timeOffset="60087.89">28181 4307 2387 0,'1'-8'-68'15,"-1"2"21"-15,0 6 27 0,0-9 17 16,0 9 2-16,2-6-1 0,-2 6-1 0,0 0-12 16,0 0-11-16,0 0-19 0,0 0-22 15,0 0-37-15,0 0-32 0,0 0-39 0,0 0-42 16,0 0-279-16,0 0-2 0</inkml:trace>
  <inkml:trace contextRef="#ctx0" brushRef="#br0" timeOffset="60537.55">28227 4317 1334 0,'0'0'19'16,"0"0"25"-16,13-4 20 0,-13 4 18 16,0 0 12-16,3-4 4 0,-3 4 4 0,0 0-6 15,0 0-1-15,0 0-7 0,2-8-1 16,-2 8 4-16,0 0-2 0,0 0 3 0,0 0 1 16,0 0 2-16,0 0 1 0,-11-8 3 15,11 8 4-15,0 0-4 0,0 0-8 16,-30 10 8-16,19-4-2 0,0-2-4 0,0 2-6 15,2 0-9-15,1-3-7 0,-2 3-10 16,3 2 3-16,0-4-11 0,-2 4 1 16,4-2-3-16,-1 1-4 0,1 1 1 15,3 0 2-15,-4 0-8 0,6-1 13 0,-1 1 6 16,1 3 6-16,0-1 1 0,1 4-4 16,3-2 0-16,2 3 2 0,1 0 2 0,0 4 3 15,5-1 2-15,-1-2-4 0,5 7-6 16,-3-4-5-16,-2-1 9 0,1-3 5 0,-1 2 7 15,0-3 16-15,-6-2 11 0,1-2 11 16,-3 0 5-16,1 0 17 0,-4-1 9 16,-2 0 6-16,2-9-1 0,-7 13-9 15,-1-6-13-15,-2-2-10 0,1-1-8 16,-4 1-8-16,-5-4-17 0,3 1-8 0,-2-2-12 16,-2-2-4-16,-2-1-10 0,0-2-24 15,0-2-26-15,1-3-56 0,-2 1-50 0,7-1-60 16,2 1-67-16,-1 0-80 0,3 2-87 15,3-1-97-15,3 2-123 0,-2-2-120 0,5 2 57 16,2 1-502-16,0 5-647 0</inkml:trace>
  <inkml:trace contextRef="#ctx0" brushRef="#br0" timeOffset="62036.43">27951 4509 3000 0,'0'0'-141'0,"0"0"29"16,0 0 47-16,0 0 46 0,0 0 42 16,0 0 30-16,0 0 18 0,20 12 14 0,-12-8 10 15,-8-4 20-15,13 9 10 0,-6-5-1 16,2 0 2-16,-9-4-4 0,15 7-5 16,-8-3 2-16,-7-4-4 0,14 4-5 15,-9 0-11-15,-5-4-5 0,11 2-7 16,-11-2-6-16,0 0-8 0,0 0-8 0,27-6-9 15,-17 4-9-15,-2-4 0 0,1-1-3 16,-2 1-9-16,2 2-1 0,-6-2-6 0,-3 6-1 16,11-8-4-16,-7 2 2 0,-4 6-5 15,9-5 1-15,-9 5-4 0,0 0-3 0,5-7-4 16,-5 7-1-16,0 0-4 0,0 0 3 16,0 0-1-16,0 0 1 0,0 0-7 15,0 0 0-15,0 0 5 0,0 0-5 0,0 0 2 16,0 0-2-16,0 0-2 0,0 0-2 15,0 0 6-15,0 0-3 0,0 0-2 0,0 0-9 16,0 0 1-16,0 0-2 16,0 0 1-16,0 0-2 0,0 0 7 0,0 0-4 15,13 0-6-15,-13 0-3 0,0 0 0 16,0 0 4-16,0-11 1 0,0 11 0 0,-4-11 0 16,4 11 1-16,-3-10 0 0,1 5 4 15,2 5 1-15,-9-7 2 0,9 7-2 16,-22-3-1-16,22 3 6 0,-38 7 1 0,8 3 2 15,-2 2 0-15,3 3 4 0,0-1 0 16,6 3 3-16,-2 2-3 0,10-1 8 0,3-5 1 16,3 2-5-16,4-1 1 0,3-2 4 15,0 2-1-15,4-2 5 0,2 0-5 16,1 2 9-16,1-6-5 0,1 4 0 16,3-1-1-16,-1 0 0 0,6 0-7 0,1-1-1 15,0-2-22-15,-3-1-25 0,-1 0-55 16,2 0-78-16,3-2-69 0,-3-2-93 15,-3-1-104-15,5 0-166 0,-2-2 43 0,-2-2-292 16,5 0-337-16</inkml:trace>
  <inkml:trace contextRef="#ctx0" brushRef="#br0" timeOffset="63136.75">28429 4417 2442 0,'0'0'86'0,"0"-14"30"0,2 7 29 16,-2-1 25-16,0 8 22 16,0 0 7-16,0-11 4 0,0 11-12 0,0 0-18 15,0-9-12-15,0 9-14 0,0 0-6 16,0 0 16-16,0 0-4 0,0 0-10 15,0 0-14-15,0 0-9 0,0 0-11 0,0 0-12 16,0 0-10-16,0 0-9 0,-2 28-6 16,2-28-5-16,0 10-10 0,0-10-3 0,2 12-7 15,-2-6-3-15,0-6-5 0,0 13-4 16,0-8-3-16,0-5 0 0,2 11-6 0,-2-11-3 16,2 13-1-16,-2-13 2 0,0 9 10 15,0-9 10-15,1 10-3 0,-1-4-2 0,0-6-1 16,2 9-8-16,-2-9-1 0,0 11-3 15,0-4-2-15,0-7-1 0,2 14-3 16,-2-8-2-16,0-6-3 0,2 12 2 0,-2-7-2 16,0-5-1-16,2 10 1 15,-2-10 1-15,2 7 22 0,-2-7 31 0,0 0 15 16,0 0-1-16,0 0 1 0,0 0-10 16,30-11-4-16,-14-1-8 0,-1-1-3 0,0 2-16 15,-4 0-1-15,4 1-1 0,-1 2-10 16,-5 1-2-16,2 1-10 0,-4 3-2 0,-7 3 0 15,0 0-3-15,18 9 0 0,-9-2 1 16,-6 4-1-16,3 2 1 0,-4 2 2 16,1 3 0-16,-3-1 6 0,4-1-12 15,-2 1 3-15,-2-1 1 0,0 0-5 0,2-3 0 16,-4-1 3-16,2-1 0 0,0 1-9 16,0-4 3-16,0 1 3 0,-2-1-10 15,2-8 0-15,0 12-11 0,0-12-11 0,0 0-29 16,4 7-16-16,-4-7-13 0,0 0-10 15,0 0-1-15,23-19-2 0,-14 11 1 0,1-3-6 16,1 5 6-16,-3-2 9 0,-4 4 7 16,4-1 4-16,-4 1-2 0,-4 4 6 0,9-5 1 15,-9 5 8-15,0 0 4 0,0 0-4 16,0 0-10-16,17 5-18 0,-17-5-18 0,8 5-21 16,-5-1-32-16,-3-4-47 15,6 4-48-15,-6-4-53 0,6 4-66 0,-6-4-82 16,0 0-128-16,0 0-13 0,0 0-377 15,21-5-449-15</inkml:trace>
  <inkml:trace contextRef="#ctx0" brushRef="#br0" timeOffset="63369.79">29088 4093 2627 0,'10'-36'11'16,"-5"2"40"-16,1 6 32 0,-4 4 35 15,0 2 40-15,0 3 31 0,-2 5 7 0,0 2-15 16,1 0-22-16,-1 4-16 0,0 2-18 15,0 6-15-15,0 0-9 0,0 0-7 16,0 0-9-16,-11 36-9 0,1-7-3 0,3 2-8 16,-4 5-7-16,1-1-3 0,-2 3-5 15,1-1-22-15,1-3-32 0,1 3-43 16,-2-3-59-16,1-4-63 0,0 3-76 0,-1-10-83 16,4-4-118-16,-1-1-137 0,0-6 34 15,5-1-254-15,-1-5-289 0</inkml:trace>
  <inkml:trace contextRef="#ctx0" brushRef="#br0" timeOffset="63603.98">29444 3912 2415 0,'0'0'81'0,"-3"-12"6"15,3 12 10-15,0 0 33 0,0 0 17 0,0 0 17 16,-25 24 12-16,15-6 17 0,-7 16 4 15,-2 11 7-15,-4 5-7 0,0 1-16 0,0-2-17 16,1 5-15-16,-1 1-15 0,0-3-12 16,0 4-13-16,2-3-10 0,0-3-45 0,0-3-74 15,1-3-81-15,-2-1-86 0,8-11-84 16,0-1-113-16,2-6-119 0,1-6-97 16,1-8 46-16,9-1-290 0,-3-3-328 0</inkml:trace>
  <inkml:trace contextRef="#ctx0" brushRef="#br0" timeOffset="63776.05">29050 4616 2553 0,'0'0'202'16,"-7"-9"53"-16,7 9 32 0,-4-7 30 15,4 7 33-15,0 0 18 0,-2-8-5 16,2 8-33-16,0 0-32 0,6-12-33 0,1 6-26 16,2 2-32-16,5-3-41 0,3-1-62 15,2 0-77-15,2 3-84 0,3-2-98 0,7-3-115 16,-3 5-107-16,8-4-98 0,1 4-138 15,3-2-78-15,2 0 61 0,-4 4-412 16,4-1-515-16</inkml:trace>
  <inkml:trace contextRef="#ctx0" brushRef="#br0" timeOffset="64636.65">30027 4545 3219 0,'-11'-7'187'15,"1"3"16"-15,4-2 15 0,6 6 17 16,-11-4 6-16,11 4-14 0,0 0-19 16,0 0-20-16,0 0-8 0,0 0-11 0,-21 14-12 15,14-3-19-15,-1 3-8 16,-2 3-11-16,1-1-11 0,-2 1-4 0,-7 6-13 16,4-5-7-16,-6 2-3 0,5-3-7 15,-8 0-5-15,6-3-6 0,0-2-2 0,0-4-2 16,4-1-15-16,-3-2-2 0,3-1-3 15,3-2-10-15,10-2-7 0,-20-7-18 16,11-3-12-16,5 1-4 0,4-8-4 0,2-7-3 16,9-9 4-16,1 1-2 0,2 3 0 15,3 2 1-15,0 4-3 0,-4 8 4 0,-1 5-3 16,0 2-1-16,-5 4 6 0,0 3 3 16,-7 1 6-16,18 5 5 0,-11 3 1 15,3 0 0-15,1 3 1 0,2 5 1 16,-1-1 0-16,-1 1 1 0,9 5-1 0,-5-4-1 15,0-3 2-15,0-1 2 0,1-1-3 16,-3-4 1-16,1 0-1 0,0-3 2 0,-1-4-5 16,1-1-13-16,4-1-16 0,2-4-11 15,9-10-13-15,-1-1-12 0,1-6-15 16,3-8-9-16,1-3-15 0,-1-6-8 0,0-6-5 16,1-4-10-16,7-18 4 0,-9 13 16 15,5-18 6-15,-7 11 9 0,-5 1 12 0,-3 2 15 16,-4 6 13-16,-6 14 25 0,-4 7 22 15,-2 8 4-15,-3 2 4 0,-4 9-3 0,1 4 3 16,-6 4-1-16,7 4 10 16,-22 7-3-16,-1 10 6 0,-4 7 7 0,-3 14 2 15,3-1 2-15,0 9-1 0,7-3 0 16,2 4-1-16,3-2 3 0,7-8-4 16,2-1-2-16,3 0 2 0,3-6-1 0,2-4-4 15,3 6-1-15,3-6 1 0,0-8-3 16,1-2 2-16,4-1-2 0,-1-4-3 0,1-3 1 15,5-5-1-15,-2-1-12 0,2-2-5 16,5-7-11-16,5-5-2 0,5-3-1 0,5-11 2 16,-2-6 3-16,0-4-1 15,1-8-2-15,-3-2 6 0,2-5-3 0,5-18-3 16,0-1 6-16,-3 0-2 0,-11 17 4 16,0 4 1-16,-13 15 15 0,-3 5 12 0,0 7-1 15,-6 8-3-15,-5 5-2 0,-4 7 0 16,4 2 10-16,0 0 1 0,-36 34 9 15,10 2 18-15,-1 4 6 0,-2 9 4 0,2 5 12 16,1 4 9-16,-1 1-2 0,5 1-6 16,0 0-6-16,5 3-3 0,4-2-10 0,4-1-1 15,0-6-6-15,8-9-7 0,-1-6-10 16,2-8-36-16,2-4-46 0,1-2-48 16,2-8-60-16,-3-1-63 0,5-3-87 0,0-4-81 15,1-6-89-15,4 1-76 0,3-6-76 16,0-5 21-16,14-5-406 0,0-8-491 15</inkml:trace>
  <inkml:trace contextRef="#ctx0" brushRef="#br0" timeOffset="64936.02">31035 4429 2624 0,'7'-15'-59'0,"-4"9"51"0,-3-2 42 15,0 8 43-15,0 0 49 0,-17-4 51 0,17 4 27 16,0 0 9-16,-34 14 6 0,19-2-3 16,-1 0-10-16,0 2-11 0,5 1-3 0,-2 2-10 15,1-1-18-15,1-1-13 0,2 2-15 16,4-3-16-16,0-1-8 0,3-1-7 15,0-3-9-15,4-1-8 0,4 0-3 0,4-1-8 16,-1-5-14-16,5 0-3 0,-1 0-5 16,6-4-7-16,-2-1-3 0,0-1 1 15,0-2-10-15,1-2 15 0,-2-3-2 16,-2-1 9-16,-3-4-7 0,-1 1-5 0,-2-2-2 16,-5 1-7-16,1-1-5 0,-2 5-3 15,-2 0-3-15,-2 0-9 0,-2 2-8 0,-1 2-22 16,-3 2-28-16,-4 1-43 0,0 2-55 15,-2 3-65-15,-1-2-76 0,-1 6-92 16,0 1-112-16,0 0-145 0,3 0-56 0,1 0 55 16,5 0-381-16,3-1-487 15</inkml:trace>
  <inkml:trace contextRef="#ctx0" brushRef="#br0" timeOffset="65336.42">31175 4489 2745 0,'0'0'20'0,"0"0"42"0,7 3 42 15,-7-3 40-15,0 0 31 0,0 0 11 0,0 0 0 16,0 0-12-16,0 0-15 0,0 0-14 16,0 0-11-16,0 10-11 0,0-10-15 0,2 9-9 15,0-2-8-15,1 0-11 0,-3-7-9 16,9 16-4-16,-5-8-8 0,1 0-5 0,1 0-5 16,1-2-8-16,-1 1 1 15,0-1-1-15,0-2-2 0,-6-4 0 0,11 5 1 16,-11-5 6-16,13 3 7 0,-13-3 5 15,0 0-8-15,24-4 10 0,-17 0 6 16,-7 4 9-16,15-4-1 0,-15 4-4 0,14-2-9 16,-14 2-9-16,11-4-5 0,-11 4-7 15,0 0-4-15,19 2-3 0,-19-2-3 0,19 4-1 16,-7 0-3-16,0-2-1 0,2 0-2 16,7 2 0-16,0-4 4 0,2 0 2 0,2 0 3 15,2-3 6-15,-1 2 4 16,0-3 17-16,-1 0 4 0,-2 0-1 0,-1-4-4 15,-6 3-5-15,2 1-1 0,-3-2-15 0,-1-1-23 16,-2 0-45-16,0 0-54 16,-2-1-73-16,-3 0-78 0,0 2-89 0,-1 1-96 15,-3 0-135-15,-3 5-189 0,0 0 45 16,-18-9-512-16,-1 6-675 0</inkml:trace>
  <inkml:trace contextRef="#ctx0" brushRef="#br0" timeOffset="65704.83">27285 5374 3237 0,'-23'-4'81'0,"2"2"26"0,4 0 12 15,2-1 27-15,4 1 41 16,1 1 27-16,-2-3 3 0,12 4-16 0,-11-3-23 15,11 3-18-15,0 0-18 0,0 0-12 16,0 0-16-16,0 0-42 0,33-8-63 16,-12 6-77-16,1 2-107 0,17-4-118 0,-9 2-146 15,8-4-223-15,-2 0 39 0,-5-1 79 16,-10 2-310-16,-3 2-338 0</inkml:trace>
  <inkml:trace contextRef="#ctx0" brushRef="#br0" timeOffset="66019.02">27646 5103 2777 0,'-6'-4'261'0,"6"4"-12"0,-10-4-5 0,10 4 8 15,0 0 11-15,0 0 1 0,-19 14-4 16,18-3-9-16,-2 3-1 0,3-3 7 16,3 9-13-16,-2 1-22 0,9 9-18 0,1-1-21 15,3-1-18-15,0-3-11 0,2-1-20 16,-3-5-10-16,-1-4-11 0,3-1-13 0,1-2-8 15,-4-3-7-15,8-3-8 16,-4 1-9-16,-2-7-5 0,7 0-2 0,0-1-8 0,2-5-10 16,-3 1-4-16,11-7-5 15,-3-2-10-15,-3-6-10 0,-1-1-15 0,-3-1-10 0,-5-3-30 16,4-3-18-16,-5 3-29 16,-3 4-17-16,-3 1-28 0,-2 6-37 0,2-1-51 15,-4 3-76-15,1 3-76 0,-3 0-82 16,1 2-97-16,2 0-162 0,-5 3 27 0,-1 4 61 15,7-8-425-15,-3 4-525 0</inkml:trace>
  <inkml:trace contextRef="#ctx0" brushRef="#br0" timeOffset="66389.82">28302 5196 2895 0,'-1'8'148'15,"1"-8"35"-15,-4 7 19 0,4-7 25 0,0 0 39 16,0 0 32-16,0 0 11 0,0 8-27 15,0-8-16-15,0 0-24 0,0 0-23 0,0 0-23 16,0 0-21-16,0 0-15 0,0 0-24 16,25-15-14-16,-16 10-15 0,-1 0-18 0,5-3-13 15,-2 0-23-15,1 0-10 0,-4-3-15 16,-3 5 5-16,1-4-7 0,-1 5-10 16,-5 1-3-16,0 4-2 0,-11-9-3 0,0 9-4 15,11 0 0-15,-36 5-1 0,11 3 5 16,-9 1-4-16,0 5 0 0,1 3-2 15,0-1 0-15,8 1 1 0,0 1 6 16,7-1-12-16,7-1 2 0,4-2 5 0,2 1-5 16,3-3 4-16,4 0 9 0,4 2-16 15,2-2 4-15,5-2 1 0,2 0-4 0,4 1 10 16,4-5-23-16,2-2-18 0,2-3-39 16,0 1-52-16,3-2-54 0,8-2-78 0,-2-3-91 15,0-1-105-15,-1-5-126 0,-4 1-137 16,-6-4 57-16,-2 4-514 0,-5-2-638 0</inkml:trace>
  <inkml:trace contextRef="#ctx0" brushRef="#br0" timeOffset="67819.83">28993 5138 3484 0,'0'0'126'16,"-13"-4"2"-16,13 4 4 0,-16 0 25 15,16 0 23-15,-17 4 7 0,7 0-11 0,3 1-15 16,-1 5-14-16,3 0-13 0,-2-2-8 16,5 3-14-16,1 2-10 0,1 1-12 15,1 1-9-15,3 0-3 0,3-1-14 0,-2 0-1 16,4-2-4-16,1-2-13 0,0 0-3 16,1-3-1-16,-2-2-9 0,7 0-5 0,1-1-6 15,0-4-2-15,1 0-2 16,-2-2-2-16,4 0 1 0,-6-1-5 0,2-1-1 15,-3 3 6-15,-1-1 2 0,-12 2 3 16,17-3-1-16,-17 3-5 0,15-2 3 0,-15 2-5 16,12-2 0-16,-12 2 0 0,0 0-1 15,17 5 5-15,-17-5 3 0,13 5 10 0,-6-3 4 16,-7-2 3-16,20 5 10 0,-9-3 6 16,3 0 0-16,0-2-2 0,2-2-5 15,3 2 1-15,0-4-5 0,-1 1-6 0,2-2-2 16,-1 0 1-16,1-2-6 0,-2-3 7 15,0 1-2-15,-2-3-10 0,0 2-2 16,-1-4 3-16,1 2-10 0,-3-2 3 16,-1-1-13-16,-1 5 5 0,-4 2 6 0,0-1-27 15,-2 1-18-15,1 4-6 0,-6 4-12 16,7-8 2-16,-7 8 4 0,0 0 8 0,0 0 0 16,7-5 2-16,-7 5 6 0,0 0-1 15,0 0 9-15,0 0-4 0,0 0 8 0,0 0-5 16,0 0 3-16,12 17 1 0,-12-17 4 15,2 12 3-15,0-3-1 0,2 2 4 0,-1-2-3 16,-1 0 0-16,6-1 1 0,-5 4 1 16,0-4-5-16,5 1 11 0,-3-1 5 15,1-1-6-15,4-3 6 0,1-1-3 16,0-1 4-16,3-4-4 0,-1 2 7 0,4-3-4 16,2-1 13-16,2-3 10 0,-2-1 9 15,0 0 13-15,0 0 26 0,-1-2 24 16,-5 1 18-16,-2 1 11 0,1 1 8 0,-5 2-2 15,1 2-13-15,-8 3-14 0,7-6-10 16,-7 6-12-16,0 0-7 0,0 0-5 0,0 0-10 16,-11 26-33-16,4-14-33 0,-1 2 0 15,0-2 0-15,1 3 0 0,-1-1 0 0,3 1 0 16,-2-1 0-16,2-1 0 16,1 1 0-16,-2-2 0 0,6-2 0 0,-3 1 0 0,1-1 0 15,2 3 0-15,-2-4 0 16,0 3 0-16,-2 0 0 0,-2 2 0 0,0 1 0 15,1 3 0-15,-11 6 0 0,-6 2 0 16,-8 3 0-16,-5 1 0 0,-5-2 0 0,-2-3 0 16,-2-1 0-16,8-7 0 0,0-3 0 15,0-2 0-15,0-1 0 0,7-6 0 16,6-1 0-16,2-2 0 0,6-2 0 0,1-2 0 16,5-2 0-16,3-3 0 0,6 7 0 15,4-18 0-15,3 7 0 0,9-3 0 16,11-5 0-16,3 2 0 0,17-1 0 0,5 0 0 15,5 3 0-15,3-1 0 0,1 3 0 16,1-1 0-16,3-1 0 0,2-1 0 16,-1-5-94-16,-3 0-11 0,-4 0 11 0,-5-7 8 15,-6-3 11-15,-5-3 4 0,-5-6 14 16,-8-2-3-16,3-4 6 0,-8-2 9 0,-4-4-2 16,-2 2 2-16,-2 2 5 0,-6 9 6 15,-3 3 3-15,-2 5 6 0,-2 4 0 0,-3 7 17 16,1 3-1-16,-2 3 5 0,-2 5-4 15,1 1-4-15,-3 3 18 0,4 5-18 16,-18 4 5-16,5 7 14 0,-2 0-12 0,-4 9-1 16,2 7 2-16,2 2 4 0,1 5 1 15,5 2-1-15,0 3 4 0,2-1-1 16,5 1-2-16,0-3-2 0,4-4 0 16,3 2-11-16,-1-7-12 0,1-6-15 0,2-2-20 15,1-1-10-15,0-6-3 0,1 0 4 16,3-3-2-16,0-6 4 0,-1-1 1 0,6-5 8 15,0-3 5-15,13-7 7 0,-3-3 2 16,0-6 3-16,3-12 3 0,1-2 9 0,-1-1 7 16,-1 0 14-16,-2-1 15 0,-11 9 14 15,2 3 15-15,-7 9 5 0,-3 4 2 0,-2 4-7 16,-4 6-3-16,-2 3 5 16,0 0 2-16,0 0-7 0,-33 46 1 0,14-15-6 0,-4 9 5 15,-1 2-11-15,-1-2 1 16,2-1-5-16,3-10-8 0,6 0-29 0,0-3-34 15,6-7-34-15,3-4-42 0,3-5-29 16,2-1-41-16,0-4-29 0,0-5-30 16,9 3-14-16,-9-3-10 0,0 0-9 0,23-12 11 15,-13 6 21-15,-2-3 33 0,-3 3 49 16,3-2 54-16,-6 3 46 0,0-2 43 0,-2 7 41 16,1-8 41-16,-1 8 38 0,4-7 22 15,-4 7 15-15,6-5 25 0,-6 5 21 0,6-3 13 16,-6 3-5-16,11-2-6 0,-11 2-27 15,18-2-14-15,-9 0-16 0,4-1-19 16,-1 1-37-16,1-1-49 0,3-1-70 16,-4-1-93-16,2 0-114 0,-3-2-129 0,-1 0-174 15,-7 1-83-15,1 2 61 0,-4 4-342 16,0 0-415-16</inkml:trace>
  <inkml:trace contextRef="#ctx0" brushRef="#br0" timeOffset="69920.63">25365 7844 2438 0,'5'-13'-22'0,"1"-1"46"16,-3 1 40-16,-1 4 33 0,2 2 48 15,-4 0 28-15,2 0 11 0,-2 7-13 0,0-9-21 16,0 9-2-16,0 0 40 0,0 0 26 15,-27 30 5-15,3 6 6 0,-6 5-4 16,-3 3-3-16,6 1-16 0,2 0-6 16,4-1 0-16,8-8-10 0,3 0-15 0,5-4-3 15,3-1-11-15,4-8-13 0,-1 0-12 16,8-1-14-16,-2-3-9 0,2-2-8 0,1-3-9 16,3 1-9-16,0-3-12 0,-1-4 0 15,3-1-16-15,1-2-19 0,-5-1-54 0,2-1-69 16,1-2-77-16,-3-1-97 0,1 0-104 15,-12 0-104-15,22-2-123 0,-12 0-139 0,-1 0 38 16,1-1-588-16,0-1-739 0</inkml:trace>
  <inkml:trace contextRef="#ctx0" brushRef="#br0" timeOffset="70152.5">25645 8203 3422 0,'0'0'129'0,"-8"-11"48"16,8 11 1-16,0 0-1 0,0 0 2 15,-6-5-12-15,6 5-6 0,0 0 20 0,0 0 3 16,0 0-10-16,12 29-17 0,-7-17-16 16,4 3-15-16,4-1-9 0,-4 3-14 0,-4 0-7 15,5 1-11-15,-4-3-11 0,-2 1-7 16,-2-4-2-16,-2 0-6 0,0 0-7 16,-4 2-6-16,-3-4-5 0,2 0-10 0,-4 1-22 15,-1-3-44-15,-4-1-59 0,5 0-79 16,-5-4-96-16,0-1-98 0,-6 0-115 15,5-2-154-15,0 0-33 0,2-2 60 16,-1-2-433-16,1 1-516 0</inkml:trace>
  <inkml:trace contextRef="#ctx0" brushRef="#br0" timeOffset="71967.69">26550 8336 2862 0,'4'-13'-16'16,"-1"3"36"-16,1 0 44 15,-2 0 42-15,0 3 47 0,-2-1 41 0,2 2 25 16,-2-4 3-16,0 10-20 0,1-6-24 15,-1 6-17-15,0 0 19 0,0 0 20 0,-13 20-6 16,3-3-16-16,-4 11-17 0,-2 3 16 16,-6 7-6-16,6-3-17 0,3-2-16 0,-1 2-10 15,1-2-11-15,6-2-14 0,-2-8-8 16,4-2-18-16,-2-4 1 0,5-3-11 0,0-1-7 16,-2-2-4-16,2-2-6 0,2-1-4 15,-3 0 0-15,3-8-4 0,-5 9-2 0,5-9 0 16,0 0-2-16,0 0-8 15,0 0-6-15,0 0-3 0,0 0-6 0,12-25-4 0,-10 14 3 16,-4-8-11-16,4 2 0 16,-8-2-5-16,0 0 4 0,-3 0-2 0,-2 3-2 15,-3 2-2-15,1 3 3 0,-7 2 1 16,-2 4-5-16,5 3 3 0,-5 2-2 0,4 4 2 16,-3 2 0-16,1 4-5 0,6 1 3 15,0 5 0-15,3 1 6 0,1 1 1 0,4-5-4 16,0 3-1-16,4 1 2 0,2-2 0 15,0-1 1-15,4 1 0 0,3-1 1 16,-4-1-2-16,7-2-14 0,-1-1-36 0,3 0-39 16,1-3-46-16,2 0-55 0,6-4-68 15,0-1-80-15,0-2-60 0,8-3-76 0,-2-1-60 16,9-3-122-16,-2 0 22 16,0-1-496-16,-2-1-597 0</inkml:trace>
  <inkml:trace contextRef="#ctx0" brushRef="#br0" timeOffset="72284.8">26712 8582 3055 0,'0'0'-47'0,"0"0"41"0,0 0 31 15,0 0 18-15,0 0 9 0,-18 13 16 0,14-5 12 16,1 2 7-16,-1-2-8 16,0 3-3-16,2 1-3 0,2-4 11 0,0 1-4 0,0 3-6 15,2-4 2-15,4 3 27 0,-2-5 8 16,3 1 8-16,-1 0-1 0,5-4-11 15,1 1-8-15,0-4-11 0,0 0-6 16,2-2-6-16,1-1-7 0,1-3 13 0,-1 0 14 16,-3-3 2-16,-1 1-11 0,-4-3-9 15,0-2-6-15,-2-1-9 0,1-1-5 16,-4-2-7-16,-2-3-8 0,1 3-1 0,-1 3-5 16,-1 1-8-16,1 2-8 0,-4 2-4 15,-3 2-10-15,4 1-29 0,-5 3-39 0,8 3-42 16,-16 0-58-16,16 0-66 15,-22 3-62-15,13 1-82 0,-1 0-90 0,1 1-161 16,1-1 40-16,0 0-389 0,2 0-447 16</inkml:trace>
  <inkml:trace contextRef="#ctx0" brushRef="#br0" timeOffset="73134.71">27124 8557 2859 0,'3'-6'98'16,"-1"0"25"-16,-2 6 19 0,4-6 15 0,-4 6 12 16,0 0-15-16,0 0-15 0,0 0 15 15,0 0 8-15,9 14-4 0,-9-6-7 16,0 5-14-16,0-1-12 0,-2 3 5 16,0-1-7-16,2 1-11 0,-1 0-13 0,-3-3-6 15,2 2-10-15,-2-2 13 0,4-2-8 16,-1 2-6-16,-1-5-13 0,-1 0 0 0,3 0-6 15,-2-2-4-15,2-5-3 0,-2 7-4 16,2-7-7-16,0 0-4 0,-2 8-4 0,2-8-3 16,0 0-5-16,-2 7-1 0,2-7-1 15,0 0-7-15,-1 7-3 0,1-7 0 0,0 0 1 16,0 0-3-16,-2 5-4 0,2-5 1 16,0 0-4-16,0 0 4 0,0 0-2 0,0 0-3 15,0 0-3-15,0 0 3 0,0 0-1 16,0 0 0-16,0 0-2 0,0 0 1 15,0 0-3-15,0 0 2 0,0 0-5 16,0 0-6-16,0 0-24 0,0 0-19 0,0 0-23 16,0 0-17-16,0 0-5 0,0 0-4 15,0 0-3-15,0 0 5 0,2-24 2 0,-1 17 11 16,3 0 8-16,0-1 3 0,-1 1 13 16,-1-2 5-16,-1 2 3 0,1-1 9 0,0-1 3 15,-2 3 9-15,0-2 1 0,0 2 6 16,-4-3 18-16,3 3 5 0,-4-2 10 15,-3 0 4-15,5 3 9 0,-5-3 12 16,-2 0 9-16,3 4 0 0,-2-4 7 0,-1 5-4 16,2-3-4-16,1 6-2 0,-1-4-4 15,8 4-8-15,-14-6 1 0,14 6-3 16,-11 2-7-16,11-2-3 0,-11 4 4 0,11-4-3 16,-10 8-1-16,6-4-3 0,1 1-3 15,-1-1 0-15,0 2 0 0,4-6-1 0,-3 9 0 16,3-9-3-16,-4 9 1 0,4-9 1 15,-5 5 2-15,5-5-2 0,-2 6-2 0,2-6-2 16,-1 6-1-16,1-6 0 0,-2 6 0 16,2-6-1-16,-4 11-1 0,2-1-1 15,0-2 4-15,1 3-1 0,1-1 0 0,0 2 0 16,0 0 3-16,1 2-2 0,-1-2 0 16,4-2-3-16,0 3 4 0,1 1-1 15,4-4 2-15,-4-1 0 0,3 0 1 0,2 2 14 16,1-4 7-16,0 0 6 0,1-2 3 15,1 1 5-15,1-2 1 0,-3-2-5 0,4 2-6 16,-2 1-2-16,-2-3 4 0,2 2-8 16,-4-2 0-16,-9-2-2 0,16 2-2 0,-5 0-2 15,-11-2-2-15,11 2-2 0,-11-2-2 16,14 0-4-16,-14 0-27 0,0 0-64 16,0 0-94-16,14-2-118 0,-14 2-115 0,6-4-124 15,-6 4-167-15,0 0 44 0,2-8 75 16,-2 8-412-16,0 0-467 0</inkml:trace>
  <inkml:trace contextRef="#ctx0" brushRef="#br0" timeOffset="73467.78">27293 8606 2837 0,'-2'-9'60'0,"0"2"28"15,0 3 30-15,2 4 29 0,-2-10 25 16,2 10 5-16,-3-8-7 0,3 8-15 16,0-6-15-16,0 6-17 0,0 0-13 15,-4-5-12-15,4 5-8 0,0 0-7 0,0 0-8 16,0 0-8-16,0 0-6 0,0 0-5 16,0 0-6-16,-18 13-4 0,18-13-6 0,-3 6-2 15,-3-2-5-15,6-4 1 0,-12 6-7 16,7-3-1-16,5-3-1 0,-13 3-4 0,2-3-2 15,11 0-4-15,-16 2 0 0,4-1-7 16,1 1-20-16,0 0-50 0,-1 0-61 0,1-2-59 16,1 2-52-16,0 1-49 15,10-3-57-15,-15 3-42 0,15-3-61 0,-3 6-86 16,3-6 34-16,0 0-233 0,0 0-219 16</inkml:trace>
  <inkml:trace contextRef="#ctx0" brushRef="#br0" timeOffset="73867.46">27685 8537 2042 0,'0'0'30'0,"0"-9"23"16,0 9 15-16,-7-6 17 0,7 6 13 0,-14-4 5 16,5 4 7-16,9 0 2 15,-31 8-1-15,12-3 5 0,-12 7 0 0,-1-2-13 0,3 3-8 16,4 1 0-16,-2 0-8 15,7-2-2-15,5 0-15 0,4-2-4 0,1 0 1 16,7 1-5-16,1-1 15 0,2-2 31 16,2 3 18-16,5-1 12 0,0 0 9 0,3 0 8 15,2 1 9-15,-1-1-1 0,1-1 5 16,1 1-2-16,-4-2 3 0,3 1-11 16,-3-1-5-16,0 0 2 0,0-2 1 0,-4 1-6 15,1-2-1-15,-1 0 0 0,-5-5 0 16,4 11-5-16,-2-6-5 0,-2-5-9 0,-4 11-11 15,4-11-16-15,-9 12-11 16,0-8-22-16,0 0-9 0,-2 2-5 0,4-6-4 16,-5 4-11-16,-1-2-11 0,-3 0-50 15,3-2-57-15,2-4-54 0,-3 3-59 0,5-2-74 16,-3-5-96-16,5 2-90 0,-4-4-88 16,5 5-134-16,4-7-41 0,1 4 52 0,1-3-541 15,1 1-667-15</inkml:trace>
  <inkml:trace contextRef="#ctx0" brushRef="#br0" timeOffset="74084.12">27927 8274 3506 0,'4'-13'99'16,"-2"5"41"-16,0-2 42 16,0 4 40-16,-2 6 22 0,1-11-15 0,-1 11-25 15,0 0-15-15,0 0-24 0,0 0-13 16,0 0-13-16,0 0-13 0,0 0-15 0,-12 31-12 15,6-20-9-15,0 3-7 0,-2-3-10 16,1 5-26-16,-2 1-55 0,0 1-63 16,2-5-71-16,-1 3-85 0,1-1-85 0,0-1-79 15,-4-2-85-15,6 1-140 0,-1-2 4 16,1 1 52-16,3-2-353 0,-1-2-395 0</inkml:trace>
  <inkml:trace contextRef="#ctx0" brushRef="#br0" timeOffset="74634.19">28019 8545 2420 0,'0'0'31'0,"0"0"22"0,0 0 1 0,0 0-1 16,0 0-1-16,0 0 11 0,5 6 0 0,-5-6 54 16,-1 6-3-16,1-6-12 0,-2 15-4 15,2-7-8-15,-4 1 24 0,-2 1-11 16,5 0-4-16,-3 1-10 0,-3-1-8 0,4 0-10 15,-5 0-6-15,5 1-9 0,-5-3-9 16,5 1-1-16,-4-1-2 0,3-1-7 16,1-2 1-16,1 2-6 0,2-7-3 15,-6 9-1-15,6-9-2 0,-1 5-3 0,1-5-3 16,0 0-1-16,0 7-4 0,0-7-1 16,0 0-2-16,0 0 3 0,0 0-8 0,11 3 2 15,-11-3 8-15,9 0 18 0,-9 0 21 16,0 0 18-16,17 0 19 0,-17 0 8 0,0 0 1 15,16 0-3-15,-16 0 4 0,9 5-4 16,-1-3 12-16,-8-2-8 0,9 7 2 16,-3-6-12-16,-2 5-9 0,-4-6-7 0,9 6-7 15,-3-6-4-15,-6 0-10 0,10 6-5 16,-10-6-4-16,7 3-2 0,-7-3 4 16,12 2-3-16,-12-2 3 0,15 0-7 0,-4-4-4 15,0-1 5-15,5 3 8 0,-5-3 15 16,1 0-4-16,-1 2-10 0,0-1 3 0,0 1-7 15,-11 3-9-15,14-4-5 0,-3 3-1 16,-11 1 4-16,0 0-6 0,18 0-6 0,-18 0-6 16,0 0-3-16,18 3-1 0,-18-3-2 15,12 2 0-15,-12-2-2 0,12 5 4 16,-12-5-30-16,12 3-45 0,-7-1-53 16,1 0-61-16,-6-2-71 0,15 3-78 0,-15-3-79 15,15-1-87-15,-15 1-92 0,18-4-89 16,-11 1 36-16,4-2-499 0,3-6-602 0</inkml:trace>
  <inkml:trace contextRef="#ctx0" brushRef="#br0" timeOffset="75000.85">28722 8381 3002 0,'12'-23'12'15,"-5"7"72"-15,-3 0 69 0,0 5 54 16,-1-1 38-16,-3 6 19 0,2-1-3 0,-2 7-23 16,2-8-24-16,-2 8-15 0,0 0-5 15,0 0-7-15,0 0-8 0,-17 21-21 0,9-9-10 16,1 8-18-16,-2 1-12 0,-3 6-11 15,0 4-13-15,1 1-9 0,4 1-3 0,-3-2-10 16,1-1-10-16,3-6-58 16,0-2-52-16,0-1-62 0,0-3-68 0,3-3-67 15,-5 1-65-15,3-3-51 0,-4-1-42 16,4-3-18-16,-1-3 17 0,1 1 27 0,-1-2 57 16,0-1 78-16,-2-2 77 0,8-2 60 15,-12 1 60-15,12-1 69 0,-14 0 70 0,14 0 62 16,-13-3 43-16,13 3 26 0,-9-2 23 15,9 2 7-15,0 0-3 0,0 0-3 0,0 0-17 16,-16-2-11-16,16 2-18 0,0 0-18 16,0 0-25-16,0 0-13 0,0 0-18 15,0 0-19-15,21-10-37 0,-21 10-69 16,27-2-44-16,-7 2-58 0,11-1-101 0,13 1-112 16,1 0-109-16,9 1-118 0,12 1-108 15,-1 2 45-15,0-1-446 0,-4 4-520 16</inkml:trace>
  <inkml:trace contextRef="#ctx0" brushRef="#br0" timeOffset="75750.97">29389 8775 3212 0,'0'0'149'0,"0"0"12"0,0 0 19 16,0 0 25-16,-38 6 10 0,27-2 0 16,1-2-13-16,-1 4-22 0,-1-2-22 15,-1 5-14-15,2-1-13 0,-1 0-12 16,-1 1-13-16,-3-1-5 0,5 0-15 0,-2 2-5 15,-1-2-11-15,-2-1-2 0,0-1-8 16,-2 2-5-16,3-4-7 0,3 0-6 16,-4-2-2-16,3 0-3 0,1-2-5 0,12 0-5 15,-23-8-7-15,14 2 0 0,7-4-3 16,2-4-5-16,3-3-2 0,13-10-1 0,1 4-1 16,0 0-2-16,0 9-4 0,-3 1 2 15,-3 6-1-15,1 2 0 0,-1 1-1 0,0 4-1 16,-11 0 4-16,25 4-2 15,-11 3 1-15,-1-1-2 0,-2 6 6 0,3-5-3 0,-3 5-1 16,3 2-2-16,0-2 3 16,4 1-5-16,-1-3 6 0,-2-1-5 0,6 1 1 15,0-4 1-15,-4-2 0 0,6-2-3 16,0-2 5-16,2-2-5 0,0-4 0 0,7-4-12 16,-2-3-7-16,-1-3-2 0,-2-3-5 15,0-5-3-15,0-10-4 0,-4-4-2 0,2-5-9 16,0-4-7-16,-2-5 0 0,0-5-9 15,2-1 12-15,-4 0 5 0,-4 3 2 16,-4 8 7-16,-3 14 2 0,-5 6-3 0,-2 8 10 16,-6 8 2-16,-1 4 3 15,-5 7 6-15,9 0 4 0,-43 24 1 0,6 5 1 16,-1 11 21-16,0 3 4 0,-10 18 0 16,14-10-3-16,-2 3-1 0,7-2 1 0,2 1 2 15,6-1-5-15,3 0 0 0,8-3-2 16,6-15 3-16,4-3-3 0,4 2 2 0,9-4-2 15,5-5-2-15,6-1-2 0,6-6 14 16,3-3-1-16,6-6-4 0,0-6-28 0,5 0-15 16,-4-6-13-16,4-4-1 0,7-6 1 15,-1-7 2-15,-3-4 3 0,3-6 3 0,-4-6 10 16,11-17 1-16,-3-5 4 0,-1-2 7 16,-8-1 16-16,-9 17 14 0,-5 4 22 15,-10 14 25-15,-5 1 11 0,-5 7-3 16,-6 5-9-16,-1 6-5 0,-6 4 0 0,2 4 5 15,0 0 5-15,-34 14-3 0,7 5-4 16,-7 12-5-16,2 3-3 0,-4 5-6 0,3 2-8 16,-1 0 0-16,2 3-4 0,0 0-2 15,9 1-4-15,-1 0-4 0,3-1-5 16,8-7-51-16,3-2-64 0,4 0-63 0,3-8-98 16,1-5-103-16,2-5-100 0,0-3-88 15,5 0-131-15,1-4 51 0,4-2-517 16,3-2-610-16</inkml:trace>
  <inkml:trace contextRef="#ctx0" brushRef="#br0" timeOffset="76284.05">30439 8865 3040 0,'10'-14'25'0,"-9"3"43"15,-1 2 29-15,-3 6 33 0,-3-1 29 16,6 4 30-16,-19-2 18 0,19 2 4 0,-29 6-2 16,13-3-8-16,-4 5-12 0,1 0-17 15,6 0 2-15,-3 0-19 0,3 1-12 0,4-1-14 16,1-2-6-16,2 2-12 0,2-1-14 15,4-7-11-15,0 10-4 0,0-10-6 16,12 10-6-16,-4-8-14 0,3 2 2 0,5-1-9 16,-2-3 2-16,2 2-14 15,1-4-6-15,0 0 0 0,0-1-7 0,0-1 4 16,-2-2-5-16,-1 0-1 0,1 0 4 16,-3-5-2-16,-3 1 0 0,-2 0 9 0,0 1 7 15,-2 1 8-15,-1-2-6 0,0 4-1 16,-4 6-4-16,2-11-6 0,-2 11-2 0,0-8-7 15,0 8 19-15,0 0-20 0,0 0-7 16,0 0-6-16,0 0 2 0,0 0-5 0,0 0-4 16,-31 11-6-16,31-11-14 0,0 0 1 15,2 12-1-15,-2-12 3 0,0 0 3 0,25 6 3 16,-10-4-7-16,2 0 3 16,5-2 1-16,-2 0 9 0,-3 0-3 0,-4 0 1 15,3 2-3-15,-3 0 0 0,-3 1 3 16,-1 0 1-16,1 3-7 0,-7 1 16 0,4 3 2 15,-3 0 16-15,-3-3-4 0,3 5 0 16,0-2 0-16,-2 0 19 0,-1-1 10 0,5 1 4 16,0-1-3-16,0 2 0 0,1-4-5 15,3 0-3-15,2-2-8 0,1 0 0 0,4-1-4 16,0-1-8-16,2-3 2 0,-2 0-2 16,-1 0-7-16,-4-2-2 0,2 1-3 15,-3-1-35-15,0-1-49 0,0-1-55 16,0 1-65-16,-1-2-71 0,-3-1-94 0,4 1-89 15,-3-2-79-15,6-1-138 0,2-2-45 16,4-1 62-16,8-6-496 0,5 3-612 16</inkml:trace>
  <inkml:trace contextRef="#ctx0" brushRef="#br0" timeOffset="77983.37">31596 8793 2732 0,'0'0'-269'0,"0"0"25"0,-7 4 29 0,7-4 21 16,-7 5 26-16,7-5 7 0,-5 4 18 16,5-4 12-16,0 0 5 0,-6 5-242 0,6-5 119 15</inkml:trace>
  <inkml:trace contextRef="#ctx0" brushRef="#br0" timeOffset="78749.85">31514 8826 1191 0,'2'-8'143'0,"-2"8"29"0,1-12 28 0,3 5 33 0,-4 7 21 16,2-8 13-16,-2 8 2 15,5-9-6-15,-5 9-21 0,0 0-22 0,0 0 0 16,0 0 35-16,0 0 4 0,-16 24 1 16,1-2-15-16,-4 7-18 0,-3 0-13 15,-4 8 3-15,2-1-17 0,2-7-10 0,5-3 1 16,-2-2-27-16,6-4-13 0,1-5-11 15,0-1-7-15,5 0 2 0,0-4-13 0,1-1-9 16,1-1-8-16,0-2-2 0,-1-1 8 16,6-5 6-16,-3 8-1 0,3-8-9 15,0 0-15-15,0 0-11 0,0 0-12 16,14-23-18-16,-3 7-7 0,6-10-3 0,2-3-3 16,2 0-3-16,6-9-6 0,0-1-4 15,-1-2-2-15,-7 11-3 0,-2 3-1 0,0 6 0 16,-5 3-3-16,-5 5-5 0,1 1 0 15,-5 4-5-15,6 1-2 0,-5 4 3 0,-4 3-6 16,0 0-1-16,0 0 0 0,7 15 0 16,-3-3 0-16,-1 2 0 0,1 6 0 0,1 3 0 15,6-2 0-15,0 6 0 0,3 1 0 16,-7-5 0-16,0-4 0 0,3-2 0 0,-4-3 0 16,0-2 0-16,1 0 0 15,-1-3 0-15,-5-3 0 0,5-1 0 0,0 1 0 16,-6-6 0-16,12 3 0 0,-12-3 0 15,0 0 0-15,0 0 0 0,28-9 0 0,-19 3 0 16,2-1 0-16,-4-2 0 0,2-1 0 16,-3 3 0-16,-3-1 0 0,2 1 0 0,-1 2 0 15,-4 5 0-15,3-9 0 0,-3 9 0 16,0 0-177-16,-1-9-57 0,1 9-53 16,0 0-72-16,0 0-89 0,0 0-84 0,-24 6-120 15,24-6-136-15,-19 8 65 0,8-3-634 16,2 1-813-16</inkml:trace>
  <inkml:trace contextRef="#ctx0" brushRef="#br0" timeOffset="79349.85">31293 8915 4025 0,'-34'-12'64'0,"-2"7"32"16,-1-1 47-16,6 3 56 0,7 0 53 16,5 1 54-16,3 2 6 0,5-2 11 15,2 0-6-15,9 2-19 0,0 0-4 0,0 0-20 16,0 0-22-16,61-4-24 0,-12 6-26 0,18 0-14 16,3 2-24-16,2-2-17 0,0-2-40 15,-4 0-107-15,-7 3 0 0,-14-3 0 0,-4 1 0 16,-11-1 0-16,-9 0 0 0,-5 0 0 15,-2 0 0-15,-3-1 0 0,-13 1 0 16,20 0 0-16,-20 0 0 0,11-3 0 16,-11 3 0-16,10-4 0 0,-10 4-44 0,5-6-219 15,-5 6-40-15,0 0-59 0,0 0-64 16,0 0-57-16,0 0-89 0,-26-4-138 0,14 4-43 16,-3 2 79-16,-5-2-551 0,2 2-687 15</inkml:trace>
  <inkml:trace contextRef="#ctx0" brushRef="#br0" timeOffset="80016.84">31765 8876 3745 0,'-6'-21'172'0,"5"5"36"16,-1 3 53-16,0 1 66 0,2-1 29 0,0 5 19 15,-2 0-8-15,4 0-37 0,-2 8-31 16,-2-9-30-16,2 9-19 0,0 0 35 16,0 0-1-16,0 0-17 0,4 34-24 15,-6-14-90-15,2 3-153 0,-2 6 0 0,2 6 0 16,-4 3 0-16,4-7 0 0,0-6 0 16,0 1 0-16,2-7 0 0,2 1 0 0,-2-6 0 15,0 1 0-15,-1-4 0 0,3 1 0 16,5-4 0-16,-2 1 0 0,2-6 0 0,5 1 0 15,-1-3 0-15,5-2 0 0,4-7 0 16,8-6 0-16,5-4 0 0,7-7 0 0,-1-3 0 16,2-2 0-16,2-6 0 0,-2 0 0 15,-4 0 0-15,1 1 0 0,-4 6 0 16,-13 8 0-16,-1 4 0 0,-6 3 0 16,-6 4 0-16,0 4 0 0,-5 2 0 0,-1 2-25 15,-4 2-465-15,0 0-75 0,0 0-82 16,0 0-114-16,0 0-52 0,0 0 71 15,-11 27-669-15,9-18-862 0</inkml:trace>
  <inkml:trace contextRef="#ctx0" brushRef="#br0" timeOffset="80367.92">32389 8985 3869 0,'0'0'2'0,"-2"8"30"0,2-8 31 16,0 0 36-16,0 0 46 0,0 0 42 15,2 10 28-15,-2-10 25 0,0 0 19 16,0 0 13-16,5 4 6 0,-5-4 1 15,0 0-12-15,0 0-22 0,21 0-26 16,-21 0-21-16,19-4-19 0,-5 3-17 0,-3-3-15 16,5-1-14-16,-4 0-14 0,2-4-13 15,-1 1-7-15,-2 0-13 0,1-3-9 0,-6-1-10 16,-1 2-6-16,-5 1-11 0,0 1-14 16,-5 1-36-16,-8 0 0 0,-6 6 0 0,-8 1 0 15,-13 5 0-15,-2 3 0 16,-6 8 0-16,12-1 0 0,4 4 0 0,3 3 0 15,6 0 0-15,4 2 0 0,4 0 0 16,5-4 0-16,6 0 0 0,4-5 0 0,4 1 0 16,3-3 0-16,2 1 0 0,4 0 0 15,4-3 0-15,8 5 0 0,-5-5 0 0,2-5 0 16,-8 0 0-16,0-3-141 0,-3-2-245 16,0 3-139-16,-6 0-150 0,-5-4-205 0,0 0 71 15,0 0 97-15,-32 20-670 0,-14-3-835 16</inkml:trace>
  <inkml:trace contextRef="#ctx0" brushRef="#br0" timeOffset="80900.22">29311 9443 3885 0,'8'-12'17'0,"-5"1"28"0,-3 1 19 0,2 3 27 16,0 3 31-16,-2 4 28 15,0 0 5-15,-4-8 7 0,4 8-2 0,0 0-11 0,0 0-11 16,-17 17-6-16,9-9-4 15,1 2-12-15,0 2-10 0,-2-1-10 0,6 1-9 16,-1 1-11-16,2-1-7 0,0 0-4 16,0-4-4-16,4 1-11 0,0 3 1 0,4-4-4 15,-1-1-6-15,5-2-3 0,1 0-5 16,5-5 0-16,3 0-4 0,0 0 0 0,2-2-7 16,-2 1-2-16,-4 1-4 0,0-2-3 15,-1 2 4-15,-14 0-6 0,20-3 0 0,-20 3-2 16,20 3-2-16,-20-3 2 15,15 2 0-15,-5-1 1 0,-10-1-2 0,16 4 28 16,-5-1-1-16,2-1 0 0,0 0-3 16,4-1 0-16,2 1 2 0,2-2-5 0,0 0-1 15,4-2-3-15,0-1-5 0,2 0-1 16,5-4 0-16,0-2-3 0,-5 1-5 0,-7-1-5 16,2-1-10-16,-3 0-42 0,-2-3-47 15,-2 1-60-15,-2-1-75 0,-1-1-84 0,-1 3-77 16,-3-3-76-16,-1 2-80 0,2 4-142 15,-4 1 50-15,1 1-521 0,-1 0-625 16</inkml:trace>
  <inkml:trace contextRef="#ctx0" brushRef="#br0" timeOffset="81983.58">30126 9436 3246 0,'3'4'35'0,"-3"-4"17"0,0 0 21 15,2 7 42-15,-2-7 39 0,0 0 21 16,2 4 1-16,-2-4-10 0,0 0-15 0,0 0 5 15,7 4-3-15,-7-4 16 0,0 0-5 16,15 2-15-16,-15-2-15 0,17-2-10 0,-17 2-10 16,22-4-14-16,-13 0-14 0,4 0-2 15,-3 1-13-15,-1-1-7 0,0-1-5 16,0-2-6-16,-6-1-6 0,5 3-3 0,-8 5-5 16,3-6-5-16,-3 6-11 0,0 0 4 15,0 0-5-15,0 0 0 0,0 0 1 16,0 0-7-16,-37 11 0 0,23 4-2 15,1-3 3-15,2 5-4 0,1-1 0 0,2 4-2 16,3-5 5-16,1-1-7 0,2 0-1 16,2-1-2-16,2-1 3 0,2 0-2 0,-1-2 1 15,3-1-5-15,-1-2 3 0,7 1 2 16,-2-6-3-16,3 1 1 0,-1-1-2 0,-12-2 2 16,25-3 0-16,-13 1-1 0,0 0-1 15,-12 2 4-15,19-3 8 0,-12 2 14 0,-7 1-11 16,14-2 2-16,-14 2-3 0,0 0 0 15,13 6 22-15,-13 1 20 0,0 2 31 16,-4 4-20-16,-1-1 10 0,-2 5 12 16,-9 8-3-16,-3 2 2 0,-4-2-11 0,-2 2-5 15,-1-3-11-15,-7 5-3 0,5-5-6 16,-1-4-3-16,2-1-8 0,0-1-5 16,11-7-1-16,-2-1-2 0,9-2 7 0,0-4-7 15,-2-2 1-15,11-2-8 0,0 0-2 16,0 0-8-16,-22-10-3 0,22 5-3 0,0 5-4 15,4-19-3-15,0 10 0 0,-1-1-5 16,7 0-9-16,2 1-15 0,-1 1-22 0,6-4-20 16,4 3-26-16,11-3-17 15,5-1-26-15,3 1-21 0,7-2-17 0,4-1 2 16,5 1 1-16,-1-6 3 0,-2 2 11 16,1-3 13-16,-4-3 12 0,-5-2 13 0,-3-4 15 15,-2-3 11-15,-4-5 14 0,-6-1 14 16,3-3 22-16,-6-3 24 0,-4-4 10 0,-6 0 10 15,0-3 16-15,-10 16 5 0,0 1 17 16,-4 6 10-16,-4 6 9 0,-1 6-2 0,-3 3-8 16,0 4-3-16,-5 2-1 0,3 7-1 15,7 1 6-15,-29 10-1 0,10 11-7 0,-2 10 11 16,-3 9 13-16,-1 4-1 16,2 6-11-16,1-1-3 0,4 4 1 0,4-1-7 15,5-13-10-15,1 3-5 0,7-5 7 16,1-8-4-16,1-3-8 0,-1-2-5 0,6-2 2 15,1-3-4-15,3-3-4 0,0-5 0 16,-1-1 2-16,7 0 0 0,-5-6-3 0,4-4-6 16,2 0-7-16,3-4 8 0,2-1-2 15,-1-6-1-15,6-2-4 0,-4-5-5 0,-1 1 2 16,-3 1-12-16,-3 4-17 0,-5 3-13 16,-2 0-18-16,0 0-17 0,-2 4-13 0,-1 0-17 15,-3 0-3-15,3 1-6 16,-6 4 5-16,0 0-4 0,8-3 5 0,-8 3 8 15,0 0 11-15,8-3 8 0,-8 3 7 0,0 0 10 16,7-6 4-16,-7 6 0 0,7-7 8 16,0 1 4-16,-2-1 4 0,1-3 2 15,3-2 4-15,0-2 3 0,3-3 8 0,1-6 5 16,3-2 2-16,-7 3 4 0,3 3 5 16,-1 1 20-16,-1 1 22 0,-3 5 8 0,0 3-1 15,-4 5-5-15,1 0-3 0,-4 4-1 16,0 0-1-16,0 0 1 0,0 17-2 15,-6 3 3-15,-4 7-5 0,-5 6-1 0,2-1-3 16,0-2-2-16,0 3 0 0,-1-4-4 16,3 0 1-16,-1 0 0 0,6-10-5 15,-1 0-27-15,3-3-49 0,-1-2-67 0,-2-3-83 16,2-1-76-16,1 2-75 0,0-7-59 16,-1 5-63-16,1-5-101 0,-3-2 40 15,4 1-335-15,3-4-368 0</inkml:trace>
  <inkml:trace contextRef="#ctx0" brushRef="#br0" timeOffset="82132.72">30910 9736 2502 0,'-4'-5'65'0,"2"0"43"0,2 5 20 16,-2-6 22-16,2 6 16 0,0 0 16 16,2-9-1-16,-2 9-11 0,7-4-15 0,-7 4-14 15,11-6-15-15,-4 4-8 0,-7 2-15 16,13-5-13-16,-3 2-18 0,-3 1-48 0,5-2-60 16,0 4-86-16,-1-4-88 0,3-1-100 15,4-1-122-15,-4 1-129 0,2 2 36 16,2-1-252-16,0 2-267 0</inkml:trace>
  <inkml:trace contextRef="#ctx0" brushRef="#br0" timeOffset="82484.72">31506 9697 2470 0,'0'0'200'0,"-7"-6"-20"15,7 6-12-15,-18 0 19 0,18 0 23 16,-36 12 13-16,10 1 1 0,-3 5-13 0,4 3-20 15,0-1-16-15,5 4-18 0,0 2-14 16,7-1-13-16,5 0-14 0,3-3-12 0,3 2-10 16,5 0-6-16,8 3-11 15,3 4-11-15,6-6-37 0,3-2-53 0,3 0-78 16,0-7-97-16,7 0-99 0,-5-4-107 16,7-3-114-16,2-4-97 0,-5-4 32 0,-5-1-333 15,0-1-398-15</inkml:trace>
  <inkml:trace contextRef="#ctx0" brushRef="#br0" timeOffset="82699.49">31951 9873 2430 0,'7'-19'85'16,"-1"7"65"-16,-4 2 31 0,-1-1 21 0,-2 5 16 15,1 6 31-15,-12-5 16 0,12 5 24 16,0 0 9-16,-51 22-2 0,20-2 5 16,-8 11-18-16,-6 5-15 0,0 7-38 15,-12 13-21-15,-3 3-25 0,3-1-18 0,2 2-12 16,1-2-17-16,2 3-6 0,11-14-49 15,-1-2-64-15,8 0-63 0,5-4-67 0,5-6-73 16,2-9-72-16,9-7-80 0,4-5-70 16,1-3-77-16,2-7-93 0,3 0-92 0,3-4 59 15,0 0-459-15,0 0-541 0</inkml:trace>
  <inkml:trace contextRef="#ctx0" brushRef="#br0" timeOffset="82872.56">31598 9871 3174 0,'11'-17'87'0,"-3"5"31"15,0 5-11-15,-7 0-5 0,3 4 42 16,-4 3 18-16,0 0 14 0,0 0-7 16,0 0-13-16,-19 29-14 0,11-15-14 15,3 3-9-15,-3 2-14 0,5-4-10 0,0 7-8 16,1-5-12-16,7-1-47 0,-2-1-66 16,3-3-101-16,0 2-103 0,1-3-110 0,-2-1-107 15,7 0-158-15,-4-3 39 0,1-4-357 16,1 2-415-16</inkml:trace>
  <inkml:trace contextRef="#ctx0" brushRef="#br0" timeOffset="83015.78">31880 9989 2626 0,'0'0'41'0,"0"0"7"0,0 0-3 0,0 0-2 16,0 0-3-16,0 0-6 0,0 0-3 15,-42 5-8-15,42-5-43 0,0 0-68 0,-14 3-93 16,14-3-103-16,-5 0-176 0,5 0-186 15,0 0-142-15</inkml:trace>
  <inkml:trace contextRef="#ctx0" brushRef="#br0" timeOffset="85966.06">13993 15168 1146 0,'7'-13'182'0,"-3"3"18"0,3 3 6 0,-6-2-13 16,3 2-11-16,-4 0-15 0,0 7 5 15,2-15 8-15,0 7 12 0,0 2 5 16,-2 6-2-16,0-11-9 0,0 11-15 0,0-10-21 16,0 10-17-16,0 0-12 0,0 0 5 15,0 0 10-15,0 0 2 0,-2 35-1 0,-2-13 4 16,0 1 8-16,-2 12 0 0,0-2-3 16,-1 2 2-16,1 0 2 0,-1-5-5 0,2-6-12 15,2-3-11-15,-3-6 2 16,4-1 1-16,2-1-12 0,-1-4-4 0,-3 2 6 15,2-2 8-15,0-3-4 0,2-6 3 16,-2 10 0-16,2-10-4 0,-2 6-7 16,2-6-12-16,0 0-16 0,0 0-8 0,0 0-9 15,4-26-8-15,-2 10-6 0,5-2-8 16,1-3-4-16,-3 1-7 0,4-1-2 0,-2 3-2 16,0 3-3-16,-1 3 1 0,0 2-8 15,-2 1 0-15,2 3-8 0,-1 4-2 0,-5 2-1 16,0 0 4-16,29 5-5 0,-16 2 0 15,2 3-6-15,3 2 1 0,0 0 0 16,7 5 1-16,0 0 0 0,-8-3 1 16,1-3 2-16,-6-3-4 0,2 1 3 15,-4-5-4-15,-3 2 3 0,1 0 6 0,0-3 6 16,-8-3-7-16,13 2-5 0,-13-2 2 16,15-7 0-16,-7 1 0 0,-3-2 6 0,5-2-10 15,-2-5 0-15,3-2 0 0,1-8-9 16,3-4-7-16,0-6-24 0,0 0-30 0,3-8-45 15,0 2-12-15,-4 9-17 16,-1 4-8-16,-6 7-21 0,2 5-42 0,-6 6-61 0,1 1-42 16,-2 7-33-16,-2 2-46 15,0 0-73-15,0 0-102 0,0 0-138 0,-16 26 66 16,13-9-444-16,-7 0-558 0</inkml:trace>
  <inkml:trace contextRef="#ctx0" brushRef="#br0" timeOffset="86350.61">14558 15379 3147 0,'0'0'-20'0,"0"0"33"16,0 0 33-16,0 0 32 0,0 0 10 0,0 0-20 16,3-21 15-16,-3 21-6 0,6-4-13 15,-6 4 3-15,7-10-2 0,-1 7-22 16,-6 3-3-16,12-9-4 0,-9 6 0 0,-3 3-9 15,11-10 2-15,-7 4 0 0,4 0-11 16,-6-1 2-16,2-2-1 0,2 1-1 0,-5-3 3 16,-1-2-8-16,0 6-5 0,-1-4-4 15,-3 0 12-15,-2 6-13 0,0-2-1 16,-3 2-4-16,9 5 4 0,-24-1 7 0,8 7-6 16,-4 1 7-16,2 2-3 0,-5 9 1 15,5-3 14-15,5 2-2 0,3 2-7 0,5-2 7 16,-3 4-3-16,6-4 4 0,2 2 5 15,4-1 1-15,4-1-6 0,-5 0-3 16,7-5 4-16,1 1-20 0,2-3 15 16,-1-1-25-16,3-4-49 0,5 0-64 15,-1-4-74-15,3-1-81 0,5-4-87 0,10-3-106 16,-5-2-79-16,2-1 44 0,-9 0-142 16,-4 1-144-16</inkml:trace>
  <inkml:trace contextRef="#ctx0" brushRef="#br0" timeOffset="86781.85">14898 15277 1698 0,'2'-8'-3'0,"-4"2"32"15,2 6 18-15,0 0 18 0,-5-8 23 16,5 8 17-16,0 0 14 0,0 0 4 16,0 0 7-16,0 0 5 0,-16 17 1 0,14-10-2 15,0 2-9-15,1-1-7 0,-1 1-9 16,2-1-5-16,-2 4-3 0,4-5-8 16,0 2 0-16,-1-2-4 0,3-1 0 15,3 0-23-15,0-3-2 0,-7-3-8 0,17 3 1 16,-17-3-12-16,23-1-1 0,-12-2-1 15,-1-1-8-15,1 0 0 0,-2 0 2 16,1-2-11-16,-2 3 2 0,-8 3-7 0,11-5 8 16,-11 5-11-16,7-4-1 0,-7 4-9 15,0 0 12-15,0 0 2 0,0 25 13 0,-3-11 18 16,-5 10 7-16,-1 10 25 0,-3 5 35 16,6 2 26-16,-1 0 0 0,2 0 14 15,3 0-11-15,-2-2-14 0,1-2-12 16,1-8-9-16,2-5 1 0,-2-5-24 0,2 0 11 15,-1-5 5-15,-1 1 12 0,-2-3 27 16,0-2 19-16,1-1-4 0,-5-2-10 16,-4-1-11-16,1-1-20 0,-6-1-11 0,-2-1-11 15,-2-1-9-15,0-2-8 0,0-2-13 16,-4-1-9-16,2-2-1 0,0-2-15 0,5-1-41 16,0-5-53-16,3 1-41 0,3-1-35 15,1 2-36-15,4 1-44 0,0 3-49 16,0 0-70-16,3 1-84 0,3 0-98 0,1 6-120 15,-2-6-121-15,2 6 62 0,0 0-518 16,7-9-670-16</inkml:trace>
  <inkml:trace contextRef="#ctx0" brushRef="#br0" timeOffset="87198.99">15286 15342 3369 0,'0'-15'14'0,"-3"0"49"0,-1 4 19 0,2 6 17 16,2 5 4-16,-2-12-11 16,2 12-5-16,0 0-6 0,0 0-2 0,0 0-5 15,0 0-8-15,0 0 1 0,2 29-7 16,-2-17-7-16,-2 3-5 0,0-1 11 0,-1 2 10 16,-5 3 9-16,1 0 1 0,-1-2-6 15,-2 2 3-15,-1-4 0 0,-3 1-9 0,2-3-6 16,0-2-6-16,0-1-7 0,1-3-4 15,-1 0-1-15,3-4-7 0,4-3-7 0,5 0-3 16,-12-7-6-16,10-3-3 0,4-2-3 16,1-5 2-16,6-2-5 0,5-7 0 15,2 3 1-15,-3 6-5 0,5 5-2 0,-7 4-1 16,0 2-3-16,1 2 2 0,-3 2 3 16,-9 2-2-16,21 3 4 0,-12 2-5 0,5 3 6 15,-3 2-3-15,2 1-3 16,3 4-1-16,-3-1-1 0,-1 1 1 0,3-1-3 15,-1-2-1-15,-1 2-20 0,-4-3-59 16,1-1-85-16,-1-2-74 0,0 2-74 0,-2-5-79 16,-2 0-80-16,1-2-113 0,-6-3-1 15,9 4-317-15,-9-4-384 0</inkml:trace>
  <inkml:trace contextRef="#ctx0" brushRef="#br0" timeOffset="87699.7">15781 14996 2638 0,'0'-13'24'0,"0"1"40"16,0 0 45-16,-2 7 31 0,2 5 12 0,-2-13-5 16,2 13-13-16,0 0-13 0,0 0-15 15,0 0 19-15,0 0 0 0,-8 24 28 16,-2 5-17-16,-1 2-14 0,-1 3-10 16,3 1-11-16,2 3-11 0,-3 0-10 0,-2-3-8 15,3 1-5-15,6-1-9 0,-6 0-5 16,5-5-6-16,-3-5-8 0,2-2-1 0,1-6-6 15,0-1-5-15,2-5-6 0,1 0-20 16,-2-2-17-16,-1-1-15 0,2-5-21 16,2-3-18-16,-7 2-3 0,7-2 6 15,0 0-2-15,-15-15 4 0,7 5 7 0,-2-2 4 16,1-5 11-16,1 0 7 0,0 5-5 0,1-2 11 16,3 3 3-16,1 1 3 15,-4 3 4-15,5 0-4 0,-1 0 0 0,3 7 5 16,0-7 10-16,0 7-9 0,0 0 7 15,10-9 5-15,-3 5 2 0,4-2-4 0,5-1-3 16,2-1 7-16,13-4 4 0,3-3 0 16,1 1-2-16,11-5-2 0,0 2 4 0,-10 5-2 15,-6 3 1-15,-5 4-3 0,-6 2 1 16,-4 5 2-16,-4-1 15 0,-1 3 24 16,-2 4 21-16,-1 1 13 0,-3 3 7 15,2 1-5-15,-5 3 3 0,1 1-6 16,0 0-8-16,1 2-4 0,1-2-7 0,-2 2-5 15,-1-2-8-15,-1 1-3 0,2-4-12 16,0 3-39-16,0-5-79 0,0 1-96 0,1-3-88 16,-3-1-106-16,4-2-128 0,0 0-89 15,-2-4 52-15,-2-3-262 0,0 0-298 0</inkml:trace>
  <inkml:trace contextRef="#ctx0" brushRef="#br0" timeOffset="87848.67">16112 15089 2396 0,'-2'-14'22'16,"2"4"26"-16,-3 2 20 0,-2 1 19 0,5 7 1 16,-2-13-10-16,2 13-5 0,-2-8-12 15,2 8-11-15,0-7-36 0,0 7-59 16,0 0-54-16,0 0-74 0,0 0-81 0,0 0-141 16,0 0-53-16,0 0-87 0,0 0-37 15</inkml:trace>
  <inkml:trace contextRef="#ctx0" brushRef="#br0" timeOffset="88098.8">16204 15115 1472 0,'5'1'71'0,"-5"-1"18"0,10 4-6 0,-10-4 1 16,0 0 59-16,5 9 35 0,0-3 37 15,-3 0 2-15,-1 4-11 0,-1 1-7 0,2 2 1 16,0 0-16-16,2 0-16 0,-2 2-15 16,-1-1-10-16,1 3-16 0,-2-5-15 15,2 3-11-15,0-3-10 0,2 0-8 0,-4-2-7 16,2-1-9-16,-2-1-3 0,0-1-13 15,0-2-1-15,0-5-2 0,2 11-3 0,-2-11-6 16,0 0-4-16,2 6-1 0,-2-6-5 16,0 0-4-16,0 0-9 0,11-22-4 0,-5 10-37 15,-2-3-53-15,6-6-62 0,1-6-60 16,6-2-66-16,-6 0-98 0,6 2-144 16,1 6-71-16,-6 3 46 0,2 7-221 15,-3 1-245-15</inkml:trace>
  <inkml:trace contextRef="#ctx0" brushRef="#br0" timeOffset="88500.83">16886 15257 2277 0,'-13'2'119'0,"2"2"14"16,2 0 7-16,9-4 19 0,-7 3 2 15,7-3 0-15,0 0-18 0,0 0-10 0,-8 6-1 16,8-6-14-16,0 0-16 0,0 0-11 15,0 0-9-15,0 0-11 0,33-9-11 0,-20 5-1 16,-1 0-17-16,1-3-30 16,0-2-17-16,0 0-14 0,-1 0-3 0,-2-3-1 15,-3 0-2-15,0 1 9 0,-7 3-3 16,0 1 3-16,0 7 4 0,-14-9 0 0,0 9 7 16,-5 2-4-16,-7 5 18 0,-10 2 24 15,0 6 11-15,2 2 21 0,4 0 18 16,1 5 15-16,6-1 17 0,6 1 6 0,4-1 17 15,5-3 4-15,4-1 6 0,3-1-6 16,1 0-8-16,3-2 5 0,9 1-19 16,-1-1-10-16,11-2-12 0,6 1-9 0,8-1-8 15,8-3-12-15,4-2-8 0,-1-2-35 16,3-2-71-16,-5-1-95 0,-1 0-110 16,-6 1-102-16,-11-3-115 0,-4 0-159 15,-6 0-44-15,-3 2 69 0,-5-1-394 0,-2 1-472 16</inkml:trace>
  <inkml:trace contextRef="#ctx0" brushRef="#br0" timeOffset="89200.16">18137 15145 2912 0,'0'0'11'0,"12"-1"12"0,-12 1 12 16,0 0 25-16,0 0 44 15,0 0 30-15,0 0 20 0,24 0 1 0,-19 0-7 16,-5 0-15-16,17-3-14 0,-17 3-13 16,17-3-9-16,-6 0-11 0,-1 1-6 0,2-2-7 15,-1 1-7-15,1-1-10 0,-5 2-6 16,0-3-3-16,4-1-2 0,-8-1-1 0,-3 7-2 15,10-10-4-15,-10 5-7 0,0 5 1 16,-8-12-4-16,1 7-3 0,-5 1-3 16,-5 4-2-16,-2 0 2 0,-6 4 7 0,-9 5 8 15,1 1 13-15,5 1 14 0,1 4 12 16,4-1 10-16,6 2 7 0,5 0 1 0,5-1-4 16,-1 2 1-16,8 1 0 15,0-3-4-15,10 6-8 0,0-5-7 0,6 7-9 0,6-2-7 16,3-3-7-16,-5-9 1 15,8 3-10-15,-1-4-1 0,-2-5-20 0,0-2-68 16,4 1-76-16,-2-4-93 0,-2-2-102 16,12 0-109-16,-13-4-119 0,5-2-157 0,-4 3 55 15,-6-3-476-15,0 0-593 0</inkml:trace>
  <inkml:trace contextRef="#ctx0" brushRef="#br0" timeOffset="89615.61">18917 14676 3289 0,'-2'-9'99'0,"0"1"-6"0,2 8-7 0,0 0 16 16,0 0 37-16,-19 27 23 0,6 0 10 16,-3 6 0-16,3 1-9 0,-1 15-9 15,-4 0-15-15,2-1-13 0,3 0-11 0,2-9-14 16,3-1-9-16,1-2-8 0,-1-1-10 15,5-8-6-15,1-6-9 0,-2-4-5 0,-1-3 0 16,5-2-9-16,-1-2-6 0,-1-3 0 16,2 3-3-16,0-10-2 0,-2 8-4 0,2-8-6 15,0 0-2-15,0 0-8 16,0 0-4-16,0 0-6 0,0 0-12 0,5-32-13 16,-5 21 2-16,-3-1 1 0,-5-1 1 15,3-1 2-15,-4 3 6 0,-5 3-5 16,1 2 5-16,-5 3 0 0,3 6 1 0,-4 0 0 15,-2 6 1-15,2 0 3 0,-4 9 1 16,7-1 0-16,5 2-3 0,0-1 2 0,6 2-4 16,-2 0 3-16,7-3 0 0,0-1-3 15,4 2-21-15,4-2-5 0,3-3-26 0,5-1-58 16,3-3-72-16,4-4-69 16,-4-2-63-16,3-6-65 0,12-2-67 0,5-4-85 15,-3-3-36-15,-2-2-350 0,1-1-405 0</inkml:trace>
  <inkml:trace contextRef="#ctx0" brushRef="#br0" timeOffset="90033.11">19051 15166 2439 0,'0'0'-23'16,"0"0"45"-16,0 0 33 0,0 0 43 0,0 0 33 15,0 0 25-15,-50 16 6 0,36-10-1 16,1 3-6-16,2 1-13 0,1 1-12 0,5-3-9 16,-5-1-13-16,7 1-11 0,-3-2-8 15,6-6-4-15,-5 10-9 0,5-10-4 0,11 6-6 16,-11-6-8-16,13 0-4 0,-13 0-6 15,26-6-2-15,-10 1-10 0,4-2-1 16,2-2-7-16,-5 1 1 0,4-1-4 16,-9 2-2-16,-1 2-1 0,-2 2-6 15,-9 3-1-15,14 1 2 0,-14-1 10 0,3 13 17 16,-6 2 22-16,-1 4 7 0,-6 13 16 16,2 7 18-16,-1 1 29 0,1 9 4 0,2-6-11 15,1-1 8-15,1-1-12 0,-1-2 15 16,-1-3-2-16,0-5-5 0,-2-5 13 0,3-3 7 15,-3-4 22-15,3-2 6 0,-5-1 8 16,-1-2-3-16,-3-3-5 0,1-1-9 16,-5-3-15-16,2-2-15 0,-8-2-14 15,-1-1-25-15,-1 0-103 0,-1-4 0 16,-1-1 0-16,1-3 0 0,2 0 0 0,-1-6 0 16,-1 0 0-16,10-2 0 0,5 2 0 15,1-4 0-15,7 2-35 0,1-1-281 0,5 1-98 16,1-1-110-16,5 1-125 0,3-1-166 15,4-1 19-15,9-2 81 0,-2 0-621 0,5 3-791 16</inkml:trace>
  <inkml:trace contextRef="#ctx0" brushRef="#br0" timeOffset="90400.32">19582 15290 3589 0,'-2'-13'46'16,"2"13"45"-16,0-12 17 0,0 12 33 15,-1-11 27-15,1 11-8 0,1-13-16 16,-1 6-11-16,4 1-15 0,2-3-11 0,0 1-12 16,3-2-10-16,2 1-7 0,2 0-10 15,-2-2-6-15,0 1-4 0,1 2-5 16,-5-2-3-16,0 1-9 0,-1 3-3 0,-1-1-7 16,-5 7-1-16,0-10-3 0,0 10-4 15,0 0-1-15,-18-4-1 0,18 4 7 0,-43 18 13 16,9-3 14-16,-4 10 17 0,2 2 20 15,0 5 7-15,8 0 3 0,5-3-7 16,3 2 2-16,9-2 0 0,6-4-3 16,3-1-17-16,6-3-2 0,3-2-4 0,9 5-9 15,4-3-1-15,3-4-9 0,0-9-1 16,-2-1-3-16,3-1-10 0,-4-5-1 0,1-1 0 16,-1-1-17-16,2-4-43 0,1 1-50 15,-4-1-53-15,0 0-56 0,-4 0-88 16,0-2-96-16,1 2-115 0,-1-1-144 0,-6 0-114 15,1 2 67-15,-1-1-529 0,-9 5-665 16</inkml:trace>
  <inkml:trace contextRef="#ctx0" brushRef="#br0" timeOffset="91316.69">22754 15233 3566 0,'-3'-15'65'0,"1"1"45"16,0 5 37-16,1 1 33 0,-1 1 10 15,2-1-6-15,0 8-11 0,0 0-16 0,-2-10-3 16,2 10 6-16,0 0 6 0,0 0-5 16,-8 28-19-16,3-13-7 0,-1 5-5 15,0 2-9-15,-2 0-2 0,1-1-3 0,-2 8-8 16,-1-7-12-16,2-3-4 0,1-2-7 15,-1-1-8-15,2-3-7 0,2-3-12 0,-1-1 0 16,1-1-3-16,0-3-6 0,4-5-6 16,-1 7-6-16,1-7-3 0,0 0-7 0,0 0 0 15,16-25-7-15,-4 7 4 0,7-5-7 16,-2-5-1-16,6 0-2 0,-2-1 6 0,0 5-7 16,-2 4-28-16,-2 3 1 0,-3 3 5 15,-5 6-5-15,0 1 3 0,3 3 2 16,-2 3-3-16,-10 1 6 0,23 2 7 15,-9 4-6-15,6 3 0 0,-2 0 1 16,4-1-2-16,1 0 3 0,-5 1 3 0,3 0-2 16,1-3 1-16,-4 1 8 0,0-3-9 15,-3-1 2-15,-2 0 0 0,2-6 4 0,-1 1-1 16,-1-1 2-16,1-4 3 0,-1-1-11 16,1-1 0-16,-2-5 7 0,-1-1-3 0,5-9-4 15,-5 3 7-15,1-8-6 16,-1 2-17-16,-1-2-28 0,-2 3-21 0,1-3-30 15,0 6-29-15,0 8-35 0,-6 1-48 16,1 4-62-16,0 3-65 0,-2 3-66 0,-2 4-95 16,0 0-201-16,0 0 37 0,0 0 67 15,-13 19-401-15,8-10-471 0</inkml:trace>
  <inkml:trace contextRef="#ctx0" brushRef="#br0" timeOffset="91680.73">23777 15312 2976 0,'0'0'108'16,"0"0"16"-16,0 0 33 0,0 0 18 0,0-22 4 15,0 22-11-15,0-14-18 0,1 5-13 16,6 1-18-16,-3-1-14 0,1 2-5 16,1-2-13-16,-3 3-7 0,3-1-13 15,0-1-9-15,-2 0-25 0,0 2-7 0,-1-3-6 16,-1 1-1-16,-2-2-9 0,0 10-3 15,-3-14-1-15,-5 9-1 0,0-1 3 16,-5 3 0-16,-3 0-1 0,0 3-1 0,-6 3 3 16,-1 4 3-16,-7 3 11 0,8-1 7 15,0 3 2-15,7-1 8 0,0 3 5 0,1 4-4 16,3-2-1-16,4 2-1 0,3-1 2 16,0 1-7-16,6-1-5 0,2-1 1 15,1-1-5-15,4 3-1 0,5-3 0 0,-1-3-4 16,5 1-4-16,0-5-20 0,4-1-49 15,1-2-69-15,0-1-68 0,-1-3-84 16,1-2-88-16,-4-1-91 0,8 0-148 16,-5-3 13-16,1-1-382 0,-1-1-448 0</inkml:trace>
  <inkml:trace contextRef="#ctx0" brushRef="#br0" timeOffset="92113.76">24133 15161 2743 0,'0'-10'89'0,"0"3"36"0,0 7 37 16,-4-9 27-16,4 9 24 15,0 0 9-15,-12-6-4 0,12 6-18 0,0 0-16 16,0 0-20-16,0 0-15 0,-16 12-16 16,10-4-14-16,4-2-14 0,2-6-9 15,-5 15-8-15,2-7-10 0,1-2-8 0,2 2-6 16,0-8-7-16,-2 12-5 0,2-12-6 16,2 8-6-16,-2-8-3 0,5 9-5 0,-5-9-7 15,5 5-1-15,-5-5-4 0,12 2-3 16,-12-2-1-16,0 0-1 0,0 0 0 0,12 0-2 15,-12 0-3-15,0 0-4 0,0 0-7 16,9 8 2-16,-11-1 2 0,-5 5 4 16,-2 9 3-16,-6 8 9 0,-2 12 2 0,-3 4 16 15,2 2 15-15,-1-1 15 0,0 4 0 16,2-2-5-16,-3-5-6 0,4 1 20 16,2-11-2-16,3-5 14 0,-2 0 16 0,2-8 18 15,4-4 4-15,0-3 10 0,-1-1 8 16,2-3 6-16,-3-1 0 0,-1-1-8 15,-5 0-12-15,0-4-11 0,-1-1-12 0,0 0-12 16,-6-4-12-16,-1-1-7 0,-2-2-44 16,3-2-32-16,-7-5 0 0,6 2 0 0,6-3 0 15,4-2-11-15,2-2-156 0,2 0-53 16,6-1-62-16,1 2-62 0,4-4-91 0,3-2-89 16,4 2-124-16,5-4-143 15,4 0 56-15,2 6-637 0,3-2-826 0</inkml:trace>
  <inkml:trace contextRef="#ctx0" brushRef="#br0" timeOffset="92501.48">24420 15257 4120 0,'0'-7'116'0,"0"7"23"0,0 0 18 16,-3-10 17-16,3 10 8 0,0 0 13 15,0 0-13-15,0 0-16 0,0 0-13 0,-15 23-13 16,11-12-17-16,2 1-9 0,-1-2-17 15,-4 6-10-15,4-3-5 0,-3 2-9 16,1-1-8-16,-1-2-6 0,-1 1-11 0,-2-1-5 16,2-3-3-16,0-1-4 0,-6-1-5 15,4-4-41-15,-4 1-20 0,13-4-27 16,-21-4-17-16,9 1-16 0,3-4 0 0,1-3 2 16,5-1 6-16,-1-3 10 0,2 1 9 15,6-5 3-15,0 5 9 0,3-1 5 0,-2 0 5 16,6 4 4-16,-4 2 3 0,0 1 6 15,3 3 2-15,2 2 4 0,-12 2 2 0,18 0 4 16,-18 0 3-16,21 6-1 0,-10-3 4 16,3 2-4-16,-3-1 2 0,1 2 4 15,-2-4 2-15,1 3-1 0,-1-1-2 16,-1-1-35-16,0 1-64 0,0-1-78 16,0-1-80-16,-2 0-90 0,-7-2-74 0,14 1-104 15,-14-1-61-15,0 0 46 0,19-7-276 16,-14 5-310-16</inkml:trace>
  <inkml:trace contextRef="#ctx0" brushRef="#br0" timeOffset="92980.97">24869 14821 2341 0,'12'-34'35'0,"-1"-2"30"15,-2 0 30-15,-1 3 49 0,-2 6 54 16,-3 10 37-16,-3-1 3 0,2 7-19 0,-2 2-26 16,0 4-16-16,0 5-17 0,0 0 6 15,0 0 1-15,-15 31-13 0,3 1-16 16,1 3-15-16,-1 2-8 0,-2 13-15 15,0-1-7-15,5-2-10 0,-3 3-10 0,4-13-5 16,3 1-7-16,-1-2-10 0,2-7-3 16,2-3-9-16,2-6-41 0,-1-3-42 0,1 1-46 15,0-4-37-15,-2-3-40 0,4 0-30 16,-2-4-24-16,0 0-25 0,0-7-5 0,-2 8 16 16,2-8 20-16,0 0 21 0,0 0 21 15,0 0 18-15,-20-15 29 0,9 5 36 16,3-2 33-16,-3-1 37 0,0 5 40 0,-3-1 39 15,3 0 9-15,2 5 4 16,-3-1 17-16,2 0-4 0,3 2 9 0,7 3 0 16,-12-6-9-16,12 6-7 0,-6-6-6 15,6 6 3-15,0 0 11 0,0 0 14 0,0 0-12 16,18-13-6-16,-3 9-7 0,2-8-8 16,14 0-4-16,-3-1-9 0,1 1-3 0,2 0-4 15,-11 3-10-15,-1 4-2 0,1 2-4 16,-7 1-4-16,0 2-3 0,-1 4 17 15,-3 2 1-15,0 3 26 0,-1 3 7 0,-2 4-11 16,-1-1-4-16,-5 3-7 0,2-1-6 16,-2 3-3-16,0 1-4 0,2-1-8 15,-2 1 0-15,2-2-5 0,-2 3-59 16,-2-2-102-16,2-4-124 0,-2 2-139 0,0-1-174 16,2-3-71-16,-1-2 55 0,1-2-342 15,1 0-409-15</inkml:trace>
  <inkml:trace contextRef="#ctx0" brushRef="#br0" timeOffset="93147.82">25094 15104 2803 0,'-7'-18'137'15,"2"2"10"-15,-1 3 8 0,3 0 21 0,1 3 16 16,-4 1-8-16,6 1-15 0,-2 2-19 16,2 6-20-16,2-15-16 0,2 7-53 15,2 4-54-15,-3-1-80 0,-3 5-77 0,16-7-58 16,-16 7-45-16,17-1-44 0,-17 1-23 15,15 3-2-15,-7 0 20 0,-3 4 44 16</inkml:trace>
  <inkml:trace contextRef="#ctx0" brushRef="#br0" timeOffset="93380.77">25166 15008 1927 0,'7'9'-66'0,"-1"-1"40"16,-3 1 50-16,0-1 44 0,-1 1 38 15,-2-2 39-15,2 4 40 0,-4-3 23 16,2 1 8-16,-2-1 5 0,2 0 15 0,0 2-20 16,0 0 8-16,0-3-18 0,2 1-20 15,-2 0-19-15,0-8-13 0,0 13-3 0,0-13 0 16,2 8-14-16,2-4-13 15,-4-4 11-15,2 8 3 0,-2-8 9 0,0 0 1 0,7 5 7 16,-7-5-3-16,0 0-25 16,21-11-9-16,-8 3-13 0,8-12-10 0,1-4-10 15,0-2-7-15,8-10-9 0,4 3-14 16,-10 8-4-16,-1 2-12 0,-8 5-39 0,-2 9-51 16,-3 0-55-16,-2 4-61 0,-4 3-78 15,-4 2-93-15,0 0-95 0,0 0-124 16,0 0-145-16,-2 23 48 0,0-15-504 0,2 1-624 15</inkml:trace>
  <inkml:trace contextRef="#ctx0" brushRef="#br0" timeOffset="93764.25">25770 15102 3444 0,'0'0'91'0,"-2"-7"23"0,2 7 13 0,0-6 12 15,0 6 2-15,8-9-13 0,-3 4-15 16,5 0-9-16,0-2-12 0,3 1-9 16,1-1-7-16,-2-2-9 0,4 2-3 0,1-2-10 15,-2 1-4-15,-2-1-5 0,-1 1-5 16,-1-1-4-16,-3 1 0 0,-3-1-8 0,-2 2 1 16,-3-1-6-16,0 8-1 0,-14-11-3 15,1 10-5-15,-6-1 3 0,-19 7-1 16,-3 4 9-16,-6 8 6 0,3 1 17 15,1 7-4-15,5 0 8 0,5 6 3 0,8-9 14 16,8 1 1-16,6-5 5 0,3 2 4 16,5-6-5-16,3-2-3 0,3 3-3 0,7-3-4 15,1-2-5-15,6-2-6 0,6-1-7 16,1-2-6-16,5-3-6 0,0 2-11 0,-3-4-59 16,-2 1-87-16,-5-1-99 0,-4 2-129 15,-1-2-154-15,-1 0-228 0,-4 2 51 16,-9-2 75-16,12 5-425 0,-12-5-505 15</inkml:trace>
  <inkml:trace contextRef="#ctx0" brushRef="#br0" timeOffset="94648.56">26740 14983 2964 0,'-7'5'75'16,"7"-5"34"-16,0 0 33 0,-12 0 11 15,12 0 22-15,0 0 17 0,0 0 8 16,-8 3-6-16,8-3-12 0,0 0-16 0,0 0-15 15,0 0-13-15,24 3-16 0,-12-3-13 16,2 0-12-16,5-1-11 0,-2-1-10 0,5-1-6 16,-6 1-6-16,4-1-9 0,-4-3-10 15,4-2-5-15,-6 1-4 0,0 0-4 0,-3-3-5 16,0-1-5-16,-4-1-1 16,-5 1-8-16,0 0-1 0,-6 1-2 0,-2 2-5 15,-6-2 4-15,-1 6-2 0,-2 2-3 16,-6 0 0-16,-5 6 0 0,-10 6-1 0,-9 9 0 15,6 5 3-15,6 3 2 0,6-1 3 16,8 1 0-16,2 4 1 0,5 0 4 0,5-5-5 16,3-3 6-16,8-6-2 0,0 5 1 15,5-3 2-15,3-1 1 0,6 3-3 16,4-7 0-16,4-1-2 0,1-6-8 0,0-2-18 16,-2-5-36-16,4 2-44 15,7-5-66-15,2-6-89 0,-2 0-108 0,0-1-136 16,-1-4-208-16,-1-3 47 0,0 1 73 15,-3-1-338-15,1 3-398 0</inkml:trace>
  <inkml:trace contextRef="#ctx0" brushRef="#br0" timeOffset="95080.25">27642 14412 2891 0,'-7'-18'161'0,"6"6"13"0,-5 2-6 0,2 7 9 15,4 3 32-15,0 0 24 0,-25 25 13 16,9 6-5-16,-7 12-12 0,0 1-21 16,-1 5 4-16,6-1-13 0,-3 1-8 15,1 0-25-15,4-2-26 0,-2-1-11 0,7-7-12 16,2-6-13-16,-3 0-13 0,4-9-9 16,3-3-4-16,-1-6-5 0,2 2-11 0,0-6-3 15,0-1-8-15,3-2-4 0,-1-2-3 16,2-6-3-16,-4 6-12 0,4-6-3 15,0 0-7-15,0 0-9 0,0 0-19 16,0 0-7-16,-7-23-18 0,1 11 0 0,-2 1-2 16,-1 1 3-16,-3 1 4 0,-5-1 4 15,-1 5 0-15,-2 3 3 0,-1 2 10 16,-8 6-10-16,-5 2 4 0,0 8 3 0,1 1 1 16,7 7 3-16,2-4-1 0,8 5 4 15,2-5 4-15,8-2 2 0,5-1 0 0,2-3 2 16,3 1-1-16,5 2 1 0,7-3-2 15,4-3-8-15,0-2-28 0,7-4-47 0,10-2-53 16,6-3-64-16,0-3-66 0,13-6-70 16,-3-1-63-16,-4-7-86 0,7 0-136 0,-6-2-20 15,-5-2 54-15,-13 3-329 0,-1 1-399 16</inkml:trace>
  <inkml:trace contextRef="#ctx0" brushRef="#br0" timeOffset="95713.8">27696 14941 2494 0,'0'0'-13'0,"-20"0"41"0,20 0 43 0,-27 7 44 15,10-3 44-15,2 2 14 0,-3-1 6 16,7 3 6-16,2-2-9 0,-1 0-10 0,-1 2-7 16,3-3-7-16,2 2-11 0,2 1-7 15,4-8-4-15,-3 9-11 0,3-9-9 0,0 7-11 16,0-7-7-16,0 0-11 0,13 3-6 16,-13-3-9-16,19-3-3 0,-19 3-5 15,23-7-5-15,-12 2-4 0,1-2 17 0,-3 0 12 16,1 2 14-16,0 0 9 0,-5 2 0 15,-5 3-9-15,11-5-9 0,-11 5 13 0,0 0 19 16,6 15 14-16,-10 0 5 16,-3 14-7-16,-4 12 51 0,-3 9 31 0,-3 7 2 15,0 5-8-15,-3 1-17 0,4-1-14 16,-4-1-17-16,4-2-14 0,-2-8-18 0,3-1-38 16,-4-7-85-16,3-11 0 0,1-3 0 15,0-2 0-15,-4-5 0 0,5-5 0 0,1-3 0 16,-4-4 0-16,-2-1 0 0,6-6 0 15,-4 0 0-15,-1-3 0 0,2 0 0 16,-4-3 0-16,7-4 0 0,-2-2 0 0,4-1 0 16,0-5 0-16,10-3 0 0,-1 0-28 15,5-5-91-15,11-8 6 0,3 0 2 16,8-8 6-16,7 5 4 0,4-1-10 16,5 1-1-16,0 4-7 0,4-3 5 0,4 0-10 15,3 2 1-15,1-1 13 0,4-1 3 16,-2 2-11-16,-2-1 9 0,1-6 14 0,-4 1 10 15,-7-1 12-15,-3-2 3 0,-8-1 9 16,-1 1 7-16,-8 1 7 0,-7 10 4 0,-7 7 6 16,-5 2 7-16,-4 6-1 0,-6 7 5 15,-3 3 5-15,-9 6 0 0,-5 4 8 16,-16 15 1-16,1 7 24 0,3 1 4 0,0 2 6 16,17-5 4-16,0-1 7 0,11 0 0 15,1-7 6-15,5-3 0 0,2-1 0 16,5-1 1-16,1-1-5 0,11 1-1 15,-2-6-6-15,8-2-1 0,1-1-1 0,-2-4-5 16,2 0 0-16,0-4-2 0,0 0-6 16,2 0-16-16,-2-1-60 0,-4-1-81 0,-2 3-112 15,-2 0-137-15,0-1-160 0,-1 0-170 16,-3 3 53-16,1-2-509 0,0 0-644 0</inkml:trace>
  <inkml:trace contextRef="#ctx0" brushRef="#br0" timeOffset="95982.63">29091 14771 3157 0,'-5'-17'61'16,"-1"5"14"-16,1 4 3 0,-3 1 22 0,-4 5 22 15,12 2 38-15,-28 7 12 0,-1 11 7 16,2 2-4-16,-5 12-15 0,0 7-9 15,5-2-12-15,7 3-16 0,2-6-6 0,7 0-14 16,4-1-13-16,2-6-9 0,5-2-11 16,2-2-11-16,6-2-4 0,1-3-7 15,4 0-17-15,5-7-62 0,3-1-78 16,-1-2-95-16,7-5-104 0,2-2-123 0,11-2-192 16,4-4-9-16,9-5 67 0,-4-4-321 15,5-3-367-15</inkml:trace>
  <inkml:trace contextRef="#ctx0" brushRef="#br0" timeOffset="96213.7">29856 14806 2460 0,'6'-11'109'16,"-6"3"45"-16,-2 1 43 0,2 7 26 15,-14-5 39-15,14 5 30 0,0 0 18 0,-51 22 18 16,14 4 6-16,-4 9-7 16,-15 18-19-16,3 8-13 0,-2 7-23 0,0 4-28 0,1 8-22 15,4 0-24-15,0-1-23 16,2-1-13-16,2-7-18 0,9-16-18 0,9-5-16 15,-1-5-22-15,3-6-73 0,9-10-65 16,-1-6-48-16,9-6-43 0,2-5-50 0,3-7-56 16,2-4-77-16,2-1-62 0,0 0-48 15,0 0-58-15,15-35-79 0,-5 6-117 16,1-10 54-16,0-9-420 0,3-5-527 0</inkml:trace>
  <inkml:trace contextRef="#ctx0" brushRef="#br0" timeOffset="96380.17">29351 14991 2902 0,'7'-14'19'0,"-3"6"29"15,-2 1 26-15,-2 7 30 0,0 0 19 16,0 0 31-16,0 0 12 0,0 0-5 16,-17 34-11-16,10-15-11 0,2 0-18 15,2 1-12-15,1-3-9 0,2 4-9 0,2 2-13 16,-1-5-2-16,3 0-13 0,3-3-37 16,-4 1-70-16,3-5-76 0,3 1-94 0,-1-4-115 15,2-2-145-15,1 0-117 0,1-3 41 16,-1-2-260-16,4-1-298 0</inkml:trace>
  <inkml:trace contextRef="#ctx0" brushRef="#br0" timeOffset="96630.45">30086 14982 2513 0,'-11'-11'141'15,"-1"2"11"-15,-1 2 19 0,1 6 28 16,-6 1 28-16,0 1 13 0,-2 6-13 0,-9 7-16 15,6 4-19-15,2 3-16 0,3 1-21 16,2 4-20-16,8-3-13 0,3-3-11 0,3 0-14 16,4-2-10-16,0 0-12 0,3 0-7 15,5-3-16-15,2-5-29 0,0 3-35 0,8-6-50 16,0-3-32-16,5 0-40 0,4-4-47 16,9-7-39-16,1-1-36 0,6-9-34 15,1-2-42-15,-3-9-28 0,4-2-16 0,0-8-12 16,1-4-11-16,16-18-373 15,1-3-262-15</inkml:trace>
  <inkml:trace contextRef="#ctx0" brushRef="#br0" timeOffset="97031.81">30984 14216 2104 0,'4'-26'5'0,"-4"6"38"15,-4 6 31-15,-6 2 25 0,1 7 26 16,-4 5 29-16,-8 7 44 0,-13 10 13 16,-7 17 13-16,-12 21 8 0,2 13 4 0,-1 12-14 15,5 3-8-15,2 10-17 0,4 2-14 16,5 2-17-16,3-3-16 0,7-6-15 0,8-18-14 15,7-3-6-15,2-7-17 16,2-3-12-16,5-16-10 0,4-4-8 0,2-11-5 16,4-5-6-16,2-9-8 0,2-3-7 15,2-2-25-15,6-7-28 0,2-3-26 0,8-9-10 16,5-1-4-16,3-13-3 0,4 0 1 16,-4-4 5-16,-1-5 4 0,-3 3 9 15,-7 10-6-15,-7 1 17 0,-6 8 15 0,-5 4 9 16,-1 2 24-16,-7 5 22 0,-1 2 22 15,0 0 20-15,0 0 18 0,-20 23 15 0,10-11 16 16,-3 5 14-16,1-3-3 0,3 4-1 16,0-1-9-16,1-5-15 0,3-1-7 15,4 2-14-15,2-4-3 0,4-2-11 16,1 3-10-16,3-5-2 0,2 0-14 0,7 0-5 16,5 1-8-16,3-2-16 0,1-4-58 15,-1 4-72-15,1-1-60 0,0 3-68 0,-4-2-81 16,-2 2-90-16,-2 0-126 0,-6-2-192 15,-3 3-37-15,-3 1 71 0,-1 0-508 16,-2 2-654-16</inkml:trace>
  <inkml:trace contextRef="#ctx0" brushRef="#br0" timeOffset="98696.17">9004 16097 3461 0,'2'-21'-4'16,"0"6"29"-16,-2 1 33 0,2 4 31 0,-2 3 20 15,2 1-3-15,-2 6-2 0,0-9-6 16,0 9 27-16,0 0 16 0,0 0 1 0,11 23-12 16,-8-5-11-16,4 4-9 15,-2 1-13-15,-1 12-8 0,0-9-9 0,-1 0-9 0,-1-3-4 16,-2 3-11-16,0-7-4 15,0 2-6-15,-2-3-29 0,2-1-54 0,-1 0-56 16,-1-5-62-16,0 0-59 0,0 0-55 16,0-5-72-16,0-4-83 0,2-3-130 15,0 0-47-15,0 0 52 0,0 0-183 0,0 0-223 16</inkml:trace>
  <inkml:trace contextRef="#ctx0" brushRef="#br0" timeOffset="99063.9">9084 16044 2038 0,'2'-17'36'0,"-1"2"15"0,1 4 13 15,-2 3 11-15,2-2 4 0,1 6-2 16,-3 4-6-16,7-10-5 0,-3 7-6 16,-4 3-5-16,13-3 10 0,-13 3 1 0,16 7 10 15,-9 0 6-15,0 2 7 0,4 3 11 16,-8 0 6-16,1 0 24 0,0 2 12 0,-4-3 7 16,0 3 14-16,0 0 0 0,-4 1-9 15,2-1-10-15,0 0-16 0,0-2-9 16,2-1-7-16,0 0-7 0,0-1-7 0,2 2-9 15,0 0-7-15,5 2-9 0,-3-1-6 16,3 1-6-16,2 0-7 0,-2-1-4 16,2-1-4-16,-2 1-5 0,-1 1-4 15,-1-2-3-15,-1-2 11 0,-1 2 14 0,-3-2 8 16,0 0 14-16,-1 2 6 0,-5 1-2 16,-3-2-5-16,0 3-8 0,-5 0-5 15,-2-2-7-15,-1 1-6 0,0-2-13 0,-2-1-2 16,-9 2-27-16,3-2-44 0,3-7-48 15,-1 3-66-15,3-4-71 0,4-1-72 0,2-1-78 16,-2-3-109-16,3-1-175 0,5-1-41 16,0-3 80-16,6 2-335 0,2 6-426 0</inkml:trace>
  <inkml:trace contextRef="#ctx0" brushRef="#br0" timeOffset="99463.93">9564 16330 2714 0,'0'0'55'16,"-18"-6"4"-16,18 6-3 0,0 0 11 0,-11-4 2 15,11 4 2-15,0 0 2 0,0 0-2 16,0 0-1-16,0 0 3 0,0 0 3 0,0 0 7 16,0 0 2-16,0 0 17 0,29 12-1 15,-29-12-3-15,0 0-8 0,21-5-4 0,-10 2-9 16,0-3-3-16,0 0-17 0,2-5-6 15,-1 3 0-15,-1-6-10 0,-2 4-6 16,-3-3-19-16,2 1-9 0,-4 1-14 0,-4-2-9 16,0 1 2-16,-6-1-8 15,-2 0 7-15,-3 5-2 0,-2 3 6 0,-7 1-5 16,3 4 16-16,-7 2 9 0,-7 10 13 16,4 3 4-16,-1 2 19 0,1 1 12 0,8 7 9 15,0 0 2-15,9-1-2 0,4-2-3 16,4 0-2-16,2-3 2 0,6 3-3 15,2-3-8-15,3 0 1 0,6 2-8 0,2-6-4 16,-3-4-2-16,4-3-13 0,-2-5-23 16,3 1-38-16,-2-4-66 0,2-2-78 0,2-3-95 15,8-7-120-15,-1-2-142 0,-3 1-107 16,1-3 52-16,-3 2-260 0,-8 1-336 16</inkml:trace>
  <inkml:trace contextRef="#ctx0" brushRef="#br0" timeOffset="99712.43">9941 15794 2577 0,'-4'-14'85'15,"2"4"32"-15,1 3 20 0,-1 0-2 16,2 7 0-16,0 0 23 0,0 0 11 0,0 0 10 16,-17 38-7-16,12-4-9 0,0 5-8 15,-1 6 0-15,1 12-15 0,-2-1-13 0,-2 4-10 16,4-2-11-16,-5 3-11 15,3-7-10-15,2 0-11 0,-4-12-8 0,5-1-11 16,-1-6-30-16,1-6-48 0,2-7-51 16,-1-5-55-16,1-4-39 0,2-1-50 0,4-4-61 15,-3-4-81-15,-1-4-82 0,0 0-120 16,24-11-6-16,-12-5-250 0,5-11-304 16</inkml:trace>
  <inkml:trace contextRef="#ctx0" brushRef="#br0" timeOffset="99912.55">10043 15983 2179 0,'5'-43'10'0,"-1"11"53"0,0 8 52 15,-6 9 51-15,2 1 35 16,-2 4 2-16,2 3-15 0,0 7-3 0,-8-2-1 16,8 2 4-16,-12 17-11 0,7 2-7 15,-4 12-7-15,-1 7-3 0,2 2-8 16,1 9-17-16,3-6-12 0,0 2-12 0,-1-1-10 16,3 2-11-16,2-2-10 0,0-1-11 15,2-4-14-15,2-1-41 0,-4-9-68 0,1-6-67 16,-1-2-71-16,2-4-76 0,2 0-90 15,0-5-132-15,-3-3-150 0,3-1 46 0,3-3-279 16,-4 1-355-16</inkml:trace>
  <inkml:trace contextRef="#ctx0" brushRef="#br0" timeOffset="101180.18">10378 16303 2427 0,'0'0'85'0,"0"-8"13"0,0 8 7 15,0 0 13-15,2-9 30 0,-2 9 14 16,0 0 3-16,4-7-8 0,-4 7-20 16,0 0-8-16,0 0-18 0,0 0-9 0,1-9-12 15,-1 9-12-15,0 0-6 0,0 0-9 16,0 0-22-16,0 0-22 0,0 0-25 0,0 0-14 16,0 0-18-16,0 0-9 15,0 0-12-15,0 0-5 0,0 0-7 0,0 0-7 16,-11 23 1-16,11-23 1 0,-12 5 8 15,12-5 3-15,-11 3 10 0,11-3 10 16,0 0 3-16,-13 2 5 0,13-2 6 0,0 0 15 16,0 0 13-16,-19-8 12 0,19 8 4 15,-6-8 12-15,6 8 6 0,-8-6 13 0,8 6 7 16,-6-6 8-16,6 6 2 0,0 0 1 16,-3-6-3-16,3 6-6 0,0 0-2 0,0 0 10 15,0 0 17-15,0 0 16 0,0 0 5 16,-6 29 2-16,6-15 3 0,0-2 4 15,-2 5 7-15,1 0-7 0,-3 0-8 16,0 0-11-16,2-2-6 0,-1 1-10 16,2-3 1-16,-3-2-3 0,2-1-5 0,0-2-7 15,0 0-5-15,2-2-2 0,0-6-4 16,-3 12-7-16,3-12-1 0,-2 9-4 0,2-9-4 16,0 0-4-16,0 0-8 0,0 0-5 15,9-23 0-15,-2 5-11 0,7-8 3 16,1 0 1-16,3 2-4 0,-4 6-1 0,-1 4 0 15,-6 2-2-15,2 3-3 0,-1 3 3 16,0 0 2-16,-1 4 0 0,-7 2-1 16,0 0 1-16,20 8 2 0,-15 0 2 15,1 1-3-15,-1 1 2 0,0 0 0 0,0 1-3 16,-1 0 1-16,0 0 0 0,0-3-2 16,-1 1 2-16,-1-2-1 0,2-1 4 0,-4-6-2 15,3 9-2-15,-3-9 5 0,5 7-4 16,-5-7-1-16,0 0-2 0,0 0-1 15,0 0 0-15,31-17 0 0,-22 6 0 0,6-2 1 16,-3-1-2-16,0 1 3 0,1 2 0 16,-6 1-2-16,0 3-2 0,1 2 0 0,-2 0-1 15,-6 5 2-15,11-5 2 16,-11 5-1-16,0 0 0 0,0 0 0 0,22 8-1 16,-19-2 0-16,5-2-5 0,-3 3-26 15,1 0-29-15,-2 0-29 0,2-2-44 0,-6-5-32 16,11 9-27-16,-6-6-14 0,-5-3-4 15,6 5-4-15,-6-5 2 0,0 0 5 16,14 0 13-16,-14 0 15 0,0 0 15 0,13-15 17 16,-7 6 17-16,0-1 16 0,-1-2 27 15,1 0 32-15,-1 2 33 0,1 0 27 0,-1 3 27 16,-2 2 18-16,1-2 21 0,0 0 2 16,-4 7 2-16,7-7-2 0,-7 7 27 15,0 0 16-15,0 0-2 0,0 0-9 0,0 0-9 16,0 0-4-16,19 14-9 0,-17-9 0 15,-2-5-5-15,6 12 1 0,-6-7-9 16,0-5-7-16,-2 12-4 0,2-12-1 16,-4 12-8-16,1-4-7 0,-1-2 0 0,0 0-9 15,0 1 3-15,4-7-15 0,-8 11-5 16,8-11-6-16,-9 6-4 0,9-6-2 0,-4 4 4 16,4-4-4-16,0 0-1 0,0 0 3 15,0 0 14-15,0 0 6 0,15-19 21 16,-8 14 25-16,2 1 14 0,-9 4 2 0,15-6-1 15,-15 6-4-15,13 0 4 0,-13 0-8 16,13 5-10-16,-2 0-5 0,-4 0-5 0,2 0-7 16,0 4-4-16,-2-3-7 0,2 3-3 15,0-2-9-15,1 0 1 0,-2-2-8 16,1 0 0-16,-2-2-1 0,-7-3 3 16,16 2-8-16,-16-2 5 0,17-2-8 15,-7-3 1-15,-3 0 5 0,4-2-5 0,0 1 0 16,-2-3-5-16,0 2 0 0,-2 2 5 15,2-2-6-15,-4 4-5 0,-5 3-1 0,13-5 2 16,-13 5-1-16,0 0 0 0,22 7-1 16,-15-1 3-16,5 1-4 0,1 3 3 0,4 1 1 15,0 1-2-15,10 1-2 0,3 1 2 16,3-4-3-16,1 0 1 0,-2-1-2 16,5-2 1-16,-8-4-2 0,-7-1 0 15,-3 0-10-15,-2-2-15 0,-1 0-17 16,-3-2-19-16,2 2-27 0,-15 0-30 0,20-2-41 15,-20 2-62-15,16-3-76 0,-16 3-95 16,11 0-127-16,-11 0-164 0,0 0 53 0,0 0-392 16,0 0-499-16</inkml:trace>
  <inkml:trace contextRef="#ctx0" brushRef="#br0" timeOffset="102229.3">9073 17120 3002 0,'0'-9'29'0,"-2"0"14"15,2 9 5-15,0-8 7 0,0 8 18 0,0 0 46 16,0 0 30-16,0 0 4 0,-4 41-6 15,2-18-11-15,0 2-13 0,1 11-12 0,-4 0-10 16,5-1-12-16,-2-6-6 0,2-3-7 16,-2-2-8-16,0 1-9 0,0-7-2 15,2-1-12-15,-3-5-1 0,3 1-9 16,-2-1-16-16,2-4-27 0,0-8-34 16,-2 5-32-16,2-5-30 0,0 0-20 0,0 0-12 15,2-32-5-15,3 8-5 0,1-10 4 16,2-7 15-16,-2 0 12 0,-1-1 14 0,1-11 19 15,1 13 27-15,-3 8 32 0,3 4 22 16,-6 7 11-16,3 1-6 0,2 6 0 16,-5 5-1-16,3 5 31 0,-4 4 11 0,0 0 14 15,0 0-3-15,32 21 2 0,-16-7 1 16,4 9-12-16,2 4 8 0,-3 0 3 16,2 3 0-16,-4-3 8 0,-1 2 18 0,-5-3 26 15,-4 0 11-15,-3-5 20 0,-4 0 0 16,-4-1 10-16,-3 1-14 0,-9 4-12 15,0 0-10-15,-8-3-12 0,-1-1-14 16,3-1-8-16,-3-5-8 0,2-3-30 0,9-2-40 16,-4-3-48-16,2-2-55 0,3-2-59 15,2-1-53-15,1-2-54 0,10 0-51 0,-13-7-82 16,9 0-85-16,4-3-141 0,2-2 37 16,4-1-222-16,1-3-297 0</inkml:trace>
  <inkml:trace contextRef="#ctx0" brushRef="#br0" timeOffset="102380.8">9318 17249 2079 0,'6'-5'-12'0,"-1"2"15"0,-5 3 21 16,0 0 27-16,0 0 31 0,18 12 21 15,-12-2 9-15,-5 2-1 0,3 5-8 0,2 6-12 16,-4-2-12-16,4 4-5 0,-1 5-8 16,1 3-8-16,0-5-31 0,-1-6-57 0,2 2-70 15,-4-3-82-15,1-1-98 0,1-4-175 16,-1-3-28-16,2-4-35 0,0 0-21 15</inkml:trace>
  <inkml:trace contextRef="#ctx0" brushRef="#br0" timeOffset="102545.79">9610 17140 1704 0,'-6'-13'178'0,"0"4"-16"0,3 3-7 16,-3 2-14-16,6 4-11 0,-5-10-20 15,5 10-45-15,-6-7-62 0,6 7-73 0,0 0-91 16,0 0-123-16,-7-4-183 0,7 4-100 16,0 0-68-16</inkml:trace>
  <inkml:trace contextRef="#ctx0" brushRef="#br0" timeOffset="102811">9695 17160 1730 0,'5'14'93'0,"-3"0"16"0,0 5 24 0,-1-2 26 15,-1 7 25-15,2 1 5 0,0 11-3 16,2 0 14-16,-2-7-24 0,1 8-14 0,-1-7 3 16,0-5-17-16,-2 0-16 0,2-3-11 15,0-1-8-15,-4-2-16 0,0-2-6 16,2 0-8-16,-2-2-26 0,0 2-40 15,-5-5-63-15,1-1-59 0,1-1-58 16,-3-1-75-16,-2-3-103 0,3-2-138 0,7-4-98 16,-16-2 53-16,16 2-113 0,-15-15-134 15</inkml:trace>
  <inkml:trace contextRef="#ctx0" brushRef="#br0" timeOffset="102961.99">9705 17062 1752 0,'0'-10'109'0,"-1"0"11"15,-1-1-7-15,0 1-1 0,-3 4 8 16,5 6-18-16,0-13-10 0,-2 6-10 0,2 7-11 16,0-9-25-16,0 9-35 0,0 0-51 15,-1-9-51-15,1 9-63 0,0 0-70 16,0 0-113-16,0 0-304 0,0 0-138 16</inkml:trace>
  <inkml:trace contextRef="#ctx0" brushRef="#br0" timeOffset="104800.16">9960 16808 1801 0,'6'-18'29'15,"-2"2"37"-15,-3 4 42 0,-1 3 15 0,0 4 11 16,0 5 23-16,0 0 55 0,0 0 28 16,0 0 19-16,-1 34-8 0,-7 3-7 0,6 2-15 15,-3 1-9-15,1 1-5 0,2 0-14 16,2 0-11-16,0-1-25 0,0-1-7 16,0-6-25-16,-1-8-10 0,1 1-13 0,-2-3-13 15,2-6-15-15,0 1-48 0,-5-5-58 16,3-2-62-16,0 0-62 0,2-2-49 0,0-5-47 15,0-4-48-15,0 0-48 16,0 0-62-16,0 0-83 0,0 0-108 0,0 0 43 16,-2-32-205-16,4 18-246 0</inkml:trace>
  <inkml:trace contextRef="#ctx0" brushRef="#br0" timeOffset="104948.99">9959 17129 1995 0,'5'-6'-34'0,"-5"6"29"0,7-7 25 15,0 3 30-15,0 0 19 0,4-4 12 16,3 2 1-16,3-5 0 0,0 1-7 0,10-8-4 15,0 1-8-15,0 0-8 0,-1 0-6 16,-3 1-8-16,-6 1-16 0,-4 3-41 0,-1-1-58 16,-2-1-81-16,-9 2-106 15,1 0-160-15,-4 1-189 0,1 1-108 0</inkml:trace>
  <inkml:trace contextRef="#ctx0" brushRef="#br0" timeOffset="105130.45">10020 17048 1836 0,'3'7'60'0,"3"0"19"0,0 4 29 16,-2-3 33-16,1 2 5 0,1 3 4 15,1 1 3-15,0-3-20 0,2 7-25 0,2-3 9 16,-1 2-19-16,3-1-10 16,0 1-11-16,-1-2-19 0,-1-1-52 0,1 1-56 0,-2-3-59 15,-1 0-62-15,-4-2-79 16,2-3-98-16,-2 0-161 0,1-2-145 15,-2 1-149-15</inkml:trace>
  <inkml:trace contextRef="#ctx0" brushRef="#br0" timeOffset="105728.73">10372 17215 1994 0,'0'0'82'15,"0"0"7"-15,10-3 20 0,-10 3 25 16,0 0 22-16,9-4 19 0,-9 4-5 0,0 0-15 15,0 0-8-15,0 0-9 16,16-1-1-16,-16 1-1 0,0 0-5 16,0 0-5-16,0 0-8 0,0 0-14 0,-4 15-8 15,4-15-9-15,-16 10-9 0,7-5-18 16,-5 2-24-16,-1 0-45 0,-2 0-37 0,-2 1-46 16,2 1-30-16,2-2-22 0,-1-2-8 15,5-2 9-15,1-1 11 0,10-2 17 16,0 0 12-16,0 0 20 0,0 0 21 0,-4-12 19 15,4 12 17-15,16-14 19 0,-3 4 14 16,5-2 9-16,5-3 8 0,2-2 0 0,2 0 0 16,2 0-1-16,1-1-1 0,-3 1 3 15,2-3-6-15,-1 1-6 0,-3-2 3 16,-1-1 0-16,0 1-4 0,-5-3-16 16,2-2 4-16,-6-1-1 0,1 0 0 15,-3 1 2-15,-8 3-4 0,4 6 5 0,-6 5 6 16,-1 3-10-16,0 3 2 0,-2 6-3 15,0 0 4-15,0 0 1 0,-20 26 6 0,11-8-3 16,-7 12 0-16,4 2 3 0,1-1-12 16,2-2 9-16,5-2 0 0,6-8 8 15,0-1-1-15,7-3 6 0,0 1 2 0,4-2 10 16,1-5 9-16,-2-1 11 0,8-2 11 16,-4-2 15-16,4 0-3 0,-1-1-2 0,0 1 1 15,2 2 5-15,-2-2 5 16,-2 4 9-16,-3 1 4 0,3 1 2 15,-4 2 1-15,-2 0 0 0,-3 0-2 0,-3 1-7 16,-2 0-7-16,-1-2-12 0,-4 3-6 16,-1 0-8-16,0 1-13 0,-3-1-27 0,1-1-41 15,-5-1-59-15,2-2-67 0,3-3-67 16,-3 1-64-16,3-4-88 0,-1-4-111 0,6 0-127 16,0 0 39-16,-2-15-232 0,8 1-287 15</inkml:trace>
  <inkml:trace contextRef="#ctx0" brushRef="#br0" timeOffset="105928.06">11158 16706 2300 0,'11'-29'71'0,"-2"5"34"0,-2 7 35 0,-2 3 37 16,-3 4 19-16,2 1 14 0,-3 1-2 15,1 4-17-15,-2 4-23 0,0 0-15 16,0 0 5-16,0 0-16 0,18 21-15 0,-14-6-13 16,-3 5-10-16,3 6-9 0,-2-2-13 15,0 3-11-15,-4-1-22 0,2 3-29 0,-4 6-52 16,1-2-51-16,-4-6-49 0,3-3-37 15,-1 0-46-15,-1-3-45 0,-1-3-61 16,-1 1-47-16,-2-5-61 0,3-2-45 0,1-3-342 16,-2-1-302-16</inkml:trace>
  <inkml:trace contextRef="#ctx0" brushRef="#br0" timeOffset="106045.36">11131 17065 2180 0,'0'0'-4'0,"0"8"35"0,0-8 22 16,0 0 26-16,0 0 21 0,9 6 23 0,-9-6-1 15,0 0-9-15,18 0 2 0,-18 0-15 16,0 0-4-16,26-6-7 0,-16 4-25 15,-10 2-24-15,16-4-57 0,-5 2-73 0,-11 2-87 16,14 0-118-16,-14 0-194 0,10-3 2 16,-10 3-107-16,0 0-94 0</inkml:trace>
  <inkml:trace contextRef="#ctx0" brushRef="#br0" timeOffset="106798.02">9063 18231 1599 0,'6'-15'76'0,"-1"5"16"0,-1 0 3 15,-2 1-3-15,2 2-12 16,-1 2 5-16,-3 5 10 0,2-6 10 0,-2 6 24 16,0 0 10-16,0 0 2 0,0 0-14 15,14 16-5-15,-12-7 2 0,2 1-15 16,-3 2-10-16,-1 1-12 0,2 2-11 0,0-1-1 15,0-2-7-15,0 1-10 0,-2 1-2 16,5-3-14-16,-4 1-2 0,-1-4-8 0,0 1 0 16,2-3-6-16,-2-6 2 0,4 11-1 15,-4-11 7-15,0 0-11 0,0 0-7 16,0 0 4-16,0 0 4 0,30-16 12 0,-24 11 5 16,-1 0 4-16,3 1 3 0,-8 4-1 15,10-6-6-15,-10 6-3 0,11-6-2 16,-11 6-2-16,16 0-2 0,-16 0-5 15,16 2 1-15,-16-2-6 0,24 2-4 16,-13 0 4-16,1 0-6 0,1 1-1 0,-13-3-1 16,19 1 3-16,-19-1-4 0,20-1 3 15,-10-2-3-15,2 1 2 0,-1-4-4 16,1 0-3-16,1-3-1 0,-1-3-1 0,0-1-4 16,-2 1-1-16,2-4-5 0,-3 1-36 15,-2 1-42-15,0 1-36 0,-2 3-35 0,1 3-46 16,-2 0-51-16,-3 2-51 0,-1 5-86 15,6-6-144-15,-6 6-3 0,0 0-195 16,0 0-221-16</inkml:trace>
  <inkml:trace contextRef="#ctx0" brushRef="#br0" timeOffset="107161.77">9697 18190 2004 0,'0'4'20'0,"0"-4"14"0,0 10 10 16,0-10 23-16,0 7 12 0,0-7 8 15,0 0 1-15,3 8-3 0,-3-8-5 16,0 0-12-16,0 0-2 0,4 8-6 16,-4-8-5-16,0 0-7 0,0 0 8 0,0 0 3 15,-7 13 1-15,3-9-6 0,-5 2-2 16,0 4-4-16,-3-2-9 0,-1 1-5 16,-5 3-8-16,2-4-10 0,2 1-12 0,1-1-12 15,2-3 0-15,1-1-7 0,1-3-6 16,9-1-3-16,0 0-2 0,-22-5 9 15,22 5-5-15,-7-11 1 0,5 7 5 0,2 4 1 16,0-10 5-16,0 10 2 0,0 0 2 16,7-9 9-16,-7 9 1 0,0 0 0 15,0 0 1-15,0 0-1 0,35 16-2 0,-21-11 0 16,-2 5 0-16,4 0 0 0,-1-3 1 16,2 3-2-16,-4-1 0 0,1-2 2 0,-1 0-4 15,3 0 1-15,-5-2-38 16,-2 0-35-16,1-2-36 0,0 2-39 15,-10-5-50-15,13 6-70 0,-8-2-122 0,-5-4-266 16,8 4-151-16</inkml:trace>
  <inkml:trace contextRef="#ctx0" brushRef="#br0" timeOffset="108610.55">9657 18250 1800 0,'0'-8'20'15,"0"8"13"-15,-1-11 13 0,1 11 10 16,1-12 7-16,1 6 8 0,2-1 1 0,2-1-7 15,-2 0-3-15,4 2-5 0,-1-1 4 16,0 3 2-16,-7 4-5 0,22 2 12 0,-22-2-2 16,19 15 8-16,-12-3-6 0,3 5 7 15,-2 2 11-15,-3 3 0 0,-3-1 9 16,-2 2 16-16,0 1 6 0,-2-3 7 16,-1 4 2-16,-2-4-7 0,0-1-3 15,-3-1-6-15,3-4-4 0,-5-1-13 0,2-1-10 16,-3-4-5-16,4 2-10 0,-4-5-13 15,2-2-7-15,0-2-5 0,9-2-7 16,-18-6-18-16,9-6-11 0,-3-2-16 0,7-4-2 16,-3-2 1-16,5-1-3 0,-1 2-1 15,2 2 5-15,2 2 1 0,2 1-1 0,0 2 0 16,1 2-1-16,-1 0-4 0,6 4 2 16,0 0 4-16,1 4-1 0,0 0 4 15,-9 2-3-15,29-1 2 0,-11-1 4 16,4 2 4-16,-1 0-10 0,2 0 4 15,4-2 6-15,2-2-9 0,-7 0 2 0,1 0-1 16,0-2 4-16,-4-1 5 0,-4 1-3 16,-2-2 0-16,1-4-3 0,-5 1 1 15,-2-1 1-15,2-2-1 0,-5 1 3 0,-3-1 1 16,1 0 6-16,0 0-8 0,-2 5 15 16,-2-2 0-16,0 2-8 0,2 9-3 0,-1-10 2 15,1 10 0-15,0 0-6 0,0 0 6 16,0 0-8-16,-24 17 4 0,17-7-4 15,7 1 3-15,-4 1 0 0,4-2-10 0,2 0 7 16,0 2-1-16,0-2 3 16,3 0-7-16,1-2 10 0,4 0-5 0,3-1 2 15,-2-1 2-15,3-6 1 0,-3 2-2 16,1 0 5-16,-12-2 4 0,20 0-4 16,-20 0 24-16,16-2 22 0,-16 2 15 0,0 0 5 15,15-2-4-15,-15 2-6 0,0 0-6 16,0-8-7-16,0 8-5 0,0 0-7 0,-17-13-4 15,7 5-2-15,-3 2-5 0,4 0-3 16,-1 1-3-16,2 1-2 0,-3 0-4 16,11 4-5-16,-14-7-2 0,14 7-3 0,-9-3-7 15,9 3-7-15,-3-6 2 0,3 6-2 16,0 0 1-16,0 0 2 0,0 0 2 16,16-8 0-16,-16 8-1 0,21 0 1 15,-21 0-1-15,23 5 1 0,-11-2 0 16,1 4 4-16,0 0 3 0,1 3 3 0,-3-3-1 15,2 3-2-15,1 2 0 0,-1-1 0 16,3 1 0-16,-3 2 1 0,2-1-2 0,-4 1-1 16,3-1 0-16,-6-2-1 0,1 0-4 15,-2-3 2-15,0-1-19 0,-2 2-65 16,1-2-65-16,-2-1-79 0,-1 1-84 16,-1 0-63-16,4 0-165 0,-5 0-90 15,4-1 51-15,-5-6-265 0,13 6-330 0</inkml:trace>
  <inkml:trace contextRef="#ctx0" brushRef="#br0" timeOffset="108994.38">10638 18180 2252 0,'-5'-8'32'16,"3"-3"16"-16,-2 3 8 0,3 2 13 15,-3-2 24-15,4 8 25 0,-4-12 11 0,2 5-18 16,2 7-7-16,-8-5-13 15,8 5-7-15,0 0-4 0,-24 9-18 0,10-2-3 16,1 4-6-16,-1 3-5 0,1 0-3 16,0 3-9-16,3-2-8 0,1-2-4 15,4-1 1-15,1 1-3 0,1-3-2 0,1 0 3 16,2 0-6-16,0-3-4 0,5 3 9 16,-1-3 16-16,-3 2 0 0,5-2 25 15,-1 1 18-15,1 0 28 0,0-1 9 0,-2 0 17 16,0 0 7-16,0 0 5 0,-4-7 12 15,3 12 1-15,-1-4 4 0,-2 1-6 0,-2-1-11 16,-1 6-21-16,-5 1-4 0,-2 1-17 16,-1-1-11-16,0 1-14 0,-3-1-9 15,1-1-46-15,1-1-45 0,1 0-54 16,2-4-59-16,-1-3-89 0,0-1-61 16,10-5-55-16,0 0-56 0,-14-13-59 0,14-1-99 15,5-11-66-15,6-14 43 0,9-10-236 16,0-12-298-16</inkml:trace>
  <inkml:trace contextRef="#ctx0" brushRef="#br0" timeOffset="109743.6">10681 17923 2121 0,'9'-16'-19'0,"-3"3"53"16,-3 3 41-16,2 3 54 0,1-2 29 0,-6 9 32 15,3-10 23-15,-3 10 1 0,0-9-14 16,0 9-20-16,0 0-17 0,0 0-17 16,0 0-9-16,0 0 16 0,0 0 4 0,6 35-6 15,-10-13-13-15,1 12-12 0,-3 0-11 16,-1 2-15-16,2-1-9 0,-1 1-8 15,-1 0-8-15,3-2-8 0,3-7-8 16,-6-3-5-16,7-3-8 0,-2-2-7 16,4-5-2-16,-4-2-6 0,4-3 2 0,3 1-5 15,-2-3-3-15,1-2-2 0,-4-5-1 16,15 0-3-16,-15 0 1 0,17-8-2 0,-6 6-2 16,0-2 3-16,-11 4 11 15,14-6 12-15,-14 6-2 0,11-2 10 0,-11 2 21 16,12 6 8-16,-4 2 8 0,-1 2-1 0,3 1-14 15,-2 1-7-15,-3 2-12 16,5 0-3-16,-2-2-1 0,-3 0-11 0,1-2-4 16,1 1 2-16,0-5-1 0,-3 1-12 15,-1-2 4-15,-3-5-6 0,9 7-5 0,-9-7-4 16,6 4-4-16,-6-4-1 0,0 0 0 16,18-13-4-16,-11 3 7 0,2 0-9 15,1-2 10-15,-4 0-3 0,-1 4 1 0,1-1-2 16,0 2 1-16,-4 0-8 0,-2 7 0 15,6-6 4-15,-6 6 0 0,0 0-6 16,0 0 5-16,0 0 5 0,0 0-6 0,20 16 5 16,-15-10-7-16,0-1 3 15,-1 0 0-15,-4-5-2 0,7 9 2 0,-7-9-3 0,6 6 6 16,-6-6-8-16,12 4 2 16,-12-4-6-16,0 0-16 0,0 0-18 0,27-10-14 15,-20 3-14-15,1-2-11 0,-1-3-8 16,3-5-2-16,-1-3 3 0,2-7 8 15,0-6 6-15,-4-2 5 0,0-3 6 0,-5-3 9 16,6-2 7-16,-2 1 4 0,0 5 6 16,-5 10 3-16,1 4 8 0,-2 6 5 0,2 3 4 15,-2 4 2-15,-2 4 3 0,2 6 15 16,0 0 15-16,0 0 15 0,-9 21 13 16,4 3 3-16,-2 6 2 0,5 6-4 15,0-5-5-15,2 5-6 0,4 0 3 0,2 0 0 16,2 1 1-16,7-6 8 0,10 8 6 15,-2-12-3-15,9 0-11 0,-1-8 1 16,-1-3-6-16,1-5 0 0,-6-4-2 0,-7 0-5 16,0-2-9-16,-6 1 2 0,2-2-5 15,-4-2-2-15,-5 2-11 0,-5-4-32 16,14 6-51-16,-8 1-79 0,-5 0-115 0,-1 2-116 16,0 3-151-16,-3-2-245 0,-5 5 72 15,4-4 87-15,-6 3-422 0,3 3-519 16</inkml:trace>
  <inkml:trace contextRef="#ctx0" brushRef="#br0" timeOffset="111560.15">15931 16082 1225 0,'-2'-7'255'0,"2"0"-55"0,0 7-41 15,-1-10 0-15,1 10-3 0,0-9-6 16,0 9-4-16,-4-8-17 0,4 8-6 16,0 0-1-16,-3-7-12 0,3 7-16 0,0 0-4 15,0 0-15-15,0 0 7 0,0 0 24 16,0 0 25-16,0 0-1 0,0 0-6 16,0 0 2-16,3 25 1 0,1-16 18 0,-1 1 1 15,5 2 7-15,3-1 1 0,4-3 2 16,9 1-10-16,12-3-16 0,5-2-13 0,13-4-12 15,14-4-10-15,11-2-8 0,21-5-6 16,9-2-12-16,11-3-8 0,2-3-17 16,4 4-14-16,0-2-8 0,-6-2-3 15,-4 0-3-15,-8 1 2 0,-27 9-4 0,-11-3-2 16,-11 2-1-16,-17 4-1 0,-13 1-2 16,-5 1 2-16,-4 2 5 0,-8-1 10 15,4 2 10-15,-5-1 10 0,1 0-2 0,-12 2 0 16,17-3-5-16,-17 3-6 0,16-4-11 15,-16 4-27-15,9 0-39 0,-9 0-55 0,0 0-65 16,7-3-69-16,-7 3-79 0,0 0-103 16,0 0-142-16,0 0-146 0,0 0 77 15,-30 22-396-15,17-9-497 0</inkml:trace>
  <inkml:trace contextRef="#ctx0" brushRef="#br0" timeOffset="112564.8">25023 15706 2893 0,'0'0'4'0,"-8"-8"3"0,8 8 25 16,0 0 23-16,-26 2 24 0,4 7 30 15,-7 7 4-15,-14 6 19 0,4 1 9 0,-8 8-5 16,8-1-5-16,-1 4-6 16,6-3-12-16,0 2-9 0,4-2-11 0,8-8-13 15,2 2-5-15,1-3-10 0,4-3-8 16,4-5-2-16,3-2-23 0,0 0-26 0,1-4-36 15,2-1-18-15,-4 0-38 0,6-3-47 16,-1 1-59-16,4-5-61 0,0 0-68 16,0 0-59-16,-20-14-74 0,17 4-75 0,-1-2-223 15,2-4-243-15</inkml:trace>
  <inkml:trace contextRef="#ctx0" brushRef="#br0" timeOffset="112793.66">24505 15824 1981 0,'3'-12'27'0,"4"4"39"0,-5 1 29 0,1 2 32 0,-3 5 42 16,9-8 43-16,-9 8 26 15,20 0 26-15,-4 6 9 0,2 1 10 0,11 7 6 16,-1 3 6-16,3 3-9 0,-1 1-6 16,6 6-18-16,0 2-26 0,-1 0-22 15,-3 0-14-15,-3-9-23 0,-5 2-25 0,1-6-13 16,-1 4-14-16,-6-6-11 0,-4-1-12 16,-3-2-12-16,0-3-10 0,-3-2 0 0,0 2-36 15,-1-3-41-15,-1 0-44 0,-2 0-49 16,2-3-61-16,-6-2-70 0,5 9-82 15,-1-6-103-15,-4-3-152 0,0 0-213 0,-2 7 76 16,2-7 65-16,-9 8-403 0,-1-4-507 16</inkml:trace>
  <inkml:trace contextRef="#ctx0" brushRef="#br0" timeOffset="114359.94">16642 16827 2770 0,'7'-11'-44'0,"-4"3"15"0,1 2 0 16,-4 2 9-16,0 4 22 0,0 0 35 15,0 0 24-15,-16 19 9 0,5-3 7 0,-11 7 15 16,-1 5-5-16,-1 8-17 15,-2-2 0-15,3-6-7 0,-1 1 0 0,-1 5-6 16,3-8-6-16,1-1-3 0,2-3-10 0,8-5-4 16,-2-3 0-16,4-7-9 0,4 3-17 15,-3-6-13-15,5 0-32 0,3-4-39 16,-11 0-34-16,11 0-40 0,-11-12-32 16,4-1-45-16,2-5-28 0,-4-2-7 0,2-12 13 15,-4 1 32-15,2-4-418 0</inkml:trace>
  <inkml:trace contextRef="#ctx0" brushRef="#br0" timeOffset="114529.23">16259 16937 1615 0,'-8'-22'-28'0,"2"6"52"0,3 3 21 15,-3 3 11-15,4 3 5 0,0 2 13 16,2 5 38-16,0 0 50 0,0 0 29 16,25 2 9-16,-4 6 23 0,11 4-4 0,9 1-11 15,11 6-13-15,6-1-21 0,-1 0-15 16,2 0-18-16,-2-2-10 0,-1 0-19 16,-7-1-17-16,-10-4-38 0,-5-1-49 15,-9-2-45-15,-7-1-37 0,0-1-47 0,-5 0-43 16,-1 0-44-16,-3 0-69 0,-4-4-92 15,-1 5-154-15,0-4 7 0,-4-3-146 16,0 0-157-16</inkml:trace>
  <inkml:trace contextRef="#ctx0" brushRef="#br0" timeOffset="116093.23">24992 16673 1816 0,'4'-10'47'0,"-1"1"27"0,-1 2 22 16,-2 7 23-16,2-11 26 0,-2 11 20 15,0 0 32-15,0 0 15 0,-16-2 12 16,16 2 14-16,-42 29 6 0,6 0-9 16,-3 2-3-16,-2 3-9 0,-4 3-11 0,8 4-9 15,-3-2-16-15,4-1-17 0,5-1-19 16,1 0-13-16,7-10-15 0,1-2-13 0,6 2-10 15,-2-5-11-15,5-3-9 0,1-5-35 16,1-1-36-16,4-3-46 0,-1 1-38 16,0-5-44-16,3 0-54 0,-3-2-80 0,8-4-61 15,-12 0-67-15,12 0-67 0,-9-12-63 16,2-1-98-16,3-7 28 0,2-3-230 16,0-5-297-16</inkml:trace>
  <inkml:trace contextRef="#ctx0" brushRef="#br0" timeOffset="116278.16">24520 16616 2436 0,'6'-17'91'0,"-3"5"20"16,3 3 14-16,-2 3 3 0,-1 0 40 0,-3 6 21 16,22 3 19-16,-1 7-4 0,6 12-8 15,11 6-8-15,-1 6-17 0,2 4-18 0,3 1-15 16,-1 3-16-16,2 1-9 0,-3 1-13 16,-3-5-12-16,0-1-22 0,-4-4-35 0,-9-8-51 15,-1-6-48-15,-4 2-54 0,-4-5-67 16,1-3-72-16,-9-2-99 0,4-3-119 15,-2-1-141-15,0-2 48 0,-4 0-222 16,1-3-283-16</inkml:trace>
  <inkml:trace contextRef="#ctx0" brushRef="#br0" timeOffset="118727.7">16120 18245 2110 0,'-8'-10'-55'0,"6"4"29"0,-3-1 28 0,0 1 31 16,5 6 23-16,-5-7 23 16,5 7 12-16,0 0 10 0,-6-5-6 0,6 5-4 15,0 0-10-15,0 0 18 0,0 0 34 16,0 0 25-16,0 0 26 0,0 0-1 15,0 0-8-15,8 31-6 0,-5-22 2 0,6 1 6 16,-2 1-1-16,2-2 5 0,9 2 0 16,5-5-10-16,11 0-12 0,11-8-18 0,20-6-12 15,10-7-10-15,31-9-13 0,3-5-13 16,6 0-9-16,-2-5-12 0,-2 2-15 16,-2 1-14-16,-10-1-12 0,-6 3-6 15,-22 5-4-15,-11 5-2 0,-2 1 0 16,-19 5 0-16,-5 3-3 0,-10 0 4 0,-7 3-1 15,-2 3 8-15,-1 0 7 0,-5 0 8 16,3 0-4-16,-3-2-1 0,-9 6-5 16,13-5-6-16,-4 3-2 0,-9 2-28 0,11-4-35 15,-11 4-50-15,7-4-70 0,-7 4-76 16,0 0-72-16,0 0-75 0,0 0-93 0,0 0-149 16,9 10-64-16,-9-10 70 0,-3 12-283 15,3-12-382-15</inkml:trace>
  <inkml:trace contextRef="#ctx0" brushRef="#br0" timeOffset="120178.66">24960 17798 2336 0,'7'-15'-6'15,"2"-2"31"-15,-6 6 15 0,-1 3 31 16,2 1 20-16,-2 0 25 0,-2 7 8 0,0 0 34 15,0 0 43-15,0 0 37 0,0 0 21 16,-40 41 11-16,11-3-8 0,-3 5-10 0,0 0-8 16,-1 1-18-16,3-1-17 0,1-2-16 15,4-3-21-15,2-9-18 0,9 0-17 16,-4-2-14-16,7-7-13 0,-1-4-6 16,4-3-17-16,-1-2-15 0,6-1-27 0,-4 0-31 15,1-6-46-15,3 1-59 0,3-5-54 0,-13 0-63 16,13 0-55-16,-18-7-32 15,9-2-34-15,2-6-24 0,-2-2-29 0,2-13-19 16,0-4-2-16,-1-8 13 0,4 1 37 16,0-1-559-16</inkml:trace>
  <inkml:trace contextRef="#ctx0" brushRef="#br0" timeOffset="120343.78">24529 17899 2288 0,'0'-29'-82'0,"-1"5"45"0,1 7 38 0,0 3 32 16,1 2 49-16,7 4 47 0,4 3 55 16,4 1 41-16,4 4 20 0,9 2 11 0,10 7-1 15,13 4 3-15,2 1-17 0,-4 4-19 16,6 1-19-16,-4 2-15 15,-5-2-20-15,-1-1-16 0,-1-1-19 0,-6-1-12 16,-9-2-15-16,1-1-36 0,-11-1-58 16,-2-2-73-16,-9-5-97 0,-2 3-81 0,5-2-92 15,-4 0-131-15,-3-2-241 0,-5-4 71 16,11 5 54-16,-11-5-201 0,9 6-267 16</inkml:trace>
  <inkml:trace contextRef="#ctx0" brushRef="#br0" timeOffset="127206.07">22686 14689 2139 0,'-13'-2'-24'16,"0"-1"9"-16,3 2 17 0,-1 0 19 0,11 1 25 16,-14-5 19-16,14 5 13 0,-9-3 5 15,4 0-3-15,5 3-3 0,0 0-11 0,-10-4-5 16,10 4-4-16,0 0-7 0,0 0-5 15,0 0-3-15,0 0-7 0,24-9-2 0,-8 8-6 16,5-1-3-16,3 2 2 0,7 0-5 16,13 0 1-16,5 0-3 0,5 2 0 15,10-2-5-15,-1 2 1 0,3-2-2 16,-15 3-3-16,0-3 1 0,-1 0-2 16,1 0-1-16,-3 0 0 0,-4 0-1 0,0-4-2 15,-4 3 2-15,-2-3-1 0,-8 2 0 16,-3-2 3-16,0 0-3 0,-2 1 0 0,11-7-2 15,1 4-1-15,4-2 1 0,1-1 1 16,-1 2-4-16,17-2 6 0,1 1-3 0,0 0 1 16,2 3-1-16,2-3 1 0,-2 7-3 15,0-2-1-15,-12-1 0 0,1 2-2 16,-3 0 5-16,-2 2-7 0,-11-1 7 16,-7 1-2-16,-7 0-1 0,-1-2 2 15,3 0-1-15,-6 0 1 0,2 0-2 0,0-2 0 16,5-1 1-16,12-2-1 0,2-1 3 15,2 3-7-15,5-3 2 0,2 4 2 0,1-4-2 16,1 3 0-16,15 1 2 0,0 4 0 16,-12-1 0-16,12 2-3 0,0 1 1 0,-14 3-2 15,1-1-1-15,-2-1 1 0,-5 0-5 16,-5 1-12-16,1-2 0 0,-7 1 3 16,-5 0 0-16,-3-3 3 0,3 2 5 0,-8-2 1 15,3 0 0-15,-6-2 3 0,2 2 2 16,-3 0 2-16,-1-3 4 0,-2 2 2 15,1-1-2-15,1 0-2 0,-1 0-1 0,1 0 3 16,-3 2-4-16,1-3 4 0,-1 1-2 16,-2 1-4-16,2-1 5 0,-11 2 0 15,16-2-1-15,-7 0-1 0,0 1 2 0,-9 1 0 16,15-2 0-16,-5 0-2 0,-10 2 0 16,15-1 0-16,-6-1 1 0,5 1-2 15,2-1 0-15,4-2 0 0,3 1-1 0,4 3-1 16,-2-2 2-16,6 0 1 0,11 1-2 15,0-1 2-15,2 2 1 0,3-2-2 0,1 0 1 16,0 1-2-16,-2 0-1 0,1-2 6 16,-3 0-3-16,1 0-2 0,4-1 2 0,-1-1-1 15,11 0 1-15,-10 1 0 0,10-3-3 16,-11 4 2-16,-1-2-3 0,1 2 0 16,-5-2 4-16,4 1 0 0,-4 2-1 15,1 1-2-15,-2 1-1 0,-1 1 5 0,0-1-2 16,-7 0-3-16,-3 2 3 0,-3-2 0 15,-1 0-1-15,-5 0 3 0,2 0-2 16,2-2 1-16,5 1-2 0,10-1 1 0,7-2 3 16,13 1-4-16,8 0-2 0,7 1 3 15,4 0 1-15,4 2-3 0,2 2-2 0,2 1 1 16,20 2 0-16,3 1 4 16,-25-1-3-16,-2 0-2 0,-3 0 1 0,-3-2 1 0,1 2-1 15,-5-1 2-15,-4-2-1 0,-1-2 3 16,-4 0-1-16,-2-2-2 0,-14-2 1 15,12-1 3-15,-2 2 0 0,0-2-4 16,0-2 3-16,-2-2-1 0,3 1 5 16,-3 1-3-16,-12 2-2 0,-1-2 3 0,-2 4-3 15,1-2 1-15,-2 1 0 0,-1 0 0 16,-8 3-1-16,-1 1 0 0,11 0 0 0,2 0 0 16,2 3 1-16,15 3-3 0,0-1-2 15,2 2 1-15,3 2 0 0,2 2 1 0,4-1-2 16,-2 4 3-16,4-2 1 15,-1 0-4-15,-3 1 2 0,-2-2 0 0,-2-1 2 16,-8-3-3-16,-10-2 2 0,-6-2-1 16,0-3 3-16,-10 0-1 0,-3 0 2 15,-2-3-1-15,7-3 4 0,-2-2 6 0,1 0 4 16,-6-1 9-16,3-3 0 0,-3 0 2 16,-5 2 2-16,-1 0-8 0,0 0 0 0,6-2-2 15,0-2-4-15,2-1-2 0,-7 6-1 16,-1-1 3-16,0 0-3 0,-2 2 0 0,-2 2-5 15,-2-1 1-15,1 2-4 0,-5 0 1 16,-1-1-2-16,-1 2 1 0,-1 2-4 16,-8 2 5-16,12 0-6 0,-12 0 0 15,9 8 4-15,-7 2 1 0,-2 3 8 0,2 9 14 16,-6 14 16-16,-1 5 9 0,-8 10 20 16,1 6 23-16,-4 5 6 0,-3 2 27 15,-6 19 9-15,8 3-5 0,2-16 18 0,1-1 3 16,3 2 0-16,0-4-5 0,3-3 8 15,0-6-12-15,3-14-13 0,1-6 4 0,0-2 9 16,1-10 6-16,1-6 7 0,-1-5 14 16,1-1 8-16,0-6 9 0,2 1-1 0,0 0 2 15,-1-2-4-15,-1 2-9 16,2-4-9-16,0-5-12 0,0 11-13 0,0-11-16 16,-2 6-11-16,2-6-12 0,-2 6-10 15,2-6-17-15,0 0-10 0,0 0-11 0,-11 2-14 16,11-2-11-16,-16-1-19 0,5 2-11 15,-5-1-12-15,2 0-5 0,-8 3-5 16,-4-3-11-16,-3 1-11 0,-2-1-11 0,-8 4-7 16,-5-4-12-16,2 2-2 0,-5-4 1 15,-1 2-17-15,-2-2-1 0,-1 0 2 0,-8-3-2 16,-4 2 0-16,4-2-3 0,-8 0-2 16,4-1 4-16,-4 0 7 0,2 2 7 0,-1 1 3 15,-1-1 12-15,1 4 5 0,2 2 7 16,1 0 6-16,0 1 2 0,3 1 7 15,0 2 0-15,11 0 7 0,1-1 7 16,1 0-2-16,3 2 1 0,2 0 1 16,0-1 4-16,4-1 0 0,-2 2 0 0,2 0 2 15,1-2 5-15,1 1-2 0,6-2 4 16,-8 2-1-16,-2-1 2 0,1 0 0 0,0 0-3 16,-1-1-6-16,-2-1-9 0,0 2-2 15,0-2 1-15,0 1 1 0,-1-1 5 0,2-1 9 16,-1-2-2-16,1 4 0 0,-4-4 2 15,4 1 2-15,7-1 3 0,1 0-2 16,5 0 5-16,-15 0 1 0,2-1-1 0,1 0 2 16,-3 1 4-16,2-3-3 15,-4 1-2-15,4-1 4 0,-4 1-2 0,-2 0 3 0,-1 1 0 16,1-1 0-16,-1 0-4 16,3-1-11-16,-1 2-4 0,0-3 1 0,0 2 1 15,1 2 1-15,-3-3-2 0,1 3 3 16,-1-2 3-16,-2 0-3 0,1 2 4 15,-1 0 5-15,-2-1 3 0,7-1-8 0,-7 2 5 16,5 0 3-16,-3 0 1 0,5-2 0 16,-1 2-3-16,1-2 7 0,2 2-4 0,0-1 2 15,2 1 2-15,1-2 0 0,2-2-3 16,4 4-3-16,6-1 8 0,-1-2-5 16,-2 3 5-16,1 0-5 0,-11-2 1 15,9 0 2-15,1 2-2 0,1-2 3 0,-12 2 2 16,3-3-3-16,-6 1-1 0,8 1 7 15,-7-1-5-15,3-2 0 0,0 1 0 16,-2 1 3-16,4 0-2 0,-1-1-1 0,-3 0 1 16,4 1 5-16,-1-1-8 0,-1 1 1 15,9 0-3-15,-10 0 4 0,8 1 0 0,4 2 0 16,-12-2-4-16,2 1 2 0,3 0 2 16,-2 0-1-16,6 0 2 0,3 0 0 0,-1 1-4 15,1-1 2-15,1 0 2 16,-1 2-2-16,-1 0 3 0,-9-2-3 0,6 2 1 15,-8-1 0-15,10 1 3 0,3-2-3 16,-1 2-1-16,1-2 1 0,0 1 1 16,1 3-4-16,3-3 4 0,-2 1-1 0,7 2 3 15,-4-3-4-15,5 3 1 0,-1-1 1 16,2 1-1-16,2-1-3 0,0 1 4 0,2-1-4 16,1 0 2-16,-2 1 0 0,0-1 2 15,3 2 0-15,-1-3-3 0,0 2 2 16,-3 1 2-16,-3 1-4 0,2-4 6 0,-6 3-5 15,1 0 2-15,-3 1-1 0,-11 1-1 16,-3-1 0-16,1-1 4 0,-2 1-1 16,1 0-2-16,3 0 2 0,-1 0-1 15,1-2 1-15,5-1-3 0,4 2 0 0,0-1-3 16,2-1 5-16,1 1 3 0,1 2-5 16,-2-4-1-16,2 2 5 0,0 2-3 0,5-3-1 15,-5-1-1-15,-2 2-3 0,0 0 7 16,-2 0-6-16,-5 4-1 0,1-4-2 15,5 1 2-15,-11 1-4 0,3 3 0 0,0-4 2 16,4 0-2-16,-7 0 5 0,0 0-3 16,0-2 4-16,-1 3-5 0,5-5 6 0,7 1 0 15,-3 0 2-15,-13 0-4 0,10-2-4 16,-8 2 6-16,3-2-4 0,-2 1 3 16,-5-1-2-16,2 2-1 0,-2 0 0 0,-2-1 1 15,1 1 2-15,-1 2 3 0,-3-3 0 16,4 3-4-16,-5-4 8 0,11 0-5 15,-3 3 2-15,3-1 0 0,-4-2 0 16,9 0-2-16,1 0 11 0,3 0-12 0,-12-2-1 16,2 2 4-16,6 0-5 0,5 0 1 15,-13 0 3-15,6 0 2 0,-2 2-4 0,-2-1 2 16,-2 1-4-16,0 2 3 0,-2-2-1 16,0 2 7-16,2 2-7 0,3-1-2 0,0 0-1 15,3-2 5-15,-2 1-3 0,9-2 5 16,3 1-3-16,2 0 1 0,4-1-1 15,1 0 2-15,-3-1 0 0,6 1 1 16,2-2 5-16,-1 2-6 0,1 0-2 16,14-2 2-16,-18 1 3 0,6-1-3 0,12 0 2 15,-17 2-5-15,17-2 5 0,-17 3-8 16,17-3 4-16,-15 0 3 0,15 0-2 0,-18-3 8 16,18 3-5-16,-14 0-3 0,14 0-4 15,-16-2 8-15,16 2 2 0,-13-3 2 0,13 3 6 16,-12-4 0-16,12 4-5 0,-7-8 4 15,5 1-4-15,0-1-3 0,6-9 0 16,-1 1-2-16,7-17 1 0,1-2-2 16,9-15 1-16,2-4-1 0,3-1-2 0,2-2-3 15,-2 2 1-15,3-1-6 0,-3 3 8 16,6 3 1-16,-9 5-6 0,-3 13 5 16,-1-3 2-16,-3 6 17 0,-1 4-3 0,-5 4-2 15,-2 7 6-15,1-1-1 0,-5 5 1 16,4 0 1-16,-4 1-5 0,-1 1 1 0,2 2-5 15,0-2 1-15,-4 8-4 0,3-10-1 16,-3 10 0-16,2-7 2 0,2 0-4 16,-4 7-3-16,0 0 2 0,2-8-1 0,-2 8-1 15,0 0 2-15,0 0-5 0,0 0 5 16,-9-9-4-16,9 9 0 0,0 0 2 16,-15 0 0-16,15 0-2 0,0 0-2 15,-22 0 4-15,22 0-3 0,0 0 2 0,-15 0 0 16,15 0 0-16,0 0-3 0,0 0 2 15,0 0-2-15,0 0 2 0,0 0-2 0,0 0-22 16,53-7-25-16,5-1-23 0,6 1-31 16,9-4-42-16,9 1-82 0,27 0-98 0,-1 1-150 15,1-1-196-15,-5 0 69 0,-24 0-351 16,-3 2-430-16</inkml:trace>
  <inkml:trace contextRef="#ctx0" brushRef="#br0" timeOffset="130006.24">7340 15605 2493 0,'8'-11'326'0,"-3"1"-52"15,-3 2-36-15,0-1 2 0,0 4-4 16,-2 5-15-16,0 0-25 0,0-12-23 15,0 12-4-15,0 0-15 0,0 0 16 0,0 0 12 16,0 0 10-16,-29 19-13 0,9 2-15 16,-3 1-13-16,2 3-5 0,-2 1-15 15,0 0-20-15,0 0-6 0,2-3-10 16,2 2-14-16,0-1-4 0,1-4-8 0,0 3 0 0,2-6-13 16,5-2-32-16,-2-1-23 15,-1 0-23-15,3-4-21 0,-1-4-15 0,3 3-18 16,-2-1-24-16,4-6-24 0,7-2-34 15,-18 0-36-15,18 0-15 0,-16-19-10 16,11 4 13-16,3-6 8 0,0-4 13 0,4-13 18 16,-2 1 16-16,4 1 21 0,-1 8 25 15,-3 5 29-15,5 0 17 0,-3 7 10 0,2 3 6 16,-3 5 22-16,3 4 36 16,-4 4 24-16,0 0 21 0,21 12 10 0,-10 1-2 15,11 9-4-15,-2 5-6 0,12 2-10 16,2 2 1-16,-2-1-8 0,2-1-4 15,-2 0 0-15,-7-8-7 0,-1 0-1 0,-4-6-4 16,-7-5-3-16,-1 1 4 0,-3-1 1 16,-2-2-6-16,2-5 2 0,-4-1 0 0,-5-2-8 15,0 0 8-15,0 0-7 0,17-13-2 16,-12 1-4-16,-5-2-1 0,0-3-3 0,0-7-2 16,-5-14-6-16,3-3 0 0,-2-4 10 15,-3-10-10-15,1 3-2 0,1 11 5 16,0 6 0-16,2 10-2 0,-1 6-6 15,0 3 0-15,2 4-2 0,0 4 5 16,2 8-1-16,0 0-1 0,0 0 7 0,0 0 6 16,-15 37 0-16,13-15 1 0,0 5-4 15,2-2-2-15,-2 1-1 0,2-1 0 0,2 1 3 16,-2-2-1-16,0-5 0 0,0 0 5 16,0-7-8-16,2 2 5 0,-2-2-1 0,0-5 7 15,0 3 7-15,-2-3-1 0,2-7-5 16,0 0 3-16,-9 3-1 0,9-3-5 15,0 0 3-15,-23-14 3 0,13 6 0 0,1-1 25 16,-1 4 28-16,5-2 24 0,-1 1 5 16,6 6-1-16,-9-7-12 0,9 7-5 15,-2-7-4-15,2 7-13 0,0 0-5 16,20-9-2-16,-8 6-7 0,5-3-37 0,2 3-58 16,4-3-68-16,0 1-77 0,-2 3-108 15,-2-2-108-15,0 1-168 0,-4 0-132 16,-4 3 72-16,1-3-411 0,-12 3-520 0</inkml:trace>
  <inkml:trace contextRef="#ctx0" brushRef="#br0" timeOffset="147588.71">4086 7860 1140 0,'-14'0'373'0,"14"0"-161"0,-20-4-85 16,11 4-32-16,9 0 0 0,-13-2 20 0,13 2 12 16,0 0 7-16,-14-4 19 0,14 4-1 15,0 0 2-15,0 0-15 0,-11-2-12 0,11 2-6 16,0 0-7-16,0 0-9 16,0 0-1-16,0 0 6 0,0 0-1 0,40-5 0 15,-21 3-8-15,8 0-4 0,4 2-5 16,14-1-13-16,3-1-5 0,11-3-13 0,-8 3 2 15,3 2-9-15,-1 0-6 0,8 0-3 16,-7 2-2-16,-4-1-8 0,0 0-4 16,-2 5 1-16,-4-2-7 0,0 1 1 0,-2 0-3 15,-3 0-6-15,2 0 4 0,-1 0-4 16,-2-1-3-16,1-1 4 0,2-1-9 0,3 2 4 16,-2-3-1-16,3-1 3 0,3 0-7 15,-1 1 2-15,2-1 0 0,-4 2-6 0,1 0 3 16,-3-2 0-16,2 2-2 0,-4-1 2 15,-1-2-2-15,1 2-2 0,-11 3-2 16,1-4 6-16,-5 3-3 0,16-4 1 16,1 1-1-16,2-2-3 0,-2 2 4 15,5-5-1-15,-1 1-3 0,12 0 3 0,1-2 4 16,-3 1-3-16,-7 0 0 0,7-2 2 16,-8 2-2-16,-3 0 0 0,-1 1-2 0,-2 3 5 15,-11-1-9-15,-7 0 2 0,-4 1 1 16,-2-1 1-16,-1 2-1 0,-6 0 5 0,1 0 0 15,-13 0 6-15,27 0-1 0,-13 0 9 16,-14 0 5-16,23 0 1 0,-8 0 1 16,4 0 3-16,2 0 2 0,2 0-1 15,4 0-5-15,1 2 1 0,1-2-2 16,-1 1-3-16,3-1-5 0,-2 2-6 0,-4 0 2 16,0 1-1-16,-2-1-3 0,2 0-2 15,-3 2 3-15,0 0-1 0,-1-2 0 0,0-1 0 16,1 1-2-16,2 2 1 0,4-1-3 15,13-1-1-15,-3 0 0 0,3-1 3 0,2 1-5 16,2-2-12-16,1 0 2 0,1 2 4 16,3-2 0-16,-3 2 0 0,-2-2 1 15,0 4 0-15,3-2-1 0,-5 0 3 0,-2-1-3 16,1 1 2-16,-3 2-6 0,0-3 7 16,-5 1-1-16,4 1 1 0,2-1-1 15,1 0 1-15,-2 2-1 0,1-3 0 16,3 3 1-16,-4-1-3 0,3-2 4 0,0 1 0 15,-2 0-1-15,-6 0-1 0,-5 0 3 16,1-2-2-16,-5 1 1 0,2 2 0 0,-6-2 0 16,-4-1-2-16,1 0 3 0,-7 0-2 15,4 0 4-15,-15 0-4 0,24 0-2 0,-12 0 5 16,1 1-4-16,3-1 1 0,3 0 0 16,0 0 0-16,4 0 4 0,2 0-4 0,1 4-6 15,1-4 5-15,-2 6-1 0,1-4 3 16,-1 0-3-16,2 2 4 0,-3-3-9 15,3 3 9-15,10 1 1 0,1-2-7 16,1 1 4-16,1 0 2 0,5-2 1 16,0 2-5-16,5 0 1 0,0-3 3 0,0 2-2 15,11 0-2-15,0-2 2 0,-11 2-2 16,13 1 1-16,-2-1 15 0,-13 3-4 0,-1-5 1 16,-1 3-1-16,-2 0 1 0,-2-4-3 15,-4 5 1-15,-5-5-2 0,-5 0 0 0,-1 2 1 16,-2 0-2-16,-3-2-2 0,1 0 2 15,4 0-1-15,2 2-1 0,-1-2 0 0,3 0-2 16,8 2 0-16,3-2-1 0,2 1-2 16,-2 2 0-16,0 1 0 0,-4 0 2 15,2-2-3-15,-8 0-5 0,-3 1-3 16,0-1-1-16,-3-1-4 0,3 2 1 0,-2-1 1 16,0 1-1-16,0 0 0 0,-7-3-1 15,1 3 4-15,4 2 4 0,0-5 1 16,2 4-2-16,-1-4-1 0,0 2 2 0,5 1 5 15,-3-3-4-15,13 1 2 0,-7-1 0 16,-3 2-1-16,10 0 0 0,-1 1-4 0,1-1 0 16,0 0-1-16,-1 3-3 0,1-4 1 15,-2-1 0-15,1 4-3 0,3-1 2 0,-4-2-4 16,1-1 1-16,3 4-5 16,-2-2 0-16,2 0-6 0,-2 1-2 0,3-1-6 15,-2 0 0-15,3-2-2 0,2 2-13 16,-2-1 3-16,1 1 6 0,-1 1 1 0,-2-1-5 15,-2 0 0-15,-5-2 5 0,5 1 7 16,-9 0-1-16,-3 2 9 0,0-1 0 0,-3 1-1 16,0-1 0-16,-3-1 6 0,2 1 4 15,0-2-3-15,-1 0-1 0,3 2 4 0,4 0 0 16,8-1-7-16,0 1-3 0,-1 1-11 16,-4-3 0-16,-3 2-4 0,9 0 10 15,-4-2-13-15,4 1-7 0,-6-1-2 0,7 2 3 16,-7-2 3-16,8 2 3 0,-8 0 0 15,5 1 10-15,-10-3-3 0,5 2 2 0,3-1 1 16,-2 1 4-16,-5-2 3 16,12 0-6-16,0 0-7 0,2 2-13 0,-2-2-2 15,2 4 2-15,2-6-7 0,-1 5-6 16,-2 1 0-16,5-1 2 0,-4 0 4 0,0-1-8 16,1 1 4-16,-4-1 6 0,3 2 3 15,0-1 9-15,1 1 2 0,1 0 14 0,0-2-6 16,2 2 2-16,-1-2 5 0,8 2 5 15,-3 1 2-15,-3-3 4 0,-1 0 6 0,0 3 13 16,-3 0 10-16,0-3 9 16,-6 0 9-16,-6 0 9 0,-7 0 5 0,-5-2 11 15,-4 1 19-15,-1 1 18 0,-1-2 18 0,-2 1 16 16,-3-1 6-16,-10 0 7 0,17 0 4 16,-17 0 2-16,13 0-4 0,-13 0-2 15,11-1-1-15,-11 1-4 0,10 1-8 16,-10-1-7-16,0 0-8 0,0 0-6 0,15-1-9 15,-15 1-11-15,0 0-4 0,0 0-10 16,0 0-11-16,11-2-5 0,-11 2-13 0,0 0-40 16,0 0-47-16,0 0-97 0,0 0-146 15,0 0-184-15,0 0-206 0,-20-9 51 0,4 1 66 16,-10-4-327-16,-10 2-370 16</inkml:trace>
  <inkml:trace contextRef="#ctx0" brushRef="#br0" timeOffset="168315.7">1766 7657 1361 0,'0'0'245'0,"0"0"-57"15,0 7-19-15,0-7-1 0,-2 7-1 0,2-7-7 16,-2 9-9-16,2-9-13 0,-3 9-7 16,3-9-4-16,-4 6-12 0,4-6 15 15,-4 8 10-15,4-8 5 0,-4 6 15 0,4-6 10 16,0 0 11-16,-4 6 11 0,4-6 15 16,0 0 15-16,0 0 17 0,-6 7 12 0,6-7-25 15,0 0-27-15,0 0-17 0,-15-13-18 16,10 4-14-16,-2-2-9 0,0-4-18 15,3-2-12-15,1 0-12 0,-1 0-10 0,0 2-10 16,2-3-6-16,2 3-13 16,2 3-7-16,0-3-2 0,4 0-8 0,-1 2-5 15,6 3-5-15,3-2-7 0,3 2 7 16,0 4-18-16,1 2 3 0,2 4-10 16,1 3 1-16,1 2 3 0,8 5-1 0,-1 4-5 15,-3 1 8-15,-3 5 5 0,-2 0-6 16,-8-2 1-16,-1 2 10 0,-5-3 11 0,1 2 1 15,-1-1-2-15,-2-1 7 0,-3-5 7 16,1 5-2-16,-1-7-3 0,0-1 5 0,0-2-2 16,-2 2 10-16,0-9 11 0,2 11 16 15,-2-11 8-15,0 0-14 0,0 0-6 16,0 0-11-16,0 0-44 0,3-40-16 0,-3 17 0 16,2-2 0-16,0 1 0 0,2 1 0 15,2-1 0-15,0 4 0 0,-1-1 0 16,1 5 0-16,3 4 0 0,5-1 0 15,3 3 0-15,2 2 0 0,0 6 0 0,0 0 0 16,6 6 0-16,0 1 0 0,9 3 0 16,-2 6 0-16,1 1 0 0,-3 2 0 15,-1 2 0-15,-4 2 0 0,-2-2 0 0,-3 1 0 16,-2-3 0-16,-3-2 0 0,-5-4 0 16,-1 1 0-16,-2-2 0 0,2 0 0 0,-4-4 0 15,1 0 0-15,-1 1 0 0,-1-1 0 16,-4-6 0-16,6 8 0 0,-6-8 0 15,0 0 0-15,4 2-115 0,-4-2-218 16,0 0-71-16,-4-18-79 0,0 1-80 16,-2-3-108-16,3-2-135 0,-1-4 55 0,-2-7-632 15,4-2-835-15</inkml:trace>
  <inkml:trace contextRef="#ctx0" brushRef="#br0" timeOffset="168884.96">2406 7006 3497 0,'-9'-4'-83'16,"2"-2"60"-16,-2 1 38 0,2-2 40 15,3 1 27-15,-1-1 22 0,1-1 2 0,2 1-6 16,0 0-10-16,0-2-10 0,4 3-10 16,0-3-8-16,5 1-5 0,-1 0-6 15,3 1-7-15,5 0-5 0,1 2-6 0,2 1 13 16,3 0-22-16,-4 4 8 0,4-2-6 16,-2 2-1-16,-2 2-6 0,-1 2 6 15,-1 0-2-15,-1 1 16 0,-3 2 18 16,-1 0 19-16,-2 4 19 0,1 2 7 0,-4 0 1 15,-2 3-5-15,-2-3 4 0,0 1 5 16,-2 1 0-16,2-1 1 0,0 0-7 16,-1-3 0-16,-2 0-11 0,3-4 3 0,0 2-1 15,0-9-4-15,4 11-6 0,-4-11-11 16,2 9-5-16,0-4-2 0,-2-5-16 0,4 11-1 16,-1-7 1-16,3 1-11 0,1 4-2 15,2-1-6-15,2 3-4 0,0-2 1 16,1 0 1-16,1 3-6 0,-3-1 1 15,1 0 5-15,-2 1 5 0,-1-2 23 0,0 2 21 16,-4-2 21-16,-1 1 20 0,-1 2 2 16,-4-1 0-16,1 0-4 0,-5 0-14 15,-1 2-8-15,-2-2-8 0,-4 2-7 0,1-4-13 16,-2 1-8-16,-6-3-32 0,5-2-68 16,-6-3-87-16,5-2-87 0,-2-1-83 0,0-1-100 15,0-2-104-15,2 0-129 0,1-4-194 16,3 0 55-16,3-3 94 0,4 0-534 15,1-6-675-15</inkml:trace>
  <inkml:trace contextRef="#ctx0" brushRef="#br0" timeOffset="169151.53">2827 6718 3425 0,'0'-7'63'0,"0"7"40"16,2-11 20-16,-2 11-3 0,4-6-8 0,-4 6-13 15,12-2 9-15,-12 2 14 0,27 7-5 16,5 5 12-16,13 9-7 0,3 3-9 0,1 5-9 16,3 6 0-16,-4 8-2 0,-6 1 0 15,4 19 5-15,-14-10 1 0,-8 2 0 16,-8 1 1-16,-9 5-9 0,-5 0-6 0,-9 1-14 16,-6-1-3-16,-7-2-11 15,-1-5-28-15,-4-3-43 0,3-4-61 0,-7-4-63 16,1-5-84-16,-4-3-95 0,-3-9-86 15,-4-1-107-15,3-9-155 0,0-7 20 0,-8 2-434 16,-1-4-543-16</inkml:trace>
  <inkml:trace contextRef="#ctx0" brushRef="#br0" timeOffset="169433.63">1844 7169 3115 0,'-36'12'8'0,"-10"10"3"0,-2 7 13 15,-1 13 36-15,-8 17 50 0,3 11 18 0,5 2 19 16,3 11 11-16,10 2 12 0,9 1 6 16,6 4-4-16,14-15 2 0,3-1-12 15,11-4-7-15,13-4-9 0,14 9-8 0,18-11-19 16,11-17-10-16,12-9-8 0,-6-16-11 15,9-11-9-15,12-5-13 0,21-12-58 16,0-3-114-16,-5-11-138 0,-7-3-173 0,-10-8-240 16,-10-2-17-16,-27 3 73 0,-9 1-403 15,-9-1-477-15</inkml:trace>
  <inkml:trace contextRef="#ctx0" brushRef="#br0" timeOffset="170565.92">1204 4954 2824 0,'0'0'67'0,"-6"10"42"0,6-10 26 15,-6 5 32-15,6-5 44 16,0 0 31-16,-4 5 17 0,4-5 10 15,0 0-2-15,0 0 16 0,0 0-12 0,0 0-30 16,0 0-27-16,0 0-19 0,-5-20-18 16,5 8-19-16,0 3-15 0,2-1-15 0,0 0-10 15,-1-1-27-15,3 1 2 0,2 0-15 16,0 0-8-16,2 5-8 0,1-3-2 0,5 4-13 16,2-1 3-16,4 4-1 0,1 2-16 15,3 4 1-15,10 1 2 0,1 4-4 16,-4 1-9-16,-3 3 6 0,-4 1-2 15,0-1-1-15,-7 3 3 0,-6-2 2 16,-2-1 2-16,0-1-10 0,-4 1 12 0,-1-2-3 16,-2 0 5-16,0 0 10 0,-1-4 8 15,1 1 11-15,-2-2 19 0,0-7 23 0,2 8 25 16,-2-8-12-16,0 0-83 0,0 0-38 16,2-32 0-16,-2 6 0 0,4-11 0 0,2-3 0 15,2-1 0-15,-1 4 0 0,5 4 0 16,-5 2 0-16,3 8 0 0,-3 5 0 15,1 4 0-15,2 2 0 0,1 3 0 0,4 4 0 16,-2 5 0-16,5 2 0 0,2 5 0 16,1 1 0-16,6 9 0 0,-2 2 0 15,-4 2 0-15,2 0 0 0,-2 4 0 16,-4 2 0-16,0 0 0 0,-1-3 0 0,-5-5 0 16,-2-2 0-16,-1-2 0 0,0-1 0 15,-3-2 0-15,-1-2 0 0,1-1 0 0,-3-1 0 16,3-3 0-16,-5-5 0 0,4 7 0 15,-4-7 0-15,0 0 0 0,0 0-171 16,0 0-240-16,0 0-80 0,0-27-85 0,0 15-128 16,-2-2-130-16,-3-1 47 0,3-1-647 15,-1 3-885-15</inkml:trace>
  <inkml:trace contextRef="#ctx0" brushRef="#br0" timeOffset="171100.1">1941 4286 4092 0,'-7'-15'-68'0,"2"5"54"0,-2-1 56 16,1 3 50-16,5 1 39 0,-3 1 19 15,4 6 7-15,-4-8 2 0,4 8-3 0,-3-7-10 16,3 7-5-16,0 0-14 0,-4-10-15 15,4 10-7-15,0 0-16 0,0 0-10 0,0 0-10 16,0 0-4-16,0 0-6 16,0 0-4-16,26 43-6 0,-5-2-1 0,2 7-6 15,2 5-1-15,-3 4-1 0,-1 3-7 16,4 1 1-16,6 14-5 0,-6-17-1 16,2 0 0-16,-1-7-6 0,-5 1-9 0,0-7 23 15,-6-11-10-15,0-7-1 0,-3-1-7 16,-4-7 6-16,-1-4 10 0,-1-1 34 0,-3-6 31 15,1-1 17-15,-2 0 18 0,-2-7 5 16,8 7-2-16,-8-7-21 0,0 0-18 0,0 0-9 16,0 0-12-16,2-24-68 0,-2 14-80 15,-2-2-95-15,1 1-93 0,-2-2-84 16,1 1-93-16,0-3-105 0,0 1-139 0,0 0-79 16,0 0 66-16,1 2-548 0,-1 0-702 15</inkml:trace>
  <inkml:trace contextRef="#ctx0" brushRef="#br0" timeOffset="171465.38">2340 4584 3370 0,'-15'-2'8'0,"15"2"29"16,0 0 27-16,0 0 47 0,-12 17 33 0,8-7 24 15,2 2 10-15,2 0-4 0,-2 1-3 16,2 1-10-16,0 1-5 0,2 1-5 0,2-1-8 15,0-1-10-15,-1-2-11 0,6 2-9 16,-4-6 3-16,1 4-2 0,1-7 9 16,3 1 2-16,1-3-6 0,2-1-3 15,1-4-11-15,5-1-16 0,0-4-3 16,2-3-3-16,2-7-17 0,1 1 0 0,-4-5 37 16,-1-1 19-16,-6-3 8 0,-4 2-3 15,0 0 0-15,-6 0-7 0,-3-2-9 0,-1 2-11 16,-3 1-10-16,-1 4-9 0,0 7-11 15,-3-2-13-15,-1 6-23 0,-3 4-39 16,-3 5-45-16,15-2-56 0,-34 13-60 16,7 6-64-16,4 5-72 0,0 3-84 15,3-4-125-15,0 2-131 0,6-5-150 0,7-8 48 16,3-3-599-16,3-1-800 0</inkml:trace>
  <inkml:trace contextRef="#ctx0" brushRef="#br0" timeOffset="171948.45">2669 4400 3511 0,'2'-9'-32'0,"2"2"46"0,0 4 28 16,-4 3 13-16,0 0 19 0,5-7 8 0,-5 7 2 15,0 0 13-15,0 0 14 0,0 0-1 16,14 21 5-16,-12-11 1 0,3-1-6 16,1 6 1-16,-1-3-10 0,2 0-4 0,0-2-4 15,-1 0-8-15,-1-1 1 0,6-2-7 16,-4 0 2-16,0-3-3 0,3 0 2 0,-10-4-6 15,17 2-4-15,-17-2-8 16,23-6-7-16,-12 2-4 0,3-3-3 0,-1-4-6 16,0-1-2-16,-1-1 5 0,-1-3 14 15,1-1 8-15,-3 2 12 0,-1 1 24 0,-1 2-28 16,0 4-13-16,-4 2-9 0,-3 6-9 16,6-5-4-16,-6 5 2 0,0 0-5 15,15 26-2-15,-5 1-3 0,1 8 25 0,5 12 22 16,-2 0 11-16,4 3 9 0,0 0 4 15,-2-3 6-15,1 0-4 0,0-1-11 16,-2-2-3-16,-1-9 27 0,-5-2 2 16,0-4 6-16,-2-7 10 0,-3-5 19 0,-4-2-41 15,0-1-114-15,-2-2 0 0,-7-3 0 16,2 4 0-16,-6-1 0 0,-3-1 0 0,0-5 0 16,-4-2 0-16,-5-2 0 0,-3-2 0 15,-12-6 0-15,0 0 0 0,-4-5 0 0,-9-4 0 16,4-5 0-16,-3-3 0 0,7 1 0 15,0 0 0-15,13 4 0 0,1 0 0 16,3 3 0-16,11 2 0 0,3 3-66 0,3-2-548 16,6 1-103-16,3-2-139 0,4-1-5 15,5-5 83-15,14-10-684 0,8-5-911 16</inkml:trace>
  <inkml:trace contextRef="#ctx0" brushRef="#br0" timeOffset="172281.71">3073 4389 4035 0,'0'0'17'0,"0"0"52"0,0 0 30 16,12-1 38-16,-12 1 25 0,0 0-2 16,0 0-4-16,0 0-11 0,0 0-15 0,0 0-10 15,0 0-14-15,0 0-11 0,13 7-6 16,-13-7 5-16,7 5 12 0,-5 1-2 16,-2-6 3-16,7 14-25 0,-5-9-6 15,-2-5-1-15,3 10 43 0,-3-10 33 0,4 4 35 16,-4-4 33-16,0 0 14 0,0 0-20 15,17-12-23-15,-11 2-20 0,3-2-13 0,1 0-21 16,-2 0-12-16,-1 2-14 0,-1 4-90 16,-1 1-20-16,1 0 0 0,-1 0 0 15,-5 5 0-15,16-5 0 0,-5 2 0 0,1 3 0 16,-12 0 0-16,25 0 0 0,-14 3 0 16,2-2 0-16,1 3 0 0,1 1 0 15,-1-1 0-15,-3-1 0 0,1 2 0 0,-3-1 0 16,4 2-181-16,-3 0-292 0,1 0-122 15,-2 1-150-15,2 2-122 0,-2-1 70 16,-2 6-745-16,2-2-985 0</inkml:trace>
  <inkml:trace contextRef="#ctx0" brushRef="#br0" timeOffset="172581.98">3656 4530 4373 0,'-20'-10'49'16,"20"10"27"-16,-25 0 46 0,0 4 56 0,-15 4 62 15,-15 9 44-15,-28 14 5 0,-8 10-4 16,-6 6-6-16,-11 10-21 0,-47 24-24 0,0 9-23 16,-3 9-15-16,-1 1-11 15,4-1-14-15,5-2-14 0,10-6-17 0,41-25-9 16,4-5-12-16,11-6-4 0,18-9-16 16,16-13-99-16,10-6 0 0,11-8 0 0,6-1 0 15,5-7 0-15,2-1 0 0,7-2 0 16,-1-2 0-16,4 0 0 0,1-4 0 0,-1 1 0 15,6-3 0-15,-9 2 0 0,9-2 0 16,0 0-240-16,0 0-129 0,0 0-81 16,0 0-89-16,0 0-100 0,0 0-176 0,0 0 41 15,0 0 77-15,13-17-551 0,-13 17-708 16</inkml:trace>
  <inkml:trace contextRef="#ctx0" brushRef="#br0" timeOffset="173448.82">4400 4267 3686 0,'3'-14'69'0,"-1"2"30"16,0 4 23-16,-2 1 29 0,0 7 8 16,0 0-8-16,0-8-15 0,0 8-14 15,0 0-5-15,0 0 17 0,0 0 10 0,0 29-16 16,-2-10-9-16,0 5-13 0,-1 2-5 16,1-3-9-16,0 5-14 0,2 0-6 0,0-3-4 15,-2 1-7-15,0-2-8 0,1 1 0 16,-1-6-12-16,0-1 1 0,2-5-13 15,-3 1-38-15,1-6-46 0,2 1-47 0,0-9-65 16,-2 8-91-16,2-8-85 0,0 0-102 16,0 0-66-16,0-23-97 0,0 9-7 0,2-8-412 15,0-4-502-15</inkml:trace>
  <inkml:trace contextRef="#ctx0" brushRef="#br0" timeOffset="173614.82">4380 4214 2775 0,'-7'-10'34'0,"5"1"66"16,-2 5 57-16,4 4 32 0,0-11 8 15,0 11 3-15,0 0 3 0,2-12-21 16,-2 12-14-16,8-6-17 0,-1 0-15 0,3-1-10 16,1 1-14-16,3 0-13 0,1-1-12 15,4 2-8-15,-4 4-27 0,3-3-70 0,0 1-107 16,-2 4-120-16,0 3-143 0,4 6-209 16,-4 4-29-16,-3 2 58 0,-2-1-276 15,-3 3-328-15</inkml:trace>
  <inkml:trace contextRef="#ctx0" brushRef="#br0" timeOffset="173797.96">4405 4514 2636 0,'-13'7'219'15,"3"-3"37"-15,7-1 25 0,3-3 21 16,-12 6 10-16,12-6-11 0,0 0-9 16,0 0-20-16,0 0-30 0,0 0-20 0,0 0-21 15,0 0-21-15,0 0-20 0,0 0-16 16,36-10-45-16,-23 6-81 0,1-2-79 15,1 1-96-15,1 2-101 0,-1-1-109 16,-2 4-118-16,0 0-166 0,1 4-24 0,-1 1 70 16,-1 0-374-16,-1 4-456 0</inkml:trace>
  <inkml:trace contextRef="#ctx0" brushRef="#br0" timeOffset="173964.95">4443 4768 2670 0,'-20'14'69'0,"2"-1"50"0,5-7 39 0,3-1 21 16,1 0 24-16,3 0 12 0,6-5 7 15,-9 5-15-15,9-5-15 0,0 0-15 0,0 0-18 16,0 0-14-16,0 0-18 0,0 0-17 16,42-16-63-16,-21 6-85 0,3-7-76 15,9 0-101-15,5-5-94 0,2-5-123 16,-2-1-150-16,2-1-1 0,0 2 52 16,2-5-216-16,-2 1-237 0</inkml:trace>
  <inkml:trace contextRef="#ctx0" brushRef="#br0" timeOffset="174200.14">4990 4083 2226 0,'-11'-15'129'16,"2"6"48"-16,-1-2 42 0,0 5 41 0,3-2 31 15,1 4 9-15,6 4-8 0,-10-5-24 16,10 5-24-16,0 0-22 0,0 0-10 0,0 0-21 16,-20 20-5-16,13 0-14 0,2 3-7 15,-1 13-12-15,1 2-18 0,1 2 1 16,2 1-17-16,2 0-15 0,0 0-7 15,2 1-12-15,0-3-12 0,5-2-13 16,-3-3 3-16,0-5-65 0,-1-5-64 0,4-4-78 16,-1 0-89-16,-1-6-93 0,2-2-94 15,4-1-134-15,-2-5-155 0,2-2 40 0,1-2-507 16,3-4-640-16</inkml:trace>
  <inkml:trace contextRef="#ctx0" brushRef="#br0" timeOffset="174531.72">5232 4330 3148 0,'0'0'31'0,"0"0"46"0,0 0 37 16,-24 9 22-16,16-2 8 0,0-1 12 15,3 1 1-15,-1 2-11 0,0 2-2 16,4-1-11-16,-2 1-7 0,2-1-11 16,4 0-8-16,-2 1-8 0,2-1-10 0,2-2 0 15,4-1-6-15,0 0-1 0,1-4-10 16,3-1-5-16,-12-2-7 0,30-2-7 0,-15-3-5 15,6-2-4-15,1-1 5 0,-2-3-14 16,-1 0 18-16,4-5 35 0,-8-1 16 16,-3 1 19-16,-1-2 1 0,-1-1-9 15,-9 0-10-15,-1-4-22 0,0 3-3 16,-1 1-16-16,-3 3-9 0,-2 3-9 0,-1 5-11 16,-1 2-19-16,-3 6-32 0,11 0-36 15,-31 12-59-15,13 0-59 0,-4 9-84 0,1 4-99 16,0 4-135-16,4 0-167 0,3 0-49 15,7-7 62-15,3-5-463 0,6-5-576 0</inkml:trace>
  <inkml:trace contextRef="#ctx0" brushRef="#br0" timeOffset="174864.48">5454 4339 2973 0,'5'-14'18'0,"-5"6"51"16,2 2 61-16,-2 6 65 0,2-11 42 0,-2 11 26 15,0 0 16-15,2-7-22 16,-2 7-15-16,0 0-14 0,0 0 10 0,0 0 9 15,0 0 4-15,7 32 6 0,-5-11 4 16,7 14-10-16,-2 1-9 0,0 3-13 16,9 7-20-16,2 2-21 0,0-2-15 0,2-6-15 15,2-1-14-15,-5-9-13 0,-2-3-13 16,-3-6-13-16,-5-6-10 0,-1-1-92 0,-1-4-3 16,-1-1 0-16,-2-3 0 0,-2 1 0 15,0-7 0-15,-7 7 0 0,-3-3 0 0,10-4 0 16,-34 0 0-16,7-4 0 0,-10-3 0 15,-2-1 0-15,-1-1 0 0,4-3 0 16,-2 0 0-16,3 0 0 0,1-1 0 16,3 1 0-16,9 3 0 0,5 2 0 15,2 2 0-15,1 2 0 0,3-3 0 0,-1 3 0 16,6 0 0-16,6 3-176 0,-11-2-325 16,11 2-84-16,0 0-95 0,0 0-180 0,0 0 66 15,0 0 79-15,0 0-605 0,27-9-776 16</inkml:trace>
  <inkml:trace contextRef="#ctx0" brushRef="#br0" timeOffset="175664.63">5047 4357 3245 0,'-9'14'-234'0,"5"-8"43"16,4 1 49-16,0 2 40 0,-1-2 35 16,-1 5 23-16,2-2 17 0,0 2 13 0,2-3 9 15,-1 2 7-15,-1 1 14 0,4-5 9 16,-2 2 16-16,4-4 17 0,-1 0 12 15,2 0-2-15,0-3-4 0,-7-2-2 0,18-2-11 16,-9-3-4-16,2-2-1 0,-4 0 2 16,3-1 15-16,-2-4-3 0,-3 0 18 0,-1-2 9 15,-4 0-12-15,0 1 11 0,-4-4-23 16,-1-4-2-16,-3 2-1 0,0 5-14 16,-3 1-9-16,0 3-7 0,-3 4-1 0,-1 1-6 15,1 6-21-15,-4 3-19 0,-5 4-42 16,-2 9-33-16,2 1-43 0,2 5-52 15,4-8-75-15,4 2-83 0,-1-2-120 16,7-2-21-16,1-3-116 0,4-3-101 0</inkml:trace>
  <inkml:trace contextRef="#ctx0" brushRef="#br0" timeOffset="176097.85">5594 4151 1805 0,'-2'-5'219'15,"2"-2"36"-15,-3 2 22 0,3 5 28 16,-2-10 20-16,2 10-8 0,0 0-28 0,0-7-32 15,0 7-27-15,0 0-20 0,0 0-13 16,0 0-18-16,19 20-9 0,-9-3-15 0,4 7-12 16,2 5-12-16,2-1-11 15,-2 1-16-15,0-3-9 0,-1 0-11 0,-3-6-3 0,-1-2-8 16,-2-1-10-16,1-5-3 16,-1 0-7-16,-3-4-4 0,1-1-7 0,-3-3 2 15,4 2 1-15,-4-4 1 0,-4-2-9 16,0 0-9-16,20-10-4 0,-8 1-4 15,0-1-2-15,-2-6-5 0,1-2-1 0,0-11-6 16,3-5-1-16,-3-5-16 0,-2 2-20 16,-1 0-28-16,0 3-41 0,-3 9-46 0,-1 6-47 15,-2 2-68-15,1 4-77 0,-3 3-70 16,0 4-83-16,0 2-114 0,0 4-47 0,0 0 61 16,0 0-327-16,-14 16-400 15</inkml:trace>
  <inkml:trace contextRef="#ctx0" brushRef="#br0" timeOffset="176547.82">4606 4838 2618 0,'-56'9'37'0,"3"1"7"0,-3 4 18 16,4-3 30-16,0 1 47 0,9-2 48 0,9-1 18 15,10-3 0-15,3-2-19 0,5-2-19 16,7 3-18-16,5-4-10 0,4-1-14 0,0 0-11 15,0 0-9-15,86-18-9 0,-12 1-8 16,41-12-11-16,14-8-9 0,14 2-9 16,4-4-2-16,55-12-13 0,-6 0 7 15,-2 4-10-15,-47 12-9 0,-11 4 1 16,-7-1-7-16,-22 5 1 0,-33 11 0 0,-11 3-7 16,-21 2-3-16,-8 3 1 0,-11 3 1 15,-3 1-10-15,-11 3 4 0,-9 1-12 0,0 0-29 16,0 0-44-16,0 0-47 0,-31 15-72 15,4-1-77-15,-9-1-98 0,-12 6-136 16,-2 0-128-16,-9 2 47 0,-6 1-314 0,-23 3-380 16</inkml:trace>
  <inkml:trace contextRef="#ctx0" brushRef="#br0" timeOffset="176814.03">4124 5124 2751 0,'-43'6'99'0,"1"2"-11"15,-3-1-7-15,3 3 19 0,4-2 48 0,13-4 47 16,5 0 3-16,8-2-17 0,2-2-16 16,10 0-14-16,0 0-15 0,38-18 0 0,16 1-10 15,34-12-13-15,18-8-8 0,21-4-10 16,58-15-12-16,12-3-13 0,5 0-5 16,3 1-10-16,-1 0 9 0,-5 5-5 0,-57 17-13 15,-10 0-4-15,-20 6-33 16,-22 5-34-16,-33 9-39 0,-19 6-16 0,-15 1-2 15,-11 3-17-15,-8 2-27 0,-8 0-37 0,4 4-32 16,-33 2-40-16,-5 2-44 0,-7 2-80 16,-14 4-94-16,-8 1-111 0,-4 7 39 15,-22 5-194-15,-10 8-210 0</inkml:trace>
  <inkml:trace contextRef="#ctx0" brushRef="#br0" timeOffset="177047.79">3502 5353 2372 0,'-15'10'206'16,"6"-5"-22"-16,2-1-9 0,7-4-13 0,0 0-6 16,0 0 35-16,66-29 24 15,0 4 5-15,33-12-21 0,16-6-19 0,18-1-21 16,48-14-13-16,13-1-16 0,8 2-12 16,2 3-14-16,-4 5-16 0,0-1-22 0,-53 13-74 15,-12 3-67-15,-17 4-79 0,-19 3-88 16,-33 10-57-16,-17 3-37 0,-20 8 13 0,-16-1 17 15,-9 3-7-15,-8 4-19 0,4 0-62 16,0 0-81-16,-48 5-142 0,9 2-116 16</inkml:trace>
  <inkml:trace contextRef="#ctx0" brushRef="#br0" timeOffset="199827.42">2643 8760 1354 0,'3'-7'528'0,"-3"0"-140"0,0 2-87 16,0 5-34-16,0 0 2 0,-2-9 4 15,2 9-9-15,0 0-14 0,0 0 6 0,0-6 5 16,0 6-20-16,0 0-9 0,0 0-8 16,0 0-9-16,0 0-14 0,0 0-12 0,0 0-4 15,0 0 2-15,0 0 8 16,-24 22 5-16,14-5-1 0,-4 12 0 0,-10 8-5 15,-1 1-6-15,2 6-13 0,-2-3-6 16,3-2-13-16,-1-1-15 0,7-9-14 0,2-2-17 16,-2-4-57-16,5-5-53 0,2-3 0 15,2-3 0-15,2-4 0 0,1 1 0 16,0-5 0-16,2 4 0 0,2-8 0 0,-7 6 0 16,7-6 0-16,0 0 0 0,0 0 0 15,0 0 0-15,-25-21-127 0,21 7-55 0,-8-13 0 16,9-2 9-16,-5-2 9 15,3-4 15-15,-1 0 14 0,0 1 15 0,2 2 12 16,0 3 14-16,2 8 23 0,2 2 22 0,-1 1 23 16,-1 4 25-16,2-1 19 0,-2 7 16 15,4-3 12-15,-4 3-5 0,4 0 2 16,-2 0 0-16,0 8-4 0,3-6 36 16,-3 6 16-16,0 0 2 0,0 0-9 0,35 18-1 15,-10-1-10-15,3 1-10 0,10 7-5 16,-6-4-7-16,7 3-1 0,-5-5-8 0,-5 2 1 15,2-2-10-15,-5-2-1 16,-7 0-2-16,-2-3-7 0,-6-6-3 0,-1-1 1 16,-2-2 2-16,-1 0 5 0,-1 0-1 0,-6-5 9 15,7 6-4-15,-7-6-6 0,0 0-4 16,0 0 1-16,0 0-6 0,-9-25-6 16,2 7 2-16,-5-9-1 0,-1-8 2 15,0-1 12-15,-3-9 4 0,5 8-18 0,1 4-12 16,-1 6 0-16,3 4 0 0,3 6 0 15,0 5 0-15,2 2 0 0,-1 3 0 0,2 0 0 16,2 7 0-16,0 0 0 16,0 0 0-16,0 0 0 0,7 24 0 0,0-7 0 0,4 0 0 15,7 7 0-15,-2 1 0 0,2-4 0 16,0 3 0-16,-2-7 0 0,-1-3 0 16,-3-2 0-16,-1-1 0 0,-4-1 0 15,-1-2 0-15,2 0 0 0,-2-3 0 16,-3 2 0-16,-3-7 0 0,2 9 0 0,-2-9 0 15,0 0 0-15,-13 9 0 0,13-9 0 16,-21 0 0-16,3-4 0 0,-2-3 0 0,-9-7 0 16,-3-3 0-16,3-1 0 0,-1 2 0 15,3 0 0-15,8 3 0 0,4 6 0 0,1-1 0 16,5 3 0-16,0 0 0 0,0 1 0 16,9 4 0-16,0 0 0 0,0 0 0 15,0 0 0-15,0 0 0 0,0 0 0 0,0 0 0 16,48 12 0-16,-21-15 0 0,13-2 0 15,2-2 0-15,0-1 0 0,-1-4 0 0,-2-2 0 16,-4-5 0-16,-5 0 0 16,0-1-68-16,-9 1-565 0,-2-2-207 0,-6 6-79 15,-6 7 92-15,-6 4-841 0,-1 4-1104 16</inkml:trace>
  <inkml:trace contextRef="#ctx0" brushRef="#br0" timeOffset="207876.27">7012 9633 1551 0,'-9'-2'353'0,"9"2"-91"16,-23-2-69-16,14 0-21 0,-5 1 0 0,14 1 10 16,-20 0-3-16,20 0-16 0,-22 0 1 15,22 0-15-15,-15 1-7 0,15-1-8 0,-13 4-8 16,13-4-6-16,-9 2-6 0,9-2-7 16,0 0-8-16,0 0-3 0,-12 3 2 15,12-3-4-15,0 0 15 0,0 0 23 0,0 0 12 16,0 0 2-16,0 0-11 0,37 7-7 15,-19-7-10-15,5 1 8 0,4 1-4 0,14-2-17 16,-1 2-7-16,5 0-9 0,-2-1-13 16,3-1-4-16,-1 2-10 0,3 1-3 15,1-3-17-15,1-3 5 0,0 1 10 16,-3 2-1-16,-1 0-5 0,-4-1-5 0,-6-1-5 16,-9 2-5-16,0-2-1 0,-4 2-4 15,-2 0 0-15,-3 0-9 0,4 2 8 0,-8-2 17 16,4 0-1-16,1 2-8 0,-4-2 3 15,7 0 22-15,-4 1 14 0,5-1-6 0,6 0-10 16,1 0 1-16,15-3 0 0,0 1-5 16,3-1-8-16,1-1-7 0,1 4-4 15,0-4-1-15,-1 0-4 0,0 0 0 16,-1 1-7-16,0 1 1 0,-7 1-6 0,4-1 4 16,-4 2-11-16,-7 0 5 0,7-4-4 15,-11 4-3-15,-2 0 4 0,-5 0-3 16,4 0-1-16,3-3-5 0,-3 3 6 0,11-2-2 15,5-2-3-15,-2-2-1 0,5 3 1 16,-2-1 0-16,4-1-3 0,-3 0 3 0,1 1-2 16,1 0-3-16,-2 2 1 0,-4 0-3 15,-10 0 1-15,-2 1 1 0,-6 1-4 0,-5 0 3 16,3 0 1-16,-6 0-2 0,3-2-1 16,-3 4 4-16,-2-2 3 0,2 0-7 0,3 0 37 15,1 0 11-15,8-2-25 0,0-2-23 16,14-1 0-16,3 2 0 0,0-1 0 0,3 1 0 15,3 0 0-15,0 1 0 16,1 0 0-16,-1 2 0 0,1-1 0 0,-2 1 0 16,1 0 0-16,-1 0 0 0,-1 1 0 15,0 3 0-15,-3-4 0 0,2 3 0 0,-8-1 0 16,3-1 0-16,-10 1 0 0,1-2 0 16,-5 2 0-16,1-2 0 0,1 0 0 15,1-2 0-15,-3 2 0 0,1 0 0 0,3 0 0 16,-5 0 0-16,2 0 0 0,0 2 0 15,-3-2 0-15,1 2 0 0,0-1 0 0,-2 3 0 16,1-3 0-16,-1 1 0 16,1 2 0-16,3-3 0 0,-2 3 0 0,3-2 0 0,-1-1 0 15,13-1 0-15,-2 2 0 16,2-2 0-16,-1 0 0 0,2 0 0 0,0-2 0 16,0 1 0-16,-2 1 0 0,-5 0 0 15,4-2 0-15,-8 2 0 0,-5 0 0 0,2-2 0 16,-2 4 0-16,-4-2 0 0,5-2 0 15,1 2 0-15,-2 0 0 0,3-2 0 0,10 1 0 16,2-1 0-16,0-3 0 0,2 1 0 16,-2 3 0-16,0-3 0 0,-3 1 0 0,0-2 0 15,-6 5 0-15,-8-4 0 16,4 4 0-16,0-1 0 0,-4-1 0 0,-2 2 0 0,-2-2 0 16,-3 0 0-16,5 2 0 15,1-3 0-15,2 1 0 0,-2 1 0 0,5-3 0 16,0 2 0-16,11-4 0 0,0 2 0 15,2 1 0-15,-2-2 0 0,2 0 0 0,2 1 0 16,-2 0 0-16,-3 0 0 0,-1 2 0 16,3 0 0-16,-9-2 0 0,-3 4 0 15,1-2 0-15,8 0 0 0,-5 0 0 0,-7 2 0 16,1-3 0-16,-2 3 0 0,0-2 0 16,6 2 0-16,-7-4 0 0,2 2 0 0,3 1 0 15,9-4 0-15,-6 1 0 0,9 0 0 16,1 0 0-16,-3-3 0 0,4 3 0 0,-4 3 0 15,4-4 0-15,-1 3 0 16,-5-2 0-16,-4 2 0 0,-5-2 0 0,-1 4 0 16,0 0 0-16,2-3 0 0,-3 2 0 15,-1-3 0-15,1 1 0 0,6 1 0 0,-7 0 0 16,2 0 0-16,2-2 0 0,7 0 0 16,-4 2 0-16,-1 0 0 0,8-2 0 0,-7 2 0 15,-3 0 0-15,-3 0 0 0,0 0 0 16,1 2 0-16,0 0 0 0,-4 0 0 0,0-1 0 15,0 1 0-15,-1 0 0 0,1 0 0 16,0 1 0-16,4-1 0 0,4 0 0 16,-3 0 0-16,1 0 0 0,3-1 0 15,-3 1 0-15,13-2 0 0,-3 0 0 0,-5 2 0 16,-5 0 0-16,3 0 0 0,-3-3 0 16,2 3 0-16,-5 0 0 0,1 0 0 0,2 0 0 15,-2 3 0-15,-1-3 0 0,-2 0 0 16,-1 2 0-16,4 0 0 0,-2-1 0 0,2 3 0 15,2-2 0-15,-3 0 0 0,1-1 0 16,11 2 0-16,-6-1 0 0,-5 0 0 0,0 0 0 16,4 0 0-16,-3-2 0 0,3 1 0 15,7 4 0-15,-8-5 0 0,-1 2 0 16,-3 2 0-16,1-3 0 0,2 3 0 16,0 0 0-16,-4-4 0 0,14 6 0 0,-8-2 0 15,-3 0 0-15,8 0 0 0,-3 0 0 16,3 0 0-16,-6-1 0 0,6 1 0 0,0 2 0 15,-2-2 0-15,-9-1 0 0,14 0 0 16,-6 1 0-16,4-2 0 0,-4 1 0 0,-5-1 0 16,3-2 0-16,-2 0 0 0,-1 2 0 15,3 0 0-15,-5 0 0 0,1-2 0 0,-1 2 0 16,3 0 0-16,-3-2 0 0,-1 2 0 16,2-2 0-16,-4 0 0 0,-4 3 0 0,2-2 0 15,0 1 0-15,2-2 0 16,0 4 0-16,0-2 0 0,-2-1 0 0,4 1 0 15,1-2 0-15,2 2 0 0,-1-1 0 16,2 1 0-16,1 0 0 0,1-1 0 0,-3-1 0 16,15 2 0-16,-9-2 0 0,-3 2 0 15,-3 0 0-15,10-2 0 0,-6 3 0 0,-5-3 0 16,-4 1 0-16,-2-1 0 0,-2 2 0 16,2-2 0-16,0 0 0 0,-2 0 0 0,2 0 0 15,5 2 0-15,3-2 0 0,-1-2 0 16,1 2 0-16,3 0 0 0,9 0 0 15,2 0 0-15,-8 0 0 0,-5 0 0 0,-1 0 0 16,-1 0 0-16,-1-2 0 0,2 4 0 16,-8-2 0-16,-1 0 0 0,2 0-4 0,-3 2-26 15,-2-2 10-15,-2-2 4 0,0 2-3 16,3 0 3-16,-4 0-1 0,0 2 4 16,7-4 1-16,-4 2 3 0,6 0 2 0,-2 0-3 15,0 0 5-15,0-2-6 0,-1 2-21 16,4-1-17-16,-5-2 2 0,2 1 10 15,0 0-2-15,-4 0 0 0,2-1 11 0,-4 1-8 16,-2-1-3-16,3 1 2 0,-3-1-1 16,1 1 11-16,-1-2-3 0,2 3 8 0,2-2-5 15,2-1 4-15,6 2 0 0,-4 0 3 16,4-2-9-16,0 4-12 0,0-2-10 16,-2-1 10-16,-1 3 5 0,5 0 0 15,1 0 5-15,1 0 5 0,-2-2-12 0,1 2-10 16,-1 0 3-16,4 0 1 0,6-4 9 15,-4 2 0-15,-6-2 3 0,-1 4 4 0,-1-4 7 16,11-2-2-16,-5 2 3 0,-4 1 1 16,-2-1 3-16,-1 0 4 0,0 0 1 0,0 0 0 15,-1-2 2-15,2 2-3 0,-1 1 0 16,1 0 2-16,-2-2 4 0,4 1-2 0,-3 2 3 16,3-1 0-16,-1 0 2 0,1-1-5 15,-2 2 6-15,2-1-7 0,-2 0 3 0,1-1 2 16,-2 2-10-16,1-1-6 15,0 1 4-15,0 2-3 0,0-3 2 0,2 0 0 16,-3 1 5-16,-3 2-1 0,0-2-4 16,4 0-4-16,-1 2 4 0,3 0-1 0,2-3 2 15,-2 1 4-15,12-1 1 0,-3 3-7 16,-8 0-12-16,3-2 1 0,8 2 1 0,1-2 2 16,3 2 0-16,-4-1 2 0,-5 1-16 15,6 0-8-15,-6 0-1 0,-3 0 5 0,-3 0 1 16,3 0 5-16,-2 0 5 0,-3 0 4 15,-1 0 3-15,-2 0-1 0,1 0 5 0,-4-2 7 16,-1 2 2-16,3-2-2 0,-6 2 2 16,2-3 1-16,-2 2 3 0,6-3-1 15,1 0-2-15,-3-1 4 0,-1 4-1 16,3-3-6-16,-6 1-12 0,2-1-7 0,-2 1-10 16,-2 1-3-16,-1 1-6 0,1-1 0 15,1 2-1-15,-1-2 1 0,-3 2-6 0,-11 0-3 16,19 0 1-16,-10 0 8 0,-9 0 10 15,20 0 4-15,-11 0 0 0,0 2 5 0,-9-2 5 16,25 0 1-16,-12 2 6 0,1-2-2 16,7 1 8-16,-2-1-4 0,0 2 3 0,8-1 6 15,0 1 2-15,-3-2-1 16,3 4-6-16,-1-1-13 0,3-1 2 0,0 0-2 16,-3 1 8-16,1-1 0 0,-2 1 3 0,-4-1-4 15,-2 2 5-15,-1-3 0 0,-6 2 10 16,1-3-1-16,-1 2-2 0,-1 0-2 15,0-1 7-15,-11-1 4 0,14 2 1 0,-4 0 1 16,-10-2 0-16,17 2 1 0,-8-2-4 16,3 0 3-16,1 1-4 0,3 1 2 15,3 1 3-15,0-1-11 0,4 2 15 0,-1-2-3 16,3 2 0-16,0 3-4 0,7 0 3 16,-1-2 1-16,-1 5-1 0,5-2 1 0,-9-2-3 15,-4-1 0-15,-8 1 0 0,4 0 3 16,-3-3-1-16,-3-2 1 0,-1 3 13 0,-4-2 11 15,3 0 9-15,-10-2 8 16,13 3 9-16,-13-3 4 0,11 0 0 0,-11 0-4 16,9 2-4-16,-9-2-9 0,0 0-5 15,11 2 0-15,-11-2-3 0,0 0-7 0,9 0-3 16,-9 0-15-16,0 0-60 0,0 0-96 16,0 0-120-16,0 0-154 0,0 0-208 0,0 0 39 15,0 0 74-15,0 0-300 0,0 0-303 16</inkml:trace>
  <inkml:trace contextRef="#ctx0" brushRef="#br0" timeOffset="211076.7">6478 8306 1789 0,'0'0'261'0,"2"-5"-41"0,-2 5-20 0,0 0-1 15,0 0 25-15,7-6 14 0,-7 6-1 16,0 0 0-16,0 0 13 0,0 0 3 16,3-9-2-16,-3 9-6 0,0 0-6 0,0 0-12 15,0 0-14-15,0 0-17 16,0 0-23-16,0 0-16 0,0 0-10 0,0 0-10 16,0 0 10-16,-23 17-10 0,16-5-3 15,-7 3-9-15,3 2-4 0,-8 3-10 0,0 1-7 16,3-4-6-16,5-1-11 0,-3-1-7 0,2-1-10 15,1-3 1-15,-2 0-11 0,4-1-6 16,0-1-7-16,1-1-1 0,0-1-6 16,1-2-8-16,1-1 0 0,-2-3-7 0,8-1 0 15,-11 2-13-15,11-2-5 0,0 0-11 16,-18-14-22-16,15 4-6 0,-1 1 9 0,0-4-5 16,2-2-2-16,2-1 1 0,-1 2 5 15,2-1-1-15,-1 1 3 0,0 2 1 16,2-1 5-16,0 1 0 0,0 5 3 0,0-2 1 15,-2 2 0-15,0 7 2 0,5-12 2 16,-5 12 2-16,3-6-4 0,-3 6 9 16,0 0-1-16,15 0-1 0,-15 0 7 0,13 8-1 15,-5-4-2-15,1 4-3 0,-1-1 7 16,0 2-6-16,1-4 7 0,-3 5-4 16,-1-7-2-16,3 6 2 0,-2-4 1 0,-6-5 1 15,10 7 6-15,-9-2 2 0,-1-5 8 16,0 0 8-16,8 7-1 0,-8-7-2 0,0 0 2 15,0 0 0-15,0 0-8 0,0 0 1 16,0 0 2-16,-8-29 2 0,8 18 5 0,-1 1-4 16,-3 0 7-16,2 1 4 0,2 3 7 15,0 6 5-15,-2-12-5 0,2 12-10 16,-2-9 1-16,2 9-6 0,0 0-3 16,0 0-2-16,0 0-2 0,0 0-2 0,0 0-2 15,0 0-1-15,0 0-3 0,6 31-5 16,-2-21-1-16,-3-1-7 0,3 3-44 0,-2-6-45 15,0 3-41-15,1-1-43 0,2-1-50 16,-1 2-62-16,-2-2-90 0,1-1-90 0,-3-6-106 16,2 8-131-16,-2-8-34 0,0 8 54 15,0-8-576-15,-3 12-718 0</inkml:trace>
  <inkml:trace contextRef="#ctx0" brushRef="#br0" timeOffset="212807.96">2307 10140 3276 0,'6'-5'-81'0,"-1"0"18"16,0 2 14-16,-5 3 22 0,7-6 39 15,-7 6 40-15,0 0 26 0,6-4 16 16,-6 4 7-16,0 0-7 0,4-4-2 0,-4 4-3 16,0 0 0-16,0 0-5 15,0 0 1-15,0 0-7 0,0 0-2 0,0 0-7 0,0 0-4 16,0 0-12-16,0 0-4 0,-10-10 2 15,7 6-12-15,3 4-8 0,-14-3-2 16,6 1-2-16,-1-2-1 0,-1 0-3 16,-1 4 0-16,-3-2-6 0,-1-1 2 0,2-1-1 15,-4 2-1-15,1-1-2 0,1 0-3 16,2 3 0-16,-6-2 1 0,3 0 0 16,3 0-1-16,-2 0-1 0,-2 4 2 0,1-2-4 15,0 4-1-15,-2-2-5 0,-4 6 3 16,3 1 0-16,-10 8-2 0,2-1 3 0,2 2 0 15,3 1-2-15,1 1 0 0,-1 1-4 16,8-4-1-16,2-2 0 0,1 3 4 0,1-3-4 16,0 3 4-16,5-4 0 0,-1 2 1 15,2 0-1-15,1 2 0 0,-2-1 2 0,3 1 1 16,0-1 3-16,-1 4 1 16,3-3-2-16,-2 1 14 0,2-2 2 0,0 1 5 15,0-3 2-15,2-1-1 0,1 1 1 16,-1 1 2-16,3-3-5 0,-3-1-3 15,3 0 1-15,-1-1-1 0,3 2 4 0,-3-2-8 16,4 0 0-16,0 0-1 0,1 1-1 16,0 0 10-16,1 0 13 0,-2 1 2 0,1-1 11 15,-1 1 4-15,2 0 9 0,-5-1 9 16,3 2 8-16,-2-1 6 0,-2 1 9 16,-1 1-5-16,1 1-1 0,-2-1-3 15,-2 5-3-15,-2-4-8 0,-2 5-10 0,-1 2-4 16,-5 7-5-16,0 3-5 0,-1-2-9 15,-6-2 2-15,1-1-10 0,-1-1-6 16,2-2-1-16,-4-1-1 0,0-1-5 0,0-2-10 16,4-4 5-16,0-4-7 0,1-1 8 15,3-1-2-15,-3-4-15 0,5-1 4 0,-2-1-5 16,-1-1-1-16,3-1 1 0,-1-1 1 16,10-2 8-16,-14 2-10 0,7 0 0 0,7-2 0 15,0 0 0-15,-16-2-4 16,16 2-4-16,0 0 10 0,0 0-9 0,0 0 0 15,0 0 1-15,0 0-4 0,0 0 7 16,0 11-2-16,7 0 5 0,-2 3-4 0,1 6 0 16,1 13-2-16,-3 6 7 0,0 5 8 15,-1 14 11-15,-8 3 15 0,-1-1 17 16,-1 3 11-16,-2 3 10 0,-3 1 11 0,1 0-8 16,0-2 1-16,-5-1-4 0,1-1-7 15,-1 2-5-15,3-2-8 0,-4 3-4 0,4-2-8 16,-3 5-6-16,0-4-2 0,-4 2-6 15,4 3-2-15,0 1-3 0,0-1-2 0,-6 19-3 16,6-17-18-16,1-3-3 0,0 3 0 16,2-2 0-16,-3-4 0 0,5-5 0 15,-1 2 0-15,3-5 0 0,-2-4 0 16,2-11 0-16,-2 5 0 0,4-9 0 16,0-3 0-16,-2 0 0 0,2 0 0 0,-1 1 0 15,-2-6 0-15,5 4 0 0,1-9 0 16,-3-4 0-16,3-1 0 0,2-3 0 0,-2 3 0 15,3 3 0-15,-4-7 0 0,3-2 0 16,-2 1 0-16,3 1 0 0,1-3 0 0,-2 3 0 16,0 1 0-16,0-1 0 0,0 1 0 15,0-1 0-15,2-3 0 0,0 0 0 0,0 0 0 16,2 0 0-16,-2-3 0 16,2 0 0-16,-2-3 0 0,4 2 0 0,-1-1 0 15,3 0 0-15,2-3 0 0,1 0 0 16,4-1 0-16,7-2 0 0,1-3 0 15,8 0 0-15,10 0 0 0,8-2 0 0,0-3 0 16,1 4 0-16,-3-5 0 0,-2 3 0 16,-13 0 0-16,-4 1 0 0,-7 0 0 0,1 0 0 15,-6 1 0-15,2-1 0 0,-5 0 0 16,0 0 0-16,0 2 0 0,-11 0 0 0,14-1 0 16,-14 1 0-16,14 0 0 0,-14 0 0 15,9-2 0-15,-9 2 0 0,8-2 0 0,-8 2 0 16,0 0 0-16,12-3 0 0,-12 3 0 15,0 0-422-15,0 0-129 0,0 0-118 16,7-2-188-16,-7 2 34 0,0 0 76 16,0 0-655-16,0 0-854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4:00:3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3344 17481 3147 0,'-2'-5'52'0,"2"5"21"0,-6-7 33 16,6 7 24-16,0 0 17 0,0 0-2 15,0 0 11-15,0 0 30 0,0 0 1 0,25 34-19 16,-8-8-17-16,2 1-13 16,-2 3-11-16,4-1-13 0,-1-2-11 0,-2 4-9 15,3-2-6-15,-5-1-10 0,-1-4-8 16,-1-4-10-16,-3-4-2 0,-2-3-7 15,-2-1-3-15,2-1-5 0,-4-3 3 0,1 0 11 16,-1-2 6-16,-1-3 4 0,-4-3-5 16,0 0-9-16,0 0-3 0,14-24-3 0,-12 5-9 15,2-6 1-15,-3 1-8 0,3 0-3 16,2 3-3-16,-2 3-5 0,2 3-1 16,-1 3 4-16,3 4-5 0,2 3-4 0,1-1-1 15,4 6-1-15,2 2-4 0,6 4 5 16,0-2-11-16,1 3 6 0,0-2 1 15,-1 2-6-15,9 3 2 0,-7-6 0 16,-7 1 1-16,0-1 6 0,-5-2-4 16,-1-2 11-16,-3 2 15 0,-9-2 12 0,21-4 1 15,-15-2 2-15,1-1-5 0,-3-7 2 16,2-2-10-16,-5-7-2 0,-1-4-9 0,-3-14-2 16,-1-2-6-16,-5-8 1 0,1 0-4 15,-2 13-14-15,3 1-35 0,3 11-37 16,0 8-55-16,-1 6-63 0,3 2-74 0,0 4-60 15,2 6-67-15,0 0-97 0,0 0-172 16,0 0-68-16,0 0 81 0,-6 31-390 16,6-31-512-16</inkml:trace>
  <inkml:trace contextRef="#ctx0" brushRef="#br0" timeOffset="350.49">4249 17127 3034 0,'0'0'66'16,"0"0"0"-16,0 0 18 0,-25 14 41 15,16-3 31-15,-3 3 9 0,3 6-5 16,-2 9-13-16,3 0-11 0,2-1-8 16,4-6-9-16,2 3-8 0,5-4-13 15,2 0-13-15,8 3-8 0,0-5-2 0,0-5-14 16,3-3-6-16,0-3-5 0,4-5-3 15,-3-3-4-15,-1 0-8 0,5-5-4 16,-7-1 2-16,1-3-7 0,-5 3-1 0,-1-2 2 16,-4-4-7-16,-3 1-2 0,-2 1-4 15,-6-5-5-15,-3-3 3 0,-6 2-3 0,-5-2-3 16,-5-1-6-16,7 4-17 0,0 4-18 16,-1 1-27-16,3 3-40 0,1 2-31 15,0 2-47-15,3 3-60 0,10 0-82 16,-21 8-98-16,14-3-185 0,1 1-3 15,6-6 65-15,-5 8-167 0,5-8-202 0</inkml:trace>
  <inkml:trace contextRef="#ctx0" brushRef="#br0" timeOffset="817.03">4476 17313 2066 0,'-4'11'79'15,"2"1"16"-15,0-6 24 0,0 0 24 0,2-6 31 16,-2 13 4-16,2-13-4 15,-1 6-8-15,1-6-15 0,3 10-13 0,1-6-15 0,4 2-11 16,-2-2-12-16,5-1-7 0,-2 3-15 16,7-4-3-16,-3-2-9 15,6-2-12-15,-1-4 0 0,2 3-10 0,-4-5 1 16,2-1-3-16,-2 0-5 0,-5-2-5 16,-4-1 0-16,2-4-2 0,-7 3-5 0,-4-5 14 15,-4-2 1-15,-6-7 9 0,-1-1 3 16,-6 3-3-16,2 4 7 0,0 3-14 15,4 7-5-15,-1 3-3 0,3 2-5 0,1 4-1 16,0 2-4-16,10 0-5 0,-25 6-1 16,16-4-4-16,9-2-6 0,-11 6 3 15,11-6-1-15,0 0 0 0,0 0 0 0,0 0 0 16,0 0-4-16,36-29 4 0,-13 9-1 16,1 3-2-16,5-5 1 0,-2 3 0 15,0 4 0-15,-4 5 0 0,-5 3 0 16,1 5 3-16,-3 2-2 0,1 5 11 0,2 4 3 15,0 1-2-15,-2 4-2 0,5 3 0 16,-2 5-2-16,-3-7-2 0,-6 3 3 16,3-3-5-16,-1-1-2 0,-1 1-4 0,-1-2-4 15,-1-4-38-15,-3-3-53 0,1-1-67 16,0 1-57-16,-1-6-74 0,-7 0-111 0,0 0-158 16,23-11-59-16,-17 3 51 0,1-6-283 15,1-1-331-15</inkml:trace>
  <inkml:trace contextRef="#ctx0" brushRef="#br0" timeOffset="1199.86">5038 16753 2345 0,'-7'-5'67'16,"-5"1"-1"-16,4 2 1 0,8 2 17 15,-21 2 18-15,12 2 13 0,-4 1 0 16,1 7-8-16,1-3-6 0,0 8-16 0,1 0 2 16,4 4-12-16,2 2-10 15,4-5 5-15,2 1-6 0,4 0-13 0,3 0 1 16,9 5-10-16,-3-7-2 0,6 2-1 16,-2-5 1-16,-1-2-2 0,0-2 15 15,3-2 12-15,-2 3-22 0,-2-3 23 0,0 3 3 16,0-1 17-16,-4 2 21 0,1-1 23 15,-5 1 13-15,-1 0 9 0,-2-1 13 0,0 1-6 16,-4 1-8-16,-2-1-14 0,0 0-14 16,-4-1-12-16,0 1-12 0,1-1-8 15,-6-1-16-15,0 0-11 0,0-3-33 0,-3-4-60 16,1-1-76-16,11-2-97 0,-33-8-86 16,8-11-85-16,-1-3-115 0,-3-15-179 15,0-1 12-15,4-9 84 0,3 0-334 16,3-2-385-16</inkml:trace>
  <inkml:trace contextRef="#ctx0" brushRef="#br0" timeOffset="1566.53">4794 16225 2712 0,'-11'-17'78'16,"3"3"17"-16,0 2 44 0,3 4 37 16,1 1-7-16,2 5-5 0,2 2-6 0,0 0 2 15,0 0 9-15,11 25-9 0,9 2-1 16,5 14-10-16,4 6-12 0,8 1-12 15,-2 3-14-15,1 0-11 0,-2 2-8 0,0-1-4 16,-2-2-16-16,-3-4-4 0,-2 0-6 16,-6-4-5-16,-6-7-3 0,-1-3-7 15,-3-6-5-15,-4-3-2 0,1-9-4 16,-4-2 2-16,2-3 9 0,-3-3 10 0,-1-2 12 16,-2-4-7-16,0 0-13 0,0 0 0 15,23-19-6-15,-14 5-1 0,-3 2 7 0,2-1-4 16,0 1 5-16,-1 2 1 0,0 2-7 15,0 2-2-15,0 1 3 0,-7 5-4 16,17-2-3-16,-17 2 4 0,19 7-8 16,-5-1-3-16,-3 2-3 0,2 2-4 0,3 4-48 15,-1-3-48-15,2-1-62 0,-4 4-61 16,1 0-69-16,-5-2-65 0,2-2-55 16,-4-1-71-16,2-1-65 0,-5-1-101 0,1-2-3 15,-3-1-402-15,-2-4-501 0</inkml:trace>
  <inkml:trace contextRef="#ctx0" brushRef="#br0" timeOffset="2101.31">5499 16716 2755 0,'0'0'-38'15,"0"0"25"-15,0 0 30 0,0 0 33 0,0 0 22 16,0 0 19-16,0 0 8 16,0 0-11-16,0 0-2 0,18 20-3 0,-13-16-8 15,-1 4-8-15,1-1 2 0,1 3 14 16,1-1-4-16,-6 1 6 0,1 4-1 0,0 0-5 15,-4 3 0-15,-3 3-15 0,-4 3-1 16,-4 4-12-16,-2 3 3 0,-2-5-17 16,0-2-3-16,0-6-14 0,3-5-10 0,3-5-19 15,-1-5-6-15,12-2 1 0,0 0 2 16,-24-18 12-16,20 3 2 0,1-2 15 0,3 0 11 16,5-1-5-16,2 0-1 0,1 1-2 15,3 3-2-15,3 2 1 0,2 1 0 16,2 2 0-16,-2 3-3 0,2 0-3 0,0 4-1 15,-4-4-2-15,4 2 5 0,-3 2-6 16,1-2 5-16,-4 2-7 0,1-1 1 16,-4 0-13-16,-9 3-13 0,14-7-26 0,-7-1-28 15,-1 2-24-15,-3-5-23 0,-1-1-29 16,-4-2-11-16,0-8-3 0,-3-14 7 16,-7-13 13-16,-3-8 12 0,-3-5 18 15,0-4 27-15,-9-17 38 0,0 0 35 0,6 19 35 16,3 7 20-16,0 11 21 0,5 15 30 15,3 9-4-15,4 8 3 0,3 11 24 0,3 3 4 16,0 0 12-16,0 30-3 16,9 8-13-16,7 17-12 0,6 5-6 0,1-1-8 15,6 2-13-15,8 8-7 0,-4-15-10 0,0-7-13 16,-1-2-4-16,3-3-17 16,-5-4-36-16,2-6-30 0,-10-5-52 0,-6-6-35 15,-2-4-36-15,-1-3-49 0,-4-2-60 16,0-5-91-16,-4 1-121 0,-3-6-63 0,-2-2 37 15,0 0-137-15,0 0-142 0</inkml:trace>
  <inkml:trace contextRef="#ctx0" brushRef="#br0" timeOffset="2300.08">5653 15821 2096 0,'-7'-14'233'0,"3"6"17"15,3 1 1-15,-3 3 2 0,4 4 20 0,0 0 19 16,0 0 1-16,0 0-17 0,20 17-29 15,-8-6-20-15,3 3-24 0,6 6-24 16,2 0-12-16,-4 1-17 0,2 3-19 0,-5-2-18 16,-7 1-50-16,-2-4-64 0,-3 6-75 15,-4 1-89-15,-4 12-98 0,-3 3-90 0,-2-2-105 16,-3-5-135-16,-1-3-41 0,1-7 52 16,6-13-293-16,3-7-358 0</inkml:trace>
  <inkml:trace contextRef="#ctx0" brushRef="#br0" timeOffset="2533.94">5947 15805 2716 0,'2'-8'194'0,"0"-1"13"0,0 4 4 15,-2 5 2-15,0 0-3 0,3-7 2 16,-3 7-11-16,0 0-18 0,0 0-16 16,0 0-17-16,0 0-13 0,0 35-16 0,-3-22-10 15,3 4-10-15,-2 4-11 0,2-2-14 16,2 2-9-16,0-3-31 0,1-1-36 0,6 0-38 15,-2 0-37-15,4-1-47 0,1-2-23 16,1 0-16-16,0 0-9 0,1-2-14 0,-1 3-27 16,1-3-34-16,-1 2-41 0,-1-1-71 15,1 4-93-15,-2-3-87 16,4 10 27-16,-2-7-141 0,-1-2-146 0</inkml:trace>
  <inkml:trace contextRef="#ctx0" brushRef="#br0" timeOffset="2766.55">6607 16143 1801 0,'7'-2'170'0,"-1"1"73"0,-6 1 33 0,0 0 34 16,0 0 29-16,19 7 26 0,-19-7 4 15,6 12-10-15,-4-4-11 0,-2 6-22 0,-2 5-24 16,-4 4-23-16,-4 12-24 16,-7 12-22-16,-4 2-12 0,-6 3-20 0,-3 1-22 15,-6-1-17-15,-14 15-18 0,-3-2-16 0,-6-2-17 16,-4 0-23-16,1-5-61 0,-8-4-75 15,11-5-87-15,14-9-85 0,2-3-87 16,7 0-91-16,2-7-118 0,11-6-180 16,3 1-51-16,4-1 77 0,3-1-520 0,3-2-655 15</inkml:trace>
  <inkml:trace contextRef="#ctx0" brushRef="#br0" timeOffset="3065.89">6347 17143 3531 0,'-47'36'103'0,"-24"12"33"0,-13 5 21 0,-9 3 10 15,-14 4 10-15,-9 4-2 16,-44 20-8-16,2 3-18 0,-3 6-11 0,5-2-14 16,11-2-14-16,43-22-14 0,7-5-13 15,10-4-42-15,15-7-47 0,20-13-55 0,5-5-64 16,6-2-73-16,17-7-77 0,3-3-105 16,3-4-204-16,9-3-46 0,1-2 52 15,6-4-278-15,2-3-341 0</inkml:trace>
  <inkml:trace contextRef="#ctx0" brushRef="#br0" timeOffset="3434.96">6389 17425 2652 0,'-13'-1'171'0,"13"1"-17"16,-15 11-12-16,7 3 16 0,-7 11 27 15,-1 9 28-15,3 2 24 0,8 2 11 0,1-1-8 16,12 0-24-16,10 2-19 0,12-4-21 16,7-6-34-16,9-7-68 0,4-6-77 15,-9-8-99-15,7-3-69 0,21-3-28 0,4-6-33 16,13-3-36-16,23-8-71 0,1-2-119 16,-8-3-133-16,-9-1 52 0,-24 1-245 15,-12 3-271-15</inkml:trace>
  <inkml:trace contextRef="#ctx0" brushRef="#br0" timeOffset="3715.52">7086 17379 2479 0,'-2'-8'218'0,"-1"4"26"15,3 4 0-15,0 0-11 0,0 0 3 16,42 10-3-16,-11 4-3 0,8 9-11 0,10 4-11 15,-6 2-15-15,0 6-21 0,-2 1-15 16,-5 1-21-16,-4 4-2 0,-8 0-9 16,-12 7-4-16,-8-4 6 0,-4 3 10 0,-4 15 0 15,-12 2-6-15,-15 15-14 0,-6 1-11 16,-12 1-29-16,-6-2-56 0,-2-3-58 16,-1 2-81-16,-3-13-97 0,11-6-134 15,7-15-154-15,9-9-273 0,5-13 58 0,4-5 78 16,7-9-407-16,2-4-521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53:43.7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5259 2305 1319 0,'12'0'423'16,"-12"0"-110"-16,0 0-50 0,0 0-31 15,0 0-4-15,0 0-6 0,0 0-12 0,0 0-4 16,0 0 1-16,0 0 2 0,0 0-5 16,0 0-4-16,0 0-6 0,0 0-3 15,0 0 2-15,0 0-1 0,0 0 2 0,0 0-3 16,0 0 4-16,0 0-9 15,0 0-6-15,0 0 4 0,0 0-6 0,0 0-6 16,0 0-18-16,0 0-13 0,0 0-13 16,0 0-14-16,0 0-4 0,-21-17-7 0,15 11-13 15,-1 0-5-15,-2 0-7 0,-2 1 2 16,2-1-10-16,-5 0 0 0,3-1-5 16,-3 0-3-16,1 0-7 0,1 1 2 0,-1-2-3 15,-1 2 0-15,-2-1-1 0,1 0 3 16,-1 2-30-16,-1 0-26 0,-2-2 0 15,0-2 0-15,2 4 0 0,-2 2 0 16,1-2 0-16,-4-2 0 0,-1 0 0 0,0 1 0 16,0 0 0-16,-1 1 0 0,1 0 0 15,-2 1 0-15,0 1 0 0,0-1 0 16,-4 1 0-16,-7-2 0 0,6 3 0 0,-6-3 0 16,5 3 0-16,5-1 0 0,-1 0 0 15,3 1 0-15,-1 0 0 0,5 0 0 0,-3-4 0 16,3 6 0-16,2-2 0 0,-1 0 0 15,2 0 0-15,-2 0 0 0,4 0 0 16,0 0 0-16,0 2 0 0,-1 0 0 0,-1-2 0 16,2 4 0-16,-2-4 0 15,-2 2 0-15,-3 2 0 0,2-2 0 0,-1 2 0 0,-2-2 0 16,-4 4 0-16,5-4 0 16,-5 2 0-16,2 2 0 0,-2-4 0 0,1 4 0 15,-1 0 0-15,0-2 0 0,2 0 0 16,1 4 0-16,1-3 0 0,0 5 0 0,4-5 0 15,-2 4 0-15,-2 0 0 0,4 0 0 16,-4-2 0-16,2 5 0 0,2-2 0 16,4-1 0-16,-1 0 0 0,1 2 0 0,0-3 0 15,2 0 0-15,0 2 0 0,1-1 0 16,-3 0 0-16,3 3 0 0,-1-3 0 16,-1 3 0-16,3-1 0 0,-5 1 0 15,5 1 0-15,0-2 0 0,-3-1 0 0,2 0 0 16,-6 5 0-16,7-5 0 0,0 2 0 15,-1 1 0-15,1-3 0 0,-1 2 0 16,1 1 0-16,1-1 0 0,-2 0 0 0,3 1 0 16,-2-1 0-16,1 0 0 0,-1 0 0 15,-2 4 0-15,1 0 0 0,-1 1 0 0,3-3 0 16,-3 2 0-16,2 1 0 0,-1 1 0 16,2-2 0-16,-2 3 0 0,3-1 0 15,0 1 0-15,-2-3 0 0,4 1 0 16,0 3 0-16,-2-1 0 0,3-1 0 15,0-1 0-15,0 1 0 0,3-1 0 0,-3 1 0 16,2-1 0-16,1 0 0 0,-1 1 0 16,1-1 0-16,-1-1 0 0,1 1 0 0,1-1 0 15,-2-1 0-15,4 2 0 0,-2-4 0 16,1 4 0-16,-1-3 0 0,0 1 0 16,2 3 0-16,0-2 0 0,-2-1 0 0,4 1 0 15,-2 1 0-15,-2-1 0 0,2 1 0 16,2 1 0-16,-2-1 0 0,0 4 0 0,2-1 0 15,0 1 0-15,-1-2 0 0,-1 4 0 16,2-1 0-16,0-4 0 0,-2 3 0 0,2 1 0 16,0 0 0-16,1-2 0 0,-1 2 0 15,0-4 0-15,3 8 0 0,-3-5 0 16,1 0 0-16,1 2 0 0,0-1 0 16,-1 2 0-16,1-5 0 0,0 3 0 15,-1-2 0-15,4 2 0 0,-3-2 0 0,1-3 0 16,1 1 0-16,-1 0 0 0,4-1 0 15,-4-1 0-15,4 1 0 0,-1 1 0 0,2-3 0 16,1 2 0-16,3-1 0 0,-1-2 0 16,0 2 0-16,2 0 0 0,-2 0 0 15,1-1 0-15,-1 1 0 0,3 0 0 0,-1-2 0 16,0 1 0-16,-2 0 0 16,3-1 0-16,-1 0 0 0,1-2 0 0,0 3 0 15,0-2 0-15,2 1 0 0,0-2 0 16,7 4 0-16,-5-1 0 0,1-2 0 0,-3-3 0 15,0 3 0-15,4-1 0 0,-3-2 0 16,0 4 0-16,0-5 0 0,2 1 0 0,-1 0 0 16,0-2 0-16,-1 2 0 0,3 0 0 15,0-1 0-15,8 3 0 0,-5-2 0 16,-2-1 0-16,-1 0 0 0,2 0 0 0,-1 1 0 16,0-2 0-16,1-1 0 0,1 1 0 15,5 6 0-15,-3-4 0 0,-4-3 0 0,0 2 0 16,1 0 0-16,11 1 0 15,-1 1 0-15,-7-4 0 0,7 4 0 0,1-1 0 16,-9-1 0-16,7 0 0 0,-5 0 0 16,-4-2 0-16,8 3 0 0,-4 0 0 0,-4-4 0 15,0 1 0-15,1 1 0 0,-2-3 0 16,1 2 0-16,1 1 0 0,1-1 0 16,7 1 0-16,1-1 0 0,-4 2 0 0,6 0 0 15,1 0 0-15,1-1 0 0,0-2 0 16,5 3 0-16,-2-1 0 0,1 0 0 0,4 0 0 15,-1 1 0-15,3-3 0 0,-3 2 0 16,5-2 0-16,-2 2 0 0,-2 0 0 0,-2-1 0 16,-1-1 0-16,1 4 0 15,-2-4 0-15,0 4 0 0,1-3 0 0,-6 0 0 16,3-1 0-16,-2 2 0 0,1-1 0 16,0 0 0-16,-1 0 0 0,1-1 0 0,-1-1 0 15,-6-1 0-15,8 3 0 0,-2-2 0 16,4 1 0-16,-4-2 0 0,0 0 0 15,1 2 0-15,1-2 0 0,-1 2 0 0,2-3 0 16,-1 5 0-16,1-3 0 0,0 0 0 16,1 2 0-16,-3-1 0 0,4 1 0 0,-2-2 0 15,1 3 0-15,1-3 0 0,-2 0 0 16,3 2 0-16,0-1 0 0,-1 1 0 0,3 0 0 16,-2 1 0-16,0-2 0 0,0 0 0 15,-2-1 0-15,0 1 0 0,2-1 0 16,-4 2 0-16,1-3 0 0,0 2 0 15,1-3 0-15,-5 3 0 0,3-3 0 0,1 1 0 16,-1 0 0-16,-1 0 0 0,-2 0 0 16,3-2 0-16,2 1 0 0,-2 2 0 15,2-3 0-15,-3 3 0 0,2-3 0 0,-1 0 0 16,-4 0 0-16,6-3 0 0,-2 6 0 16,0-3 0-16,2 0 0 0,-7 0 0 0,-7-3 0 15,1 3 0-15,-1-2 0 16,0 2 0-16,-1-1 0 0,0 1 0 0,-4-1 0 15,0 1 0-15,4-2 0 0,0 0 0 16,-2 0 0-16,4 0 0 0,-2 0 0 0,1-1 0 16,10 2 0-16,-3-1 0 0,-7 0 0 15,3 2 0-15,-1-2 0 0,2 0 0 0,5 1 0 16,-2-1 0-16,-9 0 0 0,1 1 0 16,2-1 0-16,7-3 0 0,0 1 0 0,0-2 0 15,0 0 0-15,3 1 0 0,-1 0 0 16,-1-2 0-16,0 1 0 0,1 0 0 15,-2 1 0-15,0-2 0 0,0 0 0 0,0 1 0 16,-7 1 0-16,5-1 0 16,-7 1 0-16,-2 0 0 0,-4 0 0 0,4 0 0 0,-4 0 0 15,2-2 0-15,-2 2 0 16,-1-2 0-16,1 0 0 0,3-1 0 0,-3-1 0 16,1 1 0-16,7-4 0 0,-1 1 0 15,-3 3 0-15,-4 0 0 0,2 1 0 0,3-5 0 16,-1 0 0-16,-3 4 0 0,-6-1 0 15,4 1 0-15,-5-1 0 0,2-1 0 0,-1 2 0 16,-2-3 0-16,4-1 0 0,-3 2 0 16,2-2 0-16,-4-1 0 0,3-1 0 0,1 0 0 15,-4 0 0-15,0 0 0 0,1-1 0 16,1 1 0-16,-4 2 0 0,3-1 0 16,-3 3 0-16,1-4 0 0,1-1 0 15,-4 3 0-15,3-1 0 0,-1 1 0 16,1-2 0-16,-1-1 0 0,1 1 0 0,0-1 0 15,-1-1 0-15,0-1 0 0,-1 2 0 16,1-2 0-16,0-1 0 0,-1 1 0 0,-1-1 0 16,2 2 0-16,-2-1 0 0,0 2 0 15,0-1 0-15,0 2 0 0,-2 1 0 0,0-1 0 16,-1 0 0-16,4 0 0 0,-1 2 0 16,-3-1 0-16,3-1 0 0,-1 0 0 0,0 1 0 15,-1 0 0-15,2 0 0 0,2-2 0 16,-4 3 0-16,2-2 0 0,0 1 0 15,0 0 0-15,0-1 0 0,1 1 0 16,-2 0 0-16,-1-2 0 0,0 4 0 0,0-4 0 16,0 1 0-16,1-1 0 0,-3 1 0 15,-1 2 0-15,2-1 0 0,-2-3 0 0,2 3 0 16,-3-1 0-16,3-1 0 0,-3-1 0 16,1 1 0-16,1 3 0 0,-1-2 0 15,-1 0 0-15,-1 1 0 0,0 2 0 0,-2-1 0 16,2 0 0-16,-2 1 0 0,0 2 0 15,-2-2 0-15,0-1 0 0,0 0 0 0,0-2 0 16,-6-1 0-16,2-1 0 0,-1 0 0 16,-2-3 0-16,-7-5 0 0,1 2 0 15,0-2 0-15,-4 3 0 0,2-1 0 16,-3-1 0-16,0 2 0 0,1 0 0 0,-5-1 0 16,2 0 0-16,-1 4 0 0,2-3 0 15,-4 2 0-15,3-1 0 0,-1 1 0 0,0-3 0 16,-2 5 0-16,2-2 0 0,-1 0 0 15,-5-2 0-15,0 2 0 0,2 2 0 0,-3-1 0 16,0 1 0-16,-3-1 0 0,1 1 0 16,1 1 0-16,-1-1 0 0,-2 2 0 0,1-1 0 15,-2 1 0-15,1 0 0 0,0 1 0 16,-2-1 0-16,4 1 0 0,-2 0 0 16,-4 1 0-16,2 1 0 0,-1 0 0 15,-1 3 0-15,-3-4 0 0,1 4 0 0,-1 0 0 16,-2 1 0-16,4-2 0 0,-5 2 0 15,3-1 0-15,4 1 0 0,-5-1 0 0,1-1 0 16,0 2 0-16,-1 0 0 0,-2-2 0 16,2 1 0-16,-4 1 0 0,5 1 0 0,-4 0 0 15,2 0 0-15,1 1 0 0,0-1 0 16,0-2 0-16,-2 4 0 0,0-3 0 0,1 4 0 16,-3-3 0-16,2 2 0 0,0-2 0 15,2 1 0-15,5 0 0 0,-6 1 0 16,7-1 0-16,2 0 0 0,5 3 0 15,2-2 0-15,2 1 0 0,1 0 0 0,-3 0 0 16,1 1 0-16,-1 1 0 0,0-4 0 16,-9 2 0-16,-3 0 0 0,0 0 0 15,-1 0 0-15,-1 2 0 0,2-1 0 0,-3 1 0 16,1 0 0-16,-2-2 0 0,3 2 0 16,0 0 0-16,0 0 0 0,8-1 0 0,1 2 0 15,2 1 0-15,-3-2 0 0,-6 2 0 16,4-2 0-16,5 2 0 0,-1-2 0 0,-1 2 0 15,1 0 0-15,-1-2 0 0,1 2 0 16,1 0 0-16,-3 0 0 0,-11-3 0 0,9 3 0 16,4-1 0-16,-10 2 0 15,6-1 0-15,-9-1 0 0,11 1 0 0,3 1 0 16,-3-2 0-16,-8 2 0 0,6-1 0 16,7 0 0-16,-3 0 0 0,-1 3 0 0,1-6 0 15,-13 6 0-15,6-3 0 0,2 0 0 16,-6 2 0-16,-2 0 0 0,4-2 0 0,4 2 0 15,-7 0 0-15,2-1 0 0,6-1 0 16,-4 3 0-16,-3-3 0 0,9 2 0 0,3 0 0 16,1-2 0-16,2 2 0 0,-11 4 0 15,8-1 0-15,-1-5 0 0,2 4 0 16,1 0 0-16,-10 0 0 0,10 1 0 16,-12-2 0-16,3 3 0 0,0-1 0 0,2 1 0 15,-2 0 0-15,1 0 0 0,4-2 0 16,-5 4 0-16,2-3 0 0,-2 1 0 0,5 0 0 15,-3 1 0-15,4-3 0 0,5 1 0 16,-2-2 0-16,0 1 0 0,2 0 0 16,1 0 0-16,-1 1 0 0,2-1 0 0,4-1 0 15,-5 1 0-15,-1 1 0 0,-8 1 0 16,1 1 0-16,5 0 0 0,4 0 0 0,4-2 0 16,2-2 0-16,1 3 0 0,0-3 0 15,4 1 0-15,-1-1 0 0,1 0 0 0,1-1 0 16,3 2 0-16,1-2 0 15,7-2 0-15,-14 4 0 0,14-4 0 0,-11 0 0 16,11 0 0-16,0 0 0 0,-14 4 0 16,14-4 0-16,0 0 0 0,-9 0 0 0,9 0 0 15,0 0 0-15,-6 8-147 0,6-1-509 16,0 3-137-16,2-2-150 0,2 1 97 0,-2 0-789 16,3 2-1072-16</inkml:trace>
  <inkml:trace contextRef="#ctx0" brushRef="#br0" timeOffset="3998.7">11546 2842 4319 0,'-4'-8'-108'16,"4"8"46"-16,-2-10 56 0,2 10 43 15,-2-9 49-15,2 9 44 0,-2-7 31 16,2 7 14-16,0 0 6 0,0 0 1 0,-1-10 2 15,1 10-10-15,0 0-3 0,0 0-8 16,0-9-2-16,0 9-10 0,0 0-17 0,0 0-13 16,0 0-24-16,0 0-4 0,0 0-10 15,0 0 8-15,0 0-12 0,-11 26-5 16,4-11-7-16,3-1 6 0,-3 1 2 16,0 2-4-16,-1-1 4 0,4-2-4 0,-4-3 6 15,3 3-13-15,-1-1-2 0,2-5 1 16,3 0 6-16,-4 0 7 0,1-3 2 15,4-5 11-15,-2 10 7 0,2-10 8 0,-5 6 0 16,5-6-98-16,0 0-6 0,0 0 0 16,0 0 0-16,-4-21 0 0,6 7 0 15,0-3 0-15,3-6 0 0,4-6 0 0,-2 6 0 16,1 3 0-16,-5 5 0 0,3 1 0 0,-3 4 0 16,2 2 0-16,-1-1 0 15,-1 4 0-15,-3 5 0 0,13-5 0 0,-13 5 0 16,22 3 0-16,-8 4 0 0,4 3 0 15,5 6 0-15,-3-4 0 0,5 6 0 16,0-1 0-16,-2 0 0 0,-3-5 0 0,-5 0 0 16,-3-4 0-16,-1-2 0 0,-2-1 0 15,0 3 0-15,-1-5 0 0,-2 1 0 0,-6-4 0 16,11 5 0-16,-11-5 0 0,10 2 0 16,-10-2 0-16,0 0 0 0,21-16 0 0,-16 5 0 15,5-7 0-15,1-11 0 0,0-4 0 16,1-3 0-16,0-12 0 0,0 0 0 0,-1 10 0 15,0 3 0-15,-3 6 0 16,-1 5 0-16,-3 7 0 0,2 2 0 0,-4 5 0 16,-1 0 0-16,1 3-197 0,0 0-132 15,-2 7-57-15,0 0-69 0,0 0-80 16,0 0-129-16,0 0-168 0,0 0 78 0,-13 26-620 16,11-13-827-16</inkml:trace>
  <inkml:trace contextRef="#ctx0" brushRef="#br0" timeOffset="4431.51">12125 2745 3445 0,'0'0'-80'0,"0"0"60"16,0 0 37-16,0 0 43 0,0 0 44 0,0 0 39 15,0 0 31-15,0 0 18 0,0 0 9 16,0 0 2-16,0 0 2 0,0 0-5 15,19 7-6-15,-19-7-7 0,0 0-13 0,11 3-16 16,-11-3-15-16,0 0-8 0,18-2-11 16,-18 2-11-16,13-3-2 0,-13 3-17 0,12-9-11 15,-5 5 10-15,-1-3-12 16,-2 0-8-16,-3-4 2 0,2 3 0 0,-3-1-7 0,-3 1-6 16,3-2-10-16,-5 5-8 15,-1-3-13-15,-3 4-3 0,-3 2-5 0,12 2-2 16,-30 2-10-16,13 6 1 0,-2 1-4 15,-8 8-1-15,5-1-2 0,0 4-1 16,3 2 6-16,6-3-8 0,3-1 1 0,2 0-1 16,1 2-4-16,3-3 7 0,3 1 1 15,2-4 0-15,3 4 7 0,3-1 3 0,7-1 3 16,1-4-7-16,5-3 5 0,-2 1-18 16,3-5-23-16,1-4-24 0,-4-1-43 0,5 0-48 15,2-5-69-15,0-2-70 0,9-2-87 16,-2-5-90-16,-3-2-83 0,2 1-112 0,-6-1-67 15,-7 3 68-15,1 0-398 16,-6 1-521-16</inkml:trace>
  <inkml:trace contextRef="#ctx0" brushRef="#br0" timeOffset="5015.09">12463 2652 2982 0,'-6'-4'81'0,"-4"0"38"15,10 4 40-15,-7-5 23 0,7 5 5 0,0 0-5 16,0 0-2-16,0 0-5 0,0 0-2 15,-16 15-15-15,14-6-11 0,1 0-11 16,1 2-16-16,0 1-10 0,1-1-11 16,1 4-8-16,0-3-5 0,5 2-10 15,-4-2-3-15,5 0-7 0,-3-2-9 0,3-2 0 16,-2 1-4-16,2-2-5 0,-1-2-5 16,2-2-3-16,-1 1-2 0,-8-4-13 0,15 0-12 15,-15 0-12-15,0 0-13 0,20-9-11 16,-17 1-9-16,1-3-13 0,0 1-13 15,-1-5-12-15,-1 1-17 0,0 1-9 0,-2-1-27 16,2 1-15-16,-2 5-17 0,0 3-10 16,0 5-10-16,-6-5 5 0,6 5 15 0,0 0 15 15,0 0 16-15,0 0 33 0,0 0 31 16,-25 12 37-16,25-12 27 0,-3 5 38 16,3-5 38-16,0 9 26 0,0-9 21 0,3 13 20 15,2-3 10-15,-1 2 10 0,-1 2 1 16,3 5 14-16,1 3 21 0,-1 12 12 15,0 8 35-15,2 11 20 0,-3 5 6 16,6 0-3-16,1 2-1 0,0-4-2 0,0 0-10 16,-1-1-9-16,0-2-2 0,-1-2-42 15,-3-17-207-15,-1 1 0 0,-2-7 0 0,-4-9 0 16,1-1 0-16,-1-2 0 0,-1-4 0 16,-3 1 0-16,0-4 0 0,-1 0 0 15,-6-2 0-15,0-3 0 0,0 0 0 0,-3-3 0 16,3 1 0-16,11-2 0 0,-32-7 0 15,13 1 0-15,-3-3 0 0,2 0 0 16,1-2 0-16,-6-3 0 0,4 2 0 16,2-1 0-16,-1 4 0 0,4-4 0 0,-2 4 0 15,4-6 0-15,-4 3 0 0,3 2-25 16,3-4-405-16,3 2-57 0,2-1-60 0,-4-5-81 16,11 1-124-16,0-2-42 0,7 3 72 15,6-12-573-15,4-1-752 0</inkml:trace>
  <inkml:trace contextRef="#ctx0" brushRef="#br0" timeOffset="5397.63">12749 2863 3630 0,'0'-8'74'16,"1"0"54"-16,-1 8 54 0,2-8 25 16,-2 8 22-16,0 0 8 0,2-9-11 0,-2 9-14 15,0 0-6-15,0 0 10 0,0 0-12 16,0 0-9-16,0 0-17 0,18 17-13 15,-15-11-5-15,-1 3-3 0,0-2-6 0,0 0-8 16,0 2-12-16,-2 0-11 0,-2 2-12 16,0-3-9-16,0 2-12 0,-1-2-5 0,-1 2-18 15,-3-3-19-15,4-1-22 0,-3-1-23 16,6-5-12-16,-15 5-19 0,15-5-4 0,0 0 0 16,-21-10 3-16,17-1-4 0,1-5 2 15,3-6 3-15,2-5 5 0,3-5-8 16,2 1 12-16,-1 7-7 0,2 7-5 15,-2 2 8-15,1 3 1 0,2 5 7 0,-2 0-2 16,2 4 4-16,-9 3 2 0,17-2 6 16,-17 2-5-16,19 9 0 0,-5-3 8 15,-1 3-3-15,0 1-28 0,3 2-50 0,-2 0-45 16,0 2-48-16,1-2-62 0,-1 1-64 16,1 1-74-16,-5-4-93 0,1 0-104 0,-2 2-156 15,1-7 64-15,0-1-453 0,-1-2-591 16</inkml:trace>
  <inkml:trace contextRef="#ctx0" brushRef="#br0" timeOffset="5964.03">13319 2080 3445 0,'-14'-20'208'0,"3"2"51"16,1 3 61-16,0 2 45 0,1 4 22 15,3-2-2-15,-1 2-20 0,2 2-30 0,-2 2-37 16,7 5-38-16,-7-3-27 0,7 3-19 15,-11 15-13-15,0 5-16 0,4 9-20 16,2 12-13-16,-6 10-16 0,8 5-13 16,-3 4-12-16,6 0-67 0,6 1-44 15,-5-3 0-15,4-2 0 0,4-3 0 0,-5-12 0 16,0-3 0-16,-1-3 0 0,-1-9 0 16,0-7 0-16,0-4 0 0,-2-3 0 0,0-2 0 15,2-1 0-15,1-1 0 0,-3-8 0 16,-3 9-56-16,3-9-64 0,0 0-7 0,0 0-7 15,0 0 12-15,0 0 12 0,-31-22 10 16,18 8 8-16,2-3 12 0,-8-7 17 0,4 9 21 16,1 1 19-16,3-1 23 0,1 7 17 15,3-1 4-15,-1 2-3 0,3 2-10 16,-1 1-6-16,2-2-6 0,4 6-3 16,-10-7-5-16,10 7 4 0,0 0-2 0,-2-3 4 15,2 3-2-15,0 0 11 0,0 0-1 16,36-9 1-16,-11 3 9 0,6-5-8 15,3 2 4-15,0 0 0 0,-1-2 16 0,-8 4 14 16,-6-1 22-16,-1 4 10 0,-4 1-1 16,-3-1-1-16,0 4-5 0,-11 0 11 0,18 4 1 15,-9 3-1-15,1 3-11 0,0 2-9 16,-5 7-2-16,4 1-5 0,-4 1-8 16,2 2-6-16,-3 0-15 0,-2 0-19 0,2-5-21 15,-1 5-39-15,-3-6-34 0,3 0-33 16,-1-5-39-16,-2 0-41 0,4 0-54 15,-4-5-63-15,2 1-57 0,-1-2-76 16,-1-6-99-16,8 5-108 0,-8-5-64 0,0 0 56 16,16-16-470-16,-7 4-611 0</inkml:trace>
  <inkml:trace contextRef="#ctx0" brushRef="#br0" timeOffset="6097.74">13549 2406 3041 0,'-4'-7'-4'0,"0"0"54"0,2 2 36 16,2 5 28-16,-7-7 12 0,7 7-4 15,-4-5-19-15,4 5-16 0,0 0-39 0,0 0-59 16,-17 8-79-16,9 1-85 0,1 3-122 16,-3 5-166-16,-5 10-85 0,-1 1 63 15,5 1-95-15,0-2-80 0</inkml:trace>
  <inkml:trace contextRef="#ctx0" brushRef="#br0" timeOffset="6363.67">13416 2683 1866 0,'0'0'228'0,"0"0"54"15,0 0 22-15,0 0 27 0,0 0 16 16,0 0 0-16,3-20-8 0,-3 20-11 16,0 0-48-16,0 0-22 0,0 0 15 0,0 0 7 15,0 0-7-15,0 0-20 0,0 0-25 16,18 14-23-16,-13-8-21 0,-5-6-16 0,10 9-18 16,-5-6-10-16,-5-3-20 15,10 7-10-15,-10-7-9 0,10 7-14 0,-10-7-8 16,9 1-10-16,-9-1-11 0,0 0-28 15,16 0-18-15,-16 0-31 0,0 0-26 0,11-6-38 16,-8 1-36-16,1-2-28 0,1-5-52 16,-2 2-49-16,-1-6-50 0,4 2-66 15,-4-1-78-15,-1 3-108 0,1 1-163 0,0 1-20 16,4 0 85-16,-3 1-414 0,9 1-534 16</inkml:trace>
  <inkml:trace contextRef="#ctx0" brushRef="#br0" timeOffset="6780.99">13927 2479 2744 0,'0'0'1'0,"0"0"60"0,0 0 39 0,-8 12 41 15,8-12 42-15,0 0 22 0,-5 7 16 16,5-7 12-16,0 0 0 0,0 0-5 0,-1 8-2 16,1-8-4-16,0 0-12 0,0 0-14 15,0 0-10-15,0 0-18 0,0 0-15 16,0 0-15-16,0 0-17 0,10 6-11 0,-10-6-6 15,0 0-13-15,0 0-17 0,0 0-6 16,0 0-17-16,28-11-12 0,-26 3-7 0,2 1-10 16,0 0-8-16,-4-2-10 15,2 3-6-15,-2 6-8 0,-2-14 0 0,-4 9-7 16,1-2 1-16,5 7-1 0,-22-3 2 16,8 3 3-16,-4 4 2 0,-3 2-4 0,-12 8 6 15,1-1 7-15,3 3 4 0,3 2 6 16,3 3 4-16,2 1-1 0,7-2 0 15,7-1 4-15,1 0 0 0,6-1 8 0,0 1 7 16,6-3 4-16,1 1 1 0,5 1 2 16,1-3-6-16,3-1 3 0,1 0-3 0,2-4-10 15,1-1-12-15,0-4-26 0,-3 0-24 16,2-3-33-16,-2-2-46 0,2 0-62 16,-2-5-75-16,1 0-85 0,0-4-100 15,0 0-133-15,0-2-171 0,-2-1 67 16,-5 3-465-16,-1 4-609 0</inkml:trace>
  <inkml:trace contextRef="#ctx0" brushRef="#br0" timeOffset="7314.44">14972 2571 3172 0,'-5'5'40'16,"5"-5"46"-16,-8 4 34 0,8-4 27 15,0 0 26-15,0 0 24 0,0 0 13 16,-5 5 17-16,5-5 13 0,0 0-7 0,0 0-11 15,0 0-8-15,0 0-16 0,18 5-22 16,-18-5-16-16,0 0-23 0,23-2-16 16,-23 2-14-16,15-3-13 0,-15 3-5 0,18-5-13 15,-13 1-19-15,5-1-16 0,-4-1-10 16,0 0-15-16,-1-2-11 0,-1-1-10 16,-2-1 3-16,-2 2-8 0,0-1-4 0,-2 0-4 15,-4-1 1-15,3 3-2 0,-7 0 3 16,-2 2 0-16,-1 2-1 0,-1 1 2 15,-2 2 0-15,-4 2 11 0,2 3 3 0,-1 0 4 16,-1 6 3-16,5 0 2 0,0 3 2 16,2 2 9-16,4 3 3 0,0-3 2 0,5 1 6 15,1 0 1-15,1 3 4 0,6-3 4 16,-3 1 1-16,7-3 0 0,2 2-5 0,1-3-2 16,3 1-7-16,1-3-23 15,2-4-26-15,-2-1-27 0,3-2-39 0,-4-1-53 16,4-2-60-16,-1-2-78 0,0-4-82 0,4-3-99 15,7-6-124-15,1-4-133 16,-6-2 56-16,2-5-443 0,-4 1-576 0</inkml:trace>
  <inkml:trace contextRef="#ctx0" brushRef="#br0" timeOffset="7780.57">15553 1999 2988 0,'-1'-9'99'0,"1"9"63"15,-6-10 27-15,6 6 14 0,0 4 10 16,0 0 12-16,0 0 28 0,0 0 17 0,0 0 10 16,-21 21-23-16,12-1-9 0,-3 9-12 15,2 8-4-15,-1 3-18 0,0 7-11 16,-3 0-15-16,3 1-26 0,6-8-12 0,-6 1-11 16,4-4-15-16,3-1-17 0,-5-2-8 15,5-6-6-15,2-6-11 0,-4 1-4 16,4-8-12-16,0 0-5 0,1-2-6 0,-1-4 0 15,0 1-3-15,2-2-4 0,0-8-13 16,-2 11-10-16,2-11-13 0,0 0-13 16,0 0-15-16,0 0-12 0,0 0-4 15,0 0-7-15,0 0-1 0,6-36-11 0,-6 24 3 16,-2-1-1-16,-2 3 3 0,0 0-1 16,1 1-1-16,-8 2 5 0,0 3 3 0,-4 1 2 15,-2 3 2-15,-6 3 19 0,-2 3 16 16,-6 4 10-16,-1 4 7 0,5 1 2 0,2 3-9 15,0 1 1-15,3 2 2 0,5 0 2 16,6-5-2-16,1 2 1 0,7-2-1 16,-4-2 5-16,5-2 0 0,4 3-2 0,0-3-2 15,6 3-3-15,2-4-28 0,1-1-45 16,4-2-56-16,3 1-59 0,4-6-76 16,-1-3-78-16,8-1-92 0,9-8-96 15,6 1-120-15,2-10-104 0,-2 0 58 0,-1-3-505 16,-3-4-656-16</inkml:trace>
  <inkml:trace contextRef="#ctx0" brushRef="#br0" timeOffset="8264.1">15666 2438 3228 0,'-7'-3'-1'0,"7"3"48"16,0 0 42-16,-22 3 56 0,11 0 27 16,-1 6 19-16,1 0 6 0,-2 4-2 0,1 3-13 15,1-1-10-15,-1 0-12 0,5 1-13 16,1-3-15-16,1 3-8 0,1-3-7 0,2-1-13 15,2 0-9-15,0-5-14 0,0 3-5 16,4-4-6-16,1 1-14 0,1-3-16 16,1-1-16-16,4-3-11 0,-11 0-12 15,22-6-11-15,-10 2-6 0,1-4-2 16,2-2 1-16,-2-1 4 0,-1 1 0 0,3-7 3 16,-4 2 6-16,-1 3 13 0,1 0 13 15,-5 4 16-15,0 1 6 0,-2 0 8 0,-2 3 3 16,-2 4 6-16,0 0 18 0,0 0 28 15,0 0 23-15,0 0 5 0,-8 33 16 16,0-13 33-16,-1 15 44 0,2 1 41 0,-2 2 23 16,6 3-10-16,1 0 7 0,0 4-281 15,0-2-8-15,2 1 0 0,-2-1 0 16,0-4 0-16,-3-1 0 0,3-7 0 16,0-5 0-16,-1-3 0 0,-4 0 0 0,1-3 0 15,-1-3 0-15,0-4 0 0,-5 1 0 16,1-4 0-16,0-1 0 0,-5-3 0 0,-2-2 0 15,3-2 0-15,0-4 0 0,-4-2 0 16,-4-2 0-16,4-3 0 0,-2-1 0 0,-2-8 0 16,6 3 0-16,6 1 0 0,0 2 0 15,4 0 0-15,0 1 0 0,-1-2-41 0,7 1-520 16,2 0-48-16,3 0-52 16,7-3-72-16,3-1-79 0,9-4 69 0,8-3-628 0,6 0-825 15</inkml:trace>
  <inkml:trace contextRef="#ctx0" brushRef="#br0" timeOffset="8633.85">16015 2656 3634 0,'8'-2'-49'15,"-8"2"59"-15,0 0 51 0,3-8 40 16,-3 8 31-16,0 0 25 0,0 0 7 0,0 0 8 16,0 0 8-16,8-2 5 0,-8 2-1 15,0 0-5-15,0 0-8 0,0 0-10 16,0 0-13-16,0 0-17 0,25 2-11 0,-25-2-13 15,17-4-13-15,-6 2-4 16,0-3-10-16,1 0-2 0,1-2-7 0,1-2-3 16,-3-3-5-16,-3 0 0 0,-3 0-29 15,4-1 9-15,-6-1 6 0,-1 4-1 0,-2 1-8 16,-4 1-7-16,-6 1-6 0,-3 3-4 16,-8 3-3-16,-8 4-8 0,-8 4 0 0,-3 5 3 15,-6 9-10-15,2 0 5 0,6 4 6 16,12-1 5-16,1-3 0 0,5 5 2 15,7-9 4-15,8 3 9 0,-2-5 2 0,7-1-6 16,7 0 2-16,-2-2-1 16,6 0-4-16,3-2 1 0,3-3-21 0,2-2-43 15,4 0-47-15,-2-1-62 0,-2-4-66 0,4 0-96 16,1-2-87-16,3-2-120 0,-2 3-162 16,0-1-78-16,-4 0 71 0,-1 2-507 15,4 0-652-15</inkml:trace>
  <inkml:trace contextRef="#ctx0" brushRef="#br0" timeOffset="9013.76">16871 2885 3313 0,'0'0'70'0,"0"0"49"0,0 0 30 16,-31 3 33-16,17-1 29 0,-11 0 21 0,-11 2 13 15,-7 0-26-15,-16 2-10 16,-9-1-20-16,-7 1-17 0,-15-2-16 0,-32 6-9 15,-15 3-6-15,-13-3 7 0,-18 4-1 16,-62 1 8-16,-9 4-9 0,-6 3-16 16,-8 1-16-16,2 1-10 0,-6 1-9 0,9 6-12 15,4-2 6-15,12 6-4 0,17-5-2 16,50-3 20-16,9-2 9 0,9 4 10 0,14-1 7 16,15-1 7-16,14 0 6 0,31-10-3 15,10 0-2-15,9-3-99 0,16-1-38 0,8-3 0 16,3-2 0-16,10-3 0 15,2 0 0-15,4-1 0 0,0 0 0 0,4-1 0 16,7-3 0-16,-13 4 0 0,13-4 0 0,-10 3 0 16,10-3 0-16,0 0 0 0,-9 0 0 15,9 0 0-15,0 0-204 0,0 0-262 16,0 0-147-16,0 0-200 0,-2-10-57 16,2 10 87-16,0 0-728 0,0 0-956 0</inkml:trace>
  <inkml:trace contextRef="#ctx0" brushRef="#br0" timeOffset="29111.59">4149 7793 837 0,'-9'-3'401'0,"9"3"-117"0,0 0-50 15,-7-8-36-15,7 8-22 0,-6-4-17 16,6 4 6-16,-5-9-5 0,5 9-6 15,-8-8 3-15,8 8-4 0,-8-12-6 16,4 9-11-16,4 3 7 0,-9-10-10 0,2 6-12 16,-2-2-9-16,-2 2-10 0,0 2-8 15,-3 0-5-15,3-1-11 0,-4 1-12 0,0 0-5 16,-3 2 1-16,0-2 5 0,-2 2-1 16,-1 2-4-16,-2 0-5 0,-1 0-5 0,-3-2 4 15,0 3-4-15,-9 5 0 16,0-2 3-16,-1-2-4 0,1 4-3 0,-2-3-6 15,2 4-6-15,-1 0-3 0,3 2 2 16,4-1-5-16,-1 0-6 0,3 2 3 16,-1-1-4-16,1 6-8 0,0-5-1 0,6-1 1 15,-6 9 1-15,5-4-1 0,6 1-1 16,-2 2-3-16,-1 2 2 0,7-3-5 0,2-4 1 16,1 3 2-16,3-2-2 0,-1-1-2 15,3 1 1-15,0-4 0 0,1 5-3 0,1-4 1 16,3 0-1-16,0 2 3 15,0-2-2-15,3 0 5 0,1 0-4 0,1 1 0 0,2 1 1 16,-1 1 1-16,5 5-2 0,1-5-1 16,1 3 3-16,-1-1 0 0,-1-3-2 15,2 3 1-15,-3 1-2 0,1-1 7 16,-4 1 11-16,4-1 13 0,-4 1 11 16,0 1 10-16,-3 2 14 0,0 1 10 0,2 0 5 15,-8 4 17-15,-2 7 7 0,0 2 2 16,-7-2 4-16,0 0 13 0,-5 1-3 0,1 1-3 15,-2-5-5-15,-1 4-4 0,-4 1-14 16,1-4-6-16,0-4-11 0,0-2-6 0,4 0-8 16,-3-1-8-16,2-3-3 0,0 1-5 15,5-5-6-15,1-3-7 0,3-4 0 0,2 0-2 16,-1-3 7-16,4-2-11 16,-2 2 0-16,6-7-2 0,0 0-9 0,-9 2-5 15,9-2-5-15,0 0-3 0,0 0-2 16,0 0-1-16,0 0 1 0,19-19-4 0,-19 19 3 15,15-4-4-15,-15 4-6 0,21 7 3 16,-6 5-20-16,1 10 5 0,-1 9 3 16,-5 8 12-16,-3 13 20 0,-5 5 24 0,-4 8 20 15,-5 3-61-15,-5 0-4 0,-3 2 0 16,-1-1 0-16,-7 16 0 0,5-17 0 0,-5 15 0 16,3-18 0-16,5-2 0 15,-2-3 0-15,2-3 0 0,-1-3 0 0,3-3 0 0,4-5 0 16,-1-6 0-16,6-5 0 15,-3 2 0-15,5-8 0 0,2-5 0 0,0-4 0 16,0 1 0-16,2-4 0 0,2-1 0 16,-1-5 0-16,1 0 0 0,4-3 0 0,0-3 0 15,1-1 0-15,-9-4 0 0,21 0 0 16,-21 0 0-16,25-7 0 0,-10 0 0 0,-4 4 0 16,1-1 0-16,-1-1 0 0,-1 2 0 15,-10 3 0-15,15-5 0 0,-15 5 0 0,9-4 0 16,-9 4 0-16,9-3 0 0,-9 3 0 15,5-4 0-15,-5 4 0 0,0 0 0 16,9-1 0-16,-9 1 0 0,0 0 0 16,0 0-444-16,6-6-271 0,-6 6-165 0,0 0 4 15,0 0 92-15,0 0-744 0,0 0-972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54:26.3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24144 3813 1279 0,'-13'0'185'16,"13"0"-7"-16,-15 0-18 0,15 0-7 16,-15-1 5-16,15 1 5 0,-13-2-5 15,13 2-13-15,0 0-9 0,-18 0-10 0,18 0 0 16,0 0-6-16,0 0-3 16,0 0 4-16,0 0-10 0,0 0-7 0,0 0-11 15,0 0-9-15,0 0-8 0,0 0 2 16,0 0-12-16,0 0-1 0,29-10-8 0,-16 6-9 15,4-1 2-15,3-1-4 0,0 0-6 16,3-2-9-16,2 4 2 0,9-4-7 0,-1-1-2 16,1-3-1-16,0 4-1 0,0 2-10 15,3-2 4-15,3-1-1 0,0 1 2 16,-1 0-10-16,4 1-3 0,-2 1 5 16,0 0-4-16,1 0 4 0,-3 0-4 15,2 1-1-15,1 0 1 0,-3 0 5 0,2-2-8 16,-1 2 3-16,-1 0 0 0,6 1-2 15,-4 0 1-15,1-2-4 0,0 5 0 0,-2-5 5 16,3 3-5-16,-5 0 2 0,1 1 1 16,1-2 0-16,-1 2-3 0,-5 1 0 0,4-3-2 15,-8 4 2-15,1-1-6 0,-3 1 8 16,-1 0 0-16,0 1-3 0,2-2 0 16,-4-1 3-16,1 2 0 0,-2-1-4 0,0-1 6 15,-1 2-3-15,-3 0-2 0,1-2 0 16,1 2 2-16,-1-2 2 0,-1 2-2 15,1 0-3-15,2 0 0 0,0-1 7 0,0 1-7 16,0 0 6-16,4 1-3 0,-4-1-2 0,1 2 2 16,2-2-2-16,1 2-2 15,2 0-4-15,-4 1 10 0,2-2-4 0,-2 0-1 16,0 3 7-16,-1-2-6 0,0 2 5 16,1-1 0-16,2 1-6 0,2-1 2 0,7 4-1 15,-6-3 3-15,-3-1 2 0,9 4-5 16,-2 1-4-16,2 1 7 0,0-4-3 15,0 2 0-15,-9-2 6 0,-2 1-8 0,0-4 1 16,0 4 1-16,0 0 0 16,0-3 1-16,-3-1 4 0,-1 4-6 0,1-2-4 15,-4-3 4-15,2 4 0 0,1 0 0 16,-3-2 4-16,5 0-2 0,-1-2 5 0,3 4-6 16,-1-2 1-16,13 4-1 0,-1-1 2 15,-6-2-1-15,6 2-3 0,0 2 2 0,0-1 1 16,3 1 6-16,-3-2-4 0,0 0-2 15,-7-1 0-15,-4-2-1 0,0 2 2 16,-1-1 1-16,-1-2 3 0,-4 2-4 0,-1-2-5 16,-4 0 10-16,3 0-8 0,-3-1 5 15,1 0-1-15,2 2-1 0,3-2-1 0,0 1-1 16,3 0 4-16,2 1-2 16,2 1-2-16,7 1-3 0,6 2 5 0,-2 0 0 15,0 0 1-15,2-3-2 0,-2 5 1 16,0 3 0-16,1-3-5 0,-5-1 2 0,0 1 5 15,-7-2-5-15,1 5 0 0,-3-4 0 16,-2 0-3-16,-2-2 9 0,0 2-7 0,-3-1 0 16,13 5 7-16,-4 2-10 0,5-2 4 15,0 1 6-15,4 4 2 0,5 3-2 16,4 1 0-16,0 1-6 0,0-2 0 0,-2 1 1 16,-2-1 2-16,-9-3 1 0,1-1 0 15,-5 1-6-15,3 0 5 0,-6-2 2 0,-6-2 2 16,-2-3-1-16,-3 1-3 0,-3-5 0 15,2 2-3-15,-3 0 5 0,-1-1 1 16,2 1 0-16,1 1 0 0,1 0 0 16,-1 0 0-16,3 2 0 0,3-1-1 0,-2 3-2 15,5 5 0-15,-1-4 2 0,0 4 2 16,-2-2-6-16,-5-1 5 0,0 2-4 16,-1-1 6-16,0 1 0 0,-3 0 2 0,2 10 15 15,1 2 0-15,-3-5 2 0,0-4-5 16,3 6 3-16,-1 3-6 0,-1-7 5 0,2 5-6 15,-1 1 5-15,-6-5-5 0,6-2-2 16,-6 1-3-16,1 2 2 0,1 5 0 0,-3 0-3 16,-3-6 12-16,1 0 9 0,-2 6 2 15,0-5-1-15,-2 1-5 0,-1-1 3 16,-5 7-1-16,3-3 16 0,-2 1-1 16,-4-6-3-16,2 6-5 0,0 0-3 15,-3 0-3-15,3-5-2 0,-2 3-1 0,0-5-4 16,2-3-1-16,-3 10-1 0,-1-1-2 15,2-1 3-15,-3 1-6 0,1-1 0 0,1 0 22 16,-1 1-4-16,4-2-3 0,-1-4 0 16,1-3-5-16,-2 8-2 0,0-6-1 0,4-1-2 15,0-1-1-15,-3 2-3 0,-2 4-2 16,1 4-2-16,4-7 2 0,-7 7-2 16,3-4 0-16,-3 2-2 0,3-1 0 15,-3 0 13-15,-1 1 12 0,4-6-1 0,-3 5-3 16,0-1 0-16,-2 0-1 0,-1 4-1 15,4-3-4-15,-2-3 9 0,1 1-3 16,-1 2-1-16,-1-2-3 0,3 2-4 0,-2-3 0 16,-4 3-2-16,4 2-4 0,0-4 0 15,-5-1-4-15,5 4 4 0,-2-1-2 0,-2-3 9 16,0 1-2-16,0 0-3 0,-1 0 5 16,4-2-2-16,-6-1 2 0,8 1-3 0,-8-1 0 15,7-3-5-15,2-4 2 0,0 2-3 16,-1 0 2-16,3 1-3 0,-8 3 5 15,2 3-2-15,-1-5-8 0,1 5 8 16,-2-3-3-16,-2 2-4 0,0-1 4 0,2-1 5 16,-6 1 0-16,2-1 7 0,0-3 6 15,1 3-14-15,-1-1-3 0,-2 0-1 0,2 1-3 16,1-3 5-16,-1 1 25 0,0 0 10 16,-1 0-7-16,10-2-6 0,-2-3 4 15,1 1-4-15,-1-1 5 0,4 3-12 0,-10 2-2 16,8-1-1-16,-4-2-2 15,-2 5-6-15,-3 1 3 0,-1-1 2 0,-1 1-6 0,1-3 1 16,0 1 1-16,0 2-3 16,1-2-1-16,0-2-1 0,1 3-2 0,-1-1-4 15,0 0 5-15,0 1-5 0,2-3 1 0,-2 1-3 16,-2 1 4-16,2-1 14 0,0 2 8 16,1-4 1-16,-1 4 0 0,0-1-1 15,0-1-4-15,-1-1 1 0,1 2-2 0,0 0-4 16,4-3-2-16,-2 1-2 0,1-3 2 15,6-1-7-15,-4-1-3 0,2 2-1 0,-2-1 0 16,0 0-1-16,4-2 0 0,-4 4 6 16,1-3 19-16,0 1-13 0,-8 3-24 0,6-3 0 15,0-1 0-15,-8 5 0 16,0-1 0-16,3-2 0 0,-1 2 0 0,-1-2 0 16,-1 3 0-16,2-1 0 0,5-4 0 0,0-1 0 15,-7 3 0-15,8 1 0 0,-3 2 0 16,1-5 0-16,1-2 0 0,4 2 0 15,-2 0 0-15,1 0 0 0,0-1 0 0,-6 4 0 16,2-1 0-16,4-1 0 0,-1-1 0 16,2-2 0-16,-9 7 0 0,0-3 0 0,6 1 0 15,2-6 0-15,2 3 0 0,-3 0 0 16,-1 1 0-16,-3 1 0 0,-3 1 0 0,2-1 0 16,2 1 0-16,-3-1 0 0,2-2 0 15,5 1 0-15,-2-1 0 0,2 0 0 0,-3 0 0 16,-4 5 0-16,3 0 0 0,2-1 0 15,0-5 0-15,-4 7 0 0,4-3 0 0,4-5 0 16,-3 3 0-16,2-1 0 16,0 1 0-16,-9 1 0 0,8-1 0 0,2-1 0 15,-4 0 0-15,4-3 0 0,-4 3 0 16,2-1 0-16,-3 1 0 0,2-2 0 0,-7 6 0 16,2-7 0-16,-4 7 0 0,7-4 0 15,-7 3 0-15,2-1 0 0,-2 0 0 0,0 3 0 16,9-7 0-16,-4 0 0 0,5 2 0 15,-3-5 0-15,2 3 0 0,-3-2 0 0,2 0 0 16,0 0 0-16,-1-3 0 0,4 3 0 16,-4 0 0-16,2 2 0 0,-3-3 0 0,-1 1 0 15,-1 0 0-15,5-2 0 0,-3 3 0 16,-1-1 0-16,2-2 0 0,-1 0 0 16,1-2 0-16,4 2 0 0,-4-1 0 15,4 0 0-15,0-2 0 0,-1 1 0 0,4-2 0 16,2 1 0-16,-2 0 0 0,2-1 0 15,0 2 0-15,11-4 0 0,-19 1 0 0,10 1 0 16,9-2 0-16,-22 2 0 0,11 1 0 16,-3-3 0-16,14 0 0 0,-26 0 0 0,13 1 0 15,-3-1 0-15,1 0 0 0,0 0 0 16,0-1 0-16,-3 1 0 0,2 0 0 0,-4 0 0 16,2-3 0-16,-2 3 0 0,3 0 0 15,-4-2 0-15,6 2 0 0,-7 0 0 0,4-2 0 16,-1 2 0-16,-5-1 0 15,2 1 0-15,1 0 0 0,0 0 0 0,-6-2 0 16,1 0 0-16,-1 0 0 0,2 2 0 16,1-2 0-16,-5 1 0 0,2-2 0 0,0 3 0 15,0 0 0-15,4-4 0 0,-4 2 0 16,2 0 0-16,-4 1 0 0,2-2 0 0,1 3 0 16,-12-5 0-16,5 5 0 0,7-4 0 15,-12 0 0-15,2 0 0 0,-1-2 0 0,1 0 0 16,3 1 0-16,6 2 0 0,-7-3 0 15,8-1 0-15,3-1 0 0,0 3 0 0,4-2 0 16,-2 2 0-16,0-3 0 16,4 2 0-16,-2-4 0 0,0 3 0 0,-1-3 0 15,4 2 0-15,-4-3 0 0,1 1 0 16,1-2 0-16,-9-3 0 0,2 1 0 0,-2-1 0 16,0-1 0-16,1-1 0 0,0 0 0 15,1 1 0-15,-2 0 0 0,7 3 0 0,4 1 0 16,-4-1 0-16,6 1 0 0,-2-1 0 15,1 1 0-15,-1 0 0 0,2 1 0 0,0-1 0 16,1 3 0-16,-1-5 0 0,-1 2 0 16,-1 0 0-16,4 0 0 0,-4-1 0 0,1-1 0 15,-8-3 0-15,4-2 0 0,2 2 0 16,-1 2 0-16,5 1 0 0,0-2 0 0,0-1 0 16,-7-3 0-16,7 1 0 0,0 3 0 15,1 1 0-15,1-2 0 0,-1 3 0 16,1-4 0-16,0 1 0 0,1 0 0 0,1 5 0 15,0-5 0-15,-2 0 0 0,4 0 0 16,0-1 0-16,-1 4 0 0,2-5 0 0,0-1 0 16,1-2 0-16,1 0 0 0,-2-4 0 15,3-7 0-15,-4 1 0 0,3 3 0 0,1-8 0 16,-3 2 0-16,1-2 0 0,-1 3 0 16,-2-4 0-16,0 1 0 0,3 1 0 15,-2 2 0-15,0 0 0 0,3-4 0 16,1 1 0-16,-1 0 0 0,2-2 0 0,0-1 0 15,2 1 0-15,2 1 0 0,2-3 0 16,1 4 0-16,2-1 0 0,-3-2 0 0,3 0 0 16,-2 0 0-16,3 0 0 0,0 2 0 15,1-3 0-15,1 2 0 0,0-3 0 0,1-7 0 16,-2 1 0-16,1 0 0 0,0 7 0 16,-1 2 0-16,3-2 0 0,-5 3 0 0,2-4 0 15,-1 5 0-15,0-4 0 0,1 0 0 16,1 4 0-16,-2 2 0 0,-1 0 0 15,1 0 0-15,-1 5 0 0,-1 4 0 16,0 4 0-16,0 0 0 0,-3 6 0 0,-1-1 0 16,2 0 0-16,0 1 0 0,-3 3 0 0,6 1 0 15,-5 2 0-15,1-3 0 0,-1 6 0 16,2-2 0-16,-2 0 0 0,2 1 0 0,-3 0 0 16,1 1 0-16,2 2 0 0,-2-2 0 15,2 1 0-15,-4 0 0 0,0 6 0 0,4-8 0 16,-2 2 0-16,-2 6 0 0,0 0 0 15,0-11 0-15,0 11 0 0,2-7 0 0,-2 7 0 16,2-5 0-16,-2 5 0 0,0 0 0 16,0-7 0-16,0 7 0 0,0 0 0 15,1-7 0-15,-1 7 0 0,0 0 0 0,4-5 0 16,-4 5 0-16,0 0 0 0,4-7 0 16,-4 7 0-16,2-7 0 0,-2 7 0 15,0 0 0-15,2-5 0 0,-2 5 0 0,0 0 0 16,1-7 0-16,-1 7 0 0,0 0 0 15,0 0 0-15,0 0 0 0,0 0 0 0,0 0 0 16,2-7 0-16,-2 7 0 0,0 0 0 16,0 0 0-16,0 0 0 0,0 0 0 0,0 0 0 15,0 0 0-15,0 0 0 0,-34 10 0 16,7 2 0-16,-1 5 0 0,-10 6 0 0,-2-1 0 16,-1 4 0-16,0 0 0 0,-1-1 0 15,4 0 0-15,10-11 0 0,-3 3 0 16,6-2 0-16,6-3 0 0,6-6 0 15,1 2 0-15,3-3 0 0,1 0 0 0,3-2 0 16,-4 1 0-16,9-4 0 0,-5 4 0 0,5-4 0 16,0 0 0-16,0 0 0 0,0 0 0 15,14-20 0-15,-1 7 0 0,2-1 0 0,6-5 0 16,-2 0 0-16,4 1 0 0,-2 3 0 16,-4 3 0-16,-2 2 0 0,2-1 0 0,-4 3 0 15,3 1 0-15,-1 0 0 0,-1 0 0 16,-1 1 0-16,2 0 0 0,-4 1 0 0,2 2 0 15,-1-1 0-15,-1 1 0 0,3 1 0 16,-3 2 0-16,5 2 0 0,1 1 0 16,0 6 0-16,2 0 0 0,-2 3 0 15,6 7 0-15,-2 2 0 0,0-1 0 0,-2 3 0 16,0 2 0-16,-2-3 0 0,-2-5 0 16,1-1 0-16,-7-1 0 0,3-3 0 0,-3-1 0 15,2-1 0-15,0 0 0 0,-6-3 0 16,3-4 0-16,-5 4 0 0,5-4 0 0,-4 3 0 15,2-1 0-15,-2-2 0 0,-4-3 0 16,7 6 0-16,-7-6 0 0,5 4 0 0,-5-4 0 16,0 0 0-16,4 4 0 0,-4-4 0 15,0 0 0-15,0 10 0 0,-2-5-821 16,2-5-160-16,-2 10 116 0,1-2-1014 16,1-8-1302-16</inkml:trace>
  <inkml:trace contextRef="#ctx0" brushRef="#br0" timeOffset="3499.86">25783 4824 3076 0,'7'-6'75'0,"-7"6"-28"0,1-6 17 0,-1 6 37 15,0 0 35-15,0-7 24 16,0 7-19-16,0 0-16 0,-1-9-14 0,1 9-12 15,-2-7 4-15,2 7 5 0,-9-7 0 16,9 7 0-16,-7-9-7 0,3 6 1 0,-1-1 2 16,-4-2-4-16,2 0 4 0,0 0-2 15,-2 0-4-15,-4 0 5 0,1-3-1 16,-2 0 2-16,-5-3-5 0,3 2-4 0,-12-3 4 16,1-2-6-16,-3 1-6 0,1-2-9 15,-2 1-7-15,1-1-9 0,-2 2 2 0,-1-1 9 16,-3 2-24-16,4 1-6 0,-2 0 14 15,9 3 10-15,2 2-5 0,4 3-6 16,2-1-5-16,0 0 1 0,1 1-6 0,0 3-4 16,2-1-4-16,-1 0-13 0,-1 2 9 15,16 0-10-15,-30 2 1 0,10 1-3 16,4 1 4-16,-4 1-8 0,-2 0 4 0,-1 2-3 16,2 1-6-16,-8 5 1 0,2 1 13 15,1-1-14-15,-1 1-4 0,3 1-3 0,3-3 8 16,1 1-10-16,0 3 18 0,1 0-13 15,4-3-1-15,-10 8 5 0,5-2-7 16,1 2 1-16,2 1 6 0,2-3 0 0,-4 1 19 16,5 1-7-16,3-3 0 15,0-1-6-15,1 0 5 0,1 3-4 0,0-1 3 16,2-3 2-16,1 4 3 0,1 1-2 16,1 1 2-16,2 0-1 0,1 0 2 0,1-1 7 15,1 0 5-15,-1 4-2 0,0 0 0 16,4 0-7-16,0-3-3 0,-1 3 7 0,6 7 10 15,-4-1 1-15,6-1 1 0,-1-1-6 16,4-1-7-16,-2 0-17 0,2 1-18 0,5-4 0 16,-2 0 0-16,7 1 0 0,-1-1 0 15,8-4 0-15,8 4 0 0,-7-8 0 0,2 0 0 16,6-3 0-16,1-2 0 0,-3-4 0 16,-1 1 0-16,1-4 0 0,1-1 0 15,-7-1 0-15,-1-3 0 0,-2 0 0 0,-1-2 0 16,0-1 0-16,-1 1 0 0,-1-1 0 15,-1-1 0-15,0-1 0 0,-1 1 0 16,-2-2 0-16,1-1 0 0,0 0 0 16,-4-1 0-16,3-1 0 0,3-3 0 0,-2 2 0 15,-1 0 0-15,2-4 0 0,-1 2 0 16,-6 0 0-16,0 2 0 0,1-5 0 0,-4 6 0 16,4-3 0-16,-3-1 0 0,-1 4 0 15,0-4 0-15,-2 5 0 0,1-5 0 0,3 1 0 16,-5-3 0-16,2 1 0 0,-5 2 0 15,3-3 0-15,0-2 0 0,2 0 0 16,-1-9 0-16,0 4 0 0,1-4 0 16,-2 4 0-16,1-5 0 0,0-1 0 0,-2 8 0 15,-5-2 0-15,3 5 0 0,-3-4 0 16,1-2 0-16,-3 1 0 0,-3 0 0 0,3 3 0 16,-3-7 0-16,-3 1 0 0,-2-10 0 15,-4 0 0-15,-2 2 0 0,-5-2 0 0,-7-1 0 16,2 7 0-16,-11-2 0 0,-3 3 0 15,3 10 0-15,-12-1 0 0,-2 4 0 0,3 5 0 16,-1 4 0-16,0 2 0 0,-3 2 0 16,2 4 0-16,2 4 0 0,0 1 0 0,7 2 0 15,-1 4-377-15,2 3-379 16,7-2-174-16,-3 2 64 0,6 2 91 0,2 0-751 16,8-1-971-16</inkml:trace>
  <inkml:trace contextRef="#ctx0" brushRef="#br0" timeOffset="4800.84">27671 6777 3972 0,'0'0'-104'0,"0"0"50"0,0 0 32 16,0 0 39-16,0-13 44 0,0 13 25 0,0-7 15 16,0 7 7-16,0-10-6 0,0 5 1 15,0 5-6-15,1-10 0 0,-1 1 6 16,0 2 3-16,0 0 5 0,0-2 6 15,-4 0 3-15,2-3-4 0,-2 0-1 0,1 1-10 16,-1-1-1-16,-4 0 0 0,-2-1-1 16,1-3 4-16,-2 3-2 0,-3-2-12 0,5 3-2 15,-4-2-7-15,-3 2-1 0,1 1-1 16,2 0 10-16,0 1-10 0,-3 0-7 0,-1 0-9 16,3 3-1-16,-4-2-6 0,0 1-4 15,1-1 1-15,0 4 4 0,2-2-11 16,-6 0 3-16,6 2-11 0,-9 0 1 15,8 2 3-15,-7-4-2 0,1 5-3 0,2 0 0 16,-1 1 1-16,-2 1 1 0,-2 1-3 16,1 1-1-16,-3 1 8 0,-2 3 9 15,-5-1-3-15,0 7 7 0,2 0-1 0,-2 0 3 16,2 1 2-16,3 4 1 0,1 0-8 16,2 4 0-16,-3 1-5 0,4 1-16 0,2 2-35 15,2 3 0-15,1 1 0 0,0 2 0 16,4 0 0-16,-2 1 0 0,2 3 0 0,7 0 0 15,0 0 0-15,2 0 0 0,0 2 0 16,3 1 0-16,4 0 0 0,0 1 0 0,6 0 0 16,0 0 0-16,5 0 0 15,1-2 0-15,3 7 0 0,7-1 0 0,-2 1 0 16,3-5 0-16,2-2 0 0,2 0 0 16,0-2 0-16,-2-2 0 0,-2-5 0 0,8 4 0 15,-8-10 0-15,2-1 0 0,0 0 0 16,-3-4 0-16,-1-4 0 0,-1-1 0 0,0-5 0 15,-1-2 0-15,6 0 0 0,-1-1 0 16,-1-2 0-16,-1 0 0 0,1-4 0 0,2-2 0 16,-5 0 0-16,12-5 0 0,-1 0 0 15,-1-2 0-15,3-4 0 0,-5 2 0 0,1-5 0 16,-2 1 0-16,0-1 0 0,-2-3 0 16,0 1 0-16,-2-3 0 0,-1-2 0 15,-1-4 0-15,-2-3 0 0,-2 2 0 16,2-13 0-16,-6 7 0 0,-1-10 0 0,0-3 0 15,-5 6 0-15,-2-7 0 0,0 4 0 16,-5-2 0-16,-5-6 0 0,0 3 0 0,-6 0 0 16,-3 5 0-16,-6 3 0 0,-5 4 0 15,-4 5 0-15,-3 3 0 0,5 9 0 0,-7 5 0 16,1 3 0-16,-3 3 0 0,4 5 0 16,2 0 0-16,1 2 0 0,0 2 0 0,1 2 0 15,-1 0-436-15,-12 4-237 16,9-2-188-16,3 0-5 0,2-2 107 0,-2 2-804 0,0 1-1006 15</inkml:trace>
  <inkml:trace contextRef="#ctx0" brushRef="#br0" timeOffset="6099.5">24336 6742 3887 0,'5'-4'-170'0,"-5"4"54"0,6-3 28 16,-6 3 20-16,0 0 21 0,0-8 23 15,0 8 30-15,0-7 11 0,0 7 9 16,-4-7-1-16,4 7 5 0,-6-9 3 0,3 4-2 16,-4-2-3-16,2 0 16 0,-3 1-6 15,-1 0-3-15,-3-2 2 0,-3 1-4 0,-2-1 6 16,-4 0 11-16,-2 0 7 0,-7-2 2 15,-3 1 13-15,-4 1 15 0,3 0 0 16,2 1 8-16,-2 1 4 0,0-2 6 16,-1 4 8-16,7-2-4 0,3 1 2 0,0 3-3 15,-4 0-9-15,5-2-11 0,-1 2-6 16,2 0-9-16,-4 4-3 0,4-2-11 16,-1 2-7-16,-1 2-1 0,0-2-7 0,0 2-5 15,0-1-2-15,3 3-6 0,-1 0 0 16,2 0 0-16,-2 3-6 0,3-3 1 0,-4 0-1 15,5 6 0-15,-1-4 0 0,-2 1 8 16,-4 4 0-16,-1 1 2 0,8-2 0 0,2 0 0 16,-10 1 3-16,2 3 5 0,5-4-6 15,0 0 11-15,6 0-3 0,-2 0-1 0,-2 2-3 16,4-2-3-16,0 0-5 16,-1 1 9-16,-1 1-1 0,3-2 5 0,0 4-7 0,-1-3 1 15,3 3-8-15,-1 1-1 16,3 0-11-16,2 1 2 0,-1 4 0 0,2-3-7 15,-1 11 14-15,3-2-6 0,0-6 1 16,2 2 7-16,4 1-3 0,4 10 7 0,-1 0-4 16,5-2 4-16,1 0-2 0,4 1-3 15,6 6 1-15,1-2-4 0,3-1 1 0,-1 2-5 16,2-6-3-16,1 2 4 0,-4-8-7 16,2 0 1-16,-3-2 1 0,3-1-16 0,2-4 15 15,0 0-5-15,0-2 7 0,3-5-6 16,3 2 5-16,1-5-5 0,0-2-3 0,5 0-3 15,1-3 11-15,-1-5-10 16,4 0-2-16,-4-2-1 0,5-3-2 0,-2-1 3 16,-2-2-1-16,-2-1 2 0,1-1-4 15,-3-4-1-15,-4 2 10 0,2-2-3 0,-1-1-1 16,-3 0 2-16,4-3 4 0,-7 1 4 16,2 0 5-16,-4 0 0 0,0 0 3 0,-3 0 5 15,-1-4 13-15,0 2-8 0,0-2 4 16,-2-3 5-16,2-1 4 0,-2-2 5 0,-2-3 8 15,3-2 2-15,-4-1-2 0,0-2 4 16,1-5-40-16,-3 3-27 0,-3 3 0 16,-2 2 0-16,-4-1 0 0,4 6 0 0,-7 4 0 15,-4 6 0-15,0-5 0 0,-5 0 0 16,-2 2 0-16,-4-6 0 0,-4-1 0 16,-5 4 0-16,-5 0 0 0,-2 3 0 0,-1 1 0 15,-6 2 0-15,0 1 0 0,0 4 0 16,-3 2 0-16,1 2 0 0,1 1 0 0,1 2 0 15,5 1 0-15,6 4 0 0,0-2 0 16,2 2 0-16,1 2 0 0,3 0 0 0,0-2-404 16,5 2-168-16,3-1-163 0,0 1-136 15,11-2 72-15,-12 4-837 0,12-4-1074 16</inkml:trace>
  <inkml:trace contextRef="#ctx0" brushRef="#br0" timeOffset="7282.25">21038 8315 4433 0,'-32'9'-86'0,"-6"2"10"0,-3-2 14 16,5 1 43-16,-1 0 52 0,-1 0 55 0,3 1 38 15,0-3 19-15,9-3 7 0,5 2-1 16,5-4-5-16,4 1-15 0,1-1-8 0,-2 1-12 16,6-2-9-16,0 1-11 0,7-3-7 15,0 0-9-15,0 0-5 0,0 0-10 0,45-10-1 16,10-4-9-16,14-5-4 16,32-8-7-16,15-6-5 0,12-2-7 0,7-6-4 15,8-1-12-15,1 2-19 0,-2 1-10 16,-13 1-4-16,-11 5 1 0,-12 2 1 0,-18 6 7 15,-31 6 2-15,-8 5 2 0,-15 2 3 16,-5 0 8-16,-8 4 7 0,-4 1 1 0,-6 0-1 16,-3 4-3-16,-3-2 0 0,0 1 0 15,-5 4-3-15,6-7-5 0,-6 7-32 0,0 0-44 16,0 0-51-16,0 0-77 0,0 0-83 16,0 0-92-16,0 0-117 0,0 0-168 0,-41 9 55 15,34-6 63-15,-3 0-353 0,10-3-382 16</inkml:trace>
  <inkml:trace contextRef="#ctx0" brushRef="#br0" timeOffset="7550.27">22313 7782 2940 0,'-7'-7'260'16,"1"3"-16"-16,6 4-14 0,-6-10-6 15,6 7-3-15,0 3-7 0,0 0-10 0,10-9-13 16,-3 9-7-16,-7 0-17 0,36 6-13 15,-13 0-12-15,8 7-11 0,-2 3-16 0,-3 2-8 16,-2 1 2-16,-4 4-8 16,-4 1 7-16,-9-4 8 0,-3 1 15 0,-4-3-3 15,-8 1 7-15,-1 11-5 0,-7-3-11 16,-1-4-16-16,-4 3-2 0,0-1-10 0,0-5-37 16,2-6-52-16,4-2-71 0,-2-2-81 15,3-1-104-15,-1-4-128 0,3 0-145 0,3-3-181 16,0-2-39-16,9 0 88 0,-18 0-586 15,18 0-706-15</inkml:trace>
  <inkml:trace contextRef="#ctx0" brushRef="#br0" timeOffset="8182.13">19733 9085 3869 0,'0'-12'240'0,"-6"7"-3"0,6-3-19 15,0 8-1-15,-2-7 21 16,2 7 24-16,0 0 15 0,0 0 0 0,-5 19-12 0,-2-4-18 16,6 8-20-16,-9 7-26 15,1 4-5-15,-3-2-2 0,3 2-8 0,-2 0-18 16,-1-1-14-16,1-1-15 0,2-3-15 16,0-8-13-16,2-2-11 0,1-3-56 0,3-2-44 15,-1-5 0-15,4 1 0 0,-4-2 0 16,1-4 0-16,3-4 0 0,0 0 0 0,0 0 0 15,0 0 0-15,5-35 0 0,2 2 0 16,3-3 0-16,2 0 0 0,-3 4 0 0,0 1 0 16,5 5 0-16,-7 4 0 0,1 7 0 15,-3 6 0-15,5-1 0 0,0 6 0 16,-1 0 0-16,-2 4 0 0,-7 0 0 0,31 10 0 16,-12-4 0-16,1 1 0 0,-2 1 0 15,1 0 0-15,-4 2 0 0,5-3 0 0,-5-1 0 16,0 0 0-16,1-3 0 0,-3-1 0 15,-2-1 0-15,-11-1 0 0,19-3 0 0,-10-2 0 16,4-4 0-16,-4-1 0 0,-2-6 0 16,7-7 0-16,-5-8 0 0,0 0 0 15,0-2-8-15,-4 0-28 0,1-2 7 0,-1-1-17 16,-1 3-13-16,0 6-31 0,-4 5-38 16,3 8-40-16,-2 1-50 0,-1 3-62 15,2 1-76-15,0 5-66 0,-2 4-53 0,0 0-92 16,0 0-166-16,0 0 42 0,0 0 80 15,11 21-503-15,-7-13-582 0</inkml:trace>
  <inkml:trace contextRef="#ctx0" brushRef="#br0" timeOffset="8932.29">20343 9085 3365 0,'0'0'130'0,"0"0"14"0,-2-8 25 15,2 8 27-15,0 0 11 0,0 0-4 16,-2-9-18-16,2 9-18 0,0 0-16 16,4-8-14-16,-4 8-15 0,1-7-10 15,-1 7-12-15,8-9-8 0,-3 6-9 0,-4-2-7 16,1-2-10-16,2 0-5 0,-2 0-8 16,0-1-6-16,-2 8-7 0,0-10-4 0,0 10-7 15,-4-11-7-15,-2 8-2 0,6 3-3 16,-12-2 1-16,12 2-5 0,-16 7 1 0,4 0-1 15,-1 1-3-15,-1 4-1 0,1 4 6 16,2 1-5-16,-5 8 2 0,9-4 2 16,-1-1 7-16,2-3-1 0,2-1 0 15,2 2 0-15,4-5 1 0,5 1-7 0,-4-3-1 16,7 1-7-16,1-6-26 0,3 0-37 16,-2-5-47-16,4-1-46 0,3-3-58 0,2-7-54 15,9-2-36-15,-1-5-28 0,0-2-22 16,-3-4 6-16,-1 3 4 0,-1-5 19 0,-2 3 30 15,-7 7 32-15,0 1 45 0,-6 2 55 16,2 2 58-16,-4 3 54 0,-2 2 45 0,1-1 41 16,1 3 36-16,-7 3 29 0,0 0 39 15,0 0 21-15,0 0 21 0,0 0 1 0,0 0-7 16,5 16-11-16,-5-8-11 16,2 1-16-16,-2-1-12 0,0 2-12 0,2-2-14 15,0-2-7-15,-1 1-8 0,1 1-8 16,0-4-4-16,-2-4-8 0,8 8-3 0,-8-8-8 15,8 2-6-15,-8-2-4 0,0 0-7 16,16-12-7-16,-10 10-4 0,2-6-3 0,-2 3-2 16,-1 1-5-16,-1 0 2 0,-4 4-4 15,7-4-3-15,-7 4 6 0,0 0 15 0,9 12 12 16,-9 1 15-16,0 1 14 0,0 5 8 16,-2 7 10-16,0 2-13 0,-1 7 3 0,3 2-12 15,-2 2 0-15,2-3-12 0,0 1-7 16,-1-8-3-16,-1-4-4 0,-2-1-3 15,2-1-6-15,-1-2 3 0,1-3 8 16,-4-1 5-16,1-2 5 0,-4-1 3 0,2-2-1 16,-2-2-5-16,-5 1 2 0,1-5-15 15,-5 1-1-15,2-3-2 0,-6-4-9 0,1-2-13 16,-4-5-10-16,-2-1-22 0,-7-6-22 16,7-3-22-16,0 1-22 0,2-1-21 0,4-2-33 15,4 3-44-15,3 1-61 0,5-3-70 16,3 6-66-16,5-5-57 0,2 2-82 0,3-7-120 15,7-4 9-15,9-1-477 16,3 1-572-16</inkml:trace>
  <inkml:trace contextRef="#ctx0" brushRef="#br0" timeOffset="9582.36">20868 9003 3102 0,'0'0'82'0,"9"-3"72"15,-9 3 25-15,0 0 17 0,3-3 10 0,-3 3 3 16,0 0-6-16,0 0-21 0,0 0-12 15,0 0-20-15,0 0-12 0,0 0-19 0,0 0-8 16,0 0-9-16,-14 22-8 0,11-17-12 16,-5 0-10-16,-1 2-5 0,1 0-9 0,-1 0-3 15,-3-1-8-15,5-2-3 0,7-4-6 16,-16 2-11-16,16-2-10 0,-13-11-6 0,9 3-2 16,-2-4-2-16,4 2 0 0,1-3-3 15,-1 0 0-15,4 1 2 0,-2 3-3 16,1-1 0-16,-1 2-3 0,2 2 2 15,-2 6-1-15,6-6-1 0,-6 6 3 0,12 0-4 16,-12 0 4-16,15 5-3 0,-3-2-4 16,-1 2-17-16,3 1-17 0,0 0-26 0,-1-1-31 15,1-1-37-15,1-1-49 0,1-3-41 16,-3 0-31-16,0 0-24 0,2-5-19 0,1 2-12 16,-3-6 2-16,3-3 8 0,-5-2 17 15,3-3 27-15,-2-8 20 0,-1-8 36 0,2 1 41 16,-6-8 53-16,-2-1 46 0,3-13 28 15,-4 2 48-15,0 9 43 0,-2 3 31 0,0 5 28 16,-2 10 13-16,0 5 4 0,0 6-5 16,0 5 4-16,0 7-5 0,0 2 1 15,0 0-3-15,0 0-7 0,-4 37 4 16,2-10-9-16,2 13-8 0,2 1-13 0,2 3-4 16,0 1 2-16,1 8-4 0,6-2-9 15,5-2-7-15,3-2-10 0,2-2-5 0,2-2-24 16,0-7-44-16,-7-7-78 0,4-4-76 15,-9-8-57-15,1-3-32 0,-7-3 7 16,-1-5 20-16,0 2 29 0,-2-4 38 16,-2-4 38-16,0 0 42 0,0 0 36 0,0 0 37 15,0 0 33-15,-13-24 37 0,7 14 38 16,3 1 36-16,-2-3 17 0,-1 4 6 16,6 1-7-16,-3 2-10 0,1-2-18 0,0 0-12 15,2 7-10-15,-2-8-7 0,2 8-11 16,4-7-10-16,-4 7-13 0,5-5-10 0,-5 5-42 15,8-7-63-15,-4 3-75 0,4 1-79 16,-1 0-95-16,2-1-108 0,2-1-124 0,-2 0 21 16,2 0-269-16,-1 0-270 0</inkml:trace>
  <inkml:trace contextRef="#ctx0" brushRef="#br0" timeOffset="10282.82">21469 8921 2489 0,'0'0'232'16,"-2"-8"-7"-16,2 8-12 0,0 0-6 0,2-10-3 16,-2 10-4-16,0 0-8 0,0 0-15 15,0 0-20-15,0 0-14 0,12 20-17 0,-8-13-12 16,-3-1-11-16,1 2-13 0,2-2-10 15,-2 1-16-15,0 0-20 0,-1-2-23 0,-1-5-19 16,2 7-21-16,-2-7-20 16,0 0-14-16,0 0-22 0,0 0-20 0,0 0-8 15,10-20 6-15,-8 8 15 0,2-4 16 16,0-3 13-16,-1-1 15 0,1 3 10 0,2 0 12 16,-5 1 23-16,6 3 10 0,-3 2 14 15,-3 0 12-15,3 6 4 0,0-1 6 0,-4 6 15 16,5-6 6-16,-5 6 1 0,0 0-4 15,0 0-9-15,22 10-5 0,-17-8-7 0,3 5-5 16,0-2-4-16,-3 0-3 0,3 1-3 16,-3 0-6-16,1-3 0 0,-1-1-2 15,-5-2-4-15,11 6-1 0,-11-6 4 0,11-2-2 16,-11 2-1-16,15-9-3 0,-4-1-1 16,2 2 10-16,-2-5 26 0,1-2 8 15,1 5-1-15,-6 0 7 0,0 1-2 0,4 2-4 16,-8 2 1-16,5 2-3 0,-3-1-3 15,-5 4-10-15,0 0-1 0,21 4-6 16,-13-3-5-16,-8-1-5 0,15 7-9 0,-7-2-15 16,-3 0-27-16,5 1-34 0,-5-3-33 15,4 0-34-15,-2 1-42 0,-7-4-43 0,16 5-25 16,-9-5-34-16,-7 0-36 0,15-2-53 16,-15 2-40-16,12-3-100 0,-12 3-56 0,9-5 28 15,-9 5-307-15,6-2-314 16</inkml:trace>
  <inkml:trace contextRef="#ctx0" brushRef="#br0" timeOffset="10732.47">20710 10020 2707 0,'0'0'258'0,"0"0"-13"0,0 0 9 0,0 0 6 15,0 0 3-15,0 0-20 16,18 0-25-16,-18 0-21 0,18 0-19 0,-4-2-21 16,-1 0-17-16,5 1-18 0,-4-3-32 15,2 0-32-15,1-2-27 0,-1 2-24 0,1-6-14 16,-2 4-11-16,-4-5-7 0,-3 5-5 15,1-2 2-15,-1-1 1 0,-3 1 4 0,-5 2 5 16,2-1 1-16,-2 7 1 0,0 0 5 16,-5-7-2-16,5 7-2 0,0 0 4 0,-33 12-2 15,17-2 7-15,-9 7 2 0,2 5 11 16,1-1 23-16,6 2 23 0,0 2 9 16,5-2 18-16,4-6 7 0,-2-3 11 0,7 1-4 15,1-3-3-15,2 0-5 0,1-2-8 16,5 0-7-16,2-1-9 0,2-2-20 15,5-4-25-15,0-3-33 0,9-3-47 0,10-6-50 16,2-3-75-16,2-6-84 0,5-6-85 16,-4-9-92-16,4-1-106 0,-5-3-58 0,0-6 45 15,3 1-422-15,-6-6-466 0</inkml:trace>
  <inkml:trace contextRef="#ctx0" brushRef="#br0" timeOffset="11448.14">21454 9225 2584 0,'-6'-10'20'0,"-4"10"72"0,10 0 66 15,0 0 42-15,-27 18 40 0,9 5 17 0,0 4 11 16,4 4-8-16,-4 5-7 16,5 8-17-16,-1 5-16 0,9-8-21 0,-1 0-22 15,3 0-17-15,-1 0-13 0,4-4-15 16,0 0-18-16,2-7-20 0,0-3-29 0,-1-5-27 16,3-5-38-16,2 0-39 0,-3-1-31 15,3-5-29-15,0 0-29 0,-2-4-15 0,2-2-23 16,-5-2-2-16,-1-3-4 0,0 0 4 15,0 0 8-15,0 0 8 0,0 0 21 0,8-15 14 16,-8 15 13-16,-6-14 8 16,3 9 6-16,-1 0 15 0,-2 0 12 0,6 5 7 15,-14 0 12-15,14 0 17 0,-21 10 20 16,8 0 24-16,0 4 15 0,-4 6 17 0,-3 4 21 0,6 1 8 16,3-7 6-16,2-1 4 15,6-2-6-15,-1-3-9 0,4 0-9 0,2-5-18 16,1 3-18-16,5-6-22 0,0-2-30 15,5-4-25-15,3-2-11 0,2-4-20 0,11-5-4 16,-2-5-8-16,-1-1-2 0,-1-3-3 16,0-3 9-16,-3 2 14 0,0 1 19 0,-5 2 11 15,-2 6 10-15,-6 2 17 0,2 3 29 16,-6 6 11-16,1 0 11 0,-6 3 9 0,0 0 9 16,7 13 14-16,-5 1 30 15,1 6 23-15,-2 4 17 0,1 14 7 0,4 6 1 16,-1 8 1-16,3 1-2 0,2 4-7 15,-3-4-5-15,4 3-8 0,0-4-10 0,-8-9-4 16,3-2-13-16,-4-1-10 0,-1-5-2 16,-2 1 0-16,-5-1-1 0,-2-3 5 0,-5-1 7 15,-7-1 3-15,-8 2-7 0,-5 1-4 16,-3-4-11-16,-5-2-15 0,-2-3-12 0,-2-2-13 16,1-3-17-16,8-3-19 0,2-5-15 15,1-2-12-15,8-4-4 0,7-3-10 16,2-6-13-16,9-1-3 0,-3-7 3 15,9-1 1-15,1-7-4 0,5-12-9 0,8-2-13 16,8-7-12-16,2-2-9 0,6 5 3 16,3 2 0-16,3 0 3 0,-1 5 5 0,2 2 10 15,0 4 11-15,0-1 1 0,-6 6 18 16,1 4 11-16,-4 1 15 0,-6 3 4 0,-5 5 13 16,-3-1 6-16,-2 2 7 0,-1 0 0 15,-5 1-2-15,5-2 1 0,-7 5-14 0,3-2-26 16,-6 4-57-16,6-7-76 0,-6 7-82 15,8-6-112-15,-8 6-167 0,1-4-43 0,-1 4 56 16,2-8-307-16,-2 8-307 16</inkml:trace>
  <inkml:trace contextRef="#ctx0" brushRef="#br0" timeOffset="17746.97">27447 8640 2407 0,'-17'-2'123'0,"0"-1"47"16,2 0 27-16,1-4 37 0,5 3 42 16,-1-2 18-16,2-2-1 0,5 0-14 15,3-1-21-15,3-3-22 0,9 0-7 0,9-5-8 16,9 1-11-16,4-1-8 0,2 5-23 15,-2 7-13-15,-8 0-16 0,-2 5-19 0,-4 5-13 16,-1 4-6-16,-2 3 10 0,-5 5 14 16,-7 6 19-16,-5 1 11 0,-7 12 9 0,-12 9 12 15,-8-2 7-15,-5 2-9 0,-3-4 14 16,1-4-12-16,4 0-187 0,5-11 0 0,3-2 0 16,8-6 0-16,2-4 0 15,2 0 0-15,5-4 0 0,1 1 0 0,4-3 0 16,8 1 0-16,3-1 0 0,4-1 0 15,4 0 0-15,4-2 0 0,2-1 0 0,9 2 0 16,-3-2 0-16,-5-3 0 0,1 3 0 16,2-2 0-16,-1-2 0 0,3 0 0 0,9-4 0 15,-2-1 0-15,-1-2-342 0,0 2-599 16,-1-3 7-16,-1-1 110 0,-1 0-927 0,-11 1-1184 16</inkml:trace>
  <inkml:trace contextRef="#ctx0" brushRef="#br0" timeOffset="17929.96">28006 8896 4661 0,'-12'-6'77'0,"-1"2"60"0,3-4 29 16,1 4 47-16,-1 2 54 0,5-4 46 0,5 6 8 15,-12-5-18-15,12 5-31 0,-2-6-29 16,2 6-26-16,9-8-20 0,1 4-27 0,5 1-55 16,3 0-72-16,1-1-87 0,0 4-98 15,2-2-91-15,-5-1-105 0,2 3-101 0,0-4-97 16,-4 2-91-16,-3-2-134 0,1 1 63 15,-6 2-627-15,-1-3-783 0</inkml:trace>
  <inkml:trace contextRef="#ctx0" brushRef="#br0" timeOffset="18147.25">28128 8702 3495 0,'-7'-21'-3'0,"4"1"75"0,-3 1 49 16,2 2 50-16,-1 1 70 0,-1 2 49 16,0 3 49-16,0 1 10 0,5 0-11 0,-3 6-28 15,4 4 8-15,0 0 10 0,-21 14 5 16,8 2-12-16,-3 12-9 0,-1 3-19 0,-2 12-20 15,4 1-42-15,-1 1-172 0,5 2-59 16,-1-7 0-16,5-2 0 0,0 0 0 0,1-1 0 16,0-4 0-16,2-6 0 0,0-6 0 15,2-2 0-15,0-1 0 0,1-3 0 0,1-1 0 16,0-3 0-16,0-5-301 16,3-2-265-16,-3-4-126 0,16-2-189 0,-5-5 65 15,7-5 90-15,7-8-706 0,9-9-881 16</inkml:trace>
  <inkml:trace contextRef="#ctx0" brushRef="#br0" timeOffset="18580.32">28471 8595 4228 0,'-2'-13'151'0,"0"1"10"0,0 2 18 0,2-1 31 16,2 2 17-16,0 0 16 0,1 0-13 15,5 2-9-15,2 2-22 0,3 3-18 0,0 0-14 16,4 4-13-16,1 4-24 0,0 0-10 15,0 5-11-15,-1 1-10 0,-2 2-10 16,-4-1-11-16,1 3-6 0,-6-1 0 16,-2 2 18-16,-4 1 18 0,-4 3 15 0,-12 8 11 15,0-1 2-15,-13 4 0 0,-3 1-5 16,-5-2-118-16,1-4-13 0,2 2 0 0,7-6 0 16,5-3 0-16,6-4 0 0,5-3 0 15,2-1 0-15,6-3 0 0,1-1 0 0,2 3 0 16,2-3 0-16,1 4 0 0,8 0 0 15,-4 0 0-15,0 0 0 0,4 0 0 0,-2-2 0 16,0 2 0-16,-2-3 0 0,0-1 0 16,-2 1 0-16,1-1 0 0,-2 0 0 15,-2-2 0-15,-1 0 0 0,1 0 0 16,-2-6 0-16,-2 12 0 0,1-7 0 0,-5 3 0 16,0-4 0-16,-1 0 0 0,-3 2 0 15,1-4 0-15,-5 1 0 0,3-3 0 0,-2 0 0 16,13 0 0-16,-21 0 0 0,9 0 0 15,12 0 0-15,-19 0 0 0,10 0 0 0,9 0-962 16,-14-3-3-16,14 3 110 0,-2-8-985 16,2 8-1265-16</inkml:trace>
  <inkml:trace contextRef="#ctx0" brushRef="#br0" timeOffset="18780.32">29027 9022 5209 0,'0'0'313'0,"0"0"47"0,0 0 47 16,-9-14 31-16,9 14-14 0,-4-6-26 16,4 6-40-16,0 0-74 0,0 0-284 0,5-12 0 15,5 8 0-15,4 1 0 0,2 1 0 16,4-1 0-16,6 1 0 0,3-1-186 0,9-3-418 16,3 2-164-16,2 0-121 0,-2-3 73 15,6 2-860-15,0-2-1112 0</inkml:trace>
  <inkml:trace contextRef="#ctx0" brushRef="#br0" timeOffset="19212.91">29909 8726 4957 0,'6'-14'67'0,"-4"2"24"0,4 2 42 16,-2 1 34-16,1 2 39 0,-1 0 12 0,0 1-15 15,-4 6-17-15,12-5-18 0,-12 5-10 16,0 0-15-16,25 17-7 0,-20-4-3 0,-1 3-6 15,-6 8-6-15,-5 10-4 0,-9 10 7 16,-7 5 10-16,-6-1 10 0,-3 0 18 0,-2-2 12 16,-8 0-52-16,1-5-122 15,5-1 0-15,8-7 0 0,6-6 0 0,2-2 0 0,6-4 0 16,9-5 0-16,3-3 0 16,4-1 0-16,1-2 0 0,9-1 0 0,3-2 0 15,6-2 0-15,4-1 0 0,2-6 0 16,-3 0 0-16,1-3 0 0,-4-4 0 0,-1-1 0 15,-5-5 0-15,-2-11 0 0,-7 2 0 16,-6-1 0-16,-10-10 0 0,-11-10 0 0,-2 3 0 16,-7-3 0-16,-6 2 0 0,2 2 0 15,0 4 0-15,-4 0 0 0,12 4 0 0,5 6 0 16,2 5 0-16,10 1 0 16,1 2 0-16,7 2 0 0,2-2 0 0,10 1 0 15,6-6 0-15,6 1 0 0,6 6 0 16,-1 2 0-16,8 4 0 0,0 2 0 0,3 3 0 15,3 4 0-15,-8 2 0 0,10 6-342 16,2 0-420-16,5 5-161 0,5-1 67 0,-5 6 92 16,4 1-781-16,1 3-990 0</inkml:trace>
  <inkml:trace contextRef="#ctx0" brushRef="#br0" timeOffset="19396.58">30439 8903 4693 0,'-14'-2'212'0,"-2"0"50"0,4-1 58 0,3 1 55 16,9 2 26-16,-11-4-2 0,11 4-34 16,0 0-43-16,-13-4-27 0,13 4-45 15,0 0-49-15,0 0-105 0,27-6-96 16,-9 6 0-16,0-2-143 0,9 4-146 0,0 0-139 16,2 0-135-16,-3 0-156 0,-3-2-120 15,0 4 74-15,-2 2-747 0,-5 1-957 0</inkml:trace>
  <inkml:trace contextRef="#ctx0" brushRef="#br0" timeOffset="19581.18">30400 9128 4055 0,'-18'6'154'15,"0"-1"61"-15,7-4 40 0,0-1 46 16,1 3 47-16,10-3 36 0,0 0 5 0,-16 0-7 16,16 0-39-16,0 0-36 0,0 0-24 15,0 0-36-15,0 0-49 0,0 0-61 16,0 0-79-16,37-9-103 0,-12 6-113 0,0 0-125 15,11-7-138-15,2 2-144 0,4-3-124 16,2 3-123-16,1 2 64 0,13-4-726 0,-1 3-923 16</inkml:trace>
  <inkml:trace contextRef="#ctx0" brushRef="#br0" timeOffset="19779.18">30967 8978 4527 0,'-20'-7'230'0,"8"0"34"0,0 4 22 16,4-1 34-16,4 1-3 0,4 3-29 15,-7-5-28-15,7 5-29 0,0 0-30 0,0 0-71 16,32-5-105-16,-3 5-115 0,19 0-120 16,3 0-129-16,13 0-144 0,4 0-153 0,-2-2-129 15,7 2 53-15,-2 2-595 0,3-6-766 16</inkml:trace>
  <inkml:trace contextRef="#ctx0" brushRef="#br0" timeOffset="20112.93">32046 8767 3397 0,'5'-17'17'0,"-1"1"72"15,-2 4 28-15,0 2 45 0,-4 0 41 16,0 1 46-16,-2 1 12 0,1 1 18 0,-6 0 20 16,0 3-4-16,-4 2 2 0,-6 4-7 15,-6 4 0-15,-15 4-3 0,-8 5-6 0,1 6-10 16,3 1-20-16,2 2-22 0,6 2-22 15,9-2-22-15,6 4-15 0,10-2-105 16,4-1-65-16,7-4 0 0,1 6 0 0,11 5 0 16,5 2 0-16,3 6 0 0,5-1 0 15,-2-2 0-15,1-8 0 0,-8-2 0 16,2-4 0-16,-7-3 0 0,-2-3 0 0,-2-3 0 16,-4-2 0-16,-3 1 0 0,-3 0 0 15,-6-1 0-15,-4-1 0 0,-4 1 0 0,-9 0 0 16,-3 0 0-16,2-5 0 0,2-1 0 15,1-2 0-15,-3-2 0 0,-2 0 0 0,0-2 0 16,1-2 0-16,-8-4 0 0,5 0 0 16,8 4 0-16,3-3 0 0,0 2 0 0,6 1 0 15,-2 2-266-15,-2 0-767 16,2 4 96-16,-5 2-1088 0,2 2-1441 0</inkml:trace>
  <inkml:trace contextRef="#ctx0" brushRef="#br0" timeOffset="20581.09">30472 9833 5546 0,'-31'6'-41'0,"10"-3"30"15,1-1 15-15,9 0 29 16,4 1 32-16,7-3 20 0,2 8 2 0,13-1-6 15,17 2-12-15,23-1-10 0,15-3-11 0,11 1-24 16,34 0-5-16,14 2-7 0,7-7-1 16,4 2-30-16,5-7-16 0,-2-7-18 15,-4-3-9-15,-3-11-13 0,-9-8-19 0,-8-4 0 16,-19-11 7-16,-10-11 9 0,-12-10 22 16,-6-2 9-16,-7-11 12 0,-8-7 10 0,-5-8 6 15,-10-5 2-15,-8-5 11 0,-9-6 14 16,-9-3-3-16,-13 0 5 0,-14 8 1 15,-19 13 2-15,-18 8-4 0,-24 21 0 0,-18 20-3 16,-17 17 0-16,-23 19 5 0,-20 20 7 16,-64 27 5-16,-4 16 9 0,4 24 21 0,15 9 35 15,24 7 40-15,28 4 42 16,58-12 4-16,30 7 14 0,24-1-10 0,22 5-12 16,22 0-18-16,24 1-17 0,18-2-6 15,18-4-13-15,11-4-14 0,14-7-11 0,6-14-36 16,2-6-63-16,-3-10-83 0,-6-8-83 15,-7-9-98-15,-21-16-127 0,-12-7-136 0,-8-5-155 16,-2-3-58-16,-13-4 63 0,-9-1-573 16,-6-1-721-16</inkml:trace>
  <inkml:trace contextRef="#ctx0" brushRef="#br0" timeOffset="36497.11">24271 2259 1681 0,'0'-6'308'0,"-3"-3"-80"16,3 9-35-16,-4-10-29 0,4 10-20 16,-2-7-32-16,2 7-25 0,0 0-21 0,0 0 3 15,0 0 10-15,0 0 2 0,-28 26 11 16,13-1-12-16,-4 4-4 0,-6 10 1 16,3 0-5-16,-3 4-16 0,0-2-5 15,2 0 4-15,2 0-7 0,6-10-6 16,0-2-8-16,1-3 6 0,3-7-10 0,2-3-1 15,2-5 25-15,3-2 42 0,-1 0 43 16,1-6-4-16,4-3-9 0,0 0-13 0,0 0-12 16,0 0-6-16,-2-27-14 0,8 10-7 15,5-12-11-15,3-4-6 0,6-9-9 16,7 1-3-16,2-4-5 0,3 3-4 0,-2 3-8 16,1 6-1-16,-10 8-5 0,-1 3 1 15,-6 7-6-15,-2 5-5 0,1 4 2 0,-4 6-3 16,4 2-1-16,-2 6 1 0,1 2-2 15,2 5 1-15,3 6-1 0,1 5-1 16,-3 1 2-16,2-2-1 0,0 1 0 16,-2-2-3-16,-1-5 2 0,-5-5-1 15,2-4 4-15,-2 0 28 0,-4-1 42 0,3-3 53 16,-3-6-7-16,-5 0-15 0,0 0 5 16,31-8 0-16,-17-2-6 0,8-9-5 0,-3-4-11 15,4-4-8-15,6-7-16 0,1-6-20 16,3-6 1-16,-3-1-11 0,3 3-3 15,-3 0-13-15,0 4-2 0,-5 4-7 0,-2 9-21 16,-6 5-24-16,-4 5-41 0,-3 5-64 16,-1 3-84-16,-3 1-43 0,0 5-61 15,-6 3-70-15,8 0-105 0,-8 0-156 0,5 13-80 16,-3-6 75-16,-4 7-376 0,2 1-507 16</inkml:trace>
  <inkml:trace contextRef="#ctx0" brushRef="#br0" timeOffset="36877.5">24929 2416 2760 0,'-5'0'30'0,"5"0"33"0,0 0 14 16,-13 5 26-16,13-5 19 0,0 0 10 0,0 0 9 16,0 0 5-16,0 0-9 15,0 0-12-15,0 0-14 0,0 0-9 0,0 0-13 16,36 3-7-16,-23-4-5 0,-13 1-8 0,32-5-8 15,-14-1-7-15,1-2-9 0,2-4-3 16,-6 0 1-16,2-2-9 0,-5-1-1 16,-3-2-2-16,0 2-4 0,-7 3 3 15,0 3-2-15,-4-1-8 0,-1 2-5 0,-8 4 4 16,-5 1-4-16,-5 6-2 0,-16 3-3 16,-2 6 0-16,3 1-2 0,-9 7 0 0,9-1 6 15,8-1-5-15,4 3 6 0,2 0-5 16,10-3 0-16,3-3 0 0,7 1 2 15,2-2-1-15,4 1 1 0,6 2 0 16,5-3 3-16,10 5-4 0,4-2-9 16,3-5-36-16,0-2-57 0,4-5-60 0,4-1-55 15,3-2-56-15,-6-4-67 0,5-4-67 16,-1 1-72-16,-3-7-61 0,-6 4-12 0,-2-5-156 16,-7 1-190-16</inkml:trace>
  <inkml:trace contextRef="#ctx0" brushRef="#br0" timeOffset="37326.93">25424 2406 1765 0,'3'-7'-39'0,"-3"2"47"15,0 5 41-15,0 0 36 0,-6-9 30 16,6 9 23-16,0 0 15 0,0 0 11 16,-29 4 1-16,29-4-1 0,-16 17-13 0,5-7-8 15,0 2-10-15,2-2-11 16,4 0-11-16,-1 1-8 0,2 0-13 0,4 0-3 16,1-1-13-16,4 0-8 0,2-1-4 15,4-2-4-15,3-2-6 0,1-1-7 0,3 0-12 16,0-4 2-16,3-3-7 0,3 0-6 15,-1-1 2-15,-1-4-2 0,-1-3 16 16,-2 3 23-16,-2-1 26 0,-1 2 22 0,-3 0 6 16,-4 3-9-16,-1-2-18 0,-8 6-12 15,0 0-4-15,0 0 9 0,0 0-3 0,0 21 11 16,-10-4 20-16,-7 12 4 16,2 3-6-16,-6 9-6 0,-4 1 12 0,6 3 8 15,-1-1-15-15,-3 2-8 0,3-3-10 16,4 0-6-16,-6-1 9 0,7-10-5 0,2-3 6 15,-7-1-4-15,4-4 16 0,-4-4 16 16,6-5 7-16,-2-2 8 0,3-3 10 16,-3-4 4-16,1-1-4 0,2-4-11 0,0-2-14 15,-5-4-13-15,3 1-9 0,-2-7-10 16,2-3-12-16,-3-8-56 0,2-3-20 0,2-4 0 16,7-2 0-16,-3-1 0 0,6 0 0 15,-4 6-82-15,6 4-78 0,1 3-38 0,-1 2-44 16,0 5-63-16,0 0-77 0,0 2-81 15,4 1-73-15,2-1-118 0,1 3-136 16,9-1 63-16,1 1-515 0,4 0-704 16</inkml:trace>
  <inkml:trace contextRef="#ctx0" brushRef="#br0" timeOffset="38176.51">25984 2380 3168 0,'3'-5'-133'16,"1"1"24"-16,-4 4 12 0,7-5 12 16,-7 5 14-16,11-3 3 0,-11 3 12 0,0 0 3 15,9 0 1-15,-9 0 13 0,0 0 5 16,0 0 5-16,3 8 10 0,-3-8 15 0,0 0 8 15,-3 12 8-15,3-12 4 0,-6 6 10 16,6-6 1-16,-5 8 10 0,5-8 11 16,-4 5 8-16,4-5 11 0,-5 4 8 0,5-4 17 15,0 0 4-15,0 0-5 0,0 0-5 16,0 0 1-16,0 0 5 0,0 0-2 0,0 0 3 16,0 0 1-16,0 0 8 0,27 0 10 15,-27 0 20-15,0 0 6 0,0 0 10 16,0 0 3-16,21-2-2 0,-21 2-17 0,0 0-17 15,0 0-12-15,0 0-8 16,11 2-8-16,-11-2-8 0,0 0-4 0,7 8-4 16,-7-8-8-16,4 9-5 0,-4-9-5 15,2 8-1-15,-2-8-4 0,0 8-9 0,0-8-2 16,0 0-2-16,0 11 3 0,0-11 2 16,-2 7 0-16,2-7 6 0,-2 9 11 15,2-9 4-15,-7 4 2 0,7-4 3 16,0 0 17-16,-7 9 0 0,7-9 2 15,0 0 4-15,0 0-10 0,0 0 2 0,-15-2-7 16,15 2-12-16,0 0-5 0,0 0-5 16,-10-11-2-16,10 11-9 0,0-11-9 0,0 11 3 15,-2-10-12-15,2 10-4 0,4-10 2 16,-4 10-1-16,0-7-7 0,0 7-4 16,5-7-3-16,-5 7-1 0,0 0-7 0,5-7 3 15,-5 7 0-15,0 0 2 0,0 0-3 16,18 10-1-16,-9-1 0 0,-4 1 4 0,1 4 4 15,-1 1-6-15,1 4 9 0,-1 0 2 16,-3 3-2-16,-2-3-1 0,-2 1 12 16,-1-3-8-16,-5 4 10 0,1-1 13 0,0-3 7 15,-5 0 13-15,-1-5 18 16,-3 2 8-16,-1-2-1 0,-2-4-5 0,-4-1-6 16,3-2-5-16,-5-2-5 0,3-1-3 15,4-4-7-15,-5-4-4 0,3-2-5 0,4-5-7 16,-4-9-3-16,7 3-5 0,7-2-6 15,6-5-6-15,5-7-2 0,2-1-5 16,2 5-7-16,5 4-4 0,-3 6-2 0,-2 5-2 16,3 6 4-16,0 2 1 0,0 3-4 15,2 3 1-15,1 1-3 0,3 3-18 0,10 8-30 16,-1 0-40-16,0 3-36 16,0 1-32-16,-2 1-35 0,0 2-51 0,-1 0-40 15,-7-5-56-15,0-3-63 0,-2 3-61 16,-3-4-75-16,-3-1-99 0,1-3-72 0,-4 2 69 15,-1-4-390-15,-5-4-511 0</inkml:trace>
  <inkml:trace contextRef="#ctx0" brushRef="#br0" timeOffset="38692.93">26828 1905 2640 0,'18'-45'-43'0,"-4"11"66"0,-4 8 68 15,-5 6 48-15,2 3 52 0,-6 2 32 16,1 5 12-16,2 2-16 0,-2-1-27 15,-2 9-17-15,0 0 3 0,0 0 13 16,-21 23 8-16,6 2 5 0,-8 15-2 0,0 6-4 16,1 9-9-16,2 3-20 0,-7 25-23 15,12-18-1-15,-4 3-22 0,3-3-12 16,0 3-8-16,-2-8-5 0,3 1-33 0,-2-6-46 16,-1-7-38-16,4-4-10 0,-2-12-33 15,3-5-34-15,2-5-24 0,-1-7-7 0,4-4-22 16,-1-6-23-16,1-1-8 0,0-4-8 15,8 0 5-15,-16-12 7 0,4-2 11 16,1-1 15-16,-9-14 14 0,7-1 14 0,-1 0 12 16,0-3 19-16,3 3 26 0,-3 3 41 15,6 8 36-15,1 5 29 0,-1 1 28 16,4 4-3-16,-2 1-2 0,5 2-7 16,1 6-5-16,-4-8-1 0,4 8 0 0,0 0 5 15,0 0 6-15,0 0 5 0,21 2 2 16,-4 1-4-16,4-2-7 0,6 3-5 0,14 0-7 15,3-3 1-15,4 1-7 0,2-4-3 16,-3 1-4-16,-1 1 0 0,-12 0 9 16,-5 0-7-16,-8 1-5 0,-2 3 7 0,-4 1 18 15,-2 2 14-15,-2 1 1 0,0 4-1 16,-8 2-1-16,-1 3-6 0,-2 0-3 16,-4 2-10-16,-1 3-3 0,-5 7-6 0,0-4-19 15,-2 0-53-15,-1-2-67 0,-3-1-75 16,4-5-91-16,1-3-92 0,0-4-129 15,-1 0-201-15,2-3 29 0,-2 0 63 16,9-3-286-16,3-4-363 0</inkml:trace>
  <inkml:trace contextRef="#ctx0" brushRef="#br0" timeOffset="39075.54">27002 2327 2717 0,'-3'-18'193'0,"-1"7"48"0,2 1 40 16,1 4 21-16,1 6 6 0,-4-11-8 15,4 11-27-15,-2-6-39 0,2 6-27 0,0 0-10 16,0 0-26-16,0 0-14 16,0 0-13-16,0 0-30 0,-6 29-31 0,6-12-37 15,0 3-40-15,-1 5-28 0,-1-4-14 16,-2 3 2-16,1-4 3 0,3-3 10 16,-2 0-1-16,2-3 1 0,0-2 11 0,0 0 32 15,0-4 36-15,0 1 27 0,0-1 25 16,0-8 13-16,0 12-8 0,0-12-11 0,0 12-11 15,2-5-5-15,-2-7 2 0,7 12-11 16,-5-6-6-16,-2-6-2 0,5 11-12 16,-1-5 9-16,0-2 13 0,-4-4 4 15,7 10 13-15,-1-7 5 0,-6-3 3 16,13 4-12-16,-2-4-9 0,-11 0-13 0,29 0-8 16,-10-3-9-16,5-3-13 0,6-5-36 15,2-1-58-15,3-2-69 0,1-3-66 0,6-5-60 16,-2-2-77-16,0 4-53 0,-6 6-57 15,-4 0-57-15,-5 7-91 0,-4-1-141 16,-4 5 1-16,2-3-518 0,-6 6-702 0</inkml:trace>
  <inkml:trace contextRef="#ctx0" brushRef="#br0" timeOffset="39408.76">27685 2467 3293 0,'0'0'-31'16,"-13"9"74"-16,13-9 60 0,-12 5 46 15,12-5 37-15,-9 1 19 0,9-1 16 16,0 0 11-16,-9 4 2 0,9-4-1 15,0 0-9-15,0 0-12 0,0 0 6 0,-10 3-8 16,10-3-21-16,0 0-19 0,0 0-25 16,0 0-8-16,0 0-14 0,36-12-14 0,-20 5-15 15,-4 3-7-15,2-5 2 0,1 0-10 16,-3 0-4-16,-3 1-3 0,1 3 4 16,-4 0-15-16,-6 5-9 0,0-9-7 0,0 9-4 15,0 0-3-15,-35 2 9 0,9 3-1 16,-11 6 1-16,-8 6 3 0,0 0-2 0,11 1 1 15,6 1-3-15,6 2 1 16,-2-1 0-16,11-1-5 0,5-2 2 0,4-1-2 16,6-3 1-16,6 1 1 0,4 0-1 15,13 3-10-15,7-3 2 0,11 3-11 16,13-3-24-16,3-5-63 0,4-1-114 0,-2-3-108 16,-9-3-103-16,-4-2-121 0,1 0-153 15,-10-3-223-15,-8-3 81 0,-12 0 88 0,-6 2-543 16,-4-3-720-16</inkml:trace>
  <inkml:trace contextRef="#ctx0" brushRef="#br0" timeOffset="40025.58">28795 2460 3485 0,'0'0'-14'0,"-10"0"19"16,10 0 18-16,0 0 52 0,-10 6 60 16,10-6 40-16,0 0 18 0,-1 10 9 0,1-10 7 15,0 8 6-15,0-8-5 0,1 11 1 16,-1-11-11-16,8 10-6 0,-4-7-21 15,-4-3-13-15,13 9-11 0,-5-6-17 16,1 1-9-16,-9-4-16 0,19 2-1 16,-7-2-16-16,-12 0-6 0,24-6-15 0,-10-1 2 15,-3-1-9-15,0-2-9 0,0-4-3 16,-4 2-7-16,-3 2-14 0,-2-2 4 0,-4 3-14 16,-2-1-9-16,-10 3 3 0,-4-2 3 15,-7 6-4-15,-4 0-5 0,-1 6-2 16,-8 6 3-16,-3-1 3 0,-6 9-19 0,5 2 4 15,12 1-4-15,1-1 4 0,3 6 5 16,6-4-5-16,5 3 8 0,7-5 1 0,2 0 0 16,6-1-4-16,2-1 3 0,9-1-3 15,1 1-18-15,12 3-50 0,4-5-63 16,5-1-76-16,4-3-80 0,5-5-85 16,4-2-93-16,-1-4-101 0,11-9-183 15,-3-3 33-15,1-8-502 0,-1-6-679 0</inkml:trace>
  <inkml:trace contextRef="#ctx0" brushRef="#br0" timeOffset="40893.42">29801 2007 3547 0,'0'-11'12'0,"-2"0"49"0,-2 4 25 16,4 7 18-16,-4-8 20 0,4 8 31 16,0 0 39-16,-31 14 18 0,7 4 29 15,-11 11 23-15,-1 5 9 0,0 7-4 16,-2 5-7-16,4 0-19 0,0 0-23 15,1 4-11-15,5 0-27 0,1-2-14 0,6-5-18 16,0-2-11-16,8-11-10 0,-1 0-18 16,5-7-9-16,1-6-6 0,3-5-10 0,1 0-3 15,-3-3-9-15,6-1 2 0,-3-2-10 16,4-6-15-16,0 0-28 0,0 0-20 0,0 0-21 16,0 0-25-16,0 0-29 0,9-29-13 15,-6 15 2-15,-3 3 6 0,-3-3 0 16,-1 3 3-16,-7-1 8 0,-4 2 9 15,-6 3 2-15,-4 2 8 0,-3 3 7 16,-1 4 8-16,-9 1 7 0,10 2 5 0,5 3 2 16,-1 0 13-16,8 2-2 0,-2 1 9 15,7-1-7-15,4 1 8 0,0-3 6 0,5 0 5 16,6 1 10-16,3-1-3 0,6 0 6 16,8 0-5-16,9 1-6 0,6-3 0 15,4-2 6-15,1-4-2 0,-2-4-8 0,5-1-14 16,-2-5-18-16,-2-1 0 0,10-5-7 15,-12 2 4-15,-6 1 1 0,-7 1-2 0,-5 6 6 16,-8-1-4-16,1 3-4 16,-2 1-2-16,-4 2 3 0,-7 1 11 0,0 0 18 15,0 0 28-15,0 0 12 0,-25 29 21 16,4-4 18-16,-10 12 53 0,-1 2 25 16,0 2 2-16,-3 5-10 0,3-1-10 0,2 1-6 15,1-4-113-15,-2 4-24 0,5-3 0 16,1 1 0-16,-1-8 0 0,5-6 0 0,-1-7 0 15,4-3 0-15,0-4 0 0,7-6 0 16,-3-3 0-16,1-1 0 0,0-6 0 0,-2-2 0 16,-5-2 0-16,4-4 0 0,-4-3 0 15,3-1 0-15,2 0 0 0,1-3 0 16,5-1 0-16,3 1 0 0,5 1 0 16,2-1 0-16,5 0 0 0,6-3 0 0,10-7 0 15,5 4 0-15,5 3 0 0,13-3 0 16,2 2 0-16,4-1 0 0,5 3 0 0,1 1 0 15,6-1 0-15,-2-1-52 0,2-2-27 16,-6-4 8-16,-6 0 7 0,-3 0 8 16,-10 0 12-16,-11 5 16 0,-4 0 26 0,-9 4-10 15,-5 3 4-15,-6 0-4 0,-4 4-6 16,-6 0 5-16,-4 2 1 0,-8 3 11 0,-5 3 9 16,-7 3 12-16,-6-1 12 0,-1 8 4 15,6 3 1-15,3 1 1 0,4 2 0 0,5 5 3 16,8-3 7-16,7-1 9 0,3 0 4 15,4 0-5-15,9 10-56 0,8 1 0 16,17 1 0-16,8 2 0 0,12-4 0 16,3-2 0-16,4 1 0 0,0-9 0 0,-6 0 0 15,-6-2-75-15,-12-5-239 0,-16-5-84 16,-3 2-78-16,-7-2-57 0,-7 2-90 0,-7-2-172 16,1-5 20-16,-36 12 80 0,-13 2-498 15,-20 3-657-15</inkml:trace>
  <inkml:trace contextRef="#ctx0" brushRef="#br0" timeOffset="41776.48">27668 3413 3752 0,'-4'-13'246'15,"4"4"39"-15,-4 2 53 0,4 7 33 0,-1-10-8 16,1 10-33-16,-2-7-36 0,2 7-33 16,0 0-27-16,0 0-22 0,0 0-20 0,0 0-20 15,0 0-16-15,0 0-13 0,0 0-14 16,-20 20-10-16,20-20-13 0,-2 9-12 0,2-9-7 16,2 11-7-16,-2-11-8 15,10 11-6-15,-2-5-3 0,1 0-37 0,5-4-26 16,1 4 0-16,2-2 0 0,5-4 0 0,-6 4 0 15,2 0 0-15,-4-3 0 16,0 1 0-16,-4 1 0 0,1 0 0 0,-11-3 0 16,15 6 0-16,-7-3 0 0,-5 2 0 15,5 1 0-15,-8-6 0 0,8 12 0 0,-4-7 0 16,0 1 0-16,-4-6 0 0,7 12 0 16,-3-5 0-16,-1 2 0 0,6-2 0 0,0-1 0 15,4 2 0-15,3-3 0 0,7 2 0 16,-1-4 0-16,6-3 0 0,3 0 0 15,8-3 0-15,-3-1 0 0,-6 3 0 16,-7-4 0-16,0 3 0 0,-6-1 0 0,-4 1 0 16,1-1 0-16,-3 2 0 0,-11 1 0 15,18-3 0-15,-18 3 0 0,11 0 0 16,-11 0 0-16,0 0 0 0,0 0 0 0,0 0 0 16,0 0 0-16,0 0 0 0,13 3 0 15,-13-3 0-15,0 0 0 0,0 0 0 0,10 6 0 16,-10-6 0-16,0 0 0 0,13 3 0 15,-13-3 0-15,21-2 0 0,-5 1 0 0,4-4 0 16,1 1 0-16,6-1 0 16,-4 0 0-16,-3-3 0 0,0 5 0 0,-7-2 0 15,1 2 0-15,-3-1 0 0,-2 3-5 16,-9 1-10-16,17-5 6 0,-17 5 5 16,10 0 6-16,-10 0 3 0,0 0 1 0,0 0-1 15,0 0-1-15,0 0 0 0,3 13 3 16,-3-13-7-16,0 10 0 0,0-10 0 0,0 12 0 15,0-5 0-15,0-7 0 0,7 14 0 16,-3-10 0-16,1 2 0 0,2 1 0 0,3-3-14 16,4 1-32-16,-2-3-5 0,8-1-11 15,-1-1-3-15,2 0-4 0,-2-1 15 16,0-3 4-16,-6 1 13 0,2 1 19 0,-3-2 33 16,-3 3 31-16,-9 1 18 0,16-4-2 15,-16 4-2-15,9-3-4 0,-9 3-9 16,0 0 7-16,0 0-8 0,0 0-30 15,0 0-16-15,0 0 0 0,10 8 0 0,-10-8 0 16,1 9 0-16,-1-9 0 0,4 12 0 16,3-5 0-16,2-2 0 0,2 4 0 0,5-2 0 15,5-3-115-15,1 3-86 0,12 0-58 16,3-2-76-16,-6-1-79 0,-5-2-79 0,-5-1-59 16,0-1-45-16,-4-1-84 0,-3-1-33 15,-7 0-589-15,-7 2-760 0</inkml:trace>
  <inkml:trace contextRef="#ctx0" brushRef="#br0" timeOffset="42092.33">27562 3620 3812 0,'-31'0'109'0,"10"1"22"16,2-1 28-16,7 2 47 16,3-2 37-16,9 0 39 0,0 0 4 0,0 0-4 15,0 0-10-15,0 0-22 0,90 14-21 16,-18-4-26-16,31 5-18 0,5 1-22 16,7-3-17-16,-4 5-12 0,-5-5-17 0,-7 3-7 15,-22-2-22-15,-9-4-37 0,-5 3-48 16,-12-4-60-16,-13-2-53 0,-7-6-44 0,-10 3-35 15,-2 0-36-15,-7-4-57 16,-3 2-61-16,-2 1-70 0,-7-3-87 0,0 0-121 0,0 0-91 16,0 0 72-16,0 0-454 0,0 0-563 15</inkml:trace>
  <inkml:trace contextRef="#ctx0" brushRef="#br0" timeOffset="58756.98">10287 3805 1163 0,'-13'-5'519'0,"8"1"-123"0,5 4-64 0,-11-5-9 16,11 5-30-16,-9-6-9 16,9 6-20-16,-9-2-34 0,9 2-17 15,0 0-19-15,0 0-13 0,0 0-8 0,-20 13 8 16,12 1-12-16,-2 3-5 0,-4 7-6 16,0 3-11-16,1 1-5 0,1 1-15 0,3-2 0 15,-1-5-10-15,2-3-12 0,3 1-12 16,-1-7-7-16,2-1-3 0,1-1-11 0,1-3 23 15,-2-1 22-15,2 0-3 16,2-7-10-16,0 0-5 0,-4 7-17 0,4-7-1 16,0 0-8-16,0 0-19 0,0 0-6 0,4-31-11 15,4 16-7-15,-3-6 6 16,3-1-14-16,0 3-4 0,1-1 0 0,-3 7-8 16,-1-1 0-16,1 6-10 0,-2-1 3 15,0 5 1-15,-4 4 4 0,7-6 5 0,-7 6 6 16,0 0-4-16,17 10-1 0,-9-2 5 15,3 3 2-15,3 1-4 0,-3 1-1 0,4 3-6 16,-3-2-1-16,1-3 0 0,-3 1 5 16,1-4 4-16,-5 1-16 0,1-3 20 15,2 0 5-15,-4-2 15 0,1 2 11 0,-6-6 5 16,13 2 1-16,-13-2-5 0,0 0-7 16,25-12-4-16,-13 4-3 0,-1-3 0 15,2-7-4-15,4-7-2 0,3-2-7 16,-6-2-13-16,2-4-14 0,1 2 0 0,-2 5 0 15,-5 4 0-15,-3 4 0 0,1 7 0 16,-4-1 0-16,2 0-79 0,-3 5-75 0,1 0-49 16,1 1-51-16,-5 6-55 0,2-5-63 15,-2 5-70-15,0 0-75 0,0 0-85 16,0 0-125-16,11 14 14 0,-10-7-586 0,1 1-757 16</inkml:trace>
  <inkml:trace contextRef="#ctx0" brushRef="#br0" timeOffset="59672.66">10663 3995 3270 0,'0'0'-76'0,"0"0"69"0,0 0 58 16,0 0 46-16,0 0 52 0,0 0 40 0,0 0 30 15,0 0 5-15,0 0 6 16,0 0 12-16,0 0-2 0,0 0 3 0,20 0-15 16,-20 0-28-16,9-7-13 0,-2 3-14 15,4 1-18-15,-4-2-8 0,0 0-18 0,2 0-10 16,-2-2-15-16,1 3-6 0,-3-6-7 15,1 2-12-15,-5-3-9 0,4 1-5 0,-3 0-4 16,-2 1-7-16,0 1-11 0,-2-1-10 16,2 9-3-16,-10-12-12 0,4 7-9 15,-5 2-2-15,11 3 5 0,-25 3-10 16,10 2 4-16,-4 2-8 0,2 2 8 0,-2 0-8 16,3 4 0-16,4-1-1 0,-1 1-5 15,4 1 6-15,6-2-2 0,-1 1 12 16,2-3-10-16,2 0 0 0,4 1 5 0,1-2-4 15,3 4-1-15,4-6-4 0,-1 1 7 16,3-1-9-16,0-4-27 0,1 3-25 16,5-5-27-16,-1-1-28 0,-1-1-28 0,6-1-25 15,-5-2-16-15,1 1-18 0,3-4-22 16,-7 1-28-16,1 2-12 0,-2-3 0 0,0-1 2 16,-3 2 10-16,1-1 17 0,-4 2 25 15,2 0 24-15,-8-1 32 0,5 3 35 16,-7-2 35-16,-1 5 38 0,0 0 37 0,0 0 37 15,0 0 40-15,0 0 26 0,0 0 19 16,0 0 11-16,0 0 1 0,0 0 3 16,0 0-4-16,0 0-9 0,0 0-2 15,-12 20-14-15,12-20-3 0,0 11-5 0,0-11-4 16,3 12-3-16,1-6-9 0,1-1-4 16,-5-5-6-16,8 8-7 0,-8-8-5 0,14 4-4 15,-14-4-5-15,14 0-4 0,-14 0-5 16,20-6 0-16,-13 2-3 0,2 2 0 0,-9 2-4 15,14-7-4-15,-8 3-4 0,-6 4 3 16,11-3-6-16,-11 3-3 0,0 0 0 16,0 0 3-16,0 0 17 0,5 12 18 15,-10-1 21-15,-1 5 30 0,-5 13 45 16,0 5 18-16,-1 2 7 0,3 2-3 0,0 1-7 16,-1 2-3-16,0 0-7 0,3 0-6 15,-1 0-13-15,0-7-4 0,1 0-15 0,0-2-8 16,-2-11-11-16,5-2-5 0,-1-5-8 15,-1-2-35-15,1-1-48 0,-3-3 0 0,-4 0 0 16,3-3 0-16,-3-2 0 0,-1-3 0 16,13 0 0-16,-30-4 0 0,12-2 0 0,-2-2 0 15,-5-5 0-15,2-5 0 0,2-3 0 16,0-3 0-16,6-1-39 0,-2-3-164 16,3-1-38-16,7 5-33 0,1 5-49 15,4 1-44-15,2 1-63 0,2 0-43 16,7-3-71-16,2 1-59 0,7-3-101 0,5 5 35 15,2-1-461-15,6 3-597 0</inkml:trace>
  <inkml:trace contextRef="#ctx0" brushRef="#br0" timeOffset="60321.4">11099 4091 3048 0,'5'-3'24'16,"3"-1"59"-16,-8 4 48 0,7-5 31 0,-7 5 20 16,0 0 20-16,10-4 10 0,-10 4 10 15,0 0 8-15,0 0-5 0,0 0-17 0,17 10-18 16,-14-4-16-16,-3-6-13 0,4 9-14 15,1-3-17-15,-5-6-9 0,3 12-9 16,-3-12-13-16,2 9-8 0,-2-9-9 16,-2 7-10-16,2-7-7 0,0 0-26 0,-6 7-19 15,6-7-22-15,0 0-20 0,0 0-17 16,0 0-3-16,-31-17-4 0,24 7 2 16,2 1 2-16,3-2 2 0,-2 2 2 0,2 1 1 15,2 8-2-15,-4-12 3 0,4 12 4 16,2-8 1-16,-2 8 2 0,0 0-1 15,0 0-4-15,0 0-9 0,0 0-11 0,0 0-27 16,42 11-17-16,-26-5-16 0,-2-3-4 16,8 1-10-16,-4-4-10 0,1 3 3 15,3-4-7-15,1-3-9 0,-1-1 1 0,3-2-4 16,5-3 7-16,-5-5 4 0,2-4 10 16,-2-1 9-16,-5-2 13 0,5-4 12 15,-5-3 12-15,-4-4 21 0,2 0 33 0,-1 2 32 16,-5 0 34-16,-3 8 45 0,-4 4 50 15,1 5 14-15,-1 2 4 0,-4 3-7 0,-1 1-10 16,0 8 2-16,-8-6 1 0,8 6 1 16,0 0-7-16,0 0-9 0,-29 17-7 0,20-5-12 15,0 0-6-15,2 5-10 16,-4 1-9-16,6-1-6 0,1 1-10 0,0 1-13 16,4-1-33-16,0 0-35 0,2 1-32 0,0-2-46 15,-4 0-33-15,2 0-35 16,0 0-32-16,-3 4-27 0,-3-1-24 0,-4 0-9 15,3-3 23-15,-5-1 43 0,2-5 58 16,1-2 60-16,0-6 57 0,0-3 59 0,9 0 50 16,0 0 34-16,-24-12 30 0,18 4 22 15,4 1 13-15,0-1 1 0,0 0-19 16,2 8-14-16,2-11-14 0,5 5-16 0,-4 2-14 16,5 0-9-16,-1 0-11 0,5 2-11 15,1 0-21-15,0 1-42 0,-13 1-50 0,25 0-56 16,-9 0-69-16,-1 1-73 0,-2 1-59 15,6-2-86-15,2 2-94 0,2-2-127 16,-1 0 19-16,3-2-286 0,-2 2-347 16</inkml:trace>
  <inkml:trace contextRef="#ctx0" brushRef="#br0" timeOffset="60705.1">12040 3957 2336 0,'0'0'154'16,"0"0"57"-16,0 0 28 0,-7-8 19 0,7 8 15 16,0 0 7-16,0 0-1 15,0 0 1-15,0 0-11 0,0 0-10 0,0 0-29 16,14-6-24-16,-14 6-14 0,13-1-24 16,-13 1-14-16,16 0-23 0,-16 0-5 15,11-1-27-15,-11 1-17 0,18-4-19 0,-18 4-10 16,9-4-6-16,-9 4-5 0,7-5-12 15,-7 5-9-15,4-8-5 0,-4 8-10 0,-2-11-1 16,2 11-13-16,-5-9 0 0,5 9 0 16,-17-7-4-16,7 7 0 0,-3 0 0 0,13 0 3 15,-29 6 1-15,13 1 4 0,-2 0-3 16,0 1 2-16,6 4 2 0,-4 0-2 0,7 0 2 16,-1-2 6-16,2 4 1 15,4 0 5-15,4-2-2 0,2 2 0 0,2-3-7 16,8 5-34-16,3-1-45 0,10 1-62 15,1-2-66-15,9-2-79 0,2-3-64 16,4-5-86-16,4 0-83 0,3-8-97 0,13-6-19 16,0-4-430-16,-1-3-538 0</inkml:trace>
  <inkml:trace contextRef="#ctx0" brushRef="#br0" timeOffset="61560.33">12971 3559 2751 0,'-2'-13'-27'16,"1"2"69"-16,-1 1 44 0,-4 3 43 15,2 2 39-15,4 5 28 0,-17-5 30 16,17 5 19-16,-22 10 4 0,4 1 14 16,-7 9 10-16,0 2 0 0,-3 9 3 0,-1 4-13 15,3-1-14-15,5-5-20 0,3 1-23 16,2 3-19-16,-2-4-15 0,7-1-16 0,4 1-20 16,-2-7-12-16,4-4-5 0,1-1-25 15,2-5-18-15,0 0-20 0,2-1-22 16,0-3-13-16,2 0-24 0,0-3-18 0,-2-5-19 15,8 5-19-15,-8-5 1 0,0 0-4 16,0 0-4-16,0 0-1 0,19-7-3 0,-19 7 1 16,5-10 5-16,-5 5 3 0,0 5 6 15,0-8 3-15,0 8 7 0,-5-7 2 0,5 7 6 16,0 0 5-16,0 0 12 16,-31 8 9-16,22-3 0 0,-3 5-2 0,5-1 6 15,-1 0-1-15,2-2 2 0,2 3 3 16,2-3 0-16,2 1-2 0,0-8 2 15,11 10 0-15,-6-4 4 0,6-2-3 0,3-2-4 16,3-2-12-16,0-2-5 0,4-2-6 16,11-6-7-16,-2 1-14 0,4-1-12 0,-7-2 10 15,-4 1 11-15,-1 3 11 0,-6-1 17 16,-2 2 6-16,-3 2 12 0,-1 0 5 16,-4 3-3-16,-6 2 0 0,0 0 9 0,0 0 13 15,0 0 9-15,-2 24 8 0,-2-9 9 16,-6 3 21-16,-3 15 35 0,-1-2 3 15,2 1 21-15,0 1-9 0,-1-2 2 16,2-1-10-16,-3-4-11 0,4-4-5 0,3-5-7 16,0-3-16-16,-2-1-5 0,2-1-1 15,1-4-10-15,-3-2-7 0,-1 1-17 0,3-1-13 16,-4-2-13-16,-3 0-20 0,3-2-26 16,-3 2-18-16,-1-4-18 0,1 2 0 0,-1-2 0 15,15 0 10-15,-23-4 5 0,14 2-5 16,9 2-3-16,-14-8 1 0,12 0 8 15,2 8 4-15,9-17 4 0,3 3 0 0,10-8-10 16,6 1-12-16,10-2-14 16,7-3 4-16,7 4 3 0,4-2 7 0,7 0 8 15,-3-1 7-15,5 3 4 0,-4-2 4 16,0-2 5-16,-7 3 7 0,-9 0 7 0,-13 5 13 16,-5 0 23-16,-8 7 12 0,-6 3 5 15,-6 0 0-15,-5 3-1 0,-2 5-2 0,0 0-3 16,0 0 2-16,-58 17 3 0,22-2 1 15,1 3 16-15,-6 4 13 0,1 2 13 16,11-3-1-16,1-3-14 0,3 3 7 0,5-1 6 16,6-4-4-16,4-4 2 15,2 2-4-15,4-4-6 0,4 0 3 0,2-1-9 16,2-2-4-16,4 3-7 0,1-5-15 16,4 0-43-16,5 0-42 0,-2-3-35 0,-2 1-39 15,2 1-49-15,3-2-56 0,-7 0-78 16,-1-1-74-16,-4 2-88 0,2-3-104 0,-9 0-139 15,9 5 77-15,-9-5-508 0,0 0-622 16</inkml:trace>
  <inkml:trace contextRef="#ctx0" brushRef="#br0" timeOffset="61857.33">10688 4766 3511 0,'-30'2'119'0,"3"0"-12"0,9-1 19 16,0-1 44-16,9 2 27 0,3-2 1 0,6 0-7 15,0 0-21-15,0 0-16 0,71-2-14 16,2-3-18-16,40-3-11 0,18-7-30 16,16 4-29-16,9-1-22 0,11 2-29 0,5 0-18 15,-2 1-26-15,-1 4-21 16,-10 3-3-16,-14-1-4 0,-19 3-8 0,-36-2-6 0,-18 2-38 15,-19 0-11-15,-9 0 8 16,-14 0 16-16,-7 0 3 0,-7 0-7 0,-7 0-30 16,-9 0-38-16,9 0-71 0,-9 0-99 15,0 0-143-15,0 0-46 0,0 0 54 0,0 0-155 16,0 0-138-16</inkml:trace>
  <inkml:trace contextRef="#ctx0" brushRef="#br0" timeOffset="71536.17">9423 6253 1620 0,'0'0'-30'0,"0"0"31"16,0 0 20-16,0 0 20 0,-6 4 11 16,6-4 13-16,0 0 17 0,0 0 5 0,0 0 8 15,0 0 2-15,0 0 10 0,0 0 6 16,0 0 6-16,0 0 3 0,0 0-1 16,0 0 5-16,0 0 1 0,0 0-12 0,0 0 1 15,0 0-4-15,0 0-3 0,0 0 0 16,0 0 1-16,0 0 1 0,0 0 0 0,0 0-6 15,0 0-12-15,0 0-10 0,0 0-7 16,0 0-12-16,0 0-2 0,18-21-6 16,-15 16-8-16,3-2-2 0,1 0 1 0,0 0-1 15,0 0-5-15,1 0 0 0,-3 2 3 16,4-3-2-16,-4-1 4 0,2 1-1 16,3-4-9-16,-3 5 10 0,1-5-2 0,3 0-4 15,-1 0-7-15,4-3 2 0,-2 3-3 16,2-2-4-16,-1-2 0 0,1 0-5 15,-1 2 2-15,5 3-9 0,-9 1 3 0,2-1 1 16,1 1 7-16,-3 0 0 0,2 1-2 16,-1 1-1-16,2-2 1 0,-7 2-6 0,3 2-1 15,3-3 2-15,-3 3-3 0,-1-3-4 16,3 2 1-16,1-2-7 0,-1 1 2 16,2-1 0-16,1 1-3 0,-1-1 0 15,1-1 1-15,2 0 1 0,0-2-4 0,3 1 2 16,-5 3-4-16,2-2 2 0,0-2-2 15,3 1-2-15,-4 1 2 0,2 0 4 0,-5-1-6 16,2 3 2-16,1-2 0 0,-1 1-5 16,1 1-3-16,-1-2 8 0,1 2-1 15,0-1-1-15,2-1 0 0,1 1 0 0,-2-1 1 16,0 4-1-16,1-2-1 0,2 0-6 16,0-1 8-16,-1 1-7 0,-2 1 8 0,3-2 1 15,-2 2-2-15,0 1 1 0,-1-1-1 16,3 0-1-16,-6 2-1 0,4 0 2 0,4-2-1 15,-4 0 0-15,4 2-3 16,2-2 5-16,-1-1-5 0,9-1 3 0,-3 2-3 16,6-3 1-16,-7 3 0 0,-3-1-1 15,1 3-4-15,1 1 4 0,10-4 2 16,-9 0-1-16,-2 2 4 0,-6 2-1 0,0 1-3 16,-6-1 4-16,2 3 0 0,-1-2 1 15,-1-1-2-15,-1 2-2 0,-11 2 3 0,20-6-2 16,-9 4 0-16,1-2-3 0,4 0 4 15,0 1-2-15,3-1-1 0,6-2 1 0,0 0-1 16,7 0 2-16,-2-2 1 16,-5 5 0-16,11-3-3 0,0-2 1 0,-7 5 1 0,-4 0-1 15,0-3-1-15,0 5 2 16,-7-3 0-16,4 1 3 0,-8 0-1 0,2-1-1 16,-3 1 1-16,1 1-2 0,2-1 1 15,0-1-2-15,3 1-1 0,0-1 0 16,6 1-4-16,-2-1 4 0,3 1 1 0,1 1 1 15,10-3-1-15,-10 4 0 0,0-3 0 16,2 2-1-16,-2 1 2 0,-1-1-6 0,1 0 4 16,0 0 2-16,-7 1 0 0,3-1 0 15,2 0 2-15,-1 2-2 0,-1-1 0 0,-1-3-1 16,5 3-2-16,-1-1 2 16,3 0 1-16,0 1-1 0,-1 1 3 0,1-2-2 15,0 2-4-15,-3 2-9 0,-5-2-8 16,-4 1-12-16,-2-1 2 0,1 0 3 0,-3 0 4 15,-13 0 4-15,19 2 0 0,-19-2 1 16,19 0 5-16,-19 0 3 0,13 0 0 16,-13 0-3-16,16 0 5 0,-16 0-1 0,20 0-1 15,-6-2 4-15,5 1-2 0,2 1-6 16,2-2 8-16,8 2 4 0,-1-2-4 0,10 2-2 16,1-2 4-16,0 2-8 0,-7 2 1 15,-3 0-5-15,-1-2-1 0,-1 2 1 0,-2-1 2 16,-1-1-13-16,-9 0-2 0,2 2 2 15,-4 0 6-15,-1-4-1 0,-1 2-1 16,-13 0 5-16,29 0 9 0,-14 0-1 16,0-2-1-16,6 1-2 0,1-1 6 15,3 0 0-15,0 0 3 0,0 1-3 0,2 1 0 16,0-4 4-16,2 2-1 0,-1 2-1 16,-1-1 4-16,-5 2-4 0,1-2-10 0,0 1 4 15,-1 0-1-15,-6 0-6 0,2 1 4 16,-3-2-1-16,-2 2 4 0,2-1 0 0,-1-1 1 15,5 1 4-15,0-2 0 0,1 2 1 16,3-3-1-16,0 3 3 0,2 0 2 16,2 3-6-16,0-3 7 0,2 0-5 0,-2 2 2 15,10 1-2-15,-2-1 0 0,1 3-2 16,-6-3 8-16,-1 0-4 0,-4 1 3 16,0-1-2-16,-5-1 3 0,-1 1-8 15,3 0 8-15,-6-2-1 0,5 1 2 0,-4-1 0 16,2 0 0-16,5 0 5 0,-6-1-6 15,1 2 5-15,-1-2-4 0,-3 2-7 0,0-1 6 16,-2 0 1-16,-13 0-2 0,29 0 0 16,-14 0 7-16,-1 2-4 0,0-2 0 0,2 0 0 15,1 2-1-15,-2-1-1 16,0-1-1-16,6 2 2 0,1 0-1 0,3 1 4 16,2 1-7-16,-4-2 11 0,4 1-9 15,0-1 6-15,11 4-2 0,-8-2 1 0,-5-1-4 16,-2 2 2-16,-5-3-2 0,-1 3-2 15,-3-3 6-15,-2 0-1 0,0-1-1 16,-12-1 2-16,17 4-2 0,-10-2 4 0,-7-2 2 16,16 2 4-16,-16-2 6 0,15 3 3 15,-6 0 1-15,3 0-1 0,5 3 19 0,2 2 12 16,15 4-2-16,2 0-7 0,1 3 1 16,9 2-7-16,-5 3-3 0,4 1-3 0,-13-7-5 15,-2 3-2-15,-3-2-2 16,0 2-3-16,-9-3-1 0,0-4-4 0,-5 2 3 15,1-3-6-15,-3-1 2 0,-2 0-7 16,0 1 3-16,-4-2 2 0,2 2-1 0,-3 1-2 16,3-2 13-16,-4 1-3 0,3 4 2 15,-1-1 22-15,-1 2-2 0,3 1-5 16,-3-1 3-16,3 1 1 0,-2 2 1 0,1-1-9 16,-1 2 0-16,4-1-3 0,-4 0-2 15,2 3-5-15,-1 1 3 0,1-2-4 0,-2 1-3 16,1-2 1-16,-5-1-3 0,1 0-2 15,2 2 1-15,0-1-4 0,-2-4 4 0,-1 3 1 16,-1 2 11-16,4-1 6 0,-4-1-1 16,0-1-6-16,0 1 14 0,2 1-10 15,0 1 4-15,-2-2 0 0,0-1 0 16,-6 1-3-16,4 2 2 0,1-1-1 0,-3 3-3 16,2-2 20-16,0-1-5 0,0-1-1 15,0 3-5-15,2-1 3 0,-1-3 1 16,1 5-7-16,-2-1 30 0,0-2 15 0,2 1-20 15,-2-2 13-15,-1 2-14 0,3 0-8 16,-2-2 5-16,1 3-13 0,-5-1 5 0,2 1-5 16,1-1-6-16,-3 1-1 0,2 1 3 15,-4-2-4-15,3 1-4 0,-1 1-11 0,0-4 1 16,3 3 4-16,-6 1-4 16,8-6-1-16,-5 2-5 0,2 0 4 0,1-1 18 0,-1 2 3 15,-2 1-10-15,0 1 2 16,0-4 1-16,3 4-4 0,-5-6 0 0,3 6-6 15,-4-7 2-15,4 5-4 0,-1-3-1 16,-1 1 2-16,1-1 11 0,-4 2-1 0,5-3-1 16,-1-1-3-16,1 1 2 0,-6 0-8 15,4 1 2-15,2-2 1 0,-3-2-2 0,0 4-4 16,0-4 2-16,1-1-4 0,2 0 2 16,-1 0-3-16,-2-1-1 0,0 1 1 15,3 0-4-15,-3 1 2 0,-2 0 0 0,-1-1 9 16,2 0-8-16,-1 0-14 0,-1 1 0 15,1-2 0-15,-2 0 0 0,1 2 0 0,-1-1 0 16,1 0 0-16,-2 3 0 16,-1-5 0-16,3 2 0 0,-1-1 0 0,-1-1 0 15,2 4 0-15,-3-5 0 0,3 2 0 16,-4 1 0-16,-4-1 0 0,5-1 0 0,1 3 0 16,-4-1 0-16,2 1 0 0,-1 1 0 15,0 0 0-15,-2-3 0 0,5-1 0 0,-3 4 0 16,2-3 0-16,-2 1 0 0,1 2 0 15,-2-2 0-15,0 0 0 0,3-2 0 0,-1 1 0 16,-2 0 0-16,4-3 0 16,-3 1 0-16,3 0 0 0,-2 0 0 0,-4 1 0 15,0-2 0-15,-3 1 0 0,4-1 0 16,-3 4 0-16,-1-6 0 0,-1 5 0 0,3-3 0 16,1 2 0-16,-4-1 0 0,2-1 0 15,0 2 0-15,0 0 0 0,0 0 0 0,0 0 0 16,2 1 0-16,-2-1 0 0,0-2 0 15,4 0 0-15,0-1 0 0,-1-1 0 0,6 4 0 16,-8-4 0-16,4 2 0 0,-2-2 0 16,0 2 0-16,-4-1 0 0,1-1 0 0,2 2 0 15,-4 0 0-15,0 0 0 0,0 0 0 16,-2 0 0-16,-7 3 0 0,0 0 0 16,7-4 0-16,1 0 0 0,2 0 0 15,3 0 0-15,2 0 0 0,-2-1 0 0,4 1 0 16,1-2 0-16,1 1 0 0,-1-1 0 15,3 0 0-15,-4 1 0 0,0 1 0 16,-1-2 0-16,1 2 0 0,0-1 0 0,-4 0 0 16,2 0 0-16,-3 0 0 0,-2 1 0 15,-3 0 0-15,0-1 0 0,0-1 0 0,0 1 0 16,1 0 0-16,-13 2 0 0,10-1 0 16,0-2 0-16,-10 2 0 0,-1 3 0 0,4-4 0 15,-4 2 0-15,2 0 0 16,-1-1 0-16,-1-1 0 0,9 0 0 0,3 0 0 15,2-1 0-15,-3 0 0 0,7 1 0 16,1-2 0-16,2 1 0 0,-2-1 0 0,4 2 0 16,0 0 0-16,-4 0 0 0,2-1 0 15,-3 2 0-15,0-1 0 0,-1-1 0 0,-4 2 0 16,1 0 0-16,1-1 0 0,-2 2 0 16,-2 0 0-16,2-4 0 0,-2 2 0 0,2 0 0 15,1-1 0-15,-1 1 0 0,2-4 0 16,4 5 0-16,0-2 0 0,2 1 0 0,-2-3 0 15,2 0 0-15,-3 3 0 0,2-2 0 16,-2 2 0-16,-1-1 0 0,3-1 0 16,-7 1 0-16,-4 0 0 0,2 1 0 15,0-1 0-15,-9 1 0 0,0 1 0 0,6 0 0 16,3-3 0-16,0 1 0 0,0 0 0 16,3-3 0-16,-2 4 0 0,3-4 0 0,-4 3 0 15,6-4 0-15,-4 4 0 0,1-1 0 16,0-2 0-16,0 3 0 0,0-3 0 0,4 2 0 15,-1 0 0-15,-4-1 0 0,5 1 0 16,-5 0 0-16,3 0 0 0,1 0 0 0,-6-1 0 16,2 2 0-16,0-2 0 0,-4 0 0 15,2 1 0-15,-2-1 0 0,3 1 0 0,-3 0 0 16,0 0 0-16,3-1 0 16,-3 1 0-16,2 0 0 0,3 0 0 0,3-1 0 15,1 1 0-15,2-2 0 0,0 0 0 16,7 2 0-16,-2-2 0 0,1 0 0 0,12 0 0 15,-23-2 0-15,14 2 0 0,0 2 0 16,9-2 0-16,-20 0 0 0,20 0 0 0,-19 0 0 16,12 2 0-16,-4-2 0 0,-5 0 0 15,1 1 0-15,-2-1 0 0,-3 0 0 0,4 3 0 16,-8-3 0-16,3 1 0 0,1-1 0 16,-1 0 0-16,-3-1 0 0,0 1 0 0,-4-3 0 15,7 2 0-15,-4-1 0 16,3 0 0-16,-3-1 0 0,5 1 0 0,1 0 0 0,-3 2 0 15,4-2 0-15,-3 1 0 16,-1-1 0-16,4-2 0 0,0 3 0 0,0-1 0 16,-1 0 0-16,-1-2 0 0,5 2 0 15,-2 2 0-15,4-2 0 0,-5-2 0 0,5 3 0 16,2-1 0-16,-1-1 0 0,-1 1 0 16,1-2 0-16,3 1 0 0,-2-1 0 0,-1 3 0 15,1-1 0-15,-3-1 0 0,1 1 0 16,-3-1 0-16,0 1 0 0,-2-1 0 0,-4-3 0 15,-1-1 0-15,0 4 0 0,0 0 0 16,-1-4 0-16,-1 2 0 0,-6-4 0 0,6 4 0 16,4-2 0-16,3 0 0 15,-2 2 0-15,3-2 0 0,0 1 0 0,3 2 0 16,1-1 0-16,2 0 0 0,-1 0 0 16,3 1 0-16,0-2 0 0,0 3 0 0,0-2 0 15,-2 1 0-15,5-1 0 0,-2 3 0 16,1-2 0-16,0-2 0 0,-2 0 0 0,0 0 0 15,-2 4 0-15,-1-5 0 0,-3-1 0 16,1 4 0-16,-1-2 0 0,-2-1 0 0,0 1 0 16,-2-2 0-16,4 2 0 0,-1 0 0 15,3 0 0-15,0-1 0 0,2 4 0 0,-1-2 0 16,0-1 0-16,3 4 0 16,4-4 0-16,-4 2 0 0,4 1 0 0,5 3 0 15,-13-6 0-15,9 5 0 0,4 1 0 16,-8-5 0-16,8 5 0 0,-8-3 0 0,8 3 0 15,0 0 0-15,-9-6 0 0,9 6 0 16,-7-5 0-16,0 3 0 0,4-3 0 0,3 5 0 16,-8-6 0-16,8 6 0 0,-7-6 0 15,1 1 0-15,6 5 0 0,-8-7 0 0,8 7 0 16,-6-7 0-16,-1 2 0 0,3 0 0 16,-3 0 0-16,2-1 0 0,-2 2 0 15,1-6 0-15,1 6 0 0,-1-3 0 0,-2 1 0 16,2-2 0-16,1 1 0 0,-1 1 0 15,1-2 0-15,-2 2 0 0,6 0 0 16,-5 0 0-16,4 0 0 0,-2 1 0 0,4 5 0 16,-3-12 0-16,-1 6 0 0,2 0 0 15,2 6 0-15,-2-11 0 0,1 5 0 0,1 6 0 16,-3-10 0-16,3 10 0 0,0-8 0 16,0 8 0-16,-2-11 0 0,2 11 0 15,-2-8 0-15,2 3 0 0,0 5 0 0,0-9 0 16,0 9 0-16,-2-7 0 0,2 7 0 15,0-6 0-15,0 6 0 0,0 0 0 0,2-11 0 16,-2 11 0-16,0 0 0 0,0-7 0 16,0 7 0-16,0 0 0 0,0 0 0 15,0 0 0-15,-2-9 0 0,2 9 0 16,0 0 0-16,0 0 0 0,0 0 0 0,0 0 0 16,0 0 0-16,0 0 0 0,0-6 0 15,0 6 0-15,0 0 0 0,0 0 0 0,0 0 0 16,0 0 0-16,0 0 0 0,0 0 0 15,0 0 0-15,0 0 0 0,0 0 0 0,0 0 0 16,0 0 0-16,0 0 0 0,0 0 0 16,0 0 0-16,0 0 0 0,0 0 0 0,0 0 0 15,0 0 0-15,0 0 0 16,0 0 0-16,0 0 0 0,0-7 0 0,0 7 0 16,0 0 0-16,0 0 0 0,0 0 0 0,0 0 0 15,0 0 0-15,0 0 0 0,0 0 0 16,0 0 0-16,0 0 0 0,0 0 0 15,0 0 0-15,0 0 0 0,0 0 0 0,0 0 0 16,0 0 0-16,0 0 0 0,0 0 0 16,0 0 0-16,0 0 0 0,0 0 0 0,0 0 0 15,0 0 0-15,0 0 0 0,0 0 0 16,0 0 0-16,0 0 0 0,0 0 0 0,0 0 0 16,0 0 0-16,0 0 0 0,0 0 0 15,-4-5 0-15,4 5 0 0,0 0 0 0,0 0 0 16,0 0 0-16,0 0 0 0,0 0 0 15,0 0 0-15,0 0 0 0,0 0 0 0,0 0 0 16,0 0 0-16,0 0 0 16,0 0 0-16,0 0 0 0,0 0 0 0,0 0 0 15,0 0 0-15,0-7 0 0,0 7 0 16,0 0 0-16,0 0 0 0,0 0 0 0,0 0 0 16,0 0 0-16,0 0 0 0,0 0 0 15,0 0 0-15,0 0 0 0,0 0 0 0,-7-5 0 16,7 5 0-16,0 0 0 0,-4-5 0 15,4 5 0-15,0 0 0 0,0 0 0 0,0 0 0 16,0 0 0-16,0 0 0 16,0 0 0-16,0 0 0 0,0 0 0 0,0 0 0 0,0 0 0 15,0 0 0-15,0 0 0 16,0 0 0-16,0 0 0 0,0 0 0 0,0 0 0 16,0 0 0-16,0 0 0 0,0 0 0 15,0 0 0-15,0 0 0 0,0 0 0 0,0 0 0 16,0 0 0-16,0 0 0 0,-25 10 0 15,18-5 0-15,-3 0 0 0,-1 2 0 0,-2 1 0 16,-3 1 0-16,-1 2 0 0,-6 4 0 16,-1 0 0-16,0 2 0 0,-1-1 0 0,2 1 0 15,-1-1 0-15,3-2 0 16,6-3 0-16,0 0 0 0,-2 0 0 0,5-2 0 16,-1 0 0-16,-1-2 0 0,9 0 0 15,-5-3 0-15,5 2 0 0,-2-1 0 0,2-2 0 16,-1 1 0-16,6-4 0 0,-7 7 0 15,7-7 0-15,-7 3 0 0,7-3 0 0,-7 4 0 16,7-4 0-16,0 0 0 0,0 0 0 16,0 0 0-16,0 0 0 0,14-16 0 0,-5 8 0 15,7-7 0-15,4-2 0 0,1-1 0 16,3 0 0-16,1-1 0 0,-7 6 0 0,5-3 0 16,-2 3 0-16,-6 1 0 0,1 2 0 15,0-2 0-15,-2 1 0 0,-1 3 0 16,0-3 0-16,-1 1 0 0,1 2 0 15,1-1 0-15,-3-1 0 0,0 3 0 0,-1-1 0 16,0 1 0-16,-5 1 0 0,3 1 0 16,-2 2 0-16,-1-1 0 0,-5 4 0 0,12-1 0 15,-12 1 0-15,13 8 0 0,-7-3 0 16,3 6 0-16,1-1 0 0,0 2 0 0,-1-2 0 16,3 4 0-16,-1 0 0 0,0-1 0 15,1-1 0-15,-1 3 0 0,0-6 0 16,1 0 0-16,-3 1 0 0,1-3 0 0,0 0 0 15,-3-1 0-15,2 2 0 0,-2-4 0 16,0 0 0-16,-3 0 0 0,3 0 0 16,-3 1 0-16,-4-5 0 0,10 4 0 0,-6 0 0 15,-4-4 0-15,6 4 0 0,-6-4 0 16,5 6 0-16,-5-6 0 0,0 0 0 0,7 4 0 16,-7-4 0-16,0 0 0 0,2 7 0 15,-2-7 0-15,0 0-503 0,-7 6-375 16,1 0-33-16,-3-6 91 0,-3 6-907 0,3 0-1161 15</inkml:trace>
  <inkml:trace contextRef="#ctx0" brushRef="#br0" timeOffset="73336.32">11452 6745 4584 0,'-9'-5'-90'0,"9"5"69"0,-7-5 63 0,1 2 54 16,6 3 57-16,-10-7 42 0,10 7 42 0,-5-9 17 16,5 9 4-16,-8-8-1 0,6 2-14 15,2 6-14-15,0-10-27 0,2 3-16 0,4 1-24 16,-1 0-14-16,4 0-15 16,4 1-14-16,-2 1-16 0,1 0-9 0,1 0-14 15,-2 4-6-15,2 0-11 0,-13 0-7 16,25 6-8-16,-14-2-2 0,1 1-9 0,-2 1-6 15,-1 2 6-15,-2 2-10 0,-3 0-2 16,-2 0-2-16,1 2 1 0,-6 0 0 16,-3 5-12-16,-3 2-12 0,-7 5 0 0,0-2 0 15,-4-1 0-15,7-4 0 0,1-3 0 16,3-3 0-16,4-3 0 0,-3-2 0 16,6 2 0-16,-4-4 0 0,6-4 0 0,-6 9 0 15,6-9 0-15,-1 8 0 0,1-8 0 16,1 12 0-16,-1-12 0 0,4 7 0 15,-4-7 0-15,8 10 0 0,-6-4 0 0,2 0 0 16,-4-6 0-16,6 9 0 0,-6-9 0 16,3 8 0-16,-3-8 0 0,2 13 0 0,-2-8 0 15,0-5 0-15,-4 12 0 0,1-5 0 16,-3 0 0-16,-1-2 0 0,-2 0 0 0,0 2 0 16,-2-2 0-16,-1-1 0 0,1-3 0 15,-3 3 0-15,1-2 0 0,-3-1 0 16,4-1 0-16,-1 2 0 0,-5-2 0 15,5 0 0-15,-3 0 0 0,5 0-588 0,-1 0-134 16,12 0-170-16,-18 0 50 0,18 0 98 16,-10-2-754-16,10 2-943 0</inkml:trace>
  <inkml:trace contextRef="#ctx0" brushRef="#br0" timeOffset="73735.96">11384 6592 3930 0,'-18'-2'-130'0,"-2"2"36"15,-1 0 42-15,-2 6 55 0,-11 5 55 16,-2 1 43-16,-11 7 39 0,0 8 25 16,-1 2 24-16,5 5 10 0,-2 5 18 0,4 4 1 15,5 2 17-15,5 2 17 0,5 0-9 16,6 1-10-16,9 2-13 0,9-12-16 15,6-1-15-15,10 0-15 0,12-1-14 0,9-6-20 16,8-5-14-16,5-5-17 0,5-3-26 16,2-8-36-16,-3-8-30 0,9-4-32 0,4-6-24 15,-1-4-15-15,-1-5-10 0,0-5 6 16,-4-5 6-16,-2-2 4 0,-5-9 13 0,-7 2 15 16,-2-6 16-16,-7-2 20 15,-4-2 8-15,-9-8 19 0,-6 1-8 0,-7-6 5 16,-8 4-10-16,-8 3-6 0,-7 5 2 15,-9 10-7-15,-8 5-16 0,-12 9-30 0,-8 11-40 16,-9 9-49-16,-3 8-61 0,-7 7-68 16,-1 5-73-16,-20 9-73 0,21-2-70 0,-14 8-73 15,20-3-134-15,2-1 0 0,6 0 79 16,3-5-427-16,10 1-490 0</inkml:trace>
  <inkml:trace contextRef="#ctx0" brushRef="#br0" timeOffset="74019.34">10471 6861 3154 0,'-32'4'175'15,"5"-1"15"-15,4 1 30 0,6-2 46 16,5-1 32-16,0 2 22 0,12-3-16 0,-22 0-27 15,22 0-24-15,-7 2-14 0,7-2-17 16,0 0-26-16,0 0-20 0,57 4-12 16,-13-8-22-16,5 2-40 0,16-6-68 15,0-1-79-15,-1 3-81 0,3-4-84 16,-5-3-115-16,-8 3-108 0,-11-2-107 0,-3 1-152 16,-12-2 17-16,-6 4 71 0,-13-1-444 15,-6 0-522-15</inkml:trace>
  <inkml:trace contextRef="#ctx0" brushRef="#br0" timeOffset="74208.66">10785 6563 3099 0,'0'0'150'0,"-7"-6"25"15,7 6-1-15,0 0 2 0,0 0 32 16,0 0 46-16,0 0 30 0,-13 25 29 0,8-3-21 16,4 14-22-16,-3 3-15 0,2 7-23 0,-2 10-15 15,1 4-20-15,-3 1-24 16,4-3-43-16,0-12-68 0,-6 7-71 0,4-9-86 15,1-4-91-15,-3-2-101 0,3-4-80 16,-3-9-91-16,4-3-118 0,-3-6-122 0,5-2 67 16,-1-3-510-16,1-6-608 0</inkml:trace>
  <inkml:trace contextRef="#ctx0" brushRef="#br0" timeOffset="75735.27">8415 5492 3246 0,'-8'8'-85'0,"-3"1"32"0,3-1 32 15,2 3 23-15,-1-2 36 0,3 1 35 0,3 0 30 16,-3 0 11-16,4-1 13 16,4-1 10-16,1 1 11 0,6 0 18 0,5-4 8 15,7-2 0-15,8-3-8 0,10-7-10 16,16-5-17-16,2-5-11 0,1-5-12 15,1-1-14-15,1-2-13 0,-2-4-10 0,13-8-9 16,-17 6-27-16,-3 2-35 0,-5-3-40 16,-8 3-62-16,-11 7-79 0,-7 1-90 0,-6 4-102 15,-9 6-98-15,-3 5-162 0,-6 1 20 16,2 5-354-16,0 0-437 0</inkml:trace>
  <inkml:trace contextRef="#ctx0" brushRef="#br0" timeOffset="75951.37">8587 5931 3028 0,'-16'6'217'15,"5"0"17"-15,3-3 25 0,0 0 18 0,8-3 14 16,0 0-3-16,-5-13-13 0,6 2-26 16,11-4-28-16,11-10-30 0,12-6-13 0,4 2-24 15,5-6-42-15,2 0-49 0,4 4-68 16,3-2-68-16,-3 2-84 0,-1 5-103 15,-1 0-99-15,-7 4-109 0,-6 5-171 0,-6 2-31 16,0 1 68-16,-11 3-352 0,-2 3-432 16</inkml:trace>
  <inkml:trace contextRef="#ctx0" brushRef="#br0" timeOffset="87884.19">7436 4845 882 0,'0'0'199'0,"3"5"-18"0,-3-5-8 15,0 0 6-15,0 0 4 0,4 5 10 16,-4-5 2-16,0 0 1 0,0 0 15 16,0 0-1-16,0 0 4 0,0 0-1 15,0 0 3-15,7 8-1 0,-7-8-8 16,0 0-2-16,0 0-7 0,0 0-3 0,0 0-7 16,0 0-6-16,0 0-7 0,0 0-3 15,0 0-2-15,0 0-4 0,0 0-2 0,0 0 11 16,0 0-3-16,0 0 3 0,0 0-1 15,0 0-1-15,0 0-14 0,0 0-13 0,0 0-14 16,0 0-14-16,0 0-11 0,0 0-10 16,-36-10-11-16,29 4-3 0,-2 0-13 15,-2 3-6-15,2-1-8 0,-2-2-5 16,-1 3 1-16,3-2-7 0,-2 1-6 16,-3-1-1-16,1 0-8 0,-3 2-4 0,3-1 3 15,0 0-6-15,-4 0-5 0,3 2 0 16,1 0 1-16,-3 0 2 0,3 2-10 0,13 0 0 15,-28 0 3-15,15 0-5 0,13 0 5 16,-27 0-8-16,13 0-1 0,14 0 2 0,-22 4 0 16,12-4-2-16,10 0 8 0,-19 2-2 15,11 2-11-15,8-4 0 0,-16 1 0 16,16-1 0-16,-18 1 0 0,18-1 0 16,-17 2 0-16,9 0 0 0,8-2 0 0,-17 4 0 15,5-2 0-15,5 2 0 0,-2-1 0 16,1 1 0-16,8-4 0 0,-15 7 0 15,7-4 0-15,1 1 0 0,7-4 0 0,-16 9 0 16,12-7 0-16,4-2 0 0,-12 7 0 16,5-2 0-16,2-1 0 0,5-4 0 0,-12 11 0 15,7-7 0-15,-2 0 0 0,7-4 0 16,-9 10 0-16,6-4 0 0,-3-1 0 0,6-5 0 16,-7 10 0-16,0-6 0 15,7-4 0-15,-5 10 0 0,-1-3 0 0,4-2 0 16,2-5 0-16,-4 10 0 0,1-5 0 0,3-5 0 15,-7 12 0-15,5-7 0 16,2-5 0-16,-3 14 0 0,-1-9 0 0,2 2 0 16,2-7 0-16,-2 12 0 0,2-12 0 15,-1 10 0-15,-1-3 0 0,2-7 0 0,-4 12 0 16,4-7 0-16,0-5 0 0,0 15 0 16,0-9 0-16,0-6 0 0,-2 15 0 0,2-7 0 15,0 0 0-15,0-8 0 0,0 18 0 16,-2-13 0-16,2 5 0 0,0-10 0 15,2 14 0-15,-2-7 0 0,0 2 0 0,0-9 0 16,0 13 0-16,0-3 0 16,0-3 0-16,0 3 0 0,0-10 0 0,0 15 0 0,0-8 0 15,0 0 0-15,0-7 0 16,2 15 0-16,-2-8 0 0,0 0 0 0,0-7 0 16,2 12 0-16,-2-5 0 0,4 0 0 15,-4-7 0-15,1 11 0 0,-1-11 0 0,2 13 0 16,-2-7 0-16,2 1 0 0,0 0 0 15,-2-7 0-15,5 14 0 0,-5-7 0 0,5-1 0 16,-3 1 0-16,0 3 0 0,1-4 0 16,1 0 0-16,0 3 0 0,1-1 0 15,-3 1 0-15,2-2 0 0,2 0 0 0,-2-1 0 16,0 2 0-16,0-2 0 16,1 2 0-16,1-1 0 0,-5-3 0 0,4 4 0 15,-5-8 0-15,9 12 0 0,-5-7 0 16,0 1 0-16,1 0 0 0,-1 0 0 0,2 0 0 15,-6-6 0-15,11 11 0 0,-7-5 0 16,4-1 0-16,-5 0 0 0,6 0 0 0,-4 0 0 16,2 1 0-16,1-1 0 0,-2 0 0 15,2-2 0-15,-1 2 0 0,2-1 0 16,-2 1 0-16,2-2 0 0,-2 1 0 0,4 1 0 16,-2-2 0-16,0 1 0 0,3-1 0 15,-3 1 0-15,2-1 0 0,1-1 0 16,1 1 0-16,-2-1 0 0,2 2 0 0,-2-3 0 15,2 0 0-15,-13-1 0 0,23 2 0 16,-13 0 0-16,-10-2 0 0,20 0 0 16,-20 0 0-16,23-2 0 0,-12 0 0 0,3 1 0 15,-3-2 0-15,3-1 0 0,1 1 0 16,2-1 0-16,-4-1 0 0,1 0 0 0,1 1 0 16,-1-1 0-16,1 2 0 0,-1-2 0 15,-7 2 0-15,2-1 0 0,-9 4 0 0,20-3 0 16,-15-1 0-16,-5 4 0 0,15-8 0 15,-7 8 0-15,0-5 0 0,-1 1 0 16,3-1 0-16,-1-2 0 0,2-1 0 16,1 2 0-16,0-2 0 0,-1-3 0 15,2 3 0-15,-1 0 0 0,0-1 0 0,-5 1 0 16,0 2 0-16,3-2 0 0,-7 3 0 16,6-1 0-16,-6 2 0 0,1-4 0 0,3-1 0 15,-5 4 0-15,-2 5 0 0,10-13 0 16,-6 7 0-16,0 0 0 0,-1-2 0 0,1 3 0 15,-2-3 0-15,4 4 0 0,-3-6 0 16,2 5 0-16,0-1 0 0,-5 6 0 0,6-14 0 16,-2 7 0-16,-3 0 0 0,1-2 0 15,0 1 0-15,2-3 0 0,-4 3 0 0,0-2 0 16,2-2 0-16,1-2 0 16,-2 0 0-16,-1 0 0 0,2 1 0 0,-2-3 0 15,2 3 0-15,-2 1 0 0,-2-2 0 16,2 3 0-16,-2-2 0 0,2 0 0 0,-4 2 0 15,2-1 0-15,0 1 0 0,-2 1 0 16,2-2 0-16,-1 2 0 0,-1 0 0 0,0-2 0 16,1 1 0-16,-1 0 0 0,-1 0 0 15,0 1 0-15,-1-2 0 0,1-3 0 0,-1 3 0 16,-2 1 0-16,2-1 0 0,-3 0 0 16,0 1 0-16,-1-1 0 0,0 0 0 0,-2 3 0 15,0 1 0-15,-1-4 0 0,-5 5 0 16,5-1 0-16,-4 1 0 0,0 2 0 15,-1 0 0-15,-1 3 0 0,1 0 0 16,-4 2 0-16,-1 0 0 0,3 0 0 0,-1 2 0 16,-6 1 0-16,2 1 0 0,6 0 0 15,2 0 0-15,2-3 0 0,1-1-311 16,14 0-719-16,-13-5 83 0,10 1 103 0,3 4-877 16,3-13-1153-16</inkml:trace>
  <inkml:trace contextRef="#ctx0" brushRef="#br0" timeOffset="89666.34">12264 2817 4239 0,'2'-9'-269'0,"-2"9"60"0,2-7 52 16,-2 7 47-16,0 0 44 0,2-10 39 16,-2 10 39-16,0-9 24 0,0 9 36 0,0 0 20 15,-4-10 4-15,4 10 7 0,-3-8 7 16,3 8-2-16,-10-7-8 0,4 2 4 0,0 0-5 16,-1-1-7-16,-2 2-3 0,-1-2-6 15,-1-1-5-15,-7 1-7 0,1 0-1 16,-2-2-9-16,0 1-4 0,-2 2 4 0,0-2-6 15,1-1 8-15,-3 3-2 16,1-1-6-16,-1 0-3 0,1 2-6 0,-3-1-7 16,0 0-3-16,-2 1-7 0,2-1-1 15,0 3 0-15,-2-2-1 0,-2 3 2 0,0 1 2 16,1 0 4-16,-3 0-3 0,5 0-3 16,-3 1-4-16,0 2-3 0,2 0 3 15,1-1-2-15,-1 1-2 0,2 1-4 0,1 1-3 16,-1 0 0-16,2-1-2 0,2 2-4 15,-2 1 0-15,4 0 0 0,0 0 1 0,2 0 0 16,1 0-3-16,2-2 0 16,-4 3-4-16,3 1 5 0,-1-1-1 0,4 1 0 15,-6 3 3-15,3 0-5 0,1-2 0 16,3 2 1-16,0-2 0 0,-1 1 0 16,1-1 1-16,1 3-2 0,1-1-3 0,-1-3 3 15,-2 3-2-15,5-2-1 0,0 5 3 16,-1-3-1-16,0-1 2 0,2 3 1 0,1 0-3 15,-1-1 3-15,5 1 0 0,-3-3-1 16,-2 6-14-16,3-4-2 0,3 1 4 16,-1 0-2-16,2-1 6 0,-1 1-1 0,3 2 1 15,1-1 1-15,0 1 2 16,-2-1 1-16,3-1 2 0,-1 1 1 0,-1 1 4 0,3-3 5 16,0 1 3-16,-2 2 1 0,2-3-4 15,-1 1 3-15,1-1 3 0,0 1 1 16,2-2 6-16,-1 2 6 0,0-2 6 15,2 0 5-15,-2 0 4 0,2 1-4 16,-3-4 2-16,2 3 2 0,1-3 1 0,1 0-4 16,-3 2-6-16,1-2 0 0,3 1-3 15,1-2 11-15,1 4-8 0,0-3-4 0,5 2-7 16,0-2 1-16,4 3-2 0,6 0-6 16,1-1-1-16,0 1-1 0,-4-4 6 15,-4 1-4-15,-1-1 0 0,3 0-9 0,-2-1 1 16,2 0 1-16,-2-2 1 15,2 0-3-15,0-2 3 0,1 2-9 0,1-1 6 16,2 1-6-16,7-1-3 0,-4-1 6 16,-1-1 0-16,-2 2-4 0,13 0-2 0,-8-2 8 15,-3 0-8-15,-1-1 5 0,1-1-6 16,-1 0 2-16,-3 2 1 0,0-2 1 16,0 0 17-16,-3-2 11 0,2 2-1 0,2-1 5 15,-4-1-5-15,3 0-4 0,-5-2 2 16,3 0 23-16,-2 2 11 0,0 0 0 0,-4-1 7 15,3-2 3-15,-4 1 1 0,0-1 1 16,0 0 0-16,0-2 2 0,-1 2 1 0,1-3-8 16,-3 0-1-16,1 0-28 0,-2-1-42 15,-1-1 0-15,5-2 0 0,-3 0 0 16,1-4 0-16,-1 1 0 0,4-8 0 16,-2 0 0-16,-1 0 0 0,3-6 0 15,-5 2 0-15,-3-7 0 0,2-2 0 0,-3-5 0 16,2 3 0-16,-7-2 0 0,1-3 0 15,0 4 0-15,-4 3 0 0,-4 0 0 0,-2-1 0 16,-5 3 0-16,-2 4 0 0,-12-7 0 16,-8 2 0-16,-5 2 0 0,-5 2 0 0,-11 4 0 15,-3 0 0-15,-6 5 0 16,-5-2-112-16,0 11-183 0,-2 1-59 0,2 2-43 16,5 6-57-16,9 6-56 0,6-2-74 15,1 3-182-15,6 2 0 0,0 1 91 16,7 3-440-16,2-1-584 0</inkml:trace>
  <inkml:trace contextRef="#ctx0" brushRef="#br0" timeOffset="90749.41">16823 4242 2749 0,'0'0'-175'0,"3"-11"50"16,-3 5 49-16,0 6 42 0,0-18 31 15,-1 10 29-15,-1-2 20 0,-4-1 18 0,3 3 10 16,-3-4 12-16,-2 2 10 0,-2-1 11 15,-2 1 11-15,-1 1 6 0,1 3 3 16,-6 0-13-16,1 3 8 0,-4 0 5 0,-4 6 7 16,-2 0 5-16,-11 8 0 15,1 1-1-15,-10 7 1 0,2 1 0 0,1 4 3 16,4 5 0-16,2 0 2 0,8 5-9 16,-1 1 1-16,8 3-6 0,8-4-3 0,7 2-5 15,6 3 2-15,6-3-9 0,10 9-8 16,6 0-9-16,12-6-6 0,4 1-9 15,7-6-6-15,5-2-3 0,5-1-12 0,2-4-4 16,4-4-8-16,6-5-3 0,-1-4-7 16,4-1-4-16,-2-5 0 0,-5-7-3 0,-7-1 1 15,-1-2-6-15,2-7-1 0,-1-2-3 16,-6-3 25-16,-16-2 31 0,10-9-4 16,-10-7 20-16,0-4 13 0,-7-5 2 15,-2-7 0-15,-10-4-14 0,-1 0-6 0,-8-4-13 16,-6-2-7-16,-6 2-11 0,-9 5-6 15,-4 5-9-15,-10 5-7 0,-8 6-11 0,-13 6-7 16,-3 4-52-16,-6 6-42 0,-4 6-37 16,-2 4-52-16,5 6-43 0,10 3-50 0,3 0-78 15,3 5-79-15,-1 0-90 0,10 2-114 16,1 3-169-16,9-5 68 0,6 4-547 16,6-2-724-16</inkml:trace>
  <inkml:trace contextRef="#ctx0" brushRef="#br0" timeOffset="94216.52">8852 3252 3174 0,'0'0'-186'0,"0"0"58"15,0 0 33-15,-9 2 27 16,9-2 23-16,0 0 15 0,0 0 13 0,0 0 8 16,0 0 4-16,0 0 7 0,0 0 6 15,0 0 13-15,0 0 9 0,0 0 10 0,0 0 4 16,0 0 14-16,0 0 13 0,-18 0 1 15,18 0 6-15,0 0 6 0,0 0-1 0,0 0 13 16,0 0-7-16,0 0-12 0,0 0-2 16,0 0-4-16,0 0 0 0,0 0-11 15,0 0 2-15,0 0-1 0,13-19 7 0,-13 19-2 16,0 0-12-16,7-5 0 0,-7 5 1 16,9-5-2-16,-9 5-4 0,7-6-8 0,-7 6 14 15,9-5-4-15,-9 5 11 16,14-4 3-16,-6 2 0 0,-8 2 6 0,11-6-1 15,-11 6 1-15,12-4 0 0,-12 4-1 16,9-7-5-16,-9 7-7 0,7-3-6 16,-7 3-2-16,10-3-6 0,-10 3-8 0,0 0 0 15,10-5-5-15,-10 5-3 0,0 0-3 16,11-3 2-16,-11 3 6 0,0 0 2 0,14-2 6 16,-14 2-7-16,0 0-7 0,13-4-4 15,-13 4 0-15,0 0-2 0,0 0 6 16,17 0-9-16,-17 0-4 0,0 0 1 0,13 0-1 15,-13 0 0-15,0 0-4 0,0 0 2 16,19 0 4-16,-19 0 5 0,0 0 5 16,13 4-2-16,-13-4-3 0,11 2 1 15,-11-2-4-15,0 0-3 0,12 3 7 0,-12-3-5 16,8 2-1-16,-8-2-3 0,0 0-1 16,12 3-2-16,-12-3-1 0,0 0 2 0,9 6 0 15,-9-6-3-15,7 3 1 0,-7-3-1 16,8 4 10-16,-8-4-13 0,8 4-2 15,-8-4 5-15,8 6 0 0,-8-6-3 0,5 5 7 16,-5-5 8-16,7 4 12 16,-7-4-1-16,7 4-3 0,-7-4-2 0,7 8-3 15,-7-8-5-15,6 5 1 0,-6-5 1 16,5 7 1-16,-5-7 6 0,6 7 5 0,-6-7-6 16,5 8 1-16,-5-8-3 0,5 7 3 15,-5-7-2-15,8 9-2 0,-8-9-3 16,5 8-2-16,-3-5-2 0,-2-3 4 0,5 11-1 15,-5-11 5-15,7 8 0 0,-3-4 6 16,-4-4-5-16,3 10-1 0,-3-10 1 0,6 8 6 16,-4-2 0-16,-2-6 2 0,3 8-2 15,-3-8 8-15,4 9 1 0,-4-9-16 16,6 8-1-16,-6-8 0 0,2 9 7 16,-2-9-7-16,4 7 8 0,-4-7-12 15,4 9 4-15,-4-9 3 0,4 7-4 0,-4-7-1 16,1 8-1-16,-1-8 5 0,2 6 0 15,-2-6-2-15,4 8-1 0,-4-8-6 0,4 8 3 16,-4-8 2-16,1 7-3 0,-1-7-1 16,2 8 1-16,-2-8-8 0,5 10 2 15,-5-10 1-15,4 6 1 0,-4-6-2 0,3 11-2 16,-3-11 0-16,4 8-1 0,-4-8-1 16,4 8 0-16,-1-2-1 0,-3-6 0 0,2 7-6 15,-2-7 6-15,4 8-6 0,-4-8 7 16,4 9-1-16,-4-9-3 0,2 8 8 15,-2-8-9-15,4 7 2 0,-4-7 2 0,2 9 16 16,-2-9 5-16,2 8 1 0,-2-8-2 16,2 9 0-16,-2-9-6 0,2 8 5 15,-2-8-3-15,0 6 0 0,0-6-8 16,0 10 8-16,0-10-2 0,0 10-5 0,0-10 3 16,0 8 0-16,0-8-6 0,0 11-1 15,0-11 3-15,1 8-3 0,-1-8 1 0,0 9-1 16,0-9-5-16,-1 8 1 0,1-8 1 15,0 11 2-15,0-11-3 0,-2 8 1 16,2-8 4-16,0 9 10 0,0-9-16 16,-2 8-7-16,2-8 0 0,-2 11 0 15,2-11 0-15,-2 7 0 0,2-7 0 0,-2 9 0 0,2-9 0 16,0 0 0-16,-2 9 0 16,2-9 0-16,0 0 0 0,0 9 0 0,0-9 0 15,-4 5 0-15,4-5 0 0,0 0 0 16,0 0 0-16,-2 9 0 0,2-9 0 0,0 0 0 15,0 0 0-15,-4 6 0 0,4-6 0 16,0 0 0-16,0 0 0 0,0 0 0 16,-2 9 0-16,2-9 0 0,0 0 0 0,0 0 0 15,-3 8 0-15,3-8 0 16,0 0 0-16,-4 6 0 0,4-6 0 0,0 0 0 0,-4 6 0 16,4-6 0-16,0 0 0 0,-7 8 0 15,7-8 0-15,-5 5 0 0,5-5 0 16,-3 7 0-16,3-7 0 0,0 0 0 15,-6 7 0-15,6-7 0 0,-4 7 0 16,4-7 0-16,-5 4 0 0,5-4 0 0,-8 8 0 16,8-8 0-16,-6 5 0 0,6-5 0 15,-6 7 0-15,6-7 0 0,-9 6 0 0,9-6 0 16,-9 7 0-16,4-3 0 0,5-4 0 16,-11 6 0-16,11-6 0 0,-9 7 0 15,5-1 0-15,4-6 0 0,-12 7 0 0,9-4 0 16,3-3 0-16,-11 6 0 15,11-6 0-15,-13 7 0 0,8-5 0 0,5-2 0 16,-9 7 0-16,9-7 0 0,-9 5 0 16,9-5 0-16,-13 6 0 0,8-4 0 0,5-2 0 15,-11 6 0-15,11-6 0 0,-12 5 0 16,12-5 0-16,-9 3 0 0,9-3 0 0,-10 6 0 16,10-6 0-16,-12 3 0 0,12-3 0 15,-9 5 0-15,9-5 0 0,-9 4 0 16,9-4 0-16,0 0 0 0,-12 3 0 0,12-3 0 15,-8 3 0-15,8-3 0 0,0 0 0 16,-9 6 0-16,9-6 0 0,0 0 0 16,-14 4 0-16,14-4 0 0,-9 1 0 15,9-1 0-15,-12 3 0 0,12-3 0 0,-13 5 0 16,13-5 0-16,-11 5 0 0,11-5 0 16,-14 2 0-16,14-2 0 0,-11 3 0 0,11-3 0 15,-12 2 0-15,12-2 0 0,0 0 0 16,-15 2 0-16,15-2 0 0,0 0 0 15,-15 2 0-15,15-2 0 0,0 0 0 0,-15 0 0 16,15 0 0-16,0 0 0 0,-16-2 0 16,16 2 0-16,0 0 0 0,-15-2 0 0,15 2 0 15,-11-3 0-15,11 3 0 0,-14-4 0 16,14 4 0-16,-11-5 0 0,4 2 0 0,7 3 0 16,-12-5 0-16,12 5 0 15,-11-9 0-15,5 6 0 0,6 3 0 0,-10-10 0 16,6 4 0-16,-3 1 0 0,7 5 0 15,-7-10 0-15,3 4 0 0,-1 2 0 16,5 4 0-16,-9-14 0 0,5 9 0 0,-1-1 0 16,3 0 0-16,2 6 0 0,-5-12 0 15,0 5 0-15,1-1 0 0,0 2 0 0,4 6 0 16,-5-13 0-16,3 6 0 0,0 0 0 16,2 7 0-16,-3-14 0 0,1 7 0 0,0 1 0 15,-1-3 0-15,3 9 0 0,-2-16 0 16,0 9 0-16,2 7 0 0,0-12 0 15,0 4 0-15,0 8 0 0,0-14 0 16,0 8 0-16,0 6 0 0,0-15 0 16,0 9 0-16,2-1 0 0,-2 7 0 0,0-14 0 15,0 7 0-15,0 7 0 0,2-13 0 16,1 6 0-16,-3-2 0 0,2 2 0 0,-2 7 0 16,3-13 0-16,-3 5 0 0,0 8 0 15,0-13 0-15,2 6 0 0,-2 0 0 0,0 7 0 16,4-13 0-16,-4 6 0 0,2 0 0 15,0-1 0-15,-2 8 0 0,1-17 0 0,1 9 0 16,0 2 0-16,0-3 0 16,0 2 0-16,0-2 0 0,-2 9 0 0,4-13 0 15,-2 6 0-15,0 0 0 0,-2 7 0 16,2-10 0-16,-2 10 0 0,4-8 0 16,-4 8 0-16,1-12 0 0,-1 12 0 0,4-8 0 15,-4 8 0-15,4-12 0 0,1 5 0 16,0 0 0-16,2-1 0 0,-3-1 0 0,3 2 0 15,1 0 0-15,0 1 0 0,1 0 0 16,-1 0 0-16,-1-1 0 0,2 2 0 0,-4-1 0 16,2 3 0-16,-7 3 0 0,10-8 0 15,-10 8 0-15,10-5 0 0,-10 5 0 16,5-6 0-16,-5 6 0 0,8-6 0 0,-8 6 0 16,0 0 0-16,5-2 0 15,-5 2 0-15,0 0 0 0,0 0 0 0,0 0 0 16,11-5 0-16,-11 5 0 0,0 0 0 15,0 0 0-15,0 0 0 0,0 0 0 0,0 0 0 16,0 0-99-16,0 0-564 0,0 0-220 16,-25 15-53-16,11-6 112 0,-3 1-804 0,-12 4-1066 15</inkml:trace>
  <inkml:trace contextRef="#ctx0" brushRef="#br0" timeOffset="97581.59">5881 6620 4056 0,'-9'1'-268'0,"9"-1"39"16,0 0 37-16,-13 0 32 0,13 0 27 15,0 0 34-15,0 0 19 0,-14 0 17 16,14 0 12-16,0 0 19 0,-10 4 19 0,10-4 14 16,0 0 17-16,-8 2 14 0,8-2 11 15,0 0 9-15,0 0 11 0,0 0 8 16,-13 4 16-16,13-4 17 0,0 0 9 0,0 0 0 16,0 0 6-16,0 0-2 0,-10 3-5 15,10-3 4-15,0 0 2 0,0 0-8 0,0 0-1 16,0 0-3-16,0 0-3 0,0 0-3 15,0 0-3-15,0 0 0 0,0 0-1 0,0 0 1 16,0 0 1-16,0 0 4 0,0 0 5 16,0 0 0-16,0 0 0 0,0 0-9 15,0 0-10-15,0 0-7 0,0 0-12 16,34-13-1-16,-24 12-9 0,1-2-3 16,-11 3-8-16,22-4-3 0,-11 2 0 0,3 0-9 15,-3 0-3-15,2 2-2 0,1-3-4 16,-14 3-3-16,18-1 0 0,-8-1-3 0,-10 2-3 15,17-2-4-15,-17 2-2 0,17-1 1 16,-17 1-4-16,0 0-3 0,15 0 2 16,-15 0 0-16,0 0 1 0,18 0-6 0,-18 0 6 15,0 0-4-15,0 0-2 16,16 1 2-16,-16-1 4 0,0 0-2 0,14 0 1 16,-14 0 7-16,0 0 0 0,15 0 7 15,-15 0-3-15,0 0-4 0,14 2-3 0,-14-2-4 16,0 0 11-16,15 2 1 0,-15-2 7 15,0 0 8-15,13 0 0 0,-13 0 5 0,0 0 4 16,15 1 3-16,-15-1 3 0,0 0-4 16,14 0-6-16,-14 0-3 0,0 0-4 15,13 3 4-15,-13-3-16 0,0 0 4 0,14 0-3 16,-14 0 5-16,0 0-6 0,13 0 0 16,-13 0 3-16,0 0 2 0,16 0 16 0,-16 0-4 15,0 0 2-15,12 2-1 0,-12-2-6 16,0 0-9-16,12 2 4 0,-12-2-4 15,0 0-3-15,0 0-4 0,12 2-2 16,-12-2 2-16,0 0-5 0,0 0 4 0,7 6-7 16,-7-6-1-16,0 0 0 0,0 0 1 15,9 2-2-15,-9-2 3 0,0 0-4 16,10 6 2-16,-10-6-1 0,0 0 2 0,6 7 6 16,-6-7 5-16,5 4 5 0,-5-4-6 15,4 4 5-15,-4-4-2 0,6 7 0 0,-6-7-2 16,3 7 0-16,-3-7 0 0,5 6-2 15,-5-6 2-15,6 5-1 0,-6-5-17 16,3 8 1-16,-3-8 3 0,4 9 4 0,-4-9-3 16,5 8 3-16,-5-3 4 0,0-5-3 15,4 11 2-15,-4-11 1 0,4 8-1 16,-4-8 1-16,5 11 2 0,-5-11-3 0,0 8-2 16,0-8 0-16,1 8 4 0,-1-8-3 15,2 11 12-15,-2-11-16 0,2 8-8 16,-2-8 0-16,2 10 0 0,-2-10 0 0,2 9 0 15,-2-9 0-15,2 12 0 0,-2-6 0 16,0-6 0-16,0 9 0 0,0-9 0 0,0 12 0 16,0-12 0-16,1 8 0 0,-1-8 0 15,0 9 0-15,0-9 0 0,0 9 0 16,0-9 0-16,0 11 0 0,0-11 0 0,0 10 0 16,0-10 0-16,0 11 0 0,0-5 0 15,0-6 0-15,2 12 0 0,-2-12 0 0,0 11 0 16,2-5 0-16,-2-6 0 0,0 12 0 15,0-4 0-15,0-8 0 0,0 9 0 16,0-9 0-16,2 11 0 0,-2-11 0 16,0 10 0-16,0-3 0 0,0-7 0 0,2 9 0 15,-2-9 0-15,0 13 0 0,0-6 0 16,0-7 0-16,0 12 0 0,2-5 0 0,-1 2 0 16,-2-1 0-16,1-8 0 0,0 15 0 15,0-8 0-15,0 4 0 0,0-5 0 0,-2 3 0 16,2-9 0-16,0 16 0 15,2-9 0-15,-2-7 0 0,-2 14 0 0,2-14 0 0,0 9 0 16,0-2 0-16,0-7 0 16,0 10 0-16,0-10 0 0,-2 11 0 0,2-11 0 15,0 8 0-15,0-8 0 0,-2 10 0 16,2-10 0-16,0 11 0 0,0-11 0 0,-2 12 0 16,2-6 0-16,0-6 0 0,-2 13 0 15,2-13 0-15,0 12 0 0,0-12 0 16,0 9 0-16,0-9 0 0,-1 10 0 0,1-10 0 15,0 8 0-15,0-8 0 0,-4 9 0 16,4-9 0-16,0 9 0 0,0-9 0 0,-2 8 0 16,2-8 0-16,-2 10 0 15,2-10 0-15,-2 12 0 0,2-12 0 0,0 10 0 16,0-10 0-16,-1 11 0 0,1-11 0 16,-2 10 0-16,2-10 0 0,-3 8 0 0,1-1 0 15,2-7 0-15,-4 12 0 0,2-4 0 16,2-8 0-16,-1 11 0 0,-1-3 0 0,2-8 0 15,-4 10 0-15,4-10 0 0,-2 8 0 16,2-8 0-16,-3 10 0 0,3-10 0 0,-4 9 0 16,4-9 0-16,-2 10 0 0,-3-4 0 15,5-6 0-15,-2 7 0 0,2-7 0 16,-7 9 0-16,7-9 0 0,-4 9 0 16,1-5 0-16,3-4 0 0,-8 10 0 0,2-7 0 15,6-3 0-15,-9 8 0 0,3-2 0 16,6-6 0-16,-11 6 0 0,5 0 0 15,6-6 0-15,-12 7 0 0,5-4 0 0,7-3 0 16,-14 5 0-16,9-1 0 0,5-4 0 16,-15 4 0-16,8-1 0 0,7-3 0 0,-16 7 0 15,8-5 0-15,8-2 0 0,-17 3 0 16,9-2 0-16,8-1 0 0,-17 5 0 0,17-5 0 16,-15 4 0-16,8-2 0 0,7-2 0 15,-16 3 0-15,16-3 0 0,-16 2 0 0,16-2 0 16,-13 3 0-16,13-3 0 15,-17 2 0-15,17-2 0 0,-15 2 0 0,15-2 0 16,-13 2 0-16,13-2 0 0,-14 0 0 16,14 0 0-16,-14 1 0 0,14-1 0 0,-18 2 0 15,18-2 0-15,-18 0 0 0,18 0 0 16,-13 0 0-16,13 0 0 0,-19 2 0 0,19-2 0 16,-17 0 0-16,8 3 0 0,9-3 0 15,-17 1 0-15,17-1 0 0,-18 2 0 16,18-2 0-16,-17 2 0 0,17-2 0 0,-13 2 0 15,13-2 0-15,-15 0 0 0,15 0 0 16,0 0 0-16,-18 1 0 0,18-1 0 0,0 0 0 16,-16-3 0-16,8-1 0 15,8 4 0-15,-14-4 0 0,5 2 0 0,9 2 0 16,-14-5 0-16,5 1 0 0,9 4 0 16,-18-7 0-16,9 4 0 0,0-1 0 0,9 4 0 15,-16-6 0-15,9 3 0 0,0-3 0 16,-1 3 0-16,8 3 0 0,-14-11 0 0,7 5 0 15,1-2 0-15,-4 4 0 0,3-3 0 16,-1-1 0-16,3 2 0 0,-4-2 0 0,4 1 0 16,-2 0 0-16,-1-2 0 0,3 0 0 15,-4 1 0-15,0-4 0 0,5 3 0 0,-3-2 0 16,1-2 0-16,0 3 0 16,0-3 0-16,3 0 0 0,-3-1 0 0,4 3 0 0,-1-3 0 15,-2 0 0-15,3 2 0 16,0-3 0-16,1 1 0 0,-1 1 0 0,2 2 0 15,0-3 0-15,0 0 0 0,0 1 0 16,2-1 0-16,-1 1 0 0,1-3 0 0,0 4 0 16,3-3 0-16,-2 4 0 0,-1 0 0 15,2-4 0-15,0 5 0 0,-1-1 0 0,1-2 0 16,-2 3 0-16,3 1 0 0,-2-1 0 16,1 0 0-16,1 0 0 0,-1-1 0 15,0 1 0-15,1 0 0 0,-1 0 0 0,1 1 0 16,-2-3 0-16,5 2 0 0,-5-2 0 15,1 1 0-15,3 0 0 0,-2-3 0 16,3 1 0-16,-5 1 0 0,3 1 0 0,-3 0 0 16,3-1 0-16,1 0 0 0,-2-2 0 15,1 2 0-15,-3 0 0 0,3 4 0 16,-1-2 0-16,2-1 0 0,-2 1 0 0,-1 2 0 16,3-1 0-16,-1 0 0 0,0 1 0 15,2-1 0-15,-1 3 0 0,2-3 0 0,0 0 0 16,0-1 0-16,2 3 0 0,1-1 0 15,-1-2 0-15,3 3 0 0,-1-3 0 0,0 4 0 16,-1-2 0-16,-1 2 0 16,-1 1 0-16,-1-1 0 0,-1 2 0 0,1-2 0 15,-2 4 0-15,-2-1 0 0,-5 3 0 16,9-7 0-16,-5 5 0 0,-4 2 0 0,0 0 0 16,12-5 0-16,-12 5 0 0,7-2 0 15,-7 2 0-15,0 0 0 0,4-6 0 0,-4 6 0 16,0 0 0-16,0 0 0 0,0 0 0 15,0 0 0-15,0 0 0 0,-11 25 0 0,5-15-764 16,-6 0-238-16,1 1 110 0,-10 9-990 16,-4 1-1305-16</inkml:trace>
  <inkml:trace contextRef="#ctx0" brushRef="#br0" timeOffset="98819.33">6837 5087 4773 0,'0'0'-222'0,"5"-7"77"16,-5 7 57-16,2-6 44 16,-2 6 46-16,0 0 30 0,-2-13 23 0,2 13 18 15,-1-10 8-15,1 10 2 0,-8-9-2 16,5 4-1-16,-5-1-3 0,-2 0 1 15,-3-1-4-15,-3 2-1 0,-8-1-6 0,-15 1-6 16,-6-2-3-16,-18-2-9 0,-11 2-1 16,-35-1-6-16,-11-1-5 0,-9 1 11 0,-9 0-3 15,-10 0-3-15,-7 0 0 0,-6 1 3 16,-11 1 11-16,5-2 3 0,-2 1 12 16,8 1 21-16,7 0 12 0,7 0 11 15,9 0 5-15,10-1 4 0,8 3 13 0,8 0-3 16,30 0 12-16,9 0 9 0,11 4 10 15,16-2-2-15,12 2-9 0,7-3-16 16,6 3-10-16,2-1-10 0,4 1-7 0,1-2-11 16,14 2-9-16,-20 0-28 0,12-2-63 15,8 2 0-15,-14-2 0 0,14 2 0 0,0 0 0 16,-19-2 0-16,19 2 0 0,-5 0 0 16,5 0 0-16,0 0 0 0,0 0 0 0,-13-3 0 15,13 3 0-15,0 0-258 0,0 0-121 16,0 0-67-16,0 0-77 0,0 0-119 15,1 11-204-15,-1-11 64 0,0 0 98 0,0 0-551 16,0 0-697-16</inkml:trace>
  <inkml:trace contextRef="#ctx0" brushRef="#br0" timeOffset="100065.12">2352 4247 3060 0,'0'0'-185'0,"3"-12"58"15,-3 2 54-15,0 1 54 0,2-1 40 16,-2 1 38-16,0-3 39 0,2 0 32 0,-2 2 26 16,2-2 21-16,0 3 17 0,-2 1 16 15,2 1 8-15,-2 7 0 0,1-13-12 16,-1 7-20-16,0 6-19 0,0 0-14 0,0 0 19 15,0 0 11-15,-7 22-24 0,-5 10-13 16,1 1-10-16,0 3-11 0,-3 3-8 16,3-2-7-16,-1 1-13 0,1 0-4 15,3 1-14-15,-2-5-3 0,-1 1-9 0,4-5-12 16,1-6-3-16,3-4-27 0,-2-5-38 16,-1-2-34-16,4-1-57 0,-1-1-45 15,1-2-26-15,0-3-48 0,2-6-70 0,0 0-75 16,0 0-81-16,0 0-118 0,6-24-108 15,-1 7 43-15,-1-6-336 0,4-9-446 0</inkml:trace>
  <inkml:trace contextRef="#ctx0" brushRef="#br0" timeOffset="100248.51">2309 4158 2612 0,'-4'-7'33'0,"4"7"33"15,0 0 21-15,0-10 28 0,0 10 28 16,0-9-5-16,0 9 1 0,8-14-3 15,-3 8-1-15,7-3-17 0,-1 0-8 0,-1-1-15 16,2 1-9-16,2 1-14 0,4-2-20 16,-3 3-39-16,1-1-52 0,-4 2-53 0,4 0-56 15,-3 1-62-15,-1 3-74 0,-1 2-93 16,-11 0-145-16,16 2-7 0,-12 3-134 16,-3 1-159-16</inkml:trace>
  <inkml:trace contextRef="#ctx0" brushRef="#br0" timeOffset="100447.36">2343 4319 1864 0,'-11'6'127'0,"4"-1"41"0,-2 1 30 0,9-6 40 15,-7 6 22-15,7-6 15 0,-2 6 3 16,2-6-1-16,0 0-15 0,0 0-26 16,0 0-19-16,0 0-23 0,0 0-22 0,0 0-22 15,0 0-54-15,34-10-52 0,-24 8-70 16,-2-4-87-16,1 6-73 0,-9 0-79 0,16-2-72 15,-16 2-100-15,11 2-161 0,-7 4 12 16,-4-6-267-16,0 14-338 0</inkml:trace>
  <inkml:trace contextRef="#ctx0" brushRef="#br0" timeOffset="100630.18">2254 4648 2276 0,'-10'16'51'0,"3"-6"42"15,-1-1 47-15,2-1 35 0,2-3 39 16,1 1 25-16,3-6 14 0,-2 6 2 0,2-6-3 15,0 0 0-15,0 0 4 0,0 0-25 16,11 5-24-16,-11-5-22 0,29-7-20 0,-8 1-36 16,0-3-52-16,8-5-63 0,1 1-66 15,-4-5-75-15,3 3-81 0,-6 5-73 16,-6 2-85-16,-2 0-95 0,-3 2-164 0,-2 0 15 16,-3 3-320-16,-7 3-410 0</inkml:trace>
  <inkml:trace contextRef="#ctx0" brushRef="#br0" timeOffset="101630.26">2865 3825 2502 0,'7'-27'15'0,"-4"3"44"16,-1 6 33-16,0 4 43 0,0-1 46 16,0 4 25-16,-2 2 11 0,2 1-10 0,0 0-16 15,-2 8-20-15,1-11-22 0,-1 11-17 16,0 0 19-16,0 0 13 0,0 0-5 15,-5 42-5-15,1-5 4 0,0 2-6 0,-1 5-8 16,0 13-15-16,3 1-5 0,-1-2-7 16,-1-1-11-16,2-9-11 0,0-4-8 15,2-1-10-15,-2-3 0 0,1-7-13 16,1-7-7-16,-2-1-3 0,2-6-5 0,0 1-6 16,-2-2-1-16,2-5-4 0,0 0 2 15,0-1-7-15,0-3 7 0,0 0-1 0,0-7-10 16,0 0-1-16,0 0-25 0,0 0-9 15,0 0-13-15,-2-24-8 0,-2 9-9 16,0-2 2-16,-4-7 1 0,1 3 0 0,0 0 3 16,-4 4-4-16,0 1 1 15,-3 6 0-15,2 1 3 0,-5 8 2 0,-2 2 0 16,-5 6 5-16,-4 5 3 0,-1 3 2 16,2 1-4-16,7 5 7 0,2 0 2 15,7-1 1-15,3-3 2 0,4-1 4 0,1-2-3 16,3-1 5-16,2 1 7 0,-1-2-2 15,6 0 1-15,-2-2 2 0,3-3 2 0,1-2-1 16,3-2 1-16,-1-1-3 0,5-2-26 16,-16 0-42-16,32-5-60 0,-12-2-71 15,4 0-68-15,4-5-76 0,1-1-88 0,3-2-112 16,2-3-138-16,-5-1 49 0,2 2-356 16,-3-1-462-16</inkml:trace>
  <inkml:trace contextRef="#ctx0" brushRef="#br0" timeOffset="102048.47">3062 4233 2589 0,'0'0'-1'0,"0"0"48"16,0 0 37-16,0 0 21 0,0 0 30 16,-29 20 6-16,24-18 13 0,5-2-5 0,-10 11-10 15,6-6-2-15,4-5-6 0,-6 13-12 16,5-11-8-16,1-2-5 0,-2 10-9 0,2-10 2 16,-2 9 0-16,2-9-5 0,0 0-2 15,0 0-4-15,5 8-3 0,-5-8-7 16,0 0-4-16,0 0-7 0,0 0 2 0,27-12-3 15,-21 7-7-15,-6 5-5 0,9-6-5 16,-9 6-7-16,8-6-8 0,-8 6-5 16,8-2-10-16,-8 2 0 0,0 0 4 15,0 0 7-15,9 21 1 0,-7-3 0 16,-2 0 1-16,3 8 2 0,-3 9-4 0,3 6 0 16,-3-2-2-16,0 5 18 0,0-5 15 15,0-2 2-15,0 1-11 0,0-2 7 0,-3-7 36 16,3-5-17-16,-3 0-3 0,-3-4-2 15,1 1-6-15,-1-2 0 0,-4-2-2 16,4-4-3-16,-5 1 2 0,2-4 7 0,-5-3-1 16,1 1-4-16,0-4-6 15,-2-4-3-15,-5-2-2 0,4-4-10 0,-13-7-2 16,2-5-12-16,2 1-15 0,4-5-19 16,1-2-30-16,0 2-34 0,5-1-47 0,2 3-63 15,5 3-78-15,-2 0-90 0,6 0-97 16,4 1-125-16,0-3-205 0,7 1 58 0,0-3 82 15,8-4-405-15,6 0-510 0</inkml:trace>
  <inkml:trace contextRef="#ctx0" brushRef="#br0" timeOffset="102430.31">3285 4242 2818 0,'0'0'90'0,"0"0"37"16,0 0 28-16,0 0 17 0,0 0 24 15,0 0 19-15,0 0-8 0,0 0-13 16,0 0-20-16,0 0-15 0,0-13-19 0,0 13-11 16,14-8-13-16,-7 3-12 0,2 0-11 15,1-2-11-15,0 2-16 0,-1-3-15 16,3-1-11-16,-3-2-5 0,-2 3-7 0,1-2-12 16,-2 0-5-16,0 1-4 15,-4 0-2-15,1 1 0 0,-3 8-6 0,-1-11-2 0,1 11 3 16,-14-6-2-16,14 6 0 15,-21 6 4-15,2 2 0 0,-6 7-2 0,5 2 3 16,-2 1-3-16,3-2 8 0,8 1 1 16,0 0-1-16,1 0 4 0,2 1 0 0,6-1 1 15,1-3 4-15,2-2 7 0,3 3 1 16,4-1-1-16,2-3 5 0,6 2-8 16,-2-6-2-16,5 1-3 0,2-3-31 0,-2-2-40 15,3-3-53-15,-2 0-37 0,3-3-67 16,1-2-69-16,9-5-79 0,-5-2-109 0,2-3-173 15,-3-1 37-15,-2-1-340 0,2-2-425 16</inkml:trace>
  <inkml:trace contextRef="#ctx0" brushRef="#br0" timeOffset="102897.21">3905 4009 2723 0,'0'0'76'0,"-22"0"15"0,22 0 29 15,-25 4 25-15,14-1 17 0,-1 2 2 16,-1 2 2-16,4-3-11 0,-1 9-8 0,3-3-16 16,-1 2-11-16,5 2-13 0,-1 1-6 15,4-3-12-15,0 0-6 0,2 2-13 16,3 0 2-16,1-6-12 0,1 4-1 0,3 0-1 16,-2-5-13-16,1 1 1 0,0-3-4 15,3-1-5-15,-3-2-6 0,-9-2-2 0,24-2 0 16,-24 2-9-16,18-4 0 15,-18 4-1-15,16-1-3 0,-16 1 3 0,14 0-9 16,-14 0-3-16,0 0-4 0,14 0-1 16,-14 0-2-16,11 3 1 0,-11-3 1 15,14 9 0-15,-8-2 3 0,1-1-1 0,2-1-4 16,0 1 1-16,0 1 4 0,0 0-2 16,3-1 5-16,-1-6-2 0,0 4 3 0,3-2 0 15,-1-2 3-15,-13 0 1 0,31-6 12 16,-16 0-1-16,2-1-17 0,2-4 2 15,-5 4 7-15,1-8 4 0,-2 1 2 16,1-3-6-16,-3 2-3 0,-1-5 3 16,3-5-5-16,-4-4 0 0,3 0-5 0,-1 1-23 15,-5 5-9-15,4 4-24 0,-6 3-34 16,-1 4-44-16,-1 0-58 0,2 4-52 0,-4-1-59 16,2 4-91-16,-2 5-106 0,2-8-138 15,-2 8 62-15,0 0-260 0,0 0-316 16</inkml:trace>
  <inkml:trace contextRef="#ctx0" brushRef="#br0" timeOffset="104012.74">4441 3974 2359 0,'0'0'71'0,"0"0"35"16,-2 7 29-16,2-7 23 0,0 0 29 15,0 0 4-15,0 0 0 0,0 0-10 0,0 0-3 16,0 0-8-16,0 0-15 0,0 0-11 15,25 0-17-15,-25 0-15 0,0 0-8 16,27-7-13-16,-18 4-5 0,4-1-10 0,-4 1-3 16,0-2-8-16,-9 5-3 0,18-4-4 15,-13-1-5-15,-5 5-6 0,7-7-6 0,-7 7-6 16,4-8-3-16,-4 8-11 16,0 0 0-16,0 0-3 0,0 0-1 0,0 0-1 15,-32 2-1-15,32-2-4 0,-24 13 0 16,8-3 0-16,3 0-5 0,1 0 0 15,1 0 3-15,2 0-5 0,0 0 2 0,2-1-2 16,3 0-1-16,4-3 8 0,0-6-2 16,6 16 4-16,1-11 5 0,2-1 0 0,4-3 0 15,2 1 2-15,-2-4-5 0,9-1 1 16,-2 0-1-16,5-5-2 0,-2 1 3 16,6-4 8-16,-8 0 7 0,-3 1 3 0,0 2 2 15,-3-4-1-15,-2-1 8 0,-2 5-4 16,-1-3 3-16,-2 3-2 0,-1 3-8 0,-1 0-6 15,-6 5-3-15,7-7-8 16,-7 7-4-16,0 0 2 0,0 0 2 0,0 0-5 16,0 0-4-16,2 25 3 0,-4-14-1 15,2 7-1-15,0-2 1 0,0 9 19 16,2-2-1-16,5 10 0 0,-2 0 9 0,1-1 5 16,1-7-5-16,-3-1 1 0,1-5-1 15,0-2 0-15,-1-3 14 0,-1-2 13 0,-1 1 30 16,-2-5 24-16,2 0 18 0,-2-1 0 15,0-7-12-15,-9 12-9 0,2-8-8 0,-2 0-9 16,9-4-11-16,-23 3-10 16,10-6-9-16,13 3-5 0,-30-6-5 0,14 0-7 15,-1 1-5-15,2-1-6 0,-2 0-5 16,3-2-2-16,3-1-3 0,0 1-3 16,1 2-29-16,4-6-27 0,4 0-23 0,2-1-38 15,8-6-33-15,11-5-31 0,15-10-36 16,6 0-34-16,12-6-26 0,23-9-6 0,2-7-10 15,7-4-10-15,8-5 0 0,-3-5-3 16,1-4 8-16,-2-3 11 0,-7-8 13 16,-8-2 22-16,-8 0 25 0,-13 4 21 0,-13 3 23 15,-14 18 22-15,-14-1 22 16,-7 8 13-16,-10 15 22 0,-5 2 16 0,-4 6 20 16,-9 6 14-16,-6 9 9 0,-4 7 10 0,-4 5 15 15,0 10 19-15,-4 5 8 0,-4 13-11 16,2 8 28-16,4 10 0 0,2 7 6 15,1 21 0-15,-1 2 7 0,16-13-13 0,5 2-3 16,9 4 0-16,10 1-6 0,7-3 2 16,9-1-10-16,5-5 5 0,10-4-5 15,-3-5 16-15,6-4-23 0,4-7-5 0,-1-7-21 16,-10-8-17-16,3-5-14 0,-1-6-13 16,-1-7-8-16,-3-5 2 0,7-4 0 0,0-6 1 15,-2-4 7-15,4-14 3 0,-6-2 3 16,-1-7 5-16,-2-8 2 0,-3-9 10 15,-3-2 8-15,-5-7 7 0,2-1 18 16,-7 3 13-16,-4 3 23 0,-2 16 18 16,-5 3 19-16,2 15 7 0,-2 3-13 0,-2 6-2 15,-1 8-11-15,-5 5 5 0,8 4-9 16,0 0 0-16,-42 29-5 0,23 0 2 0,-6 12 8 16,6 5-12-16,2 2-8 0,7 3-3 15,7 3 1-15,3-10-9 0,3-1 2 16,7 6-1-16,3-3-4 0,1-11-4 0,1-4-1 15,1-2 1-15,-3-12-6 0,-2-1 2 16,-1-3-1-16,-1-4-6 0,0-2-7 16,2-1-19-16,-6-3-32 0,2 1-24 0,-7-4-46 15,10 0-52-15,-10 0-65 0,0 0-81 16,0 0-113-16,0 0-194 0,0 0 11 16,0 0 73-16,0 0-176 0,6-13-198 15</inkml:trace>
  <inkml:trace contextRef="#ctx0" brushRef="#br0" timeOffset="104965.34">9248 2997 1900 0,'-4'9'-9'16,"-2"-3"38"-16,6-6 46 0,-4 7 44 16,4-7 53-16,-2 5 49 0,2-5 33 0,0 0 18 15,0 0-16-15,0 0-22 0,0 0-18 16,0 0-16-16,0 0-12 0,12-32-13 16,-4 17-13-16,1-4-17 0,9-10-13 0,2-12-15 15,5-3-12-15,5-7-13 16,13-14-9-16,6-5-12 0,8-4-11 0,4 2-9 15,6 1-7-15,6 6-7 0,-1 6-4 0,-4 9-7 16,-2 7-6-16,-12 12-2 0,-2 5-5 16,-2 2 1-16,-7 5-1 0,-11 5-3 15,-8 4 0-15,-6 4-5 0,-4-1 0 16,-3 3 5-16,-1-2 8 0,-1 4 7 0,1-2-5 16,-5 0-2-16,-5 4 0 0,14-4-2 15,-8 1-2-15,-6 3-6 0,7-2-2 0,-7 2-5 16,0 0-25-16,12-4-25 0,-12 4-22 15,0 0-37-15,6-3-46 0,-6 3-48 16,0 0-57-16,0 0-99 0,0 0-140 0,0 0-191 16,0 0 71-16,-33 12-298 15,19-10-396-15</inkml:trace>
  <inkml:trace contextRef="#ctx0" brushRef="#br0" timeOffset="105264.23">10094 1959 2454 0,'-2'-10'5'0,"-4"3"45"16,6 0 27-16,0 7 5 0,6-9 0 15,-6 9 4-15,13-8 8 0,0 8-5 0,-13 0-1 16,33 4-13-16,-12 0 5 0,4 2-5 16,5 8-6-16,1 1-8 0,-1 0-1 15,-6 3-5-15,-2 1 8 0,-5-1-6 0,-6-5 5 16,1 3 9-16,-6-3 2 15,-1 3 8-15,-3-7-3 0,-2 5-4 0,-2-2-7 16,-3 2 7-16,-1 0-20 0,-4-2-3 16,3 1-7-16,-2-1-5 0,-5 2-13 0,3-2-35 15,-2-1-44-15,1-5-39 0,1 1-60 16,1-2-70-16,-2-2-108 0,3-1-161 16,9-2-109-16,-16-3 66 0,13-2-151 0,3 5-179 15</inkml:trace>
  <inkml:trace contextRef="#ctx0" brushRef="#br0" timeOffset="105612.36">10948 1771 2194 0,'-4'-11'219'0,"4"3"40"16,-2 2 23-16,2 6 7 0,-4-8-10 0,4 8-29 15,0 0-28-15,0 0-25 0,0 0 22 16,0 0 0-16,0 0-18 0,-6 25-20 0,6-13-22 15,2 2-7-15,-2 1-15 0,2 2-14 16,2 0-17-16,-2-2-4 0,0-1-8 16,-2 0-10-16,0-2-13 0,2-4-2 15,0 3-1-15,0-5-8 0,2 2-2 16,-3 0 8-16,1-3 14 0,-2-5 22 0,8 8 5 16,-8-8-14-16,0 0-6 0,0 0-9 15,30-12-10-15,-14 1-7 0,6-8-2 0,3-3-21 16,-2-4-9-16,8-7-22 0,-5-2-29 15,1 4-24-15,-4 3-36 0,-4 3-42 16,-2 4-48-16,-4 3-51 0,-1 5-70 0,-3 4-71 16,1-1-72-16,-5 1-90 0,7 2-113 15,-3 2-78-15,3 2 68 0,1-1-329 0,-2 3-456 16</inkml:trace>
  <inkml:trace contextRef="#ctx0" brushRef="#br0" timeOffset="105980.28">11710 1693 2731 0,'-10'6'56'0,"10"-6"34"15,0 0 37-15,-7 6 50 0,7-6 19 0,0 0 22 16,0 0 5-16,0 0-7 0,-6 2-9 16,6-2-18-16,0 0-15 0,0 0-14 15,0 0-15-15,0 0-11 0,0 0-16 0,0 0-11 16,0 0-14-16,0 0-7 0,23-14-9 15,-17 9-7-15,-1-3-3 0,3-2-14 16,-5-1-8-16,2 1-4 0,-1-2-10 16,-2 3-3-16,-2 3-8 0,0 6-5 15,-6-14-4-15,-1 11-3 0,-5 1-1 0,-6 2 0 16,1 3-4-16,-8 4 1 0,-5 5 0 16,3 2 0-16,0 2-2 0,2 2-1 15,11-3 2-15,1 2-2 0,3-3 3 0,2 1 1 16,4-3-1-16,4 2 3 0,2 1-5 15,6-1 6-15,4 1-2 0,2 0 0 0,11 1-36 16,2 1-50-16,6-5-74 16,-3-2-104-16,6-3-93 0,-7-2-124 15,-1-3-126-15,-1-2-86 0,6 0 72 0,4-5-317 16,1 1-412-16</inkml:trace>
  <inkml:trace contextRef="#ctx0" brushRef="#br0" timeOffset="106230.87">12116 1874 2807 0,'-11'0'113'0,"11"0"47"0,-20 0 51 15,20 0 38-15,0 0 14 0,-13-2-4 0,13 2-11 16,0 0-25-16,0 0-18 0,0 0-23 16,-10-3-21-16,10 3-12 0,0 0-15 15,0 0-17-15,0 0-12 0,0 0-15 16,0 0-17-16,27-14-7 0,-17 9-9 15,-1 0-11-15,-3-5-6 0,1-1-9 0,3-1-1 16,-6-2-8-16,4-4-3 0,-7 1-9 16,-1-4 3-16,0 2-8 0,-3-2-2 0,-1 4-2 15,-2 0-2-15</inkml:trace>
  <inkml:trace contextRef="#ctx0" brushRef="#br0" timeOffset="106863.02">12268 1646 5841 0,'-4'-5'34'0,"6"-1"-74"0,9 5 35 0,-4 2-114 15,0 1-48-15,3 0-14 0</inkml:trace>
  <inkml:trace contextRef="#ctx0" brushRef="#br0" timeOffset="108048.38">12013 1752 198 0,'-3'6'554'0,"3"-6"-146"15,0 0-72-15,0 0-49 16,0 0-47-16,0 0-31 0,0 0-24 0,0 0-15 15,0 0-15-15,30-12 8 0,-19 4-41 16,2 1-10-16,1 2 3 0,-3 0 11 0,-1 1 9 16,-1-2 16-16,2 0 10 0,-5 2 2 15,0-4-7-15,0 0-15 0,-2-1-17 16,-1-3-6-16,-3 3-8 0,2 0-10 0,-2 0-10 16,0 0-6-16,0 9-10 0,-5-13-10 15,-1 6-5-15,-4 2-1 0,3 1-12 0,-3 1-3 16,-4 0-3-16,14 3-5 0,-12-4 2 15,12 4-3-15,-13-1 6 0,13 1 3 16,0 0 6-16,-11-5 0 0,11 5 1 16,0 0-4-16,0 0-2 0,0 0 0 15,25-19-9-15,-3 10-4 0,4-3 0 0,5 0-6 16,-1 2-1-16,-7 3 4 0,-6-1 3 16,-2 4 2-16,-3 0-1 0,-1 0-2 15,-4 2-11-15,-7 2-5 0,0 0 8 0,22 10 10 16,-19 0 0-16,-1 5 4 0,0 3-3 15,-2 1-2-15,-2 8 2 0,0 0-4 0,1-1-3 16,-5 8-8-16,4-5 4 0,0-6-2 16,0-2 1-16,2-3-5 0,-1 2 0 15,1-7-6-15,-2 1-23 0,0-3-24 16,2 1-38-16,0-1-38 0,0-2-40 16,-2-4-60-16,2-5-78 0,4 10-71 0,-4-10-108 15,0 0-156-15,9 0-77 0,-9 0 82 16,16-10-339-16,-7 5-437 0</inkml:trace>
  <inkml:trace contextRef="#ctx0" brushRef="#br0" timeOffset="108296.61">12777 1216 2820 0,'-2'-12'53'0,"-5"2"39"0,2 2 47 15,3 3 22-15,2 5 4 16,-5-8-23-16,5 8-10 0,0 0 21 0,0 0 16 15,-18 23 5-15,2 2-4 0,-1 2 0 16,0 4-11-16,-5 12-13 0,4-1-14 16,-2 3-7-16,3 0-15 0,6-10-10 0,-4 11-10 15,3-11-1-15,5-2-12 0,-1-1-16 16,3-6-38-16,-2-5-55 0,5-1-41 16,-1-1-55-16,-3-4-55 0,2 1-57 0,4-5-50 15,-3 1-42-15,-1-4-61 16,-1-2-89-16,0-3-87 0,5-3-11 0,-9 0-219 0,9 0-288 15</inkml:trace>
  <inkml:trace contextRef="#ctx0" brushRef="#br0" timeOffset="108445.47">12410 1736 2167 0,'-14'-10'18'0,"4"3"44"0,1 1 72 0,6 0 66 15,-6 4 50-15,9 2 36 0,-7-8 9 16,7 8 4-16,-6-5-8 0,6 5-21 0,0 0-23 16,-3-8-27-16,3 8-16 0,0 0-30 15,0 0-25-15,7-8-56 0,6 3-72 16,6 2-86-16,15-4-105 0,9 4-97 0,2 0-87 15,3-3-122-15,11-1-203 0,1 2 53 16,-15 2-307-16,-4-4-413 0</inkml:trace>
  <inkml:trace contextRef="#ctx0" brushRef="#br0" timeOffset="108784.49">12910 1641 2534 0,'-9'1'12'16,"9"-1"41"-16,-11 2 29 0,11-2 35 0,0 0 32 15,-10 3 22-15,10-3 3 0,0 0-6 16,0 0 0-16,0 0-6 0,0 0-13 0,0 0-11 16,0 0-15-16,0 0-11 0,0 0-10 15,0 0-11-15,0 0-8 0,0 0-6 16,34-13-10-16,-24 7-2 0,-1 2-15 0,-1-2-2 16,-8 6-7-16,10-6-9 0,-10 6-12 15,5-4 0-15,-5 4 2 0,0 0-3 16,0 0-4-16,-37 17-4 0,8-3 7 15,0 2-1-15,4-1-3 0,0 0 3 16,4 1 4-16,6-4 0 0,1 1 6 0,5-3-1 16,0 2 3-16,5 0-1 0,1-3 4 15,0-1-2-15,6 0-3 0,0 1-1 0,3 1-3 16,3-4-39-16,5 3-55 0,3-4-79 16,8 0-65-16,0-1-70 0,-1-2-70 15,-1-2-72-15,2-2-104 0,-2-4-91 16,2 0 46-16,3-5-167 0,-1-5-233 15</inkml:trace>
  <inkml:trace contextRef="#ctx0" brushRef="#br0" timeOffset="109011.96">13150 1635 2014 0,'4'-10'53'0,"-4"0"54"0,0 3 62 15,2 0 52-15,-2 7 17 0,5-7 27 0,-5 7 8 16,0 0-21-16,2-8-20 0,-2 8-31 16,0 0-16-16,0 0 7 0,0 0-10 0,0 0-10 15,18 26-13-15,-13-13-11 0,4 6-14 16,-5-2-12-16,-3 0-10 0,1 2-14 15,0 1-9-15,-4-3-4 0,0 1-12 0,-7 1-1 16,-1-1-7-16,-3-1-12 0,-1 0-20 16,1-5-27-16,-3 0-41 0,5-4-51 15,2-3-75-15,-1-1-72 0,4-4-73 16,6 0-64-16,0 0-65 0,-11-7-48 16,15-3-80-16,3-4-53 0,11-13-308 0,7 1-405 15</inkml:trace>
  <inkml:trace contextRef="#ctx0" brushRef="#br0" timeOffset="109197.4">13358 1605 2398 0,'10'-9'-19'15,"-4"2"67"-15,-2 2 40 0,-4 5 26 16,2-7 24-16,-2 7 31 0,0 0 25 16,0 0 7-16,0 0-5 0,-43 21-7 0,30-11-10 15,-10 9-15-15,8-4-13 0,5 2-14 16,1 0-13-16,1-1-9 0,5-1-10 16,1-3 0-16,4 3-19 0,1-1-7 15,9 1-5-15,1 2-6 0,11-1-14 16,5 0-39-16,5-2-71 0,3-5-80 0,7 1-87 15,9 0-105-15,-6-6-138 0,1-3-198 16,0-1 50-16,-2-1-299 0,-5-3-395 0</inkml:trace>
  <inkml:trace contextRef="#ctx0" brushRef="#br0" timeOffset="110397.01">14096 1655 2494 0,'-4'-6'83'0,"4"6"35"16,-6-8 15-16,6 8 7 0,0 0-3 15,-2-7 22-15,2 7 56 0,0 0 23 16,0 0-2-16,-23 21-9 0,14-10-10 0,0 1-17 16,1 0-12-16,-4 3-17 0,3 1-19 15,3-1-9-15,-2 0-14 0,5-3-14 0,-1 2-7 16,4-2-10-16,0-3-5 0,4 2-4 15,-1-2-7-15,8-3-8 0,-4 1-8 16,8-3-5-16,-1-4-5 0,0 3-6 0,6-6-4 16,-4 1-5-16,9-4 3 0,-2-2-8 15,-1 1-11-15,-4 1 7 0,0-2 1 16,-5 2 14-16,1 3 4 0,-5-1-10 16,-2 0 1-16,1 0-13 0,-8 4-8 15,0 0 2-15,0 0-4 0,0 0-3 0,23 8 2 16,-23-8-6-16,3 7 2 0,0 1 1 15,-3-8 4-15,8 10-9 0,-7-2 4 0,5-3 2 16,-6-5-1-16,17 8 0 0,-7-4-8 16,3-4 7-16,2 0 2 0,7 0-5 15,-2-2-11-15,3-2-3 0,2-2 3 16,7-5 4-16,-7 3-2 0,-4 0 2 16,0 1-1-16,-5 1 4 0,-4 0 2 0,-1 2 4 0,2 0 0 15,-6 0-2-15,-7 4-8 16,13-5-1-16,-13 5-9 0,10-2 6 0,-10 2-3 15,0 0 1-15,0 0 7 0,0 0-5 16,17 5-3-16,-17-5 4 0,0 0 3 16,12 2 0-16,-12-2 3 0,0 0 4 0,16 0-4 15,-16 0 2-15,25-5-8 0,-7 3-24 16,2-5 0-16,1-2 1 0,10-2 2 0,-8 1 6 16,-5 0-4-16,2 1 4 0,-4 0 1 15,-4 4 4-15,-1-3-1 0,2 4 5 16,-8-2-7-16,2 2 0 0,1 1-1 15,-8 3-6-15,10-4 1 0,-10 4 3 16,0 0 6-16,0 0-4 0,9 9 2 0,-9-9 4 16,0 10 0-16,0-4 2 0,2 0 4 15,-2 1 0-15,4-2 3 0,-2 2-1 0,-1 1-3 16,-1-8 6-16,7 13 1 0,0-7 1 16,-3 4-1-16,3-4-6 0,1 2 3 15,0-1 0-15,0 3-1 0,-3-4 1 0,1 3-5 16,-3 1-1-16,2-2 9 0,1 1-5 15,-5-1 10-15,-1 0 21 0,0 0 19 0,0-8 25 16,-5 16 16-16,-4-8 10 16,-2-1 3-16,-2 0-7 0,-2 0-8 0,-8-2-9 15,1 0-10-15,-7-4-3 0,2 1-6 16,0-2-7-16,2 2-5 0,4-4-9 16,3 2-8-16,0 0-1 0,5-2-15 0,-1 1-26 15,5-2-25-15,3-3-43 0,5 0-46 16,2-5-32-16,14-1-13 0,16-9 0 0,20 0-3 15,12-5-12-15,32-6-12 0,13 2-10 16,12-7-13-16,5 2-14 0,10-5-18 16,8 1-6-16,-8-5 2 0,1-4 11 0,-10-5 16 15,-10-3 18-15,-17 0 20 0,-15-2 17 16,-19 6 11-16,-27 9 18 0,-12 2 25 0,-16 10 22 16,-10 7 22-16,-10 5 26 15,-13-1 23-15,-7 4 32 0,-10 6 13 16,0 5 16-16,-8 7 14 0,3 3 19 0,-12 8 16 15,1 6 15-15,-1 7 14 0,5 5 12 16,2 5 5-16,1 2-1 0,4 1-5 0,5 1-9 16,4 7-5-16,5 1-8 0,10 4-7 15,2 1-5-15,14 1-8 0,7-12-5 16,3 9-5-16,12-3-4 0,2-2-8 0,12-5-7 16,-1-6-1-16,4-2-3 0,2-8-4 15,-5-5-4-15,-1-5-1 0,1-5-7 16,-3-3-3-16,-3-3-3 0,-1-3 1 0,-3-2-2 15,-3-3-6-15,2 1 0 0,-4-3-4 16,0 0-5-16,-7 1-7 0,1-2-3 16,-2 0-10-16,-3 1-15 0,-3 0-28 15,0-3-32-15,-2 9-34 0,-2-15-44 0,0 8-42 16,-1-1-43-16,-5 1-33 0,0-3-31 16,-1 4-31-16,-2-2-17 0,-3 3-4 15,-1-1 6-15,1 2 36 0,-1-2-530 0</inkml:trace>
  <inkml:trace contextRef="#ctx0" brushRef="#br0" timeOffset="110546.18">15992 1726 2101 0,'-19'-7'-102'0,"2"2"51"15,1-2 63-15,5 2 59 0,-1-2 55 0,3 2 64 16,2-1 55-16,-1-2 11 0,4 3 6 16,0-2-3-16,4 7-16 0,-4-13-17 15,4 6-24-15,0 7-21 0,8-12-20 16,0 7-21-16,1 0-46 0,9 1-64 16,0 1-80-16,7 1-88 0,6 1-73 0,8-1-93 15,8 2-135-15,-6-2-187 0,5-3 52 16,0 5-210-16,-2-2-272 0</inkml:trace>
  <inkml:trace contextRef="#ctx0" brushRef="#br0" timeOffset="113227.66">18243 1659 3594 0,'2'-10'206'0,"-2"2"-89"0,0 2-79 15,0 6-21-15,0 0-6 0,0 0 79 16,0 0 31-16,-8 35-5 0,-2-4-20 16,1 6-5-16,-4 10-11 0,-3 1-22 15,1 0-5-15,1 5-4 0,2-3-3 16,0-3-4-16,0 2-22 0,1-11-43 0,-1-6-58 15,1-3-42-15,4-3-43 0,-1-5-37 16,0-3-48-16,1-3-44 0,-1-6-68 16,0-1-104-16,1-6-102 0,1-2 50 0,6 0-88 15,-9-11-107-15</inkml:trace>
  <inkml:trace contextRef="#ctx0" brushRef="#br0" timeOffset="113561.38">18205 1569 1602 0,'11'-34'19'16,"-4"5"36"-16,3 6 34 0,-2 4 17 0,-3 7 7 15,3 0-1-15,-2 6-11 16,4-2-3-16,1 6-8 0,2-1-9 16,4 6-4-16,6 4-6 0,9 10-9 0,8 6-3 15,3 6-7-15,-5 4-9 0,-4-2-3 16,-6 3-3-16,-10-4-2 0,-7-2-2 0,-5-2-4 16,-10-3-1-16,-3 8-5 0,-11-2 5 15,0-2-2-15,-6-1 17 0,-1-6 19 16,0-3 37-16,5-8 0 0,3-1 11 0,-1-4-2 15,3-4-7-15,1 0-5 0,14 0-10 16,-24-9 4-16,14 6 9 0,3-1-11 16,7 4-8-16,-15-5-12 0,15 5-18 15,0 0-8-15,0 0 3 0,-12 9-8 16,12-1-1-16,0 4 0 0,0 0-6 0,4 5-4 16,-1 4-4-16,0 1 3 0,5-2 3 15,-3 15-9-15,1-12-31 0,-1 1-33 0,-1-7-63 16,2 2-65-16,2-7-70 0,-3 3-90 15,6-6-124-15,3-4-149 0,-3-2 46 16,7-6-187-16,0-1-239 0</inkml:trace>
  <inkml:trace contextRef="#ctx0" brushRef="#br0" timeOffset="115045.29">18729 1959 2073 0,'-22'-6'181'0,"22"6"29"16,0 0-3-16,-13-4 5 15,13 4 11-15,0 0 1 0,-9-3-7 0,9 3-23 16,0 0-20-16,0 0-16 0,0 0-19 16,0 0-13-16,0 0-12 0,0 0-17 15,0 0-22-15,19-11-20 0,-19 11-9 0,15-7-8 16,-9 3 1-16,1 0-8 0,-7 4-3 16,11-8-5-16,-11 8-10 0,7-7-9 0,-7 7 3 15,4-6-1-15,-4 6-4 0,0 0-1 16,0 0 5-16,0 0-2 0,-45 11-2 15,30-6-3-15,-6 4 9 0,5 1 0 16,0 2 0-16,-4-2-1 0,8 2-3 16,0-2 1-16,2 0-1 0,7 1 0 0,-3-1 0 15,4-2 4-15,2-8-3 0,9 17-2 16,2-9 5-16,3-2-10 0,6-2-16 16,5-2-26-16,2-2-39 0,16-8-16 0,0-2-21 15,13-3-18-15,-1-5-7 0,-1-3-2 16,-3-7 1-16,2-1 12 0,-3-9 9 0,7-16 6 15,-2-8 11-15,-5-9 9 0,-6-6 10 16,1-5 6-16,-5-2 8 0,1 1 6 16,-5 3 10-16,-9 23 9 0,-9 7 29 15,-6 16 18-15,-5 1-3 0,-7 12 5 16,-7 7-4-16,-7 7 4 0,-4 7 12 0,-18 5 13 16,-14 9 13-16,-6 13 15 0,-16 18 35 15,5 3 12-15,2 9 9 0,6 4 2 16,6 7 12-16,7 4-2 0,8 3-4 0,15-17-6 15,7 2-3-15,5-2-13 0,11 1-11 16,6-5-5-16,8 1-3 0,4-7-8 0,7-4-4 16,6-3-5-16,1-10 1 0,0-10-4 15,2-4-4-15,-2-6-5 0,0-10 8 16,-8-2-2-16,15-10 10 0,-3-2 5 16,4-9-1-16,-1-7-1 0,-5 0 1 0,-2-6 0 15,1 0 1-15,-7 1-1 0,-5 9-6 16,-4-1 7-16,-4 5 7 0,1 6-1 15,-7 3-5-15,1 2-6 0,-3 3-6 0,4-1-12 16,-6 2-4-16,1 0-14 0,-4 6-2 16,9-5 1-16,-9 5-2 0,0 0-3 15,23 7 0-15,-7 1-3 0,-1 4-1 0,8 3-2 16,4 4 4-16,-3-1 0 0,-1 3-2 16,-2 0 6-16,-8-6 6 0,-3 2 16 0,0-3 22 15,-9 1 23-15,-1-1-2 16,-3 1 1-16,-5-1-9 0,-4 3-3 0,1-2-12 15,-5-1 0-15,-8 1-11 0,1-1 3 16,6-9-9-16,-3 3-7 0,0-4-15 16,2 0-3-16,6-5-17 0,-6-4-14 0,1-7-23 15,-4-5-29-15,6-8-18 0,7-8-24 16,4-2-25-16,6-3-6 0,8 0 7 0,0 4 7 16,1 3 4-16,3 6-7 0,-2 5-1 15,2 9 4-15,-3 1 9 0,2 4 11 16,7 2 12-16,-6 4 11 0,0 6 6 0,4 0 10 15,-5 4 11-15,4-1 24 0,-4 5 16 16,-2-1 14-16,1 3 11 0,-2 0 6 16,-5-1 2-16,5 1 1 0,0-1-3 15,-5-1-2-15,3-2 1 0,-5-2-3 0,6 0-2 0,-6-2 2 16,3 0 2-16,-2-3-1 16,-1 2 4-16,4-2 4 0,-2-1 2 0,3 0 0 15,-8-4-6-15,19 2-1 0,-8-2-3 16,0 0-3-16,-1 0 1 0,-10 0-6 15,24 0 3-15,-13-2-2 0,0 2-1 0,-11 0 4 16,15 0 6-16,-15 0 5 0,15 0-7 16,-15 0 0-16,9 2-8 0,-9-2-2 0,11 3-1 15,-10 3 5-15,-1-6 1 16,6 10 2-16,-4-2-3 0,-2 0-4 0,0 1 4 16,2 0-2-16,-4 0 1 0,2-1 0 15,-2-1-3-15,-2 1 0 0,2 0-1 16,2 1 1-16,-3-3 3 0,-1 0-2 0,-3-1 2 15,7-5 8-15,-9 5-13 0,4-3 2 16,5-2-10-16,0 0-20 0,-18-4-25 0,18 4-35 16,-5-12-48-16,6 1-29 0,5-3-10 15,13-5 16-15,6-3 6 0,8 5 10 0,3 5 14 16,3 2 12-16,2 3 13 0,-1 7 5 16,-12 0 10-16,-4 0 8 0,-8 4 8 15,0-1 27-15,-5 4 21 0,-4 0 28 0,2-2 18 16,-4 2 23-16,-3 0 14 0,2-1 7 15,-4 3-3-15,3-4-4 0,-3 3-6 16,2-4-6-16,-2-4-3 0,4 15-4 16,-2-10-2-16,1 2-7 0,-1 0-4 0,-1 3-4 15,1-2-4-15,2 1-1 0,0-3-7 16,-1 2-19-16,3-2-13 0,-3 1-1 16,4-3 6-16,0-1 6 0,-7-3-2 0,15 0 0 15,-15 0 2-15,25-10 5 0,-11 3-1 16,1-5 11-16,0 0 13 0,-2 0 12 0,-2 2 12 15,1 3 1-15,-4-1 0 0,-3 4-2 16,3-2-5-16,-4 2-7 0,2 1-9 16,-6 3-5-16,7-4 0 0,-7 4-1 15,0 0-2-15,0 0-2 0,20 9-4 0,-15-1-20 16,6 0-20-16,3 0-39 0,3 7-35 16,10-1-44-16,1 6-54 0,8 4-56 15,-3-4-60-15,5 4-59 0,-5-6-54 0,-1-1-73 16,0-5-70-16,6 1-282 0,-2-3-338 15</inkml:trace>
  <inkml:trace contextRef="#ctx0" brushRef="#br0" timeOffset="115261.05">21097 2327 2200 0,'10'9'-28'0,"-10"3"89"16,-4-2 77-16,-7 1 64 0,-20 5 40 15,-17 1 32-15,-15 2 25 0,-30 3 18 0,-21-1 6 16,-18-4-9-16,-13 0-6 0,-22-2-31 16,-55 8-15-16,-4-6-17 0,-1 6-20 15,12 2-13-15,55-3-14 0,9 1-9 16,16 3-24-16,21-4-15 0,20-2-18 0,33-3-16 15,10 0-14-15,15-1-11 0,5-3-17 16,14 1-33-16,7-4-44 0,7-1-53 16,3-2-39-16,0-7-42 0,13 8-51 0,1-6-43 15,-2-2-45-15,10-3-53 0,-3-1-54 16,1-3-80-16,0-1-105 0,-1-2-138 0,-2 1 56 16,-3 0-385-16,-3 1-510 0</inkml:trace>
  <inkml:trace contextRef="#ctx0" brushRef="#br0" timeOffset="116777.24">20335 1912 2694 0,'-5'-7'243'15,"-1"1"-26"-15,6 6 25 0,-5-10-16 16,5 10-37-16,0-10-34 0,0 10-25 0,13-7-26 16,-6 4-13-16,-7 3-5 15,25 3 1-15,-7 4-6 0,2 3-3 16,5 7-3-16,-4 3-7 0,-3 1 2 0,-4 0-5 15,-4-1-3-15,-7 1-4 0,-3-1 4 16,-2 2-3-16,-9 4-3 0,-3 3-5 0,-6-5-3 16,-1-2-6-16,-2-2-4 0,-2-3-5 15,6-3-5-15,4-5-23 0,2-3-28 16,1 0-64-16,2-6-88 0,10 0-91 0,0 0-92 16,-1-14-91-16,13 0-106 15,15-10-89-15,16-9 62 0,8 0-202 0,18-13-272 0</inkml:trace>
  <inkml:trace contextRef="#ctx0" brushRef="#br0" timeOffset="116945.21">20929 1872 2062 0,'18'-8'64'0,"-11"1"50"16,-5 3 30-16,-2 4 32 0,0 0 63 16,-29-1 26-16,4 2 21 0,-14 5 18 15,-3 2 6-15,2-1-9 0,2 3-24 0,3 1-13 16,7 2-22-16,6 3-18 0,2-1-23 16,8 2-17-16,9-2-13 0,3 6-18 15,10 8-29-15,15 10-12 0,14-5-87 0,13-4-85 16,28 3-108-16,17-8-110 0,12-8-147 15,5-6-229-15,0-9-106 0,-25-4 99 0,-6-3-440 16,-19-11-570-16</inkml:trace>
  <inkml:trace contextRef="#ctx0" brushRef="#br0" timeOffset="123792.56">9377 9610 933 0,'0'0'113'0,"0"0"-18"0,13-3-15 0,-13 3-7 16,16-3 3-16,-9 1-5 0,7-2 7 16,-3-1 2-16,2 0 3 0,5 0 5 0,0-2 2 15,-6 2-2-15,5-4 4 16,-1 3-2-16,1-6 4 0,-2 7-8 0,5-4 3 0,-6-2-6 16,4 1 0-16,0 2-4 0,0-3-5 15,3 1-5-15,-1-1-6 0,5-3-9 16,2-1-9-16,2 1-1 0,-1-2-5 15,-1 3-2-15,2-3-4 0,1 3-4 16,1-5-5-16,-1 3-2 0,1-3-2 0,1 3-3 16,2-2 3-16,1 0-1 0,-5-1-2 15,4 3-6-15,-1-1-3 0,-5 0 2 0,3 2 1 16,-3-1-3-16,-1 1 2 0,0 1-5 16,-2 3 1-16,-5 1 4 0,7-5-8 0,2 1 4 15,-6 5 0-15,5-4-7 0,5-1 7 16,-1 1-5-16,0-3 0 0,2 3 1 15,2 0-2-15,3 0 3 0,-1-1-3 16,2-1 3-16,2 3-5 0,-6-2 6 16,2 3-3-16,-4-2-2 0,3 3 1 0,-2-1-1 15,-5 0 2-15,-4 3-1 0,-1 1-3 16,-2 0 4-16,2 0-3 0,0 0 2 0,9-1 3 16,-2-1 0-16,4-2-5 0,2 3-3 15,5 0 7-15,0 2-6 0,3-3 6 0,2 4 0 16,-6-1-7-16,1 0 2 0,-3 3 3 15,-7-1 0-15,-9-1 0 0,1 4 0 0,-1-3-1 16,-3 2 3-16,-1-1-5 16,1-2 1-16,4 2 2 0,13-2 0 0,2 0 0 15,2-1 4-15,-2 1-7 0,5 1 6 16,-2 0-3-16,4 1-2 0,1-2 3 16,2 4-4-16,1 0 2 0,0-3 0 0,-1 3-1 15,-1 0-1-15,-1 0 5 0,-6 3-2 16,-8-3-3-16,-5 0-1 0,-6 2 8 0,0-2-8 15,-3 0 3-15,3 0-1 0,0 0 2 16,6 0-1-16,2 0 2 0,8-2-2 0,4 2 2 16,0-3-2-16,3 1 2 0,0 2-2 15,2-1 3-15,-3 1-3 0,1 0 1 16,-2 0-4-16,-5 0 3 0,-2 0 0 16,-8 1 2-16,0-1-5 0,-4 2 5 15,2-2-2-15,2 3-2 0,0-3 3 0,-3 4 3 16,12-2 1-16,5 1-2 0,-4-1-4 15,8 1 2-15,0 0 0 0,1 1 1 0,1 0 0 16,1 0 1-16,-2 2-3 0,-5-3-1 16,0 2 2-16,-2-2 1 0,-10 1-3 0,-6 0 2 15,-5 0-1-15,-1-2 2 0,-2 0-3 16,0 2 0-16,-2 0-2 0,1-2 8 0,-1 1-4 16,2-3 0-16,3 4 0 0,4-2 0 15,4 1 1-15,9 1 2 0,5 3-1 16,-1-3-8-16,4 4 5 0,-2-2 1 0,3 3 2 15,8 2 0-15,-5 3-4 0,-9-4 1 16,-1 2-2-16,-5-2 0 0,-4-1 4 16,-7-1 0-16,-1 1-1 0,-4-1 0 15,0-1 3-15,-6 0-2 0,3 0 2 0,-1 0-2 16,7-1 3-16,5 6 0 0,8 0-4 16,2 2 0-16,1 1 1 0,11 1 2 0,3 3-2 15,1-2-4-15,2 3 6 0,-2 1-2 16,-2-1-3-16,-2 1 2 0,-3 0 3 15,-12-4-3-15,-5-1 0 0,-1 3-2 0,-7-6-3 16,-7-1 3-16,-4-2 3 0,-1 0-4 16,-1-1 2-16,-1 0 0 0,1 0-2 15,0 0 0-15,0 3 4 0,1 0 0 16,-3 1-3-16,4-1 2 0,0 5 0 0,-2 1-4 16,2-1 4-16,0 5 3 0,-4 0-1 15,4 4-2-15,-1 1 10 0,-2-3 1 0,-4 0-2 16,4 0 4-16,-4 1 8 0,-1-6-10 15,1 4 5-15,-2-3 34 0,2-1-6 0,-2 1-4 16,0 0-3-16,0 4 37 0,0 2 11 16,0-1 3-16,0 11-2 0,0 3 38 15,4-1-3-15,-2-1-5 0,1 4-4 16,4 2-2-16,-2-1 5 0,1 1-5 0,1 9-3 16,1-9-11-16,-2-3-8 0,2 3-8 0,-3 0-8 15,1 0-7-15,-3-4-2 16,2 1-8-16,-1-1-4 0,-2-1-6 0,-2-7-2 15,-2-4-3-15,2 1-2 0,-4-2-5 16,-1-2 0-16,0 8-4 0,-3-3-5 0,-1-3-1 16,-3 1 3-16,5-4-6 0,-2-2 1 15,-4-3-3-15,4 1-2 0,0-2-1 0,-1 0-2 16,1 1-1-16,-2-3-4 0,0 0 3 16,2-1-3-16,2 2 1 0,-2-4 0 0,-2-1-7 15,4 1 2-15,0 0 1 16,-5 2 2-16,2-3-1 0,-3 2-4 0,1-3 4 15,-1 4-1-15,-2 2-3 0,-2-5 4 16,-2 7-3-16,-4 3 3 0,0-3-2 0,2 0 0 16,-2 0-2-16,-2 3 1 0,3-2 0 15,-1-1 0-15,0 5-3 0,-4-4 2 0,2-1-2 16,-2-1 1-16,1 5 3 0,1-6-3 16,-1 1 1-16,-1-2 0 0,-2 2 2 15,2 0-1-15,-5 0-2 0,2 2 3 0,-5-1-1 16,-4 1-2-16,-6 2-1 0,0 0 4 15,-5 1-4-15,-2 2 1 0,-5 0 2 0,-1-1 0 16,-1 0-1-16,-2-2 0 0,2-1-1 16,2 3 2-16,1-5 1 0,6-1-2 0,7 1 0 15,7-5 1-15,2-1-1 16,0 2 1-16,4-2-1 0,-3 2 3 0,3-4-1 16,-1 0 5-16,-1 1 1 0,2 1 4 15,-5-3 0-15,-1 1 0 0,0 0 1 0,-4 0 0 16,-7 6-3-16,-7-2 1 0,0 1-2 15,4 0-1-15,-6-1 1 0,1 1 1 0,-1 1-4 16,-3-1 1-16,7-1-2 0,-2-2 11 16,11-2 21-16,0-3 7 0,2 0 6 0,-4-2-1 15,4 0-8-15,-6-2-2 0,2 1 1 16,-1 0-6-16,-1 0-5 0,-3-4-5 16,0 2-1-16,-11 2-1 0,10-3-5 15,-12 1 5-15,3 1-5 0,-3-1-1 0,2 1-6 16,-3-1 6-16,15-2 15 0,-1 0 12 15,1 2 1-15,5-4 3 0,0 0 5 16,4-1 8-16,-2 1-6 0,4-3-3 0,-1 2 1 16,0 0-10-16,-1-2 5 0,-1-1-4 15,3-1-10-15,-5 2 0 0,1-1-3 0,-4-1-8 16,2-2 4-16,-1 1-6 0,-11-3 0 16,3 1-6-16,-2-4-2 0,0 2 1 0,-1 0-3 15,-1-1 0-15,3 2 4 0,4-3-5 16,-2 2-4-16,10 3-3 0,-8-5-2 15,9 3 5-15,-2 1 2 0,2 0 0 16,-2-3-6-16,4 3 0 0,-11-5-4 0,8 4 2 16,1 4 6-16,-4-3-4 0,4 3-3 15,-6-1 8-15,6 1-8 0,-4 0 2 0,6 0 3 16,-5 0-8-16,4 2 9 0,-4 0-6 16,6 0 0-16,2-2-3 0,-1 1 13 0,1 0-10 15,0-2 0-15,0 1 2 0,0-2-3 16,1 2 4-16,1-3-2 0,2 2-5 0,-3-3 4 15,3 5-4-15,0-5 2 0,0 1 5 16,-5-1-3-16,5 2-5 0,-2 0 2 16,-3-2-1-16,5 1 3 0,-3 0-1 0,1 2 3 15,2-3 3-15,1-1-4 0,8 6 1 16,0 0-1-16,1 0 0 0,1-4 1 16,1 4 2-16,0-1-3 0,-1-2 2 15,1 0 0-15,4 1 2 0,-4-2-1 0,2 1-5 16,0-1 3-16,-1 0-3 0,2 0 1 15,-2 2-3-15,2 0 7 0,0-2-10 0,-1 1 11 16,2 1-2-16,-6-1-5 0,4 1 7 16,-3-1-5-16,-1 0-2 0,4-1 6 0,-13 0 4 15,8-1-5-15,-9 1-4 0,7 2 2 16,4 1 0-16,2-1 0 0,0 2-4 16,1 0 3-16,4 1 0 0,-2 1 3 15,5-2-3-15,2 4 2 0,-3-3-4 0,2 4 7 16,10 1-7-16,-13-6 1 0,3 5 1 15,10 1 1-15,-11-4 1 0,11 4 3 0,-9-5-3 16,9 5 0-16,-7-3-4 0,7 3 5 16,-9-4 1-16,9 4-3 0,0 0-2 0,-11-2 5 15,11 2-1-15,-8-4-1 0,8 4 0 16,-8-6 1-16,8 6 1 0,-9-5-5 0,9 5 5 16,-7-5-2-16,7 5 6 0,-7-5-3 15,4 2-2-15,3 3 0 0,-8-9-2 16,6 6 4-16,2 3-3 0,-5-6 1 15,5 6-2-15,0 0 2 0,-6-7-1 0,6 7 2 16,0 0-4-16,-6-4 4 0,6 4 0 16,0 0-2-16,0 0-2 0,-2-7 0 15,2 7-2-15,0-7 9 0,0 7-2 0,0 0-2 16,0-10-4-16,0 10 0 0,0 0 0 16,2-12-1-16,-2 12 5 0,4-11 1 0,-2 4-5 15,0 0 5-15,6-3-2 0,-5-1-2 16,5 0-3-16,-3-3 4 0,3-1 1 0,0 3 1 15,-1-2-4-15,-3 3 6 16,2 4-4-16,0-1 4 0,-2 1-11 0,-1 0 0 16,-3 7 4-16,6-8-7 0,-6 8 1 15,4-4 1-15,-4 4-1 0,0 0 2 0,0 0 4 16,0 0 5-16,0 0-4 0,-35 17-2 16,19-9 0-16,-2 3 6 0,-9 5-2 0,1-2-3 15,-3 1 1-15,7-5 0 0,2-1-1 16,-1-1 5-16,1 2-4 0,4-4 1 0,1-1-2 15,3 0 3-15,1 0 0 0,4-3 0 16,-1 3 7-16,0-1-1 0,3-3 4 16,5-1-1-16,0 0-1 0,0 0-3 0,0 0 4 15,0 0-5-15,26-17 1 0,-5 9-4 16,7-4 7-16,-3 2-8 0,9 1 2 16,-7 3-5-16,0 4 2 0,0-1-4 15,3 6 5-15,6-1-2 0,0 8 1 0,-11-5 3 16,6 5 0-16,-1 0-3 0,-5 0 7 15,-3-5-1-15,-8 2 8 0,4 0-10 0,-2-1 0 16,-2 0 1-16,1 1 5 0,-1-3-4 16,-1 2-3-16,-1-2-2 0,1 1 1 0,-2-2 3 15,-1 3-25-15,-1-3-39 0,1 2-46 16,0-2-49-16,-3 3-52 0,1-5-56 0,-3 3-76 16,-5-4-71-16,10 6-70 0,-10-6-71 15,2 4-144-15,-2-4-14 0,0 0 68 0,0 0-466 16,0 0-576-16</inkml:trace>
  <inkml:trace contextRef="#ctx0" brushRef="#br0" timeOffset="125061.13">10578 10188 2919 0,'-8'-5'-105'0,"8"5"49"0,-4-5 34 16,4 5 14-16,0 0 17 0,6-14 18 15,0 11 15-15,2-2 8 0,3 0 5 0,5 1-5 16,0 1 2-16,6-1-9 0,1 4-7 16,-3 0-1-16,3 4-4 0,2-1-8 15,-4 2 0-15,-4 0 0 0,-1 2 0 0,-3 2-10 16,-8-1 0-16,1 3 7 0,-5-1-2 15,-2 2 13-15,-7 3-2 0,-1 1 5 0,-2 1-2 16,-7 6-2-16,4-7 0 16,2 0 4-16,-1-3-5 0,1 1 1 0,2-3-3 15,1 1-2-15,1-2 3 0,0-1-4 16,3-1 5-16,1 2 5 0,2 1 2 0,1-1 4 16,1 4-10-16,1-2-4 0,-1-1-4 15,2 5 6-15,2-1-4 0,0 2-1 0,-3-5-5 16,-1 1-8-16,0-1 15 0,2 1 14 15,-4-3 11-15,1 2 16 0,-5-1 12 0,1-1 4 16,-8-2 4-16,2 2 0 0,-3-5 1 16,-2 3-8-16,-2-3-4 0,0-1-8 15,-2-3-8-15,-3 1-5 0,1-4-4 16,-3 1-4-16,0-3-9 0,2 1-6 0,0-3-17 16,6 2-27-16,0-1-26 0,4 1-42 15,-1-2-62-15,5 4-74 0,2-6-78 16,-1 4-105-16,6-2-118 0,2 6-78 0,2-11 57 15,6 7-239-15,-1-4-267 0</inkml:trace>
  <inkml:trace contextRef="#ctx0" brushRef="#br0" timeOffset="125308.53">10980 10406 2153 0,'-10'-3'46'0,"5"1"31"0,5 2 18 16,-11-5 28-16,11 5 28 0,-8-4 32 0,8 4 13 15,0 0 9-15,-4-6-22 0,4 6-15 16,0 0-15-16,0 0-18 0,17-11-15 0,-6 8-11 16,3 0-34-16,4 1-44 0,0-2-55 15,1 1-54-15,2 0-60 0,-2 1-57 0,2 0-72 16,-4-3-93-16,1 1-170 0,-4 0 13 15,0 0-195-15,-3-2-206 0</inkml:trace>
  <inkml:trace contextRef="#ctx0" brushRef="#br0" timeOffset="125708.65">11700 10069 2053 0,'0'0'26'0,"-2"-8"1"16,2 8 14-16,0 0 25 0,0 0 32 0,-27 13 22 15,3 3 19-15,-2 5 13 16,-10 8 0-16,-3 2-9 0,-1 2-5 0,2-1-9 16,2 2-9-16,1-5-1 0,11-2-12 15,5-1-21-15,-1-3 2 0,5 1-9 0,8-3-3 16,2-4-5-16,8-3-12 0,-1-1-4 15,4-1 0-15,1 1-9 0,2-4-4 0,1 0-2 16,1-2-2-16,0-2-5 0,2-2 0 16,-6-1-3-16,2-2-1 0,-9 0 11 0,18-2 7 15,-18 2-1-15,11-8-2 0,-8 1-2 16,-3 0-7-16,3-1 2 0,-6-3-12 0,2 1 3 16,-5 1-4-16,1 1-2 0,-1 1-3 15,0-1-1-15,-4 2-5 0,5 3-2 16,-3 0-18-16,8 3-22 0,-14-4-27 15,14 4-44-15,-11-2-45 0,11 2-45 0,0 0-50 16,0 0-70-16,0 0-102 0,0 0-178 16,0 0 55-16,0 0-257 0,40-4-279 15</inkml:trace>
  <inkml:trace contextRef="#ctx0" brushRef="#br0" timeOffset="125909.43">11855 10338 2142 0,'0'0'64'0,"0"-10"30"0,0 10 20 16,-3-8 29-16,3 8 21 0,-1-9 21 0,1 9 13 16,-2-6-1-16,2 6-16 0,0 0-17 15,3-8-15-15,-3 8-18 0,12-4-20 16,-12 4-45-16,15-4-53 0,-3 1-68 0,-3 3-75 16,3-1-84-16,0-3-107 0,1 3-185 15,-1-1-37-15,-1 0 61 0,-11 2-153 0,11-2-131 16</inkml:trace>
  <inkml:trace contextRef="#ctx0" brushRef="#br0" timeOffset="126091.87">11744 10403 1832 0,'-7'3'85'16,"0"1"28"-16,4-1 19 0,3-3 25 0,-6 4 29 16,6-4 24-16,0 0 4 0,0 0-13 15,0 0-20-15,0 0-17 0,0 0-15 16,0 0-20-16,31-7-7 0,-16 3-39 0,2 2-49 15,3-1-65-15,4-2-90 0,12-4-83 16,-9 3-118-16,7-6-189 0,-3 3-20 0,-4 2 58 16,-7-2-139-16,1 3-111 0</inkml:trace>
  <inkml:trace contextRef="#ctx0" brushRef="#br0" timeOffset="126291.6">12154 10233 1856 0,'-13'2'82'16,"13"-2"5"-16,-8 4 11 0,8-4 15 0,0 0 23 15,0 0 20-15,0 0 10 0,0 0-18 16,0 0-5-16,0 0-15 0,0 0-11 0,36 0-42 16,-16-3-59-16,0 3-71 0,5-3-77 15,2-3-93-15,11 1-130 0,0-3-138 0,0 0 36 16,-2 0-89-16,-1 0-48 15</inkml:trace>
  <inkml:trace contextRef="#ctx0" brushRef="#br0" timeOffset="126676.47">12688 9958 1603 0,'0'-8'53'16,"1"3"9"-16,-1 5 13 0,2-6 14 0,-2 6 11 15,0 0 8-15,4-8-5 0,-4 8-8 16,0 0-10-16,6-4-5 0,-6 4-9 0,0 0-9 15,0 0-4-15,24 9-6 0,-13-4-8 16,-4 4-1-16,2-1-6 0,0 2-3 16,-2 3 2-16,-1-1 1 0,-5 0 9 0,-1-1 9 15,0 1 20-15,-3 3 4 16,-8 2 4-16,0 0 17 0,-10 4-2 0,3-2-5 16,0-6-2-16,5-1 0 0,3-2 2 15,5-1 0-15,-3-1 8 0,4 1 3 0,1-1 8 16,1 1-3-16,2 2-6 0,2 1-8 15,1-1-7-15,-1 1-8 0,2-2-6 0,-2 3-8 16,0-1-2-16,0-1 0 0,-2-1 4 16,-2 3 2-16,-2-1 9 0,0-2-2 0,-3 2-3 15,-1-1-3-15,-4 1-7 0,1-2-8 16,-2-1-8-16,0-1-2 0,-5 2-3 16,1-1-9-16,-2-2-27 0,0 0-50 15,-4-1-62-15,2 0-83 0,-2 1-102 0,2-2-114 16,2-2-180-16,2 2-80 0,0 0 67 15,1-1-371-15,5 4-446 0</inkml:trace>
  <inkml:trace contextRef="#ctx0" brushRef="#br0" timeOffset="127591.88">16867 9857 2775 0,'-12'-3'-32'15,"-3"6"58"-15,-13 6 53 0,-19 10 34 16,-10 6 30-16,-17 16 26 0,-6 5 18 0,-3 3 3 16,-5 4 1-16,-2 4-6 0,-1 1-14 15,-2 4-15-15,7 0-14 0,5-2-12 0,11-9-12 16,20-11-12-16,9-7-8 0,5-2-11 16,11-6-11-16,3-6-6 0,4-5-7 0,8-1-2 15,2-5-1-15,3-4-13 0,5-4-20 16,0 0-13-16,0 0-8 0,16-21-5 0,-2-4-9 15,1-5-17-15,6-12-2 0,2-7-7 16,0-7-2-16,0-7-8 0,7-17 5 0,-7 17 2 16,-1 5 7-16,-6 7 10 0,4 6 38 15,-11 14 12-15,-2 8-2 0,2 6-5 16,-6 5-4-16,3 7 32 0,-3 5 24 16,-3 0 16-16,14 20 16 0,-1 9 6 0,10 14-2 15,6 11-2-15,18 21-10 0,10 7-14 16,18-2-5-16,5 2-9 0,4-2-30 0,-2-8-67 15,1-1-100-15,-6-3-106 0,-9-2-128 16,-5-8-186-16,-19-11-203 0,-8-7 77 16,-7-4 74-16,-6-8-423 0,-3-2-495 0</inkml:trace>
  <inkml:trace contextRef="#ctx0" brushRef="#br0" timeOffset="144005.56">3087 11035 1377 0,'0'-10'278'0,"-2"0"-65"16,2 3-3-16,0 0 5 0,0 7 17 16,0 0 2-16,0-14-14 0,0 14 0 15,-2-5 0-15,2 5-2 0,0 0-7 0,0 0-14 16,0 0-18-16,-6-7-17 0,6 7-12 16,0 0 11-16,0 0-3 0,-2 31-13 0,0-7-16 15,2 4-7-15,-2 7-12 0,0 7-8 16,-1 1-14-16,1-4-6 0,0 2-11 15,0-3-4-15,0-2-3 0,1 0-11 0,-1-8-7 16,0-8-19-16,-1-1-30 16,3-7-33-16,0 2-47 0,0-1-52 0,0-7-59 15,0 4-77-15,0-10-86 0,0 0-88 16,0 0-97-16,0 0-97 0,8-31 56 0,-6 8-326 16,0-10-391-16</inkml:trace>
  <inkml:trace contextRef="#ctx0" brushRef="#br0" timeOffset="144189.23">2926 10967 2699 0,'-20'-5'59'0,"2"3"17"16,5 0 39-16,1 1 33 0,12 1 21 15,-16-4 12-15,16 4-2 0,-12-3-12 16,8 1-13-16,4 2-16 0,0 0-15 16,4-14-9-16,4 8-23 0,7-7-41 0,4 1-45 15,8-6-57-15,4-2-55 0,6-2-60 16,-2 5-73-16,4-4-95 0,-2 9-139 15,-4 2-94-15,-9 5 64 0,-5 7-184 0,-5 1-181 16</inkml:trace>
  <inkml:trace contextRef="#ctx0" brushRef="#br0" timeOffset="144371.65">2863 11521 1943 0,'-13'22'114'15,"2"-7"14"-15,3-2 5 0,1-4 11 16,1 0 23-16,2-2 35 0,1-2-2 0,3-5-9 15,-5 8-11-15,5-8-20 16,0 0-14-16,0 0-10 0,0 0-16 0,0 0-38 16,54-16-54-16,-26-5-65 0,12-7-81 15,1-1-85-15,-3-3-113 0,1 0-147 16,0-3-83-16,-6 2 57 0,-7 0-158 0,-7 8-144 16</inkml:trace>
  <inkml:trace contextRef="#ctx0" brushRef="#br0" timeOffset="145039.37">3197 11128 2039 0,'0'0'156'0,"0"0"0"16,-6-6-2-16,6 6 26 0,0 0 0 15,0 0 0-15,0 0 19 0,0 0 23 16,0 0 7-16,0 0-10 0,0 0-16 16,4 26-19-16,0-17-9 0,2 2-13 15,0-3-14-15,-1 2-14 0,-1-2-11 0,2-1-10 16,-1 1-15-16,0-2-2 0,0 0-9 15,-5-6 9-15,8 8 5 0,-8-8 14 0,7 2 3 16,-7-2-12-16,0 0-14 0,14-21-9 16,-9 5-7-16,3 0-6 0,-1-1-6 0,3-2-9 15,-4 5-2-15,-1 0-14 16,1 0 2-16,-2 7-3 0,0-5-9 0,0 6-3 16,-2-1-6-16,3 3-5 0,-5 4-1 15,10-8 3-15,-10 8-7 0,14 0 1 16,-14 0-3-16,0 0 2 0,26 5 3 0,-15-2-1 15,-1 2-7-15,2 1-9 0,-3-3-16 16,0 0-12-16,1 1-14 0,-2 0-15 0,-8-4-14 16,14 4-16-16,-14-4-9 0,13 3-15 15,-13-3-18-15,0 0-16 0,18-9-3 0,-10 2-3 16,3-5 6-16,0-5 20 0,7-9 19 16,0 0 12-16,0 1 19 0,1 1 30 15,-6 4 30-15,-3 5 28 0,-2 3 25 16,-3 3 18-16,1 1 6 0,0 0-5 15,-3 2-4-15,2 2-2 0,-5 4 3 0,9 0-1 16,-9 0-7-16,0 0-6 0,15 8-1 16,-7-2-1-16,-2 2-12 0,1-1-21 0,0 1-35 15,-1-2-31-15,2 4-31 0,-4-5-33 16,3 1-29-16,-5 0-15 0,4-4 3 0,0 2-3 16,-6-4-14-16,0 0 1 0,0 0 6 15,0 0 15-15,13-8 19 0,-11 0 21 16,2-1 36-16,-1-3 22 0,1-3 31 0,1-1 44 15,-1-1 32-15,-1 1 35 0,1 2 23 16,-2 3 18-16,1 0 11 0,-1 2-12 0,0 4-8 16,0-1-17-16,-2 6-3 15,8-4-13-15,-8 4-3 0,0 0-7 0,0 0-8 16,17 13-9-16,-12-9-30 0,4 3-34 16,-4 0-66-16,3 1-63 0,-1-1-63 15,0 0-80-15,0-1-84 0,0 1-133 0,1-5-41 16,-3 4 52-16,2-2-161 0,-2 0-151 15</inkml:trace>
  <inkml:trace contextRef="#ctx0" brushRef="#br0" timeOffset="145888.7">4045 10640 1846 0,'0'0'96'0,"-13"0"36"15,13 0 26-15,0 0 19 0,-21 8 8 16,15-3-4-16,6-5 9 0,-9 8-5 0,4-1-7 15,5 0-14-15,0-7-7 0,-1 12-10 16,1-12-16-16,1 14-12 0,2-11-6 0,-3-3-13 16,9 4-5-16,-9-4-12 0,0 0-8 15,29-10-16-15,-18 1-13 0,3-5-20 16,4-11-9-16,-2-4-10 0,5-12 4 0,-4 0-6 16,6-11-1-16,-10-2-7 0,-1-10 4 15,-3 0 4-15,-3-5 1 0,-1 2-4 0,-3 4-1 16,-4 17-1-16,1 4 4 15,-5 6-2-15,-1 10 0 0,-1 9-7 0,-2 5 6 16,-3 7-1-16,-3 4 0 0,-2 4-4 16,-11 14 14-16,-3 14-2 0,0 11 6 0,3 5 9 15,0 15-5-15,3 25 9 0,4 4 11 16,11 6 18-16,9 2 18 0,6 1 21 16,11 1 13-16,6-2 1 0,6-3 4 0,3-5-4 15,3-6-6-15,-1-6-6 0,-9-20-7 16,-2-4-7-16,-6-4-7 0,-4-13-1 0,1-4-5 15,-8-9-6-15,-2-1-4 0,-2-7-4 16,0-5-4-16,-2-3-5 0,-2-1-4 16,-4-3-3-16,8-5-2 0,-20 0-9 15,20 0-8-15,-33-16-1 0,14 6-3 0,-6-7-3 16,3 0 0-16,4 2 2 0,4 4-7 16,0 1 2-16,4-3-16 0,0 4 0 15,3-7-11-15,3 0-13 0,4-2-11 0,4-6-15 16,5-7-13-16,12-12-18 0,2-4-15 15,8 1-21-15,1-9-5 0,10-13-10 0,6-5 2 16,2-2 11-16,-3 0 14 0,-3-2 8 16,-4 4 11-16,-13 17 11 0,-7 8 21 15,-2 3 19-15,-7 13 25 0,-5 8 19 0,-2 7 15 16,-4 3 8-16,0 2 3 16,-2 4 6-16,-3 3 2 0,5 5 2 0,0 0 3 0,-11-2 1 15,11 2 0-15,-13 10-3 16,10-1-4-16,-2 3 1 0,3 0-6 0,0-1-2 15,2 3-2-15,2 0-4 0,0-1-1 16,5 1-4-16,-2 0 1 0,2-2-2 0,-1-4-5 16,1 1-11-16,4-4-13 0,-2-2-16 15,-9-3-16-15,23-5-16 0,-8 1-15 16,2-7 0-16,-2 1 1 0,1-2 6 0,-3 0 15 16,-3 1 1-16,1 1 5 0,-4 2 20 15,2 1 21-15,-4 0 14 0,1 2 7 0,-6 5 0 16,9-7 0-16,-9 7-6 0,5-3 1 15,-5 3 3-15,0 0-1 0,0 0-2 16,18 0-1-16,-18 0-1 0,0 0-4 16,0 0-15-16,21 6-32 0,-13-4-36 0,-8-2-42 15,17-3-50-15,-6 0-48 0,2-4-37 16,12-11-48-16,2-5-45 0,5-12-43 16,6-10-43-16,10-20-28 0,-3-13-371 0,0-11-320 15</inkml:trace>
  <inkml:trace contextRef="#ctx0" brushRef="#br0" timeOffset="146220.95">5202 9333 2132 0,'17'-67'-14'0,"-6"19"86"15,0 12 38-15,-10 9 20 0,-1 8 21 16,-1 5 11-16,-6 6 28 0,1 8 31 0,6 0 18 16,-25 17 4-16,3 9 2 0,-3 13-4 15,0 5-6-15,6 4-17 0,2 5-15 16,5 5-13-16,5-2-16 0,3 2-19 16,4-2-16-16,8 1-10 0,2 2-16 15,-1-6-24-15,2-1-45 0,1 0-56 0,-1-1-51 16,0-3-60-16,-6-7-63 0,-1-3-56 15,-1-1-49-15,-4-8-36 0,-3-5-28 0,-4-4 9 16,0-6 24-16,-1-4 66 0,0-7 86 16,-1-3 63-16,-9-8 62 0,-4-14 58 0,-6-11 63 15,3-4 52-15,-1 0 47 16,8 6 34-16,5 4 26 0,1 0 11 0,1 7-1 16,5 7-19-16,2 1-25 0,-3 3-19 15,6 3-22-15,-1 0-14 0,3 6-15 16,0 0-14-16,14-10-10 0,-3 8-21 0,5 1-36 15,4-3-57-15,5 1-59 0,11-4-91 16,1-2-103-16,5-1-98 0,8-3-101 0,2-7-131 16,2 2-49-16,-2-1 74 0,-2 2-319 15,-16 5-366-15</inkml:trace>
  <inkml:trace contextRef="#ctx0" brushRef="#br0" timeOffset="146541.23">5467 9753 2737 0,'0'0'175'0,"-11"4"19"0,11-4 21 15,-9 4 18-15,9-4-2 0,0 0-11 16,-5 6-13-16,5-6 7 0,0 0-10 16,0 0-24-16,0 0-10 0,10 10-9 0,-10-10-9 15,15 2-14-15,-15-2-11 0,21-4-14 16,-8 1-8-16,3-2-13 0,-5-2-9 0,0-2-5 16,1 1-8-16,-5-3-9 0,-1 1-5 15,-3-1-2-15,-1 5-9 0,-2 6-7 16,-9-8-2-16,9 8-4 0,-29 8-3 0,-1 3-3 15,-2 7-5-15,-8 5-1 0,9-3-3 16,5-1-6-16,4 0 3 0,6-1-2 16,4-4-4-16,6 0-2 0,3-4 0 15,3 0 0-15,0-5 3 0,0-5-4 0,7 12 1 16,-2-8-16-16,-5-4-12 0,20 2-19 16,-6-2-28-16,2 0-52 0,-2 2-71 0,1 2-80 15,1 1-68-15,-2 7-96 0,-2 8-146 16,-2 9-110-16,-10 9 63 0,-9 13-463 0,-7 11-563 15</inkml:trace>
  <inkml:trace contextRef="#ctx0" brushRef="#br0" timeOffset="147221.2">4228 11630 2886 0,'-7'7'97'0,"1"0"43"0,2-4 12 15,4-3 10-15,-5 4 16 0,5-4 25 16,0 0 7-16,0 0-2 0,0 0-14 0,20-21-14 16,-4 9-16-16,4-6-18 0,3-3-11 15,4-1-16-15,5-9-12 0,-3-2-7 0,1-1-13 16,-1-3-10-16,-4-6-11 0,0-1-7 16,-5-9-9-16,-2-1-8 0,-3-3-8 0,-1-4-6 15,-7-3-4-15,0-1-8 0,0 6 2 16,-5 15-3-16,-1 5-1 0,-1 10-3 15,0 9-2-15,0 3-3 0,-3 6-4 0,-2 5 2 16,1 2-2-16,4 4 3 0,0 0 3 16,-25 21 6-16,14-1-1 0,0 9 7 15,1 2 2-15,3 4 4 0,1 7 1 16,6 0-2-16,4 3 1 0,1-4 0 0,9 5-2 16,3-3-5-16,2-2-1 0,3-10 4 15,-2-2-7-15,7-5 0 0,0-4-4 0,1-8-7 16,-3-3-5-16,0-7-2 0,-1-4-8 15,8-8 0-15,0-7-4 0,6-9-4 0,-2-5-3 16,-4-6-1-16,-3-4 6 0,-2 0-2 16,-4 6 3-16,-9 7 4 0,2 4 3 15,-7 7-3-15,-1 5-4 0,-5 5 4 16,-3 6-2-16,0 1 9 0,0 0-5 16,0 0 4-16,-25 32 2 0,14-15 2 0,2 2 3 15,-5 7-2-15,5-4 0 0,5-2 1 16,1-3 2-16,1-1-1 0,2-3-1 0,2 1-2 15,1-3 1-15,1-1-3 0,3-2 1 16,4-2 0-16,0-4-7 0,-11-2-7 0,28-5-5 16,-8-4-5-16,4-6-3 0,1-3 2 15,-2-3-2-15,-4-5 7 0,-2-2 2 16,-1 0 4-16,-4-1-1 0,-6 7 7 16,-4 3 0-16,0 4 13 0,-4 3 2 15,-2 2 0-15,-1 1 0 0,-5 4-1 0,-4 1-2 16,0 3 3-16,-6 2-1 0,-3 5-2 15,3-1-1-15,-1 0-8 0,-1 3-24 0,6 3-35 16,-2 2-63-16,3-2-76 0,2 4-84 16,2 0-82-16,-2 3-109 0,2-2-176 0,4-3 49 15,3-3-387-15,2-2-471 0</inkml:trace>
  <inkml:trace contextRef="#ctx0" brushRef="#br0" timeOffset="147587.4">5320 10897 3023 0,'0'0'155'16,"0"0"4"-16,-27 0 22 0,27 0 32 15,-13 6 21-15,13-6 2 0,-11 8-16 0,6 0-16 16,0-1-17-16,3 1-17 0,2 1-18 16,0 0-14-16,2 2-18 0,3-2-6 15,2 1-17-15,0 0-23 0,4-5-23 0,1 4-20 16,3-5-20-16,-1-1-10 0,1-5-11 15,2 1-2-15,2-6 6 0,-2-2-5 0,0-3 7 16,-1-1 6-16,-5 1 13 16,-3-2 12-16,-2-1-1 0,-4-2 7 0,-4-1 7 15,-4-3 4-15,-2 0-2 0,0 3-2 16,-3 1-4-16,-1 3-4 0,3 2-4 0,0 7-3 16,-3 1-3-16,3 6-8 0,9-2 3 15,-27 10-8-15,14-1-18 0,-1 5-30 0,1-1-48 16,3 5-56-16,-1-1-69 0,4 1-71 15,3-3-54-15,2-2-62 0,2-2-53 16,2-4-104-16,3-5-47 0,5 0 61 0,-10-2-315 16,34-10-340-16</inkml:trace>
  <inkml:trace contextRef="#ctx0" brushRef="#br0" timeOffset="147805.4">5705 10084 2557 0,'-5'-35'133'15,"-4"12"41"-15,2 2 35 0,1 3 30 0,1 7 13 16,-1 3-11-16,-2 2-4 0,8 6 1 16,0 0 7-16,-18 35 6 0,5 2 7 0,4 21-11 15,2 14-18-15,1 7-22 0,5 26-19 16,-4 1-14-16,11 5-27 0,-4 3-14 0,7 0-32 16,-3-6-71-16,1-5-69 0,2-5-70 15,-6-24-68-15,3-7-71 0,-1-6-71 16,-1-7-69-16,-2-19-74 0,1-10-61 0,0-11-60 15,-3-10-22-15,2-5-428 0,-2 1-507 16</inkml:trace>
  <inkml:trace contextRef="#ctx0" brushRef="#br0" timeOffset="148037.9">5567 10704 2748 0,'-5'-32'-13'0,"1"4"65"16,-1 10 52-16,1 2 44 0,0 3 31 0,1 2 15 15,0 1-2-15,1 2-13 0,2 8 13 16,7-10 15-16,-7 10 7 0,0 0 2 0,20 6-18 15,-4 2 6-15,-4 2-10 16,6 5-12-16,2 3-18 0,0 5-19 0,-6-4-2 0,-5-2-4 16,-2 1-1-16,-7 1-7 0,-2 2-12 15,-9 8-9-15,-3-1-20 0,-2-1 6 16,-4-4-28-16,-1-3-44 0,-1-1-51 16,1-7-60-16,-1-3-69 0,4 1-80 15,-5-5-105-15,-2 0-107 0,2-2-133 0,-6 1-146 16,5 0 68-16,-1 2-530 0,2-3-653 15</inkml:trace>
  <inkml:trace contextRef="#ctx0" brushRef="#br0" timeOffset="149653.99">1880 10028 3140 0,'-7'-17'-9'16,"2"-5"29"-16,-4 9 20 0,4-3 31 0,1 7 38 16,0 1 19-16,1 0 15 0,-1-1 1 15,-1 4-17-15,5 5-5 0,0 0 20 0,0 0 12 16,0 0-2-16,-11 30-2 15,9-11-7-15,-7 10-5 0,1 3-9 0,0-2-8 16,1-5-8-16,0-5-10 0,0 1-11 16,3-6-10-16,-1-5-5 0,3 2-6 15,0-3-2-15,0-1-1 0,2-4 8 0,0-4-17 16,0 0-8-16,0 0-9 0,0 0-7 16,8-31-10-16,-1-2-7 0,3-2-7 0,1-3 0 15,0-1-2-15,0 0 3 0,-4 5-5 16,0 5-4-16,2 5 1 0,-6 7-3 15,1 3-4-15,0 2 0 0,-2 5-5 0,1 1 5 16,3 2 0-16,-6 4-1 16,0 0 3-16,0 0-2 0,29 10 2 0,-16-3 0 15,-2 3 3-15,7 1-2 0,0 1-2 0,2-2 2 16,-1 0-2-16,-2-1 3 0,2 1-2 16,-6-3-3-16,1 0-1 0,-3-2-1 15,-2 0-2-15,2 0 4 0,-4 1 2 0,-7-6 2 16,7 6 2-16,-7-6-2 0,0 0 0 15,0 0 2-15,-14 9-6 0,3-7 4 16,2-1-2-16,-2 2 1 0,11-3-1 0,-23 0-1 16,12 0-10-16,-1 0-31 15,1 0-29-15,11 0-41 0,-25 2-44 0,12-2-40 16,1 2-48-16,-1 0-42 0,1 0-49 16,-1 0-58-16,2-2-76 0,11 0-106 0,-18-6-9 15,9-1-310-15,3-2-378 0</inkml:trace>
  <inkml:trace contextRef="#ctx0" brushRef="#br0" timeOffset="149841.15">2076 9607 2470 0,'9'-10'12'0,"-4"3"29"0,1 0 12 0,-6 7 13 15,5-4 18-15,-5 4 29 0,0 0 25 16,0 0 7-16,12 19-7 0,-8-7-22 16,0 0-4-16,1 2-13 0,3 1-6 0,0 4-6 15,-3-2-11-15,5 1-12 0,-3-1-6 16,3-1-36-16,-2 3-49 0,-1-7-56 0,2 5-62 15,1-2-69-15,-4-1-102 16,-1-1-152-16,3-1-70 0,-2 2 44 16,-4-4-85-16,4-5-80 0</inkml:trace>
  <inkml:trace contextRef="#ctx0" brushRef="#br0" timeOffset="149956.29">2469 9498 1540 0,'2'-12'-1'0,"0"8"0"0,0 0 3 0,-2 4-5 15,0 0 2-15,0 0-1 0,0 0 1 16,0 0-26-16,0 0-55 0,-8 25-62 0,6-17-292 16,0 2 56-16</inkml:trace>
  <inkml:trace contextRef="#ctx0" brushRef="#br0" timeOffset="150587.26">2475 9569 1216 0,'0'0'73'0,"0"0"12"0,0 0 15 15,0 0 20-15,-6 33 15 0,6-18 10 16,-2-1 0-16,2 3-3 0,-2 0-1 15,4-1-15-15,2 0-1 0,0-2-8 0,2 1 3 16,1-1 14-16,1-3 2 0,2-2 2 16,-1-2-3-16,4-5-9 0,-1-2-8 15,-12 0-6-15,29-8-7 0,-13 0-15 0,2-2-9 16,-5-7-3-16,-1 2-2 0,-3-2 0 16,-2-1-8-16,-1-2-3 0,-6 3 1 0,-2-3-13 15,-3-1 1-15,-3 2-11 0,-2 2-8 16,1 5-6-16,-2 4-7 0,-1 3-26 15,-1 7-22-15,13-2-32 0,-33 15-36 0,10 2-31 16,2 4-30-16,1 2-31 16,4 1-24-16,3-5-19 0,1-3 7 0,5-5 24 15,1-3 42-15,4-4 46 0,2-4 45 16,0 0 44-16,0 0 30 0,0 0 33 0,0 0 15 16,0 0 16-16,40-8 13 0,-26 10 15 15,3 4 25-15,2 4 22 0,4 7 17 16,-1 4 16-16,1 8 0 0,0 0-5 0,1 12-7 15,-4 1-20-15,-1 5-5 0,-1-2-11 16,-2-1-9-16,-6-9-4 0,0 0-1 0,-5-2-8 16,-1-4-11-16,-2-7-10 0,-2-1-2 15,-2-2 0-15,-2 1 2 0,-1 0-8 16,-4-2-4-16,-2-3 6 0,-1-1-24 16,-6 0-7-16,1-5-6 0,-6-1-8 15,2-2-13-15,-2-6-14 0,-1-4-36 0,-11-6-32 16,-1-6-32-16,-2-8-31 0,2-4-33 15,2-8-33-15,7 0-44 0,7 9-48 0,8-2-49 16,1-2-88-16,6 6-109 0,5 0-109 16,5-9 65-16,7 0-294 0,9-8-344 15</inkml:trace>
  <inkml:trace contextRef="#ctx0" brushRef="#br0" timeOffset="150889.24">2829 9523 2300 0,'0'0'30'0,"0"0"42"0,-2 14 29 0,2-14 30 15,-9 17 22-15,4-7 14 0,-4-1-5 16,4 3 3-16,-3 1-8 0,1-1-13 16,3-1-5-16,-2-1-14 0,4 0-9 0,0-3-1 15,0 1-8-15,2-8-4 0,2 12 5 16,-2-12-4-16,7 6-6 0,-7-6-7 0,0 0-8 16,29-14-10-16,-13 0-7 0,9-8-10 15,-2-2-3-15,-5-5-4 0,2 0-6 16,-4 0-4-16,-2 0-4 0,-5 6-3 0,-7 5-4 15,2 3 0-15,-4 1-4 16,-2 5-4-16,-2 1-1 0,-1 4-3 0,5 4-4 16,-18-2-4-16,18 2-19 0,-24 8-22 15,12-2-21-15,-4 3-41 0,2 1-41 0,-1 0-49 16,1 3-55-16,1 1-71 0,3-1-109 16,1-3-174-16,3-2 8 0,-1 1 61 15,3-2-217-15,1-2-234 0</inkml:trace>
  <inkml:trace contextRef="#ctx0" brushRef="#br0" timeOffset="151537.73">3636 9451 2368 0,'0'0'183'16,"0"0"-5"-16,-20-11 2 0,17 5 17 0,1-2-8 15,2-4-8-15,4 1-14 0,1-7-24 16,7-14-10-16,3 3-14 0,6-14-10 0,2 0-14 16,1-1-14-16,3-5-25 0,0-2-21 15,-6 0-20-15,4-4-16 0,-1 5-11 16,-3 1-18-16,-3 7 7 0,-5 11 3 0,-1 4 0 15,-5 8 0-15,-1 5-4 16,-3 4-3-16,-1 3 3 0,-2 7 12 0,0 0-6 16,0 0-2-16,0 0 14 0,0 0-4 15,-27 24-1-15,18-6 1 0,-2-2 6 0,1 2-9 16,4-5 15-16,1-1-4 0,1 1 9 16,4-3 7-16,2 1 6 0,2-1 21 15,1 4 14-15,4-3-4 0,-2 1 3 0,6 5 4 16,3-1-3-16,0 4 9 0,0-1 0 15,2 3 4-15,-2 1 14 0,-7-5 6 0,2-1 5 16,-4-1 7-16,-2-1 0 16,-3 1-5-16,0-2-8 0,-2 1-3 0,-2-3-9 15,0 3-6-15,-3-1-8 0,-2-1-8 16,-4-1-5-16,2 1-9 0,-5-3-17 0,3-1-37 16,-2-4-41-16,1 0-68 0,1-5-93 15,11 0-96-15,-19-15-88 0,10-2-76 16,1-19-103-16,8-6-36 0,8-16-395 0,4-7-486 15</inkml:trace>
  <inkml:trace contextRef="#ctx0" brushRef="#br0" timeOffset="152788.46">4282 8345 2620 0,'3'-19'-51'15,"-3"0"58"-15,-2 1 56 0,1 3 50 16,-7-5 61-16,1 3 30 0,-2-4 19 16,0 4 22-16,4 3 12 0,-3 1-10 15,4 2-17-15,-2 3-26 0,2 3-20 0,4 5-15 16,0 0-3-16,-11 22 5 0,1 7-3 15,1 9-12-15,0 16-9 0,-2 5-9 0,2 1-12 16,4 0-14-16,-1 1-7 0,4-2-7 16,2-2-17-16,0-9-5 0,2 8-1 0,2-10-13 15,-2-6-40-15,3 1-15 0,-1-4-27 16,-2-8-19-16,1-6-21 0,0-4-11 16,-3-3 4-16,2-3 4 0,-2-6-5 0,0-7-6 15,-5 7 5-15,5-7 8 16,0 0 7-16,-22-12 7 0,12 3 6 0,-1-1 7 0,0 2 11 15,-1 1 11-15,3 0 11 16,1 0 5-16,0 4 6 0,2 0-6 0,-1-1 0 16,7 4-1-16,-9-3 3 0,9 3-3 15,0 0 4-15,-7-4-1 0,7 4-1 0,0 0 3 16,0 0-2-16,23-16 4 0,-5 7 0 16,7-11-6-16,6-1 5 0,-1-8-1 0,6 0 3 15,0 0 0-15,-9 11 7 0,-4-1 17 16,-5 5 9-16,-6 4 6 0,-1 3 0 15,-3 2-4-15,-3 1-9 0,-5 4 1 0,0 0-5 16,0 0-5-16,0 0 1 0,16 17-3 16,-14-8 1-16,-2-1 4 0,2 4-16 0,2-1 0 15,-3-3 3-15,-1 2-2 16,4-1-3-16,1 0-2 0,-2-2-3 0,1-1 2 16,0-1 1-16,-4-5 2 0,11 7-6 15,-11-7-1-15,14 3-7 0,-14-3-13 0,20-10-19 16,-8 5-24-16,-1-7-32 0,5 0-26 15,-3-1-32-15,4-11-46 0,0 0-17 16,2-2-31-16,1-1-32 0,-2 1-24 0,0 0-33 16,-2 3-23-16,4 0-14 0,-4 3 11 15,-2 3 22-15,-3 2 33 0,0 6 68 0,-6 0 84 16,-1 1 76-16,-1 2 51 16,-3 0 45-16,0 6 45 0,0 0 52 0,0 0 44 15,0 0 31-15,0 0 19 0,-26 13 8 16,16-2 5-16,-2-2 2 0,1 3 0 0,2 3-8 15,-1 1-15-15,3-2-19 0,-3 1-15 16,3-1-18-16,0-3-13 0,6 1-10 16,-1-2-11-16,0-3-10 0,4 3-9 0,0-3-14 15,-2-7-10-15,8 10-23 0,-1-8-26 16,1-2-40-16,-8 0-43 0,34-11-47 0,-7-1-38 16,-1-5-28-16,5-3-22 0,3-7 2 15,-2-2 14-15,-3-5 18 0,-2-4 17 16,-6-3 16-16,-6-3 23 0,-5-6 34 0,-6-6 24 15,-6-6 33-15,-5-5 26 0,-4-3 9 16,-1-2 14-16,-12-14 5 0,3 21 18 16,3 8 23-16,-2 11 18 0,5 15 1 15,-4 8-4-15,2 11-15 0,0 10 1 0,-3 6 9 16,-6 12 11-16,-3 15-2 0,2 10 3 16,5 12 4-16,5 9-5 0,5 4-6 0,6 4-10 15,9 2-8-15,2 1-9 0,8-3-2 16,9 15-12-16,1-22-6 0,2-1-24 0,2-8-38 15,4-5-46-15,-3-6-40 0,3-4-51 16,-6-14-46-16,-2-2-32 0,-5-10-8 16,-2-4 1-16,-3-7 18 0,-1-2 20 0,-12 0 22 15,18-16 14-15,-11 3 20 16,-1-11 17-16,-5-10 33 0,-1-7 41 0,-1-4 41 16,-5 3 39-16,-1 3 26 0,2 6 32 15,-1 6 19-15,-1 8 13 0,3 5-6 0,-6 4-7 16,5 3 8-16,-3 4 1 0,8 3 3 15,-14 3-6-15,14-3-14 0,-13 11-5 0,8-3-14 16,-1-1-4-16,6 2-7 0,-3-2-6 16,5 1-5-16,-1 1-9 0,3-3-11 15,3 1-21-15,1-1-33 0,4-2-37 16,1-2-40-16,4 0-59 0,-4-2-51 16,5 0-53-16,0-2-41 0,2-1-34 0,-6 1-11 0,0 1 24 15,1 0 41-15,-3-2 86 16,-3 1 66-16,-9 2 63 0,18-1 52 0,-18 1 39 15,13 0 26-15,-13 0 27 0,0 0 14 16,14 6 32-16,-14-6 14 0,3 9 4 0,-3-1-4 16,0 1-14-16,0 0-8 0,-1 2-13 15,-1 1-10-15,-1 0-12 0,3-1-10 16,-2-1-11-16,2 0-31 0,-2-1-43 0,0-1-57 16,2 0-48-16,0-1-46 15,0-7-48-15,-1 10-50 0,1-10-64 0,-6 4-61 0,6-4-97 16,0 0-44-16,0 0-214 15,0 0-226-15</inkml:trace>
  <inkml:trace contextRef="#ctx0" brushRef="#br0" timeOffset="153087.17">5214 8547 2009 0,'5'4'6'15,"-5"-4"37"-15,-9 19 41 0,-12 3 49 16,-17 13 42-16,-23 12 37 0,-14 8 27 16,-9 3 11-16,-9 6 4 0,-8 6 1 0,-8 4-16 15,-37 20-6-15,-3 1-7 0,-3-5-1 16,1 1-6-16,-3-3 4 0,7-6-11 0,29-20-10 15,1-3-16-15,3-1 4 0,9 2-30 16,0-6-11-16,10-1-2 0,7-5-15 0,9-7-5 16,21-10-10-16,7-1-17 15,7-5-7-15,5 0-13 0,12-7-6 0,0-2-9 16,9-4-10-16,2 0-6 0,4-5-7 16,1 1 6-16,2-1-24 0,0-2-25 0,2 2-27 15,-1-2-25-15,0 0-28 0,4 0-34 16,-1 0-40-16,1 0-46 0,4-5-54 0,-7 8-62 15,7-8-54-15,-2 4-56 0,2-4-77 16,0 0-133-16,0 0-35 0,0 0 71 16,0 0-372-16,0 0-449 0</inkml:trace>
  <inkml:trace contextRef="#ctx0" brushRef="#br0" timeOffset="163536.29">17943 10082 4010 0,'-3'-15'123'0,"-3"3"-24"16,4 3-25-16,0 3 3 0,2-2 6 0,0 8-12 15,0-8-8-15,0 8-5 16,12-8-9-16,-3 8 0 0,-9 0 6 0,39 22 5 0,-14 0 1 16,12 10-3-16,-2 9-8 15,-3 9-2-15,6 23-1 0,0 7-4 0,-8 5 0 16,-3 1 5-16,-6 4 13 0,-1 2 12 16,-11-13 15-16,-9 0 14 0,-6 0 15 0,-9 12 23 15,-10-3 22-15,-10-3 21 0,-10-7 31 16,-7-4 24-16,-1-6 14 0,-6-13 7 0,-8-3-2 15,-1-9-9-15,-7-5-17 0,10-15-14 16,-1-9-137-16,-3-5-80 0,-4-6 0 16,1-6 0-16,0-8 0 0,1-11 0 15,-8-9 0-15,8-10 0 0,6-5 0 0,22 1 0 16,5 1 0-16,9 0 0 0,10-1 0 16,4 11 0-16,5 3 0 0,4 4-107 0,2 7-300 15,4 5-106-15,0 3-102 0,4 4-129 16,0 1-75-16,1 1 93 0,4-1-723 0,2 2-898 15</inkml:trace>
  <inkml:trace contextRef="#ctx0" brushRef="#br0" timeOffset="163953.57">18662 10457 4455 0,'4'-20'197'16,"-4"4"-23"-16,2 5-18 0,1 4-16 15,5 5-5-15,-8 2 18 0,19 12 24 0,2 12 13 16,3 17 8-16,0 10-2 0,-1 8 1 15,-6 10-5-15,7 18-4 0,-3 5-12 16,-8 0-14-16,3-2-18 0,-9-15-9 0,-3 0-2 16,-8-3 11-16,-7 3 6 0,-6-7-2 15,-14 12-8-15,-7-7-29 0,-10-5-111 0,-4-8 0 16,-9-8 0-16,-7-4 0 0,-6-3 0 16,-1-10 0-16,-8-3 0 0,15-12 0 0,1-8 0 15,-2-4 0-15,5-6 0 0,1-7 0 16,4-2 0-16,3-10-336 0,4-5-136 0,5-9-90 15,6-5-121-15,8-7-154 0,9-2 70 16,10 9-775-16,6 2-986 0</inkml:trace>
  <inkml:trace contextRef="#ctx0" brushRef="#br0" timeOffset="164501.57">17068 11321 4019 0,'4'-4'-145'15,"3"0"31"-15,-7 4 23 0,0 0 18 0,5-3 30 16,-5 3 29-16,0 0 30 0,0 0 14 16,6-6 8-16,-6 6 1 0,0 0 1 0,0 0 4 15,0 0 19-15,0 0 20 0,5-3 26 16,-5 3 21-16,0 0-5 0,0 0-6 0,0 0-13 15,-38 0-11-15,21 0-8 0,-3-1-10 16,-5-1-7-16,1-2-5 0,3 2-6 16,5-8-7-16,-2-3-12 0,3 1-7 15,5-7-4-15,6-4-7 0,4 1-2 0,7 0 0 16,4-10 0-16,2 7-8 0,3 7 0 16,-2 5-3-16,0 5-3 0,-1 6 1 0,1 4 6 15,3 6 4-15,-3 6-4 0,2 7-3 16,2 3 5-16,-5 2-5 0,1-1 0 0,-2 1 0 15,-2-5 0-15,-2 1-3 16,1-5-2-16,-1 0 2 0,2-5-5 0,-3 2-8 16,4-6-21-16,1 1-17 0,3-4-32 15,1-3-47-15,0-6-65 0,6-6-68 0,6-7-91 16,5-4-105-16,4-9-158 0,1-1 54 16,-1 1-349-16,-6 7-386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57:35.2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15878 2721 1666 0,'0'0'153'0,"-20"2"-41"0,20-2-1 0,-11 1-4 15,11-1 7-15,0 0 14 0,-11 2-1 16,11-2-7-16,0 0-6 0,0 0 0 0,0 0-19 15,-14 2-8-15,14-2-5 0,0 0-5 16,0 0-8-16,0 0 2 0,0 0-13 16,0 0 1-16,45-4-12 0,-27 3 3 0,9-3-1 15,9-3-1-15,3 1-17 0,-3 1 4 16,3-1-11-16,-3 0 4 0,1 2-4 16,1-1-1-16,0 0 2 0,-2-2-5 0,0 2 3 15,-5 0 2-15,-6 1-5 0,1 1 12 16,-2-2-2-16,-1 1-1 0,-1-1-8 15,-3 2 0-15,4-1 5 0,0 1-8 16,1-1 10-16,0-2-8 0,0 3-5 0,1-2 4 16,0 1-3-16,-1 0-2 0,3-1 1 15,0 1 2-15,2 0-3 0,-3 1-6 0,1 2-3 16,2-3 0-16,-2 2 3 0,-2 0-2 16,2 2 2-16,0-3-7 0,0 1 7 15,0 0-8-15,-2 0 4 0,0 2 5 0,-1-4-5 16,0 2 1-16,1 0-4 0,-1-1 2 15,-6 2 6-15,5-3-5 0,-3-1-1 0,3 1-3 16,-1 0 4-16,-5 0-1 16,3 0-3-16,-4 0 4 0,-2 2 1 0,-1-2-1 15,0 1-8-15,-1-1 0 0,-3 1 8 16,3 1-8-16,-1 0 8 0,-11 2-4 16,24-5 3-16,-13-1 1 0,2 2-1 0,2 1-4 15,3-1 1-15,0-1 0 0,4 0 8 16,-6 1-11-16,5 0-5 0,1 0 7 0,-6 1 1 15,4-1-7-15,-1 1 2 0,0 1 2 16,-2-1-3-16,2 1 7 0,-2 0 1 16,-1 2-9-16,2-2 3 0,2 2 6 0,-2 0 0 15,3-2-5-15,3 2 6 0,-1 0-2 16,2-1 1-16,2 1-7 0,4 0 3 0,-3 0-4 16,1 0 11-16,0 0-7 15,-1 0-3-15,-1 0 2 0,-4 0 4 0,2 3-2 16,-5-3-2-16,0 2 3 0,-2 0 4 15,-4-2-5-15,4 2-7 0,-7-1 10 16,2 1-1-16,-1 0-3 0,-12-2 1 0,20 1 6 16,-6 1-3-16,-1-2 0 0,1 2-5 15,1-2 5-15,2 2-4 0,2-1 8 0,2-1-3 16,-2 2-4-16,3-2-6 0,3 4 7 16,0-3-3-16,0 1 5 0,2 1-1 15,2 1-1-15,-2-1-5 0,-2-1 11 0,2-1-5 16,0 3 9-16,-2-1-11 0,2-1 0 15,-2 2 11-15,0-3-5 0,-3-1-3 16,1 0 2-16,2 2-6 0,-2-2 6 16,-1 0-2-16,-1 0-3 0,2 0 1 0,1 0-2 15,-2 0 8-15,1 0-8 0,-2 0-4 16,-1 0 5-16,3 0 0 0,-1-2-3 16,-1 2 9-16,-1 0-10 0,1 0 0 0,1 0 10 15,-4 0-6-15,3 0-2 0,1 0 5 16,-4-1 3-16,3-1-6 0,1 2-1 0,-2 0 2 15,3 0 4-15,2-5-1 0,2 5-6 16,2-4 7-16,-3 2-5 0,3 2-1 16,1-1-5-16,-1 1 7 0,2 0 6 15,8-2-14-15,1 0 12 0,-8 1-6 16,-1 1 0-16,-3 0-1 0,-1-2 0 0,2 0 4 16,-2 2 1-16,-1-2 1 0,10-1-4 15,-3 0-1-15,-5-1 3 0,-1 3 3 0,11-3-8 16,-6 1 5-16,6 1-2 0,-3 0 0 15,-6-1 3-15,-1 1-2 0,0 0 2 16,11-1 0-16,3 0-4 0,-12 1 5 0,-1 2-2 16,-2-2-4-16,0 1-2 0,-1-1 10 15,-2 0-7-15,-1 0 7 0,2 2-2 0,4-3 0 16,-2 1-4-16,0 1-3 0,-1-1-3 16,3-2 4-16,11-2 4 0,-2 6-5 15,-6-4-1-15,9 3 4 0,-11-1-5 16,-2 0 4-16,0 2 3 0,-1-3-3 15,2 1 3-15,0-1-1 0,10-1-4 0,0 0 2 16,-7 3 5-16,-1-2-2 0,5-1 2 16,-6 2-3-16,-5 0-4 0,2 1 7 0,2-1-8 15,-2-1-1-15,0 0 4 0,12-1 1 16,-8 0 0-16,-3 4 0 0,3-4 6 16,7 2-5-16,1 0 4 0,-1-2-4 0,5 2 1 15,-4-2 1-15,2-1-1 0,-1 1 7 16,-1 0-14-16,-1 0-2 0,3 0 7 15,-1 0-2-15,-2 0 1 0,-6 4-5 16,-5-4 6-16,-2 3 10 0,-4-1-12 0,-3-2 3 16,4 2-1-16,-7 0 7 0,4 0-2 15,-2-1-5-15,4 2 5 0,4-5-4 16,0 1 0-16,9-1 2 0,0-2-5 0,3 2 9 16,-9 0-9-16,-2 1 7 0,11-3 1 15,-6 4-3-15,1-4-7 0,-1 4 11 0,-7-1-4 16,1 2-3-16,0-2-2 0,0 1 1 15,-2 1 2-15,1 1-1 0,1-1 3 16,1-1-11-16,1 4 13 0,9-7-9 16,-5 4 4-16,-3 1 0 0,-1 1 2 0,0-3-4 15,-2 2 3-15,0 1 2 0,-1-4-5 16,1 3 3-16,-6 0 4 0,2 1 2 16,-2-1-9-16,-2-2 1 0,-2 3 4 0,1-3-3 15,-3 3 4-15,1-3-9 0,1 2 5 16,-4-1-2-16,2 0-2 0,4-1 2 15,1 3 7-15,-3-3-8 0,-2 2 3 0,2 1-1 16,-1-1 0-16,1 0 3 0,-3 1-2 16,1-1-1-16,1 0-1 0,-2 0 3 0,2 0-4 15,3 1 6-15,1-2-2 0,0 3 0 16,1-2-4-16,1-2 4 0,-2 4-3 16,5 0 2-16,-1-3 0 0,2 1-1 0,1 1 1 15,3 1 2-15,3 0 0 16,-5 0-8-16,3-2-2 0,-2 2 5 0,-8-3 7 15,-2 3-10-15,-1 0 11 0,-2 0-1 16,-14 0-8-16,24-2 9 0,-13 2-2 16,-11 0-3-16,15-2 0 0,-15 2-3 0,15 0 3 15,-15 0 5-15,0 0-11 0,19-2 11 16,-19 2-4-16,13 0-2 0,-13 0 1 0,0 0 4 16,14-2 0-16,-14 2-6 15,0 0 5-15,17-1-4 0,-17 1 6 0,0 0-1 16,14 0 2-16,-14 0 6 0,0 0-2 0,13-3 7 15,-13 3-7-15,0 0 4 16,14-4-12-16,-14 4 3 0,11-2 4 0,-11 2-3 16,13-4-6-16,-13 4 6 0,13-2-9 15,-13 2 6-15,13-2 5 0,-13 2-5 0,14-3 2 16,-14 3-3-16,19 0 2 0,-19 0-3 16,15-2 2-16,-4 0 3 0,-11 2 5 15,16-4 6-15,-7 3 0 0,2-2 2 0,3 1-6 16,1 0 4-16,1 0-6 0,0-2 1 15,4 0-5-15,-3 4 0 0,0-3 0 0,2 3 2 16,-4-2-3-16,1 0-3 0,-1 2 4 16,-5-2-1-16,-10 2 0 0,18-2 0 15,-18 2-5-15,22-2 3 0,-13 2 1 16,5-2 0-16,-14 2-3 0,27-2 0 16,-15 2 2-16,10-3-7 0,-6 2 3 0,6-1 3 15,-1 2-7-15,1-2 6 0,-1 0-3 16,2 2 1-16,-1 0 7 0,-2 0-6 0,-1-2 2 15,-2 2-4-15,-3 0 0 0,1 0 8 16,-2 0-7-16,-1 0 11 0,-12 0 4 16,23 0-2-16,-14 0 4 0,3 0 3 0,-1 0 2 15,3 0 2-15,-1 0 6 0,2 0-7 16,2 0-2-16,1 0 1 0,-4 0-6 0,4 0-6 16,-3 0 3-16,1 0 2 0,-4 0-5 15,-2 0-1-15,-10 0 0 0,21 2 1 16,-14-2-2-16,-7 0-2 0,22 0-1 15,-11 0 2-15,2 2-3 0,0-2 3 16,3 2-2-16,1-2 2 0,2 0-4 0,2 0 0 16,6 2 0-16,2-1-1 0,-3 2 2 15,2-3-3-15,15 0 0 0,-3 2 3 0,-1 0-1 16,2 0 2-16,-9 0-3 0,-1 0-3 16,7 2 0-16,-4-4 2 0,-6 0 2 15,14 3-8-15,1-3 7 0,0 4 0 16,1-2-3-16,-2 2 0 0,-1-2 2 15,2 4 2-15,-3-4-4 0,-10 0 5 0,-1 0-6 16,-4 0 4-16,-6-2 0 0,0-2-1 16,-4 4 5-16,0-2-3 0,-3 0 4 0,-3 0 1 15,-9 0 1-15,20 0-3 0,-20 0-1 16,13 0-1-16,-13 0-13 0,0 0-32 16,9-2-47-16,-9 2-54 0,0 0-70 0,0 0-97 15,0 0-143-15,0 0-202 0,0 0 61 16,-45 2-238-16,25 1-318 0</inkml:trace>
  <inkml:trace contextRef="#ctx0" brushRef="#br0" timeOffset="2649.81">3864 4054 2184 0,'0'0'-16'0,"-17"3"15"0,17-3 15 16,-15 2 14-16,15-2 23 0,-11 1 25 15,11-1 32-15,0 0 15 0,-16 0 4 16,16 0 3-16,0 0-4 0,0 0-11 0,-15 2-2 16,15-2-8-16,0 0-4 0,0 0-15 15,0 0 6-15,0 0 17 0,0 0 13 16,0 0 4-16,32 9-3 0,-9-9 1 16,1 0-7-16,19 0 0 0,4 0-9 0,3-3-4 15,15 0-13-15,1 0-26 0,3 0-6 16,0 1-5-16,3-1-6 0,3 1-6 15,0 0-9-15,4 2 1 0,-5-2-3 0,4 2-1 16,-6 2 1-16,2-2-10 0,-6 2 2 16,-2-2-3-16,-12 2-6 0,7-1 3 0,-9 1-1 15,-5 1-4-15,1-3 3 0,-1 0-6 16,-1 2 0-16,-1-2 3 0,-2 0-4 16,2-2 0-16,1 1 4 0,1-1-6 15,3 0 2-15,13 1 4 0,-2-5 0 16,2 0 0-16,3 3 0 0,1-4-3 0,2 5 1 15,2-3-1-15,-5 1 2 0,5 2-3 16,-2 0-4-16,-3 1 0 0,1-2 0 0,-16 0 0 16,1 3 0-16,1 0-1 0,-2 0 0 15,3 0-2-15,-3 0 1 0,4 0 1 16,8-1 1-16,3 1-1 0,-16-2-1 0,13 0 4 16,-11 0-5-16,-2 0 2 0,-1 2-3 15,4 0 2-15,-3-1-3 0,-1 2 1 16,3-1 0-16,0 0 2 0,-1 0-2 0,0 0 7 15,3 0-5-15,0 0-3 0,-4-1 0 16,15 1 0-16,-2-4 1 0,4 3 6 16,-2-2-5-16,1-5 2 0,1 5-3 15,-1 0 1-15,-1-3-1 0,-1 4 1 0,1-4-4 16,-4 4 2-16,-11 0 0 0,-2 1 5 16,0-1-7-16,3 2 1 0,-3 0-1 0,-1 2 3 15,1-2 2-15,-4 1-4 0,2 1 6 16,-3 0-4-16,2 0 0 0,2-1 3 0,-1 2-3 15,1-3 1-15,1 0 2 0,-3 0-1 16,5 0-1-16,-2 2-1 0,0-2-2 16,-4 2-2-16,-1 0 5 0,4-2 1 15,-6 4 0-15,1-3-4 0,-2 2 2 0,2 0 0 16,-10 0 2-16,9-1-2 0,-1-1 0 16,-3 2 1-16,1 0 1 0,-2-2 2 15,-9 0 3-15,4 1-5 0,9 2 0 0,0-4 1 16,-6 2 3-16,9-2-6 0,-2 1 3 15,1-1-2-15,2 0 1 0,1 0-3 16,-2 3 4-16,0-3-1 0,-1 0 0 0,2 3-2 16,-8-3 0-16,2 1 1 0,-3-1-3 15,5 4 3-15,-8-2-2 0,8 0-2 16,-2 1 1-16,5-1 3 0,-6 0-1 16,8-2 1-16,-2 4-1 0,1-6 0 0,0 2-2 15,-1 0 3-15,2 2 0 0,-2 0 2 16,1-1-5-16,-2-1 7 0,1 0-4 0,0-1-3 15,-2 1 0-15,-6 0-3 0,4 4 5 16,-7-7 1-16,-2 3 0 0,8-3 0 16,-5 1-2-16,-5 0 1 0,3 2 3 0,8-2 3 15,2 2-7-15,-1-2-3 0,-1-1 8 16,6 3-4-16,-4-2-2 0,4 0-1 0,-4 0 5 16,3 0-2-16,-2-2 0 0,2 4 0 15,-5-3-1-15,4 0 0 0,-3 3 0 16,-1-2 1-16,2-2-8 0,-9 3-5 0,6-3-1 15,7 3 1-15,-8-2-2 16,3 1 4-16,-2-4-1 0,6 6 0 0,-9-3-3 16,2 2 4-16,-4-1-2 0,7 0 2 15,-5 0-1-15,4 2 7 0,6-2-8 0,-6 2 7 16,3-1 1-16,2 1-3 0,2 0 1 16,-2 0 4-16,1-1-2 0,1 1 4 0,0 0-1 15,-2-3 0-15,1 3-9 0,3-1 3 16,-1-5 1-16,3 3-4 0,-1 1 9 15,13 0-2-15,-4-4-1 0,-8 1 3 0,9 0-4 16,1-1 0-16,-12 1 1 16,8-3 7-16,3 3-8 0,-11-1-2 0,17 1 5 0,-17 0 2 15,-3 0-4-15,1 2 6 16,-1-2-12-16,2 1 10 0,-6 1-2 0,4 1 3 16,-6 0-4-16,1 0 2 0,3 1 2 15,-4-1 0-15,1 0 4 0,0 0-5 0,0 1-1 16,4-3 3-16,0 3 0 0,1 1-3 15,3-3 2-15,6 3-5 0,-5-4 0 16,5 2 4-16,-3 1 4 0,-2 1-2 0,1 0-5 16,-1-2 8-16,3 2-2 0,-2 2 0 15,-1-2-2-15,-5-2-2 0,3 2 5 0,-1-3-5 16,-2 3 3-16,-2-1 3 16,-2 1-5-16,4-1 0 0,-4 2-1 0,2-4 1 15,-8 1 2-15,-6 0 3 0,13 2-6 16,-3-4 1-16,-4 3 0 0,10 1-2 15,-9 0 10-15,-7-1-7 0,12-1 0 0,2 0-3 16,-2 2 3-16,2-2-3 0,-2 4-2 16,0-4 4-16,2 4 2 0,-2 0-6 0,0-2 4 15,4 2 2-15,-5-1-1 0,4 3-2 16,0-3-2-16,3 3 3 0,-4-1 1 0,0 1 0 16,-2-1 2-16,4-1-3 0,-4 0 7 15,4 0-5-15,-1-2-1 0,7 1 2 16,0 1 4-16,1-2-7 0,0 0-1 15,-1 0 3-15,1 1-3 0,-1 0 1 16,11 2 0-16,-13 0 0 0,-3-1-1 0,3 1-1 16,-2 3 1-16,-4-5-3 0,2 5 7 15,-5-3-1-15,4 2-1 0,-3 0 0 0,-3 0-1 16,8-1 2-16,0-1-1 0,1 2 0 16,-1-3-2-16,7 0 4 0,0 0 0 0,13-1-1 15,-3 2 1-15,1-6-1 0,0 6 4 16,2-2-3-16,-15 0 0 0,0-1-3 15,-2 0-1-15,4 2 13 0,9 3 1 0,-10-3 0 16,13 1 0-16,-3 2-4 16,0-1 0-16,0 4 1 0,0-4-2 0,-3 3-2 0,-8-3 1 15,0 0 4-15,-3 0-7 16,-7 2 1-16,-5-3 3 0,-10-2-5 0,-5-1 9 16,-6 2 3-16,0 0-1 0,-1-2-2 15,-13 0-22-15,18-2-39 0,-18 2-70 16,5-3-91-16,-5 3-117 0,0 0-185 0,-12-15-166 15,2 10 80-15,-2-3-377 16,3-2-452-16</inkml:trace>
  <inkml:trace contextRef="#ctx0" brushRef="#br0" timeOffset="4253.16">19148 3805 2386 0,'-10'-7'168'0,"1"0"-58"0,3 1-33 16,2 4-10-16,4 2-9 0,-5-8-3 16,5 8-2-16,-2-8-7 0,2 8-9 0,13-11-3 15,0 5-1-15,8-2-2 0,11-4-12 16,6 1 5-16,14-3-6 0,5 0-2 15,4 3-2-15,4-2 1 0,8 1-2 0,5 2-6 16,2 0 2-16,24-4-1 0,5 2-1 16,-4 2-1-16,-21 0 0 0,-2 5 0 0,-2-6-7 15,-4 2 5-15,-2 3-1 16,-1-3-2-16,-5 1 6 0,-5 1-3 0,0 0 2 16,-4 0-2-16,0 0-3 0,-11 4 2 15,7-7-1-15,-11 6 2 0,2-1-7 16,-2-1 5-16,-1 5-1 0,4 0 3 0,-6-3 1 15,3 0-5-15,-2 0 1 0,1 1 0 16,-2 2 3-16,1-3 0 0,-3 0-1 0,0 0-2 16,5 0 1-16,-5-1-4 0,6-2 4 15,-4 0-4-15,15-1 6 0,-8 1-4 16,6-1-1-16,3 0 4 0,4 2-6 16,-3-1 1-16,1 3 4 0,2-2 0 15,0 0-1-15,-2 0-4 0,0 0 0 0,-9 1 3 16,-1 2 3-16,1-2-5 0,-2 1 3 15,-3-1 1-15,3 2-6 0,7-8 0 0,-5 8 4 16,-4-2 0-16,1 1-1 0,3-1-2 16,-3 0 1-16,3 0 1 0,-2 2 1 0,1-2-3 15,1 4 3-15,1-2-5 0,-2 1 4 16,1 1 1-16,-5-3 1 0,4 6 4 16,-6-4-7-16,-2 2 4 0,-2-1-3 15,-8-1 4-15,-3 2-2 0,1 0-1 0,0-2 3 16,10-1-1-16,-6 1 4 0,6 0-1 15,2 2 2-15,3-3-3 0,0 0 0 0,-3 2 0 16,8 1-1-16,-4 0 2 0,3-1-4 16,-3 1 4-16,1 0 0 0,-2-2-3 15,0 4-1-15,-1 0 7 0,4-2-7 16,-6 0 0-16,4 3 1 0,2-3-2 0,1-3 2 16,1 2 2-16,-1 1-4 0,1-1 3 15,1-3-1-15,0 2 1 0,-2 0-1 0,8 2 0 16,-6 0-7-16,2-2 5 0,9 2-2 15,5-2 6-15,-15 4-1 0,-1-2-6 0,-2-2 1 16,3 4 6-16,-3-2-3 16,2 0-1-16,-2 0 0 0,2 2 1 15,1 0 4-15,3 0-4 0,9-2 1 0,-15 4 0 16,1-3 0-16,-1 0 1 0,-3-1-3 16,-3 3 8-16,-9-3 15 0,-5-3 13 0,-5 3 12 15,-2-1 26-15,0 2 3 0,-3-2-11 16,-4 0 33-16,4 1-12 0,-5 0-1 0,-13 0-1 15,23-2 15-15,-16 0 1 0,-7 2-3 16,22-2-2-16,-22 2 3 0,16 0-4 16,-16 0 3-16,14 0-6 0,-14 0-1 0,0 0 0 15,15-2-7-15,-15 2-6 16,0 0-10-16,0 0-4 0,16 0-9 0,-16 0-7 16,0 0-13-16,0 0-48 0,0 0-53 0,0 0-82 15,0 0-92-15,0 0-115 0,0 0-197 16,0 0-134-16,0 0 79 0,0 0-376 15,-52 2-461-15</inkml:trace>
  <inkml:trace contextRef="#ctx0" brushRef="#br0" timeOffset="8452.2">11184 5475 1041 0,'-35'-2'227'0,"-1"2"-91"16,-3 0-58-16,-4 0-9 0,3 2-4 0,8 0 18 15,5 0 19-15,6-2-3 0,4 3-5 16,4-1-8-16,-2-2-5 0,6 0-6 0,9 0-7 16,-18 0-1-16,18 0-4 0,0 0-7 15,0 0 1-15,0 0-8 0,0 0-5 16,32 4-1-16,-3-4-5 0,15 0-3 15,7-2-7-15,16 0-2 0,6 0-2 16,4-1-3-16,7-1-5 0,4-1-6 0,21-4 2 16,-1-2-4-16,3 3 2 0,4-4 3 15,-11 0-3-15,-2 3-3 0,-17-1 0 0,-5 0 0 16,-2 1-1-16,-4 3-2 0,-3-5 0 16,-5 2 0-16,-3 1-2 0,-4-1 1 0,-2 3 0 15,-10-1 1-15,0 0-2 0,8 0-2 16,-11 0 2-16,5 0-2 0,9-3-1 15,-3 2 5-15,2-1-4 0,1 2-2 0,-13 2 3 16,12-6-1-16,-9 7 0 16,-1-1 2-16,0-1-3 0,0 0 0 0,1 0-12 15,7 0-12-15,-10 1-4 0,2-1-5 16,-4 0 0-16,3 0 4 0,-1 0-3 0,4 1 3 16,-8 1 6-16,3-1-1 0,-4 2 5 15,0-3 3-15,-2 0 3 0,-3 1-1 0,-5 0 2 16,-6 2 3-16,3-1 0 0,-4 4 0 15,0-4 5-15,-4 2 1 0,-2 0 0 0,3 2 1 16,-4-4 3-16,4 4-4 0,-2-1 4 16,4 0 2-16,1-2 2 0,3 3 10 15,14-3 5-15,-6 3 0 0,11 0-4 16,0-2 2-16,3 2-4 0,3 2-3 0,2-2-1 16,-3 2 2-16,13-1-2 0,-4 3-1 0,-7-1-1 15,-1 1-2-15,-3 0-1 16,1-2 1-16,-1 2 0 0,2 1-1 0,7 1-1 15,-8-4 4-15,-1 0-2 0,-1 2-2 16,3 0-1-16,0-2 15 0,-1 2-3 0,3-2 0 16,9 0 2-16,-10 1-2 0,-2-2 1 15,3 4-1-15,-5-5-3 0,-1 2 0 16,-2 2 3-16,-4-2-2 0,-4-2-6 0,0 4 3 16,-3-4-4-16,-5 3 1 0,-3-3 3 15,4 0-3-15,0 0 8 0,-3 0-3 0,1 0-3 16,-3-3 1-16,3 3 1 15,2-2-2-15,-3-2 4 0,-1 2 10 0,2 0 0 16,0 0-5-16,0-3 1 0,-1 3-4 16,-3 0-2-16,2-2 0 0,0 3 0 0,-2-2 0 15,1 1-3-15,-5 0 1 0,6-2-4 16,-2 2 0-16,-2 0-4 0,3 0-2 16,0-1-1-16,-1 3 3 0,2-1-6 0,2-1 3 15,0 0 0-15,2-1 2 0,9-1-2 16,-10 0 1-16,1 0 1 0,8-1 3 0,-1-2-2 15,-2 0-3-15,2 0 2 0,0 2-4 16,0-2 4-16,1 0 1 0,1 2-3 16,2 0 1-16,-2 0 1 0,0 1-3 15,2 1 1-15,2-2 0 0,2 1 5 0,1 1-2 16,5 1-4-16,-2 1 2 0,1-1 1 16,3 4 0-16,3-2 2 0,6-2-6 15,2 5 3-15,-14-1 2 0,-1-2-1 0,-3-2-1 16,2 1 2-16,-6-3-4 0,4 2 3 15,-6-3 1-15,7 0 2 0,-4 2-4 0,1-2-2 16,2 1 3-16,-2-1 0 0,2 0 1 16,-2 2 1-16,3-1-4 0,-1-1 0 0,2 3 2 15,2-1-1-15,0 3-2 0,3-2 0 16,-3 0 1-16,5 1 2 0,-1-1-1 16,8-1 0-16,0 1 5 0,-2-2-6 15,-10 1 1-15,-1 0 0 0,-1-1 2 16,-2-1 0-16,-4 0-4 0,6 0 2 0,-6-2-1 15,4 2-2-15,-4 0 3 0,4 0 2 16,0 0-2-16,-4-1 16 0,2 0 7 0,-5 4 2 16,-6-2-4-16,-3 3-5 0,-3-3 1 15,-1 2-3-15,2-2 0 0,-2 4-2 0,-5-2 1 16,4 0 1-16,-3 0-5 0,-3 0 2 16,2 0 1-16,-1 0 1 0,1 0 2 0,5-4-3 15,-2 2-5-15,4-1 6 0,7 1-7 16,-3 0 3-16,-4 0 0 0,-2-1-4 15,1 4-1-15,-2-3-1 0,3 2 2 16,2 0-4-16,9-1 4 0,2 3-3 16,0 0-3-16,-6 0 7 0,-3 0-5 0,-3 0 2 15,1 0-3-15,0 0 2 0,-1 0 2 16,-3-2-1-16,6 0 0 0,-4-2 0 0,-2 0-5 16,2 2 2-16,4-1 5 0,-6-2-2 15,2 1 1-15,-3-1-5 0,1 1 10 0,-1 0-5 16,-2 2 7-16,-1 0 8 0,-4-1 1 15,-2 2 2-15,-2-1 3 0,-1 0 4 16,-3 0 4-16,2 0-10 0,-11 2 8 0,16 0-4 16,-16 0 10-16,13-1-3 0,-13 1 6 15,12-2 5-15,-12 2 2 0,11-2 4 16,-11 2-3-16,13-1-2 0,-13 1-9 16,10 0-2-16,-10 0-4 0,15-2-7 0,-15 2 2 15,21-2-3-15,-8 2-4 0,9-2-6 16,-1 1 1-16,7 1-3 0,16 0-1 0,0 1 3 15,1 1-4-15,4 2 1 0,-2-1-4 16,-1 0 1-16,-5 1 1 0,2 0-2 0,-5 0-4 16,-10-2 1-16,-7 0 1 0,-2 2-1 15,-3-2-6-15,-3-1 5 0,-2-1 1 16,-1 1-3-16,-1 1 4 0,-9-2 2 0,18 0-4 16,-13 2 4-16,-5-2 16 15,13 1 9-15,-13-1 4 0,12 2 12 0,-12-2 12 16,0 0 9-16,11 0 9 0,-11 0 7 15,0 0 8-15,0 0 5 0,0 0 14 0,11 2 10 16,-11-2 25-16,0 0 13 0,0 0 11 16,0 0 12-16,0 0-2 0,0 0-5 0,0 0-6 15,0 0 4-15,0 0 10 0,0 0 4 16,0 0-8-16,0 0-13 0,0 0-6 0,0 0 7 16,0 0-5-16,0 0-4 0,0 0-63 15,0 0-95-15,0 0 0 0,0 0 0 16,0 0 0-16,0 0 0 0,0 0 0 0,0 0 0 15,0 0 0-15,0 0 0 16,0 0 0-16,0 0 0 0,-22-13 0 0,22 13 0 16,-6-8 0-16,2 0 0 0,0 1 0 15,3-5-42-15,-1-3-725 0,0-4-226 0,4 0 93 16,1-15 97-16,5-2-791 0,-6 0-1034 16</inkml:trace>
  <inkml:trace contextRef="#ctx0" brushRef="#br0" timeOffset="9565.81">22064 4718 398 0,'-9'2'158'0,"9"-2"-53"16,-13 2-11-16,13-2-9 0,0 0 0 15,0 0 23-15,-7 2 10 0,7-2 5 16,0 0 4-16,0 0-3 0,0 0-5 16,42-6-4-16,-16 3-10 0,17-4-8 0,18 2-9 15,5-3-11-15,5 2-6 0,5 0-6 16,4-2-8-16,8 1-5 0,22-1-9 15,-2 3-3-15,5-2-4 0,-2 1-6 0,-5 0-7 16,-16 1-5-16,-4-1-8 0,-2-2-1 16,-3 0-2-16,-2 0 0 0,-5 0-3 0,0-1 2 15,-3 3-2-15,2-2 0 0,-3 1 3 16,-5-1-2-16,-3 3 3 0,-2 0-2 16,-12 2-1-16,-5-3 0 0,-1 4-1 0,-2 0-3 15,-7-2 4-15,-7 2 0 0,-4 1-2 16,0 1-1-16,-3-1-1 0,0-2 0 15,-2 2 2-15,1-1-3 0,-2-2 1 16,4 2 0-16,3-1 0 0,13-4-1 0,2 2-1 16,7 0 2-16,16 0-2 0,3 0 6 15,4 1-7-15,10 1-1 0,4 1 3 0,4 0 1 16,3 4-1-16,21 2-1 0,1 2-1 16,-19 0 2-16,-5 0 1 0,18 3-1 0,-25-4 2 15,-3 0-1-15,-9-1-3 0,-3-1 2 16,-15 1-1-16,-9-3 3 0,-6-1 0 15,-10 0 4-15,-6-1 6 0,-1 0 7 0,0-3 0 16,-7 2-2-16,-2-2-1 16,0-1-11-16,-2 2-29 0,-7 3-46 0,4-7-74 15,-4 7-94-15,0-7-173 0,0 7-230 16,-8-9-139-16</inkml:trace>
  <inkml:trace contextRef="#ctx0" brushRef="#br0" timeOffset="12130.58">3839 6574 1925 0,'-22'0'39'0,"2"0"-4"15,1 1-3-15,6-1-4 0,0 0 17 16,-1 0 18-16,14 0 18 0,-21 0 7 0,21 0-1 15,-17 0-8-15,17 0-7 0,0 0 2 16,-15 3-9-16,15-3 2 0,0 0 7 16,0 0 5-16,0 0 13 0,35 12-5 0,3-7-5 15,9-1-8-15,14 1 0 16,10-2-14-16,7-3-3 0,4 0 7 0,9 0-17 16,24-3-3-16,7-2-15 0,3 1 10 15,-1-1-4-15,0 1-8 0,-6-2 0 0,-24 6 2 16,-5-2 8-16,-1 2 0 0,-4 4-12 15,-8-2 7-15,-6 0-9 0,-3 2 2 0,-6-4-6 16,-14 2-1-16,-2 1 2 0,-2-2-3 16,-3 1 4-16,-3-2-6 0,-7 1 7 15,-1-1-4-15,9-1 0 0,-4-1 3 0,6 1-1 16,1-2 3-16,-4 1-3 16,5 0 1-16,2 0-6 0,0-4 11 0,0 4-6 0,3-2-2 15,5 4-2-15,11-2 1 16,-12 0-4-16,12 6 7 0,2-3-7 0,-2 2 3 15,0-1-6-15,1 2-6 0,1 0 5 16,1-2-1-16,2 0-1 0,-2 1 0 16,-1-2 5-16,0 1-2 0,-2-2-2 0,-1-3-4 15,-12 3-1-15,2 0 2 0,6-5-3 16,-6 7 5-16,-2-2-7 0,-3 0 7 0,1 4-10 16,-5-2 8-16,0-2-5 15,-2 0 5-15,-10 1-9 0,-1 3 4 0,-5-3 0 0,-1 2-1 16,-6-3 2-16,3 0 2 0,0 0 2 15,-2 0 1-15,0 0-5 0,4 0 5 16,2-3 1-16,13-2 5 0,4-2 3 16,2 1-5-16,9-2-2 0,4-2-1 15,-9 5 3-15,11-1-2 0,0-2-8 0,2 2 0 16,0 0 13-16,2 3-9 0,0-2 6 16,0 4-7-16,1-1 0 0,-1 0 1 0,-9 0 1 15,11 4-3-15,1-4 4 0,3 0-2 16,0-1 1-16,1 1-7 0,0 1 6 0,1-3 0 15,-2 2 8-15,-1 1 3 0,3-4 1 16,-1 3 3-16,-1 0-2 0,-5-1-4 0,-12 1-2 16,-2 2 1-16,-3 0-4 15,-1 2-2-15,1-2 0 0,-4 0-2 0,0 3 3 16,2-1 0-16,-4-2-4 0,3 0-1 16,0 2 2-16,-1-2 0 0,0 0 0 15,2 0 0-15,1 1-4 0,0-2 1 0,0-1 2 16,-3 0 1-16,5 0-5 0,1 1 2 15,-1 1 2-15,-4 0-2 0,0-2 1 0,1 0 3 16,-2 1-3-16,0-1 0 0,5 0-1 16,-2 1-4-16,4-3 7 0,9-1-3 0,2 0 1 15,1-2-1-15,3 2 2 0,2-2-5 16,-3 0 1-16,4 0 2 0,-2 2-3 16,3 1 2-16,-5 2 3 0,-1-4-10 15,0 3 5-15,-11 1-1 0,-2 0-3 16,-2 1 1-16,1 1 2 0,-1 0-1 0,1 0 0 15,0-2 1-15,0 4 1 0,3-1 0 16,-2-1 2-16,13 2 0 0,-12-2-2 0,2 0 2 16,1 2-4-16,9-4-2 0,-12 2 7 15,2 2-6-15,1-2 4 0,-4 0-4 0,0 0 5 16,4 0 0-16,-6-2-2 0,1 2 5 16,1 0-4-16,-2-3 5 0,-1 3-4 0,1-2-3 15,-1 0 2-15,-1 2 0 0,1-1 2 16,1-1-3-16,2 0-3 0,-1 2 8 15,1-4-3-15,-3 3 0 0,3-2-1 0,-2 2-5 16,-3-2 9-16,5 2 1 16,-6-1-4-16,0 0-1 0,1-1 2 0,-2 1-4 15,-2-1 6-15,1 3-11 0,1-4 4 16,-2 2 4-16,-7 0-4 0,7 1 5 0,1-2 2 16,-3 2-5-16,0-2-1 0,1 1-1 15,-8 1 4-15,0-1 4 0,6 0-4 0,-3 0 1 16,3 1 0-16,-3-2 2 0,-7 3-6 15,3 0 5-15,-3-2-3 0,14-2-8 0,-10 4 11 16,-5 0-1-16,2-2 0 0,-1 1 3 16,3-2-8-16,-3 1 5 0,1 2-2 15,2 0 1-15,10-2-5 0,2 2 2 16,-6-2 6-16,5 2-4 0,1-2-1 0,-9 2 2 16,-7-2 0-16,0 2 0 0,4-1 0 15,-5-1 1-15,3 1-2 0,-2-2 5 16,-2 1-2-16,0-2-4 0,0 0-1 0,-3 0 1 15,-3 4 3-15,3-3-1 0,-2 0 0 16,3 1 0-16,4-2 2 0,-2 1-1 0,-2 3 0 16,-3-1 0-16,3 1-4 0,-1-1 1 15,-2 1 4-15,-1-2-4 0,1 0 3 0,-6 2 2 16,8-2-3-16,-6 0 0 0,7 0 0 16,0 2-1-16,-1-2-2 0,6 2 3 0,-4 0-3 15,7 0 2-15,10 0 4 16,-7 2-6-16,4 0 3 0,1 0-4 0,0 2 4 15,-1-1 2-15,-6-2-3 0,-3 2 4 16,0-3 0-16,-1 2-7 0,1 0 5 16,1 2-9-16,-3-4 10 0,0 1-4 0,-1 2 8 15,2-3-11-15,1 2 6 0,12 0 1 16,-9 0 0-16,10 0 4 0,-3 2-5 0,8-2 2 16,-8 2-3-16,4-4-3 15,-2 2 0-15,1 1 2 0,-1-1 0 0,-2 0 3 0,3 0-1 16,-1 3 0-16,-11-4 0 15,-1 3-8-15,-5-2 4 0,-5 0-4 0,2-2 4 16,-4 0 3-16,-1 0-2 0,-3 0-1 16,-13 0-1-16,26 0-1 0,-12 0 1 0,1-2 0 15,3 2 5-15,0-2-4 0,1 0 2 16,5 2-1-16,0-2 0 0,-1 2 1 16,5 0 1-16,3-1-2 0,-3 2-2 0,1-1 2 15,-2 0 2-15,2 0 1 0,-3 0-4 16,1 2 2-16,-5-2-1 0,1 0 0 0,0 0 8 15,-1 2-5-15,-2 0 4 0,1-4-5 16,2 2-2-16,-4 0 3 0,0-2-4 16,-1 2 6-16,-3 0-10 0,-3 0 6 15,-12 0 3-15,25 0 0 0,-13 0 2 0,-12 0-3 16,15 0 0-16,-15 0 2 0,0 0-7 16,20-2-4-16,-20 2-31 0,7-1-41 0,-7 1-54 15,0 0-87-15,7-5-120 0,-7 5-211 16,0 0-25-16,-3-9 65 0,3 9-267 15,0 0-268-15</inkml:trace>
  <inkml:trace contextRef="#ctx0" brushRef="#br0" timeOffset="15580.15">16715 6385 2078 0,'-11'4'23'0,"11"-4"24"16,0 0 14-16,0 0 15 0,-7 2 19 15,7-2 27-15,0 0 8 0,0 0-3 16,0 0 8-16,0 0-1 0,20-12-13 15,-8 10-4-15,6-4-14 0,9 1-5 0,11 0-2 0,5-2-8 16,5 1-10-16,11-1-4 16,2 0-11-16,6 0-6 0,1 1-11 0,9 4-1 15,2-2 1-15,3-2-9 0,4 4-8 16,2 2 5-16,-2-3-7 0,-1 3-1 0,-1 3-3 16,-3-3-4-16,-6 2-3 0,-2 2 2 15,-3-2-5-15,1 2 4 0,-6-2-12 16,2 1 9-16,-3 1-5 0,1 0 3 0,0-2 0 15,-2 0-3-15,-1 3 1 0,1-4 11 16,2 1 5-16,-1 0 7 0,0-2-3 16,-1 2-2-16,4-2-1 0,-5-2-1 0,-10 2-6 15,15 2 3-15,-14-2-6 0,10-2-3 16,2 2 3-16,-1 2 2 0,3-2-10 16,-2-2 2-16,-14 2-3 0,5 0 1 0,-4 0 1 15,-3 0-2-15,0-4-1 0,-1 4-2 16,0-1 4-16,0-2 0 0,-5 1-3 0,0 2 2 15,4-6 4-15,-4 4 7 0,1-1-2 16,2-3 7-16,-2 2 2 0,1 2 8 0,3-2-1 16,1 2 1-16,1-1-9 0,11 0 0 15,-2-1-2-15,0 2-2 0,-9 2-2 16,1-3-2-16,-3 1-3 0,2-2-1 0,-7 2-2 16,7 0-1-16,-3 2 1 0,2 0-6 15,-2 0 4-15,3 0 1 0,1 2-3 16,-2 0 1-16,1-2-5 0,2 2 2 15,-3-2-2-15,1 0 2 0,0 0 1 0,-1-2-1 16,-1 2-5-16,2-2 5 0,2 0-2 16,0-2-6-16,-5 4 4 0,-1-4 2 0,-1 4-3 15,3-6 3-15,-6 4-2 0,2 2 2 16,0 0-1-16,-2 0-2 0,0-3-1 0,1 1 3 16,2 2-4-16,0 0 2 0,3 0 0 15,-5 0 0-15,4-1 0 0,-4 0 4 0,1-1 0 16,0 2 0-16,-2 0-4 0,4-2 2 15,-12 2 2-15,12-2 1 0,-14 2 1 16,12 2 3-16,-10-4 0 0,8 0 0 16,-9 2-1-16,-5-2 3 0,1 2-1 0,0 0 1 15,-3-3 0-15,0 0 0 0,11-3 2 16,-1 1-1-16,-2 0 2 0,-1 0-1 16,-1-1-2-16,-5 0-4 0,-2-1 1 0,-2 2 1 15,1 0 0-15,-3 0-2 0,2-2 0 16,0 2-1-16,1 0 0 0,1-2-2 0,11 0-2 15,-1 2 0-15,2-4 3 0,0 4-2 16,-2-5-2-16,1 5-1 0,1 0 0 16,0-2 4-16,1 2-4 0,2 1 0 0,-1-2-1 15,-1 2 2-15,-2 1-1 0,-8-2 2 16,-4 0 0-16,-2-1-1 0,1 0 2 16,0 4-5-16,0-4 3 0,-3 0 0 0,3 1 2 15,0-1 2-15,2 0 1 0,-4 0 3 16,14-3-2-16,-9 1 0 0,4-1 1 0,2 0-4 15,-5 2 7-15,-4-1-2 0,1 0 1 16,-3 2 2-16,-5-4 4 0,6 3-2 16,-8-1-1-16,0 1 3 0,3-3-1 0,-1 3-2 15,-5-2-1-15,3-1-3 0,-2 0 3 16,4-2-3-16,1 2-3 0,-1-2 1 16,-4 0-2-16,6 1-1 0,-3 0 0 15,-1 2 0-15,0-2 0 0,0 1-1 0,-3 4-2 16,2-5 1-16,1 3-1 0,-1-2 0 0,-3 3 7 15,1-3-2-15,0 0 3 0,1 0-2 16,-2-1 2-16,1 1-2 0,-1-2 1 16,1 2-3-16,2-4 5 0,1 2-3 0,1-1 9 15,-2 1 0-15,2 0 1 0,10-5-2 16,2 3-3-16,-8 0 2 0,0 6-1 0,-2-2 2 16,0-2 12-16,-3 4-2 0,1 0-1 15,-1 0 4-15,-5-1 10 0,3-1-6 16,-1 0-1-16,-4-1-2 0,2 1-4 0,0-3-3 15,-4 1-1-15,3-2-4 16,-5 3-1-16,3-3-1 0,-1-2-2 0,-4 3-4 16,-1 1 2-16,4-5 1 0,-2 5-5 15,-2-2 0-15,0 2-2 0,2-2 0 0,-2 3 0 16,-2-1-2-16,2 0 0 0,0-2 0 16,-6 3-2-16,3-2 1 0,-6-1 5 0,4 2-9 15,-2 0 0-15,-3-1 6 0,-4-2-4 16,3 3-2-16,-3-1 0 0,2-1 3 0,-2 2 0 15,1 0 1-15,-5 2-2 0,2-1 1 16,-2 3-3-16,1-1 4 0,-4 1-2 16,0-1-2-16,-1 2 2 0,-9-3 1 15,-2 2-4-15,7 1 6 0,-9-2-5 0,7 2 0 16,3 2-2-16,0-1 4 0,2 0-1 16,-2 1 0-16,1 2 0 0,1-2-4 15,2 1 1-15,2 0 0 0,-2 3 4 0,2-2 3 16,-6 3-2-16,5-4-4 0,-4 4 2 15,1 0-2-15,-2 0 7 0,-1 0-6 0,4 0 0 16,-5 2 0-16,0-4 2 0,-4 2 2 16,5 0-1-16,-5 0 1 0,2 0-2 0,3 2 4 15,-1-2-4-15,-2 2-1 16,2-2 0-16,3 4-1 0,0-2 7 0,-5 2-8 16,4-2 3-16,-4 3-1 0,2 0 1 15,-9 0 1-15,0 1-3 0,-1 0 5 0,-2-3-5 16,-1 2 1-16,0-1 1 0,1 3 0 15,2-5 0-15,2-1-1 0,-2 3 2 0,4-3-3 16,-5 1 0-16,5 0 6 0,3-1-5 16,-1-1-1-16,-9-1 3 0,10 1 0 15,-1 1-2-15,5 1-1 0,-1 0 6 0,-13-1-4 16,8 1 2-16,-10 0 0 0,3 1 5 16,5-1-14-16,7 2 7 0,-1-3 0 0,2 3 0 15,-3-1 0-15,3-1-1 0,-1-1 3 16,0 3-3-16,2-4 1 0,-4 2 0 0,6-1-1 15,-3 1 3-15,-2 0 1 16,-3-2-2-16,-8 0 2 0,-2 0-2 0,-1 0-2 16,-2 1 8-16,2-2-6 0,-4 1-2 15,5-4 2-15,-6 3-2 0,2 1 2 0,3-2-5 16,-2-2 2-16,6 1 0 0,4 1 1 16,7 1 0-16,-13-3 2 0,4 1 0 0,3 1 4 15,5 2-7-15,-3-2 3 0,-7-1 0 16,4 1-5-16,-4 0 0 0,-2-1 3 15,0 1-2-15,-2-1 2 0,-4 3 4 0,3-3-2 16,-3-1-7-16,0 1 3 0,2 1-2 16,1-1 2-16,-2 3 0 0,2-2 2 15,10 0 0-15,5 2 0 0,-3-2 2 16,4 1 3-16,-1-1-6 0,-1 0 1 0,2 2 0 16,-3-3 1-16,-1 1 2 0,5 0 14 15,-14 0-18-15,-2 0-1 0,2-2 0 0,-2 2 0 16,1-1 2-16,0-1-2 0,-4 3 0 15,-2-4 1-15,-1 5-4 0,-1-2 0 0,-2 0 6 16,-2 0-4-16,3-1 1 0,0 0 8 16,1 1-8-16,3-1 0 0,5 3 1 0,-2-4-5 15,3 2 5-15,10 1 2 0,1-4-7 16,6 5 4-16,5 0 8 0,-4 0-9 16,-1 0-2-16,1 0-11 0,-5 0-2 15,-3 0-1-15,-13 3-1 0,5-1 1 0,-1 1 3 16,-2 1 3-16,11-3 2 0,1-1 0 15,0 0 1-15,-1 0 4 0,-1 0-2 16,4 0 0-16,-4 0 7 0,3 0-6 0,-1 0 3 16,-2 2 0-16,5-2-3 0,-3 0-1 15,2 2 2-15,-1-2 4 0,-10 0-2 0,3 3 4 16,-3 0-5-16,-6-1 6 0,14 0 0 16,1 0-2-16,0-2 2 0,1 3-5 0,-1-3 8 15,2 2-5-15,1-1 3 16,0 1 1-16,-17 2-5 0,11-3 1 0,-10-1-1 0,2 2 2 15,5-2-1-15,5 2 1 16,-13 0-3-16,10-2 3 0,3 0 0 0,-9 2 3 16,7 0 0-16,1 0-1 0,4-2-5 15,2 2 4-15,-4-2 1 0,2 2 2 0,6-4-4 16,0 2-2-16,0 0 3 0,2 0-3 16,-1 0 2-16,0 0-1 0,1 0 2 15,-3 2 2-15,0-2-3 0,-3 1 2 0,-5-1-4 16,-12 4 3-16,0-3-1 0,0-1 2 15,2 0-1-15,-4 2-2 0,3-4 3 0,-6 6-4 16,6-4 4-16,-5 0 4 0,2 0-5 16,4 2-2-16,5-2 4 0,-8-2-4 15,11 2-1-15,1 2 3 0,4-2-2 16,1 1 1-16,-1-1 1 0,-2 4-2 0,2-2 3 16,0 1-3-16,-9 0-1 0,0 2 5 15,4 0-1-15,-4 1-4 0,7-1 3 0,5-2 0 16,0 2 0-16,2 0 2 0,3-1-3 15,-2 1 0-15,-10 5 1 0,6-3 1 0,5-3 1 16,0-1-2-16,6 0 1 0,-6 1 0 16,5-1-3-16,-6 4 3 0,2-2-1 15,-14 7 2-15,5-3-2 0,-4 3-2 16,8-4 0-16,-4 4 4 0,6-1-1 16,0-1-2-16,5 1 4 0,-12 3-3 0,3 3 3 15,-2-5-2-15,-3 5-1 0,4-2 2 16,1-1-1-16,6-2 1 0,4-2-2 0,-4 0 0 15,3 2 3-15,-9 4-3 0,1-1 4 16,2 0-3-16,1-1 5 0,0 6-7 0,-1-4 1 16,-2 3 1-16,6 0 2 0,-3 3-2 15,0-1 1-15,3 1 0 0,-1 2 4 0,0 2-2 16,7 1 2-16,-1 0 3 0,3 4-1 16,3-6 5-16,4-2 0 0,3 12 0 0,1-2-1 15,1 6 1-15,11 11 0 0,-2-2-2 16,3 3 4-16,4-3-7 0,3 1 5 15,0-3-1-15,3 0 2 0,6-2-2 16,-1-1 24-16,8 0-3 0,0-4 8 16,11 0 4-16,2 2 2 0,22 1 16 0,6-3 13 15,9-3 16-15,4-3 15 0,-3-8 7 16,-12-5 7-16,-3-5-8 0,-1-3-5 0,-9-1-3 16,-2-4-6-16,-16-2 10 0,-8-1 3 15,-7 0 7-15,-8 0 3 0,-5-3 1 0,-5 0-7 16,3 2-116-16,-4-3 0 0,-10 0 0 15,17 1 0-15,-17-1 0 0,13 0 0 0,-13 0 0 16,0 0 0-16,18-1 0 0,-18 1 0 16,5-5 0-16,-5 5 0 0,8-6-312 0,-8 6-279 15,1-6-211-15,1 1-97 16,5-2 105-16,-4-2-836 0,5 1-1069 0</inkml:trace>
  <inkml:trace contextRef="#ctx0" brushRef="#br0" timeOffset="16430.49">25159 5829 1109 0,'-29'4'225'0,"4"-2"-55"0,2 0-23 15,4 1-34-15,0-1-29 0,1 1-12 16,7-1-2-16,2 3 16 0,2 0 31 0,0 0 27 16,7-5 9-16,11 12-10 0,7-3-13 15,18 3-11-15,25 1-5 0,16-1-19 0,34 9-2 16,16-2 4-16,16-1-3 16,12 3-17-16,8-1 4 0,2-3-13 0,52 10-8 15,-56-8-4-15,-5-5-9 0,-14-1-9 16,-13-1-3-16,-23-5 3 0,-33 0-8 0,-26-4-1 15,-11-3-7-15,-18 2 3 0,-13-4-7 16,-5 2-3-16,0 0 0 0,-60-15 5 0,-7 3-5 16,-11 3 19-16,-31-6 10 0,-9-1 5 15,-9-1 0-15,-4-1 14 0,-5 3 21 0,8-3 20 16,15 1 25-16,40 6 25 0,12 2 20 16,16 3-4-16,18 1-22 0,15-1-4 15,10 2-16-15,2 4-9 0,32-8-7 0,14 7-23 16,26 1-28-16,12 1-27 15,24 7-46-15,11 0-52 0,-1 7-65 0,-2 1-94 16,-1-1-100-16,-13 3-107 0,-23-7-175 16,-13-1-67-16,-5 2 92 0,-17-6-412 0,-10 1-467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58:21.2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6098 6185 3109 0,'2'-13'112'0,"1"1"38"0,-3 4 34 0,0-1 11 16,2 1-10-16,-2-2 8 0,0 10-8 15,-2-11-10-15,2 11-22 0,0-10-12 16,0 10-13-16,-1-8-10 0,1 8-17 0,0 0-8 16,0 0-14-16,0 0 5 0,0 0 3 15,-27 39 15-15,12-3 6 0,-8 13 14 0,0 13 19 16,-8 23 10-16,-1 9 7 0,-2 6-4 16,1 12 1-16,-3 8 16 0,4 4 7 15,3 1-12-15,3-4 0 0,4-5 11 16,3-5 16-16,6-11 3 0,-3-8-9 0,9-24-6 15,1-3-168-15,-1-7-13 0,1-16 0 16,3-1 0-16,-4-5 0 0,5-9 0 16,1-3 0-16,-1-7 0 0,0-5 0 0,2-1 0 15,-2-1 0-15,0-3 0 0,0-4 0 16,2-3 0-16,0 0 0 0,0 0 0 0,0 0 0 16,0 0 0-16,-9-17 0 0,4 5-268 15,0 4-308-15,-1-2-134 0,-1-1-186 0,0 1 78 16,-4 0 85-16,0 0-692 0,-3 1-876 15</inkml:trace>
  <inkml:trace contextRef="#ctx0" brushRef="#br0" timeOffset="300.97">5402 7625 4297 0,'-7'-14'111'0,"1"6"20"15,3 1 34-15,0 1 32 0,1 1 9 16,2 5 2-16,-4-6-22 0,4 6 5 0,0 0 17 16,0 0-3-16,16 23-16 0,1 0-17 15,0 2-8-15,2 5-16 0,4 8-15 0,2 1-16 16,-2-1-11-16,5-4-11 16,-9-5-7-16,2-2-9 0,-1-1-13 0,-8-4-4 15,-1-3-9-15,0-3-16 0,-6-2-20 16,1-5-30-16,-1 0-32 0,2 2-34 0,-4-4-37 15,1-3-71-15,-4-4-88 0,6 4-105 16,-6-4-100-16,0 0-109 0,0 0-167 0,7-17 39 16,-5 7 78-16,2-3-502 0,-1-1-609 15</inkml:trace>
  <inkml:trace contextRef="#ctx0" brushRef="#br0" timeOffset="584.32">6025 7533 3492 0,'-11'-2'177'0,"11"2"38"16,-22 10 47-16,6 2 41 0,-13 12 33 0,-7 9 17 15,0 2 6-15,-1 3-5 0,1-1-13 16,2 0-13-16,0 1-16 0,5-2-18 16,2-2-26-16,6-9-27 0,6 0-22 0,1-7-20 15,5-2-61-15,2-4-138 0,1-1 0 16,0-3 0-16,-2-2 0 0,5 3 0 0,-1-4 0 15,4-5 0-15,-7 9 0 0,5-3 0 16,2-6 0-16,-7 3 0 0,7-3 0 0,0 0 0 16,-5 4 0-16,5-4 0 15,0 0-331-15,-4 6-308 0,4-6-177 0,-4 4-66 16,4-4 92-16,-11 8-820 0,5 1-1049 16</inkml:trace>
  <inkml:trace contextRef="#ctx0" brushRef="#br0" timeOffset="1287.67">3466 10235 4286 0,'-6'-17'-102'16,"4"1"39"-16,1 0 50 0,-1 5 56 15,2-3 51-15,0 5 39 0,-2 1 25 0,0-1 10 16,2 9-8-16,0-7-12 0,0 7 28 16,0 0 20-16,0 0 4 0,4 34-15 15,-2-8-12-15,-1 12-14 0,-1 4-16 0,4 1-10 16,0 1-22-16,-1 4-7 16,-1-4-15-16,0-1-9 0,3-4-28 0,-5 0-43 15,2-10-35-15,-2-3-43 0,-5-1-44 16,5-5-50-16,-2-1-64 0,0-3-64 0,-1-1-60 15,-1-5-70-15,-2-3-73 0,3-2-72 16,3-5-88-16,0 0 51 0,-16-13-364 0,12-3-446 16</inkml:trace>
  <inkml:trace contextRef="#ctx0" brushRef="#br0" timeOffset="1653.6">3412 10113 2589 0,'0'-27'-20'0,"2"6"52"0,1 4 34 15,-3 1 23-15,5 0 4 0,-3 3 9 0,4-1-4 16,3 3 10-16,3 1-8 15,3 2-9-15,2 4-7 0,2 1-5 0,18 10-12 16,-1 3-6-16,0 5-7 0,5 9 0 16,-2 3-4-16,-5 4-3 0,-15-4-3 15,-2 4 9-15,-6 3 9 0,-7 0 8 0,-6 4-1 16,-7 1 5-16,-4 10 22 0,-1-15 10 16,-2-1 22-16,0-6 21 0,1-8 9 0,3-4 1 15,3-6 0-15,0-4 1 0,-1-5-12 16,10 0-4-16,0 0-1 0,-21-12-7 0,15 5-5 15,2-2-1-15,0 3-5 0,4 6-8 16,-7-10-10-16,7 10-15 0,-2-7-6 16,2 7 9-16,0 0-6 0,0 0 0 0,0 0-6 15,17 18-4-15,-9-4-6 16,1 1-6-16,2 4-8 0,5 7 0 0,-1-1-12 16,-3-3-5-16,-3-3-9 0,2-1-28 15,-1-3-26-15,0-1-24 0,-3-3-24 0,1-1-29 16,-4-2-30-16,3 0-34 0,-3-2-60 15,-2-4-70-15,-2-2-93 0,7 3-101 0,-7-3-138 16,0 0-117-16,12-15 58 0,-10 5-526 16,4-4-672-16</inkml:trace>
  <inkml:trace contextRef="#ctx0" brushRef="#br0" timeOffset="2052.25">4095 10315 3109 0,'0'0'-36'0,"0"0"58"16,0 0 58-16,0 0 53 0,5 7 44 16,-5-7 34-16,0 0 20 0,0 0 3 0,0 0-3 15,20-3-8-15,-20 3-14 0,16-8-18 16,-5 6-16-16,-2-6-19 0,0 0-7 0,1 0-19 16,0-3-12-16,-1 1-10 15,-2-3-26-15,1 1-11 0,-4 0-4 0,0 1-8 0,-4-1 2 16,0 1-6-16,-2 3-3 15,-2 1-8-15,4 7-8 0,-19-5 2 0,19 5-7 16,-32 10-6-16,1 4-1 0,1 5-1 16,-6 6-1-16,-2 4 2 0,4 4 2 15,7-2 5-15,5-4 1 0,5-1-7 0,4 2 8 16,7-6-8-16,3-2 3 0,3-2-2 16,3-3-1-16,3 2 2 0,3-2-10 0,7-1 5 15,2-3-2-15,2-3-3 16,10 1-38-16,-1-5-37 0,-4-2-44 0,-3-2-45 0,1 0-62 15,2-2-72-15,2-2-69 16,3-7-69-16,-7 3-83 0,-2-2-114 0,6-6-51 16,-2 1 67-16,-1-2-402 0,1-2-479 15</inkml:trace>
  <inkml:trace contextRef="#ctx0" brushRef="#br0" timeOffset="2368.46">4624 9738 2783 0,'-7'-27'74'0,"1"7"46"0,1 1 50 0,-1 5 43 16,2-1 41-16,0 5 27 0,0-1 9 16,2 4-1-16,-1 2-23 0,3 5-43 15,-8-6-5-15,8 6 22 0,0 0 14 16,-17 35-2-16,8-4-8 0,-1 8-4 0,4 3-10 15,-2 13-15-15,5 5-8 0,-3 0-15 16,4-4-18-16,6 2-18 0,0-2-13 0,-1-10-15 16,5 5-11-16,0-8-16 0,1-5-10 15,-3-2-65-15,1-3-26 0,0-7 0 0,-2-3 0 16,-1-5 0-16,-2-3 0 0,3 0-79 16,-3-3-124-16,2 0-75 0,-2-3-75 15,0-1-106-15,-1-2-128 0,-1-6-170 16,3 5-38-16,-3-5 75 0,0 0-627 15,10-16-802-15</inkml:trace>
  <inkml:trace contextRef="#ctx0" brushRef="#br0" timeOffset="2783.37">4807 10193 3884 0,'-7'-12'120'0,"7"12"50"0,0 0 34 15,-6-6 28-15,6 6 14 0,0 0-5 16,0 0 4-16,4-11-6 0,-4 11 1 15,0 0-14-15,16 2-11 0,-16-2-20 0,18 10-21 16,-9-3-16-16,3 2-12 0,-1 1-13 16,-2 2-6-16,-4-2-14 0,1 5 0 0,-4-3-2 15,-2 2-11-15,-4 3-9 0,-1 4-9 16,-9 6-9-16,-3 3-10 0,-2 0-21 16,-3 0-40-16,-3-4-37 0,1-3-5 0,3-3-4 15,4-9 7-15,2-6-14 0,4-5-16 16,11 0 0-16,-22-24 8 0,15 4 4 0,2-4 9 15,5-5 0-15,5-5 10 0,-1 0 11 16,3 9 14-16,-1 4 12 0,-1 3 3 16,2 4 8-16,2 3 18 0,0 3 7 0,0 4 12 15,3 0 6-15,1 2-7 0,1 4 1 16,1 2-4-16,6 2-2 0,1 2-6 0,6 3-4 16,5 1-4-16,-3-2-1 15,-8 1-4-15,-1-1-32 0,1-2-36 0,-8-1-32 16,2-1-34-16,-3 2-25 0,1-1-50 15,-3 0-73-15,-2-2-86 0,1 0-100 0,-6-2-131 16,3 1-204-16,-7-4 42 0,0 0 83 16,0 0-550-16,0 0-669 0</inkml:trace>
  <inkml:trace contextRef="#ctx0" brushRef="#br0" timeOffset="3056.29">5241 10040 3492 0,'-4'-12'136'0,"4"12"35"0,0 0 17 15,0 0 29-15,0 0 32 16,5-6 36-16,-5 6 42 0,0 0 0 0,0 0-4 16,36 18-21-16,-23-5-17 0,1 3-16 15,6 5-4-15,-7 0-7 0,-6 0 3 0,-3-1-11 16,-3 4-21-16,-4 0-14 0,-3 7-73 16,-1 2-142-16,-5 0 0 0,-3-4 0 0,-1 0 0 15,0-5 0-15,-2 0 0 0,5-7 0 16,-1-4 0-16,3-4 0 0,2-2 0 15,-3-4 0-15,3-3 0 0,9 0 0 0,-20-6-353 16,9-10-110-16,2-1-55 0,7-6-43 16,-1-4-35-16,10-12-42 0,4 0-66 0,8-7 19 15,3 5-564-15,9 2-711 16</inkml:trace>
  <inkml:trace contextRef="#ctx0" brushRef="#br0" timeOffset="3267.4">5484 9968 3260 0,'11'-6'-42'0,"-3"0"88"0,-3 6 69 0,-5 0 37 16,0 0 26-16,0 0 21 0,0 0 10 15,0 0 9-15,-13 20-2 0,-4 5-9 0,2 2-9 16,-4 2-10-16,0 4-16 0,2 0-1 16,2 0 6-16,1-3-25 0,9 3-21 15,-3-9-11-15,4-3-4 0,6-5-8 0,2-2-8 16,2 2-9-16,1-4-11 0,5-4-2 16,3 0 5-16,2-2-21 0,-2-2-37 15,4 0-40-15,-2-4-50 0,2 0-57 16,1 0-76-16,-4-2-92 0,-2 0-116 0,-1 0-122 15,1 2-176-15,-3 0 20 0,-2 2 75 16,4 0-476-16,-6 1-555 0</inkml:trace>
  <inkml:trace contextRef="#ctx0" brushRef="#br0" timeOffset="3649.92">6204 10481 3230 0,'0'0'186'0,"0"0"10"16,-22-8 12-16,22 8 23 0,-54 10 26 0,3 4 31 15,-12-1 4-15,-7 6 10 0,-27 7-8 16,-9 7-12-16,-10 3-28 0,-15 5-25 0,-62 17-21 16,-7-1-22-16,-15 8-23 0,-6 0 1 15,-10 2-10-15,0 2-9 0,7 1 0 0,6-1-2 16,12-1 11-16,18 0 20 0,52-21 25 15,10-3-92-15,15-2-107 0,17-10 0 0,29-8 0 16,14-3 0-16,12-8 0 16,7 0 0-16,10-3 0 0,4-4 0 0,3 0 0 15,5-1 0-15,3 0 0 0,1 2 0 16,1-3 0-16,0 1 0 0,5-5 0 0,-4 6 0 16,4-6 0-16,-1 7 0 0,1-7 0 15,0 0 0-15,-6 5 0 0,6-5 0 0,0 0 0 16,0 0 0-16,0 0-468 0,0 0-345 15,0 0-127-15,0 0 88 0,0 0-889 16,0 0-1172-16</inkml:trace>
  <inkml:trace contextRef="#ctx0" brushRef="#br0" timeOffset="10098.04">8459 3652 4212 0,'0'0'-339'0,"0"0"63"0,0 0 51 16,0 0 49-16,0 0 41 15,0 0 29-15,0 0 29 0,0 0 25 0,0 0 22 16,-21-2 13-16,21 2 18 0,0 0 18 16,0 0 12-16,-13 5 13 0,13-5 14 15,0 0 7-15,0 0 7 0,-10 2 5 0,10-2 8 16,0 0 13-16,0 0-7 0,-9 3 12 15,9-3 2-15,0 0 4 0,-10 4-1 0,10-4 5 16,0 0-6-16,0 0-2 0,-12 3 1 16,12-3-4-16,0 0-1 0,0 0-3 15,0 0-2-15,0 0-2 0,0 0-4 0,0 0 1 16,0 0-4-16,0 0-2 0,0 0-3 16,0 0-8-16,0 0-13 0,0 0-3 15,0 0-8-15,0 0-4 0,0 0-6 16,22-20-1-16,-15 15-8 0,2-2-4 0,1 0-1 15,1 0-3-15,2 2-5 0,-4-2 1 16,0 2-4-16,0-2 0 0,1 2-1 16,0 1-2-16,-5 0-5 0,-5 4 4 0,16-9-4 15,-9 5 3-15,2-1-1 0,-9 5-4 16,14-8 2-16,-8 4-1 0,-6 4-1 16,15-6-1-16,-7 1 1 0,-8 5 0 0,11-4-1 15,-5 0 0-15,-6 4-1 0,10-4-4 16,-10 4 0-16,0 0 0 0,11-6 2 0,-11 6-1 15,0 0 2-15,7-4-3 16,-7 4-1-16,0 0 0 0,0 0 0 0,10-3-2 16,-10 3 4-16,0 0-2 0,0 0 0 15,0 0 0-15,15-1 1 0,-15 1 0 16,0 0 1-16,0 0-5 0,0 0-1 0,0 0 2 16,0 0 2-16,0 0 0 0,0 0 1 15,13 6 1-15,-13-6 4 0,0 0-5 0,3 7 4 16,-3-7-1-16,0 0-1 0,5 9 0 15,-5-9 1-15,0 4 0 0,0-4 0 16,0 0-1-16,0 13 0 0,0-13-2 0,0 0 4 16,2 8 0-16,-2-8 3 15,0 0-2-15,0 11-1 0,0-11 2 0,-2 9 2 16,2-9 0-16,-3 9 3 0,1-1 3 16,2-8 0-16,-8 12 2 0,4-5 6 0,-2-1 6 15,1 1-3-15,-1 1 0 0,3-2 4 16,-6 2 0-16,4-3 2 0,-1 2 0 15,1 0-4-15,-2-1 3 0,7-6-5 0,-9 11-1 16,3-6 0-16,1 0-3 0,-1 1-2 16,2 0 0-16,4-6-7 0,-10 9 2 0,5-4-5 15,5-5 2-15,-8 5 2 0,8-5-1 16,-5 7 3-16,5-7 3 16,0 0 3-16,-7 7 7 0,7-7 13 0,0 0-23 15,0 0-2-15,0 0 0 0,-1 6 1 16,1-6-9-16,0 0 1 0,0 0 1 0,0 0 1 15,0 0-3-15,0 0-4 0,0 0-4 16,19 3 14-16,-19-3-4 0,0 0-9 0,11 4-3 16,-11-4 1-16,12 8 6 0,-4-4-2 15,-5 0-3-15,-3-4 2 0,11 9 1 16,-4-4 1-16,-4 2-3 0,3-1 0 0,1 4-1 16,-3-4 0-16,3 1 14 0,-2-1-12 15,-3 2 2-15,3-1-1 0,-5-7 0 0,4 10 1 16,-2-3 2-16,-2-7 5 0,2 10 12 15,-2-10 22-15,-2 11 5 0,-2-6 16 16,-1 1 11-16,-3 1 2 0,-4-2 1 16,-1 4-1-16,0-1 2 0,-4-2-4 15,-2 1-1-15,-5-1-7 0,4 1 3 0,-3 0-2 16,4 0 1-16,-3-4 1 0,2 1-5 16,2 1-5-16,4-3 6 0,-4 4-3 0,7-6-1 15,0 0-3-15,11 0 2 0,-18 4-61 16,18-4-1-16,-15 2 0 0,15-2 0 0,-13 2 0 15,13-2 0-15,0 0 0 0,-15 3 0 16,15-3 0-16,0 0 0 0,-10 1 0 16,10-1 0-16,0 0 0 0,0 0 0 15,0 0 0-15,0 0 0 0,-15 0 0 16,15 0-12-16,0 0-315 0,0 0-126 0,0 0-145 16,0 0-162-16,-5-4-107 0,5 4 82 15,0 0-708-15,0 0-939 0</inkml:trace>
  <inkml:trace contextRef="#ctx0" brushRef="#br0" timeOffset="13180.39">10604 2397 3653 0,'0'0'-263'0,"0"0"41"16,0 0 45-16,9-5 34 0,-9 5 30 0,0 0 22 15,0 0 20-15,0 0 15 16,3-5 17-16,-3 5 8 0,0 0 15 0,0 0 9 0,0 0 12 15,0 0 7-15,0 0 16 16,0 0 12-16,0 0 4 0,0-7 5 0,0 7 9 16,0 0-1-16,0 0 5 0,0 0 1 15,-14-5 3-15,14 5-1 0,0 0-2 16,-16-4 4-16,16 4-7 0,-14-2 13 0,14 2-1 16,-11-1-7-16,11 1-3 0,-14-2-2 15,14 2 0-15,-15-2-9 0,15 2-5 0,-17-1 2 16,17 1-10-16,-19 0 2 0,19 0-4 15,-25 0 5-15,11 1-9 16,0-1 0-16,-4 4 11 0,3-3-11 0,1 1 8 16,2 2-5-16,-3-3-3 0,1 0 4 15,1 2-13-15,1 0-3 0,1 1 4 0,-3-2-6 16,3 3 1-16,0-2-3 0,1 1-1 16,-1 1-4-16,0-1 6 0,-3 2-2 15,1 1-3-15,1 1 3 0,-3 0 7 0,1 0-4 16,1 0 2-16,2 3 0 0,-5-1-3 15,3-2 6-15,1 3 2 0,-1-1 1 0,4-2-6 16,-3 3 4-16,3-3-1 16,-2 2-4-16,3-3-2 0,-2 3-5 0,1 2 5 15,1-3-1-15,0-1 1 0,1 4-1 16,0-1-3-16,-2 1 2 0,6-1-3 16,-5 1 4-16,5 0-5 0,-5 2 7 0,3-3-2 15,2 3-1-15,-1-2-3 0,0 2 6 16,3-2-2-16,-1 0-1 0,0 0 2 0,0 0 3 15,2-1-2-15,-2 0 6 0,2 1-4 16,2 0 2-16,-2 1 0 0,0-1 7 16,4-1 0-16,-1 1 3 0,-3-2 0 0,4 3 6 15,-2-1-6-15,2-2-1 0,-3 1 1 16,4 2 1-16,-3-1 1 0,2 0 2 16,-1-2 2-16,-1-1-1 0,2 2-2 15,1 0-1-15,-3-1-1 0,7 0 0 0,-4 1 7 16,1 1-1-16,-3-2-2 0,7 0-1 15,-4 2-3-15,1 1 5 0,3-4 0 16,0 2 2-16,1-1 6 0,-2 0-5 0,3 1 6 16,1-5 7-16,0 5-7 0,1-4 3 15,1 0 3-15,0-1 9 0,9 1-12 0,-4-1 8 16,3-3-1-16,0 2 3 0,4-1-1 16,0-4 3-16,-3 2-3 0,-3-2 18 15,2 0 8-15,6-2-14 0,-4 2-1 0,0-2 6 16,0-2 6-16,-2 1-3 15,2-3 5-15,-1 3-5 0,-8-2 6 0,5-1 5 16,-4 4 4-16,2-5-3 0,-3 1-2 16,-1 1-5-16,3-2-7 0,-6 2-6 0,-1-2-5 15,3 2-13-15,-3 0-53 0,0-1 0 16,0-1 0-16,-4 1 0 0,3-1 0 0,-1 0 0 16,4-3 0-16,-2 2 0 0,-4-3 0 15,4-1 0-15,-4 1 0 0,5-5 0 16,-2 1 0-16,0-4 0 0,-1 0 0 0,2-8 0 15,3-3 0-15,-5 3 0 0,0 5 0 16,0 2 0-16,-2-2 0 0,-1 0 0 16,-3 0 0-16,3-1 0 0,-4 0 0 0,0 2 0 15,-6-3 0-15,0-1 0 0,2 2 0 16,-9-9 0-16,-3 3 0 0,2-1 0 16,-10 4 0-16,1 1 0 0,-5 2 0 0,-6 3 0 15,-3 3 0-15,-12 3 0 0,4 3 0 16,-2 5 0-16,1 1 0 0,-2 1-46 0,3 3-210 15,2 2-36-15,7 5-45 0,4-1-40 16,6 1-45-16,4 1-50 0,-1 0-70 16,3 2-114-16,4 1-108 0,0-2 74 0,4 3-445 15,5-1-603-15</inkml:trace>
  <inkml:trace contextRef="#ctx0" brushRef="#br0" timeOffset="15314.28">10380 2631 2829 0,'0'0'-147'0,"0"0"42"16,4-8 32-16,-4 8 23 0,1-6 24 0,-1 6 16 16,0 0 13-16,0 0 7 0,0 0 12 15,2-4 10-15,-2 4 9 0,0 0 11 0,0 0 6 16,0 0 9-16,0 0-4 0,0 0-3 16,0 0-4-16,0 0-8 15,0 0-5-15,0 0-5 0,0 0-2 0,0 0-6 16,0 0-8-16,0 0 2 0,0 0-2 0,0 0 0 15,0 0-6-15,0 0-2 0,0 0-1 16,-27 14 8-16,20-7-2 0,2 1 0 16,-3 1 7-16,2 0-11 0,-2-1 0 15,3-1 4-15,-1 5-1 0,3-4 3 0,-4 1 3 16,3-1 7-16,2-1 6 0,1 0 11 16,1-7-4-16,-2 12 11 0,2-12 12 0,2 10 15 15,-2-10 5-15,3 9 3 0,1-4 0 16,-4-5-4-16,10 9-3 0,-2-4-9 0,-1-4-10 15,-7-1-6-15,19 7-1 16,-9-3-8-16,2-3-2 0,-3 1-7 0,0 2 1 16,-9-4 16-16,18 1 10 0,-18-1 5 15,11 4 2-15,-11-4 1 0,10 0-2 16,-10 0-2-16,0 0-1 0,13 3-5 0,-13-3-8 16,0 0-6-16,0 0-1 0,11 2-9 15,-11-2-3-15,0 0-5 0,0 0 0 0,8 3-4 16,-8-3-5-16,0 0-1 0,0 0-2 15,0 0 4-15,0 0-1 0,0 0 2 16,0 0-2-16,0 0-1 0,0 0 3 0,0 0-3 16,0 0 1-16,0 0-2 0,0 0-1 15,0 0-1-15,0 0-3 0,9 4 3 16,-9-4-6-16,0 0-1 0,0 0-1 16,0 0-4-16,0 0 2 0,0 0-4 0,0 0-3 15,0 0 1-15,0 0-1 0,-37 3 1 16,26-1-4-16,11-2-1 0,-20 5 2 15,8-2-1-15,3 2-3 0,-2-1 2 0,-1 1-1 16,1 3-3-16,-5-2 4 0,5 3-2 16,-3 0 4-16,3 0-4 0,2-1 1 0,-2 4 1 15,2-2-3-15,2-3 4 0,1 5-3 16,3-4 4-16,-2-1 1 0,3 1-2 16,0 0 3-16,4 2-1 0,3-3 7 15,0 4-4-15,5-4 12 0,1 2 11 16,3-1 10-16,-2-2 3 0,4-3 8 0,1 2 26 15,0-1-13-15,-4-3 20 0,1 1 5 16,-1-2 11-16,1 2 7 0,-14-2 10 0,25 0-3 16,-14-2-3-16,-11 2 1 0,21-2-20 15,-21 2-3-15,19-1-6 0,-19 1-12 0,12-2-4 16,-12 2-6-16,11-2-10 16,-11 2-1-16,0 0-6 0,15-2-2 0,-15 2-6 15,0 0-5-15,0 0 3 0,0 0-5 16,13-1-2-16,-13 1 0 0,0 0-4 0,0 0 5 15,0 0-4-15,0 0-6 0,0 0-1 16,11-2 1-16,-11 2 3 0,0 0-11 16,0 0 4-16,0 0-6 0,4-9 1 0,-4 9 2 15,0 0-3-15,0 0-1 0,0 0-3 16,2-5 4-16,-2 5-5 0,0 0 3 0,0 0-3 16,0 0 2-16,0 0-2 0,0 0 2 15,0 0 2-15,0-10-2 0,0 10 0 0,0 0-1 16,0 0 1-16,0 0-2 15,-6-9 2-15,6 9 1 0,0 0-4 0,-1-7 0 16,1 7 0-16,0 0 0 0,-6-6-1 16,6 6 2-16,0 0-1 0,-5-11 0 15,5 11 0-15,-6-5 0 0,6 5 0 0,-6-7 0 16,6 7 0-16,-6-8 0 0,2 3 0 16,4 5 0-16,-7-12 0 0,5 6 0 0,2 6 0 15,-5-11 0-15,1 3 0 0,4 8 0 16,-5-10 0-16,3 3 0 0,2 7 0 0,-7-9 0 15,7 9 0-15,-4-9 0 0,4 9 0 16,-3-8 0-16,3 8 0 0,-4-8 0 16,4 8 0-16,-4-9 0 0,4 9 0 0,-4-4 0 15,4 4 0-15,-6-8 0 0,6 8 0 16,-4-6 0-16,4 6 0 0,-7-7 0 16,7 7 0-16,-6-7 0 0,6 7 0 15,-5-9 0-15,5 9 0 0,-7-6 0 0,7 6 0 16,-7-7 0-16,7 7 0 0,-6-7 0 15,6 7 0-15,-3-7 0 0,3 7 0 0,-6-7 0 16,6 7 0-16,-4-8 0 0,0 4 0 16,4 4 0-16,-6-8 0 0,3 2 0 0,-1 2 0 15,4 4 0-15,-6-13 0 0,5 8 0 16,1 5 0-16,-7-9 0 0,5 5 0 16,2 4 0-16,-3-7 0 0,3 7 0 0,-4-10 0 15,2 6 0-15,2 4 0 0,-2-10 0 16,0 5 0-16,2 5 0 0,-1-10 0 15,-1 4 0-15,0-2 0 0,0 2 0 16,2 6 0-16,-2-13 0 0,2 7 0 0,0 6 0 16,0-10 0-16,0 10 0 0,0-10 0 15,0 10 0-15,0-11 0 0,2 6 0 0,0-2 0 16,-2 7 0-16,5-9-6 0,-3 3-1 16,2 2-1-16,1-2-1 0,-1 0-1 15,3 1 1-15,-7 5 1 0,5-6-3 0,3 2 1 16,-3 2-3-16,-5 2 5 0,14-4 2 15,-14 4 0-15,18 0-6 0,-9 0 4 0,-9 0 0 16,16 1 0-16,-10 2-5 0,-6-3 3 16,16 2 1-16,-11 0-1 0,-5-2 0 0,9 7-1 15,-2-4 15-15,-2 2-12 16,-3 2 8-16,2-2-4 0,1 3-4 0,-3-4 2 16,0 3 0-16,0 1 5 0,2 0 3 15,-2-2-9-15,0 1 4 0,-2 1 0 16,2-2 2-16,-2-6 0 0,2 11-1 0,-2-8 0 15,0-3 0-15,2 9 0 0,-2-9-2 16,2 8 2-16,-2-8-2 0,-2 9 6 0,2-9 5 16,-2 7-8-16,2-7 5 0,-4 7-3 15,4-7 3-15,-2 8-1 0,2-8 2 0,-6 7-8 16,6-7 5-16,-4 5-2 0,4-5-1 16,0 0 1-16,-3 7-1 0,3-7 2 15,-6 6-3-15,6-6 2 0,-4 8 2 16,4-8-4-16,-12 6 5 0,7 0 0 0,-3-1-3 15,-4 0 2-15,1 2-3 0,-2-1-50 16,-4 0-75-16,4 1-75 0,-1-2-100 16,1 1-96-16,1-1-107 0,3 1-151 0,2-1-186 15,-3 2 69-15,2 0-623 0,2-1-847 16</inkml:trace>
  <inkml:trace contextRef="#ctx0" brushRef="#br0" timeOffset="23546.39">7618 11292 403 0,'2'-10'186'0,"-2"10"-2"0,4-5-21 0,-4 5 6 15,0 0 4-15,7-5-3 0,-7 5 5 16,5-5-8-16,-5 5 12 0,0 0 9 0,6-7 6 16,-6 7 7-16,1-3 1 0,-1 3 1 15,0 0 0-15,0 0-2 0,2-7-7 16,-2 7-3-16,0 0-6 0,0 0-6 15,4-7-2-15,-4 7-1 0,0 0-1 0,0 0-5 16,0 0-5-16,0 0-6 0,0 0-2 16,0 0-10-16,0 0-2 0,0 0-13 0,0 0-11 15,0 0-13-15,-6-10-5 0,6 10-11 16,0 0-8-16,0 0-10 0,0 0-8 16,-5-5-6-16,5 5-12 0,0 0-3 0,0 0-7 15,-12-5-2-15,12 5-5 0,-8-1 3 16,8 1-7-16,-9-1 6 0,9 1-14 15,0 0-1-15,-15-2 1 0,15 2-3 16,-13-2-4-16,13 2 1 0,-16 0-1 0,16 0-1 16,-13 2-6-16,13-2 3 0,-16 3-2 15,16-3 2-15,-11 1-3 0,11-1-1 0,-11 5-1 16,11-5 0-16,-10 1-5 0,10-1 1 16,-7 4 6-16,7-4-4 0,-12 5-3 0,8-3 9 15,-2 2 2-15,6-4 5 0,-9 6 0 16,5-1 10-16,-1 0-1 0,-2 0 1 0,4 2-4 15,-3-2 6-15,2 0-3 0,-1 2 0 16,-1-2-1-16,3 2-12 0,-4-2 4 0,3 2-2 16,-1 1 1-16,1-2 3 15,2 2-8-15,-3-4-1 0,0 4-2 0,1-1 4 16,1 3 2-16,1-3-2 0,-2 3 4 16,2 2-1-16,-1-1 12 0,-1 1-1 0,0 2 1 15,3-1-6-15,-4 3 1 0,3 3 5 16,2-4 0-16,-2-1-11 0,4 1 0 15,-2 1 0-15,0 1 2 0,5 1-1 0,-2 1 4 16,1-3 10-16,2 1-1 0,-3-2 1 16,5 3 6-16,-3-3-2 0,5-3 9 0,0 2 6 15,-3-3 2-15,3 1 1 0,-1 0 0 16,1-4-2-16,0 1 0 0,-1-3 2 16,0 1 7-16,3-3-2 0,-1 1 4 0,0-3-57 15,5 1-2-15,-3-3 0 0,6-2 0 16,-1-1 0-16,1-1 0 0,-2-1 0 15,3-2 0-15,-2 1 0 0,0-2 0 0,-4 2 0 16,2-1 0-16,-3-1 0 0,0 2 0 16,-1 0 0-16,-1-1 0 0,-2 0 0 0,1 0 0 15,0-1 0-15,-3 2 0 0,3-1 0 16,-2 1 0-16,-1-5 0 0,-2 2 0 0,4 0 0 16,-2-3 0-16,2-3 0 0,-3 2 0 15,0-1 0-15,-4-3 0 0,2-1 0 16,-2 2 0-16,0-3 0 0,-4 0 0 0,2 0 0 15,-2 2 0-15,-2-3 0 0,-2-2 0 16,-2 3 0-16,3 2 0 0,-2-1 0 16,-4 2 0-16,4 4 0 0,-2 0 0 15,-2 0 0-15,-1 4 0 0,-8-3 0 0,5 6 0 16,-4-4 0-16,2 4 0 0,-4 2 0 16,2 0 0-16,0 1 0 0,0 0 0 0,0 1 0 15,-2 1 0-15,5 0 0 0,0 1-94 16,0-1-193-16,3 2-41 0,-3 0-49 0,5 0-41 15,0-1-44-15,1 1-61 0,10-2-37 16,-15 2-67-16,15-2-62 0,0 0 52 16,-5 4-448-16,5-4-555 0</inkml:trace>
  <inkml:trace contextRef="#ctx0" brushRef="#br0" timeOffset="24829">8268 11562 2779 0,'-11'0'-96'0,"11"0"43"16,0 0 49-16,-13-2 37 0,13 2 39 16,-14-2 43-16,14 2 32 0,-15-1 27 15,7-1 12-15,8 2 8 0,-15-2 14 16,15 2 11-16,-14-2 0 0,14 2 5 0,0 0-3 15,-18-1-6-15,18 1 0 0,0 0 5 16,-14-4-9-16,14 4 6 0,0 0-4 0,0 0-8 16,0 0-8-16,-6-3-12 0,6 3-16 15,0 0-15-15,35-15-16 0,-14 8-9 0,13-4-16 16,0-1-9-16,2 0-8 0,3 0-14 16,-3 2-11-16,-4 0-6 0,-5 1 1 15,-4 3-8-15,-6 2-7 0,1-1-9 16,-4 0-2-16,-2 2-4 0,-1-3-13 0,0 4-10 15,-4-2-14-15,-7 4-11 0,17-3-28 16,-17 3-25-16,11-4-25 0,-7 2-40 16,-4 2-40-16,0 0-48 0,0 0-52 0,0 0-68 15,0 0-66-15,0 0-59 0,0 0-77 16,-19 17-83-16,8-13-64 0,2 2 52 0,-2 0-481 16,4-1-584-16</inkml:trace>
  <inkml:trace contextRef="#ctx0" brushRef="#br0" timeOffset="25261.79">8339 11258 2962 0,'-10'-12'-16'16,"4"2"42"-16,-1 2 45 0,3-1 44 16,1 1 38-16,-1 2 36 0,4 6 26 0,-7-12 17 15,7 7 7-15,0 5-1 0,-5-10 1 16,5 10-13-16,-2-10 10 0,2 10-17 0,-2-5-17 15,2 5 9-15,0 0 4 0,0 0-3 16,0 0-15-16,8 25-10 0,-5-8 1 16,6 12-6-16,-2 5-9 0,0 2-8 15,-1 4-11-15,0 1-11 0,0 2-5 0,1-2-1 16,-1-1-5-16,-1-5-1 0,2 0-51 16,-3-9-80-16,-1-4 0 0,-1-5 0 0,2-3 0 15,-1 0 0-15,-3-5 0 0,2 3 0 16,0-4 0-16,0 1 0 0,-2-3 0 0,0-6 0 15,2 12 0-15,-2-12 0 0,2 11 0 16,-2-11 0-16,3 8 0 0,-3-8 0 0,0 8 0 16,0-8 0-16,0 0 0 0,1 9 0 15,-1-9 0-15,0 0 0 0,0 0 0 16,2 7 0-16,-2-7 0 0,0 0 0 0,0 0 0 16,0 0 0-16,0 0 0 0,0 0 0 15,0 0 0-15,0 0 0 0,0 0 0 16,0 0-783-16,-8-23-190 0,8 17 90 15,0-2 96-15,5-1-834 0,-2-4-1059 0</inkml:trace>
  <inkml:trace contextRef="#ctx0" brushRef="#br0" timeOffset="26096.17">8825 11272 4088 0,'-14'-3'-202'0,"14"3"62"0,0 0 58 0,0 0 56 16,-9-4 53-16,9 4 57 0,0 0 38 16,-6-7 30-16,6 7 25 0,0 0 14 0,0 0 18 15,-5-5 18-15,5 5 15 0,0 0 9 16,0 0 7-16,-7-9-1 0,7 9 3 0,-3-6-6 15,3 6-11-15,-2-9-6 0,2 9-20 16,0-14-15-16,3 6-12 0,-3-1-21 0,4-3-21 16,5 0-25-16,-4 1-11 0,4-7-12 15,3 5-13-15,-1-3-73 0,2 4-14 0,-1 4 0 16,3-3 0-16,-1 2 0 0,1 4 0 16,0 1 0-16,-2 1 0 0,3 3 0 0,-3 0 0 15,5 4 0-15,-5 4 0 16,0-1 0-16,-2 3 0 0,1 1 0 0,-7 3 0 15,3 0 0-15,-4 1 0 0,-4 2 0 16,0-1 0-16,-2 4 0 0,-1 1 0 0,-6-2 0 16,6 1 0-16,-7-1 0 0,3-5 0 15,1 1 0-15,2-5 0 0,0 1 0 0,0-3 0 16,3 1 0-16,-3-3 0 0,2 0 0 16,2-6 0-16,-2 9 0 0,2-9 0 15,4 8 0-15,-4-8 0 0,9 8 0 16,-1-2 0-16,2-2 0 0,-1 4 0 0,5-2 0 15,-1 1 0-15,2 4 0 0,0 0 0 0,-2 1 0 16,1 3 0-16,-1 0 0 16,-1-1 0-16,-3 3 0 0,-2-4 0 0,-3 1 0 15,1 3 0-15,-7-1 0 0,-1 1 0 16,-2 3 0-16,-5-1 0 0,-7 7 0 0,-2-2 0 16,-2 0 0-16,-2-4 0 0,1-2 0 15,2-4 0-15,3-2 0 0,2-2 0 0,-1-3 0 16,5-2 0-16,0-2 0 0,1-3 0 15,10 0 0-15,-17-2 0 0,5-1 0 16,5-2 0-16,2-2 0 0,-3 0 0 0,2-2 0 16,0 1 0-16,2 0 0 0,-1 1 0 15,1 0 0-15,2 0 0 0,1-1 0 16,1 8 0-16,-4-5 0 0,4 5 0 0,0-9 0 16,0 9-788-16,0 0-186 0,9-6 92 15,-9 6 98-15,19 0-836 0,-6 0-1059 0</inkml:trace>
  <inkml:trace contextRef="#ctx0" brushRef="#br0" timeOffset="26412.75">9682 11390 4494 0,'-13'-5'51'0,"1"-1"51"0,1 3 52 16,4 0 61-16,0-1 66 0,7 4 31 0,-11-2 11 15,11 2-4-15,0 0-11 0,-11-3-15 16,11 3-22-16,0 0-18 0,0 0-19 16,0 0-19-16,0 0-20 0,0 0-24 0,17-17-171 15,-5 16 0-15,-1-3 0 0,2 1 0 16,5-1 0-16,-4 1 0 0,4-2 0 0,-1 3 0 15,2-1-214-15,-2 2-186 16,2-3-115-16,-2 2-119 0,-4 0-142 0,3 2-27 16,-3 2 75-16,-1 1-674 0,-1 2-853 15</inkml:trace>
  <inkml:trace contextRef="#ctx0" brushRef="#br0" timeOffset="26662.85">9679 11560 3627 0,'-22'9'49'0,"1"-6"87"0,6 0 51 15,1 1 56-15,2-1 85 16,1-1 65-16,0 0 29 0,11-2 9 0,-13 3-1 16,13-3-24-16,-11 4-20 0,11-4-27 0,0 0-26 15,0 0-30-15,0 0-145 0,0 0-158 16,0 0 0-16,0 0 0 0,47-9 0 16,-29 7 0-16,7-1 0 0,-3-3 0 15,3 5 0-15,-2-4 0 0,-2 2 0 0,-4 1 0 16,1 0 0-16,-6 0 0 0,2 1 0 15,-1 1 0-15,-2-2-284 0,0-2-145 0,-11 4-75 16,16-3-87-16,-6-1-102 0,-2 3-113 16,-3-4 69-16,4 2-673 0,4-3-863 0</inkml:trace>
  <inkml:trace contextRef="#ctx0" brushRef="#br0" timeOffset="27297.21">10462 11118 3637 0,'-8'-11'-11'0,"2"2"73"15,3 1 52-15,1-1 30 0,0 1 19 0,4 2 15 16,0-3 8-16,1 1-4 0,5-2-8 15,0 0-18-15,3 3-13 0,0-1-16 16,3 3-14-16,-3-1-10 0,3 5-5 16,-1-1-14-16,1 2-9 0,-1 2-8 0,0 1-3 15,0 1-9-15,-2 1-3 0,3 2 2 16,-3 3 4-16,-3-2 12 0,-2 3 16 16,0-2 10-16,-2 0 21 0,-4 2 0 0,-2 2 16 15,-2 1-3-15,-4 5-6 0,-2-2-1 16,-1 3 3-16,-3-3-3 0,5-3-5 0,0-1-6 15,3-1-9-15,-2-3-12 0,4-1-5 16,-1 0-6-16,1-2-5 0,2 1 9 16,2 0 11-16,0-7-71 0,6 11-24 15,-1-2 0-15,5-1 0 0,0 0 0 0,3 0 0 16,1 1 0-16,0 1 0 0,2 0 0 16,1 3 0-16,-1-2 0 0,-4 1 0 0,-1-2 0 15,2 3 0-15,-6-2 0 0,-3 0 0 16,-3 1 0-16,-1 1 0 0,-5 1 0 0,-2 5 0 15,-6-3 0-15,-7 6 0 0,-3-1 0 16,-6-3 0-16,-1 1 0 0,-2-4 0 0,-4-1 0 16,0-2 0-16,-1 0 0 0,2-4 0 15,5-2 0-15,10-3 0 0,-2-3 0 16,7 0 0-16,-2-2 0 0,3-3 0 16,3 3 0-16,0-6 0 0,1 1 0 0,2 2 0 15,-3 0 0-15,6 2 0 0,-4-1 0 16,2 1 0-16,7 3 0 0,-11-5 0 0,11 5 0 15,-8-4 0-15,8 4 0 0,0 0 0 16,0 0 0-16,-11-2 0 0,11 2-871 0,0 0-99 16,0 0 99-16,0 0-992 0,0 0-1289 15</inkml:trace>
  <inkml:trace contextRef="#ctx0" brushRef="#br0" timeOffset="28664.19">10048 3350 4571 0,'0'0'-332'0,"0"0"81"16,0 0 61-16,0 0 57 0,0 0 46 15,0 0 48-15,0 0 34 0,0 0 34 0,0 0 27 16,0 0 10-16,0 0 15 0,0 0 46 16,0 0 37-16,0 0 10 0,0 0 0 15,0 0-11-15,44 5-12 0,-2-8-13 0,5-2-15 16,12-1-13-16,0-2-12 15,-1-1-8-15,-14 4-10 0,-4 0-10 0,-4 3-6 16,-8-3-7-16,-8 4-6 0,-4-3-8 16,-2 3-1-16,-3 1-3 0,-11 0 1 0,14 0-15 15,-14 0 10-15,0 0-4 0,0 0-9 16,-35 15-1-16,1-5-2 0,-4 1-1 16,-2-1-3-16,-11 3-1 0,-1 1 1 0,1 1-2 15,10-4-4-15,0-1-2 0,5-2 9 16,5 1 5-16,8-2 7 0,6-2 3 0,4-2 10 15,4 1 21-15,-2-2 23 0,11-2 38 16,0 0 16-16,0 0 9 0,0 0-15 0,0 0-16 16,41-9-4-16,-5 0-14 15,8 1-10-15,7-4-6 0,3 2-10 0,-13 1-8 16,-5 2-6-16,-7 1-6 0,-6 0-3 16,-3 4-10-16,-6-2 3 0,-3 2-7 15,1-2-3-15,-2 3-8 0,-10 1-7 0,7-4-19 16,-7 4-22-16,0 0-49 0,0 0-58 15,0 0-60-15,-26-6-72 0,12 6-74 0,1 0-108 16,-4 1-122-16,2 1-205 0,-1-2-2 16,2 0 71-16,14 0-509 0,-31 1-675 15</inkml:trace>
  <inkml:trace contextRef="#ctx0" brushRef="#br0" timeOffset="29877.95">9094 13496 3610 0,'-8'-10'51'0,"2"0"5"16,4-1 6-16,6 3 1 0,0-2 11 15,6-4 11-15,4 3-4 0,11-5 5 16,-1 7-11-16,4-1-9 0,1 4-5 16,-3 6-5-16,2 2-2 0,7 4-9 0,-4 6-7 15,-1 5-1-15,-6 0 0 0,-2 7 4 16,-8 3 9-16,-5 0 17 0,-7 0 18 0,-8 8 23 15,-6-1 15-15,-3-2 14 0,0 2 12 16,-4-3 18-16,3-1 1 0,3-2-29 0,1-8-1 16,7-3-13-16,3-3-7 15,4-2 0-15,3-2-20 0,7-1-6 0,3-4-11 0,5-2 1 16,-2-5-17-16,7-1-5 16,-4-4 9-16,2-1-19 0,-8-3 9 0,-5 1-3 15,-4-3 22-15,-8-1 12 0,-6-5 7 16,-13-5 16-16,-16-5 12 0,-8-1 13 15,0 4 11-15,-1-3-1 0,0 4-3 0,8 1-119 16,7 5-26-16,6 0 0 0,9 6 0 16,5-3 0-16,0 3 0 0,8-3 0 0,4 0 0 15,7-2 0-15,11-6 0 0,10-1 0 16,12-1 0-16,8 1 0 0,0 4 0 0,4-1 0 16,-1 5-26-16,-4 3-395 0,-5 4-99 15,-1 2-100-15,0 1-134 0,-4 0-81 0,-5 3 81 16,-10 3-695-16,-2-1-899 15</inkml:trace>
  <inkml:trace contextRef="#ctx0" brushRef="#br0" timeOffset="30228.57">9318 13139 3790 0,'-51'12'-69'16,"-7"7"40"-16,-1 7 50 0,-13 17 50 0,-2 8 39 15,7 9 31-15,4 4 32 0,14 2 28 16,1 5 19-16,8-1-8 0,17-12-7 0,12 4-16 16,7-3-9-16,12-1 8 15,15-4-11-15,9-4 4 0,13-7-15 0,22-2-16 16,0-15-21-16,25-4-14 0,-13-11-6 16,5-9-22-16,0-13-16 0,15-9-21 15,2-5-9-15,-10-8 0 0,-6-4-6 0,-11-5-3 16,-5-9-5-16,-24 10 1 0,-6-8 2 15,-12-4-3-15,-3-8-1 0,-14-2-5 0,-13-2 6 16,-3-2-11-16,-10 2 3 0,-16-18-5 16,-11 8-5-16,-6 6 0 0,-6 11-9 0,-6 8-22 15,3 19-17-15,-3 4-42 16,-7 12-31-16,-1 11-49 0,-1 8-62 0,-3 9-85 16,0 8-78-16,-6 10-101 0,18-4-120 15,4 2-118-15,7-2 68 0,6 2-510 0,10-4-634 16</inkml:trace>
  <inkml:trace contextRef="#ctx0" brushRef="#br0" timeOffset="34710.3">23683 2853 1568 0,'0'0'302'0,"0"0"-38"0,0 0-11 0,-2 9-22 15,2-9-6-15,0 0-12 16,0 0-17-16,0 0-4 0,0 0 8 0,-3 9 6 15,3-9 2-15,0 0-7 0,0 0-2 16,0 0-10-16,0 0 1 0,0 0-10 0,0 0-21 16,0 0-14-16,0 0-14 0,0 0-13 15,0 0-14-15,-22-2-12 0,22 2-8 16,0 0-12-16,-22-2-5 0,22 2-5 0,-21-2 2 16,21 2-3-16,-27 0 2 0,14 0-1 15,-2 0-14-15,0 2 2 0,-1-2-6 0,1 0 5 16,15 0-13-16,-26 4-1 0,12-4-5 15,1 2-4-15,1 0 8 0,1-1-13 16,0 5 1-16,-1-3-10 0,0 0 5 16,3 1-4-16,-3 2-1 0,3 1 1 15,0-2 0-15,-1 2-5 0,-1 1-3 0,-1 1 7 16,2 0 2-16,1 0 3 0,0-1 1 16,-1 4 18-16,0-3 1 0,1 4-9 0,1-3 7 15,-1 2-6-15,1 0 3 0,3 2-11 16,-4-4 0-16,6 2-3 0,-5 2 2 15,5-1 1-15,-5 3-3 0,3-3-1 0,2 1 3 16,1-2-2-16,-4 4 5 0,5-5 1 16,-1 1 0-16,-2 1 15 0,0 1-7 15,4-1-3-15,-3-1 8 0,1 1-1 16,-3 1-1-16,3 2-1 0,-1-4 8 0,1 0 3 16,0 0-3-16,-2-2-1 0,4 2 6 15,-2-1-10-15,1-1-5 0,-1 1-2 0,2-1 2 16,-2-2-1-16,-2 2-2 0,4 1-1 15,-2-3 0-15,2 2 2 0,0 1-5 0,0-1 5 16,0 1-9-16,0-2 1 0,0 4-3 16,2-3 2-16,-2 1-2 0,4 4-13 0,-2-3-6 15,0 0 0-15,1 0 0 16,1-1 0-16,0 0 0 0,-1 1 0 0,4-2 0 16,-3 0 0-16,-1 1 0 0,5-1 0 15,-3-1 0-15,1-1 0 0,0 2 0 16,2-3 0-16,-1 2 0 0,-2 0 0 0,6-2 0 15,-4 1 0-15,2 0 0 0,3-1 0 16,-1 2 0-16,0-1 0 0,1-1 0 0,0 1 0 16,1 0 0-16,-1-2 0 0,0 1 0 15,0-2 0-15,1 2 0 0,-1 1 0 0,-1-3 0 16,2-1 0-16,-1 2 0 0,1-4 0 16,-1 4 0-16,-1-2 0 0,1 0 0 15,0 0 0-15,-3 0 0 0,2-1 0 16,-1 1 0-16,1-3 0 0,0 0 0 0,1 3 0 15,1-4 0-15,-1 2 0 0,-12-2 0 16,22 2 0-16,-8-2 0 0,-1 0 0 0,-13 0 0 16,29-2 0-16,-15 0 0 0,2 1 0 15,0-2 0-15,1 1 0 0,0-2 0 16,0 1 0-16,0-1 0 0,1 0 0 0,-2 2 0 16,0-2 0-16,-3 1 0 0,3-2 0 15,-3 3 0-15,-2-4 0 0,1 3 0 0,-1-2 0 16,0 0 0-16,-1 0 0 0,-1-2 0 15,5-1 0-15,-4 3 0 0,1-3 0 0,3 0 0 16,-3-3 0-16,0 1 0 0,3-2 0 16,-2-4 0-16,0 3 0 0,3-1 0 15,-1-1 0-15,-3-1 0 0,5 1 0 16,-7-2 0-16,0-2 0 0,1-2 0 0,0-8 0 16,-1-3 0-16,-3-3 0 0,-5-1 0 15,-1-7 0-15,-7-8 0 0,0 0 0 0,-4-2 0 16,-1 6 0-16,0 11 0 0,-1 3 0 15,-4 1 0-15,-1 6 0 0,-3 4 0 0,-5 3 0 16,-2 2 0-16,-9 7 0 0,-5 0 0 16,-3 1 0-16,-5 7 0 0,-4 0 0 0,-8 4 0 15,12 0 0-15,-1 0 0 0,1 1 0 16,0-3-887-16,5 2-106 0,3 0 88 16,12-2-934-16,3 0-1264 0</inkml:trace>
  <inkml:trace contextRef="#ctx0" brushRef="#br0" timeOffset="35710.1">20113 4250 4863 0,'-7'5'-131'0,"7"-5"39"0,-7 6 48 0,7-6 42 15,0 0 46-15,-11 2 39 16,11-2 21-16,0 0 15 0,0 0 0 0,0 0-1 16,-16-8-4-16,16 8-7 0,-6-12-4 15,5 5-6-15,-3-1 3 0,4-2-6 0,-2-4-10 16,2-1 2-16,0-4-14 0,2-5-12 16,2-10 1-16,1-4-9 0,2-2-4 15,5-10-8-15,3-4-5 0,7-6-6 0,8-18-8 16,6-1-3-16,7-8-2 0,5-2-9 15,10-2 0-15,1-2-5 0,6 4-1 0,8 7-3 16,2 7-2-16,8 8 0 0,-4 8 0 16,7 9-2-16,-2 11 2 0,6 9-2 0,-3 6 2 15,-13 10-4-15,-1 5 3 16,-1 2 2-16,-2 6 1 0,0 1 1 0,-7 1 1 16,-16 4 4-16,-3-1 0 0,-2 1 0 15,-14-2 3-15,-5 2-3 0,-2-3 0 0,-4 0 1 16,-4 0-1-16,-1 0 3 0,-1-1-3 15,-1 2 4-15,0-3-3 0,-10 0-1 16,13 2-5-16,-13-2 3 0,14 3 0 0,-14-3-2 16,7 4 3-16,-7-4-21 0,2 8-29 15,-2-8-46-15,-2 8-61 0,2-8-84 0,-11 9-106 16,-3-3-131-16,-3 0-171 16,-2 0-62-16,-6 0 67 0,-2-4-409 0,0 1-524 15</inkml:trace>
  <inkml:trace contextRef="#ctx0" brushRef="#br0" timeOffset="35994.15">21677 2637 3154 0,'1'-7'96'16,"1"2"-7"-16,-2 5-5 0,12-4 12 15,-12 4 24-15,21 4 9 0,-7 2 13 0,0 5 9 16,9 10 5-16,2 3-3 0,-2 1-2 15,-4 3-7-15,-1 3-27 0,-7-2-1 16,1 3-4-16,-7-5-7 0,1-4-4 16,-6 1-3-16,0-5-9 0,-6 4 1 15,2-1-18-15,0-3-4 0,-5 4-12 0,-2 2-3 16,-3-5-19-16,3-5-47 0,-3 1-54 16,1-3-87-16,-7-1-113 0,4-3-127 0,-7-4-186 15,-2-2-115-15,-4-6 66 0,-11-4-384 16,-1-3-487-16</inkml:trace>
  <inkml:trace contextRef="#ctx0" brushRef="#br0" timeOffset="36695.92">20007 2069 3111 0,'0'-9'166'0,"0"1"21"15,0 2-16-15,0 6-18 16,0 0-16-16,0-10-15 0,0 10 33 0,0 0 41 16,0 0 6-16,4 31-16 0,-4-4-14 15,2 9-16-15,-2 4-19 0,0 2-7 0,-2 1-13 16,2-2-10-16,-2-3-7 0,2 3-11 15,0-4-8-15,0-4-10 0,0-8-9 16,-2 3-3-16,0-6-12 0,1 2-14 0,-3-3-28 16,0-4-23-16,-1-1-30 0,-4-5-32 15,0 1-35-15,0-3-34 0,-3-4-30 0,1-3-26 16,11-2-14-16,-25-7-5 0,14-4-5 16,1-3 1-16,0-6 19 0,5-12 21 15,3-9 18-15,6-2 16 0,-1-16 18 16,8 0 29-16,1 0 26 0,7 4 28 0,-2 6 31 15,-1 2 38-15,-1 12 19 0,-2 2 16 16,3 4 14-16,-4 2 2 0,6 4 8 16,-3 5 7-16,1 1-9 0,-2 7-2 0,6 2-6 15,-3 2 1-15,4 5-1 0,0 2-5 16,0 3-15-16,1 3 1 0,-2 0-4 0,-1 4 0 16,-4 3-8-16,-3 4 4 0,-7 3-4 15,-5 2 5-15,-10 14-3 0,-8 4 1 16,-7 0-7-16,-4-5 5 0,2-4 9 0,4-10 41 15,5-1 44-15,2-6 54 0,3-2 36 16,6-6-7-16,-3-5-32 0,4 0-20 16,6-2-11-16,0 0-10 0,0 0 1 15,0 0-30-15,0 0-14 0,0 0-12 0,0 0-12 16,0 0-10-16,0 0-4 0,0 0-10 16,0 0-2-16,0 0-3 0,0 0-1 0,21 8-7 15,-10-6 7-15,1 6-11 0,0-1-2 16,-1-1-1-16,1 0-5 0,1 2-1 15,-3-2 0-15,-3 0-10 0,2 1-19 0,1-3-43 16,-2 0-46-16,-3 2-68 0,3-1-71 16,-5-2-84-16,5 3-85 0,-8-6-99 0,8 3-136 15,-8-3-103-15,9 2 59 16,-9-2-436-16,12-9-588 0</inkml:trace>
  <inkml:trace contextRef="#ctx0" brushRef="#br0" timeOffset="37042.76">20438 2222 2952 0,'0'0'-25'0,"0"0"25"16,0 0 15-16,0 0 12 0,2 8 24 15,-2-8 45-15,0 0 34 0,0 0 28 0,6 4-3 16,-6-4 0-16,7 7-5 0,-1-4-7 16,-6-3-6-16,13 5-9 0,-13-5-8 15,16 4-11-15,-9-2-9 0,-7-2-13 0,19 0-5 16,-19 0-8-16,19-4-6 0,-9-1-6 15,-3 1-7-15,3-3-9 0,-5 2-6 16,2-3-7-16,-5 1-5 0,-2 7-4 16,0-9-6-16,0 9-7 0,0 0 2 0,-20-3-2 15,7 6-3-15,-2 3-1 0,-2-1 3 16,-2 5-2-16,3-3-5 0,3 0-3 16,-2 1 0-16,3 2 3 0,5-2 2 0,-1 1 0 15,5-3 2-15,-2 0 0 0,3 2 2 16,2-2 2-16,0-6-4 0,8 11-3 0,0-7-35 15,1 2-71-15,3 0-105 0,7-4-126 16,-2 1-161-16,3-3-203 0,2 0 60 16,1 0-331-16,0-3-446 0</inkml:trace>
  <inkml:trace contextRef="#ctx0" brushRef="#br0" timeOffset="37692.79">20842 2089 2534 0,'-4'-9'2'15,"-2"2"15"-15,4-1 15 0,-1 3 24 0,1-1 17 16,2 6 7-16,-2-10-6 0,0 4-9 16,2 6-9-16,6-7 2 0,-3 1-10 15,-3 6-6-15,6-6-4 0,-6 6-3 16,0 0 0-16,6-2-8 0,-6 2 5 0,0 0-1 16,0 0-1-16,0 0 5 0,0 0 0 15,0 0-6-15,15 8 11 0,-15-8 5 16,0 0 0-16,0 0 30 0,0 0 14 0,0 0 32 15,8 6 27-15,-8-6 25 0,0 0 17 16,0 0 13-16,0 0 1 0,0 0 5 0,0 0-4 16,0 0-13-16,13 0-14 0,-13 0-29 15,0 0-5-15,0 0-27 0,0 0 0 16,10 3-14-16,-10-3 4 0,9 6-6 0,-4 0-9 16,0 0-6-16,2 2-2 15,-3 3-7-15,5-1-10 0,-2 3-9 0,-2-1 0 16,3 1-2-16,-5-2-11 0,1-2 7 15,0 0-1-15,-2 0 1 0,2-2 7 0,-2-1 13 16,-2 1 7-16,0-7 14 0,0 12 0 16,0-12-3-16,-3 9-8 0,3-9-7 0,-14 3-6 15,14-3-9-15,0 0-6 0,-23-6-7 16,13-1-9-16,1-5-11 0,4-7-19 16,-2-3-11-16,5-3-14 0,6-14-5 0,2-15-3 15,9-4-7-15,5-10-8 0,6-19 3 16,3 2 3-16,-9 24 6 0,0 6 9 0,-6 10 4 15,-1 13 9-15,-6 8 1 0,-3 7-2 16,-1 3-6-16,-1 2-5 0,-2 7 1 16,0 5 8-16,0 0-4 0,0 0-1 15,-29 27 3-15,15 1 4 0,-4 2-2 0,2 12 9 16,2 4 5-16,3 3 9 0,1 0 13 16,2-7-12-16,4 1 5 0,2 2 0 0,2-1-3 15,2 1 0-15,2-1-1 0,0-1 4 16,2-5-3-16,0-3 2 0,-1-1-6 15,3-8-2-15,-5-6-11 0,4-3-25 0,-2-3-33 16,-3-2-41-16,4-2-51 0,-3-1-56 16,1-2-72-16,3-4-102 0,-7-3-111 0,13-1-120 15,-13 1-180-15,14-18 20 0,4-4 78 16,-1-2-470-16,2-3-630 0</inkml:trace>
  <inkml:trace contextRef="#ctx0" brushRef="#br0" timeOffset="38277.12">21404 1913 3206 0,'0'0'47'16,"4"-7"52"-16,-4 7 25 0,0 0 18 0,0 0 8 16,0 0-7-16,0 0-14 0,0 0-13 15,0 0 2-15,0 0 25 0,0 0 9 0,0 0-6 16,0 0-10-16,-2 24-12 0,0-17-6 16,0 2-4-16,0 1-1 0,-1 0-4 15,-3 0-5-15,-2 2-12 0,-1-1-5 16,-4 3-8-16,-1-2-5 0,3-3-3 15,-3-1-2-15,5-4-4 0,-1 1-7 0,10-5-6 16,-21-3-9-16,21 3-8 0,-16-14-2 16,7 3-7-16,6 1 0 0,1-2-11 0,2-1 0 15,-2 5-6-15,2-1-4 0,0 9-4 16,-2-12-2-16,2 12-2 0,2-10 0 16,-2 10 3-16,0 0 4 0,11-3 11 0,-11 3 6 15,0 0 2-15,21 5 0 0,-21-5 0 16,21 5 3-16,-11-2-1 0,-1-1-1 0,3 1-2 15,-3-1 8-15,-9-2-6 0,29 2 3 16,-12-6-8-16,2 1 5 0,4-2-5 0,7-5 1 16,3-4 4-16,-3-1-14 15,4-3 6-15,-1-2 1 0,-5 1-6 0,-3 2 7 16,-3 5 30-16,-10 2 25 0,2 3 14 16,-4-1 13-16,-3 6-11 0,-2-4-16 15,-5 6-10-15,13-6-12 0,-13 6-1 0,0 0-7 16,0 0 6-16,14 10-11 0,-8-3-6 15,-1 0 0-15,-2 1-7 0,5 1 1 0,-1 3-9 16,-2-2-4-16,8-1-17 0,-2 3-20 16,-2-2-27-16,3-1-28 0,-1-1-16 15,-2-1-4-15,1 0 0 0,-2-2 8 16,-5 0 12-16,5-2 2 0,-8-3 15 16,4 9-8-16,-4-9 5 0,0 0 8 0,-6 10 3 0,6-10 7 15,-11 10 3-15,4-5-7 16,-4 1-32-16,4 0-48 0,-2 0-83 0,-1 0-71 15,4-4-93-15,0 4-120 0,-1-3-168 16,7-3-53-16,0 0 69 0,-5 6-365 0,5-6-489 16</inkml:trace>
  <inkml:trace contextRef="#ctx0" brushRef="#br0" timeOffset="45691.62">23441 1843 669 0,'0'0'221'16,"-16"2"-54"-16,16-2-12 0,0 0-11 15,-7-4 1-15,7 4-3 0,0 0-8 16,0 0-5-16,-4-6 5 0,4 6-1 0,0 0 2 15,0 0-6-15,0 0 0 0,0 0 11 16,0 0 4-16,0 0 13 0,20-8 8 0,-20 8 12 16,17-3-7-16,-6 2-4 15,2-1-9-15,1-1-7 0,1 1-16 0,4-2-11 16,-2 1-5-16,2 0-16 0,-1 1-12 16,0 0-6-16,0 0-12 0,-1 2-7 15,-2 0-8-15,3 0-5 0,-1 0-7 0,0 2-5 16,2 0 2-16,-2 0-3 0,2 1-7 15,4 0-3-15,0 1-3 0,0-1-1 0,4 1-1 16,-3-1-2-16,1-2-2 0,1 3 0 16,-1-2 0-16,-1-2-4 0,-2 0-4 15,1 0 6-15,-2 0-4 0,-4-2 3 0,-2 0 0 16,0 0-1-16,3-2 0 16,-5-1-1-16,0-1-2 0,-1 0 5 0,-2-4-4 15,1 1 1-15,-4-1-3 0,3-2-4 16,0 1 2-16,-7-1-1 0,5 1 2 15,-5 1 1-15,4-2-5 0,-5 2-2 0,0-1-1 16,-1 3-4-16,-2-1 1 0,-1 1-4 16,0 1 0-16,-5-2-1 0,2 3 3 0,-4-3-5 15,-5 4-1-15,-1 0-1 0,-3 1 3 16,-4 4-1-16,3 2-1 0,-10 2 2 16,-5 0 0-16,-4 7 0 0,1 1 6 0,-1 1-3 15,2 1-3-15,-3 7 3 0,4-6 0 16,-5 5 6-16,6 0-7 0,1-1 1 15,3-3 3-15,-1 5 4 0,3-2-5 16,-1 0 0-16,0 0 7 0,2-2-6 0,1 2 2 16,-3 0 1-16,3 0 0 0,-1-1 10 15,1-1 9-15,-3-3 19 0,0 1-2 16,1-1 8-16,-3-2 0 0,4 1 6 0,-3-3 7 16,5-1 9-16,3-3-9 0,1 0 8 15,-4-4 12-15,3 1-2 0,4-3 3 0,-3-3-9 16,-1 3-5-16,0-4 1 0,3-2-11 15,-2-1 0-15,0-1-8 0,4-2-6 16,-3-1-4-16,6-3 2 0,-2-1-1 0,5-2-6 16,2 2-3-16,3 0-5 0,-1-1-5 15,6 1-5-15,1 1-4 0,1-3 3 16,10-2-13-16,0 4-2 0,12-9-5 16,4 7-8-16,1 1-8 0,6 3 3 0,1 1-9 15,1 4-10-15,2 2-8 0,-1 3-13 16,-5 1-8-16,-8 2-6 0,-1 0-11 15,-2 0-19-15,-1 2-20 0,-2-2-27 0,-2 3-23 16,-5-1-25-16,2 0-36 0,-3 4-30 16,-3-4-50-16,3 3-61 0,-2-2-81 0,-3 1-129 15,-5-4-75-15,10 5 74 0,-7-3-217 16,-3-2-288-16</inkml:trace>
  <inkml:trace contextRef="#ctx0" brushRef="#br0" timeOffset="46577.26">27054 1794 2125 0,'0'0'-19'0,"0"0"32"16,0 0 16-16,0 0 0 0,0 0 1 0,0 0 4 15,-20 12 27-15,20-12 24 0,0 0 27 16,2 12 14-16,-2-12 28 0,15 9 6 15,-6-3 2-15,7-1 8 0,7 2-9 0,9 0-14 16,-1-2-13-16,5 0-11 0,1-3-16 16,6 3-7-16,-1-4-5 0,-10-1-6 15,-4-1-16-15,1-1-5 0,0-1 12 0,-2-1 4 16,5-4-4-16,-5 1-11 16,1-5-8-16,-4-3-6 0,1-1-4 0,-3-1-4 15,-1-5-4-15,-3 3-6 0,-2 1-6 16,-3 3-1-16,-3 1-2 0,-3 2-1 0,3 0 1 15,-7 2 4-15,3 2-3 0,-1-1-7 16,-4 0-3-16,-1 9-7 0,-8-13-1 16,-1 7-3-16,-2 1 1 0,-9 4-7 0,-3 1 3 15,-15 3-3-15,-3 7 5 0,-11 2-1 16,-2 7 8-16,-3 1 13 0,0-1 3 0,-4 7 10 16,-6-3 19-16,1 0-7 15,-2-1-1-15,-4 1 0 0,4-2-1 16,0-2 9-16,-1-4 0 0,2-1 11 0,4-2 2 15,0-4-2-15,6-1 1 0,-2-2-6 16,14-3-5-16,1-2 12 0,3-2 19 0,13-1 6 16,3-2 0-16,3 1-10 0,2-4 0 15,7-1-10-15,0 1-14 0,1-4-2 16,7-2-9-16,3 2-10 0,4 0-1 0,3-8-12 16,12-5-4-16,6 4 1 0,4 1-4 15,3 1-2-15,1 5-14 0,-1 0 5 0,1 6 3 16,-1-1-9-16,-3 4 4 0,-2 2-1 15,-3 1-17-15,1 2-21 0,-3 2-19 16,-2-2-32-16,-2 2-32 0,-5-1-37 0,-3-1-40 16,2 5-26-16,-3-5-60 0,-7 0-71 15,12 6-82-15,-10 0-111 0,-2-6-184 16,-2 5 22-16,2-5-444 0,0 0-613 16</inkml:trace>
  <inkml:trace contextRef="#ctx0" brushRef="#br0" timeOffset="47777.25">23165 10157 3124 0,'-4'-8'162'0,"4"8"-64"0,0 0 1 16,8-12 14-16,-3 8 0 0,7-1 3 0,3-2 2 15,3-1 3-15,3 1 8 0,1 4-8 16,5-1-7-16,1 1-9 0,12 1-14 15,4 0-7-15,-2 2-6 0,2 2-10 16,0 0-7-16,2 1-7 0,-3 1-8 0,2-1-2 16,-4 1-10-16,1-1-4 0,-1-1-4 15,-4 0-5-15,-2-1-7 0,-9-1 3 0,12-3-1 16,-5-1 0-16,-7-1 1 0,7-5-2 16,-3-5 4-16,-1-1 7 0,-10 2 13 0,-2 3 19 15,-1-3 16-15,-7 3 14 0,-2-1 5 16,2 3 5-16,-8 0-7 0,-1 0-6 0,-3 1-7 15,-7 4-6-15,-3 2 9 0,-9 0 8 16,-16 6 11-16,-6 4-3 0,-12 5 4 0,-10 5 3 16,-2 5 6-16,-20 4-3 0,2 4-8 15,3 2-7-15,3 1-6 0,13-9-5 16,4 5-4-16,0-5 3 0,3 0 5 16,0-1-9-16,5-5-2 0,1 2-3 0,7-5 6 15,10-4 4-15,1-5 3 0,9-1 2 16,3-2 1-16,1-4-8 0,4-2-78 0,1-6-1 15,-4-1 0-15,1-11 0 0,4-3 0 16,5-4 0-16,9 2 0 0,1-4 0 0,5-5 0 16,7 2 0-16,5-1 0 0,0 4 0 15,6 0 0-15,3 7 0 0,1 3 0 0,-1 4 0 16,2 0 0-16,1 8 0 16,-4 2 0-16,2 4 0 0,2 2 0 0,0 2 0 15,9 3 0-15,0 2 0 0,0 4-20 16,0-3-191-16,-1 5-48 0,-3-2-63 0,-1-2-83 15,-9-3-73-15,-4 2-80 0,-4-2-96 16,-2-2-110-16,-1-3 70 0,1 2-607 0,-1 2-760 16</inkml:trace>
  <inkml:trace contextRef="#ctx0" brushRef="#br0" timeOffset="48623.5">28600 9235 3342 0,'-6'-3'-136'0,"6"3"14"0,0 0 23 16,18-5 28-16,-5 1 16 0,4 2 11 0,6 0 9 15,3 4 6-15,5 0 5 16,10 0 3-16,2 3 0 0,5 0 4 0,-1 0 1 15,9 4 4-15,-11-4-2 0,1 0 4 16,-6 0 0-16,0-3 3 0,-7 1 9 0,-9-3 25 16,-3-1 25-16,-2-1 16 0,-2-3 19 15,2-4 7-15,-1 1 4 0,-5-6 6 0,-2-1-1 16,-3-1 2-16,0-3-4 0,-5 2-3 16,-3-2-2-16,0 3-7 0,-3-6-6 15,-5 1-6-15,-2 4-13 0,-10-5-5 16,-7 5-4-16,-3 3 0 0,-6 6 9 0,-7 3 11 0,-2 3 4 15,-5 7-7-15,-11 5 12 16,-6 4 9-16,-1 5 1 0,-22 6 1 0,1 1 16 16,-1 1-6-16,19-9 0 0,-1-1 7 15,0 2 4-15,1 0 5 0,6-3-7 0,0-1-2 16,10-5-4-16,13-1-9 0,2-1-6 16,4-1 8-16,9-2 13 0,9 0 15 0,0-3 25 15,5 0 18-15,3-2-11 0,10 0-15 16,-13-9-18-16,11 3-9 0,2 6-16 15,9-23-11-15,13 2-7 0,1 0-14 0,5-1-8 16,5 3-1-16,3-6-9 0,-6 7-6 16,1 5-8-16,-5-1-4 0,-2 4-5 0,-10 3-6 15,2 1-3-15,-5 2-15 16,-2 0-20-16,3 4-24 0,-12 0-25 0,0 0-32 16,24 6-35-16,-13 0-58 0,-2 3-72 15,0-1-94-15,-1 4-89 0,2-1-116 0,2 5-122 16,2-3-69-16,-3 1 64 0,1 0-560 15,0-3-706-15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00:49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15996 6131 1733 0,'0'0'361'0,"0"0"-68"15,2-6-32-15,-2 6-23 0,-2-7-6 16,2 7-13-16,0 0-15 0,-2-12-16 0,2 12 7 15,-2-7-2-15,2 7-3 0,-2-8-8 16,2 8-10-16,-5-7-14 0,5 7-9 16,-7-5-8-16,7 5-9 0,-9-6-16 0,4 3-6 15,-3 0-3-15,0 1-8 16,-3 0-4-16,-2 0-2 0,-1-2-3 0,-1 4-3 16,-4-1-4-16,1 1-9 0,0 0-7 15,-5 0-7-15,-6 3-4 0,2 1 4 0,-9 4-5 16,-2 0 4-16,2 2-7 0,-1 0 1 15,-1 2-5-15,2 0 8 0,0 0-5 0,4 0 5 16,-2-2-8-16,3 2-7 0,-2 0-2 16,7 0 2-16,1-3 0 0,6-1-4 0,1 2 9 15,-4 1-10-15,5-1 4 0,-4 0-2 16,-2 7-7-16,2-3-15 0,0 5 10 16,-1 1 0-16,0 0-5 0,5 0 10 15,-4 3-6-15,4-3-9 0,4-1-5 0,-1-2 2 16,3-1-3-16,2 0 2 0,-1 2-1 15,0-3-6-15,3 0 0 0,1 1 10 0,0-3-6 16,0 1 2-16,3 1-4 0,-3 2 2 16,3-5 1-16,-1 5 0 0,-3-5 21 0,5 5 0 15,-1-5 1-15,-1 2-2 0,0 1-4 16,1-1 1-16,-3-1-8 0,3 1 3 0,-4 1-4 16,3-3 1-16,2 0-2 0,-3 4-2 15,1-3-2-15,1-1-4 0,1 1 2 0,-2-2-2 16,1 2 0-16,1-2 1 15,2 1 1-15,0 1-3 0,2-3 6 0,1 1 12 16,1 1 2-16,-1 0 2 0,5-1-1 16,-3 1 1-16,7-1-1 0,-2 0-2 0,1 0-21 15,3-1-6-15,-3-1 0 0,6 1 0 16,-4-3 0-16,7-1 0 0,-4 0 0 0,5 0 0 16,-1 0 0-16,0-3 0 0,5 1 0 15,0-4 0-15,4 1 0 0,-3-1 0 16,1-1 0-16,4-1 0 0,-3 2 0 0,1-2 0 15,-1 2 0-15,-2-3 0 0,-1 1 0 16,0-2 0-16,2 3 0 0,0-4 0 16,-2 1 0-16,1 2 0 0,9-6 0 15,-1 1 0-15,4 0 0 0,2 1 0 0,0-1 0 16,4 2 0-16,-1-2 0 0,3 0 0 16,1 0 0-16,0 0 0 0,-3 2 0 0,1-3 0 15,-1 4 0-15,4-2 0 0,-7 2 0 16,2 2 0-16,-4-3 0 0,3 1 0 0,-1 0 0 15,-11 3 0-15,-1-2 0 0,0-1 0 16,-6 2 0-16,2 0 0 0,2 0 0 16,0-1 0-16,0 2 0 0,1-2 0 0,8-1 0 15,-3 0 0-15,7 2 0 0,0 0 0 0,0-2 0 16,1 0 0-16,-2 2 0 16,1-1 0-16,-8 2 0 0,-1-1 0 0,7-2 0 15,-8 1 0-15,-1 1 0 0,-1 0 0 16,-1 0 0-16,0 0 0 0,-2 0 0 0,4 0 0 15,-9 2 0-15,1 0 0 0,0 0 0 16,1-4 0-16,-4 4 0 0,3-3 0 0,-1 2 0 16,-2-1 0-16,4 0 0 0,-4 0 0 15,1-1 0-15,3 1 0 0,-4 0 0 0,3-1 0 16,-3 2 0-16,2-1 0 0,2 0 0 16,-1 0 0-16,4 0 0 0,1 2 0 0,0 0 0 15,3-5 0-15,3 5 0 0,7-1 0 16,3-1 0-16,-3 2 0 0,4-2 0 15,-1 0 0-15,-8 2 0 0,-6 0 0 16,3 0 0-16,-2 0 0 0,-8-1 0 0,-1 2 0 16,-1-1 0-16,-3 0 0 0,-1 0 0 15,-1 2 0-15,-1 0 0 0,-2-2 0 0,-11 0 0 16,19 2 0-16,-10-2 0 0,4 1 0 16,-2-1 0-16,-11 0 0 0,25 2 0 0,-11 1 0 15,8-3 0-15,4 2 0 0,1 0 0 16,15 3 0-16,2-2 0 0,3-1 0 0,1 1 0 15,-1 1 0-15,0 0 0 0,-2 0 0 16,-3 2 0-16,0 0 0 0,-12-4 0 16,-3 2 0-16,-2-3 0 0,-6 3 0 0,-6-2 0 15,0-1 0-15,1-1 0 0,-5 3 0 16,2-3 0-16,-11 0 0 0,14 4 0 16,-4-4 0-16,-10 0 0 0,14 2 0 0,-14-2 0 15,9 4 0-15,-9-4 0 0,9 2 0 16,-9-2 0-16,10 0 0 0,-10 0 0 0,0 0 0 15,13 2 0-15,-13-2 0 0,0 0 0 16,7 3 0-16,-7-3 0 0,0 0 0 16,0 0 0-16,0 0 0 0,0 0 0 0,-36 1-498 15,19-1-252-15,-5 2-149 0,0-2 67 16,-1 0 100-16,5-2-792 0,-7-2-968 16</inkml:trace>
  <inkml:trace contextRef="#ctx0" brushRef="#br0" timeOffset="1668.11">20091 7412 1398 0,'-15'8'364'0,"0"-6"-97"16,1 2-57-16,3-1-25 0,2 0 4 0,-2 0 4 15,2-2 6-15,4 1-13 0,5-2 0 16,-14 6-7-16,14-6-18 0,-11 2-11 0,11-2-1 15,-8 3-10-15,8-3 1 16,-5 3 8-16,5-3 12 0,0 0-8 0,0 0 2 0,0 0-4 16,45-3-12-16,-9-1-10 0,14 1-11 15,9-4-13-15,6 0-8 0,1-1-10 16,6 0-11-16,3-1-8 0,6 3-7 16,19-6-2-16,9 1-7 0,-1 1-3 0,3-2-5 15,-1-1-4-15,-1 2-4 0,-3-1-1 16,-27 2-6-16,1 1 0 0,0-1 9 15,-4-2 1-15,-2 2 6 0,-4-1-8 0,-6 1 19 16,-1 0 12-16,-6 0-9 0,-3-3-1 16,-12 5 1-16,-5 0-10 0,-2-1 1 0,-9 4-3 15,-4-2 1-15,-6 4 5 16,4-1 0-16,-3-2-1 0,2 4-3 0,4-4 4 0,2 2-7 16,3 1-2-16,12-4 4 15,6 4-11-15,1-1-4 0,14-6-4 0,0 8-6 16,6-3 2-16,2 2-5 0,1-1-2 15,4-1 23-15,-1-3-7 0,1 3-3 0,1 1-1 16,-5-1-2-16,2 2-4 0,-2 2-1 16,-8-4-9-16,-1 3 1 0,-13-2 0 0,-4 2 2 15,-4 0-4-15,-12 1-3 0,-3-1 2 16,-5 0-4-16,-4 2 1 0,-1 0-1 0,1-1-1 16,-3 1-1-16,1 0 0 0,-2 0-1 15,0-2 1-15,3 4-1 0,1-4-3 0,2 2 2 16,6-2 0-16,-3 0-3 0,7 4 5 15,-1-2-2-15,17-2-2 0,-5 4-1 16,6-2 2-16,0 2 3 0,-1 1 0 16,2-3-5-16,0 2 3 0,-5 1-4 0,7-1 3 15,-6 2-2-15,2 2 3 0,-4-9-2 16,-6 4 0-16,-5 1 0 0,-2 1 2 0,-4-3 0 16,1 0-1-16,-1 0 0 0,-4-3-2 15,2 1 1-15,0 1 5 0,-2 0-4 0,4-1-3 16,-1 0 1-16,0 2-1 0,5-2 1 15,-4 0 0-15,-1 4 2 0,3-4-5 0,2 4 3 16,-4-2 1-16,0 0 0 0,3-2-1 16,0 1 1-16,5 1 0 0,11-2 2 0,-9 2-2 15,10-2-2-15,1 2-2 0,0 2 4 16,-4-4-3-16,-3 2 1 0,-12-1 0 16,2 1 2-16,2 0 1 0,-2 0-1 15,-4 0 0-15,0 0 1 0,-3 1-5 0,3-2 3 16,4 1 1-16,0 0 1 0,2 0-3 15,1-2 4-15,0 4-2 0,8-4 1 0,-2 0 2 16,5 2-8-16,-1 0 4 0,1-2 2 16,4 1 0-16,-6 1-6 0,1-2 4 0,-5 2-5 15,-2 0 3-15,4-4 4 0,-2 4-4 16,-7 0 5-16,1 0-3 0,1 0-1 16,12 0 4-16,2-1-2 0,3 2-2 0,1-1 0 15,1 0 1-15,5 0-1 0,12 0 1 16,6 0 2-16,0 0-2 0,1 4-3 0,-3-4 5 15,-4 0 1-15,-3 2-6 0,-13-1 2 16,-6-2 2-16,-14 1-5 0,-3 0 16 0,-8-2 10 16,-2 5 7-16,-1-4-3 0,-5 1 1 15,-2 0 0-15,-9 0-7 0,17-2-2 0,-17 2-8 16,4-4-2-16,-4 4-49 0,0 0-59 16,0 0-83-16,0 0-92 0,0 0-113 15,-15-10-131-15,15 10-118 0,-17 0-167 16,6 0 52-16,-3 0 86 0,-5 2-606 0,-4 0-732 15</inkml:trace>
  <inkml:trace contextRef="#ctx0" brushRef="#br0" timeOffset="6800.69">21267 8354 3350 0,'-21'0'-95'0,"2"0"46"16,0-2 31-16,4 2 33 0,0 0 32 15,-3 0 44-15,5 2 36 0,-2-2 22 0,2 0 14 16,-1 0 4-16,14 0-5 0,-19 2-5 15,9-2-8-15,10 0-6 0,-13 0-8 16,13 0-7-16,-12 1-13 0,12-1-9 16,0 0-7-16,-9 4-6 0,9-4-2 0,0 0-3 15,0 0-2-15,0 0-1 0,21 15-5 16,-1-13-4-16,4 1-3 0,14 1-4 0,10-4-11 16,1 1-4-16,16-2-6 0,3-3-1 15,4 1-9-15,0-4 1 0,2-3-7 0,6 3-2 16,0-3-1-16,2-2-6 15,0 3-1-15,-2-3-2 0,0 2-2 0,-4 0-3 0,-7 1 1 16,-6 1-3-16,-15 2-4 16,-9 0 4-16,-1 1-5 0,-9 4 2 0,-6-2-5 0,-4 1 3 15,-2 0-2-15,-3 0 2 0,-1 2-3 16,0-2-1-16,1 0 3 0,-2-1-2 16,4 2-1-16,1-3 0 0,4 0 18 15,4-1 2-15,7-1-2 0,6 1 1 0,3-2-1 16,0 2-20-16,3 1 0 0,2 2 11 15,1 1-7-15,1-1 2 0,2 2-1 16,-1-2-7-16,3 4 7 0,0-2-4 0,-4 0 0 16,2 2 2-16,-2-4 0 0,0 0-5 15,-2 0 4-15,-3-1 0 0,-1 1-4 0,-3-1 8 16,-7 2-7-16,-5-3 5 0,-3 0-5 16,1 1-1-16,-2 0 3 0,-4-1 0 15,-2 2 1-15,-2 1 1 0,-2-1-8 16,-1 0 3-16,-1 0 1 0,1-1 1 0,-2 2 0 15,1 1 0-15,-11 0-2 0,17-4-3 16,-6 2 6-16,-11 2-6 0,24-3 5 0,-12 1-4 16,4-1-3-16,4 0 6 0,5 1 4 15,15-2-4-15,3 2 1 0,0 1 1 0,3-1-3 16,1 1 1-16,1-1-1 0,-2 2 0 16,0 0 0-16,-3 2 0 0,2 1 4 0,-6-2-8 15,-4-1 7-15,-7 2-5 16,1 0 1-16,-4 0 3 0,-6-2 1 0,1 0-8 15,-4 1 4-15,-1-1 3 0,1 0-6 16,-3 0 6-16,1 0-1 0,-2 0-1 0,-1 0 2 16,-11 0-4-16,22 0 6 0,-13-1-1 15,-9 1-4-15,19-2 0 0,-11 2-5 0,-8 0 7 16,17-2 1-16,-17 2-4 0,13 0 7 16,-13 0 1-16,18 0-5 0,-7 0-6 0,3 0 5 15,4 0 1-15,5 2-2 0,4-2 2 16,4 2 1-16,8-1-9 0,6 0 8 0,-6-1-1 15,8 5 2-15,-4-5 0 16,0 3-3-16,-2 0 1 0,1 1 1 0,-4-2-1 16,0-1 0-16,-5 1-9 0,-6-1 10 15,-7-1 1-15,-1 2 0 0,-1 0 0 0,-3-2 0 16,-3 2 3-16,-1-2-2 0,-2 0-2 16,-9 0 0-16,17 1 1 0,-17-1 3 0,13 0-5 15,-13 0 0-15,11 2-1 0,-11-2 0 16,14 2 0-16,-14-2 2 0,15 0-3 0,-5 2 3 15,1-2-2-15,9 0 7 0,0 1-6 16,9-1 1-16,11 2 1 0,4 1 0 16,-3-1-1-16,7 0 1 0,-1 2-2 15,-6 0-1-15,1-2-1 0,0 0 2 0,0 3 0 0,-3-3 1 16,0-1-1-16,1 3 0 16,-8-4 0-16,-1 2 3 0,-1-2 0 0,10 1-4 15,-5-1 0-15,7 0 3 0,-4-1-4 16,1-1 0-16,-3 2 1 0,-8-2 1 0,3 2 2 15,8-3-1-15,1 3 0 0,3-2 2 16,-2 2-3-16,-9 0 1 0,1 0-1 0,6 2-2 16,-1-4 1-16,-13 4 1 0,6-4-2 15,-3 2 1-15,5 0 5 0,-5 2-2 0,3-1-1 16,-2-1 3-16,-3 0-4 0,-3 0-2 16,1 2 8-16,-4-2 22 0,-3 0 7 15,3 0 0-15,-7 0 12 0,3 0 5 0,-16 0 7 16,20 0 6-16,-10 0 12 0,-10 0 4 15,18 0 3-15,-18 0 7 0,16 2 4 16,-16-2-3-16,11-2 3 0,-11 2-1 0,11 0 0 16,-11 0-6-16,12 0 6 0,-12 0-2 15,0 0-52-15,0 0-40 0,0 0 0 0,19 0 0 16,-19 0 0-16,0 0 0 0,0 0 0 16,0 0 0-16,16 0 0 0,-16 0 0 15,0 0 0-15,0 0 0 0,0 0 0 0,14 0 0 16,-14 0 0-16,0 0 0 0,0 0 0 15,0 0 0-15,0 0 0 0,16 4 0 0,-16-4 0 16,0 0 0-16,0 0 0 0,0 0 0 16,11 0 0-16,-11 0 0 0,0 0 0 0,0 0 0 15,16-2 0-15,-16 2 0 0,11-2 0 16,-1 0 0-16,-10 2 0 0,15 0 0 16,-6-1 0-16,-9 1 0 0,18-2 0 15,-18 2 0-15,16 0 0 0,-6 0 0 0,-10 0 0 16,19-2 0-16,-9 0 0 0,-10 2 0 15,20-1 0-15,-8 1 0 0,1-2 0 0,3 2 0 16,-3-1 0-16,1 1 0 0,-3-1 0 16,2-3 0-16,1 2 0 0,-3-2 0 0,3 1 0 15,0-1 0-15,0-1 0 0,3 0 0 16,0 0 0-16,0 2 0 0,2-3 0 16,5 1 0-16,-6 2 0 0,5-2 0 0,-2-2 0 15,4 4 0-15,-4-3 0 0,4 3 0 16,-2-2 0-16,2 2 0 0,1 1 0 0,-5 2 0 15,2-2 0-15,-4 2 0 0,2-2 0 16,-2 2 0-16,-4-2 0 0,0 2 0 16,0-1 0-16,5 2 0 0,-1-1 0 0,1 0 0 15,2 0 0-15,3 0 0 0,-4 2 0 16,6-2 0-16,-5 2 0 0,5 0 0 0,-1-2 0 16,-3 1 0-16,2 0 0 0,-1 3 0 15,0-4 0-15,-3 2 0 0,-6 0 0 0,-2 0 0 16,-2-2 0-16,2 0 0 0,-4 1 0 15,0 1 0-15,-9-2 0 0,16 0 0 0,-16 0 0 16,11 0 0-16,-11 0 0 16,11 2 0-16,-11-2 0 0,0 0 0 0,12 0 0 15,-12 0 0-15,0 0 0 0,0 0 0 16,0 0 0-16,11-2 0 0,-11 2 0 0,0 0 0 16,0 0 0-16,0 0 0 0,0 0 0 15,0 0-8-15,-25-13-593 0,8 9-117 0,-4-1-189 16,-4 0 68-16,3 3 95 0,1 0-744 15,-6 4-934-15</inkml:trace>
  <inkml:trace contextRef="#ctx0" brushRef="#br0" timeOffset="10731.95">8567 14500 4121 0,'0'0'8'15,"0"0"47"-15,0 0 39 0,-11 12 36 16,11-12 34-16,-2 5 48 0,2-5 47 0,0 0 35 16,0 0 22-16,0 0 17 0,19 2-5 15,11-15 1-15,16-6-22 0,8-7-29 0,7-1-28 16,17-11-24-16,-2-1-23 0,2-2-22 15,-1 1-78-15,-5 1-103 0,-17 6 0 16,-1 0 0-16,-5 3 0 0,-5-2 0 16,-6 9-106-16,-10 4-271 0,-4 2-114 0,-10 7-136 15,-5 4-124-15,-7 6-88 0,-2 0 80 16,0 0-683-16,-35 35-893 0</inkml:trace>
  <inkml:trace contextRef="#ctx0" brushRef="#br0" timeOffset="10932.49">8843 14742 4090 0,'-11'17'122'16,"2"-3"52"-16,3-4 44 0,2-5 50 0,0 1 58 0,4-6 50 16,0 0 27-16,22 1 25 15,-1-8-19-15,11-6-30 0,17-8-41 0,5-3-27 16,5-5-36-16,19-8-201 0,-6-5-74 16,0 4 0-16,-18 4 0 0,-4 1 0 0,-3 4 0 15,-4 4 0-15,-13 4 0 0,-3 2-170 16,-3 4-335-16,-7 3-122 0,-6 4-122 0,-4 0-118 15,-1 4 82-15,-5 2-741 0,-1 2-972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01:12.7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6345 3244 1169 0,'0'0'200'0,"-7"-3"-3"16,7 3-7-16,0 0-13 0,-5-6-13 15,5 6-16-15,0 0-18 0,-9-6-14 0,9 6-14 16,0 0-8-16,0 0-10 16,-7-8-12-16,7 8-7 0,0 0 4 0,0 0 27 15,0 0 15-15,0 0-5 0,0 27 10 16,0-19-3-16,2 0 3 0,-1 3-3 15,1 1-2-15,0-2-1 0,2 0-6 0,2 0-8 16,0-3-2-16,5 2 7 0,3-1 5 16,4-7-8-16,9-2-7 0,16-5-5 0,11-8-9 15,5-5-8-15,2-5-8 0,4-6-6 16,0 3-5-16,9-9-4 0,-18 10-7 16,-3-3-3-16,-4 4-1 0,-6 4-2 0,-15 6-6 15,-4 5 4-15,-6 1 13 0,-5 2 9 16,-1 2-4-16,-3 0 1 0,0 2-8 15,0-1-5-15,-9 4-5 0,11-7-1 16,-11 7-9-16,11-5-14 0,-11 5-31 0,8-5-46 16,-8 5-58-16,6 0-55 0,-6 0-67 15,0 0-73-15,0 0-108 0,0 0-166 16,0 0-68-16,-18 22 76 0,7-11-236 0,0-1-310 16</inkml:trace>
  <inkml:trace contextRef="#ctx0" brushRef="#br0" timeOffset="382.72">6666 3543 2221 0,'-7'8'13'15,"0"-3"20"-15,3-2 14 0,4-3 23 0,-5 5 32 16,5-5 20-16,0 0 9 0,0 0 17 16,0 0 27-16,0 0 12 0,0 0-1 15,34-21-12-15,-3 3-19 0,6-7-12 16,10 0-13-16,2-2-15 0,0 1-13 0,1-1-7 16,-1 2-9-16,-1 0-8 0,-8 4-8 0,-8 4-10 15,-7 2 0-15,-3 5-4 16,-8 1 14-16,0 0 7 0,-5 5-1 0,-1 0-3 15,2-2-2-15,-3 4-13 0,-7 2-2 16,8-7-6-16,-8 7-9 0,7-4-10 0,-7 4-29 16,0 0-40-16,0 0-47 0,10-3-58 15,-10 3-66-15,0 0-72 0,0 0-90 16,0 0-142-16,0 0-140 0,-23 18 64 0,18-12-255 16,-4-1-330-16</inkml:trace>
  <inkml:trace contextRef="#ctx0" brushRef="#br0" timeOffset="2298.65">22082 2959 2198 0,'0'0'-14'0,"-15"-1"19"16,15 1 3-16,-17 5 18 0,6 0 21 15,-2 4 22-15,1 1 16 0,-1 5 8 0,-5 9 17 16,5-3-2-16,1 6-9 0,7-1 0 16,1-4-14-16,4 2 3 0,0-3-10 15,6 0-3-15,4 8-2 0,5-4-10 16,4-3-3-16,3-3-1 0,7-1-5 0,-1-7-8 16,-3-6-5-16,0-3 6 0,-1 0 18 15,0-6 19-15,0 1 27 0,1-5 30 16,-5-3 24-16,5-4 19 0,-9-2 7 0,-4 0 3 15,-4-2-4-15,-5-6-12 0,-1 0-11 16,-4-10-16-16,-5-2-18 0,-3 1-18 0,-1 2-13 16,-2 3-13-16,-5 4-10 0,5 2-8 15,0 8-12-15,0 5-4 0,-1 3-25 16,1 5-27-16,-1 2-34 0,-3 4-33 16,2-1-37-16,-6 7-39 0,6 2-43 0,-2 2-43 15,3-1-51-15,1 3-49 0,5-3-79 16,0 0-84-16,7-2-145 0,2-2 18 15,1 1-325-15,9-2-421 0</inkml:trace>
  <inkml:trace contextRef="#ctx0" brushRef="#br0" timeOffset="2565.98">22658 3101 2631 0,'4'8'0'0,"-4"-8"37"0,8 9 34 0,-5-3 31 15,-1 0 35-15,2 2 20 16,0 0 9-16,-1 2 9 0,-1 1 2 0,3 1-6 16,-3 0-3-16,0-1 4 0,-2 4-8 15,0 2-2-15,-4-3-12 0,-3 2-12 0,-2 3-8 16,2-1-11-16,-3-3-17 0,0-3-8 16,-1 2-9-16,-1-4-10 0,3 0-11 15,0-2-35-15,-3-2-47 0,3-1-64 0,-3-2-77 16,2-3-76-16,10 0-71 0,-13 0-104 15,13 0-152-15,-11-6-78 0,11 6 68 0,-4-7-276 16,4 7-332-16</inkml:trace>
  <inkml:trace contextRef="#ctx0" brushRef="#br0" timeOffset="3414.78">23464 2875 2271 0,'0'0'-32'0,"-3"-6"33"0,3 6 39 0,0 0 36 16,-10-6 30-16,10 6 18 0,0 0 8 16,0 0 5-16,-6-7 3 0,6 7 2 15,0 0 0-15,0 0 7 0,-6-5 5 0,6 5 1 16,0 0-1-16,0 0 0 0,0 0 0 16,0 0 10-16,0 0 5 0,0 0-2 0,0 0-7 15,0 0-10-15,35 0-15 0,-18 2-14 16,6-2-9-16,3 2-12 0,4-1-13 15,13 2-7-15,2-3-8 0,1 0-8 16,0 3-9-16,0-3-6 0,-4 1-18 16,-8-1-3-16,-6 0-3 0,1-1 0 0,-8 1-4 15,2 0-2-15,-2-3 3 0,0 3-2 16,-4-4 0-16,2 0-7 0,-2-1 1 0,3 1-1 16,-5-2 1-16,-1 0 10 0,2-2-14 15,0 1 5-15,-3-1 13 0,0-1 3 0,-1-1 4 16,-1-1 6-16,-4 1 15 15,3 0-12-15,-4 0 0 0,-1 1 4 0,1-1 6 16,-2 0 2-16,-2 1 8 0,-2-1-2 0,-2 0-2 16,2 1-4-16,-4 1-2 15,0 0-12-15,4 8-4 0,-5-13-5 0,-3 8-7 16,8 5 2-16,-15-2-8 0,15 2 1 16,-29 4-4-16,9 4-2 0,-7 6 10 0,-4 3 8 15,-3 0-5-15,-6 9 4 0,-4-1 6 16,0 4 2-16,-1 0 8 0,-2 0 0 15,-2 0 5-15,1 0 3 0,-2-2 2 0,3 0 4 16,-1 0-1-16,3-4 4 0,1 1 7 16,0-4 4-16,8-2 2 0,8-5 1 0,-5 1-11 15,5-4-68-15,3-3 0 0,2-1 0 16,-1-2 0-16,4-2 0 0,4-2 0 16,-4-2 0-16,4 0 0 0,0-3 0 15,-2-1 0-15,5-3 0 0,-2-1 0 0,4 0 0 16,-1-4 0-16,4-2 0 0,6 1 0 15,2 0 0-15,4-2 0 0,2-3 0 0,-1 7 0 16,5-3 0-16,3 3 0 0,3-1 0 16,0 3 0-16,4 2 0 0,1 0 0 15,12 1 0-15,-7 0 0 0,8 1 0 0,4 5 0 16,0-4-204-16,-5 4-150 0,-5 1-83 16,3 1-105-16,-8 0-123 0,-2 0-191 0,-3 1 66 15,-4-1 86-15,-1-1-534 0,-13 1-699 16</inkml:trace>
  <inkml:trace contextRef="#ctx0" brushRef="#br0" timeOffset="3698.84">24329 2410 3438 0,'8'-8'0'0,"2"1"10"15,-1 6 16-15,5-1 33 0,-1 2 39 16,4 5 25-16,12 7 29 0,-1 5 1 16,7 10 7-16,-1 13 19 0,-4 6 27 15,1 9 11-15,-4 3 0 0,-2 4-26 0,-11 3-12 16,2 3-14-16,-9 4-17 0,-5-2-8 16,-5 0-4-16,-7-4-18 0,-4-3-11 0,-5-7-33 15,-1-1-48-15,-5-5-26 0,-2-6-63 16,-2-1-89-16,-3-8-104 0,0-6-126 0,-1-9-135 15,1-5-204-15,-6-4 33 0,-4-3 72 16,-5-3-380-16,-16-4-471 0</inkml:trace>
  <inkml:trace contextRef="#ctx0" brushRef="#br0" timeOffset="4098.8">21655 2885 2961 0,'-9'-3'27'16,"9"3"-6"-16,-23 10 11 0,3 11 29 16,-5 7 36-16,-8 8 25 0,3 13-10 15,0 3 6-15,6 2-11 0,3 2-6 0,10 4-5 16,7-4-1-16,8 0-12 0,7-3-12 15,10-7-3-15,4 0-26 0,6-8-60 16,1-3-78-16,4-6-91 0,-3-10-144 0,-1-2-199 16,-4-3-40-16,7-4 66 0,-16-5-169 15,-4 1-168-15</inkml:trace>
  <inkml:trace contextRef="#ctx0" brushRef="#br0" timeOffset="19011.66">16783 3900 1299 0,'0'0'359'16,"0"0"-105"-16,2 7-46 16,-2-7-38-16,0 0-38 0,0 0-23 0,0 0-17 0,0 0 4 15,0 0 9-15,0 0 6 16,0 0 8-16,0 0-10 0,0 0-6 0,0 0-12 15,0 0-1-15,0 0 1 0,0 0 11 16,0 0 3-16,-7 13 12 0,7-13 7 16,-4 5 5-16,4-5 0 0,-9 5-2 0,9-5-1 15,-7 5-11-15,7-5-8 0,0 0-11 16,0 0-8-16,-5 7-4 0,5-7-9 0,0 0-8 16,0 0-5-16,0 0-11 0,0 0-2 15,0 0-4-15,0 0-9 0,0 0 1 16,0 0-3-16,0 0-4 0,0 0-2 0,0 0 2 15,0 0-5-15,0 0-3 0,0 0-5 16,0 0-2-16,0 0-10 0,-24-5-25 16,24 5-25-16,0 0-41 0,-14-6-65 15,5 6-81-15,9 0-96 0,-11-1-130 0,11 1-172 16,-17 1 11-16,6 3 61 0,-9 2-288 16,2 2-332-16</inkml:trace>
  <inkml:trace contextRef="#ctx0" brushRef="#br0" timeOffset="21178.65">17660 5989 2846 0,'0'0'359'0,"0"0"-24"16,0 0-13-16,-18-21-9 16,20 16 5-16,-2 5-15 0,7-10-20 0,-2 3-31 0,2 0-28 15,5-1-20-15,0-1-18 16,0 1-34-16,4-3-51 0,1 1-63 0,0 0-65 16,0 1-75-16,1-3-83 0,-6 4-83 15,2-1-61-15,-3 1-56 0,-1 0-51 0,-4 4-41 16,0 0-75-16,-6 4-40 0,0 0-389 15,0 0-457-15</inkml:trace>
  <inkml:trace contextRef="#ctx0" brushRef="#br0" timeOffset="21377.89">17651 6185 3088 0,'0'0'306'0,"-1"8"28"0,1-8 14 15,0 0 18-15,0 0 8 0,0 0-4 16,0 0-13-16,0 0-28 0,0 0-31 0,19-21-31 15,-1 9-25-15,-2 1-26 0,11-9-34 16,2 2-59-16,1 1-79 0,-1-2-87 0,-1 0-85 16,3 1-91-16,-4 1-116 0,-2 0-114 15,-9 4-137-15,-2 2-172 0,-3 1 41 0,-3 3 80 16,-3-1-510-16,3 2-614 0</inkml:trace>
  <inkml:trace contextRef="#ctx0" brushRef="#br0" timeOffset="21728.88">17770 5672 3612 0,'-10'0'265'0,"10"0"10"15,0 0 19-15,-14 2 39 0,14-2 26 16,0 0 11-16,3 8-25 0,-3-8-33 0,19 9-30 16,-2-5-25-16,16 8-26 0,1-2-22 15,6-1-21-15,-2 3-19 0,0 3-20 16,9 3-16-16,-4 3-15 0,-3 3-14 16,-2 0-6-16,-14-2-10 0,1 1-88 0,-9 2 0 15,-5 4 0-15,-5-2 0 0,-6-5 0 16,-4 3 0-16,-3 12 0 0,-7-2 0 0,-5-2 0 15,-2 5 0-15,2-9 0 0,-2-2 0 16,-2-3 0-16,4-1 0 0,2-7-76 16,3-3-384-16,1-6-137 0,0-3-141 0,3 0-142 15,1-4 93-15,9 0-796 0,0 0-1023 16</inkml:trace>
  <inkml:trace contextRef="#ctx0" brushRef="#br0" timeOffset="33809.87">12994 8620 4019 0,'0'0'-221'0,"-13"1"33"15,13-1 25-15,-10 2 22 0,10-2 32 16,-9 2 39-16,9-2 28 0,0 0 30 0,0 0 25 16,-16 0 10-16,16 0 3 0,0 0 4 15,0 0 3-15,-9 3-1 0,9-3 0 0,0 0-5 16,0 0 5-16,0 0-8 0,0 0-1 16,0 0 9-16,0 0-2 0,0 0 4 0,0 0 12 15,0 0 5-15,0 0 0 16,0 0 2-16,32 2-4 0,-18-2 5 0,7-2 3 0,2 2-3 15,3-3 0-15,1 1 3 16,13-3-8-16,3 0 3 0,-6-1-6 0,5 0-4 16,0-1-4-16,-4-1-3 0,2-2-1 15,1 2-5-15,-2-3-2 0,-1 1-3 0,0 0-5 16,-1-1 2-16,-3 3-5 0,0 0 2 16,-9-1-8-16,-1 4 3 0,0-2-2 15,-1 3 3-15,-4-2-7 0,-1 2-1 0,4 1 5 16,-6-1 1-16,2 1-7 0,1-1 2 15,-2 1-3-15,2 2 0 0,-2 0 0 16,2-2 5-16,1 1-5 0,-2-1 3 16,5 1-4-16,-5-1 1 0,8-2-1 0,-3-1 3 15,2 1-1-15,7-3 6 0,0-1-3 16,-3 2-1-16,-6 0 0 0,2 1-5 0,-3 2 5 16,-2 1-5-16,-1-2 0 0,0 0 2 15,-4 1-1-15,2 2 0 0,-3-1 1 0,2 0-3 16,0 0 4-16,1-1-1 0,0 0 0 15,3-1 2-15,-2 0-6 0,5-3 5 0,2 4-4 16,9-6 2-16,1 1 4 0,1 1-5 16,1-2 0-16,-1 2-4 0,0-1 5 0,-2-1-2 15,0 3 3-15,-5 3 0 0,-6 0-4 16,-5 0-4-16,3 2 2 0,-5-1-3 16,-3 0 5-16,1 1-2 0,-3 0 2 0,-2 2 2 15,-9 0 1-15,22-1-5 0,-15-3 9 16,2 4-5-16,-9 0-1 0,21-3-1 15,-9 1-1-15,1-1 7 0,5 1-4 0,0 0-4 16,6 0 2-16,0-2-2 0,0 0 8 16,1 2-5-16,2-1 0 0,2 1-1 15,7-3 3-15,-6 3-2 0,-3-1 1 0,-2 1-2 16,-4 1 0-16,0 0-1 0,-2-2 3 16,0 2-2-16,-4-1 0 0,1 0 0 0,-3 2 1 15,1-2 0-15,-7 2 1 16,-7 0-1-16,21-2-1 0,-13 2 2 0,-8 0-2 15,16-1 1-15,-5 1-1 0,-11 0 2 16,22 0-2-16,-7 0 2 0,3-2 5 0,0 2-12 16,6 0 8-16,-1-2-3 0,5 2-3 15,1 2 6-15,1-2-3 0,3 0-1 0,-5-2 5 16,3 2-7-16,-3 0 6 0,-2 0 0 16,-3 0-2-16,1 0-3 0,-3 0 0 0,-3-1 2 15,4 2 0-15,-8-2 1 0,2 1 0 16,-1 0-2-16,-1-2 1 0,-3 2 0 15,1-2-1-15,-3 2-1 0,-9 0 4 0,21 0-2 16,-11 0-2-16,-10 0 1 0,21 0 4 0,-12 0-3 16,-9 0 0-16,21 0 0 15,-10 0 0-15,2 0 0 0,1 0-2 0,1 0 5 16,1 0-4-16,-2 0 1 0,2 2 3 16,5-4-2-16,-2 2-1 0,2 2-1 0,0-2-3 15,0 0 6-15,0-2-2 0,0 2-2 16,-2 0 4-16,0-2 3 0,2 1-1 15,0-1-1-15,-2 2-3 0,2-2 1 0,0 0 0 16,-2 1-5-16,2-1 6 0,0 2-5 16,-2 0 6-16,0-1-7 0,2-1 6 0,-2 2-1 15,2 0-3-15,0 0 2 0,0-2 0 16,2 2-2-16,-3-2 3 0,3 2-3 16,4-1 1-16,0 1 1 0,0-2 1 15,0-1 2-15,-1-2 3 0,0 4-6 0,1-2-3 16,7-4 5-16,-3 2-4 0,-6 2 6 15,0-1-4-15,0-2-1 0,-2 4 3 0,-5 0-7 16,3-2 1-16,-1 1 7 0,-4 0-7 16,4 1-1-16,-2-1 4 0,2-1 2 0,3-2 1 15,-3 4-2-15,3-4 1 0,0 0-1 16,2 2-1-16,0-1 5 0,-3 0-7 0,3 2 6 16,2-1-5-16,-4-1 5 15,2 2-4-15,-3 0-3 0,3 0 8 0,0 1-1 16,-4 0-6-16,2 0 0 0,2 0 0 0,-2-1 3 15,2 3-1-15,0-2 4 0,1-2-3 16,-2 1 4-16,3 0-5 0,0 0 4 16,2 0-1-16,-3 1 0 0,1-2 0 0,2 3-2 15,-2-3-2-15,-3 4 5 0,-3-3-3 16,-2 3-5-16,0-1-8 0,-4 1-5 16,-2-2 8-16,1 2 8 0,-3 0-6 0,-11 0-4 15,22-2 4-15,-13 2 1 0,-9 0 2 16,19 0 0-16,-10 0 1 0,2-1 1 0,3 1-5 15,-1-3 5-15,5 3 2 16,-2 0-3-16,6 0-3 0,-3-2 3 0,1 0 0 0,4 2 6 16,-3 0-8-16,2 0 6 0,-1 2-4 15,1-2 0-15,4 0 6 0,0 2-3 16,-8-2 0-16,1 0-2 0,-2 0 2 16,-1 3 4-16,-3-3-4 0,-2 0-2 0,-12 0-5 15,22 0 8-15,-11 1-1 0,-3-1 3 16,-8 0 3-16,17 0-7 0,-17 0 3 0,14 0 4 15,-14 0-7-15,13 0-1 0,-13 0 7 16,12 0-4-16,-12 0 1 0,0 0-3 0,14 0-4 16,-14 0 6-16,0 0 3 0,0 0-7 15,13 0 4-15,-13 0 5 0,0 0-5 16,0 0-2-16,0 0 5 0,12-1 2 0,-12 1-2 16,0 0 3-16,0 0 1 0,0 0-6 15,0 0-16-15,0 0-35 0,0 0-53 16,0 0-70-16,0 0-83 0,0 0-111 0,0 0-167 15,-34 3-13-15,20-1 66 0,-1-2-234 16,2 1-208-16</inkml:trace>
  <inkml:trace contextRef="#ctx0" brushRef="#br0" timeOffset="54288.74">8325 4108 1118 0,'0'0'362'0,"0"0"-128"15,0 0-57-15,4-5-18 0,-4 5-11 16,0 0-3-16,0 0-2 0,0 0-4 15,0 0 16-15,0 0-6 0,0 0-15 0,0 0-7 16,0 0 0-16,0 0-12 0,6-7 2 16,-6 7-7-16,0 0-6 0,0 0 4 15,0 0 3-15,0 0 2 0,0 0-5 0,0 0-14 16,0 0-4-16,0 0-12 0,-19-7-6 16,19 7-1-16,-13-1-10 0,13 1-8 0,-18 0-4 15,18 0-3-15,-21 1-6 0,8 1-4 16,13-2-4-16,-26 5 0 0,8-1-9 15,3 1 0-15,-1 2-6 0,4-5 5 0,-6 4-5 16,3 1-1-16,1 0-7 0,1 0 2 16,1 1-1-16,-2 1-4 0,3 1 3 0,-3 0-2 15,4 1-2-15,-1 0 4 16,1 0-4-16,3 3-1 0,-1-3 3 0,1 3-6 16,-1 0 3-16,2 0 4 0,2 0-1 15,-1-1-3-15,1 3 9 0,2-3 7 16,2-1 0-16,0 1 2 0,0-1 2 0,2 1 0 15,0-2 10-15,2-1 3 0,-1 2 1 16,1-2 2-16,4 2-4 0,-2 0-1 0,0-2-2 16,-3 0 3-16,3 2 8 0,-1 0 3 15,3-3 0-15,-2 3-1 0,2 0-2 0,-1 1-2 16,0 1 42-16,4-2-2 0,-4 3-6 16,0-4-9-16,5 7-3 0,-1-1 17 15,-1 0 6-15,0 0-8 0,-1 4-5 16,2 6 24-16,1 0 4 0,-6-3-8 15,-1-2-2-15,1 1 11 0,-3 1-4 0,-1 1-4 16,3-2-4-16,-5 3-11 0,2-2-21 16,-2 0 0-16,-2 3 33 0,-1-3 2 0,-1 2-12 15,-1 6 4-15,-2 2 12 0,-5-5 8 16,-1 1-2-16,-4 0-104 0,-1-1 0 0,-7-2 0 16,2 0 0-16,-1-1 0 0,-1-1 0 15,0-2 0-15,-3-1 0 0,3-3 0 16,5-2 0-16,-2-3 0 0,7-3 0 15,2-3 0-15,3-2 0 0,0 2 0 0,3-4 0 16,1-1 0-16,6-3 0 0,-10 6 0 16,10-6 0-16,0 0 0 0,0 0 0 15,0 0 0-15,0 0 0 0,0 0 0 0,0 0 0 16,0 0 0-16,16-23 0 0,-7 19 0 16,5 0 0-16,-1 4 0 0,3 0 0 0,-2 2 0 15,2 4 0-15,11 6 0 0,-3 10 0 16,1 4 0-16,0 7 0 0,-4 7 0 15,-4 5 0-15,-2-1 0 0,-5-3 0 0,-3 10 0 16,0-9 0-16,-6 3 0 0,-1 1 0 0,0 2 0 16,0-1 0-16,-1-1 0 0,1-3 0 15,1-4 0-15,-1-2 0 0,2-8 0 16,0-5 0-16,0-3 0 0,2-2 0 16,-1-2 0-16,3-2 0 0,-3-1 0 0,4-1 0 15,0-4 0-15,-1 0 0 0,7-3 0 16,-1-1 0-16,4-2 0 0,4-2 0 15,-3-1 0-15,2-1 0 0,0 1 0 0,0-2 0 16,-4 2 0-16,-2-1 0 0,-13 1 0 16,24 0 0-16,-17-3 0 0,-7 3 0 0,17 0 0 15,-17 0 0-15,12 0 0 0,-12 0 0 16,10 3 0-16,-10-3 0 0,0 0 0 0,3 4 0 16,-3-4 0-16,0 0 0 0,-12 10-689 15,5-2-265-15,-4-4 60 0,-1 4 95 16,-3-1-852-16,-4 1-1089 0</inkml:trace>
  <inkml:trace contextRef="#ctx0" brushRef="#br0" timeOffset="76000.21">5686 13246 1992 0,'-2'-12'248'0,"0"1"-30"16,0 3-4-16,0-2-10 0,1 4 0 15,-1-2-2-15,-2-1 15 0,2 3-2 0,2 6 5 16,-4-12-7-16,4 12-21 0,-1-7-21 16,1 7-18-16,0 0 24 0,0 0 25 0,0 0 23 15,1 27-30-15,1-2-19 0,0 13 8 16,2 5-9-16,0 3-18 0,-1 9-13 16,1 1-9-16,0-10-16 0,-1-2 0 15,2-3-21-15,-3-2-9 0,1-1-7 16,-1-10-7-16,0-7-8 0,0 1-13 0,-2-7 7 0,2-1-18 15,0-2-1-15,-2-3-8 16,0-1-9-16,0-8-63 0,-4 7-83 0,4-7-70 16,0 0-82-16,0 0-88 0,-13-17-94 15,5 2-102-15,2-8-145 0,1 1-30 0,-1-13 79 16,-1-1-455-16,0-2-578 0</inkml:trace>
  <inkml:trace contextRef="#ctx0" brushRef="#br0" timeOffset="76233.96">5452 13159 3260 0,'-19'0'27'15,"-1"5"26"-15,4 3 35 0,-2-4 36 16,3 2 41-16,1 0 27 0,2 0 15 16,-1-3-4-16,6 1-16 0,7-4-11 0,-13 4-12 15,13-4-13-15,0 0-6 0,0 0-8 16,0 0-15-16,0 0-15 0,42-11-12 0,-6-1-11 15,4-4-22-15,8-3-7 0,-2-2-33 16,1-1-59-16,-1-1-63 0,-12 5-73 0,-1 3-71 16,-9 5-76-16,-9 1-106 0,1 6-138 15,-5 3-80-15,-4 2 57 0,-7-2-342 16,3 15-409-16</inkml:trace>
  <inkml:trace contextRef="#ctx0" brushRef="#br0" timeOffset="76471.48">5375 13954 2827 0,'-13'18'165'16,"5"-6"22"-16,4-1 15 0,-1-2 32 0,1-3 38 15,4-6 24-15,-3 6 20 0,3-6-4 16,0 0-21-16,0 0-26 0,0 0-20 16,26-21-25-16,-7 9-19 0,8-3-18 0,-3-1-20 15,7-1-17-15,-1-2-18 0,1 3-53 16,-1-4-66-16,-1 1-83 0,3 4-85 0,-5-2-101 15,0 3-105-15,-7 0-112 0,0 4-123 16,-5-2-130-16,0 2 59 0,-1 0-486 16,-5 1-623-16</inkml:trace>
  <inkml:trace contextRef="#ctx0" brushRef="#br0" timeOffset="77016.84">5913 13455 3418 0,'0'-14'67'0,"2"3"38"15,-2-1 32-15,2 4 25 0,0 2 14 0,-2 6 18 16,5-11 12-16,1 9 11 16,-6 2-2-16,17-4 2 0,-17 4-3 0,22 0-4 0,-22 0 0 15,20 6-3-15,-8 0-7 16,-1-1-9-16,-2 5-17 0,1 0-14 0,0 1-7 16,-5 1-23-16,2 3-11 0,-5-5-15 15,3 2-6-15,0-2-11 0,-3-1-7 16,0-3-7-16,0 2 2 0,-2-8-10 0,0 0-13 15,0 0-6-15,0 0-6 0,13-24-3 16,-7 1-9-16,4-8-1 0,-1 0-4 0,3 0-1 16,1 2-12-16,1 4-8 0,-7 6-1 15,0 3-5-15,-1 3 1 0,0 4 1 0,-2 4 2 16,2 2-1-16,-6 3 0 16,0 0 0-16,0 0-2 0,27 8-3 0,-20 1 5 15,0 1-1-15,4 1 1 0,1-2-3 16,-2 3-8-16,-1 0-3 0,1-5-48 0,-1 0-38 15,0 0-22-15,-2 1-31 0,2-4-30 16,0-1-29-16,-9-3-48 0,16 0-52 16,-7-5-45-16,2-1-20 0,5-7-11 0,-3-2-3 15,7-9 0-15,-3-5 13 0,0 0 28 16,0-4 42-16,-2 2 57 0,1-2 47 0,0 7 45 16,0-1 57-16,-5 10 45 0,-2 3 30 15,0 5 35-15,-4-2 33 0,-1 4 25 16,1 2 40-16,-5 5 34 0,13-5 16 15,-13 5 5-15,0 0-2 0,0 0-7 0,20 12-13 16,-15-2-13-16,2 0-14 0,0 3-10 16,1-1-11-16,-1 1-11 0,1-1-19 15,2 2-45-15,-5-3-54 0,2 3-63 0,0-2-61 16,-1-3-57-16,-5-1-74 0,3-2-64 16,0 0-104-16,-4-6-59 0,5 3 44 0,-5-3-133 15,0 0-109-15</inkml:trace>
  <inkml:trace contextRef="#ctx0" brushRef="#br0" timeOffset="77168.97">6688 12695 1722 0,'-4'-19'56'0,"1"4"20"15,-1 5-3-15,0 1 0 16,-1 4 7-16,-2 2 10 0,7 3 0 0,0 0-9 16,0 0-5-16,0 0-8 0,-20 10-11 15,16-5-26-15,1 0-35 0,-2 0-52 0,5-5-63 16,-2 10-60-16,2-10-48 0,0 0-449 15,0 0-172-15</inkml:trace>
  <inkml:trace contextRef="#ctx0" brushRef="#br0" timeOffset="77633.89">6736 12483 1833 0,'9'-32'19'0,"-5"2"37"15,0 2 32-15,-1 6 35 0,-2 5 42 0,-1 2 29 16,0 2 18-16,2 4-1 16,-2 2-9-16,0 7 11 0,0 0 16 0,0 0-5 0,0 0-6 15,0 44-10-15,2-5-12 16,0 8-12-16,5 7-20 0,-1 5-14 0,1-3-16 15,5 1-11-15,-1-2-12 0,3-1-13 16,1-5-6-16,3-3-8 0,-4-3-11 0,-2-10-9 16,-2-4-14-16,-3-6-24 0,-1-5-18 15,-3-5-19-15,2-2-6 0,-1-1-6 16,-3-2-17-16,-1-8-10 0,0 5 4 0,0-5-1 16,0 0 7-16,0 0 5 0,-21-15 4 15,6 3 2-15,2-1-2 0,-4-1 9 0,-1 2 2 16,4 0 10-16,-2 2 7 15,1 1 14-15,3 2 12 0,1 1 7 0,1 2 2 0,2-1 1 16,8 5-4-16,-11-7 1 16,11 7-3-16,-5-3 2 0,5 3-3 0,0 0-1 15,0 0-3-15,16-11-2 0,-4 5-3 16,5-6-4-16,10-2-2 0,2-5 1 0,-1-2-3 16,8-5-5-16,-4-3 2 0,-3 8-1 15,-6-2 2-15,0 2 2 0,-8 6-1 16,-3 3 0-16,-3 1-4 0,-1 5 1 0,-1-1-6 15,0 3 1-15,-7 4-1 0,0 0-1 16,0 0 3-16,0 0 4 0,0 0-3 16,0 0-20-16,13 16-35 0,-13-16-55 0,0 12-93 15,0-5-108-15,0 1-135 0,0-8-201 16,-2 12-4-16,2-7 77 0,0-5-366 16,-2 14-417-16</inkml:trace>
  <inkml:trace contextRef="#ctx0" brushRef="#br0" timeOffset="80266.05">11866 12429 2590 0,'10'-5'34'0,"-10"5"16"0,5-5 10 0,-5 5 21 15,0 0 20-15,8-8 25 0,-8 8 20 16,2-9 16-16,-2 9 12 0,2-9 11 16,-2 9-1-16,0-8-6 0,0 8-2 15,0-10 1-15,0 10-3 0,-4-9-5 0,4 9-4 16,-8-12-9-16,3 5-7 0,-5 2-10 16,1-2-9-16,-5 2-2 0,-1-3-6 0,0 3-4 15,-7-2-3-15,0 0 0 0,-1 1 5 16,-9 0-10-16,-2-3-10 0,1 3 1 0,-4-2 3 15,1 4-2-15,6 0-6 0,1 0-11 16,1 4 9-16,-3 0-8 0,2-2-5 16,-12 4-8-16,-1-2-4 0,8 0-3 15,-7 4 2-15,0-2-6 0,3 0-1 16,6 0-2-16,-11 2-8 0,5 2-6 0,-1 0 1 16,2-1 7-16,1 4-3 0,1-2-3 15,9 0-3-15,3 0-3 0,-10 1 0 0,11 2 2 16,1-1 1-16,0-2-7 0,-6 8-29 15,0 1-8-15,9-5 0 0,0 1 0 0,1 0 0 16,-6 5 0-16,2 2 0 0,4-3 0 16,-4 4 0-16,0 3 0 0,2 0 0 0,-4-2 0 15,4-1 0-15,0 5 0 0,-2-4 0 16,4 4 0-16,-2-3 0 0,2 2 0 0,2-1 0 16,1-5 0-16,3 0 0 0,2-3 0 15,-2 2 0-15,2-1 0 0,0 2 0 0,2-3 0 16,-4-1 0-16,6 3 0 15,-1 1 0-15,-4 1 0 0,6-3 0 0,-1 1 0 16,-1 5 0-16,1-3 0 0,-1 1 0 16,2 1 0-16,-2-4 0 0,2 4 0 0,1 0 0 15,-1-5 0-15,0 7 0 0,-1-4 0 16,2-1 0-16,-1 1 0 0,2 0 0 0,2 0 0 16,-1 2 0-16,1-3 0 0,-2 3 0 15,2-1 0-15,0 1 0 0,2-1 0 16,-2 3 0-16,1 0 0 0,1 2 0 0,0-3 0 15,0-3 0-15,3 4 0 0,-2-3 0 16,1 1 0-16,2 1 0 0,-3-2 0 16,5 1 0-16,0-1 0 0,-1-1 0 0,3 3 0 15,-3-5 0-15,7 9 0 0,2-1 0 16,-2-1 0-16,3-2 0 0,2 0 0 16,-3-1 0-16,3 1 0 0,-6-5 0 0,8 5 0 15,-2 2 0-15,2-5 0 0,-2 2 0 16,4 1 0-16,-4 0 0 0,4 2 0 0,-6-2 0 15,4 1 0-15,1-1 0 0,-4-1 0 16,0-6 0-16,-4 1 0 0,4 3 0 0,-1-4 0 16,-4-3 0-16,2 0 0 0,-1 0 0 15,5 0 0-15,-6-2 0 0,2-3 0 16,3 2 0-16,-2-1 0 0,2-1 0 16,-1-2 0-16,-2 0 0 0,7 3 0 0,-2-4 0 15,1 1 0-15,2 1 0 0,0-2 0 16,-1 2 0-16,3-2 0 0,-1-2 0 0,0 3 0 15,-1-2 0-15,-4 0 0 0,2-1 0 16,0-1 0-16,-2 2 0 0,0-3 0 0,0 2 0 16,0 0 0-16,-4-2 0 0,3 0 0 15,-4-2 0-15,6 0 0 0,-1-1 0 0,0 2 0 16,0-3 0-16,0 1 0 0,4-3 0 16,-6 2 0-16,3 0 0 0,-4 0 0 15,4 0 0-15,-4-2 0 0,4 1 0 0,-6 1 0 16,4-2 0-16,0 2 0 0,-4-2 0 15,2 0 0-15,1 1 0 0,-2 2 0 16,0-2 0-16,-1 1 0 0,1-2 0 0,-1 0 0 16,0 1 0-16,-3 0 0 0,5 0 0 15,-3 0 0-15,1-2 0 0,-1 2 0 16,3-2 0-16,-2 2 0 0,4-3 0 0,0 1 0 16,-2 0 0-16,5-2 0 0,-4 3 0 15,2-1 0-15,-2-2 0 0,1 4 0 0,-5-1 0 16,0 0 0-16,0-1 0 0,1-1 0 15,-3 4 0-15,3-4 0 0,-5 4 0 0,2-1 0 16,2 0 0-16,-2-2 0 16,0 2 0-16,1-4 0 0,-1 2 0 0,3 1 0 15,-3-2 0-15,-2 0 0 0,3 2 0 16,-1 0 0-16,-2-1 0 0,1 1 0 0,2 0 0 16,-1-3 0-16,-3 5 0 0,1-4 0 15,2 0 0-15,-1 1 0 0,0 0 0 0,-3 0 0 16,3 1 0-16,-1 0 0 0,-3-1 0 15,1 2 0-15,4-2 0 0,-6 1 0 0,2 0 0 16,-1-1 0-16,1 1 0 0,0-1 0 16,-2 0 0-16,1 0 0 0,-1 0 0 0,1-2 0 15,2 1 0-15,-2 0 0 16,-1-3 0-16,1 1 0 0,1-3 0 0,2 1 0 16,-4 1 0-16,3-1 0 0,-3 0 0 15,4 1 0-15,-4-3 0 0,1 2 0 0,-1-1 0 16,1-1 0-16,-5 2 0 0,4-1 0 15,1-3 0-15,-3 3 0 0,1-3 0 0,2-1 0 16,-5 2 0-16,3-1 0 0,1-1 0 16,-2 4 0-16,-1-5 0 0,2 2 0 0,0 0 0 15,-1-1 0-15,-1 2 0 0,0-2 0 16,0 3 0-16,2-2 0 0,-3 0 0 0,-1-1 0 16,0 0 0-16,0 1 0 0,0-1 0 15,-1 0 0-15,-1 0 0 0,0 0 0 0,0 2 0 16,0-2 0-16,0 3 0 15,2-3 0-15,-1 2 0 0,-3 3 0 0,2-2 0 16,-2-1 0-16,2 1 0 0,1 1 0 16,-4-3 0-16,-1 3 0 0,5-3 0 0,-5 3 0 15,2-1 0-15,-3 0 0 0,2 2 0 16,0-1 0-16,-1 1 0 0,3 0 0 0,-3 2 0 16,1-2 0-16,-2 4 0 0,3-1 0 15,1 0 0-15,-3 0 0 0,1 1 0 0,-1-3 0 16,-1 1 0-16,2 2 0 0,1-3 0 15,1 1 0-15,-5-1 0 0,5 2 0 0,-6-2 0 16,5 1 0-16,-1 1 0 16,-1-1 0-16,1 1 0 0,1 0 0 0,0 1 0 0,0-1 0 15,-2-1 0-15,3 2 0 16,-3-1 0-16,2 1 0 0,3 1 0 0,-6-2 0 16,3 2 0-16,1-1 0 0,-3-1 0 15,2-1 0-15,-1 2 0 0,-2-1 0 0,4-1 0 16,-3 1 0-16,-1 2 0 0,-1-2 0 15,0 3 0-15,1-4 0 0,-4 1 0 0,-5 1 0 16,3 0 0-16,-3 2 0 0,0 0 0 16,-6 3 0-16,-3 1 0 0,-1-2 0 0,-16 2 0 15,2 0 0-15,-6 0 0 16,3 2 0-16,-2 2 0 0,0 2 0 0,3 0-597 16,4 1-392-16,4 3 88 0,7-2 98 15,7 0-864-15,4-3-1103 0</inkml:trace>
  <inkml:trace contextRef="#ctx0" brushRef="#br0" timeOffset="96647.09">10858 11122 1591 0,'0'-4'172'0,"0"4"-75"0,0 0-26 16,0 0 15-16,0 0 15 0,0 0 29 0,0 0-3 15,0 0-4-15,-1 25 12 0,1-15 12 16,-2 5-2-16,2-3-4 0,2 2-8 0,-2 1 5 15,-2-2-4-15,0 1-15 16,2-2-10-16,-3 0-10 0,3 1-13 0,-2-2-6 16,2-1-10-16,0-1-14 0,0-1-21 0,0 2-34 15,0-6-42-15,0-4-39 16,-2 12-50-16,2-12-72 0,0 5-102 0,0-5-100 16,0 0-130-16,0 0 35 0,0 0-158 15,-9-19-154-15</inkml:trace>
  <inkml:trace contextRef="#ctx0" brushRef="#br0" timeOffset="96963.22">10698 11004 1767 0,'-8'-12'28'0,"3"-1"34"0,-1 1 33 0,4 2 30 16,1 1 28-16,-3 1 20 0,1 2 19 16,1-2-5-16,2 8-18 0,5-11-8 15,0 6 2-15,5 0 2 0,2 1-1 0,4 4-15 16,5 2-12-16,14 5-10 0,3 5-7 15,6 5-15-15,-3 4-12 0,1 5-11 16,-6 3-5-16,-3 3-5 0,-7 2-9 0,-5-5-5 16,-7 4-5-16,-4-2-2 0,-7 2-1 15,-3-2 3-15,-5 3 6 0,-6 0 1 0,-1-1-2 16,-8-1 0-16,-4 4-3 0,5-8-5 16,-4 0-7-16,0-5-4 0,0 0-4 0,-2-4-1 15,4-7-6-15,5-2-1 16,0-2-12-16,1-2-18 0,1-3-30 0,1-3-47 0,-1 0-52 15,1-3-60-15,0-1-55 16,2-1-61-16,1-2-67 0,2-1-84 0,2 1-147 16,1-3 52-16,3 2-285 0,0 0-324 15</inkml:trace>
  <inkml:trace contextRef="#ctx0" brushRef="#br0" timeOffset="97196.72">11149 11176 2407 0,'6'-8'59'0,"0"1"40"16,-2-1 12-16,0 2 11 0,-4 6-8 0,5-5-10 15,-5 5 27-15,0 0 6 0,0 0 3 16,11 11-13-16,-6-1-9 0,-1 1-17 0,-1 5-15 16,3-1 5-16,0 1-19 0,-3 2-18 15,4 0 6-15,-4-2-21 0,1 3-36 16,-2-3-40-16,2 1-54 0,-3-2-57 0,-1-1-66 15,0-1-83-15,0-4-98 0,-1 0-150 16,-3-1 53-16,2-4-174 0,2-4-160 0</inkml:trace>
  <inkml:trace contextRef="#ctx0" brushRef="#br0" timeOffset="97363.85">11257 11050 1951 0,'0'-15'65'0,"-2"2"13"15,0 4 9-15,0-1-4 0,2 3-3 0,-2 3 0 16,2 4-12-16,-3-11-9 0,3 11-34 16,0 0-36-16,3-7-55 0,-3 7-75 0,0 0-110 15,0 0-193-15,9 19-122 0,-7-8-67 16</inkml:trace>
  <inkml:trace contextRef="#ctx0" brushRef="#br0" timeOffset="97862.91">11464 11292 1721 0,'0'0'118'15,"0"0"2"-15,0 0 1 0,2 6 6 0,-2-6 21 16,0 0 8-16,0 0 4 0,6 3-7 16,-6-3-15-16,0 0-13 0,0 0-10 0,9 2-12 15,-9-2-6-15,0 0-11 0,0 0 0 16,19-3-10-16,-19 3-8 0,0 0-6 0,13-7-6 15,-11 1-5-15,2 1-3 16,1-2-6-16,-4 0-1 0,-1-3-5 0,0-2 0 16,-1 0-7-16,-6-5-3 0,3 1 5 0,-3-3 7 15,1 2 3-15,-3 3 6 0,1 2-8 16,1-1-2-16,-5 3-6 0,2-1-9 16,-1 6 7-16,0 2-4 0,-1 2-6 15,12 1 0-15,-23 0-12 0,23 0 10 0,-17 0-2 16,17 0 1-16,0 0-3 0,-14 0-2 15,14 0-1-15,0 0 4 0,0 0-14 0,0 0 13 16,0 0-3-16,36-16 6 0,-22 9-4 16,4-2-6-16,0 1 6 0,0 2-6 0,-1 0-3 15,-4 1-1-15,0 1 0 0,-1 1 1 16,-12 3-1-16,19 0 12 0,-19 0 4 16,19 5 3-16,-8 0 7 0,-5 4-4 0,4 0 9 15,-3 2 1-15,3 1-7 0,-4 2 1 16,2-1-6-16,-3 3-2 0,2-3 0 15,-1 1-4-15,2 1 0 0,-4-3-5 0,3 0-10 16,-3-4-24-16,2 2-32 0,-3-1-53 16,2-2-69-16,-1-2-68 0,-1-2-114 15,-3-3-158-15,10 2-89 0,-10-2 61 0,0 0-275 16,15-7-307-16</inkml:trace>
  <inkml:trace contextRef="#ctx0" brushRef="#br0" timeOffset="98212.24">11845 11039 2366 0,'-9'0'60'0,"9"0"4"0,0 0 5 15,0 0 3-15,0 0 12 0,0 0 17 16,0 0 20-16,0 0 4 0,0 0-6 0,0 0-12 16,0 0-9-16,28-7-6 0,-18 5-10 15,2 1-4-15,-12 1-10 0,18-6-1 0,-6 5-7 16,-3-3-15-16,-1-1-13 0,-8 5-7 15,11-7-6-15,-5 4-14 0,-6 3 2 16,0 0-3-16,0-10-4 0,0 10-4 16,0 0 0-16,0 0 0 0,-23-4 0 0,23 4-4 15,-27 12 4-15,10-2 3 0,-3 8-6 16,0-3 4-16,5-1 0 0,2-1 4 0,2 3-7 16,1-5 3-16,6 3 0 0,-2-1 4 15,4-2-4-15,2-2-2 0,4 1 7 0,1-1 0 16,2-1 6-16,2-2-11 0,4-4-33 15,1 3-52-15,4-4-68 0,4-2-75 16,3-4-92-16,9-1-110 0,-6 0-83 0,3-3 56 16,-2 1-110-16,-6 2-72 0</inkml:trace>
  <inkml:trace contextRef="#ctx0" brushRef="#br0" timeOffset="98414.87">12198 10928 1561 0,'-6'-9'26'0,"0"4"26"16,2 0 22-16,4 5 17 0,-9-4 21 0,9 4 19 15,0 0 13-15,0 0 9 0,0 0-7 16,-29 10-7-16,24-1-8 0,-1 1 0 0,4 2-9 16,-1 2-10-16,0 0-13 0,6-1-5 15,0 3-14-15,3-1 6 0,1-1-15 16,4 1-8-16,3-1-18 0,-1-2-35 0,5-2-40 16,-2-3-45-16,0-1-43 0,4-4-54 15,-6-2-73-15,6-2-59 0,2-4-86 0,7-6-83 16,-10 1-162-16,0-4-132 15</inkml:trace>
  <inkml:trace contextRef="#ctx0" brushRef="#br0" timeOffset="98663.12">12499 10492 1722 0,'-4'-25'47'16,"-4"4"43"-16,4 3 36 0,-1 5 30 0,-1 1 17 16,1 3 11-16,-2 1-9 0,5 3-9 15,2 5 6-15,0 0-4 0,0 0-10 16,-18 22 11-16,14 0 10 0,3 14-3 15,-1 5-6-15,2 2-15 0,2 5-7 0,-1 9-15 16,7-1-12-16,-3-1-15 0,4-2-16 0,0 1-3 16,-4-13-6-16,5-2-17 15,-7-3-19-15,4-7-21 0,-4-9-26 0,1 1-31 16,0-7-36-16,-2-2-34 0,1-2-56 16,-3-3-62-16,2-6-72 0,-2-1-73 0,0 0-81 15,0 0-111-15,11-20 28 0,-8 9-254 16,-3-6-272-16</inkml:trace>
  <inkml:trace contextRef="#ctx0" brushRef="#br0" timeOffset="98813.94">12404 10880 2049 0,'-16'0'-3'0,"3"0"36"0,3 0 32 0,10 0 29 15,-15 2 16-15,15-2 10 16,-9 3 4-16,9-3 13 0,0 0 16 0,0 0 14 16,0 0-6-16,0 0-20 0,0 0-9 15,0 0-13-15,47-5-19 0,-20-1-29 0,5-3-63 16,4 1-95-16,0 0-104 0,0-2-121 15,0-3-186-15,-4 1-18 0,2-2 57 0,0 3-126 16,-1-2-84-16</inkml:trace>
  <inkml:trace contextRef="#ctx0" brushRef="#br0" timeOffset="99182.12">12729 10793 1674 0,'0'0'91'0,"-5"3"27"0,5-3 20 16,0 0 22-16,0 0 21 0,-8 2 9 0,8-2 2 15,0 0-7-15,0 0-10 16,0 0-19-16,0 0-12 0,0 0-17 0,0 0-9 16,0 0-21-16,27-5 4 0,-18 1-17 15,0 2-5-15,2-2-8 0,-2 1-7 0,0-2-12 16,1 1-4-16,0 0-9 0,-3-2-4 16,-2 1 0-16,2 0-9 0,-1 0-2 0,-5-1-5 15,-1 6 2-15,2-10-2 0,-2 10-4 16,-3-8-8-16,3 8 4 0,-13-4 2 15,13 4-2-15,-20 4-13 0,6 1 11 0,1 1 1 16,-4 5 6-16,2-1 2 0,3 0-6 16,1 6 10-16,4-3-5 0,-1-1 7 15,2 2-4-15,2-2 5 0,4 0-7 16,2 0 3-16,2 1-1 0,2-1-3 0,1-2 2 16,4-3-9-16,3 3-31 0,-3-3-59 15,5-2-95-15,3-2-97 0,-4-1-131 0,6-4-220 16,-2 1 52-16,0-3 66 0,-2 1-225 15,4-4-222-15</inkml:trace>
  <inkml:trace contextRef="#ctx0" brushRef="#br0" timeOffset="99611.6">13199 10344 2188 0,'0'-10'101'0,"-2"2"40"16,-2-1 17-16,4 9 17 0,-2-8-10 0,2 8-20 15,0 0 22-15,0 0 27 0,0 0 9 16,-6 21-12-16,2 2-5 0,2 3 0 0,-2 13 0 16,3 2-10-16,-1 0-13 0,-2 2-16 15,2 0-14-15,0-3-13 0,2-3-12 0,-1-1-8 16,-1-5-12-16,-1-7-7 0,3-5-9 16,3 1-5-16,-3-3-5 0,0-5-10 0,0-1-2 15,2 3 1-15,-2-8-4 16,1 3-3-16,-1-9-3 0,0 9-15 0,0-9-13 15,0 0-17-15,0 0-3 0,0 0-5 16,0 0 0-16,0 0-7 0,2-28 0 0,-5 18 0 16,-6-1 2-16,0 1-3 0,-4 3 0 15,-3 2 5-15,2 3-2 0,-8 2 3 16,-3 4 5-16,2 4 11 0,-9 0 5 0,1 3 3 16,8 2 2-16,1 2-1 0,6 0 1 15,3-1 1-15,6-1 1 0,1 2 0 0,2-1 2 16,2-4 0-16,4 4-3 0,2-3-1 15,2 1-1-15,3-1 0 0,2-3 1 0,1 2-8 16,1-3-25-16,3-1-41 16,1-1-58-16,0-5-104 0,0 1-101 0,2-6-120 15,4 2-158-15,0-6-63 0,-4 2 65 16,10-6-401-16,-6 2-478 0</inkml:trace>
  <inkml:trace contextRef="#ctx0" brushRef="#br0" timeOffset="100296.17">13892 10468 2507 0,'6'-9'-116'0,"-2"1"26"16,-3 1 48-16,-1 0 35 0,2 0 33 15,-2 0 32-15,0 7 20 0,-2-13 12 0,1 6 10 16,-3 0 10-16,0 0-3 0,-1 0 5 16,-4 0-2-16,0 4 6 0,-2 0-5 15,-3 3 3-15,-2 0 9 0,-4 3 4 16,-3 6 13-16,-9 4 9 0,-1 6 3 0,-3 5-3 15,4 6-1-15,1 0-4 0,3 4-8 16,8-5-7-16,4 1-9 0,2 3-11 16,7-4-10-16,3-2-6 0,6-2-7 0,0-2-9 15,7 8-4-15,5-4-7 0,4-2-8 16,3-4-7-16,4-1-3 0,0-3-5 0,-3-7-3 16,2-3-2-16,-5-2-2 0,-1-2-2 15,2-2-4-15,-3-1-2 0,-2-2-2 0,3-2-2 16,-5-2-2-16,1 0-3 0,-2-2 1 15,-2-1-4-15,-2-3-1 0,-1 0 0 0,1-1-6 16,-5-2-1-16,-3 4 0 16,0-4 0-16,0 7 0 0,-1-3-1 0,-1 5 1 15,-4-1-4-15,1 5 5 0,5 2-3 16,-14-3-1-16,14 3-1 0,-11-2 0 0,11 2-3 16,0 0 3-16,-16 0 3 0,16 0 5 15,0 0 24-15,0 0 4 0,0 0-6 0,0 0-5 16,35-5-2-16,-16 3-3 0,-2 0 0 15,3 1-4-15,-4 1-5 0,1 0-2 16,0 1-1-16,-4 1-1 0,3 2-3 0,-3-1 0 16,-1 2 3-16,-1 2-2 0,-2 0-6 15,0 0-2-15,-2 0 0 0,0-1 1 0,-3 3-1 16,4-2-19-16,-4 0-23 0,0-1-35 16,-1 0-41-16,1 0-67 0,-2-1-78 15,2 1-90-15,-4-6-106 0,3 6-153 16,-3-6-73-16,2 6 70 0,-2-6-437 0,0 0-525 15</inkml:trace>
  <inkml:trace contextRef="#ctx0" brushRef="#br0" timeOffset="100778.91">14230 10797 2892 0,'-14'-4'-22'0,"14"4"26"0,0 0 23 15,-8-3 17-15,8 3 7 0,0 0-1 16,0 0-5-16,0 0-4 0,0 0-1 16,0 0-6-16,0 0-6 0,0 0 5 0,0 0 3 15,0 0 7-15,11-12 16 0,-11 12 26 16,0 0 22-16,0 0 20 0,0 0-4 0,-2-9-11 16,2 9-8-16,-5-8-3 0,-1 3-2 15,1-2 1-15,-1 0-9 0,-4-2-9 0,5 1 7 16,-5 1 1-16,0 0-3 0,3 0-7 15,-2 2-8-15,-1 0-10 0,0 3-3 0,5-3-1 16,-3 2-7-16,5 0-5 16,3 3-4-16,-11-4-3 0,11 4 0 0,0 0 10 15,-1-8 15-15,1 8 4 0,0 0 1 16,19-8-8-16,-1 4-7 0,-2-1-5 0,4 1-6 16,-2 2-2-16,1 0-4 0,-6 2-6 15,3 2-4-15,3 0-4 0,-4 0 0 0,1 1-4 16,-1 4-1-16,-1 0-3 0,-3 0 3 15,0 1-5-15,-3-1-3 0,-1 2 2 16,1-1 1-16,-3 1-4 0,6 3-2 0,-8-4 1 16,3 1-1-16,-3 1-2 0,1-3-11 15,2 0-28-15,-3 0-30 0,-1-1-46 16,3 0-72-16,-1 0-93 0,-3-1-82 16,-1-5-104-16,6 7-147 0,-6-7-39 0,7 5 66 15,-7-5-378-15,0 0-436 0</inkml:trace>
  <inkml:trace contextRef="#ctx0" brushRef="#br0" timeOffset="101162.07">14594 10706 2802 0,'0'-10'22'0,"0"10"40"0,0-9 55 16,0 9 27-16,-2-5 17 0,2 5 2 15,0 0-10-15,0-8-16 0,0 8-19 16,0 0-8-16,0 0-6 0,0 0-11 0,0 0-11 15,0 0-4-15,0 0-9 0,0 0-6 0,0 0-6 16,-4 24 0-16,-1-19-10 16,2 3-3-16,-5-1-3 0,-1 3-4 0,-3-1-4 15,-1 0-5-15,-1-1-7 0,3-1 5 16,0-1 0-16,1-2-5 0,2-2-3 0,8-2-22 16,0 0-6-16,0 0-3 0,-12-12-1 15,12 3 3-15,3-3-1 0,5-1 2 0,-3 1 1 16,5 0 12-16,0 1 12 0,-1 0 5 15,3 2 8-15,1 2 9 0,-2 0 2 0,1 4 9 16,-1 0 9-16,5 1-6 16,-3 0-6-16,2 2-4 0,0 2-5 0,5 0-4 0,-4-1-2 15,4 3-15-15,-3-1-28 16,0 0-38-16,-2 2-39 0,-4-4-69 0,2 4-68 16,-1-2-69-16,-2-1-87 0,-5 0-84 15,-5-2-136-15,14 1 50 0,-14-1-300 0,0 0-336 16</inkml:trace>
  <inkml:trace contextRef="#ctx0" brushRef="#br0" timeOffset="101762.19">14764 10137 2528 0,'-9'-26'62'0,"2"7"44"0,-1 4 57 16,4 3 42-16,-2 2 28 0,3 1 5 15,-3 3-20-15,2 0-30 0,4 6-12 16,0 0 1-16,0 0 4 0,-2 21-3 0,4 3-10 15,0 14-12-15,2 6-11 0,1 17-12 16,-1 4-13-16,0 3-12 0,0 2-9 0,0 0-13 16,0-3-10-16,-1 3-7 0,1-6-1 15,-2-4-9-15,-4-11-6 0,0 10-5 0,0-16-6 16,-5-2-5-16,3-7-2 0,3-6-6 16,-2-8 2-16,-1-3 1 0,2-3-7 15,2-6 3-15,-2 1-10 0,2-6-18 0,0-3-14 16,0 0-12-16,0 0-12 0,0 0 2 15,-7-29-3-15,7 10 3 0,-2-4-4 16,2-1 8-16,0 0 4 0,-2 5 0 0,2 0 7 16,-2 2 7-16,2 4 6 0,-1-1 0 15,1 5-4-15,-2 0-3 0,0 2 4 16,2 7 5-16,0-8 8 0,0 8 0 0,0 0-2 16,0 0 6-16,0 0-4 0,0 0 2 15,0 0-2-15,0 0 1 0,24 15-6 0,-18-9-15 16,0-3-17-16,1 2-17 0,-3-1-12 15,-4-4-4-15,12 2-11 0,-12-2-19 0,0 0-22 16,17-4-7-16,-14-2-7 16,5-2-4-16,-4-1 4 0,2-7 1 0,-1 1 18 15,1-5 4-15,3-13 12 0,1-1 22 16,-2-4 14-16,-3 4 31 0,1 7 41 0,-1 6 49 16,-4 3 30-16,1 5 15 0,0 1 3 15,-2 3 1-15,0 4 26 0,0 5 27 0,0 0 6 16,0 0-4-16,0 0-8 0,0 0-17 15,-16 16-6-15,14-10-12 0,2 3-17 0,-1 1-5 16,1 0-13-16,1 2-4 0,1-3-20 16,2 3-39-16,0-1-51 0,0-3-60 0,0 3-83 15,0-3-110-15,-1-1-108 0,-1 2-123 16,0-3-169-16,-6 3 30 0,1 1 67 16,-6 2-401-16,-5 4-463 0</inkml:trace>
  <inkml:trace contextRef="#ctx0" brushRef="#br0" timeOffset="105494.78">12093 13151 2414 0,'0'0'-161'0,"0"0"33"0,0 0 42 16,0 0 24-16,0 0 24 0,0 0 23 0,0 0 20 15,0 0 21-15,0 0 9 0,0 0 3 16,0 0 4-16,0 0 6 0,12-4 1 15,-12 4 0-15,0 0 3 0,0 0 1 16,0 0 0-16,0 0-2 0,0 0 5 0,0 0 0 16,0 0-2-16,0 0 3 0,0 0-6 15,0 0 1-15,0 0-1 0,7-2 11 16,-7 2 6-16,0 0 6 0,11-2 2 0,-11 2 0 16,12-4-4-16,-3 0-2 0,-1 2-3 15,2-2-2-15,-1 1-2 0,0-2-2 0,3 0-10 16,-2-1 10-16,-1 0 1 15,1 2-1-15,-1 0-3 0,2-1-1 0,0 3-13 16,-4-3 4-16,2 0-8 0,0 1-1 16,3 0 12-16,0-2 3 0,0-1 3 0,0 1-4 15,1 0-4-15,-1-4-3 0,3 3-3 16,-1-1-1-16,1 1-6 0,1-2-1 0,-4 2-4 16,2 1 2-16,-3-1 3 0,-1 0-6 15,0 2-2-15,-3 0-4 0,2 1-3 0,-3-1-2 16,2 4-2-16,-2-3-5 0,-6 4 7 15,9-7-3-15,-2 6-7 0,-7 1-1 16,12-7 5-16,-6 2-2 0,1 5-1 0,4-6 2 16,-4 1-5-16,4 2 1 0,3-4-5 15,1 2 6-15,-1-2-6 0,-2-1 1 0,1 3 6 16,3-3-7-16,-3 2 0 16,-3 0-4-16,1 2 7 0,0-1-7 0,-2 3 1 15,-4-2 3-15,3 1-3 0,-8 3-1 16,14-5 0-16,-11 1 1 0,-3 4-2 0,9-4 2 15,-9 4 3-15,11-3-2 0,-6-1 1 16,-5 4 0-16,13-5 1 0,-6 2-1 0,4-1 1 16,-2-2 0-16,0 0 1 0,3 1-2 15,-1 0 0-15,-2 0 2 0,2 1-4 0,-4 0-1 16,0 0-2-16,1 0 3 0,-8 4-3 16,12-4 2-16,-9 0 1 0,-3 4-4 15,13-4 6-15,-9 1-3 0,-4 3 2 0,14-5 2 16,-7 2-2-16,1-1 1 0,2 2-1 15,-3-3 2-15,4 0-6 0,1 0 6 16,-1 0-3-16,2 0 1 0,-1 0-2 16,-1 0 1-16,2-1 5 0,-4 3-9 0,0-1 3 15,-2 1-12-15,4 0 14 0,-6-1-7 16,-5 4 7-16,13-5 0 0,-5 4-1 0,-8 1 2 16,13-6 3-16,-5 5-4 0,-8 1 3 15,14-4 0-15,-9 1 10 0,2 1 13 0,4-3 5 16,-2 1-3-16,4-2 7 15,-1 2-4-15,-1-1-6 0,0 0-1 0,1 2-1 16,-3-3-4-16,2 3-4 0,-1 0 3 0,3-1-5 16,-1 1 0-16,0-1-1 0,-1 1 0 15,1 0-3-15,-3-1-1 0,0 0 1 16,3 0-2-16,-5 4 1 0,3-4-1 16,-2 1 0-16,-1-1-1 0,3 1 3 0,-3-2-4 15,3-1 0-15,3 0 0 0,1-2-3 16,3 1 0-16,0-3-3 0,2 2 1 0,2-3-1 15,-2 3 0-15,10-4-1 0,-5 3 0 16,6-3 1-16,-5 4-1 0,-1 1-7 0,-5 0 0 16,-2 2-2-16,-4 1-1 0,0-1 0 15,-2 0 1-15,0 2 2 0,-2-1 3 16,-2 3 4-16,2-3-1 0,-4 1 1 16,-5 3-4-16,13-5 2 0,-6 1-1 0,2 1 2 15,-4-1-3-15,3 1 4 0,-3-1-2 16,5-1 1-16,1-2-2 0,2 1 1 0,1-1 1 15,7-2-1-15,-8 2 1 0,0 1 1 16,1 2-5-16,-3-1 2 0,-1 2 3 16,0-1-4-16,-3 1-1 0,0-1 1 0,0 1 3 15,-7 3 3-15,11-5 0 0,-4 3-1 16,-7 2 0-16,8-7 4 0,-8 7-6 0,10-6 6 16,-5 4-1-16,1-4 1 15,1 2-18-15,4-4 15 0,0 2-1 0,3-3 0 0,-2 3-3 16,0-2 2-16,0 2-7 15,0 1 7-15,-2-1-8 0,-2 2-1 0,3-2 4 16,5 0 2-16,-5 1-1 0,-2 1-3 16,3 0 4-16,-1-1 3 0,-2 0 4 0,2 1-5 15,-4-1 0-15,2 0 0 0,1 0 4 16,0 0-5-16,-3-2 3 0,5-2-3 0,1 0 2 16,0 1-1-16,5-2-2 0,-4 0 1 15,6 2 4-15,-6 0-2 0,0 1-2 16,-1 0 0-16,1 0 1 0,-1 1 1 15,1-1-1-15,-3 2-1 0,3-2 5 0,-5 1-2 16,2 2 2-16,-1-1-1 0,0-2-1 16,-3 2 1-16,2-3-6 0,1 1 8 15,-2 0-4-15,3 0 0 0,3-2 1 0,0-4-4 16,0 6 2-16,3-3-8 0,1 2-7 16,-2 0-8-16,-2-1-9 0,-1 3-6 0,-3 1-1 15,1-2-2-15,-2 5 5 0,2-4 10 16,-6 2 0-16,4 1 7 0,-1 0 1 0,-2-4 2 15,3 3 4-15,-3-1-4 0,1 0 1 16,2 0-2-16,-2-2 6 0,2 2 1 0,3-5 0 16,-1 1 5-16,9-1 0 0,-4 0-1 15,6-1-1-15,-6 3 2 0,4-1-2 16,-4 1-5-16,-4 1-1 0,1 0 3 16,-1 2-2-16,-1-3 1 0,3 2-3 0,-3 1 2 15,-1-2 6-15,0 2-1 0,-3-2-4 16,2 2 4-16,-1-3 0 0,0 4 1 15,1-4-2-15,1 3 9 0,-2-3-9 0,-1 1 7 16,3 2 0-16,-1-1-6 0,-1 0 5 16,-1 0-4-16,3 1 5 0,-7-1 2 0,4 2 4 15,-2 2-3-15,-5 2-5 0,10-8 8 16,-10 8-4-16,5-5-7 0,-5 5 8 0,9-4 0 16,-9 4-4-16,5-6 3 0,-5 6-6 15,6-6 9-15,-6 6-1 0,5-8 0 16,-1 3 3-16,-4 5-7 0,7-7 4 15,-2 2 0-15,-1 2-3 0,-4 3 1 0,5-7 3 16,-5 7-4-16,6-6 4 0,-6 6-1 16,5-5 4-16,-5 5-5 0,6-6 0 0,-6 6 1 15,6-5-2-15,-2 1 1 0,-4 4-1 16,5-9 2-16,-1 6-2 0,-4 3 2 16,6-8 7-16,-6 8-5 0,3-5 8 0,-3 5-7 15,2-6 6-15,-2 6-6 0,0 0 0 16,7-6-4-16,-7 6 2 0,0 0 0 0,0 0 1 15,0 0 2-15,3-4-7 16,-3 4 3-16,0 0 4 0,0 0 1 0,0 0 3 16,0 0 5-16,-23-2 0 0,14 0 2 15,9 2 4-15,-19-1-2 0,6-2-3 0,-1 3 3 16,1-1 0-16,-3 1 1 0,1-1 1 16,0 1-3-16,-6 1-2 0,6-1 6 0,-3 1-7 15,3-1 5-15,1 0 3 0,-2 0 5 16,3 3 8-16,3-3-3 0,10 0 0 0,-21 0 0 15,21 0-10-15,-13 0 7 0,13 0-6 16,-11 0-3-16,11 0-5 0,0 0 3 16,-13 1-2-16,13-1 1 0,0 0-7 0,0 0 1 15,0 0 4-15,31 11-6 0,-15-9-6 16,-2 1 5-16,6-1 1 0,-1 1-3 16,2-1 1-16,-2-1 0 0,0 0-1 15,-4 3 0-15,1-2-4 0,-5 0-2 0,2 1-3 16,-3 1 2-16,-1-1-2 0,1 4 6 15,-2 1-4-15,-3 1-1 0,-3 5 6 0,0-2-1 16,-2 3 9-16,-2 2 0 0,-1 5 8 16,-6-3 9-16,4 3 12 0,-8 5 2 0,-3-2-2 15,5-5 5-15,2-3-1 0,-1-2-1 16,2-3-2-16,3 0-4 0,-1-2-5 0,2-3 1 16,0 0-3-16,-2 0 1 0,6-7 7 15,-5 10 5-15,1-5 3 0,4-5-2 0,-4 7-2 16,4-7 0-16,0 0-6 15,-3 9-4-15,3-9-4 0,0 0-6 0,-7 7-13 16,7-7-29-16,-4 4-33 0,4-4-59 16,0 0-76-16,-7 4-93 0,7-4-83 15,-11 3-114-15,11-3-213 0,-10 4 30 0,10-4 77 16,-9 1-353-16,9-1-415 0</inkml:trace>
  <inkml:trace contextRef="#ctx0" brushRef="#br0" timeOffset="108110.8">15481 10522 2304 0,'0'0'-179'0,"0"0"32"0,-2-4 38 15,2 4 17-15,-3-6 21 0,3 6 19 0,0 0 14 16,-4-7 12-16,4 7-2 0,0 0 8 16,0 0 4-16,-4-5 4 0,4 5 5 15,0 0 12-15,0 0 10 0,0 0 8 0,0 0 4 16,-4-5 3-16,4 5-3 0,0 0-7 16,0 0 6-16,0 0 6 0,0 0 15 0,-15 15 15 15,8-1 1-15,-5 4 4 0,-5 5 4 16,-1 3 1-16,4 2 5 0,-6-1-5 15,5-1-1-15,2 0-8 0,3-6-3 16,0-1-3-16,5-5-5 0,-1 2-6 0,2-3-3 16,3 0-7-16,1-2 0 0,-2-1-2 15,4-2-2-15,-1 1-3 0,3-1 1 0,3-4-4 16,4 2-2-16,-2-4-1 0,0 0 1 16,-1 0-6-16,-8-2 1 0,17 0-3 0,-17 0-2 15,14-2-2-15,-14 2 0 0,7-4 0 16,-7 4-4-16,6-7 0 0,-6 7-4 15,-2-7-1-15,2 7-4 0,0 0-10 16,-11-8-12-16,11 8-7 0,-12-3-27 16,12 3-38-16,-13 0-59 0,13 0-60 0,-14 5-117 0,14-5-131 15,-13 7-109-15,10-1-71 16</inkml:trace>
  <inkml:trace contextRef="#ctx0" brushRef="#br0" timeOffset="108961.86">12049 13406 1385 0,'0'0'-105'0,"0"0"12"16,0 0 10-16,15 8 9 0,-15-8 9 0,0 0 1 15,0 0 14-15,0 0 2 16,10 2 9-16,-10-2 5 0,0 0-2 0,9 2-14 16,-9-2-24-16,0 0-120 0,10 3 66 15</inkml:trace>
  <inkml:trace contextRef="#ctx0" brushRef="#br0" timeOffset="109377.14">13246 14677 584 0,'0'0'37'0,"0"0"1"0,0 0-6 0,0 0-7 16,0 0-7-16,-2-5-4 0,2 5-14 15,0 0-5-15,0 0-45 0,0 0-46 0,0 0-107 16,0 0 69-16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2:59:26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9200 8869 1598 0,'-2'-6'230'0,"0"0"-45"16,-1 2-42-16,3 4-39 0,-4-6-34 16,4 6 5-16,0 0 18 0,-10 16 3 15,2 3 12-15,-3 10-2 0,-4 4 3 0,0 1 9 16,-1 10 6-16,1-8 7 0,2-1-1 16,0-2-7-16,-1-4-4 0,4-8-12 0,3-3-5 15,3-5-7-15,-1-2-2 0,0-2 12 16,3-3 5-16,1 1 5 0,-5 0 2 15,6-7-11-15,-6 5-11 0,6-5-10 16,0 0-8-16,0 0-11 0,-5-22-6 0,7 5-12 16,0-6-12-16,-1-4-13 0,3-14-12 15,0-2-2-15,5-7-4 0,1 9 2 0,-1 3-7 16,-1 1 4-16,2 6-2 0,-3 9-1 16,-3 2 5-16,0 6-4 0,1-1-1 15,-3 5-5-15,3 2-2 0,0 2 1 0,1 4 5 16,-6 2 5-16,15-3 0 0,-15 3-6 15,25 11 18-15,-11-5 0 0,0 6-5 0,9 5 6 16,2 2 1-16,-2 2 1 16,0 0 2-16,-2-1-1 0,2 1-4 0,-3-1 2 15,3-1 2-15,-7-2 0 0,-3-3 4 16,1-4 2-16,-3 1 0 0,-2-1 9 0,1-5 11 16,-2 2 6-16,-1-2 16 0,-1 0-4 15,-1 0 7-15,-5-5-4 0,12 4 5 0,-12-4 22 16,9 2-8-16,-9-2-4 0,0 0 0 15,0 0 0-15,0 0-8 0,20-8 1 0,-20 8-5 16,5-3-7-16,-5 3 5 0,0 0-16 16,0 0 4-16,0 0-8 0,0 0-10 15,0 0-10-15,0 0 3 0,-30-9-4 0,14 13-5 16,-2-1-6-16,-7 2-2 0,0 1-3 16,-9 2 4-16,3-3-8 0,8 2 6 15,-7 4-5-15,5-5-1 0,4-3 0 16,6 3-3-16,0 0 2 0,1-4 4 0,3 2-4 15,0 0-1-15,11-4-1 0,-18 4 0 16,9-4 4-16,9 0-3 0,-16 4-3 0,16-4 2 16,-11 4 0-16,11-4 1 0,0 0-7 15,-15 0-11-15,15 0-13 0,0 0-13 0,-17 0-25 16,17 0-32-16,0 0-47 0,0 0-60 16,-16 1-72-16,16-1-85 0,-9 2-76 0,9-2-99 15,-6 4-153-15,6-4 11 16,-5 2 70-16,5-2-436 0,0 0-516 0</inkml:trace>
  <inkml:trace contextRef="#ctx0" brushRef="#br0" timeOffset="1247.89">13911 8603 2765 0,'-2'-11'23'0,"2"11"42"0,-2-6 31 0,2 6 25 15,0 0 4-15,0 0 8 16,0 0 47-16,0 0 53 0,-13 17 22 0,5 1-1 16,0 3-12-16,-4 6-3 0,-1 2-14 15,2 0-10-15,0 2-14 0,1-2-20 16,6-5-17-16,1-4-19 0,-1-2-15 0,4-1-10 15,-2-3-10-15,2 0-17 0,0-2-8 16,0-3-28-16,2 1-30 0,-4-3-23 0,2 1-41 16,0-8-58-16,2 7-64 15,-2-7-69-15,0 0-54 0,0 0-33 0,0 0-28 0,7-17-19 16,-7 5-12-16,2-5-1 0,0-2 35 16,-2-6 34-16,4-12 40 0,-1 2 36 0,-1-2 34 15,-1 8 49-15,-1 3 51 16,0 4 54-16,0 3 44 0,0-1 40 0,2 3 34 15,0 1 36-15,2-1 13 0,-1 1 10 16,3 3 18-16,-1-1 4 0,8-1 11 0,-2 5 7 16,1-2 3-16,2 4-3 0,-1 1-4 15,7 5-6-15,-3-2-13 0,0 4-9 0,0 0-10 16,2 5-8-16,-2 0-10 0,3 3-6 16,-3 3 0-16,-4 1-3 0,-2-3 8 15,-3 5 11-15,-3-2 21 0,-3 1 27 0,-4 1 18 16,-1 1 15-16,-12 11 8 0,-4-1-3 15,-5 1-7-15,-4 5-12 0,2-7-16 16,1-2-15-16,7-2-10 0,4-4-16 16,3-4-7-16,4-2-9 0,5-1 12 0,0-1 0 15,6 1 0-15,3-2-100 0,4 2-31 16,0-1 0-16,4-1 0 0,2 3 0 0,2 1 0 16,-2-4 0-16,2 0 0 0,-6 3 0 15,-1-2 0-15,0 1 0 0,-5 1 0 0,1-1 0 16,-4 1 0-16,0 0 0 0,-6 0 0 15,-4 3 0-15,-2 2 0 0,-1-1 0 0,-6 1 0 16,-8 5 0-16,0-3 0 0,-2-1 0 16,-4-3 0-16,2 1 0 0,5-2 0 0,5-6 0 15,-5-1 0-15,6-1 0 0,-4-2 0 16,4 0 0-16,2 0 0 0,-1 0 0 16,1-2 0-16,1-2 0 0,1 2-226 15,12 0-540-15,-22 0-184 0,14 2 85 0,8-2 86 16,-21 2-787-16,9 2-1009 0</inkml:trace>
  <inkml:trace contextRef="#ctx0" brushRef="#br0" timeOffset="3665.16">9623 10081 4006 0,'0'0'-222'0,"0"0"20"16,0 0 24-16,0 0 18 0,0 0 23 0,0 0 17 15,0 0 13-15,0 0 11 0,0 0 8 16,0 0 3-16,9 1 5 0,-9-1-1 0,0 0 2 15,0 0-12-15,0 0-12 0,0 0-10 16,0 0-27-16,0 0-17 0,0 0-16 0,0 0-48 16,9-8-246-16,-9 8 25 0</inkml:trace>
  <inkml:trace contextRef="#ctx0" brushRef="#br0" timeOffset="4364.27">11838 9600 1464 0,'0'0'116'0,"0"0"6"0,0 0 4 0,0 0 10 16,0 0 23-16,0 0 21 0,5 4 25 15,-5-4 7-15,0 0-1 0,0 0-19 0,0 0-19 16,0 0-15-16,0 0-13 16,0 0-6-16,0 0-6 0,0 0-2 0,0 0-4 15,0 0-11-15,0 0-7 0,0 0-5 16,0 0-3-16,0 0-3 0,0 0 4 0,0 0 6 16,0 0 1-16,0 0-1 0,0 0-2 15,0 0 4-15,0 0-2 0,0 0 5 0,0 0-1 16,0 0-7-16,0 0-1 0,0 0-8 15,0 0-4-15,0 0-11 0,0 0-9 0,0 0-9 16,0 0-3-16,0 0-7 16,0 0-8-16,0 0-3 0,0 0-5 0,0 0-1 15,0 0-3-15,0 0-4 0,0 0-1 16,0 0 3-16,0 0 5 0,0 0 6 16,0 0 2-16,0 0 6 0,0 0 4 0,0 0-7 15,0 0-1-15,0 0 11 0,0 0-2 16,0 0 4-16,0 0-8 0,0 0 3 0,0 0-12 15,0 0 0-15,0 0-9 0,0 0-3 16,0 0 0-16,0 0-8 0,0 0 0 0,0 0 2 16,0 0-9-16,0 0-3 0,0 0 3 15,0 0-7-15,0 0-7 0,0 0-26 16,0 0-28-16,0 0-41 0,0 0-61 16,0 0-107-16,0 0-145 0,-15-18-170 0,9 15-220 15,6 3 41-15,-7-8 84 0,3 1-598 16,2-4-729-16</inkml:trace>
  <inkml:trace contextRef="#ctx0" brushRef="#br0" timeOffset="9447.29">14151 12501 3099 0,'0'0'-225'0,"0"0"51"16,0 0 31-16,0 0 34 0,0 0 29 16,6-5 36-16,-6 5 27 0,0 0 21 0,0 0 21 15,0 0 16-15,0 0 14 0,0 0 9 16,0 0 16-16,0 0 9 0,0 0 11 0,0 0 13 15,1-7-6-15,-1 7 9 0,0 0-4 16,0 0 4-16,0 0-3 0,0 0 4 16,0 0-7-16,0 0-5 0,0 0 4 15,0 0-2-15,0 0-1 0,0 0 1 0,0 0 1 16,-9-6 2-16,9 6-4 0,0 0-2 16,0 0-1-16,-11-2 3 0,11 2-10 15,0 0 5-15,-12-2-4 0,12 2-7 0,-11 0-5 16,11 0-8-16,0 0-1 0,-18 2-9 15,18-2 0-15,-14 0-4 0,14 0-2 0,-18 4-3 16,13-4-2-16,5 0-8 16,-13 1-4-16,13-1-5 0,-12 3-2 0,12-3-10 0,-12 3 3 15,12-3-3-15,-9 4-2 16,6 0-2-16,3-4-3 0,-12 6 1 0,4 0-2 16,4-2-4-16,-3 1 3 0,2-1 3 15,-4 1-5-15,4 2 2 0,-3 1-2 0,2-2-1 16,-2 1 2-16,5-1-1 0,-5 2-4 15,3-1-2-15,-2 0 3 0,4-2-5 0,-5 3 1 16,5-2-2-16,-3-2-1 0,2 4 0 16,1-3 1-16,-4 1-2 0,5 0 4 15,-1-1-6-15,-3 0 2 0,2 2 1 0,4-7-8 16,-7 12 3-16,5-7 3 16,-3 2 0-16,0-2 1 0,1 0-5 0,1 2 3 0,-3-2 2 15,2 0-3-15,1 2 0 16,-4 0 1-16,2-1 0 0,-1 0-3 0,2 0 1 15,1 0 3-15,-4 0-1 0,4-2-6 16,-3 1 7-16,2 2 2 0,1-2-1 0,-3 3-1 16,2-4 0-16,3 1 2 0,-4 0 0 15,1 0-1-15,0 2-3 0,3-2 6 0,-3 3-13 16,2-4 12-16,-2 3-6 0,3 1 7 16,-1-4-2-16,0 4-2 0,0-2-3 0,-1 1 14 15,3-7 0-15,-3 14 3 16,1-7-2-16,2-7 4 0,-6 12-1 0,4-7 13 15,2-5-12-15,-2 13-2 0,1-7-3 16,1-6-4-16,-2 10 4 0,0-3 1 16,2-2 3-16,0-5-6 0,-2 10 3 0,2-6-2 15,0-4 3-15,0 12 3 0,-2-6 0 16,2-6-6-16,2 11 3 0,-2-4 3 0,0-1-3 16,0 3 3-16,2-4-2 0,0 2-10 15,0 0 6-15,-2 0 1 0,1-1-4 0,-1 1 0 16,2 0-3-16,0-1 4 0,-2 0 4 15,2 1-3-15,-2-7 7 0,2 10 8 0,0-6 11 16,-2-4-9-16,2 8 1 16,-2-8-6-16,1 11 5 0,1-7-9 0,-2-4 0 15,3 8 0-15,-3-8 1 0,4 9 0 16,-2-4 6-16,-2-5 11 0,1 7 3 0,3-3-3 16,-4-4-2-16,7 10 3 0,-5-6 3 15,2 2 6-15,1-1-2 0,-2-1-3 0,1 2 2 16,2-2-6-16,-3 0-3 0,3 2-6 15,-1 1-2-15,0-4 0 0,1 4-3 16,-1-1-5-16,2 2-3 0,-3-3 0 0,5 0-1 16,-4 2 2-16,2-1-3 0,-1 1-12 15,1-1-4-15,4 0 0 0,-4-1 0 0,0 2 0 16,3-3 0-16,2 1 0 16,-3-2 0-16,1 1 0 0,-1 1 0 0,2-1 0 15,-1-3 0-15,0 2 0 0,-3-1 0 16,2 0 0-16,3-1 0 0,-12-1 0 0,19 2 0 15,-11 0 0-15,3 0 0 0,-11-2 0 16,20 0 0-16,-13 1 0 0,-7-1 0 0,19 0 0 16,-9 2 0-16,-10-2 0 0,19 0 0 15,-10 0 0-15,-9 0 0 0,19 0 0 0,-19 0 0 16,19 0 0-16,-19 0 0 0,20 0 0 16,-20 0 0-16,16-2 0 0,-6 2 0 0,-10 0 0 15,17 0 0-15,-8 0 0 0,-9 0 0 16,18-1 0-16,-9 1 0 0,-9 0 0 0,19-4 0 15,-6 2 0-15,-2 2 0 16,1-1 0-16,0-3 0 0,0 2 0 0,-1 0 0 16,1 0 0-16,-1-2 0 0,0 2 0 15,1-1 0-15,-1 0 0 0,-1 1 0 0,1-2 0 16,-2 1 0-16,2-1 0 0,-2 1 0 16,0-2 0-16,0 2 0 0,3-2 0 15,-3-1 0-15,4 1 0 0,-4 0 0 0,0-3 0 16,3 2 0-16,-3 0 0 0,0-3 0 15,4 0 0-15,-4 1 0 0,-2-1 0 16,2-1 0-16,2 0 0 0,-2 1 0 16,-2-3 0-16,1 0 0 0,2-1 0 0,-5 1 0 15,4-3 0-15,-2 1 0 0,0-3 0 16,1-3 0-16,-3 3 0 0,1 1 0 0,-2-1 0 16,2 2 0-16,0 0 0 0,-5-1 0 15,1 0 0-15,0 5 0 0,0-1 0 0,0 0 0 16,-2 1 0-16,0-1 0 0,0 2 0 15,0-1 0-15,0 1 0 0,-2 2 0 0,0-3 0 16,-2-1 0-16,3 0 0 0,-3 1 0 16,0-3 0-16,0 0 0 0,-4-3 0 0,4 1 0 15,-5-1 0-15,4 0 0 0,-4-2 0 16,4 4 0-16,-3 1 0 0,1-1 0 16,-5-1 0-16,5 3 0 0,-3 1 0 15,-2 0 0-15,1 2 0 0,-2 1 0 0,-2-1 0 16,-5 0 0-16,2 2 0 0,-5 4 0 15,-4-1 0-15,-2 1 0 0,2 2 0 0,-12-2 0 16,6 4 0-16,5-2 0 0,-1 4 0 16,2 0 0-16,4 4-105 0,-1-2-410 15,5-4-154-15,-1 3-188 0,6 1 5 0,-4 0 89 16,5 0-744-16,-1 2-952 0</inkml:trace>
  <inkml:trace contextRef="#ctx0" brushRef="#br0" timeOffset="11079.67">22819 9964 137 0,'0'0'65'0,"0"0"-5"0,-9 4-10 0,9-4 12 16,0 0-1-16,0 0-6 15,-7 2-5-15,7-2-5 0,0 0-6 0,0 0-2 16,0 0-6-16,-8 4 0 0,8-4 2 16,0 0-9-16,0 0-2 0,0 0 3 0,0 0-8 15,0 0-15-15,0 0-11 0,0 0-21 16,-9 2-42-16,9-2-118 0,0 0 4 0,0 0 63 16</inkml:trace>
  <inkml:trace contextRef="#ctx0" brushRef="#br0" timeOffset="13179.4">24872 11311 982 0,'0'-7'265'0,"0"7"18"16,0-8 21-16,0 8 3 0,0-9 2 16,0 9-7-16,0-6-19 0,0 6-25 0,0 0 25 15,0 0 8-15,0 0-1 0,-13 29-16 16,8-10-22-16,-7 8-22 0,3 4-9 16,-3-2 3-16,2 0-2 0,3-6-15 15,-1-5-21-15,5-2-13 0,-3-3-17 0,2-2-16 16,2-1-7-16,0-2 7 0,-2-1 11 15,2-1 6-15,2-1 8 0,0-5-2 0,0 0-17 16,0 0-15-16,0 0-14 0,0 0-8 16,11-27-11-16,1-1-23 0,3-3-21 0,7-10-12 15,1-1-10-15,2 3-7 0,-3 3-14 16,-3 11-11-16,-3 5 0 0,-3 5 0 0,-4 5 0 16,3 1 0-16,-5 6-2 0,4 1-5 15,-11 2 4-15,22 4-3 0,-9 2-1 16,1 3 0-16,-2 2 4 0,8 0 4 15,-5 3-2-15,8 3 0 0,-2-2 5 0,-4-4 1 16,-2 1-4-16,-2-4 3 0,3 1 3 16,-5-2 3-16,-4-2-5 0,4 1-5 0,-4-4 0 15,-7-2 0-15,16 4 0 0,-16-4 0 16,20-5 0-16,-10 0 0 0,3-3 0 0,2-7 0 16,2-7 0-16,3-4 0 0,-2-5 0 15,7-4 0-15,-2-6 0 0,0-5 0 16,0 5-127-16,-2-1-24 0,-5 9-25 15,-3 8-32-15,-4 7-44 0,-6 5-62 0,0 2-66 16,-3 8-59-16,0 3-69 0,0 0-93 0,0 0-129 16,-35 19 57-16,26-9-562 0,0 2-698 15</inkml:trace>
  <inkml:trace contextRef="#ctx0" brushRef="#br0" timeOffset="13480.63">25761 11238 3382 0,'-8'5'-26'16,"0"2"39"-16,3-2 39 0,-3-2 37 0,2 3 21 16,2-3 14-16,4-3 3 0,-7 2-7 15,7-2-10-15,-8 6-8 0,8-6-11 16,-5 6-9-16,5-6-8 0,-7 3-7 16,7-3-6-16,0 0-7 0,0 0-6 0,0 0-14 15,0 0-27-15,0 0-12 0,0 0-19 16,29-7-1-16,-17-1 3 0,1-1 6 0,1-5 0 15,-1-1 3-15,-4-2-2 0,5-9 8 16,-7 3 4-16,1 3 9 0,-7 3-2 16,1-1 15-16,-2 1-5 0,-2 5-8 0,-1 0-6 15,-3 4 5-15,-1 1-2 0,-4 4-3 16,-1 3-17-16,12 0-34 0,-33 7-47 0,14 2-57 16,-7 5-66-16,-1 3-86 0,2 3-101 15,0-2-154-15,8-3 40 0,4-1-257 16,7-1-269-16</inkml:trace>
  <inkml:trace contextRef="#ctx0" brushRef="#br0" timeOffset="14100.65">25621 11110 2139 0,'-12'4'58'15,"-4"0"27"-15,3 4 34 0,-12 8 36 16,4 3 32-16,-2 0 15 0,2 6 19 0,4 1 9 15,2 0 1-15,1-1-4 0,7-1-3 16,3-3-13-16,4-4-6 0,2 0-16 0,3 2-15 16,5 0-13-16,5-4-17 0,8 3-16 15,1-5-13-15,1-4-12 0,-2-4-16 0,4-3-25 16,0-2-9-16,0-4-8 0,-3-2-8 16,9-6-4-16,-5 1-1 0,-5-7-1 0,-2 1-5 15,-10-3-2-15,-1-1-4 0,-2 1-1 16,-4-6-3-16,-4-12-3 0,-2 1 2 0,0-2-5 15,-6 4 0-15,2 3-4 16,0 7-1-16,-1 6-5 0,-4 6 1 0,-1 3-5 16,-3 4 3-16,-1 5-5 0,4 1-11 15,-8 3-18-15,2 7-23 0,-2-1-29 0,5 1-41 16,0 3-66-16,6-4-71 0,0 2-75 16,6-2-102-16,4-1-149 0,3 1-36 0,10 0 67 15,4 3-358-15,13-4-398 0</inkml:trace>
  <inkml:trace contextRef="#ctx0" brushRef="#br0" timeOffset="15366.67">26713 10999 2612 0,'-11'-5'40'0,"-2"4"35"0,-2 1 43 16,-5 4 44-16,-12 9 31 0,0 2 23 15,-15 10 14-15,4-2 14 0,2 6-1 0,0 1-7 16,7 1-13-16,5 0-15 16,9-3-17-16,4 0-18 0,5-1-17 0,4-3-13 15,6-3-13-15,2-4-15 0,6 4-14 16,2-1-4-16,11 1-14 0,2-3-18 0,3-3-27 15,1-7-33-15,-1-3-31 0,17-7-28 16,0-4-20-16,13-7-22 0,0-6-18 16,1-5-18-16,1-7-15 0,10-15 0 0,-5-5-2 15,-1-12 1-15,-3-7-9 0,-3-6-4 16,2-7-2-16,-3-9 12 0,-3-8 13 0,-1 1 10 16,0 3 26-16,-13 3 11 0,-1 8 12 15,-14 19 19-15,-8 12 28 0,-8 15 18 0,-8 10 23 16,-5 5 20-16,-6 9 26 15,-8 8 25-15,-8 9 22 0,-21 13 22 0,-7 10 12 16,-17 22 12-16,0 15 6 0,1 13 5 16,7 6-6-16,6 6-5 0,9 5-13 0,11 2-7 15,9-2-7-15,12 0-10 0,12-21-12 16,5-2-13-16,7-4-8 0,6-5-5 0,1-5-9 16,6-9-3-16,0-5-7 0,2-12-3 15,-2-4-3-15,2-11-1 0,-3-7-4 0,5-1-5 16,2-6 8-16,1-4-6 0,7-5 14 15,2-7 6-15,-2-3 8 0,9-5 9 0,-10 3 8 16,-6 1 7-16,0 3 14 0,-3 4 10 16,-10 4-11-16,1 2-13 0,-4 0-12 15,-2 1-10-15,0 5-2 0,-7 1 5 16,0 0-7-16,0 0-5 0,0 0-8 0,7 14-4 16,-7-9-1-16,2 1-9 0,-2-6-7 15,2 13 4-15,0-7-13 0,1 1-8 0,3-1-13 16,2 0-19-16,1-2-26 0,6-3-11 15,3 1-25-15,3-4-8 0,3 1-1 0,1-5 13 16,5-2 6-16,-1 1 10 0,-6-1 9 16,0 0 5-16,-4 2 14 0,-4 1 14 15,0 0 10-15,-5 1 5 0,1 1 2 16,-3 1 16-16,-8 2 18 0,0 0 9 0,0 0 4 16,0 0-4-16,0 0-1 0,3 9-4 15,-3-9-7-15,0 0-1 0,-5 11-2 16,5-11-8-16,-4 7-3 0,4-7-9 0,0 0-1 15,2 7-10-15,-2-7-26 0,12 0-15 16,-12 0-11-16,20-5-8 0,-2-3-9 0,0 1 10 16,2-4 1-16,-1 3 10 0,-2 1 13 15,-3 2 0-15,-1-3 6 0,-4 6 2 0,-1 0 27 16,-8 2 12-16,0 0 16 0,8 15 25 16,-12-1 15-16,-3 6 13 0,-9 13 14 0,-4 17 28 15,2 11 100-15,0 1 26 0,4 2 8 16,0-1-246-16,1-6-8 0,4-5 0 0,-3 1 0 15,-1-9 0-15,1-8 0 16,1-3 0-16,-5-4 0 0,1-1 0 0,-1-10 0 16,0 4 0-16,-6-2 0 0,8-8 0 15,-4-1 0-15,3-5 0 0,-2-2 0 0,2-4 0 16,-3-4 0-16,-1-2 0 0,2-5 0 16,4-3 0-16,3-1 0 0,5-3 0 0,3 1 0 15,8-3 0-15,3 3 0 0,6-8 0 16,4 1 0-16,4 5 0 0,4 0 0 0,1 0 0 15,5 1 0-15,10-1 0 0,3 1 0 16,2 0 0-16,5-2 0 0,-1-2 0 16,1-3 0-16,1-4 0 0,-3-4 0 0,-1-3 0 15,-5-1 0-15,-3 0 0 0,-4 5 0 16,-7 0 0-16,-8 6 0 0,-6 1 0 16,-7 4 0-16,-7 6 0 0,-3 2 0 0,-3 1 0 15,-7 3 0-15,-7 2 0 0,-12 6 0 16,-13 1 0-16,-7 5 0 0,-10 3 0 0,1 4 0 15,7 5 0-15,7 4 0 0,6 4 0 16,12-1 0-16,8 6 0 0,7-1 0 0,11-3 0 16,6-5 0-16,6 7 0 0,8-2 0 15,3-4 0-15,7-3 0 0,16 5-105 0,5-3-195 16,5-2-36-16,-1-4-54 0,3-1-54 16,-2-3-57-16,-10-3-66 0,-4-4-104 15,2-1-58-15,-4-6 72 0,1 6-530 16,0-3-653-16</inkml:trace>
  <inkml:trace contextRef="#ctx0" brushRef="#br0" timeOffset="15595.88">28602 11737 3262 0,'0'0'63'0,"0"0"85"16,0 0 58-16,-56 0 58 0,13 5 54 15,-22-2 64-15,-8 3 36 0,-31 2 23 0,-16 1 8 16,-15 3-3-16,-22 2-36 0,-14 1 0 16,-71 4-23-16,-12 4-31 0,-9-3-125 0,2-2-231 15,-4 1 0-15,14 8 0 16,19-6 0-16,62-1 0 0,10-3 0 0,19 8 0 0,22-4 0 15,22-5 0-15,34-3 0 16,10-5 0-16,15-1 0 0,8 0 0 0,6-4 0 16,10 1 0-16,0-3 0 0,6-1 0 15,8 0 0-15,0 0 0 0,-12-4 0 0,12 4 0 16,0 0-459-16,-5-4-214 0,5 4-120 16,0 0-66-16,-2-5 80 0,2 5-795 0,0 0-1016 15</inkml:trace>
  <inkml:trace contextRef="#ctx0" brushRef="#br0" timeOffset="23497.5">8903 6042 888 0,'-19'2'500'0,"3"-2"-165"15,-2 2-103-15,0-2-49 0,-1 2-10 0,2-2 2 16,-4 2 16-16,2-2 6 0,-2 3 10 16,4-2-3-16,2 1-13 0,1-2-12 0,1 1-17 15,-1 1-11-15,3 2-8 0,2-4-10 16,9 0-4-16,-16 2-6 0,16-2-7 0,-13 0-3 15,13 0-5-15,-12 2-5 0,12-2-2 16,0 0-8-16,-11 0 11 0,11 0 18 16,0 0 18-16,0 0 8 0,0 0 7 15,0 0 6-15,29 12 4 0,-10-9-4 0,5-3 0 16,15 2-5-16,3-1-8 0,4-2-8 16,3 1-12-16,14-5-9 0,1 5-10 15,6-6-14-15,-2 4-5 0,0-2-11 0,-3 0-6 16,-4 0-9-16,-13 1-6 0,-3 0-5 15,0 0-5-15,-6-3-3 0,-3 0-3 0,-7 4 4 16,-4 0 14-16,-2 0-3 0,-3 2 5 16,7-6 6-16,0 4-64 0,0-1-4 0,15-5 0 15,-4 2 0-15,4 2 0 0,-1-2 0 16,0 4 0-16,1-2 0 0,-2 2 0 16,-6 1 0-16,-5 1 0 0,-2-2 0 15,-7 2 0-15,1 0 0 0,-1-2 0 0,-4 2 0 16,-2 0 0-16,-1-2 0 0,0 2 0 15,-1 0 0-15,-12 0 0 0,19-2 0 0,-19 2 0 16,14 0 0-16,-14 0 0 0,11-2 0 16,-11 2 0-16,10 0 0 0,-10 0 0 0,0 0 0 15,0 0 0-15,11 0 0 0,-11 0 0 16,0 0 0-16,0 0 0 0,0 0 0 0,0 0 0 16,-32 4 0-16,10 0 0 0,-14 2 0 15,-5 1 0-15,-15 1 0 0,-7-2 0 16,-4 5 0-16,-1-1 0 0,-4-2 0 15,-11 3 0-15,1-1 0 0,-17 6 0 0,24-4 0 16,-4-3 0-16,9 4 0 0,1-1 0 16,4-2 0-16,6 2 0 0,4-2 0 15,15-1 0-15,-2-3 0 0,6 3 0 0,7-4 0 16,4 0 0-16,0 0 0 0,4-1 0 16,5-1 0-16,0-1 0 0,3 1 0 0,2-1 0 15,-1 0 0-15,12-2 0 0,-15 2 0 16,15-2 0-16,-14 3 0 0,14-3 0 0,0 0 0 15,-15 3 0-15,15-3 0 16,0 0 0-16,-10 0 0 0,10 0 0 0,0 0 0 16,0 0 0-16,0 0 0 0,39 0 0 0,-1-3 0 15,10 0 0-15,18-1 0 0,10-1 0 16,30-5 0-16,2 0 0 0,4-1 0 16,3 3 0-16,-3-6 0 0,-5 2 0 0,-29 3 0 15,-4 3 0-15,-4-3 0 0,-7 1 0 16,-15 4 0-16,-8-1 0 0,-9 0 0 0,-6 3 0 15,-8 1 0-15,0-3 0 0,-3 2 0 16,-2 2 0-16,-4-1 0 0,-8 1 0 0,16-2 0 16,-16 2 0-16,11-3 0 0,-11 3 0 15,0 0 0-15,14 0 0 0,-14 0 0 0,0 0 0 16,0 0 0-16,0 0 0 16,12 0 0-16,-12 0 0 0,0 0 0 0,0 0 0 15,0 8 0-15,0-8 0 0,0 0 0 16,0 0 0-16,0 0 0 0,0 0 0 0,0 0 0 15,0 0 0-15,0 0 0 0,0 0 0 16,-9 12 0-16,9-12 0 0,0 0 0 0,-7 3 0 16,7-3 0-16,0 0 0 0,-8 4 0 15,8-4 0-15,0 0 0 0,-12 5 0 0,7-2 0 16,-1 1 0-16,0-1 0 0,6-3 0 16,-13 8 0-16,9-2 0 0,4-6 0 15,-10 2-446-15,10-2-299 0,0 0-190 16,0 0 81-16,0 0 92 0,0 0-751 0,0 0-959 15</inkml:trace>
  <inkml:trace contextRef="#ctx0" brushRef="#br0" timeOffset="26977.73">12202 5949 3773 0,'-11'0'-187'0,"0"4"42"0,0-4 44 15,11 0 27-15,-19 2 35 0,19-2 33 0,-15 0 39 16,15 0 26-16,-16 1 16 16,16-1 5-16,0 0-5 0,-14 0-7 0,14 0-2 15,0 0-1-15,0 0-3 0,-12 2 1 16,12-2-6-16,0 0-5 0,0 0-2 0,0 0 3 16,0 0 0-16,0 0 8 0,0 0 2 15,0 0 2-15,0 0-8 0,0 0-2 16,40-5-5-16,-25 5-7 0,5-2-3 0,-4 2-3 15,5-2-7-15,-1 2-4 0,0 0 2 16,1 0-6-16,2 0-2 0,-1 0 1 16,4-3 1-16,-2 2-2 0,1-3-5 15,2 0 3-15,-2 1 5 0,2 0 5 0,2-3 3 16,1 1 2-16,-1-3-1 0,-5 3 4 16,-1 0-1-16,-2-2 0 0,4 1 3 0,-5 2-4 15,3-2-1-15,-7 1-1 0,3 0-6 16,-4 2 1-16,0-3-6 0,-1 3 0 0,-3 0 0 15,0-1-5-15,1 1 0 0,-1 1-3 16,-2 0-1-16,2 1 1 0,-2-1-2 0,0 0-1 16,-9 2-1-16,20-3-1 0,-13 1 0 15,-7 2 0-15,16-2 3 0,-9 0 0 16,-7 2-4-16,18-1 2 0,-11-2-4 16,-7 3-2-16,17 0-2 0,-11-2 5 0,-6 2-2 15,19-2-1-15,-12 1 2 0,-7 1-5 16,16-2 3-16,-16 2-1 0,13 0-4 15,-13 0-1-15,15-4 4 0,-7 4 3 0,-8 0-6 16,0 0 3-16,21 0 0 0,-14-1 1 16,-7 1 1-16,20-2-1 0,-7 0-1 0,-1 1-1 15,1-1 3-15,-1-2-5 0,4 1 2 16,4 0 2-16,-6-1-4 0,2 2 2 0,-3 2 0 16,0-2-3-16,1 0 3 0,-1 1-1 15,-3 0 0-15,-10 1-5 0,18-2 4 0,-7-1 2 16,-11 3-1-16,13 0 1 0,-13 0 0 15,11 0-2-15,-11 0 5 0,10-2-1 16,-10 2 0-16,9-2-1 0,-9 2 1 16,0 0-1-16,16 0 1 0,-16 0 0 0,11-4-1 15,-11 4-1-15,15-1 0 0,-5 1-1 16,-10 0-1-16,16 0 2 0,-4 0-3 16,-12 0 3-16,15 0-5 0,-6 1 2 0,-9-1 1 15,12 0-1-15,-12 0-2 0,0 0 1 16,15-1 4-16,-15 1-2 0,0 0 0 0,14 1 1 15,-14-1 4-15,0 0-1 0,0 0-4 16,11 0 2-16,-11 0 3 0,0 0 0 0,0 0-7 16,0 0 4-16,0 0 2 0,12 0-2 15,-12 0-2-15,0 0 2 0,0 0 0 16,0 0 2-16,0 0-4 0,0 0 0 16,0 0 0-16,0 0 2 0,9 2 0 0,-9-2 2 15,0 0 0-15,0 0 2 0,0 0 3 16,0 0 4-16,0 0 1 0,0 0 7 0,10 2 8 15,-10-2 4-15,0 0 1 0,0 0 3 16,0 0-2-16,0 0 5 0,0 0-4 0,0 0 0 16,0 0-5-16,0 0-3 0,0 0-3 15,0 0-4-15,0 0 1 0,0 0-2 16,0 0 0-16,0 0-2 0,0 0-2 16,0 0 4-16,0 0-4 0,0 0 4 15,0 0 2-15,0 0-2 0,0 0 3 0,0 0 0 16,0 0 2-16,0 0 1 0,0 0 3 15,0 0 3-15,0 0 4 0,0 0 3 0,0 0-4 16,0 0 1-16,0 0 1 0,0 0-4 16,0 0 2-16,0 0-2 0,0 0-11 0,0 0 3 15,0 0-3-15,0 0-3 0,0 0-1 16,0 0 0-16,0 0-5 0,0 0 3 0,0 0-4 16,0 0-1-16,0 0 2 15,0 0 0-15,0 0-5 0,0 0 7 0,0 0-2 16,0 0 3-16,0 0-5 0,0 0-1 15,0 0 0-15,0 0-2 0,0 0 3 0,0 0-2 16,-35 4-1-16,24-1 2 0,-8 0-2 16,1 0-2-16,-6 3 4 0,-1-4-8 15,-12 6 3-15,-2-1-2 0,-3 0 7 0,-4-2-6 16,3 0 7-16,-1 0 5 0,0 4 20 16,4-6 4-16,2 1 2 0,8-1 3 0,3-1 0 15,2 1-9-15,0-1-2 0,4-1-1 16,0 1-1-16,2 2-3 0,0-1 3 0,-2 0 5 15,2-1-2-15,4 0-8 0,-2 0 0 16,-1 3 1-16,1-2 7 0,0-1 9 16,0 1 12-16,0 1-2 0,-2-3 4 15,2 3 5-15,-3-1-1 0,4 1-3 0,-4-1 2 16,4 1-2-16,-2-1-7 0,5 0-1 16,-1-1-2-16,1 0-3 0,-1 1-2 0,3-1-6 15,-1 0-16-15,1-1-20 0,0 3 0 16,11-4 0-16,-17 7 0 0,7-4 0 0,-2 0 0 15,3 1 0-15,0-1 0 0,9-3 0 16,-20 10 0-16,11-6 0 0,0 1 0 16,1 0 0-16,-2-1 0 0,1 1 0 0,-1 1 0 15,10-6 0-15,-15 8 0 0,8-7 0 16,7-1 0-16,-16 5 0 0,9-1 0 16,7-4 0-16,-14 4 0 0,14-4 0 15,-9 4 0-15,9-4 0 0,-10 3 0 0,10-3 0 16,0 0 0-16,-12 2 0 0,12-2 0 15,0 0 0-15,0 0 0 0,-11 4 0 0,11-4 0 16,0 0 0-16,0 0 0 0,0 0 0 16,0 0 0-16,0 0 0 0,-7 4 0 0,7-4 0 15,0 0 0-15,0 0 0 0,0 0 0 16,0 0 0-16,34-8 0 0,-16 6 0 0,-2-1 0 16,2-1 0-16,6-2 0 0,11-1 0 15,-1-2 0-15,4 3 0 0,4-5 0 0,-2 5 0 16,4 0 0-16,-3-2 0 15,4-1 0-15,-6 3 0 0,0-3 0 0,1 2 0 16,-4 2 0-16,0-1 0 0,-7 2 0 16,-6 2 0-16,-7-1 0 0,6-1 0 15,-5 1 0-15,0-1 0 0,-3 3 0 0,-1-3 0 16,0 2 0-16,-2 1 0 0,2-1 0 16,-1-1 0-16,-1 1 0 0,3-1 0 0,-1 1 0 15,-2 0 0-15,3-1 0 0,1 1 0 16,1-1 0-16,-2 1 0 0,4 0 0 0,2 0 0 15,-4-1 0-15,5 0 0 16,-4 1 0-16,2 0 0 0,-1 1 0 0,0-1 0 16,-2 0 0-16,-1 0 0 0,1 1 0 0,-3-1 0 15,0-1 0-15,-2 1 0 0,1 0 0 0,-12 2 0 16,17-4 0-16,-8 3 0 16,-9 1 0-16,16-3 0 0,-9-1 0 0,-7 4 0 15,13-3 0-15,-13 3 0 0,12-4 0 16,-12 4 0-16,11-1 0 0,-11 1 0 0,0 0 0 15,14-4 0-15,-14 4 0 0,10-1 0 16,-10 1 0-16,7-2 0 0,-7 2 0 0,0 0 0 16,0 0 0-16,0 0 0 0,16-2 0 15,-16 2 0-15,0 0 0 0,0 0 0 16,0 0 0-16,0 0 0 0,0 0 0 0,0 0 0 16,0 0 0-16,13-2 0 15,-13 2 0-15,0 0 0 0,0 0 0 0,0 0 0 16,0 0 0-16,0 0 0 0,0 0 0 15,0 0 0-15,0 0 0 0,0 0 0 0,0 0 0 16,0 0 0-16,0 0 0 0,0 0 0 16,0 0 0-16,0 0 0 0,0 0 0 0,0 0 0 15,0 0 0-15,0 0 0 0,0 0 0 16,0 0-208-16,0 0-576 0,0 0-172 0,0 0 85 16,-29-6 100-16,29 6-794 0,0 0-1007 15</inkml:trace>
  <inkml:trace contextRef="#ctx0" brushRef="#br0" timeOffset="28928.61">15248 5857 4050 0,'-14'3'-160'15,"2"1"51"-15,1-2 43 0,0-1 28 16,0 1 27-16,4 0 42 0,7-2 44 0,-15 3 20 15,15-3 14-15,-14 2 3 0,14-2-3 16,-9 2-1-16,9-2-3 0,-7 1 2 16,7-1 1-16,0 0 8 0,0 0 2 15,0 0 11-15,0 0 9 0,0 0-3 0,0 0-3 16,0 0-8-16,30 6-6 0,-15-6-13 16,8 0-6-16,6 0-8 0,-1 0-4 0,1 0-7 15,3 0-11-15,12 0 0 16,-4 1-10-16,4-2-6 0,-3-1-3 0,0 2-5 0,1 0 1 15,-8 0-12-15,7-2 1 0,-9 0-7 16,-2 2 2-16,8-1-6 0,4-1-5 16,-12-2-1-16,1 3-3 0,-5-1 8 15,1-1-13-15,2 1 1 0,-2-2 3 0,-2 1-1 16,-3 0 0-16,-3-1-5 0,1 3 3 16,-4-3-4-16,0 1 1 0,-1 1 0 0,-3 0 0 15,1 1-4-15,-2-1 1 0,3 0-4 16,-1 0 2-16,0 0-1 0,-1 2 0 0,1-1 2 15,2-2 2-15,-2 3-3 0,6-2-2 16,3 0-1-16,-4 2 1 0,7-1 5 16,-4-1-8-16,3 2 2 0,-4-4 3 0,-3 4-2 15,-2-1 4-15,1-1 1 16,-3 0 5-16,-1 2 14 0,-12 0 0 0,16-1-3 16,-5-1 1-16,-11 2-10 0,13 0 6 15,-13 0-1-15,11-2-10 0,-11 2 1 0,0 0 1 16,14 0-1-16,-14 0-1 0,0 0-1 15,14-2-5-15,-4 4 5 0,-10-2-4 0,25 0 4 16,-8 2-6-16,1 0 2 0,0 1-6 16,1-1 6-16,3-1-3 0,-6 3 0 0,0-2 1 15,1-1 2-15,-3-1-3 0,-3 2 4 16,0-2 0-16,1 0-3 0,-12 0 2 0,16 2-1 16,-5-2 3-16,-11 0 2 0,14 0-1 15,-14 0 1-15,16 0 1 0,-16 0-7 0,15 0 1 16,-15 0 0-16,19 0 1 0,-10 0 0 15,2 0-6-15,1 3 3 0,0-3 3 16,-12 0-6-16,19 1 4 0,-10 1-2 16,1 0-3-16,1-2-1 0,-3 2-3 0,-8-2 4 15,17 3 3-15,-9-3-6 0,-8 0 8 16,11 0-3-16,-11 0 0 0,12 2 4 16,-12-2 4-16,0 0 3 0,17 0-7 0,-17 0-4 15,12-2 4-15,-12 2 0 0,16-1 1 16,-4 1-7-16,1 0 1 0,5 0-2 0,-2 1 5 15,6-1 1-15,-6 2-2 0,4-2 4 16,-5 2-7-16,0-2 3 0,-2 0 0 0,-1 1 1 16,-12-1 3-16,18 0-3 15,-18 0 4-15,14 0-3 0,-14 0 5 0,11 2 5 16,-11-2 2-16,12 0 6 0,-12 0-5 16,0 0 7-16,0 0-5 0,13 0-5 0,-13 0 3 15,0 0 4-15,0 0-11 0,0 0-3 16,14 0-5-16,-14 0 13 0,0 0-10 0,0 0 4 15,11 0-2-15,-11 0-4 0,0 0 0 16,11 2 5-16,-11-2-9 0,0 0 2 0,0 0-6 16,31-2 1-16,-15 0 3 0,2 2-3 15,11 0 7-15,-1 0-3 0,13 0 6 16,-5 0-8-16,-5 2-13 0,-1-2 1 16,0 0-5-16,-3 0 5 0,-5 2-4 0,0 0 5 15,-3-4-5-15,0 4 4 0,-6-1 4 16,-2-1 3-16,2 0 1 0,-13 0 5 15,20 0-3-15,-12 0 1 0,-8 0 2 0,20 0 1 16,-7 0 0-16,-1-1-5 0,8 1 7 16,7 0-5-16,3 0 2 0,15 0 6 0,5 0-6 15,-3 1-7-15,1 1 6 0,-2 0-1 16,-6-2 0-16,-7 3 1 0,-7-1 4 0,-5-1-4 16,-5-1 4-16,0 0 3 0,0 0 1 15,-3 0-3-15,1 0-2 0,-5 2 1 16,-9-2 5-16,17 0-3 0,-7 0 6 15,-10 0 5-15,0 0 6 0,19 0 5 0,-19 0 3 16,0 0 6-16,19-2 9 0,-19 2 3 16,0 0 0-16,13 0 1 0,-13 0 2 0,0 0 1 15,0 0-6-15,0 0-3 0,13 2-1 16,-13-2 0-16,0 0-8 0,0 0 0 0,0 0 3 16,0 0-8-16,14 2-2 0,-14-2-1 15,0 0 1-15,0 0 10 0,0 0 5 0,0 0 3 16,9 0 7-16,-9 0 2 0,0 0 1 15,0 0 2-15,0 0 3 0,0 0 2 16,0 0-58-16,0 0 0 0,0 0 0 16,0 0 0-16,0 0 0 0,0 0 0 0,0 0 0 15,0 0 0-15,0 0 0 0,0 0 0 16,0 0 0-16,0 0 0 0,0 0 0 16,0 0 0-16,0 0 0 0,0 0 0 0,0 0 0 15,0 0 0-15,0 0 0 0,0 0 0 16,0 0 0-16,0 0 0 0,0 0 0 0,0 0 0 15,0 0 0-15,0 0 0 0,0 0 0 16,0 0 0-16,0 0 0 0,0 0 0 0,0 0 0 16,0 0 0-16,0 0 0 0,0 0 0 15,0 0 0-15,0 0 0 0,0 0 0 0,0 0 0 16,0 0 0-16,0 0 0 0,0 0 0 16,0 0 0-16,0 0 0 0,0 0 0 15,0 0 0-15,0 0 0 0,0 0 0 16,0 0 0-16,-26 5 0 0,26-5 0 0,-13 2 0 15,13-2 0-15,0 0 0 0,-14 1 0 16,14-1 0-16,-8-6-253 0,5 0-449 0,1 0-254 16,2 6 84-16,5-17 93 0,-1 5-795 15,2 5-1017-15</inkml:trace>
  <inkml:trace contextRef="#ctx0" brushRef="#br0" timeOffset="33141.91">13292 6875 3882 0,'0'0'-218'0,"0"0"50"0,0 0 37 16,0 0 25-16,0 0 26 0,0 0 31 0,0 0 34 15,0 0 28-15,0 0 22 0,0 0 21 16,0 0 10-16,0 0-2 0,0 0 1 16,0 0-4-16,0 0-8 0,0 0 1 0,-20 3 1 15,20-3-3-15,0 0 8 0,0 0 6 16,-18 0 2-16,18 0 8 0,-19 2 2 15,6 0 6-15,-1-2 1 0,1 0 5 16,-3 2-2-16,1-2-2 0,0 0-1 0,-7 0-2 16,2-2-2-16,-1 2-1 0,-2 0 1 15,-1-2 4-15,-5 0 1 0,0 2-4 0,3 0-6 16,-5-3-1-16,2 2-6 0,-8-5-1 16,-4 5 3-16,3-3-1 0,6 2-1 0,-8 0 0 15,10 0-5-15,1-2 4 0,0 3-2 16,2-2-6-16,-3 0 1 0,3 0-5 0,0 1-7 15,1 0-2-15,-1 0-3 0,0-1-4 16,1 3-3-16,-1 0 1 0,4-2-7 16,-2 2-3-16,2 0-1 0,3 0-5 0,-7 0-3 15,-2 0 2-15,5 0-7 0,-5 2 5 16,2 0-6-16,0-1 0 0,0 1 3 16,4 0 6-16,-4 2 5 0,2 0 2 15,-2-4-2-15,0 4 6 0,2-2 6 0,1 2-3 16,3-2 6-16,0-2 7 0,-2 0 1 15,0 0-6-15,0 0 2 0,2 0 5 0,1 0 5 16,-1 0-6-16,-6-4 0 0,5 4-11 16,-1-2 0-16,3 0-7 0,-1 1 3 0,-2-2-13 15,-6 3-2-15,3 0-2 16,-4 0 3-16,-1 0-3 0,3 0-4 0,-5 0 1 16,5 0 1-16,-5 0-3 0,5 0-7 15,-3 0 2-15,3 0 1 0,-3 0 4 0,2 0-2 16,1 0 1-16,-1 3-8 0,0-6 4 15,3 6-4-15,-5-6-1 0,4 6-4 0,2-2 9 16,0 3-5-16,3-2-3 0,1 0 0 16,-2 2 1-16,-2-2-1 0,-1 1 6 0,1 2-5 15,0 0 6-15,2-1 8 0,5 0-1 16,-4 0 2-16,-2 2 2 0,-1-1-6 0,-2-1 4 16,3 0 8-16,-3 0-2 0,-5 2-1 15,-5 2-1-15,6-3-1 0,5-1-3 16,-9 4 2-16,-1-1-2 0,8-2-1 15,-7 2-6-15,7-2 1 0,5-4-1 0,-3 5-3 16,-1-1-1-16,-7 4 3 0,5-4-1 16,-1 5-3-16,5-3 2 0,3-2 3 15,-1 2-4-15,-1 0-2 0,1-1-3 0,2 3-8 16,2 1-5-16,-12 3 8 0,5 0-4 16,3-3 2-16,-4 4-2 0,6-1 2 0,5-1 11 15,-9 2-12-15,5-1 4 0,5 1 2 16,0-3 1-16,0 1-6 0,1-1 2 0,1 3 6 15,4-3 0-15,-3 5-1 0,3-1-2 16,1-1 7-16,-2 5 5 0,6-4 9 16,-1 5-10-16,3-2 14 0,0 1-15 15,2-1 7-15,0 3-3 0,2 0 1 0,5 0 4 16,-3 3-2-16,2-2-2 0,6 4 0 16,-3 2 2-16,0-5 0 0,7 1-3 0,-1 0 5 15,0-1-6-15,3-5 6 0,0 2-1 16,5 2-3-16,-3-3-3 0,2 1 3 0,3-1-4 15,0-2-9-15,4-2 0 0,-3 0 0 16,5 2 0-16,1-1 0 0,2-3 0 0,4 0 0 16,0 1 0-16,10 1 0 0,2-1 0 15,-7-6 0-15,-1 1 0 0,2-3 0 16,-2 1 0-16,2-2 0 0,-4-1 0 16,-8-2 0-16,8-1 0 0,-5-1 0 0,-4 0 0 15,-6 0 0-15,16-1 0 0,1-1 0 16,-12 0 0-16,1 0 0 0,-5 2 0 0,5 0 0 15,9-5 0-15,-8 4 0 0,11 1 0 16,-4-2 0-16,7 0 0 0,-2 0 0 0,8 4 0 16,-3-2 0-16,4 0 0 0,14 2 0 15,0-4 0-15,-2 4 0 0,-1 0 0 16,1 2 0-16,3-2 0 0,-3 2 0 0,4-2 0 16,-2 1 0-16,-1-1 0 0,-5-1 0 15,-7 2 0-15,0-2 0 0,-4-1 0 0,-2 0 0 16,1 1 0-16,-1-1 0 15,1 0 0-15,-6-1 0 0,3 1 0 0,-1-4 0 16,-5 3 0-16,3-1 0 0,-4 0 0 16,1 1 0-16,1-3 0 0,-2 2 0 0,1 0 0 15,3-2 0-15,0 0 0 0,3 0 0 16,1 0 0-16,1-2 0 0,0 1 0 0,-2 3 0 16,-3-4 0-16,3 1 0 0,-2-1 0 15,-4 3 0-15,2-2 0 0,0 1 0 0,-2 1 0 16,-2-2 0-16,4 2 0 0,-4-1 0 15,2-1 0-15,2-2 0 0,-2 2 0 0,-2 0 0 16,0-2 0-16,-2-2 0 16,0 2 0-16,1-1 0 0,-3-1 0 0,1-1 0 15,-3 0 0-15,-5 1 0 0,3 1 0 16,-5-2 0-16,-5 4 0 0,-4 0 0 0,4-1 0 16,-6 0 0-16,-1 0 0 0,1-1 0 15,1 3 0-15,-1-4 0 0,-1 2 0 0,1-2 0 16,-2 0 0-16,1 2 0 0,-2-1 0 15,1 2 0-15,-3-2 0 0,2 1 0 0,-2-1 0 16,1 2 0-16,0-2 0 0,-1 3 0 16,-1-2 0-16,1 0 0 0,-5 5 0 15,3-6 0-15,1 1 0 0,-2-1 0 0,0 1 0 16,-1-2 0-16,1 0 0 0,-1 0 0 16,2-4 0-16,0 1 0 0,1 2 0 15,-5 0 0-15,1 0 0 0,3-2 0 0,-4 3 0 16,-1-3 0-16,0 1 0 0,2 1 0 15,-4 0 0-15,0-2 0 0,0 1 0 0,-2-2 0 16,0 0 0-16,0 0 0 0,-2-2 0 16,-2-1 0-16,0 1 0 0,3-1 0 0,-5-3 0 15,1 3 0-15,-1-1 0 0,0 5 0 16,-1-6 0-16,2 5 0 0,-4 2 0 0,-1-3 0 16,-2 1 0-16,1-3 0 15,-3 2 0-15,1 1 0 0,1 1 0 0,1 1 0 16,1-2 0-16,-4 0 0 0,1 0 0 15,3 3 0-15,-1-2 0 0,-3 1 0 0,3-2 0 16,1 4 0-16,1-3 0 0,-2 2 0 16,-2-2 0-16,-5 2 0 0,4-1 0 0,-13-1 0 15,-3 1 0-15,-8 0 0 0,-14-2 0 16,-7-2 0-16,-7 3 0 0,-7 0 0 16,-2 1 0-16,-29-1 0 0,4 1 0 0,-7 3 0 15,-4 2 0-15,-4-2 0 0,-2 4 0 16,1 3-118-16,4 4-389 0,5 4-116 0,27 2-152 15,0 1-81-15,8 0 88 0,7 5-777 16,4-4-990-16</inkml:trace>
  <inkml:trace contextRef="#ctx0" brushRef="#br0" timeOffset="37560.42">17172 7003 1270 0,'0'0'650'15,"0"0"-229"-15,-4 6-122 0,4-6-33 0,0 0-12 16,-3 11-10-16,3-11-14 0,3 11-13 16,-3-11-7-16,10 11-3 0,-5-6-1 0,6-2-9 15,3 3-7-15,3-5-9 0,2-2-10 16,15-6-9-16,2-4-11 0,12-6-11 0,-2-5-15 16,0-2-9-16,-5-1-17 0,0-1-5 15,-3-2-15-15,-10 7-4 0,-4 1-7 0,-2-1-14 16,-7 4-12-16,-2 3-33 15,-1 4-25-15,-6-2-37 0,-1 5-43 0,3-1-69 16,-4 3-77-16,-3 1-95 0,-1 4-74 16,0 0-85-16,0 0-114 0,0 0-34 0,0 0 58 15,0 0-357-15,-16 15-421 0</inkml:trace>
  <inkml:trace contextRef="#ctx0" brushRef="#br0" timeOffset="37824.5">17497 7294 3155 0,'-2'5'375'0,"2"-5"-6"16,0 0 23-16,0 0 13 0,0 0 7 15,0 0-18-15,0 0-15 0,37-32-26 0,-13 11-32 16,10-6-32-16,7-2-31 0,1 0-25 16,2 0-21-16,1 3-22 0,0-2-25 0,-6 4-19 15,-6 5-31-15,-6 4-87 0,-4 3-28 16,-9 1 0-16,0 5 0 0,-3-1 0 0,-1 1 0 15,-3 3 0-15,-1-2-112 0,2 2-72 16,-4-1-57-16,-4 4-70 0,5-5-83 0,-5 5-70 16,6-8-97-16,-6 8-114 0,0 0-82 15,0 0 61-15,0 0-595 0,0 0-750 16</inkml:trace>
  <inkml:trace contextRef="#ctx0" brushRef="#br0" timeOffset="46890.12">14195 7090 1479 0,'0'0'194'0,"0"0"-50"0,-15-4-20 16,15 4-19-16,0 0-14 0,-10 0 8 15,10 0 8-15,0 0 1 0,0 0 1 0,0 0-9 16,0 0-5-16,0 0-4 0,0 0-4 15,0 0-1-15,0 0 2 0,0 0 3 16,0 0-6-16,0 0-3 0,36-7-7 16,-21 6 1-16,1 1-4 0,3-1-2 0,2 1 5 15,-2-3 8-15,4 1-8 0,2 1-2 16,-5 1-3-16,9-1-6 0,-2-1 3 0,1 0 1 16,10-2 2-16,7 1 3 0,-4 0-4 15,4-1-7-15,-4 1-2 0,3-3-8 0,-4 3-4 16,0 0 2-16,2-1 7 0,-12 3-2 15,-1 0-1-15,-1-3-5 0,-1 2-6 16,0-2-1-16,2 3-1 0,-3-1 5 16,1 2 0-16,4-2-1 0,-5-1-5 0,14 1-3 15,4 0-3-15,2 1 0 0,-1-3-1 16,3 3-3-16,4-3-2 0,11 1 0 16,-2-1-4-16,1 1-6 0,1-1 2 0,0 1-3 15,-11-1 0-15,-3 1-1 0,-1-1-5 16,-3 3 4-16,-1-2-6 0,-4-2-2 0,2 3 3 15,-2-4-1-15,-4 2-1 0,2 2 0 16,0-4 13-16,6 0 4 0,-2 3 1 0,2-3-4 16,2 0 3-16,2 4-8 0,-5-4 0 15,5 2 0-15,-3 2-1 0,3-2-5 0,-6 1-1 16,2 1 0-16,0 0 0 0,-5 1 0 16,-3-2-5-16,-11 3 3 0,2-2-3 15,-4 2 0-15,0 0 1 0,-1 0-2 16,-4 0 4-16,3 0-5 0,3-2 2 0,0 0-2 15,2 0 0-15,5 0 0 0,11-2 1 16,-2 1-1-16,6 2-1 0,1-3-1 0,-2 2 0 16,2 1 3-16,-3-1 0 0,1 0-1 15,0 2-2-15,-4 0 3 0,-6 0-3 0,-5 0 0 16,1 2-3-16,-5-4 3 0,1 2-2 16,0 2 4-16,0-2-2 0,-5 0-1 0,-1 0 0 15,2 0 0-15,4 0 3 0,2 0-4 16,-4-2 0-16,6 2 2 0,12-2-2 15,-9 2 0-15,5 0 1 0,-3 0 2 16,-5 0-4-16,-2 0 2 0,-1 2 0 0,1-2 2 16,-4 0-1-16,-4 2-1 0,0-2 0 15,0 2 1-15,0-1 2 0,0-1-3 16,-1 2-1-16,2-2 2 0,-1 0-1 0,-1 2 0 16,3-2 4-16,0 0-4 0,4 2 2 15,2-2 0-15,1 0 0 0,-3 0 0 0,6 1-2 16,-5-1 6-16,3 3-6 0,-3-3-1 15,-2 0 0-15,3 2-2 0,-2-2 2 0,-1 2 1 16,1 0 0-16,2 0 0 16,-1 0 4-16,1-2-3 0,3 0-1 0,10 2 0 15,2-2 1-15,0 0-1 0,0 0 2 16,-1 0-1-16,1 0-1 0,-9 0-1 0,-4-2 1 16,-3 2-1-16,0 0 2 0,-1 0-3 15,-4 0 4-15,0 0-2 0,-2 0 1 0,-1 0-2 16,2-2 2-16,-3 2 0 0,1 0-3 15,2 0 2-15,1 0 0 0,-1 0 2 0,1 0-3 16,6 0 2-16,-3 2-2 0,3-2 0 16,0 0 3-16,-2-2 0 0,-4 2-2 0,-3 0 1 15,1-2 1-15,0 0-1 0,0 0 0 16,-2 0 0-16,1 2-3 0,-4-3 5 16,4 0-2-16,-2-1-2 0,1 3 0 0,6-5 0 15,0 6-1-15,2-4 0 0,11 0 1 16,2 3 0-16,-1-2-1 0,2 0 1 15,3 2 1-15,-5-1-4 0,2 2 4 16,-7 0 0-16,-2 0 1 0,-1-2-3 0,-2 0 2 16,-3 2 1-16,-1-2 2 0,-3 1-2 15,-2-1-1-15,-3 0 0 0,4 2 0 0,-2-4 2 16,1 0-4-16,-2 2 0 16,1 0 2-16,0-3 1 0,-2 2-1 0,7-2 1 0,-6 0 0 15,0 0 2-15,5-2 0 0,-3 0-2 16,-1-2-1-16,3 1 5 0,-6-1-5 15,6-1 2-15,-5 0-1 0,2 0-1 16,-4-4 4-16,4 1-4 0,-4 0 1 0,-2-3 2 16,-1-1-2-16,7-5 0 0,-7 1-1 15,-5 2 0-15,4-8-2 0,0 3 2 0,-6 0 0 16,2-8-1-16,-1-1-2 0,0-1 0 16,-3 1 0-16,2 4 2 0,-1 3-1 0,-3 3 5 15,1 0 2-15,0-1 2 0,-2 3-2 16,2-2 0-16,-2 2 3 0,0 2 0 0,-2 0-3 15,0 0-2-15,2 1 0 0,0-2-1 16,-2 2 1-16,2 1 0 0,-1 0 0 0,1-1-4 16,-2 1 3-16,0 3 1 15,-3 3-2-15,3 1-2 0,1-2-2 0,-3 1-1 16,0 2 1-16,-1 0-1 0,-3 1 1 16,2 1 1-16,-4 1 2 0,-1-2-1 0,1 2-1 15,-3-3 2-15,0 2-4 0,0 2 4 16,-2-2-1-16,-3 0-2 0,3 2 0 15,-2 2 0-15,-3-2 0 0,0 3 0 0,1-1 2 16,-3 3-2-16,-2-2 0 0,1 2 2 16,-3 0 1-16,-1 0 1 0,-4 0-2 0,3 2 1 15,-3-2 0-15,-9 1 1 0,0-1-2 16,6 0 2-16,3 0 2 0,2 0-4 16,-3 2-1-16,-8-2 4 0,6 2-3 15,6-2 3-15,-3 3-4 0,-7-1 1 0,6-1 0 16,3 1-1-16,2 2 4 0,-1-1 2 15,-3-1-5-15,5 1 2 0,-10 2 0 0,5-1-3 16,4-2 5-16,2 1-1 0,0 0-3 16,0-1 4-16,0 0-6 0,0-1 6 0,-2 1-2 15,-2-2-1-15,1 0 1 0,-1 2-1 16,-13-4 0-16,8 2-2 0,-7-2 2 16,2 2 1-16,-3-3-1 0,2 1-3 15,-2 0 2-15,-1 1 2 0,4-1-1 0,-3 1-1 16,1-1-2-16,7 0 3 0,4 2 0 0,-1-2 0 15,1 2-4-15,-1 0 4 0,1 0-3 16,-12 0 2-16,3 0 0 0,3 0 0 16,-5 2 0-16,-1 0 2 0,0-2-5 0,-2 0 6 15,2 2 0-15,0-1-2 0,8-1-2 16,7 2 2-16,-1-1 0 0,-3 1 0 0,4 0 0 16,3 0-1-16,0-1 0 0,0 1 3 15,3 0 0-15,3-2-2 0,-2 2 1 16,3-2-2-16,-2 0 3 0,2 1-1 0,-5-2-2 15,6 2 2-15,-5-2-2 0,0 1 3 16,-2 0-3-16,-4 0 0 0,1 1-3 16,-1-2 4-16,-2 1 0 0,0 0 0 15,3 0 0-15,-3 0 0 0,0 0-1 0,4 0 2 16,0 0-1-16,2 0-1 0,-1 0 1 16,2 0 1-16,-1 0 1 0,0 0-4 0,2 0 2 15,-1 0-3-15,-1 0 3 0,-8 0-2 16,2 0 4-16,1 0-2 0,-1 0-1 0,1 0 2 15,-3 0 0-15,4 0 2 0,0-2 0 16,-1 2-3-16,4-2 0 0,-3 0 0 0,0 1-1 16,6 1 2-16,-6-2-1 0,4 0 0 15,-1-1 3-15,-1 1-4 0,0 1 1 0,0-3 0 16,0 2-2-16,5 2 1 16,-9-1-2-16,4 1 2 0,-3 0 0 0,-1 0 1 15,2 0-1-15,0 0-3 0,3 0 3 16,1 1 0-16,-2 1 2 0,2 0-5 0,-2 0 4 15,3-2-1-15,3 1 2 0,-4 1-1 16,1-1 0-16,0 1 0 0,-1 2 1 0,-2-3-2 16,0 1 1-16,-2 2 0 0,2-3 1 15,-2 1 0-15,-2 1 1 0,1-1-2 16,-3 0 1-16,2 2 1 0,3-3-2 0,-5 2-1 16,4-3 3-16,-1 2-2 0,-3 0 4 15,4-1-5-15,1 1 0 0,-3 0-1 0,7-2 3 16,1 2 0-16,-1-2 0 15,2 0 0-15,2 0 0 0,4 0-1 0,-2 0 0 16,-1 0 3-16,4 0-2 0,0-2-2 16,-1 2-1-16,1 0 0 0,-3-2 2 0,3 2-2 15,-1 2 0-15,1-4 2 0,0 4 0 16,-2-2-2-16,0 2 2 0,-1-2-2 0,2 0 1 16,-2 1 2-16,-2 1-2 0,3-2 2 15,-2 2-2-15,2-1-1 0,-1-1 1 0,3 2 2 16,1-2 1-16,-2 2-3 0,3-2-1 15,11 0 2-15,-22 2 2 0,11-2-4 0,1 2 2 16,-3-2-1-16,-1 1 0 16,0 2 3-16,-6-3-2 0,3 4-1 0,-4-2 1 15,2 1 1-15,-7-1-2 0,-1-1 3 16,0 4 1-16,-13-3-3 0,0 0 2 0,0 0 0 16,6-2-2-16,5 0 0 0,-1 2 3 15,-1-2-4-15,-1 0 1 0,-9 0 2 0,5 0-1 16,-1 1-2-16,1-1-1 0,5 0 0 15,-11 0 2-15,0 3-2 0,0-3 2 16,2 2-1-16,-4-2 0 0,0 2-1 0,1 0 1 16,-4 0 1-16,4 1-5 0,1-3 5 15,0 2 0-15,0-2 0 0,8 0-1 0,6 0 1 16,-3 0-3-16,1 0 3 0,3 0 0 16,-2-2-3-16,2 2 2 0,4 0-1 15,3 0 0-15,-1 0 0 0,3 0 1 16,1 0 2-16,2 0-4 0,-2 0 2 0,1 2 2 15,4-2-3-15,-1 1 4 0,2-1-2 16,0 0 1-16,11 0 3 0,-17 0-3 0,17 0 2 16,-15 0-1-16,15 0 3 0,-16-1-6 15,16 1 3-15,-13-3 3 0,13 3 2 0,-12-4-1 16,12 4-4-16,-9-4 1 0,9 4-2 16,-7-2 0-16,7 2 2 0,-9-4 1 0,9 4 2 15,-7-6 1-15,7 6 8 0,-6-5 2 16,6 5 3-16,-3-5 1 0,3 5 0 0,-4-7 2 15,4 7 3-15,-2-5 0 0,2 5 1 16,0 0 1-16,-2-9-1 0,2 9 2 16,0 0-5-16,-4-5-4 0,4 5 0 15,0 0-3-15,0 0-5 0,-4-7 1 0,4 7-3 16,0 0 0-16,0 0-2 0,-4-3-4 16,4 3 0-16,0 0-4 0,0 0-2 0,0 0 0 15,0 0 3-15,-9 14-1 0,7-1 1 16,-1 4 1-16,-3 16 0 0,1 4-1 15,2 6 1-15,-3 1 3 0,2 12-1 16,-1 2 3-16,1 0-2 0,1 1 1 16,-2-2 0-16,1-11 0 0,2-1 1 0,1-2 2 15,-1-2-4-15,-2-6 9 0,4-3 5 16,0-8 1-16,-2-2 3 0,2-1 4 0,2-1 21 16,-2 1 4-16,4 1 2 0,-4 0 8 15,0 2 2-15,2 2 5 0,-2 1-2 0,1 0 6 16,-1 0-11-16,0-1 1 0,2-4-5 15,0-2-4-15,-2-1 14 0,2-4 10 0,0-1 11 16,1-4 14-16,-3-1 8 0,0-1 11 16,0 1 8-16,1-2-6 0,-1-7-124 0,0 12 0 15,0-12 0-15,0 0 0 0,0 0 0 16,0 0 0-16,0 0 0 0,0 0 0 16,0 0 0-16,0 0 0 0,0 0 0 15,0 0-20-15,-15-22-351 0,13 15-109 0,-2 0-123 16,4-3-156-16,-2 1-89 0,2-1 84 15,-2-1-714-15,2-2-926 0</inkml:trace>
  <inkml:trace contextRef="#ctx0" brushRef="#br0" timeOffset="47622.85">9094 8011 3949 0,'-16'0'-120'0,"3"0"33"0,3 0 26 16,10 0 14-16,-13 0 13 0,13 0 28 16,0 0 34-16,-12-2 8 0,12 2-1 0,7-10-4 15,2 0 6-15,8-2-10 0,11-9-6 16,16-3 0-16,2-2-11 0,5 2-30 0,-1-2-33 16,-1 3-44-16,-1 0-55 0,-1 3-57 15,-18 9-94-15,-2 1-112 0,-10 6-92 16,-6 6 46-16,-11-2-91 0,2 12-55 0</inkml:trace>
  <inkml:trace contextRef="#ctx0" brushRef="#br0" timeOffset="47772.67">9170 8218 1762 0,'-4'2'90'16,"4"-2"-7"-16,0 0-7 0,0 0-6 16,0 0 13-16,11-26 16 0,1 11 15 0,6-11 2 15,6 2-8-15,2-2-19 0,1 2-3 16,7-3-24-16,2 3-34 0,-1 3-52 15,-5 4-60-15,2-1-85 0,1 0-101 0,-5 3-200 16,-1-1-159-16,-6 4-127 0</inkml:trace>
  <inkml:trace contextRef="#ctx0" brushRef="#br0" timeOffset="48072.53">9164 7616 1967 0,'0'0'123'0,"-14"-8"-10"0,12 3-12 15,2 5-5-15,9-18 18 0,2 8 16 0,6-2 5 16,18-1 11-16,2 6 3 0,3 2-15 16,6 5-13-16,0 7-17 0,5 6 0 0,-3 6-12 15,-4 6-8-15,-5 1-10 16,-8 3-1-16,-8-1-7 0,-5 2-12 0,-9 4 2 15,-4 3-4-15,-6 4-10 0,-11 11-4 0,-3 2-16 16,-8 3-15-16,-5 2-36 0,-15 11-34 16,0-3-32-16,-5-6-42 0,14-11-45 15,-4-2-49-15,2-3-69 0,1-8-85 0,-1-1-134 16,2-3 44-16,5-9-131 0,0-5-105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03:07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18160 8104 1367 0,'0'0'181'0,"-1"-8"-15"15,1 8-33-15,0 0-27 0,-2-6-14 0,2 6 0 16,0 0 9-16,0 0 16 0,0 0 30 15,0 0 27-15,0 0 3 0,7 17 10 16,0-12-6-16,-2 4 8 0,3-3-15 16,1-1-5-16,5 2-4 0,-1-3-11 0,8-4-7 15,4-4-16-15,13-4-12 0,12-9-11 16,-1-7-11-16,2-1-8 0,3-2-13 0,-7-2-6 16,3 2-9-16,-12-1-6 0,-10 7-5 15,-5 2-5-15,-1-1-4 0,-9 7 0 0,-2 2-6 16,-3 2-4-16,-2 4-10 0,-5-1-24 15,-1 6-26-15,0 0-50 0,0 0-56 16,0 0-59-16,0 0-56 0,0 0-66 0,-7 22-71 16,5-17-114-16,-1 1-84 0,3-6 51 15,0 13-240-15,-1-6-264 0</inkml:trace>
  <inkml:trace contextRef="#ctx0" brushRef="#br0" timeOffset="816.47">18015 2546 2247 0,'0'0'83'16,"0"0"12"-16,0 0 16 0,0 0 10 16,0 0 13-16,0 0 8 0,0 0-4 0,5-14-14 15,1 4-8-15,5-4-11 0,3-1-13 16,2-6-2-16,5 1-18 0,3-2-5 16,-10 4-9-16,-3 7-26 0,3-5-72 15,-5 8-77-15,0 4-104 0,-4 2-113 16,-5 2-167-16,0 0-52 0,0 0 68 0,-14 21-51 15,5-7-40-15</inkml:trace>
  <inkml:trace contextRef="#ctx0" brushRef="#br0" timeOffset="18029.68">19756 3132 1524 0,'0'0'357'0,"-2"-8"-48"0,2 8-34 15,-4-8-27-15,4 8 6 0,-1-11-3 16,1 11-13-16,-3-9-18 0,3 9 9 16,-4-7-10-16,4 7-1 0,-2-7-9 0,2 7-5 15,0 0 1-15,-2-8-9 0,2 8 0 16,0 0-13-16,0 0 11 0,0 0-3 0,0-8-2 15,0 8-5-15,0 0-5 0,0 0 3 16,0 0-13-16,0 0-9 0,0 0-1 16,0-9 1-16,0 9-4 0,0 0-5 0,0 0-5 15,0 0-5-15,0 0-10 0,0 0-8 16,0 0-82-16,0 0-41 0,0 0 0 0,0 0 0 16,0 0 0-16,0 0 0 0,-9-5 0 15,9 5 0-15,0 0 0 0,0 0 0 16,0 0 0-16,0 0 0 0,6 29 0 15,-4-15 0-15,-1 4 0 0,1-1 0 0,0 8 0 16,0-5 0-16,0 1 0 0,-2 0 0 16,0-1 0-16,0-1 0 0,0 0 0 15,-4-2 0-15,2-2 0 0,2-1 0 0,-2-2 0 16,2-3 0-16,0-1 0 0,0 1 0 16,0-9 0-16,0 13 0 0,0-7 0 0,0-6 0 15,0 10 0-15,0-10 0 0,0 8 0 16,0-8 0-16,0 9 0 0,0-9 0 0,0 0 0 15,0 8 0-15,0-8 0 0,0 0 0 16,0 7 0-16,0-7 0 0,0 0 0 16,0 0 0-16,0 0 0 0,0 0 0 0,0 0 0 15,0 0-173-15,0 0-328 0,0 0-68 16,0 0-77-16,24-15-109 0,-15 10-64 16,-4-2 77-16,5 2-614 0,0 1-810 0</inkml:trace>
  <inkml:trace contextRef="#ctx0" brushRef="#br0" timeOffset="18351.37">20011 3125 3602 0,'0'-7'-55'0,"0"7"60"0,2-9 45 0,-2 9 45 16,3-9 38-16,-3 9 33 0,2-5 18 15,-2 5 7-15,7-7 0 0,-7 7 13 16,0 0 1-16,0 0 14 0,0 0 7 0,0 0 13 15,20 21 1-15,-13-10-10 0,-4 7-14 16,3-3-9-16,-2 5-7 0,-1 1-3 0,3-2-9 16,-4-1-13-16,-1-1-11 0,1 1 5 15,3-4-11-15,-1 0-11 0,-3-2-12 0,-1-2-25 16,2-2-110-16,-2-1 0 0,2 0 0 16,-2-7 0-16,4 12 0 0,-4-12 0 15,2 9 0-15,-2-9 0 0,2 5 0 0,-2-5 0 16,0 0 0-16,0 0 0 15,0 0 0-15,0 0-137 0,0 0-263 0,0 0-104 16,0 0-101-16,12-17-105 0,-12 17-139 16,-3-10 84-16,3 10-671 0,-8-13-885 0</inkml:trace>
  <inkml:trace contextRef="#ctx0" brushRef="#br0" timeOffset="19396.04">20061 2856 3628 0,'-2'-5'-160'0,"2"5"52"0,-4-9 40 16,4 9 41-16,-3-8 31 0,3 8 30 0,-5-10 21 16,5 10 16-16,-6-9 11 0,3 4 8 15,-3 0-6-15,6 5 11 0,-14-10 15 16,9 3 7-16,-4 1-1 0,-1 3 5 0,0-2 2 16,1 0-1-16,-2 2-4 0,-1-1 1 15,1 1 0-15,-3 1-1 0,-1 0-5 16,2 0 5-16,-3 2 4 0,2-1 4 15,-4 2 2-15,-1-1-16 0,0 2 3 0,0 0-4 16,-1 1 5-16,-4 1-12 0,3 1 1 16,-2 2-12-16,2-1-7 0,-10 5-4 0,11-1-3 15,1 0-3-15,-8 7 1 0,2 0-2 16,3 1 1-16,-1 1-3 0,1 3-3 0,2-1 8 16,1 2-6-16,-1 0-5 0,5 3 0 15,0 1-3-15,4 0 10 0,-2 1 1 16,1 0-2-16,3-1-3 0,1-1 1 0,2-6 0 15,-2 3 4-15,5 1-1 16,-1-3-3-16,-2 4-5 0,4-1 1 0,1-2-31 16,1 2-36-16,0 1 0 0,1-4 0 15,3 1 0-15,2 1 0 0,-1 0 0 0,4 2 0 16,5 3 0-16,-3-6 0 0,3 2 0 16,3 0 0-16,-1-7 0 0,-5 0 0 0,4-2 0 15,6 3 0-15,2 0 0 0,-2-1 0 16,6-2 0-16,2-1 0 0,-1-3 0 15,3-1 0-15,3-2 0 0,-7-2 0 0,-3 0 0 16,1-4 0-16,0 1 0 16,-1 0 0-16,0-2 0 0,-2-1 0 0,5 0 0 15,-4-1 0-15,3-2 0 0,-1 3 0 16,2-3 0-16,-1-1 0 0,1 0 0 0,5-2 0 16,2-2 0-16,0-2 0 0,-4 2 0 15,-4-1 0-15,3-3 0 0,-5 4 0 0,-6-5 0 16,2 5 0-16,0-3 0 0,-3-1 0 15,5-5 0-15,0 4 0 0,-6-1 0 0,-4 3 0 16,4-2 0-16,-5-2 0 0,2 3 0 16,1-5 0-16,-1 3 0 0,-3-3 0 15,1 2 0-15,-3 1 0 0,1 2 0 16,-3-8 0-16,2 5 0 0,-5 0 0 0,3-6 0 16,-2 3 0-16,-3-2 0 0,4 0 0 15,-3-3 0-15,0 3 0 0,-2-1 0 0,-2 3 0 16,0 0 0-16,2 0 0 0,-3-2 0 0,1 1 0 15,-1 2 0-15,1 0 0 0,-4 2 0 16,3-2 0-16,-3 1 0 0,1-1 0 16,-4 3 0-16,4-1 0 0,-3 1 0 15,-1-3 0-15,-1 4 0 0,3-1 0 0,-5 0 0 16,2 1 0-16,-1 3 0 0,2-1 0 16,-5-1 0-16,-1-1 0 0,1 1 0 0,0 0 0 15,-2 2 0-15,-1 1 0 16,2 0 0-16,0 3 0 0,-5-3 0 0,-1 4 0 15,3-1 0-15,-5 0 0 0,0 3 0 0,-2 1 0 16,-4 1 0-16,0-1 0 0,2 0 0 16,-7 2 0-16,-4 2 0 0,2-2 0 15,0 3 0-15,6 2 0 0,5-5 0 0,6 2-931 16,6-2-63-16,3 2 104 0,10-2-938 16,0 0-1256-16</inkml:trace>
  <inkml:trace contextRef="#ctx0" brushRef="#br0" timeOffset="30795.49">13602 2931 1706 0,'2'8'227'15,"-2"-8"-56"-15,0 0-16 0,0 0 6 0,0 0-14 16,0 0-8-16,0 0-3 0,0 0-1 16,0 0-12-16,0 0 4 0,0 0-6 15,0 0 8-15,0 0 2 0,0 0 5 0,0 0 9 16,0 0 1-16,0 0 3 0,0 0 0 16,0 0 1-16,0 0 2 0,0 0 1 0,0 0-2 15,0 0-11-15,0 0-9 0,0 0-11 16,0 0-7-16,0 0 1 0,0 0-10 15,12-22-5-15,-8 18-9 0,-4 4 0 16,7-13-3-16,1 7-9 0,-5-3 2 16,6 2-4-16,-6 0-3 0,5-1 2 0,-5 0 0 15,5 0 2-15,0 0 1 0,-1-1 2 16,-1 1-6-16,1-1-11 0,1-1 7 0,-2 3-9 16,3-3 1-16,-3 3-2 0,1-1-6 15,2 1-8-15,-4-2-4 0,4 2-1 16,-1-1-6-16,2-2-4 0,-1-1 1 15,2 1 3-15,1 0 2 0,-1-2-1 0,2 0 0 16,-2 1-1-16,0 1 1 0,-3 0 5 16,1 1-4-16,0 1-5 0,-1 0-4 15,0 2-5-15,0-2 0 0,-1 4 0 0,0-3-9 16,2 1 6-16,-4 0-6 0,4 0-3 16,-1 1-6-16,2-1 1 0,-1 0 2 15,0-2-1-15,5-1-2 0,-3 3 0 0,1-3-5 16,-1 2 0-16,4 0-2 0,-1-1 6 15,-1-1 2-15,-1 2-3 0,-1 0 4 0,-2 2-1 16,2 0-4-16,-6 0 0 16,2 0 8-16,3 2-5 0,-10 3 7 0,10-7-9 15,-5 3-3-15,-5 4 0 0,12-7 1 0,-9 4-3 16,-3 3 0-16,16-7 5 16,-9 4-1-16,5-1-1 0,-2 1-2 0,1-2-1 15,1-1 6-15,2 2-4 0,-2-1-2 16,3-1 2-16,1 0 1 0,1 2-2 0,-2-1-1 15,2 0 2-15,-1-2 3 0,0 2-2 16,2 0-1-16,-3-1-1 0,0 2 0 0,-2 0-1 16,-1 0 1-16,-1 0 0 0,0 2 2 15,-2-1-4-15,-9 3 3 0,14-4 5 16,-14 4-1-16,14-4-2 0,-14 4-7 0,11-4 5 16,-11 4 2-16,12-2-2 15,-12 2-1-15,12-4 3 0,-12 4-3 0,11-4 1 0,-11 4 2 16,11-2-1-16,-11 2-4 15,8-2-2-15,-8 2 2 0,0 0 6 0,13-4-3 16,-13 4-4-16,0 0 6 0,12-1-3 16,-12 1 0-16,0 0 0 0,0 0-2 15,15-2 3-15,-15 2 1 0,11-2-2 0,-11 2 2 16,19-2 1-16,-6 0 0 0,3 0-6 16,0 2 5-16,0-2-1 0,2-1-5 0,-3 3 5 15,-2-1 5-15,0-1-3 0,-13 2 3 16,25-2-4-16,-14 2 4 0,-11 0-7 0,18-2 2 15,-18 2 2-15,13 0 3 0,-13 0-5 16,0 0 1-16,17 0-1 0,-17 0 1 16,0 0 1-16,15 0 1 0,-15 0-6 0,0 0 2 15,18-2-1-15,-18 2 1 16,14 0 4-16,-14 0 16 0,18-3-1 0,-7 3 0 16,-11 0-3-16,23-2-1 0,-10 2-5 15,-13 0-3-15,23 0 4 0,-11 0-1 0,-12 0-1 16,22-1 0-16,-9-1 2 0,-13 2-2 15,20 0-3-15,-20 0-3 0,17-1 5 16,-17 1-3-16,20 0-2 0,-20 0-1 0,13 0 0 16,-13 0 0-16,0 0 4 0,17 0-3 15,-17 0 0-15,0 0-2 0,15 1 3 16,-15-1 0-16,0 0 3 0,16 0-10 0,-16 0 6 16,0 0 2-16,9 2-2 0,-9-2-2 15,0 0 1-15,0 0 1 0,18 0-5 16,-18 0 2-16,0 0-2 0,0 0 5 0,14 1 0 15,-14-1-2-15,0 0-1 0,13 2 5 16,-13-2-2-16,18 3 0 0,-9-3-4 16,7 0 1-16,-2 2 6 0,2 0-7 0,3 2 2 15,-2-3 3-15,5 2-1 0,-2-3-2 16,-1 0 0-16,2 2 0 0,2 0 0 0,-6 0 0 16,1 0 0-16,-3 0 0 0,-2 0 0 15,-2-2 0-15,1 0 0 0,0 1 0 16,-12-1 0-16,14 0 0 0,-3 1 0 15,-11-1 0-15,12 3 0 0,-2-3 0 0,-10 0 0 16,15 0 0-16,-5 0 0 0,-1 2 0 16,5 0 0-16,0-2 0 0,10 2 0 15,2-2 0-15,1 3 0 0,4 0 0 0,7-1 0 16,-8 2 0-16,-1-2 0 0,-8 0 0 16,-3 0 0-16,2 0 0 0,-4-2 0 0,-4 3 0 15,0-3 0-15,-2 0 0 0,-10 0 0 16,18 2 0-16,-9-2 0 0,-9 0 0 15,14 2 0-15,-5-2 0 0,-9 0 0 16,16 2 0-16,-16-2 0 0,17 2 0 0,-7 0 0 16,3 0 0-16,-1-2 0 0,6 0 0 0,0 2 0 15,0 1 0-15,4 0 0 16,-3-1 0-16,1 0 0 0,-2 0 0 0,1 2 0 16,2-2 0-16,-2 1 0 0,4 1 0 15,1-2 0-15,-3 0 0 0,-1 2 0 0,-2-2 0 16,0 0 0-16,-3 0 0 0,-1 0 0 15,-2-2 0-15,-1 3 0 0,-11-3 0 16,16 0 0-16,-7 2 0 0,-9-2 0 0,18 1 0 16,-11-1 0-16,-7 0 0 0,16 2 0 15,-16-2 0-15,19 0 0 0,-7 0 0 0,-1 0 0 16,4 2 0-16,4-2 0 16,0 2 0-16,3-1 0 0,-2-1 0 0,-1 2 0 15,4 0 0-15,-4-2 0 0,2 3 0 16,0-3 0-16,0 3 0 0,-2-3 0 0,-1 0 0 15,-4 2 0-15,-3-2 0 0,2 0 0 16,-2 2 0-16,-11-2 0 0,17 0 0 16,-9 2 0-16,-8-2 0 0,12 1 0 0,-12-1 0 15,12 0 0-15,-12 0 0 0,0 0 0 16,15 0 0-16,-15 0 0 0,14 2 0 0,-14-2 0 16,15 0 0-16,-3 2 0 0,1-2 0 15,3 1 0-15,0-1 0 0,5 2 0 0,1 0 0 16,-2 0 0-16,-1-1 0 15,5 1 0-15,-4 0 0 0,-1-2 0 0,1 3 0 16,-4-2 0-16,2 1 0 0,-3 2 0 16,-2-4 0-16,0 2 0 0,-2-1 0 15,1-1 0-15,-12 0 0 0,15 4 0 0,-5-4 0 16,-10 0 0-16,15 1 0 0,-7 1 0 16,-8-2 0-16,15 2 0 0,-7-2 0 0,-8 0 0 15,15 2 0-15,-4-1 0 0,3 1 0 16,-1 0 0-16,2 1 0 0,4 0 0 0,3-1 0 15,-6 0 0-15,4 1 0 0,-7-1 0 16,1 0 0-16,-2-1 0 0,1 3 0 16,-2-4 0-16,0 3 0 0,1-1 0 15,-12-2 0-15,20 4 0 0,-12-3 0 16,-8-1 0-16,22 5 0 0,-13-5 0 0,-9 0 0 16,16 4 0-16,-16-4 0 0,12 1 0 15,-12-1 0-15,13 2 0 0,-13-2 0 0,11 4 0 16,-11-4 0-16,0 0 0 0,14 1 0 15,-14-1 0-15,0 0 0 0,13 2 0 0,-13-2 0 16,10 2 0-16,-10-2 0 0,13 3 0 16,-13-3 0-16,11 4 0 0,-11-4 0 15,16 3 0-15,-16-3 0 0,13 3 0 0,-13-3 0 16,14 2 0-16,-14-2 0 0,9 2 0 16,-9-2 0-16,0 0 0 0,12 4 0 15,-12-4 0-15,0 0 0 0,9 3 0 16,-9-3 0-16,0 0 0 0,0 0 0 0,11 3 0 15,-11-3 0-15,0 0 0 0,0 0 0 16,0 0 0-16,0 0 0 0,0 0 0 0,0 0 0 16,0 0 0-16,13 0 0 0,-13 0 0 15,0 0 0-15,0 0 0 0,0 0 0 16,0 0 0-16,0 0 0 0,0 0 0 0,-11-17-64 16,11 17-557-16,-11-12-134 0,4 3-189 15,-3 4 78-15,0-1-814 0,1 0-1117 0</inkml:trace>
  <inkml:trace contextRef="#ctx0" brushRef="#br0" timeOffset="31327.5">17615 2237 4200 0,'0'0'-162'16,"-3"-7"54"-16,3 7 41 0,-4-8 47 15,4 8 31-15,-4-5 48 0,4 5 34 0,0 0 38 16,-3-9 11-16,3 9 4 0,0 0 4 16,0 0-3-16,0 0 5 0,-2-7-4 15,2 7 11-15,0 0-24 0,0 0-5 16,0 0-4-16,0 0-11 0,0 0-12 16,0 0-9-16,0 0-15 0,0 0 10 0,0 0 48 15,0 0 23-15,0 0-1 0,9 26-9 16,-2-14-3-16,2 2 1 0,0 1-1 0,0 2-11 15,3 0-11-15,-1 0-8 0,0 0-14 16,1 1-10-16,1-3-9 0,-2 1-9 0,0-2-5 16,-2-3-5-16,-4 0-8 0,2-1-6 15,-2-2-5-15,-1 1-6 0,0 2-11 16,-4-1-29-16,-2 3 0 0,-4 1 0 0,-6 7 0 16,-6 6 0-16,-3 0 0 15,-14 7 0-15,-1-4 0 0,4-1 0 0,-3-1 0 16,11-6 0-16,-1-5 0 0,9-3 0 15,3-4 0-15,4 1 0 0,3-5 0 0,-4 1 0 16,7-2 0-16,-3 0 0 0,6-5 0 16,-7 7 0-16,7-7 0 0,-10 5 0 0,10-5 0 15,-8 6 0-15,8-6 0 0,0 0 0 16,-9 5 0-16,9-5 0 0,0 0 0 16,-8 3 0-16,8-3 0 0,0 0 0 0,-8 3 0 15,8-3 0-15,0 0 0 0,0 0 0 16,0 0 0-16,0 0 0 0,0 0-615 15,0 0-417-15,0 0 112 0,0 0-993 16,-25-6-1334-16</inkml:trace>
  <inkml:trace contextRef="#ctx0" brushRef="#br0" timeOffset="35093.39">13267 3784 4730 0,'-6'-7'-320'15,"6"7"64"-15,0 0 53 0,0 0 52 16,-7-6 49-16,7 6 49 0,0 0 41 15,0 0 33-15,-10-4 32 0,10 4 23 16,0 0 18-16,0 0 28 0,-8-5 16 16,8 5 15-16,0 0 10 0,0 0 2 0,0 0 3 15,0 0 3-15,0 0 5 0,0 0 2 16,-7-3 6-16,7 3 23 0,0 0-3 0,0 0 3 16,0 0-1-16,0 0-11 0,0 0-6 15,0 0-4-15,0 0-15 0,0 0-5 16,0 0-12-16,0 0-10 0,0 0-18 0,0 0-6 15,0 0-8-15,0 0-8 0,0 0-9 16,0 0-7-16,0 0-54 0,0 0-33 16,0 0 0-16,0 0 0 0,0 0 0 0,0 0 0 15,0 0 0-15,0 0 0 0,0 0 0 16,0 0 0-16,15 16 0 0,-12-8 0 16,4-2 0-16,-2 1 0 0,-1 2 0 0,2-1 0 15,-3 2 0-15,3-2 0 0,2 3 0 16,0 0 0-16,-3 0 0 0,3 0 0 0,0 1 0 15,-1-2 0-15,3 0 0 0,-5 1 0 16,3 1 0-16,3-4 0 0,-3 1 0 16,-1 1 0-16,3-3 0 0,-2 1 0 15,-1 0 0-15,5 2 0 0,-3-1 0 16,-1-1 0-16,0-2 0 0,1 4 0 0,-3-3 0 16,5 5 0-16,-3-6 0 0,3 3 0 15,-3-1 0-15,0 1 0 0,1 1 0 0,1 0 0 16,-3-1 0-16,1 0 0 0,2-1 0 15,-5-1 0-15,2 1 0 0,0-1 0 0,0 0 0 16,-3 0 0-16,3 0 0 0,-1 1 0 16,2-1 0-16,0 0 0 0,-3 0 0 0,4 1 0 15,0-1 0-15,-2 2 0 0,1-1 0 16,1-3 0-16,-3 4 0 0,5-2 0 0,-3 1 0 16,-3-2 0-16,5 1 0 0,-4-2 0 15,1 2 0-15,-3-1 0 0,3-2 0 16,-4 0 0-16,3 0 0 0,-1 1 0 15,-1-1 0-15,2 2 0 0,-6-6 0 16,10 8 0-16,-7-4 0 0,1 1 0 0,3-3 0 16,-3 4 0-16,5-3 0 0,-6 4 0 15,5-1 0-15,-5-3 0 0,5 2 0 0,-3 2 0 16,4 0 0-16,-4-2 0 0,2 0 0 16,-1 2 0-16,2 0 0 0,0 0 0 0,-1 0 0 15,0 1 0-15,4-1 0 0,-4 1 0 16,4 3 0-16,-1-3 0 0,3 4 0 0,-2-5 0 15,5 5 0-15,-1-1 0 0,2-1 0 16,-1 2 0-16,3 0 0 0,-2 0 0 16,0-1 0-16,0 1 0 0,-2-3 0 0,-1 1 0 15,-3-1 0-15,1-1 0 0,-3 0 0 16,0-4 0-16,1 6 0 0,0-3 0 16,-3-1 0-16,3 3 0 0,-4-2 0 0,3-2 0 15,0 2 0-15,-1 0 0 0,6 1 0 16,-3 1 0-16,3-2 0 0,0 1 0 0,2 2 0 15,1 1 0-15,0-1 0 0,-2-1 0 16,5 1 0-16,-6 0 0 0,0-2 0 16,1 3 0-16,-1-2 0 0,-1-1 0 0,-1 0 0 15,-3-1 0-15,2 3 0 0,1-2 0 16,-1 1 0-16,0-1 0 0,1 0 0 0,-1 2 0 16,1-3 0-16,1 3 0 15,-2 0 0-15,3 0 0 0,1-1 0 0,1 3 0 16,-2 0 0-16,4-3 0 0,-3 5 0 15,1-1 0-15,-4-2 0 0,4 1 0 0,-3-1 0 16,-3-1 0-16,1 0 0 0,0 0 0 16,1-1 0-16,-2 1 0 0,-1 0 0 0,-1-1 0 15,0-2 0-15,-1 0 0 0,0-1 0 16,0 0 0-16,-2 2 0 0,3-3 0 16,-1 2 0-16,2 0 0 0,-2 3 0 0,2-3 0 15,-1 2 0-15,2 2 0 0,-3-1 0 0,2-1 0 16,3 3 0-16,-1 0 0 15,0-1 0-15,3 3 0 0,-3-1 0 0,3 1 0 16,-3 0 0-16,0 0 0 0,2-2 0 16,-2-2 0-16,-2 2 0 0,-1 0 0 0,1-1 0 15,-1-2 0-15,-1 3 0 0,2-4 0 16,-4 0 0-16,2 1 0 0,-3-3 0 0,3 4 0 16,-2-1 0-16,3-1 0 0,-3 6 0 15,2-4 0-15,4 3 0 0,-4-1 0 0,2 1 0 16,1 3 0-16,1-1 0 0,1 1 0 15,0 0 0-15,1-3 0 0,-1 3 0 0,0-3 0 16,1 1 0-16,-1-1 0 0,-1 0 0 16,-1-3 0-16,0 2 0 0,1-2 0 15,-2 2 0-15,3-2 0 0,-3 2 0 16,5-2 0-16,-3 3 0 0,0-1 0 0,3-2 0 16,-4 1 0-16,1-1 0 0,1 0 0 15,-1 1 0-15,1-1 0 0,3 2 0 0,-4-4 0 16,1 3 0-16,-1-3 0 0,1 1 0 15,-3 1 0-15,4-2 0 0,-1 1 0 0,-1 1 0 16,0-1 0-16,3-1 0 0,-3 3 0 16,3-2 0-16,-3-1 0 0,1 0 0 15,-1 1 0-15,0 1 0 0,-1-1 0 16,1-1 0-16,-1 2 0 0,0 1 0 0,-1-3 0 16,0 2 0-16,2 2 0 0,-2-3 0 15,0 4 0-15,0-4 0 0,3 2 0 0,-3 1 0 16,3 0 0-16,1 2 0 0,-3-4 0 15,3 2 0-15,-1 0 0 0,-1-2 0 0,1 4 0 16,-1-4 0-16,-4 1 0 0,3 2 0 16,1-4 0-16,-1 3 0 0,0-2 0 0,-5 0 0 15,5 1 0-15,-2-3 0 0,-1 2 0 16,4 1 0-16,0 1 0 0,0-1 0 16,0 1 0-16,3 0 0 0,-3-1 0 0,3 3 0 15,-2-2 0-15,-1-2 0 0,2 3 0 16,-2-3 0-16,-2 0 0 0,1 0 0 15,-1 1 0-15,-1-3 0 0,-3 1 0 0,4 1 0 16,-6-1 0-16,5-1 0 0,1 2 0 16,-3 2 0-16,4-2 0 0,-5 2 0 0,4 0 0 15,1-1 0-15,2 1 0 0,-1 2 0 16,3-1 0-16,-2 1 0 0,4-2 0 0,1 3 0 16,-3-2 0-16,0-1 0 0,-2 0 0 15,-2-4 0-15,1 1 0 0,1 3 0 0,-5-4 0 16,1-1 0-16,0 1 0 0,-3 0 0 15,3 0 0-15,-5-1 0 0,3 0 0 16,1 1 0-16,-2-1 0 0,1 2 0 0,-1-1 0 16,1-1 0-16,-1 2 0 0,4-1 0 15,-4 1 0-15,2-1 0 0,3 3 0 16,0-3 0-16,-1 2 0 0,0 1 0 0,2-2 0 16,-2 0 0-16,-2 0 0 0,0-1 0 15,2 0 0-15,-2-2 0 0,1 2 0 0,-5-1 0 16,6-1 0-16,-6 0 0 0,5 0 0 15,-3 2 0-15,3-1 0 0,-2 2 0 0,3-2 0 16,-1 2 0-16,-1 1 0 0,3 0 0 16,1-1 0-16,1 3 0 0,-1-2 0 0,-1 1 0 15,2 0 0-15,-1 0 0 16,-2-1 0-16,3 2 0 0,-3-2 0 0,2 0 0 0,0 2 0 16,-2-3 0-16,0 3 0 15,3 0 0-15,-3-2 0 0,2 1 0 0,1 1 0 16,-1-3 0-16,0 3 0 0,3-2 0 15,1 1 0-15,-1 2 0 0,-1-5 0 0,3 4 0 16,-3-2 0-16,0 3 0 0,-1-5 0 16,0-1 0-16,-1 2 0 0,-4-3 0 0,2 0 0 15,0-1 0-15,-2 1 0 0,0-2 0 16,-3 1 0-16,4 0 0 0,0 0 0 0,-5 1 0 16,5-2 0-16,-1 2 0 15,2-1 0-15,-4 2 0 0,4-2 0 0,1 3 0 16,0-4 0-16,-1 4 0 0,2 1 0 15,1-1 0-15,-1-1 0 0,1 3 0 0,-1-1 0 16,0 0 0-16,1-1 0 0,-1 1 0 16,0 1 0-16,5 0 0 0,2 1 0 0,-5-1 0 15,-2-2 0-15,3 1 0 0,-3-1 0 16,3 2 0-16,-3-3 0 0,-4 0 0 0,3-2 0 16,1 1 0-16,-1 1 0 0,-5-2 0 15,3 1 0-15,0-3 0 0,-4-1 0 0,-4-2 0 16,9 8 0-16,-9-8 0 0,6 3 0 15,-6-3 0-15,8 6 0 0,-8-6 0 0,3 3 0 16,-3-3 0-16,0 0 0 0,8 5 0 16,-8-5 0-16,0 0 0 0,3 4 0 0,-3-4 0 15,0 0 0-15,0 0 0 16,0 0 0-16,0 0 0 0,0 0 0 0,0 0 0 16,0 0 0-16,0 0 0 0,0 0 0 15,0 0 0-15,0 0 0 0,0 0 0 0,0 0 0 16,0 0 0-16,-13-16 0 0,8 11-332 15,5 5-535-15,-10-8-62 0,6 6 95 0,4 2-944 16,-4-5-1209-16</inkml:trace>
  <inkml:trace contextRef="#ctx0" brushRef="#br0" timeOffset="35676.37">17312 7306 4485 0,'0'0'-194'0,"-9"-4"64"0,5-1 54 16,4 5 49-16,0 0 56 0,-7-3 36 15,7 3 42-15,0 0 34 0,-6-3 19 16,6 3 7-16,0 0 14 0,0 0 2 0,0 0 5 16,0 0 0-16,-10-8 6 0,10 8 6 15,0 0 2-15,0 0-4 0,0 0-3 0,0 0 1 16,0 0 14-16,0 0 5 0,0 0 0 16,0 0-10-16,2 25-15 0,0-15-13 0,0 3-14 15,2-2-17-15,0 4-128 0,2-1-18 16,-3 1 0-16,-1 2 0 0,0-3 0 0,2 1 0 15,0-2 0-15,-4-1 0 0,0 2 0 16,0-4 0-16,-4-1 0 0,0 4 0 16,-1 1 0-16,-6 0 0 0,-1 0 0 15,-12 2 0-15,-1 2 0 0,-2-1 0 0,-8-2 0 16,-11 2 0-16,9-5 0 0,-2 0 0 16,1 0 0-16,5-2 0 0,7-1 0 0,7-2 0 15,4-2 0-15,0 0 0 0,3 1 0 16,2-3 0-16,-2 1 0 0,7-2 0 15,-1 3 0-15,6-5 0 0,-11 4 0 0,11-4 0 16,-5 5 0-16,5-5 0 0,-7 3 0 16,7-3 0-16,0 0 0 0,0 0 0 0,-5 4 0 15,5-4 0-15,0 0 0 0,0 0 0 16,0 0 0-16,0 0 0 0,0 0 0 0,0 0 0 16,0 0 0-16,0 0-765 0,0 0-201 15,0 0 88-15,21-10-1020 0,-21 10-1322 16</inkml:trace>
  <inkml:trace contextRef="#ctx0" brushRef="#br0" timeOffset="37059.24">19094 8022 5041 0,'-32'10'-70'0,"23"-10"76"0,1 3 62 0,-3-2 45 16,1 1 32-16,10-2 32 0,-17 4 39 15,17-4 13-15,-17 2 9 0,17-2 0 16,-14 0-1-16,14 0-3 0,0 0 1 0,0 0-3 16,-13 1-5-16,13-1-7 0,0 0-7 15,0 0-21-15,0 0-192 0,56-9 0 16,-20 5 0-16,2-4 0 0,1 4 0 0,2-3 0 16,-1-3 0-16,-4 4 0 0,-8 0 0 15,-4 4 0-15,-6-1 0 0,1-3 0 0,-3 3 0 16,-3 0 0-16,-4 1 0 0,3 0 0 15,-2 0 0-15,-10 2 0 0,12-2 0 16,-12 2 0-16,14-2 0 0,-14 2 0 0,10-2 0 16,-10 2 0-16,0 0 0 0,0 0 0 15,13-1 0-15,-13 1 0 0,0 0 0 0,10 0 0 16,-10 0 0-16,0 0 0 0,0 0 0 16,0 0 0-16,0 0 0 0,0 0 0 0,0 0 0 15,14 0 0-15,-14 0-775 0,0 0-190 16,0 0 85-16,5-7 95 0,-5 7-843 15,0 0-1066-15</inkml:trace>
  <inkml:trace contextRef="#ctx0" brushRef="#br0" timeOffset="37675.81">19860 7867 4234 0,'-7'-6'-105'0,"7"6"61"0,-6-3 56 0,6 3 41 16,0 0 35-16,-5-5 27 0,5 5 20 15,0 0 16-15,-8-3 11 0,8 3 4 0,0 0 7 16,0 0 8-16,-13-6 11 0,13 6 2 15,0 0 1-15,-11-5 10 0,11 5 5 16,-9-3 2-16,9 3 0 0,-7-7-5 16,7 7-6-16,-8-8-4 0,8 8-13 0,-3-6-10 15,3 6-15-15,0-8-15 0,0 3-12 16,0 5-80-16,7-14-52 0,1 7 0 0,4-1 0 16,-1-1 0-16,2 2 0 0,0-1 0 15,0 4 0-15,-1 1 0 0,1 1 0 0,1 2 0 16,-1 4 0-16,-2 1 0 0,3 4 0 15,-5 2 0-15,0 6 0 0,-4 0 0 0,-5 4 0 16,-5 5 0-16,-4 7 0 16,-4 3 0-16,-6 7 0 0,0-2 0 0,-4-4 0 15,6-6 0-15,-3-6 0 0,7 1 0 16,2-7 0-16,1-4 0 0,5-3 0 0,-1-3 0 16,2 1 0-16,6-3 0 0,0 0 0 15,4-2 0-15,3 0 0 0,1-1 0 0,5 1 0 16,-1-3 0-16,1-1 0 0,0 1 0 15,0-2 0-15,1 1 0 0,-2-1 0 0,0 0 0 16,-1 0 0-16,1-1 0 0,-3 1 0 16,-11 0 0-16,20 0 0 0,-20 0 0 0,13-2 0 15,-13 2 0-15,11 0 0 0,-11 0 0 16,12 2 0-16,-12-2 0 0,0 0 0 16,11 1 0-16,-11-1 0 0,0 0-164 15,0 0-722-15,0 0-57 0,0 0 94 0,-20 14-970 16,13-9-1247-16</inkml:trace>
  <inkml:trace contextRef="#ctx0" brushRef="#br0" timeOffset="38726.16">20208 7620 4554 0,'-2'-6'-203'0,"-3"-2"51"16,2-2 39-16,-1 1 37 0,-2 1 30 0,1-1 45 15,-3 0 38-15,2-2 23 0,-1 4 13 16,-5-4-2-16,0-1 3 0,1 3-5 0,-2-2 3 15,-2 1-2-15,-5 1 2 0,2 1-2 16,-2-4-3-16,-3 6-6 0,3-3 1 0,-1 3-5 16,-2-2-3-16,1 4 2 0,-3-2-5 15,0 4 5-15,0-4 2 0,-2 2 2 16,2 1 8-16,-1-1 7 0,1 0 7 16,0 0-3-16,-2 2 3 0,2-1-3 0,-1 2 0 15,-3-2 1-15,0 2-7 0,4-1 2 16,-4 0-11-16,0 4-6 0,2-2-3 0,1 0-3 15,-3 2-3-15,2 2 2 0,0-2-7 16,2 2 5-16,1 0-1 0,0 0-2 0,-1 3 5 16,1-2 3-16,-1 2 2 0,5 0-8 15,1 0-1-15,-1 2-4 0,4-1-1 16,-2 0-4-16,2 0-1 0,2-2-3 0,1 3-5 16,-1 2 6-16,3-3-4 0,0 0-3 15,-1 1 3-15,1 0-7 0,1 1-4 0,0-1-1 16,1-1 1-16,0 3 0 15,0-4-11-15,2 1 1 0,0 0 1 0,-1 1 0 16,5-2 0-16,-6 1 4 0,4-1-1 16,-1 3-2-16,3-4-5 0,-3 2 14 0,-1-3 6 15,6 1 2-15,-5-1 1 0,6-5-9 16,-4 7 1-16,1-4-5 0,3-3-3 0,-6 7 4 16,6-7-5-16,-2 5-6 0,2-5-2 15,0 0 3-15,-6 8 1 0,6-8-7 0,0 0 4 16,-8 8-2-16,8-8 4 0,0 0-4 15,-1 8 2-15,1-8 2 0,-6 8-6 0,6-8-2 16,-2 5 4-16,2-5 2 0,0 0-7 16,-2 9 1-16,2-9 3 0,0 0 5 15,-3 9-6-15,3-9-1 0,0 0 3 16,-2 8 0-16,2-8 3 0,0 0-7 0,-4 9 1 16,4-9 3-16,0 0-2 0,-3 9 3 15,3-9 5-15,0 0-9 0,-2 9-3 0,2-9 4 16,0 0-4-16,0 6-2 0,0-6 7 15,-3 7-2-15,3-7-4 0,0 0 5 0,0 10-1 16,0-10 1-16,0 0 0 0,-4 12 2 16,4-12-4-16,-2 9 0 0,2-9 0 0,-2 8 4 15,2-8 16-15,0 8 4 16,0-8 7-16,0 10-8 0,0-10-2 0,0 0 2 16,-1 7-3-16,1-7-4 0,0 0-2 15,-2 8 1-15,2-8 6 0,0 0-7 0,0 0-12 16,0 0-31-16,-2 10-41 0,2-10-55 15,0 0-69-15,0 0-84 0,-2 4-107 16,2-4-124-16,-4 5-133 0,4-5-157 0,0 0 76 16,-1 8-688-16,1-8-864 0</inkml:trace>
  <inkml:trace contextRef="#ctx0" brushRef="#br0" timeOffset="39441.62">19285 7890 3850 0,'-4'-7'-10'16,"2"1"54"-16,0-1 40 0,2 0 38 16,-1 0 37-16,1 7 37 0,-2-10 30 0,2 5 24 15,0 5 11-15,-2-9-8 0,2 9-23 16,0 0-1-16,0 0 19 0,0 0 14 16,0 0-3-16,-6 35-10 0,0-10-12 0,0 11-26 15,-3 0-3-15,4 3-7 0,-6-2-5 16,4-2-9-16,0 0-148 0,-3-2-39 15,7-8 0-15,-6-4 0 0,7-4 0 0,-1-1 0 16,-1-5 0-16,2 1 0 0,0-3 0 16,1-1 0-16,-1 0 0 0,2-8 0 0,-2 6 0 15,2-6 0-15,0 0 0 0,0 0 0 16,0 0 0-16,15-29 0 0,-8 8 0 0,1-1 0 16,2-9 0-16,-1 4 0 0,-1 5 0 15,-2 5 0-15,-3 3 0 0,1 4 0 16,0 1 0-16,-2 2 0 0,-1 4 0 15,-1 3 0-15,0 0 0 0,0 0 0 0,-11 19 0 16,6-9 0-16,1 4 0 0,-1 1 0 16,4-4 0-16,-3 6 0 0,2-4 0 0,0-1 0 15,0 0 0-15,2-3 0 0,-1-1 0 16,1 2 0-16,0-4 0 0,0-6 0 0,-2 12 0 16,2-9 0-16,0-3 0 0,0 0 0 15,0 0-96-15,0 0-300 0,0 0-106 0,0 0-92 16,0 0-121-16,0-24-106 0,0 16 79 15,-4-1-729-15,0 0-919 0</inkml:trace>
  <inkml:trace contextRef="#ctx0" brushRef="#br0" timeOffset="40692.46">18935 7773 3792 0,'0'0'-138'16,"2"-8"34"-16,-2 8 26 0,0 0 22 15,-2-8 28-15,2 8 28 0,0 0 22 16,0 0 14-16,-6-5 18 0,6 5 13 0,0 0 16 15,0 0 16-15,0 0 25 0,-17 13 17 16,9-5 17-16,3 0 9 0,-4 1 10 16,0 4 6-16,0 3 4 0,-3 3-1 0,3-3 2 15,-1 5-12-15,-4 6-7 0,5-4-12 16,0 6 2-16,1 3-8 0,0-7-10 0,3-4-6 16,1 4-4-16,0-3-1 0,3 1-5 15,-1 0-2-15,-1-4-9 0,3 2 8 0,0 0-11 16,3-3 0-16,-1 1-8 0,-1 1-7 15,1-3 2-15,2-1-6 0,0 1-3 16,-1 1-4-16,3-1-2 0,-2 0-7 0,2-1-2 16,1 4-2-16,1-3-64 0,-1 0-8 15,3 1 0-15,0 0 0 0,-1 1 0 16,3 0 0-16,-1-2 0 0,0-1 0 0,3 1 0 16,-1 1 0-16,6-1 0 0,2 4 0 15,-4-5 0-15,1-4 0 0,7 5 0 16,-3-5 0-16,-3-3 0 0,4-1 0 0,4 4 0 15,2 0 0-15,-5-3 0 0,-1-3 0 16,-2 3 0-16,2-2 0 0,-3-2 0 16,4 2 0-16,-1-2 0 0,-3 0 0 0,3 0 0 15,0 0 0-15,2-3 0 0,-5 2 0 16,2-3 0-16,-3 1 0 0,1 0 0 0,4-2 0 16,-3 0 0-16,2 0 0 0,-3-2 0 15,7 0 0-15,0-1 0 0,-2-1 0 16,0-1 0-16,-3 4 0 0,1-5 0 0,-2 1 0 15,-1 0 0-15,-4 2 0 0,7-2 0 16,-3 0 0-16,-2 1 0 0,2-1 0 0,-4 1 0 16,2-1 0-16,-2 0 0 0,2 0 0 15,0 0 0-15,-4 0 0 0,4 0 0 0,-3-2 0 16,2-3 0-16,0 5 0 0,-3-2 0 16,0-2 0-16,0 1 0 0,-1-1 0 0,1 1 0 15,3-4 0-15,-2 1 0 0,-2-1 0 16,3 0 0-16,-1 1 0 0,-1-1 0 15,0-2 0-15,-2 5 0 0,1-5 0 16,-2 2 0-16,3 1 0 0,-3-1 0 0,1 0 0 16,-2 2 0-16,-1 0 0 0,0-2 0 15,1 2 0-15,-2-2 0 0,-1 0 0 0,0 0 0 16,2-2 0-16,-2 2 0 0,1-3 0 16,-1-1 0-16,1 3 0 0,0-7 0 0,-5 7 0 15,7-6 0-15,-7 3 0 0,4 2 0 16,-2-3 0-16,1 0 0 0,-1 2 0 15,-1 3 0-15,0-4 0 0,0 5 0 0,-2-1 0 16,0 0 0-16,0 0 0 0,0 1 0 16,-2 0 0-16,2-1 0 0,-2-3 0 0,0 4 0 15,0-4 0-15,-2 3 0 0,2-2 0 16,0 1 0-16,-2 0 0 0,0-1 0 0,2 0 0 16,-2-1 0-16,2 1 0 0,-2-1 0 15,1-1 0-15,-6-1 0 0,5 2 0 0,-1-2 0 16,-1-1 0-16,-2 3 0 0,3-5 0 15,-3 1 0-15,0-3 0 0,0 5 0 0,2 0 0 16,-1 1 0-16,-1 0 0 0,0 1 0 16,0 1 0-16,1 0 0 0,-3 1 0 0,-1-3 0 15,-3 1 0-15,-1 1 0 16,1 4 0-16,-3-2 0 0,-6 2 0 0,0 3 0 16,-3 2 0-16,-13-2 0 0,-5 3 0 15,4 2 0-15,-6 2 0 0,4 2 0 0,-1-2 0 16,7 0 0-16,3-2-693 0,6-2-285 15,2 0 104-15,4-3-1046 0,8 1-1342 0</inkml:trace>
  <inkml:trace contextRef="#ctx0" brushRef="#br0" timeOffset="51092.59">13364 2719 545 0,'0'0'315'0,"0"0"-75"0,0 0-30 0,0 0 4 16,0 0 7-16,0 0 6 0,0 0-3 15,0 0 6-15,0 0 13 0,0 0 14 0,10 4 8 16,-10-4 6-16,0 0-4 0,0 0-2 15,0 0-12-15,0 0-5 0,0 0-18 16,0 0-5-16,0 0-4 0,0 0-20 0,0 0 12 16,0 0-6-16,0 0 3 15,0 0-3-15,0 0-3 0,0 0-2 0,0 0 0 0,0 0-9 16,0 0-7-16,0 0-9 0,0 0-8 16,0 0-9-16,0 0-10 0,0 0-4 15,0 0-10-15,0 0-79 0,0 0-57 16,0 0 0-16,0 0 0 0,0 0 0 0,0 0 0 15,0 0 0-15,0 0 0 0,-39-5 0 16,39 5 0-16,0 0 0 0,-11-6 0 16,11 6 0-16,-9-3 0 0,9 3 0 0,0 0 0 15,-14-3 0-15,14 3 0 0,-11-2 0 16,11 2 0-16,0 0 0 0,-14-3 0 0,14 3 0 16,0 0 0-16,-15-2 0 0,15 2 0 15,0 0 0-15,-14 0 0 0,14 0 0 16,0 0 0-16,0 0 0 0,-18 0 0 0,18 0 0 15,0 0 0-15,-18 3 0 16,18-3 0-16,-14 2 0 0,14-2 0 0,-16 2 0 16,16-2 0-16,-13 4 0 0,13-4 0 15,-12 2 0-15,12-2 0 0,-13 6 0 0,13-6 0 16,-11 3 0-16,11-3 0 0,-8 3 0 16,8-3 0-16,-10 4 0 0,10-4 0 0,-11 5 0 15,11-5 0-15,-10 5 0 0,10-5 0 16,-11 5 0-16,7 0 0 0,4-5 0 15,-7 5 0-15,7-5 0 0,-8 6 0 0,8-6 0 16,-10 7 0-16,10-7 0 0,-7 6 0 16,7-6 0-16,-7 5 0 0,7-5 0 15,-9 7 0-15,9-7 0 0,-3 7 0 16,-1-2 0-16,4-5 0 0,-7 9 0 0,3-4 0 16,4-5 0-16,-7 8 0 0,7-8 0 15,-3 9 0-15,-1-4 0 0,4-5 0 0,-4 7 0 16,4-7 0-16,-2 8 0 0,2-8 0 15,-5 8 0-15,5-8 0 0,-4 10 0 16,4-10 0-16,-2 10 0 0,2-10 0 0,-3 9 0 16,0-5 0-16,3-4 0 0,-4 10 0 15,4-10 0-15,-2 8 0 0,2-8 0 16,-3 11 0-16,1-7 0 0,2-4 0 16,-6 10 0-16,4-4 0 0,2-6 0 0,-1 11 0 15,1-11 0-15,-4 11 0 0,2-6 0 16,2-5 0-16,-3 13 0 0,3-7 0 0,0-6 0 15,-2 11 0-15,2-11 0 0,-1 10 0 16,1-10 0-16,-4 10 0 0,2-5 0 0,2-5 0 16,-2 12 0-16,2-12 0 0,-2 12 0 15,2-5 0-15,-1 0 0 0,1-7 0 16,-2 12 0-16,0-5 0 0,0-1 0 0,2-6 0 16,-4 13 0-16,4-13 0 0,-2 12 0 15,2-6 0-15,-1 1 0 0,1-7 0 0,-5 14 0 16,5-9 0-16,-2 3 0 15,2-8 0-15,-2 12 0 0,2-12 0 0,0 10 0 16,0-10 0-16,-2 10 0 0,2-10 0 16,0 12 0-16,0-7 0 0,0-5 0 0,0 12 0 15,0-12 0-15,0 11 0 0,0-11 0 16,-1 12 0-16,1-4 0 0,0-8 0 0,0 9 0 16,0-9 0-16,0 12 0 0,0-6 0 15,0-6 0-15,1 12 0 0,-1-12 0 0,0 11 0 16,2-3 0-16,-2-8 0 0,0 12 0 15,0-12 0-15,2 12 0 0,0-7 0 16,-2-5 0-16,5 12 0 0,-5-3 0 16,1-4 0-16,-1-5 0 0,2 14 0 15,0-9 0-15,-2-5 0 0,6 13 0 0,-6-9 0 16,0-4 0-16,3 10 0 0,-1-5 0 16,-2-5 0-16,4 10 0 0,0-6 0 0,-4-4 0 15,3 8 0-15,2-1 0 0,-5-7 0 16,7 10 0-16,-3-6 0 0,-4-4 0 0,6 9 0 15,-3-5 0-15,-3-4 0 0,7 8 0 16,-7-8 0-16,3 4 0 0,-3-4 0 0,6 10 0 16,-6-10 0-16,5 4 0 0,-5-4 0 15,8 6 0-15,-8-6 0 0,5 7 0 16,-5-7 0-16,9 4 0 0,-9-4 0 16,5 6 0-16,-5-6 0 0,9 5 0 0,-9-5 0 15,11 5 0-15,-11-5 0 0,7 5 0 16,-7-5 0-16,7 6 0 0,-7-6 0 15,10 2 0-15,-10-2 0 0,12 8 0 0,-12-8 0 16,9 3 0-16,-4 1 0 0,-5-4 0 16,16 5 0-16,-8-3 0 0,-8-2 0 0,14 5 0 15,-5-4 0-15,-9-1 0 0,14 5 0 16,-8-3 0-16,-6-2 0 0,18 2 0 0,-11 0 0 16,-7-2 0-16,18 1 0 0,-18-1 0 15,14 0 0-15,-4 0 0 0,-10 0 0 0,17 2 0 16,-8-2 0-16,-9 0 0 15,20 0 0-15,-20 0 0 0,15-2 0 0,-15 2 0 16,13 0 0-16,-3-1 0 0,-10 1 0 16,15-2 0-16,-5 2 0 0,-10 0 0 0,13-2 0 15,-3 0 0-15,-10 2 0 0,14-4 0 16,-5 3 0-16,-9 1 0 0,14-3 0 16,-10 1 0-16,-4 2 0 0,14-5 0 0,-7 4 0 15,-7 1 0-15,13-5 0 0,-4 3 0 16,-9 2 0-16,13-6 0 0,-10 5 0 0,8-3 0 15,-11 4 0-15,11-7 0 16,-4 5 0-16,-2-1 0 0,-5 3 0 0,14-5 0 0,-8 2 0 16,-1-1 0-16,-5 4 0 15,12-6 0-15,-10 4 0 0,-2 2 0 0,11-6 0 16,-11 6 0-16,8-4 0 0,-5 0 0 16,-3 4 0-16,13-7 0 0,-10 1 0 0,5 3 0 15,-5 0 0-15,-3 3 0 0,10-9 0 16,-6 6 0-16,2 0 0 0,-3-2 0 0,-3 5 0 15,6-7 0-15,-2 3 0 0,-4 4 0 16,3-9 0-16,-3 9 0 0,7-7 0 0,-4 2 0 16,-3 5 0-16,4-8 0 0,-2 3 0 15,4 0 0-15,-6 5 0 0,1-8 0 16,3 2 0-16,-4 6 0 0,4-7 0 16,-1 3 0-16,-3 4 0 0,3-10 0 15,-3 10 0-15,4-10 0 0,-4 5 0 0,4-2 0 16,-4 2 0-16,0 5 0 0,3-12 0 15,-3 7 0-15,0-2 0 0,0 7 0 0,2-10 0 16,0 3 0-16,-2 7 0 0,0-12 0 16,0 7 0-16,0 5 0 0,4-12 0 0,-4 7 0 15,0 5 0-15,0-10 0 0,0 10 0 16,0-13 0-16,0 7 0 0,0 6 0 0,-2-15 0 16,2 7 0-16,-2 2 0 15,2-3 0-15,0 0 0 0,0 0 0 0,0 1 0 0,0-1 0 16,0 0 0-16,-2 1 0 0,2-1 0 15,0 1 0-15,0-1 0 0,0 1 0 0,-2 1 0 16,2-2 0-16,0 2 0 16,-1-1 0-16,-1 0 0 0,2 1 0 0,-4 0 0 15,2-2 0-15,0 3 0 0,0-3 0 16,1 2 0-16,-4-2 0 0,1 3 0 0,2-3 0 16,1 1 0-16,-3-1 0 0,0 2 0 15,2-2 0-15,0 3 0 0,-1-2 0 0,-1 2 0 16,1-1 0-16,0 0 0 0,1 0 0 15,-4 1 0-15,4-1 0 0,-1-1 0 16,-1 2 0-16,0-2 0 0,1 4 0 0,-4-4 0 16,3 3 0-16,1-3 0 0,-5 0 0 15,1-1 0-15,0 1 0 0,-4 0 0 16,0-2 0-16,-1 2 0 0,-2-3 0 0,-8 1 0 16,1 1 0-16,-9 1 0 0,-5 0 0 15,-1 2 0-15,0 3 0 0,4 1 0 16,3 2 0-16,-9 4 0 0,6-1 0 0,5 1 0 15,2 1 0-15,2 1-212 0,2-1-836 16,4 1 100-16,5 1-1087 0,-1 1-1449 0</inkml:trace>
  <inkml:trace contextRef="#ctx0" brushRef="#br0" timeOffset="60221.23">13125 7808 1154 0,'0'0'299'15,"0"0"-41"-15,7 4-37 0,-7-4-20 0,0 0-4 16,0 0 8-16,0 0 3 0,0 0 4 16,13 0 8-16,-13 0 6 0,0 0 3 15,0 0 5-15,0 0-2 0,0 0-1 16,0 0-5-16,0 0-7 0,0 0-12 0,0 0-10 16,0 0-1-16,0 0-4 0,0 0-7 15,0 0-9-15,0 0-8 0,0 0-10 0,0 0-12 16,0 0-2-16,0 0-10 0,0 0-2 15,0 0-15-15,0 0 5 0,0 0-11 0,0 0-6 16,0 0 0-16,0 0-6 0,0 0 4 16,0 0-15-16,0 0-12 0,0 0-6 0,0 0-6 15,0 0-4-15,0 0-3 0,0 0-5 16,-31-8 3-16,31 8-6 0,-11-1 2 16,11 1-51-16,-14-1 0 0,5-1 0 15,9 2 0-15,-15-2 0 0,5 0 0 0,10 2 0 16,-16-3 0-16,5 0 0 0,2 3 0 15,9 0 0-15,-15-2 0 0,15 2 0 0,-15-2 0 16,15 2 0-16,-14-4 0 0,14 4 0 16,-11 0 0-16,11 0 0 0,-11-1 0 0,11 1 0 15,-12-2 0-15,12 2 0 0,-11-1 0 16,11 1 0-16,-18 0 0 0,18 0 0 16,-15 0 0-16,15 0 0 0,-19 0 0 15,12 1 0-15,7-1 0 0,-18 2 0 0,9-1 0 16,9-1 0-16,-17 2 0 0,11 0 0 15,-4 0 0-15,10-2 0 0,-11 2 0 0,11-2 0 16,-14 5 0-16,5-4 0 0,9-1 0 16,-14 6 0-16,7-5 0 0,0 0 0 15,7-1 0-15,-13 6 0 0,4-4 0 0,9-2 0 16,-13 5 0-16,10-3 0 0,3-2 0 16,-14 5 0-16,8-4 0 0,6-1 0 0,-7 4 0 15,7-4 0-15,-9 4 0 0,9-4 0 16,-10 6 0-16,4-4 0 0,6-2 0 15,-11 5 0-15,4-1 0 0,4-1 0 0,-5 0 0 16,8-3 0-16,-11 7 0 0,8-3 0 16,-6 1 0-16,6-2 0 0,3-3 0 15,-13 7 0-15,7-4 0 0,1 1 0 0,5-4 0 16,-11 7 0-16,6-4 0 0,1 2 0 16,0 1 0-16,4-6 0 0,-12 8 0 0,9-3 0 15,-1 0 0-15,4-5 0 0,-7 12 0 16,1-7 0-16,1 1 0 0,5-6 0 0,-3 11 0 15,-1-5 0-15,0 0 0 0,4-6 0 16,-3 12 0-16,3-12 0 0,-4 9 0 0,2-4 0 16,2-5 0-16,-4 11 0 0,4-11 0 15,0 9 0-15,0-9 0 0,-1 12 0 16,1-12 0-16,-2 10 0 0,-1-3 0 16,3-7 0-16,0 12 0 0,0-12 0 0,0 13 0 15,0-6 0-15,0-7 0 0,0 14 0 16,0-9 0-16,3 3 0 0,-3-8 0 15,2 14 0-15,-1-7 0 0,-1-7 0 0,0 12 0 16,2-5 0-16,-2-1 0 0,0-6 0 16,2 14 0-16,0-7 0 0,-2 3 0 0,0-10 0 15,2 11 0-15,0-4 0 0,0 0 0 16,-2-7 0-16,1 13 0 0,1-5 0 0,0-2 0 16,0 2 0-16,-2-8 0 0,4 11 0 15,-3-6 0-15,-1-5 0 0,2 13 0 16,1-7 0-16,1 0 0 0,-4-6 0 15,3 13 0-15,-1-6 0 0,2 0 0 0,0 0 0 16,-2-1 0-16,-1 3 0 0,3-2 0 16,-2 1 0-16,3-1 0 0,-2 1 0 0,1 0 0 15,2 0 0-15,-3 1 0 0,3-1 0 16,-3 1 0-16,4-2 0 0,-2 1 0 0,-1-1 0 16,4 2 0-16,-5-3 0 0,6 3 0 15,-6-2 0-15,5 1 0 0,-1-1 0 0,0 3 0 16,0-4 0-16,0 2 0 15,1-1 0-15,-1 2 0 0,1-2 0 0,2-1 0 0,-5 1 0 16,4-2 0-16,2 2 0 16,-6-1 0-16,2-2 0 0,4 0 0 0,-11-4 0 15,14 9 0-15,-8-5 0 0,1-2 0 16,-7-2 0-16,18 8 0 0,-11-8 0 0,-7 0 0 16,20 2 0-16,-13 1 0 0,0-2 0 15,6 1 0-15,-13-2 0 0,18 0 0 0,-8 0 0 16,-10 0 0-16,20 0 0 0,-8 0 0 15,0-2 0-15,1 1 0 0,-1-2 0 0,-1 3 0 16,2-4 0-16,0 0 0 0,1 0 0 16,-3 2 0-16,5-4 0 0,-5 2 0 0,0-1 0 15,1 3 0-15,-1-2 0 0,0 0 0 16,0 0 0-16,-11 4 0 0,14-8 0 16,-3 4 0-16,-4-1 0 0,0 1 0 15,2-2 0-15,0 1 0 0,-2 0 0 0,1 0 0 16,-1-2 0-16,1 4 0 0,-2-3 0 15,1 0 0-15,1-1 0 0,-2 0 0 0,2-1 0 16,-3 2 0-16,2-4 0 0,-1 1 0 16,0 1 0-16,0-1 0 0,1-1 0 0,-3 0 0 15,3 1 0-15,-2-1 0 0,1-1 0 16,-3 2 0-16,1-2 0 0,2 2 0 0,-3 1 0 16,1 0 0-16,1 1 0 0,-4 0 0 15,3 0 0-15,0 1 0 0,-2-1 0 0,0 3 0 16,-2 4 0-16,3-14 0 0,-1 8 0 15,-2 6 0-15,4-11 0 0,-2 5 0 16,-1-2 0-16,-1 8 0 0,2-15 0 16,1 8 0-16,-3-2 0 0,2 2 0 0,-2-2 0 15,2 1 0-15,0 1 0 0,-2 7 0 16,1-15 0-16,-1 8 0 0,0-2 0 0,0 9 0 16,2-12 0-16,0 5 0 0,-2 1 0 15,0 6 0-15,0-12 0 0,0 3 0 0,0 1 0 16,0 8 0-16,0-12 0 0,0 5 0 15,-2-3 0-15,2 2 0 0,0 0 0 16,0-1 0-16,0 1 0 0,-2 0 0 16,2-1 0-16,0 9 0 0,0-14 0 0,0 7 0 15,0 7 0-15,-1-12 0 0,1 8 0 16,-2-4 0-16,2 8 0 0,-2-12 0 0,2 5 0 16,-2 3 0-16,2 4 0 0,-3-12 0 15,1 2 0-15,2 4 0 0,-1 1 0 0,-1-2 0 16,2 7 0-16,-6-14 0 0,4 8 0 15,1 0 0-15,1 6 0 0,-2-10 0 0,-2 4 0 16,4 6 0-16,-4-8 0 0,4 8 0 16,-6-9 0-16,2 4 0 0,0 2 0 0,4 3 0 15,-7-11 0-15,1 6 0 0,3 0 0 16,-4 0 0-16,2 2 0 0,-3-2 0 16,-1-1 0-16,-1 0 0 0,1 4 0 15,-2-2 0-15,-5 1 0 0,3 1 0 0,-3 1 0 16,3 1 0-16,-4-3 0 0,2 3 0 15,-3 3 0-15,7-2 0 0,-4-1 0 0,4 2 0 16,11-2-765-16,-20-2-220 0,20 2 103 16,-7-5-1009-16,7 5-1313 0</inkml:trace>
  <inkml:trace contextRef="#ctx0" brushRef="#br0" timeOffset="64255.29">17965 8992 4667 0,'0'0'-299'0,"7"-6"60"0,-7 6 53 16,0 0 52-16,7-3 58 0,-7 3 47 16,0 0 42-16,6-4 42 0,-6 4 32 0,0 0 21 15,6-3 18-15,-6 3 5 0,0 0 10 16,0 0 7-16,0 0 8 0,0 0 1 0,0 0 5 15,0 0-5-15,4-7-2 0,-4 7-8 16,0 0-12-16,0 0 3 0,0 0 8 0,0 0-7 16,-23 19 4-16,14-9 1 0,-7 4 1 15,-2 7-2-15,-2-6-1 0,1 5-7 0,-2 1-9 16,6-6-8-16,0-1-8 16,1-1-13-16,3-4-11 0,2 2-2 0,-1-1-10 15,2-2-7-15,3-3-12 0,-3-1-3 16,8-4-14-16,-10 8-23 0,6-2-35 0,4-6-45 15,-9 4-55-15,9-4-47 0,-10 2-51 16,10-2-54-16,0 0-60 0,-13-8-56 0,9 4-47 16,4 4-53-16,-7-12-47 0,5 7-63 15,-4-3-40-15,6 2-554 0,-2-2-655 0</inkml:trace>
  <inkml:trace contextRef="#ctx0" brushRef="#br0" timeOffset="64503.36">17699 9019 3039 0,'0'-7'-92'16,"0"7"57"-16,0-10 43 0,0 10 41 0,0-7 44 15,0 7 39-15,0 0 34 0,0-10 25 16,0 10 13-16,0 0 11 0,0 0 21 0,0 0 15 16,0 0 17-16,0 0 1 0,0 0 9 15,29 22-4-15,-13-8 0 0,0 6-6 16,6 1-24-16,1 2-21 0,-5-2-27 0,5 1-19 16,-1 1-15-16,-2-2-20 0,1 1-15 15,-1-7-13-15,-7-1-12 0,-2-4-14 16,-1 1-18-16,-3-3-22 0,2-1-23 0,2 0-25 15,-6 0-38-15,1-2-41 0,-3-2-58 16,-3-3-67-16,10 5-83 0,-10-5-102 16,0 0-100-16,0 0-121 0,0 0-172 0,0 0 72 0,0 0 77 15,0 0-540-15,0 0-638 16</inkml:trace>
  <inkml:trace contextRef="#ctx0" brushRef="#br0" timeOffset="69219.6">17701 7639 3013 0,'0'0'-116'16,"0"0"45"-16,0 0 36 0,-2-8 33 15,2 8 24-15,0 0 27 0,0 0 26 0,0 0 16 16,0 0 22-16,0-8 12 0,0 8 12 16,0 0 5-16,0 0 0 0,0 0 8 0,0 0 5 15,-7-5 1-15,7 5 1 0,0 0 5 16,0 0-5-16,-7-4 0 0,7 4-8 16,0 0-6-16,0 0-9 0,0 0-7 15,-16-3-12-15,16 3-8 0,0 0-6 0,0 0-6 16,-9-1-5-16,9 1 4 0,0 0-2 15,-12-4-2-15,12 4 6 0,0 0-2 16,0 0-6-16,-13-2 5 0,13 2-7 0,0 0 2 16,-9-2 0-16,9 2-5 0,0 0-5 15,-11-5 0-15,11 5-8 0,0 0-5 0,0 0 0 16,-13-3-8-16,13 3 7 16,0 0-10-16,-13-2-6 0,13 2 3 0,0 0-6 0,0 0-4 15,-15-2 0-15,15 2-4 16,0 0 5-16,-16-1-6 0,16 1 0 0,0 0-3 0,0 0-3 15,-15 0 3-15,15 0-2 16,0 0-5-16,-14-2-4 0,14 2 1 0,0 0-4 16,0 0-6-16,-18 0 2 0,18 0-1 15,0 0 2-15,-16 3-3 0,16-3-1 0,0 0-1 16,-13 0 1-16,13 0-2 0,-11 4 5 16,11-4-2-16,0 0 9 0,0 0-6 0,-14 0-2 15,14 0-1-15,0 0-1 0,-11 2-1 16,11-2-9-16,0 0-2 0,0 0 0 0,-12 3 0 15,12-3 0-15,0 0 0 16,0 0 0-16,0 0 0 0,-13 3 0 0,13-3 0 16,0 0 0-16,0 0 0 0,-11 2 0 15,11-2 0-15,0 0 0 0,-10 6 0 0,10-6 0 16,0 0 0-16,-7 4 0 0,7-4 0 16,0 0 0-16,0 0 0 0,-11 6 0 15,11-6 0-15,-9 5 0 0,9-5 0 0,0 0 0 16,-9 6 0-16,9-6 0 0,0 0 0 15,-7 2 0-15,7-2 0 0,-8 6 0 0,8-6 0 16,0 0 0-16,-8 6 0 0,8-6 0 16,0 0 0-16,-6 4 0 0,6-4 0 0,0 0 0 15,-9 5 0-15,9-5 0 16,0 0 0-16,-5 7 0 0,5-7 0 0,-7 5 0 16,7-5 0-16,0 0 0 0,-7 5 0 15,7-5 0-15,0 0 0 0,-8 7 0 0,8-7 0 16,-3 5 0-16,3-5 0 0,0 0 0 15,-9 8 0-15,9-8 0 0,-3 6 0 0,3-6 0 16,-6 6 0-16,6-6 0 0,0 0 0 16,-5 8 0-16,5-8 0 0,-4 4 0 0,4-4 0 15,0 0 0-15,-4 9 0 0,4-9 0 16,-3 8 0-16,3-8 0 0,0 0 0 0,-2 10 0 16,2-10 0-16,-5 7 0 0,5-7 0 15,-4 6 0-15,4-6 0 0,-1 9 0 16,1-9 0-16,-2 9 0 0,2-9 0 0,-2 6 0 15,2-6 0-15,-2 9 0 0,2-9 0 16,-2 8 0-16,2-8 0 0,-2 11 0 16,2-11 0-16,-2 7 0 0,2-7 0 15,0 7 0-15,0-7 0 0,-1 10 0 0,1-10 0 16,0 8 0-16,0-8 0 0,-2 11 0 16,2-11 0-16,0 8 0 0,0-8 0 0,-2 9 0 15,2-9 0-15,-2 8 0 0,2-8 0 16,0 8 0-16,0-8 0 0,0 0 0 0,0 13 0 15,0-13 0-15,2 8 0 16,-2-8 0-16,2 10 0 0,-2-10 0 0,0 7 0 16,0-7 0-16,2 10 0 0,-2-10 0 15,0 8 0-15,0-8 0 0,0 8 0 0,0-8 0 16,1 9 0-16,-1-9 0 0,0 8 0 16,0-8 0-16,2 10 0 0,-2-10 0 0,0 8 0 15,0-8 0-15,2 7 0 0,-2-7 0 16,2 8 0-16,-2-8 0 0,0 6 0 0,0-6 0 15,4 10 0-15,-4-10 0 0,0 7 0 16,0-7 0-16,2 9 0 0,-2-9 0 0,0 9 0 16,0-9 0-16,0 9 0 0,0-9 0 15,1 10 0-15,-1-6 0 0,0-4 0 16,0 0 0-16,0 13 0 0,0-8 0 0,0-5 0 16,0 7 0-16,0-7 0 0,2 10 0 15,-2-6 0-15,0-4 0 0,0 8 0 16,0-8 0-16,0 9 0 0,0-9 0 0,0 8 0 15,0-8 0-15,0 11 0 0,0-11 0 16,2 8 0-16,-2-8 0 0,-2 9 0 0,2-4 0 16,0-5 0-16,0 9 0 0,0-9 0 15,2 8 0-15,-2-8 0 0,0 10 0 0,0-10 0 16,3 7 0-16,-3-7 0 0,2 9 0 16,0-4 0-16,-2-5 0 0,1 9 0 0,-1-4 0 15,0-5 0-15,2 11 0 16,0-7 0-16,2 1 0 0,-2 2 0 0,0-1 0 0,-1 1 0 15,3-3 0-15,-4-4 0 16,6 10 0-16,-2-4 0 0,0 0 0 0,1-1 0 16,-1 1 0-16,2 0 0 0,-3-2 0 15,4 2 0-15,-2-1 0 0,-1 0 0 0,3 2 0 16,-1-5 0-16,-6-2 0 0,16 10 0 16,-11-7 0-16,-5-3 0 0,15 7 0 0,-7-3 0 15,-8-4 0-15,15 5 0 0,-7-2 0 16,-2 0 0-16,-6-3 0 0,15 4 0 15,-8-2 0-15,3-1 0 0,-2 3 0 16,-8-4 0-16,17 3 0 0,-7-1 0 0,-1 0 0 16,-9-2 0-16,17 1 0 0,-7 1 0 15,-1-2 0-15,1 2 0 0,-10-2 0 0,20 0 0 16,-8-2 0-16,-1 2 0 0,-11 0 0 16,20 0 0-16,-11-2 0 0,2 2 0 0,-1-1 0 15,3 1 0-15,-4-2 0 0,3 0 0 16,-2 0 0-16,0 1 0 0,-1-1 0 15,2-1 0-15,1 1 0 0,-3-2 0 0,2 2 0 16,0-2 0-16,-2 4 0 0,0-4 0 16,1 1 0-16,0-1 0 0,-3 3 0 0,0-3 0 15,4 3 0-15,-6-3 0 0,-5 4 0 16,15-5 0-16,-7 2 0 0,0-1 0 16,-1-1 0-16,-2 2 0 0,6-2 0 0,-6 3 0 15,4-4 0-15,-1 2 0 0,0 2 0 16,0-4 0-16,-3 2 0 0,2 2 0 15,4-4 0-15,-6 3 0 0,3-1 0 0,-8 4 0 16,11-6 0-16,-7 0 0 0,4 4 0 16,-5-3 0-16,-3 5 0 0,11-6 0 0,-7 2 0 15,3 0 0-15,-4 0 0 0,3-2 0 16,-1 1 0-16,-1 0 0 0,2-2 0 0,0 2 0 16,0-2 0-16,-3 4 0 0,5-4 0 15,-5 2 0-15,3-3 0 0,0 2 0 0,-2 1 0 16,2-4 0-16,-3 4 0 0,1-1 0 15,0-1 0-15,-1 0 0 0,2 2 0 16,-1-2 0-16,-1 0 0 0,-1 0 0 16,0 0 0-16,2 0 0 0,-2 1 0 0,-1-1 0 15,1-2 0-15,0 0 0 0,3 2 0 16,-3-2 0-16,0 0 0 0,-1-2 0 0,-1 4 0 16,2-2 0-16,2-1 0 0,-2 2 0 15,0-1 0-15,-2 3 0 0,1-2 0 0,-1-2 0 16,0 4 0-16,0-3 0 0,2 5 0 15,-2 4 0-15,-2-16 0 0,2 10 0 16,0 0 0-16,0-1 0 0,0 7 0 0,-1-14 0 16,1 9 0-16,-2-2 0 0,0 0 0 15,0 0 0-15,2 0 0 0,-2 0 0 0,0 1 0 16,1-1 0-16,1-1 0 0,-4 2 0 16,-1 0 0-16,3 0 0 0,-1-1 0 0,-1 2 0 15,-2-3 0-15,3 3 0 0,-3-3 0 16,0 0 0-16,-2 1 0 0,-1 1 0 0,-3-3 0 15,3 1 0-15,-4 0 0 0,-1 0 0 16,1 0 0-16,-3-1 0 0,3 1 0 0,0 2 0 16,-2-2 0-16,-1 0 0 0,1 4 0 15,1-3 0-15,0 1 0 0,-4 3 0 0,3-2 0 16,-2 1 0-16,-2 2 0 0,0-1 0 16,-2 1 0-16,-1 2 0 0,-5 2 0 15,-2 0 0-15,4-1 0 0,-2 3 0 16,2-1 0-16,0 1 0 0,3 1 0 0,3-1-151 15,2 0-401-15,3 2-53 0,3-1-97 16,-1-1-147-16,3 0 72 0,5 0-772 0,-1-1-993 16</inkml:trace>
  <inkml:trace contextRef="#ctx0" brushRef="#br0" timeOffset="72185.67">9150 5274 3998 0,'0'0'-93'0,"0"0"71"16,0 0 63-16,0 0 46 0,0 0 39 16,0 0 31-16,0 0 23 0,0 0 9 0,0 0 1 15,0 0 7-15,0 0-8 0,0 0 0 16,0 0-5-16,0 0-20 0,0 0-6 15,0 0-4-15,0 0-2 0,12-10-2 16,-12 10-3-16,0 0-6 0,-2-12-10 0,2 12 0 16,-10-9-13-16,5 4-3 0,-5-2-17 15,-1 1-11-15,-3 2-11 0,2 0-9 0,-8 0-10 16,4 4-6-16,-6 0-1 0,-3 6-9 16,-9 3-5-16,0 3-4 0,3 2-5 15,1-1-2-15,5 3-6 0,7-4 0 0,2 1 1 16,4-1-2-16,1 0-3 0,3 1 6 15,7-2-2-15,-1 1 8 0,4 0 7 0,3 3 2 16,6-1 3-16,5 1 2 0,4 3 8 16,5 1-35-16,4-1-14 0,-2-1 0 0,-1-2 0 15,-1-1 0-15,0 4 0 16,-6-4 0-16,-4 0 0 0,-4-2 0 0,-1-2 0 16,-2 0 0-16,-4 1 0 0,-1-1 0 15,-3 2 0-15,-3 1 0 0,-3-1 0 0,-2 1 0 16,0-2 0-16,-4 3 0 0,-2-2 0 15,-1 1 0-15,-3-3 0 0,4-2 0 0,-2 0 0 16,1-3 0-16,-1-1 0 0,3 0 0 16,1-2 0-16,12-2 0 0,-24-2 0 15,12 0 0-15,1 0 0 0,1 0 0 0,10 2 0 16,-13-4 0-16,13 4 0 0,-11 0 0 16,11 0 0-16,-12-5 0 0,12 5-60 0,-2-7-707 15,2 7-159-15,0 0 36 0,12-13 93 16,-8 9-819-16,5-2-1055 0</inkml:trace>
  <inkml:trace contextRef="#ctx0" brushRef="#br0" timeOffset="77867.56">11874 2244 3423 0,'-4'9'239'0,"2"-3"-20"0,2-6 55 15,0 9 19-15,0-9 1 0,4 10-5 0,-4-10-17 16,9 4-26-16,-9-4-28 0,18-2-12 16,-18 2-13-16,26-12-20 0,3-3-12 0,-2-3-22 15,0-2-2-15,-3-2-22 16,6-9-12-16,-7 4-6 0,4-10-9 0,-4-1-4 16,-1-5-10-16,0-4 1 0,-7-8-5 15,0-1-4-15,-3-5 21 0,-3-1-12 0,-1 2-1 16,-3 2 5-16,-1 16 10 0,-1 5 3 15,-1 10-2-15,-1 7-33 0,1 3-57 16,0 5 0-16,0 0 0 0,-2 9 0 0,0 3 0 16,0 0 0-16,-7 21 0 0,-2 12 0 15,6 6 0-15,-3 6 0 0,2 11 0 0,4 4 0 16,4 1 0-16,3 3 0 0,5 0 0 16,-1-6 0-16,2-2 0 0,1-1 0 0,-3-9 0 15,3-7 0-15,-5-5 0 0,3-5 0 16,-6-7 0-16,1-6 0 0,-3-3 0 15,2-4-36-15,-3-1-335 0,6-6-80 16,-2-2-86-16,-7 0-95 0,17-19-124 16,-9 2-47-16,3-12 72 0,-4-7-587 0,-1-3-774 15</inkml:trace>
  <inkml:trace contextRef="#ctx0" brushRef="#br0" timeOffset="78051.39">12284 1769 3579 0,'-21'-4'37'0,"-1"2"98"16,9-1 74-16,1 3 63 0,12 0 49 0,-18 0 31 15,18 0 4-15,-14 0-3 16,14 0-25-16,0 0-16 0,0 0-3 0,0 0-19 16,0 0-23-16,0 0-29 0,56 5-23 15,-16-5-27-15,5 0-47 0,5-2-58 16,11-3-83-16,-3-2-107 0,-2 0-114 0,1-6-105 16,-1 5-134-16,-10 2-157 0,-3-4-194 15,2 4-11-15,-4-2 87 0,-3 3-587 0,-2-1-778 16</inkml:trace>
  <inkml:trace contextRef="#ctx0" brushRef="#br0" timeOffset="78751.81">18044 1596 3406 0,'-9'-5'-6'0,"1"0"78"0,1 0 72 16,7 5 49-16,-8-9 36 0,8 9 30 15,-2-8 29-15,2 8 13 0,4-11 5 0,2 3-2 16,3 2-9-16,6 2-14 0,4-2-15 16,1 6-14-16,0 0-11 0,5 4-19 0,-2 1-15 15,11 10-17-15,-7 1-16 16,0 1-22-16,-6 2-6 0,-2 3-5 0,-5-3-13 16,-9-4-128-16,-1 0 0 0,-4 2 0 15,-2 3 0-15,-4 1 0 0,-4-3 0 16,1-1 0-16,-9 8 0 0,6-5 0 0,-10-3 0 15,8-1 0-15,-2-4 0 0,5-4 0 16,-2-3 0-16,3 0 0 0,0-5-278 0,10 0-226 16,-12-7-50-16,11-1-58 0,2-6-37 15,10-5-3-15,5-12-1 0,15-7-806 16,1-3-907-16</inkml:trace>
  <inkml:trace contextRef="#ctx0" brushRef="#br0" timeOffset="78967.42">18460 1519 3579 0,'16'-10'-175'15,"-7"-1"88"-15,-2 5 83 0,-1 1 82 0,-3-1 68 16,-3 6 50-16,9-6 24 15,-9 6 8-15,0 0 24 0,0 0 30 16,0 0 11-16,-12 25 3 0,2-7-14 0,-4 9-6 16,0 0-15-16,3 2-17 0,2-3-14 15,6-4-6-15,-1 0-18 0,6 2-16 0,3-2-16 16,7 5-20-16,5-2-15 0,6-5-1 16,6 0-15-16,-1-5-9 0,7-4-19 15,-5-1-58-15,2-5-37 0,-7-3 0 0,-3-2-32 16,-4-2-93-16,1 0-59 0,-3 1-73 15,-7 1-90-15,1-2-106 0,-10 2-141 0,0 0-217 16,0 0-8-16,-17 17 89 16,-12 0-576-16,-3 0-763 0</inkml:trace>
  <inkml:trace contextRef="#ctx0" brushRef="#br0" timeOffset="79668.03">12277 8940 3874 0,'0'0'100'0,"3"-10"39"0,-3 10 33 16,0 0 33-16,0 0 38 0,0 0 41 15,0 0 11-15,-17 27 13 0,-1 6-8 0,1 8-26 16,-6 5-23-16,2 3-16 0,3 1-12 15,-4 1-16-15,1 0-24 0,6-7-8 0,0 4-27 16,4-8-11-16,0-3-31 0,0 0-28 16,2-6-37-16,4-4-51 0,-3-8-64 0,3-4-69 15,4-1-59-15,-3-4-68 16,0-3-72-16,2-4-65 0,2-3-52 0,0 0-33 16,-3-24-32-16,6 0-23 0,-3-11-20 15,2-10-2-15,0-13-578 0,-2-10-614 0</inkml:trace>
  <inkml:trace contextRef="#ctx0" brushRef="#br0" timeOffset="79850.84">12044 9039 2977 0,'-6'-44'-31'15,"1"10"83"-15,0 8 85 0,1 6 72 0,1 6 65 16,-1 2 57-16,-2 3 35 0,5 1 18 16,-4 1-7-16,1 2-18 0,4 5-13 0,0 0-15 15,0 0-13-15,0 0-14 0,0 26-35 16,9-5-22-16,3 12-23 0,6 10-12 0,6-2-20 16,-1-1-25-16,2-3-21 0,-2 1-146 15,-3-8 0-15,-2-3 0 0,0-4 0 16,-7-2 0-16,-4-5-171 0,0-3-110 0,-2-1-105 15,-1 0-118-15,-2-3-119 0,-4-1-200 16,0-4 51-16,2-4 80 0,0 0-648 16,0 0-795-16</inkml:trace>
  <inkml:trace contextRef="#ctx0" brushRef="#br0" timeOffset="80818.42">17172 8938 3689 0,'0'0'40'16,"-21"-2"48"-16,12 1 32 0,9 1 27 0,-18 0 35 0,18 0 33 15,-13-3 30-15,13 3 15 16,-10 0 16-16,10 0-4 0,0 0-5 0,-15 0-4 16,15 0-3-16,0 0-5 0,-7-2-7 15,7 2-5-15,0 0-12 0,0 0-14 0,-12-2-27 16,12 2-19-16,0 0-17 0,-10-3-16 15,10 3-118-15,0 0-20 0,0 0 0 0,0 0 0 16,0 0 0-16,0 0 0 0,0 0 0 16,0 0 0-16,0 0 0 0,0 0 0 0,0 0 0 15,0 0 0-15,0 0 0 0,0 0 0 16,0 0 0-16,0 0 0 0,-15 2 0 0,15-2 0 16,0 0 0-16,0 0 0 15,0 0 0-15,0 0 0 0,0 0 0 0,0 0 0 16,0 0 0-16,0 0 0 0,0 0 0 15,0 0 0-15,0 0 0 0,0 0 0 0,0 0 0 16,0 0 0-16,-13 0 0 0,13 0 0 16,0 0 0-16,0 0 0 0,0 0 0 0,0 0 0 15,0 0 0-15,0 0 0 0,0 0 0 16,0 0 0-16,0 0 0 0,0 0 0 0,0 0 0 16,0 0-119-16,0 0-234 0,0 0-50 15,0 0-65-15,15 15-74 0,-3-13-95 0,-1 4-157 16,4 1 76-16,0-1-696 15,1 0-865-15</inkml:trace>
  <inkml:trace contextRef="#ctx0" brushRef="#br0" timeOffset="81785.17">17764 8986 3546 0,'0'0'-195'0,"0"0"46"16,0 0 41-16,0 0 37 0,0 0 30 15,0 0 35-15,0-7 29 0,0 7 26 0,0 0 20 16,0 0 12-16,0 0 22 16,0 0 12-16,0 0 6 0,0 0 5 0,0 0 1 15,-5-6 1-15,5 6-4 0,0 0-11 16,0 0-9-16,-10-4-6 0,10 4-11 0,0 0-12 15,0 0-4-15,0 0-10 0,0 0-9 16,0 0-13-16,-14-2-16 0,14 2-24 0,0 0-31 16,0 0-29-16,0 0-38 0,0 0-28 15,0 0-27-15,0 0-18 0,0 0-20 0,0 0-30 16,0 0-47-16,0 0-51 0,0 0-89 16,0 0-86-16,0 0 45 0,0 0-150 0,0 0-98 15</inkml:trace>
  <inkml:trace contextRef="#ctx0" brushRef="#br0" timeOffset="82150.64">17724 9019 1678 0,'0'0'73'16,"-9"2"32"-16,9-2 19 0,-12 1 15 15,12-1 12-15,0 0 24 0,-16 2 15 0,16-2 9 16,-14 2-2-16,14-2-17 0,0 0-8 15,-19 1-8-15,19-1-1 0,0 0 4 16,-15 0 2-16,15 0 2 0,-12 2-2 16,12-2 0-16,0 0 2 0,-12 2 8 0,12-2-1 15,0 0 6-15,0 0 0 0,-20 0-14 16,20 0 7-16,-12 2 6 0,12-2-12 0,0 0-17 16,-13 3-11-16,13-3-13 0,0 0-20 15,0 0-4-15,-14 2-16 0,14-2-15 0,0 0-24 16,0 0-22-16,-13 0-31 0,13 0-29 15,0 0-26-15,0 0-24 0,0 0-19 0,0 0-19 16,0 0-26-16,0 0-26 0,0 0-35 16,0 0-32-16,0 0-39 0,0 0-30 0,0 0-35 15,0 0-39-15,0 0-34 16,0 0-40-16,0 0-77 0,0 0-18 0,0 0-345 16,38 0-377-16</inkml:trace>
  <inkml:trace contextRef="#ctx0" brushRef="#br0" timeOffset="82900.28">17626 9038 2332 0,'0'0'-20'0,"-14"-2"48"0,14 2 37 15,-19 0 37-15,7-2 42 0,1 2 43 16,11 0 35-16,-25 0 24 0,12 2 18 0,-1-2 17 15,0 2 2-15,0-2 7 0,1 1 8 16,-1 1 2-16,1 0-2 0,4-1 0 16,-3-1 0-16,12 0-9 0,-17 4-10 0,11-4-6 15,6 0-11-15,0 0-5 0,0 0-18 16,-21 2-25-16,21-2-6 0,0 0 6 16,0 0-174-16,0 0-40 0,0 0 0 0,0 0 0 15,47-4 0-15,-22 1 0 0,4 1 0 16,9-3 0-16,3 0 0 0,-4 0 0 0,1 0 0 15,2 1 0-15,1 1 0 0,-11-1 0 0,-1 2 0 16,-2 1 0-16,-2-1 0 16,-1 0 0-16,-3 2 0 0,0-1 0 0,-1 1 0 15,0-2 0-15,-4 0 0 0,-2 1 0 16,1 1 0-16,-3-2 0 0,-1 0 0 0,-11 2 0 16,18 0 0-16,-18 0 0 0,13 0 0 15,-13 0 0-15,12 0 0 0,-12 0 0 0,0 0 0 16,0 0 0-16,0 0 0 0,5 5 0 15,-5-5 0-15,-14 16 0 0,1-3 0 0,-10 10 0 16,-7 9 0-16,-2 0 0 0,-4 1 0 16,-2 2 0-16,-5 1 0 0,2 0 0 0,-4 0 0 15,4 0 0-15,-3-2 0 0,5-3 0 16,3-4 0-16,11-5 0 0,0-2 0 0,11-6 0 16,1-2 0-16,3-4 0 15,0-1 0-15,3-2 0 0,0 0 0 0,6-1 0 16,1-4 0-16,0 0 0 0,14 12 0 15,0-12 0-15,11 0 0 0,15-8 0 0,4 0 0 16,14-2 0-16,1-2 0 0,4-3 0 16,1 6 0-16,-1 1 0 0,0-2 0 0,-2 3 0 15,-15 3 0-15,-3-1 0 0,-12 2 0 16,-6 1 0-16,-6 0 0 0,0 0 0 0,-4 0 0 16,-2 2 0-16,-2-2 0 0,0 0 0 15,-11 2 0-15,14 0 0 0,-14 0 0 16,16-2 0-16,-16 2 0 0,11 0 0 0,-11 0 0 15,0 0 0-15,14 0 0 0,-14 0 0 0,0 0 0 16,11 0 0-16,-11 0 0 0,0 0 0 16,0 0 0-16,11-3 0 0,-11 3 0 15,0 0 0-15,0 0 0 0,9-5 0 0,-9 5 0 16,0 0 0-16,-2-7-260 0,2 7-759 16,0 0 104-16,-9-10-1124 0,9 10-1455 0</inkml:trace>
  <inkml:trace contextRef="#ctx0" brushRef="#br0" timeOffset="92232.01">15883 8344 5050 0,'0'0'-272'0,"6"-6"64"16,-6 6 54-16,0 0 37 0,4-6 38 15,-4 6 39-15,0 0 53 0,4-8 33 0,-4 8 25 16,0 0 10-16,4-3 3 0,-4 3-4 16,0 0 5-16,0 0 28 0,0 0 10 0,-9 23 1 15,-2-6-9-15,-2 10-8 0,0 2-9 16,-2 2-10-16,-5-2-8 0,6 2-6 16,-4-4-10-16,5-2-5 0,-1-5-4 15,5-3-8-15,2-3-15 0,-4-2-20 0,6 0-21 16,-1-3-31-16,3-1-32 0,-1-3-45 15,0-1-75-15,4-4-71 0,0 0-60 0,0 0-55 16,0 0-44-16,-6-14-52 0,6 2-65 16,0-2 5-16,0-4-306 0,0-1-324 0</inkml:trace>
  <inkml:trace contextRef="#ctx0" brushRef="#br0" timeOffset="92399.44">15702 8414 2118 0,'-2'-7'-61'0,"4"3"50"0,-2 4 43 15,0 0 47-15,0 0 37 0,0 0 26 0,0 0 32 16,0 0 12-16,14 19-2 0,-7-8-12 0,-1 4-10 15,3 2-15-15,5 0-20 16,3 5-13-16,0 2-8 0,3-1-25 0,-4 0-26 16,0-7-43-16,-1 0-56 0,-3-1-47 15,1-1-51-15,-4-2-52 0,1-2-58 0,-3-2-62 16,3 0-75-16,-7-2-83 0,6 0 34 16,-6-1-106-16,1-3-47 0</inkml:trace>
  <inkml:trace contextRef="#ctx0" brushRef="#br0" timeOffset="106949.1">21339 3430 1495 0,'0'-14'254'0,"0"-1"-26"16,0 3-23-16,2 1-8 0,0 0-10 16,0 1 1-16,0-2-5 0,0 4 1 0,-2-1 8 15,2 2 6-15,-2 7-5 0,1-12-5 16,-1 12-11-16,2-8-22 0,-2 8-16 0,0 0-1 16,0 0-10-16,0 0-8 0,0 0-4 15,16 27 6-15,-12-5 5 0,-3 12 3 16,3 7 14-16,0 5-5 0,-4 0 15 15,2 1-11-15,-2 1 0 0,3-3-8 16,-6-2-4-16,3-1-19 0,0-5-7 0,-2-8-12 16,2-6-7-16,-2-1-4 0,0-5-6 15,2-2-13-15,0-1-6 0,2-1-1 0,-2-4-11 16,0 0-7-16,2-2-22 0,-2-7-11 16,2 8-43-16,-2-8-49 0,0 0-50 0,0 0-57 15,0 0-59-15,0 0-72 0,12-24-58 16,-10 15-55-16,-1-4-66 0,3-2-127 0,0-1-22 15,-2 1 51-15,-1-3-358 0,3 0-438 16</inkml:trace>
  <inkml:trace contextRef="#ctx0" brushRef="#br0" timeOffset="107295.49">21509 3326 2458 0,'0'-22'-75'0,"2"3"43"0,-2 6 36 15,0 0 12-15,0 4 4 0,0 5 3 0,0 4 3 16,0 0 5-16,0 0 13 0,0 0 19 15,0 0 19-15,-35 27 29 0,19-3 9 16,-8 5 19-16,-2 7 19 0,-5 2 5 0,3 1 2 16,-5-1 4-16,8-1-2 0,-1 2-3 15,1-10-11-15,8-4-3 0,0-1-8 16,5-6-6-16,5-5 5 0,-1-1 10 16,8-2 8-16,0-3 17 0,0-7 6 0,12 12-9 15,3-8-12-15,6-2-17 0,7-1-6 16,15-1-14-16,-2-1-19 0,6 1-7 15,-4-4-10-15,-2 4-9 0,-8 0-8 0,-5 0-3 16,-3 0-25-16,-2 0-17 0,-3 0-28 16,-5-2-17-16,-1 4-19 0,-2-2-22 0,-12 0-25 15,20 0-28-15,-20 0-31 0,13 4-41 16,-13-4-55-16,3 1-71 0,-3-1-83 0,0 0-112 16,0 0-191-16,0 0 40 0,-30 3 72 15,9-6-329-15,-5 2-396 0</inkml:trace>
  <inkml:trace contextRef="#ctx0" brushRef="#br0" timeOffset="108012">20636 2658 2374 0,'4'-12'-73'0,"0"3"43"16,-2 2 30-16,-1 0 24 0,-1 1 23 0,0 6 18 15,2-10 22-15,-2 10 12 0,2-7 8 16,-2 7 2-16,0 0 3 0,-2-12-6 0,2 12-7 16,0 0-4-16,0 0-3 0,-2-8 2 15,2 8-18-15,0 0 1 0,0 0-7 16,0 0-1-16,-23 29 12 0,7 1 16 0,-11 11 22 16,-4 9 21-16,-12 13 13 0,-9 9 19 15,-3 6 1-15,-10 3 12 0,-1 4 5 16,-5-6 2-16,-1 1 10 0,-1-1 8 15,0-4 0-15,-2 1-4 0,4-10 4 0,6-4-22 16,6-4-16-16,15-17-17 0,7-1-14 16,-1 0-14-16,8-4-10 0,1-2-5 0,9-7-16 15,1 1-9-15,0-3-7 0,3 1-23 16,-1-4-6-16,6-2 6 0,2-5-20 16,-2-3-1-16,6 0 3 0,-1-3-8 0,1 1-3 15,-1-3 4-15,3-1 6 0,-2 0 0 16,5-6-1-16,-6 10-2 0,6-10 2 0,-5 4-7 15,5-4-8-15,0 0-8 0,-6 8-31 16,6-8-51-16,0 0-74 0,0 0-61 16,0 0-80-16,0 0-86 0,0 0-97 15,0 0-119-15,0 0-177 0,11-22-13 0,-9 15 77 16,5-3-583-16,-4-2-739 0</inkml:trace>
  <inkml:trace contextRef="#ctx0" brushRef="#br0" timeOffset="108464.39">19458 2855 3480 0,'-5'-17'-63'0,"-1"1"25"0,3 6 32 16,0-2 25-16,-1 3 23 0,2 4 18 0,2 5 11 15,-3-12 3-15,3 12-6 0,-4-8-5 16,4 8-9-16,0 0-2 0,0 0 19 0,0 0 19 16,0 0 14-16,16 27 16 0,-2-2 4 15,2 6 17-15,8 8 8 0,3 7 12 16,3 5 9-16,15 16 26 0,-2 3 25 0,5 0-16 16,1 2-3-16,5 1-4 0,-1-1-10 15,5-2-12-15,1 0-21 0,4-5-12 16,-1 1-14-16,5-4 25 0,-1-6 6 0,3-3-9 15,-3-5-9-15,-18-12 11 0,0-5 0 16,-8-2-15-16,-7-11-12 0,-9-1 1 16,-2-2-59-16,-8-5-68 0,0-2 0 0,-4 0 0 15,-3-2 0-15,0 1 0 0,0 0 0 16,-3-4 0-16,-4-3 0 0,7 6 0 0,-2 0 0 16,-5-6 0-16,4 8 0 0,-4-8 0 15,4 8 0-15,-4-8 0 0,0 8 0 0,0-8 0 16,-8 13 0-16,-3-2 0 0,-2 3-677 15,0-4-293-15,3-3 70 0,-2-3 102 16,7-1-850-16,5-3-1086 0</inkml:trace>
  <inkml:trace contextRef="#ctx0" brushRef="#br0" timeOffset="110580.55">15037 2073 408 0,'5'-10'152'16,"-5"10"-14"-16,1-7-14 0,-1 7-15 0,0 0 1 16,4-10-8-16,-4 10-4 0,0 0-11 15,0-6-4-15,0 6-10 0,0 0-4 0,0 0-11 16,0 0 0-16,0 0 18 0,0 0 14 15,-12 20 6-15,1-3-4 0,-5 8 3 16,0 1-3-16,-4 3-8 0,0-2-3 0,-7 6-8 16,10-6-9-16,-3-1-6 0,5-4-4 15,-6-1-8-15,10-3-3 0,0-3-1 16,5-1-8-16,-4-5-5 0,7-1 0 16,-5 0-1-16,5-4-2 0,-2 4-7 0,5-8-14 15,-7 7-44-15,7-7-45 0,0 0-53 16,0 0-66-16,-15-3-62 0,15 3-110 15,-10-12-245-15,6 6-118 0</inkml:trace>
  <inkml:trace contextRef="#ctx0" brushRef="#br0" timeOffset="110846.93">14717 2102 1702 0,'0'0'1'0,"0"0"12"0,-2-7 3 15,2 7-3-15,0 0-4 0,0 0 5 0,0 0-8 16,0 0 6-16,0 0 0 0,0 0 20 16,0 0-4-16,25 11-2 0,-12 2 1 0,10 7 18 15,1 3-2-15,-2 1-2 0,3 0-4 16,0 1-3-16,0 3-3 0,-3-3-5 16,-3-2-1-16,2 0-3 0,-6-6 0 0,-1-2-3 15,1-1 0-15,-8-2-2 0,3-2-5 16,-2-2 1-16,-3 1-3 0,4-2-19 15,-6-2-22-15,1-1-32 0,-4-4-55 16,0 0-48-16,7 3-37 0,-7-3-388 16,0 0-91-16</inkml:trace>
  <inkml:trace contextRef="#ctx0" brushRef="#br0" timeOffset="111311.51">15001 2075 1426 0,'0'0'-131'0,"5"-6"23"15,-5 6 13-15,7-9 28 0,-7 9 23 16,7-8 30-16,-7 8 28 0,6-6 18 16,-6 6 23-16,0 0 12 0,4-8 2 15,-4 8-11-15,0 0-1 0,0 0 15 0,0 0 23 16,0 0 21-16,0 0 10 0,-22 31 2 15,9-5 1-15,-2 2-4 0,-2 2-6 16,1 1-10-16,2 0-8 0,-4-2-5 0,3-2-15 16,1 2-9-16,5-12-5 0,2 2-8 15,-1-4-3-15,0-2-6 0,2 0-6 0,-1-3-10 16,3-2-2-16,3 1-13 0,-3-3-26 16,-1 0-37-16,5-6-58 0,-3 7-73 15,3-7-77-15,0 0-82 0,0 0-119 16,0 0-119-16,-8-21-74 0</inkml:trace>
  <inkml:trace contextRef="#ctx0" brushRef="#br0" timeOffset="111544.59">14778 2077 1472 0,'-3'-6'-20'0,"1"0"38"16,2 6 18-16,-9-5-5 0,9 5-5 0,0 0-2 15,0 0 0-15,0 0 0 0,0 0 13 16,0 0 17-16,0 0 13 0,12 21 12 15,0-4-1-15,3 8 5 0,4 4-4 0,-4-2 8 16,6 0-10-16,-4 1-7 16,3-3-6-16,-4 4-6 0,2-6-5 0,-3-3-5 0,-7-5-5 15,3 3-7-15,-4-6-27 16,1 1-36-16,-2-3-34 0,-2-3-46 16,0 1-45-16,-1-3-56 0,-3 0-84 0,0-5-324 15,0 0-114-15</inkml:trace>
  <inkml:trace contextRef="#ctx0" brushRef="#br0" timeOffset="119442.6">9164 13861 1328 0,'0'0'615'16,"0"0"-221"-16,-2-9-117 0,2 9-62 0,0 0-10 15,-2-8-5-15,2 8-9 0,0-7-19 16,0 7-9-16,-1-8-3 0,1 8-11 0,-4-11-7 16,2 6 5-16,-1-3 3 0,1 3 3 15,0-2-4-15,-5-2 3 0,3 1 2 0,-5-1-10 16,-3 1 0-16,1-1-4 16,-3 2-11-16,-1 0-1 0,-2 4-7 0,-2 0-23 0,0 3-10 15,-6 3 2-15,-11 3-18 16,2 2-5-16,2 7-3 0,-3 2-7 0,-1 9 2 15,4 3-13-15,9-4 4 0,2 4-16 16,6-1 0-16,7 2-6 0,4-4-1 16,9-5-3-16,7 7 9 0,3-4-13 0,8-2 1 15,4-1-8-15,2-6-2 0,1 0-2 16,1-1-1-16,-3 0 0 0,-5-6-5 0,-4 3 7 16,0-1 14-16,-2 0-8 0,-5-1 32 15,-1 1 62-15,-4 2 58 0,0 1 44 0,-5 1 25 16,-4 1 28-16,-5-1-50 15,-2 5-215-15,-6 6 0 0,0-1 0 0,-5 0 0 0,0-2 0 16,1-1 0-16,-5-1 0 16,4-3 0-16,-1-3 0 0,3-2 0 0,4-3 0 15,-4-3 0-15,3-1 0 0,1-3 0 16,1 0 0-16,2-2 0 0,-3 0 0 0,14 0 0 16,-21-2 0-16,12 0 0 0,9 2 0 15,-17-2 0-15,5 2 0 0,12 0-286 16,-14 2-499-16,14-2-158 0,-12 0 65 0,12 0 104 15,-10-3-765-15,10 3-983 0</inkml:trace>
  <inkml:trace contextRef="#ctx0" brushRef="#br0" timeOffset="120476.48">11540 11250 4216 0,'0'0'-19'0,"0"0"28"16,0 0 28-16,0 0 22 0,0 0 24 15,0-21 15-15,4 11 12 0,1-4 1 0,2-1-4 16,2-4-10-16,2-9-8 0,1 1-9 16,-1 0-7-16,0-2-6 0,-2-4-10 0,-4-1-4 15,3-2-7-15,-8-4-4 16,1-1-4-16,-2-6-7 0,-3-9 0 0,0 4 0 15,-5-1 6-15,3 15 9 0,-4 5-1 16,1 4 13-16,-1 8-3 0,4 3-7 0,3 5-1 16,-1 4-4-16,-2 6-5 0,-1 3 5 15,7 0 12-15,-14 14-3 0,9 3-1 0,1 4-3 16,4 17 1-16,5 2 4 0,7 10-3 16,3-1-1-16,10 5-6 0,2-2-10 15,5-3 3-15,4-3-9 0,-1-3-5 0,1-5-9 16,0-2-47-16,-4-4-44 0,-5-10-59 15,0-2-55-15,-4-6-61 0,-2-2-64 0,-3-6-58 16,-4-4-74-16,-1-4-92 16,1 0-97-16,-3-2 46 0,-2-2-422 0,2 0-489 0</inkml:trace>
  <inkml:trace contextRef="#ctx0" brushRef="#br0" timeOffset="120697.27">11538 10958 3231 0,'-21'-1'293'0,"6"1"31"0,1-2 23 0,5 0 24 16,9 2 11-16,-13-3-2 0,13 3-17 16,0 0-27-16,-5-6-27 0,5 6-30 15,0 0-30-15,32-8-23 0,-8 6-24 16,13-4-24-16,3 2-25 0,-1 2-58 0,-1-1-80 16,-6-1-87-16,-6 3-72 0,-5 1-85 15,-2-4-88-15,-2 4-81 0,-1-1-60 16,-5-1-74-16,-11 2-114 0,15 3-71 0,-13 1 52 15,-2-4-544-15,0 0-673 0</inkml:trace>
  <inkml:trace contextRef="#ctx0" brushRef="#br0" timeOffset="122128.41">12276 17258 3100 0,'0'-9'-72'0,"1"1"35"0,-1 1 24 0,0 7 26 15,0-12 26-15,0 12 21 16,0 0 24-16,3-9 29 0,-3 9 17 0,0 0 17 16,0 0 14-16,0 0 1 0,-3 46 8 15,-2-10 2-15,-1 5-4 0,3-3-8 16,-1 6-4-16,0-3-20 0,2-2-13 0,1 0-11 15,-6-3-7-15,7-7-18 0,-2-4-12 16,2-4-11-16,-2-4-41 0,2 1-65 0,0-5-89 16,0-3-80-16,-1 0-72 15,-3-3-95-15,2-2-125 0,2-5-130 0,-11 2 44 16,11-2-319-16,-16-14-388 0</inkml:trace>
  <inkml:trace contextRef="#ctx0" brushRef="#br0" timeOffset="122360.13">11883 17222 2917 0,'-4'-7'273'16,"2"4"-16"-16,2 3-3 0,0 0 14 15,0 0 39-15,0 0 31 0,0 0 0 0,0 0-21 16,43 10-32-16,-11 0-28 0,2 2-26 16,-1 0-26-16,-1 0-19 0,0 2-20 15,-1-4-20-15,-6-1-15 0,-7-3-23 16,-2 0-38-16,-5 0-58 0,-1-4-55 0,0 1-56 15,-10-3-57-15,11 4-74 0,-11-4-74 16,0 0-86-16,0 0-86 0,0 0-104 16,0 0-156-16,0 0 55 0,0 0-466 0,0 0-613 15</inkml:trace>
  <inkml:trace contextRef="#ctx0" brushRef="#br0" timeOffset="123459.76">18835 10137 3327 0,'-11'-2'52'0,"-2"-1"41"0,-1 3 46 0,-1-2 40 15,-2 0 33-15,4 1 23 0,-1 1 28 16,3-2 11-16,0-2-5 0,2 2-12 0,9 2-17 16,0 0-24-16,-5-6-18 0,5 6-20 15,16-9-20-15,-4 8-14 0,6 1-16 0,2 0-12 16,0 3-9-16,3 2-9 0,-3 5-12 16,5 6-8-16,-4 6-3 0,-10 2 9 0,-5 3 6 15,-8 10 18-15,-9 1 20 16,-8 7 17-16,-10 2 12 0,-1 1 17 0,-5-5 8 0,3-4-181 15,2-3-1-15,9-11 0 16,4 0 0-16,4-8 0 0,3-3 0 0,4-4 0 16,4-1 0-16,8-2 0 0,1-2 0 15,11-2 0-15,3-3 0 0,8-1 0 0,12-6 0 16,13-4 0-16,-2-2 0 0,0-3 0 16,0 0 0-16,-14 2 0 0,-8 4 0 0,-3 2 0 15,-8 4 0-15,-2-1 0 0,-5 3 0 16,-3 0 0-16,-9 2 0 0,10 4-68 0,-10-4-573 15,-2 15-129-15,-6-3-125 16,-1 5 73-16,-3 9-877 0,-3 3-1133 0</inkml:trace>
  <inkml:trace contextRef="#ctx0" brushRef="#br0" timeOffset="124175.24">18481 17016 5008 0,'0'0'50'0,"0"0"16"0,6-10 35 15,-6 10 38-15,14-5 30 0,-2 3-2 0,1 0 13 16,-13 2 1-16,36 9-3 0,-14-2-10 15,-1-1-13-15,-5 5-11 0,0 1-2 0,2 1-18 16,-7 3-9-16,-2 1-9 0,-2 1-12 16,-2-1-10-16,-5 5-6 0,-2 2-10 0,-2-2-8 15,-9 7-9-15,-3-3-11 16,-2 1-44-16,-4-5-65 0,1-2-52 0,-1-4-65 16,1-3-74-16,-3-5-84 0,6-2-75 15,0-3-78-15,1-2-92 0,6-1-141 16,0-1 25-16,11 1-568 0,-12-7-734 0</inkml:trace>
  <inkml:trace contextRef="#ctx0" brushRef="#br0" timeOffset="124412.44">19001 16742 3804 0,'2'-6'121'0,"-2"6"47"16,0 0 43-16,0 0 53 0,-50 29 45 15,26-6 22-15,-6 6 14 0,-7 6 5 0,13-8-3 16,-7 4-11-16,12-7-9 0,-1-2-18 15,11-1-27-15,4-6-27 0,5-1-22 16,5-1-34-16,4-2-199 0,3-3 0 16,9 2 0-16,2-6 0 0,4 1 0 15,10-1 0-15,1-3 0 0,-4-1 0 0,-7 0-146 16,-4 0-262-16,4 0-74 0,-4 0-64 16,0 0-82-16,-4 0-124 0,-5 3-33 0,1-3 68 15,-5 2-551-15,-10-2-727 0</inkml:trace>
  <inkml:trace contextRef="#ctx0" brushRef="#br0" timeOffset="130809.37">14608 10151 396 0,'-13'11'26'16,"-2"2"-5"-16,0-3 13 0,-3 0-9 0,4 2-3 15,-2 0 5-15,1 0 6 0,3-4-21 16,1 2 4-16,4-3-9 0,-2-1 6 16,4 0-7-16,-3 0 2 0,6 0 1 0,-3-4-10 15,5-2 4-15,-6 5-33 0,6-5-13 16,0 0-18-16,0 0-117 0,0 0 60 0</inkml:trace>
  <inkml:trace contextRef="#ctx0" brushRef="#br0" timeOffset="131207.66">14470 10200 499 0,'0'0'7'0,"2"-5"9"15,-2 5-1-15,0 0 27 0,0 0 10 0,0 0 10 16,0 0 0-16,0 0 2 0,0 0-3 16,0 0 4-16,0 23-5 0,1-17-1 0,1 3-7 15,0-3-4-15,2 2-4 0,-1-2-2 16,-1 1-6-16,2-2-8 0,0 2 4 0,-1-1 0 15,-3-6-5-15,1 7-7 0,1-3-2 16,-2-4-2-16,4 5 4 0,-4-5-3 16,0 0-3-16,0 0 0 0,0 0-4 15,0 0-1-15,0 0-1 0,7-14 4 0,-5 6-9 16,2 1 2-16,0-2 3 0,-3 4 0 16,1-1-3-16,-2 6-1 0,5-10 1 15,-5 10-6-15,4-4 7 0,-4 4-4 0,0 0 12 16,0 0 0-16,0 0-1 0,0 0-3 15,1 20 0-15,-2-11-1 0,1-4-5 0,0-5 5 16,0 13 0-16,0-6 1 0,0-7-7 16,0 9 4-16,0-9 4 0,1 7 7 0,-1-7 16 15,0 0-1-15,0 6-5 16,0-6-5-16,0 0-1 0,0 0-3 0,0 0-2 16,0 0-2-16,0 0-8 0,-1-22-5 15,1 22-22-15,-6-9-17 0,6 9-5 0,0 0-14 16,-12 0-14-16,12 0-32 0,-15 10-45 15,9-2-103-15,-2 3-167 0,1 3 73 0</inkml:trace>
  <inkml:trace contextRef="#ctx0" brushRef="#br0" timeOffset="133110.99">14872 10001 1367 0,'1'-8'145'0,"1"0"-14"0,-2 8-17 16,0 0-3-16,0 0-2 0,0 0 13 16,0 0 1-16,-14 33-8 0,3-13-6 0,2-1-9 15,-2 10-10-15,1 0-11 0,2-5-5 16,1-4-9-16,2-1-6 0,-2 1-6 0,3-2-3 15,3-1-16-15,-3-3-36 0,2-1-40 16,0-1-38-16,2-2-41 0,0-1-74 0,0-3-44 16,2-2-98-16,-2-4-104 0,7 4-101 15,-7-4-45-15</inkml:trace>
  <inkml:trace contextRef="#ctx0" brushRef="#br0" timeOffset="133275.45">15043 10130 1555 0,'0'0'49'0,"8"10"23"15,-10-3 22-15,0 2 12 0,-2 1 6 0,3 0-1 16,-8 4 2-16,7 0-10 0,-5 3-8 16,3-2-10-16,-1 5-7 0,0 2-7 0,1-3-9 15,1-1-45-15,-1 1-52 0,4 4-77 16,-4 1-111-16,4-2-229 0,-1 2-195 0,-1 0-143 16</inkml:trace>
  <inkml:trace contextRef="#ctx0" brushRef="#br0" timeOffset="136640.34">19412 11504 1900 0,'0'0'76'16,"-3"3"24"-16,3-3 0 0,0 0 9 0,0 0 20 15,-8 4 21-15,8-4 25 0,0 0 11 16,0 0-5-16,0 0-19 0,0 0-16 0,0 0-21 15,31-11-6-15,-16 5-14 0,0 4-12 16,5-4-2-16,-4 0-14 0,4 4-7 0,-6-4-17 16,4 3-53-16,-2-1-64 0,-3 2-70 15,-1-2-81-15,-1 0-103 0,-4 3-98 16,-7 1-118-16,0 0 37 0,0 0-173 16,0 0-165-16</inkml:trace>
  <inkml:trace contextRef="#ctx0" brushRef="#br0" timeOffset="136789.78">19441 11579 1874 0,'-7'7'77'0,"1"-4"40"15,4 1 36-15,2-4 45 0,0 0 31 16,0 0 16-16,0 0 11 0,32 0 7 16,-32 0-6-16,25-1-9 0,-10-4-23 0,3 2-26 15,1-1-17-15,0 1-26 0,-4 1-41 16,4 0-61-16,-3 1-81 0,-4 0-116 0,1 2-121 16,-13-1-137-16,14 1-211 0,-6 1 29 15,-2 2 63-15,-6-4-262 0,6 8-270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05:49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25351 4509 609 0,'0'0'350'0,"0"0"-67"0,-6 5-41 15,6-5-24-15,0 0-12 0,0 0-8 16,0 0-6-16,0 0-20 0,0 0 9 0,0 0-10 16,0 0-1-16,0 0-12 0,0 0-7 15,-7 6-6-15,7-6 3 0,0 0-9 16,0 0 0-16,0 0 2 0,0 0 0 0,0 0 0 16,0 0 1-16,0 0 7 15,0 0-5-15,0 0-1 0,0 0 0 0,0 0-8 16,-14 1-5-16,14-1-4 0,0 0-10 15,0 0-6-15,-11 5-10 0,11-5-7 0,-9 6-9 16,9-6-4-16,-14 4-13 0,5 2 0 16,-2-3 2-16,4 2 3 0,-4 0-2 0,4-1 4 15,-4 2 2-15,-2-4 5 0,4 2-9 16,1 1-16-16,-3-3-8 0,2 4-3 16,-2-4 5-16,11-2 4 0,-14 6-18 0,3-2-9 15,0 0 2-15,4-1 2 16,-2 3-8-16,0-2 10 0,2-1-6 0,7-3 2 15,-19 9 0-15,11-6 5 0,3 0 2 16,-3 2 0-16,8-5-7 0,-14 6 0 0,9-2-4 16,-2 2-7-16,7-6 0 0,-13 7 13 15,8-4-14-15,5-3-7 0,-11 9 6 0,7-6-2 16,4-3-4-16,-12 9 2 0,8-6 2 16,-1 2-6-16,5-5-2 0,-11 9 4 0,4-4 1 15,7-5-9-15,-11 10 8 0,8-5-4 16,-5 0-3-16,8-5 2 0,-7 11 0 15,0-6 2-15,4 0-3 0,-1 2 5 16,4-7-8-16,-9 13-1 0,3-8 2 0,2 2 10 16,0-2-10-16,-2 3 2 0,3-2 1 15,-3 2 2-15,2-2-2 0,-2 1 3 16,2 0 12-16,1-2-1 0,-3 3 3 0,0-5-6 16,6-3 3-16,-9 14-5 0,5-8-4 15,0 0 4-15,0-1-5 0,4-5 9 0,-7 12-12 16,1-4 2-16,3 0 3 0,-2-1-3 15,-1-1-5-15,5 4 1 0,-3-3 1 0,-2 0 3 16,4 1-7-16,-3 1 2 0,1-3 2 16,0 3-1-16,0-1 1 0,-2 1-1 0,3-2-3 15,1 0 7-15,-2 0-4 0,0 3 3 16,3-3 2-16,-1 1 4 0,-5 1 1 16,5-2 2-16,2 1 1 0,-3 2 4 15,3-2-6-15,0-8 0 0,-4 13 4 16,2-5 2-16,2-8 6 0,-2 14 0 0,2-9 4 15,0-5-1-15,0 14-6 0,0-4-24 16,0-5 0-16,0-5 0 0,-1 14 0 0,-1-4 0 16,2-2 0-16,-2 1 0 0,2-1 0 15,-2-1 0-15,2 2 0 0,-4-1 0 0,1 1 0 16,3-1 0-16,0-8 0 0,-1 15 0 16,1-9 0-16,-2 4 0 0,2-1 0 0,-2-1 0 15,2 0 0-15,0 1 0 0,0-9 0 16,-2 15 0-16,2-6 0 0,-2 1 0 15,2-1 0-15,-2 1 0 0,2 0 0 16,0 1 0-16,-1-1 0 0,-3 0 0 0,4 1 0 16,-2-3 0-16,-2 2 0 0,4-1 0 15,-1-1 0-15,-1 0 0 0,0-1 0 16,2 3 0-16,-3-2 0 0,1 0 0 0,0 1 0 16,2 2 0-16,0-2 0 0,0-1 0 15,-2 1 0-15,2 3 0 0,0-4 0 0,0 1 0 16,0 1 0-16,-1-1 0 0,-1 1 0 15,2-2 0-15,-2 3 0 0,2-3 0 0,-2 0 0 16,0 1 0-16,2 0 0 0,0 1 0 16,0-2 0-16,0 4 0 0,-2-4 0 15,2 2 0-15,0 1 0 0,0-2 0 16,0 0 0-16,0 2 0 0,0-1 0 0,0-2 0 16,2 3 0-16,-2-3 0 0,2 1 0 15,0 0 0-15,0 0 0 0,-2 3 0 0,2-1 0 16,-1 1 0-16,1 0 0 0,-2 0 0 15,4 0 0-15,-4 0 0 0,3 2 0 0,-1-3 0 16,0 1 0-16,-1 0 0 0,1 0 0 16,0 1 0-16,0-3 0 0,0 1 0 0,1-2 0 15,-1 0 0-15,2-1 0 0,-2 1 0 16,0-3 0-16,-1 2 0 0,4 1 0 16,-1-3 0-16,0 5 0 0,-3-2 0 0,5-2 0 15,-2 3 0-15,-1-4 0 0,6 0 0 16,-4 4 0-16,3-3 0 0,-1 3 0 15,1 0 0-15,3-1 0 0,0-1 0 0,0 2 0 16,2 3 0-16,-2-3 0 0,1 3 0 16,-1-1 0-16,1-3 0 0,1 5 0 0,-2-1 0 15,3 1 0-15,-2 0 0 0,2-1 0 16,-3-1 0-16,2-1 0 0,-1 1 0 16,-2-2 0-16,4 1 0 0,-3-3 0 0,0 1 0 15,1-2 0-15,1 1 0 0,-1-1 0 16,-3-3 0-16,-2 4 0 0,2-4 0 0,0 1 0 15,0 0 0-15,-2-2 0 0,-1 1 0 16,0 0 0-16,2 0 0 0,-3 0 0 16,3-1 0-16,-8-3 0 0,15 3 0 0,-7-1 0 15,-1 2 0-15,3-3 0 0,-10-1 0 16,19 2 0-16,-11 0 0 0,1-2 0 0,-9 0 0 16,17 2 0-16,-17-2 0 0,18 0 0 15,-18 0 0-15,13 0 0 0,-5 1 0 0,-8-1 0 16,15-1 0-16,-15 1 0 0,15 0 0 15,-5-2 0-15,-10 2 0 0,14 0 0 16,-5-2 0-16,0-1 0 0,-9 3 0 0,18-2 0 16,-11-2 0-16,0 3 0 0,2-3 0 15,4 1 0-15,-4-3 0 0,0 2 0 16,3 2 0-16,-5-1 0 0,4-1 0 0,0-1 0 16,-2 2 0-16,0-3 0 0,-1 4 0 15,0-2 0-15,-8 4 0 0,15-6 0 0,-7 5 0 16,-3-3 0-16,-5 4 0 0,15-6 0 15,-5 6 0-15,-2-4 0 0,-8 4 0 0,15-4 0 16,-7 3 0-16,-1-4 0 0,3 3 0 16,0-2 0-16,-1 1 0 0,2 0 0 0,-1 0 0 15,-1 1 0-15,2-2 0 0,2 0 0 16,-2 0 0-16,-2 1 0 0,3 0 0 16,-3-1 0-16,0 2 0 0,3-3 0 15,-1 1 0-15,-1 0 0 0,0 0 0 0,1 0 0 16,-4 0 0-16,3 0 0 0,0 1 0 15,-1 0 0-15,3 0 0 0,-5-3 0 0,3 4 0 16,0-4 0-16,-1 2 0 0,-2 1 0 16,3-2 0-16,0 1 0 0,1-1 0 0,-2 3 0 15,-1-4 0-15,2 0 0 0,-1 3 0 16,1-2 0-16,-1 0 0 0,1 1 0 16,0-1 0-16,-5 2 0 0,-5 3 0 0,15-5 0 15,-9 1 0-15,-6 4 0 0,12-7 0 0,-9 2 0 16,5 2 0-16,-8 3 0 15,12-7 0-15,-9 2 0 0,-3 5 0 0,11-7 0 16,-3 2 0-16,-3-1 0 0,-5 6 0 16,12-8 0-16,-4 3 0 0,-3 0 0 0,6-2 0 15,-4-1 0-15,0 3 0 0,1-4 0 16,0 2 0-16,-1-1 0 0,1 0 0 0,-3-1 0 16,4 1 0-16,-2 0 0 0,-1-2 0 15,1 1 0-15,-2-3 0 0,4 0 0 0,-4-1 0 16,1 3 0-16,1 0 0 0,0 1 0 15,-2-4 0-15,1 1 0 0,-1 0 0 16,1 3 0-16,-2-1 0 0,-1 0 0 16,6 1 0-16,-8-1 0 0,5 0 0 0,-2 1 0 15,-1-1 0-15,1 0 0 0,1 1 0 16,-2-1 0-16,-1-2 0 0,4 2 0 0,-4-1 0 16,-1-1 0-16,5 1 0 0,-2-1 0 15,-1-2 0-15,4-1 0 0,-2 1 0 0,-1-1 0 16,2 1 0-16,-3-1 0 0,1-2 0 15,3 1 0-15,-6 1 0 0,5 0 0 0,-2 0 0 16,-1-1 0-16,3 1 0 0,-2 2 0 16,-3 1 0-16,4 1 0 0,-3 1 0 0,2-2 0 15,-4 3 0-15,1-1 0 16,-1 0 0-16,2 3 0 0,-2-3 0 0,2 0 0 0,0 2 0 16,-4-3 0-16,2 1 0 15,-2 2 0-15,2-3 0 0,0 1 0 0,-2-2 0 16,2 2 0-16,0-1 0 0,0 1 0 15,0 0 0-15,-1 0 0 0,1-2 0 0,-2 0 0 16,0 2 0-16,2-1 0 0,-2-1 0 16,0 0 0-16,-1 2 0 0,3-2 0 0,-3 0 0 15,3 2 0-15,-2 0 0 0,0-1 0 16,2-1 0-16,-2 0 0 0,0 1 0 0,0-1 0 16,2 2 0-16,-3 1 0 15,1-3 0-15,0 2 0 0,-2 0 0 0,3 1 0 16,-1-1 0-16,-1 2 0 0,-3-1 0 0,5-1 0 15,-3 1 0-15,2 2 0 0,-2-1 0 16,1-1 0-16,-1 2 0 0,0 1 0 16,0-2 0-16,2 2 0 0,-6-1 0 0,6-1 0 15,-3 4 0-15,1-4 0 0,1 3 0 16,-4-1 0-16,3 0 0 0,-1 0 0 0,-1 0 0 16,3 2 0-16,-1-1 0 0,-3 0 0 15,4 0 0-15,-5-1 0 0,8 6 0 0,-9-8 0 16,5 2 0-16,-2 2 0 0,0 1 0 15,1-3 0-15,-1 0 0 0,-1 1 0 0,-1 0 0 16,-2-2 0-16,3 3 0 0,0-2 0 16,-2 2 0-16,2 0 0 0,1-2 0 15,-1 3 0-15,0-2 0 0,2 2 0 0,-2-3 0 16,-3 4 0-16,4-6 0 0,-3 3 0 16,-1 0 0-16,3-1 0 0,-1 3 0 0,-2-2 0 15,3-2 0-15,-3 4 0 0,1-4 0 16,-1 2 0-16,3 0 0 0,-1 1 0 0,0 1 0 15,3-1 0-15,-3 1 0 0,8 3 0 16,-10-7 0-16,5 4 0 0,5 3 0 0,-10-6 0 16,10 6 0-16,-9-4 0 0,9 4 0 15,-8-7 0-15,2 3 0 0,1 1 0 0,5 3 0 16,-11-7 0-16,2 1 0 16,2 2 0-16,-2 0 0 0,0-1 0 0,0 0 0 0,2 0 0 15,-2-1 0-15,-2 0 0 16,4 1 0-16,-4-2 0 0,1 0 0 0,1 2 0 15,-3-2 0-15,0-1 0 0,1 3 0 16,-3-1 0-16,3 0 0 0,-3 0 0 0,-2 0 0 16,-3 1 0-16,-2-1 0 0,-4 0 0 15,0 1 0-15,-9 0 0 0,5 1 0 0,3-2 0 16,1 3 0-16,-2 1 0 0,3-2 0 16,3 2 0-16,-1-1 0 0,-3 2 0 15,7 1 0-15,-1 0 0 0,2 0 0 0,1 1 0 16,3 2 0-16,-1-2 0 0,2 0-267 15,0 3-778-15,0 0 100 0,3-2-1073 16,-1 3-1434-16</inkml:trace>
  <inkml:trace contextRef="#ctx0" brushRef="#br0" timeOffset="4881.93">13488 5404 4958 0,'-13'0'-326'0,"13"0"69"0,-18-1 59 16,18 1 55-16,-15-2 53 0,15 2 41 0,-15-2 38 15,15 2 45-15,-15-2 19 16,15 2 13-16,-12-2 10 0,12 2 10 0,0 0 0 15,-15 0 10-15,15 0-4 0,0 0-7 16,0 0-1-16,-16-3-10 0,16 3-7 0,0 0 2 16,0 0 15-16,0 0 5 0,0 0 1 15,0 0-7-15,0 0-9 0,0 0-6 0,0 0-7 16,61 0-7-16,-43-1-4 0,5-3-5 16,-3 2-4-16,2-1-7 0,-5 1 1 15,-2 0-4-15,1-1-1 0,-3 2 1 0,-1-3-7 16,-12 4 2-16,14-4-1 0,-6 1-3 15,-8 3-4-15,10-5 0 0,-10 5-5 0,0 0-1 16,0 0 0-16,0 0-6 16,-19-9 1-16,19 9-1 0,-27 0 3 0,7 4-5 15,4-3 0-15,-7 3 0 0,1 1 0 16,2 0 2-16,2-1-2 0,0 2-4 0,2-4 1 16,3 1 1-16,-1 1 0 0,5 0-2 15,9-4 0-15,-15 4-3 0,7-2 5 16,8-2 6-16,0 0 9 0,-7 7 13 0,7-7 5 15,0 0-1-15,0 0-1 0,0 0 1 16,28 5 5-16,-28-5-2 0,17 0 3 0,-17 0 0 16,19 0-3-16,-19 0 5 0,18 0 15 15,-18 0 4-15,0 0 14 0,18 0-22 16,-18 0 3-16,0 0-6 0,14 0-6 16,-14 0 2-16,0 0-13 0,0 0-6 0,0 0-7 15,15-2-18-15,-15 2-37 0,0 0-31 16,0 0-38-16,0 0-62 0,7 2-74 0,-7-2-86 15,0 0-78-15,0 0-107 0,-7 12-168 16,7-12-16-16,-15 11 78 0,7-5-433 16,-1 2-523-16</inkml:trace>
  <inkml:trace contextRef="#ctx0" brushRef="#br0" timeOffset="5581.73">13408 5337 2867 0,'0'0'-6'0,"-2"-6"38"0,2 6 43 0,0 0 44 15,-1-14 44-15,1 14 23 0,0-9 14 16,0 9 8-16,-2-8 2 0,2 8-5 15,0 0-4-15,-3-11 8 0,3 11-17 0,0 0-2 16,0-8-6-16,0 8-8 16,0 0-13-16,0 0-19 0,0 0-18 0,0 0-10 0,0 0 6 15,0 0 23-15,0 0 1 16,0 0-2-16,-4 36-3 0,2-19 9 0,0 5-10 16,-1 2-9-16,-3 9-6 0,4-4-9 15,-1 4-6-15,-4-6-18 0,5-4-5 0,1 1-12 16,-5-2-8-16,4-5-6 0,0 0 0 15,0-4-9-15,1 0-4 0,-3-1-7 0,2-2 1 16,2-2-5-16,-2 1-3 0,2-1 0 16,0-8-4-16,-2 9-30 0,2-9 0 15,0 0 0-15,0 0 0 0,0 0 0 16,0 0 0-16,0 0 0 0,4-33 0 16,2 11 0-16,-1-10 0 0,3-2 0 0,0 1 0 15,1-1 0-15,-2 2-16 0,1 7 1 16,-2 4 0-16,-2 1 3 0,2 4 4 0,-5 1 3 15,1 1 1-15,2 3 3 0,0-2 13 16,-2 3 4-16,-2 1 0 0,1 1 5 0,-1 8-10 16,0-12-11-16,3 5 0 0,-3 7 0 15,0 0 0-15,0 0 0 0,0 0 0 0,0 0 0 16,0 0 0-16,-14 34 0 0,12-17 0 16,-1 0 0-16,-1 7 0 0,2-1 0 0,0 0 0 15,1 1 0-15,1-1 0 0,-5 0 0 16,3-6 0-16,2 1 0 0,-2-2 0 15,0-2 0-15,2 0 0 0,-2-4 0 16,2-2 0-16,0 1 0 0,-1-2 0 16,-1 2 0-16,2-9 0 0,-2 9 0 0,2-9 0 15,-4 4 0-15,4-4-155 0,0 0-142 16,0 0-64-16,0 0-77 0,0 0-61 0,-15-17-71 16,11 12-96-16,0-2-109 0,0 2 70 15,-1-2-562-15,3 0-727 0</inkml:trace>
  <inkml:trace contextRef="#ctx0" brushRef="#br0" timeOffset="5865.61">13307 5461 3245 0,'-8'-6'-12'0,"8"6"53"16,0 0 48-16,-11-6 39 0,11 6 36 16,-8-5 29-16,8 5 24 0,-8-3 14 0,8 3-1 15,0 0-5-15,-5-5-4 0,5 5-12 16,0 0 23-16,0 0 16 0,0 0 5 0,0 0-10 15,27-12-21-15,-13 9-21 0,10-2-24 16,-1 0-15-16,9-2-15 0,0-2-17 0,-5 5-14 16,-6-2-12-16,-4 4-10 0,-3-1-7 15,-3 1-19-15,-11 2-18 0,13-4-27 16,-13 4-41-16,0 0-38 0,0 0-39 0,0 0-34 16,0 0-38-16,0 0-48 15,0 0-51-15,-44 4-73 0,35-2-73 0,-5 1-82 16,5-1-110-16,2 0-142 0,7-2 70 15,-18 4-522-15,18-4-661 0</inkml:trace>
  <inkml:trace contextRef="#ctx0" brushRef="#br0" timeOffset="14532.92">11456 6474 985 0,'0'0'342'16,"-2"-7"-74"-16,2 7-33 0,-2-5-34 15,2 5-19-15,0 0-17 0,0 0-14 16,-1-10-19-16,1 10 3 0,0 0-11 16,0 0-3-16,-4-7-12 0,4 7 7 0,0 0-14 15,0 0 14-15,0 0 5 0,0 0 4 16,0 0 10-16,-15 16 13 0,10-8 3 0,-2 4 3 15,0 3 5-15,-3 3-1 0,-2 7-2 16,0 2-7-16,-2 2-15 0,-1-3-6 0,-1 2-12 16,3-2-13-16,-1-1-9 0,1-4-9 15,4-5-8-15,2-3-14 0,-2 1 0 0,4-1-11 16,-1-4 2-16,1 0-9 0,-2-1-4 16,6-3-1-16,-3 2-1 0,4-7-4 15,-6 9-6-15,6-9-3 0,-3 8 0 16,3-8-5-16,-4 5-7 0,4-5-19 0,0 0-20 15,-6 8-29-15,6-8-38 0,0 0-40 16,0 0-45-16,0 0-66 0,0 0-54 16,0 0-55-16,0 0-63 0,0 0-57 0,8-30-56 15,-5 22-43-15,1-2-403 0,2-2-450 16</inkml:trace>
  <inkml:trace contextRef="#ctx0" brushRef="#br0" timeOffset="14831">11268 6607 2534 0,'-6'-11'-48'16,"4"1"47"-16,0 2 40 0,1-2 41 0,-3 3 50 15,0-1 24-15,1 1 36 0,0 0 17 16,3 7 12-16,-6-11 9 0,4 3 3 16,2 8-6-16,-3-8-10 0,3 8-22 15,-4-7-14-15,4 7-14 0,0 0 3 0,0 0 7 16,0 0-12-16,18 17-7 0,-6-2-5 16,-1 1-21-16,9 6-12 0,-2 2-10 0,5 2-14 15,2-2-7-15,-1 0-5 0,-1-1-14 16,-5-1-6-16,3-2-13 0,-4-2 0 15,-3-5-6-15,-1-1-5 0,-1-2-15 0,-5-2-13 16,2 0-22-16,-3-1-19 0,0-1-14 16,0-2-20-16,-1 0-26 0,-1 0-39 0,-4-4-33 15,0 0-46-15,0 0-55 0,0 0-45 16,0 0-48-16,12-12-61 0,-12 4-68 0,-3-2-99 16,3-1-15-16,-5-2-403 15,1-3-479-15</inkml:trace>
  <inkml:trace contextRef="#ctx0" brushRef="#br0" timeOffset="15116.6">11413 6435 2535 0,'-8'-10'-33'15,"0"1"65"-15,2 1 40 0,1 0 27 0,-1 3 44 16,3-1 25-16,3 6 23 16,-11-10 9-16,10 4-1 0,1 6-5 0,-8-8-12 15,8 8-23-15,-3-5-14 0,3 5-15 16,0 0-13-16,0 0 2 0,0 0-2 0,0 0-2 0,1 29-6 15,3-7-8-15,3 10 10 16,4 6-1-16,-6 1 6 0,3 0-4 0,-3 0-4 16,3-1-11-16,-4-3-6 0,2 2-9 15,-3-10-10-15,-1-5-2 0,0 2-9 16,0-5-9-16,0-4-4 0,0 2-14 0,-2-4-24 16,0-3-23-16,1 0-31 0,-1-1-40 15,0-3-44-15,0-6-60 0,0 10-68 0,0-10-48 16,0 0-49-16,0 0-52 0,0 0-65 15,-14-16-66-15,8 5-49 0,2 1-402 16,1-2-464-16</inkml:trace>
  <inkml:trace contextRef="#ctx0" brushRef="#br0" timeOffset="15280.58">11312 6772 2576 0,'0'0'-30'0,"-16"0"64"16,16 0 60-16,0 0 58 0,-18 2 45 0,18-2 22 16,0 0 25-16,-16 0 13 0,16 0-3 15,0 0-9-15,0 0-2 0,0 0-8 16,0 0-9-16,0 0-30 0,0 0-14 0,29-18-23 15,-14 11-38-15,6-2-51 0,0 1-67 16,2-1-81-16,6-3-107 0,-7 1-120 0,-3 5-138 16,-2-1-177-16,2-1-30 0,-5 0 80 15,1 2-391-15,-2-1-440 0</inkml:trace>
  <inkml:trace contextRef="#ctx0" brushRef="#br0" timeOffset="50823.78">26916 14679 3440 0,'-14'-3'423'0,"14"3"-121"0,-17-2-43 16,17 2-12-16,0 0 6 0,-14-2 9 0,14 2 4 0,0 0-12 15,0 0 6-15,0 0 0 16,-11-3-7-16,11 3-13 0,0 0-14 0,0 0-17 16,0 0-16-16,0 0-15 0,49-4-17 15,-27 3-16-15,3-4-12 0,-1 4-13 16,3-4-13-16,0 2-107 0,-3-2 0 0,1 0 0 15,0-2 0-15,-2 2 0 0,-6-1 0 16,0 0 0-16,-2 3 0 0,-3-1 0 0,-1-1 0 16,-2 1 0-16,3 1 0 0,-12 3 0 15,11-4 0-15,-11 4 0 0,12-4 0 16,-12 4-369-16,0 0-147 0,8 0-162 16,-8 0-206-16,0 0 54 0,0 0 84 0,0 0-672 15,0 0-868-15</inkml:trace>
  <inkml:trace contextRef="#ctx0" brushRef="#br0" timeOffset="51155.72">27429 14382 4228 0,'3'-13'87'0,"3"-1"25"0,3 2 21 16,3 2 17-16,1-5 21 0,5 6 5 0,0-1-1 16,5 0-15-16,-2 4-14 0,1 2-17 15,0 4-11-15,1 4-11 0,0 0-8 0,-6 9-10 16,2 5-5-16,-8 6-2 15,-7-2 22-15,-6 5 26 0,-5 11 20 0,-9 6 21 16,-5 0 20-16,-2-3 16 0,-2-2 1 16,9-10 2-16,-4-4-1 0,7-5-5 0,3-4-43 15,5-3-161-15,1-2 0 0,0-2 0 16,4 0 0-16,4-1 0 0,2-3 0 16,6 1 0-16,1-3 0 0,1-2 0 0,8 1 0 15,-1-2 0-15,2 0 0 0,-1-2 0 16,-1 2 0-16,2-2 0 0,-2 0 0 0,-2 2 0 15,1-2 0-15,-6 2 0 16,2-2 0-16,-3 2 0 0,-1-2 0 0,-5 2-151 16,-7 0-404-16,17-1-71 0,-17 1-89 0,8-2-132 15,-8 2 63-15,0 0-751 0,0 0-979 16</inkml:trace>
  <inkml:trace contextRef="#ctx0" brushRef="#br0" timeOffset="51956.94">27459 14047 3788 0,'-12'-2'-277'0,"3"-1"40"0,9 3 45 16,-20 3 35-16,11-3 47 0,0 5 46 16,-5 4 43-16,-3 3 42 0,-4 11 31 0,-2 3 38 15,-2 12 23-15,-4 4 36 0,1 3 17 16,0 7 15-16,0 2 10 0,-1 2 17 0,2 2 4 15,2-4 3-15,6 3-3 0,4-3-4 16,3-1-3-16,10-13 0 0,0 2-2 0,9-5 0 16,2-2-5-16,9-2-7 0,9-2-22 15,0-8-13-15,3-4-9 0,6-3-20 0,7-4-7 16,0-7-14-16,5-5-14 16,10-5-10-16,1-8-11 0,-5-4-21 0,7-3-10 15,-2-6-8-15,1-3 2 0,11-16-12 16,-7 1 2-16,-15 4-5 0,9-15-3 0,-10-9 5 15,-14 12-6-15,-4-2-3 0,-3-1-1 16,-12-1 0-16,-7 2-3 0,-10 14-14 0,-8 3-11 16,-15-4-17-16,-9 9-30 0,-9 6-38 15,-9 7-47-15,-4 6-56 0,-6 3-70 16,-5 4-75-16,-1 6-62 0,-2 2-103 0,-2 5-175 16,4 5-10-16,-2 5 72 0,-1 0-457 15,-12 13-557-15</inkml:trace>
  <inkml:trace contextRef="#ctx0" brushRef="#br0" timeOffset="53840.34">26057 13836 3004 0,'7'-6'-42'0,"-7"6"13"0,2-8 25 16,0 4 34-16,-2 4 37 0,3-9 27 16,-3 9 12-16,0-6 9 0,0 6 3 0,2-7-3 15,-2 7-12-15,0 0 13 0,-2-10 2 16,2 10-11-16,-1-7-6 0,1 7 0 0,-4-8-1 16,-3 4-2-16,5-1 1 0,-3-2-2 15,-1 3-3-15,1-2-5 0,-2 0 5 0,-4 0-7 16,2-1-3-16,-2-1-2 0,-5 2 2 15,3 0-2-15,1 1 7 0,-4-1-4 16,-2 0-1-16,2 1 5 0,-4 2 2 16,1-1-3-16,-2 2 2 0,0-3 11 0,2 3-18 0,-2-2-6 15,0 4-1-15,0-2-4 16,-2 0 2-16,3 4-6 0,-4-2-4 0,-1 2-11 16,1 2-3-16,-2 0-5 0,1-1 3 15,0 1-8-15,0 4-11 0,2-4 3 0,1 2-2 16,0 1-4-16,5-3-3 0,-4 4 1 15,2 0 1-15,1-2-5 0,2 1-3 16,0 1 22-16,1-2 10 0,2 2-4 0,-2 0-4 16,1 1-1-16,1-3-2 0,2 3-5 15,-1 0-4-15,-1-1 1 0,1 1-1 16,1 1 8-16,-2-1-1 0,1 4-6 16,1-4 4-16,0 1-7 0,1 0 4 0,-2 2-5 15,3 0 9-15,-3 0 4 0,3 3-1 16,-5 2 1-16,3-5 3 0,2 2-2 0,-1 1 0 15,-1-1 9-15,1 3-6 0,-2-1-7 16,3 0-2-16,2-1-3 0,-4 2 0 0,0 1-4 16,2-3-1-16,4-1 2 0,-4 1-12 15,4 2-16-15,-3-3 0 0,5 1 0 0,-3 1 0 16,0-1 0-16,2 1 0 0,-2-1 0 16,3 1 0-16,-3-1 0 0,4 1 0 0,-3-1 0 15,0-1 0-15,1 1 0 0,1 1 0 16,-3-1 0-16,3 0 0 0,1 1 0 0,-4-1 0 15,3 1 0-15,0-1 0 16,-1 2 0-16,0 0 0 0,2 0 0 0,-1 0 0 16,1 1 0-16,-2-1 0 0,2-1 0 15,1 1 0-15,-4 0 0 0,3-1 0 0,0 0 0 16,0-2 0-16,2 1 0 0,-1-1 0 16,1 0 0-16,-2 0 0 0,2-1 0 0,0 3 0 15,-2 0 0-15,2-2 0 0,0 6 0 16,0-4 0-16,0 3 0 0,2-1 0 0,-2 1 0 15,2-1 0-15,-1 1 0 16,-1-2 0-16,4 0 0 0,1 2 0 0,-2 2 0 16,3-2 0-16,-1 1 0 0,3 1 0 15,0-2 0-15,1-1 0 0,1-1 0 0,-3 2 0 16,3 1 0-16,-1-4 0 0,1 1 0 16,-2-2 0-16,-1 3 0 0,3-2 0 15,-3-1 0-15,1-1 0 0,3 0 0 0,0 1 0 16,2 0 0-16,-1 2 0 0,0-4 0 15,1 0 0-15,1 1 0 0,3 2 0 0,0-3 0 16,-2 1 0-16,3 0 0 0,-2-3 0 16,8 5 0-16,-5-2 0 0,-2-5 0 15,2 3 0-15,-1-2 0 0,2 0 0 16,1-1 0-16,-1-1 0 0,3-1 0 0,10 3 0 16,-3-4 0-16,1 2 0 0,-6-3 0 15,2-1 0-15,-3-1 0 0,1-2 0 0,-4 1 0 16,2-2 0-16,-4 2 0 0,3-4 0 15,0 0 0-15,3-2 0 0,-6 4 0 0,3-6 0 16,-1 1 0-16,3-2 0 0,-1 0 0 16,-1-1 0-16,-1 1 0 0,0-1 0 0,8-4 0 15,-5 1 0-15,3 1 0 0,-2-1 0 16,-6 2 0-16,1 2 0 0,0-3 0 0,1 0 0 16,-3 3 0-16,2-5 0 0,-1 0 0 15,8-1 0-15,-1-3 0 0,-7 4 0 0,3 2 0 16,3-5 0-16,-7 1 0 15,0 2 0-15,5-5 0 0,-5 3 0 0,5-4 0 16,-3 6 0-16,0-7 0 0,-1-2 0 16,0 5 0-16,-2-5 0 0,3-2 0 0,-5-3 0 15,0-1 0-15,-2 2 0 0,1-4 0 16,-1 2 0-16,-4-2 0 0,1 2 0 0,-2 3 0 16,-3 0 0-16,1 2 0 0,-2-3 0 15,-1 4 0-15,2-4 0 0,-3 1 0 0,1 0 0 16,-3-2 0-16,2 2 0 0,-2-1 0 15,0-1 0-15,0 2 0 0,-2-3 0 0,2 2 0 16,-1 0 0-16,-3-10 0 16,-1 6 0-16,3 7 0 0,1-4 0 0,-3 4 0 15,-2-1 0-15,5 2 0 0,-5 0 0 16,0-1 0-16,2 1 0 0,-4 1 0 0,5 0 0 16,-1 2 0-16,-1-2 0 0,-1 3 0 15,1 2 0-15,2-2 0 0,-1-2 0 0,-2 2 0 16,3 0 0-16,-3-2 0 0,-2-1 0 15,2-3 0-15,-1 3 0 0,-4-9 0 0,-3 0 0 16,-1 6 0-16,-1 0 0 0,2 5 0 16,-2 3 0-16,-7-5 0 0,-5 5 0 0,-2 1 0 15,-5 4 0-15,-7 3 0 0,-4 4 0 16,-1 1 0-16,-16 6 0 0,6 3 0 16,9-3 0-16,2 3 0 0,8 4 0 15,0-1-127-15,3 2-917 0,9-5 107 0,5-4-1132 16,2-5-1481-16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42:22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13132 3830 221 0,'-10'-3'139'16,"10"3"-17"-16,0 0-27 0,-6-4 6 16,6 4-7-16,0 0 1 0,-5-5-4 15,5 5-5-15,0 0 5 0,0 0-6 0,-8-4-2 16,8 4-1-16,0 0-1 15,0 0-1-15,0 0 4 0,0 0 0 0,0 0 0 16,-6-4-5-16,6 4-1 0,0 0-3 16,0 0-2-16,0 0 4 0,0 0 5 0,0 0 4 15,0 0 5-15,0 0-8 0,-2 24-1 16,0-16-5-16,4 6 0 0,-2 0 1 16,2 3 5-16,1 2 10 0,-1 6 4 0,-1 11 4 15,3-2 2-15,3 1-3 0,-1 0 2 16,-2 2-7-16,-1-2-2 0,2-1-8 0,1 0-3 15,-3-7-2-15,3 6-8 16,1-3-1-16,-3-3-3 0,1-3-4 0,-4 1-11 16,5 8-5-16,-2-6-8 0,-3-3 1 15,1 2-3-15,0-1-3 0,-2-1-6 0,2 3 5 16,0 0-7-16,-6-1-1 0,8 0-8 16,-4-2 4-16,-2 1-3 0,4-1-3 15,0-2-4-15,-1 2 4 0,-1-3 0 0,2-2-5 16,1 4 1-16,-1-6-6 0,0 1 4 15,0 1 2-15,1 3-4 0,-3-3 0 16,2 0-2-16,0 5 1 0,0 0 8 0,0-2-5 16,0 2 5-16,-1 2 2 0,-1-2-3 0,2 3 3 15,2-4-3-15,-4-1 0 16,5 2-1-16,-4 0 10 0,3-1 5 0,2-2 2 16,-4 0 1-16,1 1 3 0,-5-3 9 15,6-2-2-15,0 1 0 0,-2-1-2 16,-2 1-3-16,1-1 0 0,-1 1 2 0,0 1-2 15,0-1-2-15,2-1-2 0,-2 8-5 16,3-6 0-16,-3 1-5 0,2-1 0 0,-2 0-2 16,4 5 2-16,-4-1 6 0,1-5-1 15,-1 4 0-15,2 2 9 0,0 0 2 0,0-2 0 16,-2 2-3-16,4 1-15 0,-2-1 1 16,-2 0 3-16,1 0-5 0,-1 1 2 0,2 1-1 15,-2-2-4-15,2 3 5 16,0-2-5-16,-2 2-3 0,5-4 2 0,-4 3 5 15,-1 1-6-15,0-4 1 0,2 2 7 16,-2-1 2-16,0 1 2 0,0-1-2 16,2 0 5-16,-2-3 3 0,0-1-5 0,-2 1 1 15,0 2 5-15,2-5-4 0,-1 1 1 16,1 0 5-16,-7 3 2 0,3-1-3 0,4-2 5 16,-1 1-5-16,-3 1-1 0,2-1-8 15,-2 1-1-15,2 3 4 0,1-2-1 0,-1 3 1 16,-2-4 13-16,-1 0-6 0,4 3 0 15,-1-3-8-15,-2 5 0 0,0-4-1 0,3 2-5 16,-1 0 1-16,2 0-3 0,0-6 0 16,-2 3-7-16,4 1 2 0,-2-1 3 15,0 0-3-15,0 2 3 0,0 2-10 16,2-1 3-16,-1 0-1 0,1-2 0 0,0 3 2 16,2 0-3-16,-1 9 7 0,2 0-11 15,-3-5-1-15,2 6 2 0,-4-6 2 0,1 4 2 16,3 4-8-16,-2-1 1 0,2-5 7 15,-2 4-5-15,-1-4 0 0,-1-6-3 16,2 3 6-16,0 9 14 0,-2-6 1 0,2-5 7 16,3-1-2-16,-4-1 8 0,1 0-9 15,0-2-1-15,0-1-9 0,-2 3 9 0,4-2-6 16,-2-5-3-16,-1 6-4 16,1-4 7-16,2 0-8 0,-2-2-3 0,0 0-10 15,-1 0 2-15,4-1-3 0,-3 0-1 16,3 0 3-16,-5-3 0 0,4 0-4 0,-2 0 7 15,0-4-5-15,0 1 6 0,0 3-4 16,-1-4-3-16,1 4 5 0,0-3 7 0,3 1-4 16,-3 1-5-16,1 3 18 0,-1-1-17 15,2 3 8-15,-1-5-9 0,1 6-11 0,0-2 15 16,0-1-2-16,-1 0-18 0,2-2 18 16,-1 2 13-16,-3-5 2 0,3 2 11 0,0-2 0 15,-2-2 1-15,-1-2-5 0,1 1 4 16,0-2 2-16,-2-5-3 0,2 11-1 0,0-6-9 15,-2-5 16-15,5 6-16 16,-5-6-5-16,1 8-6 0,-1-8-14 0,2 6-37 16,-2-6-37-16,0 0-34 0,2 7-54 15,-2-7-66-15,0 0-97 0,0 0-107 0,0 0-128 16,0 0-189-16,0 0 28 0,0-26 73 16,-4 8-589-16,-4-13-707 0</inkml:trace>
  <inkml:trace contextRef="#ctx0" brushRef="#br0" timeOffset="2449.81">13488 3759 1097 0,'-11'-7'159'0,"1"0"-9"0,0-2-13 16,1 3-6-16,3-2-2 0,-3-1-1 16,1 3 2-16,0-1 1 0,1 0 24 0,0 2-7 15,-2-2-2-15,9 7 0 0,-9-9-15 16,5 7-10-16,4 2-17 0,-7-8-12 15,7 8-9-15,0 0-10 0,-8-7-6 0,8 7-8 16,0 0-6-16,0 0-8 0,0 0 19 16,0 0-7-16,0 0 7 0,0 0-1 0,0 0-2 15,26 25 5-15,-12-17 3 0,3 3-3 16,8 3 10-16,4 3-5 0,-1 1-1 16,5 1-5-16,-1-2-5 0,9 4 4 15,2-1 7-15,0 3-2 0,2-3 2 16,0 1-7-16,3 2-9 0,-3-2-17 0,3 3-5 15,-1 0 8-15,1 0-8 0,2 1 16 16,-4 2-4-16,-5 0 0 0,2 1-6 0,-4-3-2 16,2 1-4-16,-3 2 0 0,-9-6-3 15,-1 0-3-15,1 0 1 0,0-1-3 0,-5 1 4 16,0-1 4-16,1 0 9 16,-1-4 3-16,-2 1 5 0,-1 0-3 0,-2-3-2 15,-2-1-4-15,6 3 2 0,-3-2 4 16,3 2-3-16,-1 2-1 0,-3-4 1 0,2 4-5 15,2 2 4-15,-2-1-3 0,0-3-2 16,-1 4-6-16,0-1-1 0,-1-3-5 16,0 1 1-16,-5-3-2 0,-2-1-2 0,10 7 1 15,-8-4-3-15,0-3 0 0,3 8-5 16,2-2 13-16,-4-4-1 0,-1-1-2 16,1 1 0-16,2 4 1 0,-4 0-2 0,-1-6 1 15,1 1-3-15,3 5-3 0,1-2 4 16,-4-3-3-16,0 0-22 0,9 6 3 0,1-4 1 15,-5 5 3-15,3-5 0 0,4 5 21 16,0-5-6-16,-1 4-1 0,3-4 3 16,0 3-4-16,0-2 4 0,0 1-2 15,-1-1 0-15,1 3 1 0,-3-1-5 0,3 0-1 16,0-1 3-16,-2 1-4 0,0-1-1 16,1 0 2-16,-1 0-4 0,-1-4 2 0,3 2-1 15,2-1 9-15,-2 1-5 0,1-3 15 16,-1 2-9-16,2-1 5 0,-3-1-8 15,3 1 7-15,2-1-5 0,-5 1-1 0,0 2 0 16,3-1 4-16,-4 3-6 0,2-4 2 16,-2 2 14-16,-1 0-21 0,1 2 3 0,1-2 0 15,-3 3-4-15,6-3-4 16,-2-3 2-16,1 1 4 0,3 2 4 0,1-3 7 0,1 2 6 16,-3 3-6-16,4-3-5 15,0 1 1-15,1 0-2 0,7 7-3 0,-8-7-1 16,4 5 2-16,-4-5-4 0,5 9 2 15,-1-2-2-15,0 1 1 0,-2 1-8 0,-7-5 2 16,7 7-2-16,-10-6 0 0,11 4 3 16,-11-6-2-16,5 1-2 0,-4-2 2 0,1 1 0 15,1 2-4-15,9 1 9 0,-8-6-2 16,2 1-1-16,2 1-4 0,-2 1-2 0,8 1 9 16,1 1-11-16,2 0 4 15,-11-4 0-15,10 3 0 0,-14-2-4 0,7-2 7 16,-5 2 7-16,1 0 11 0,-3-2-1 15,-3 0-1-15,4 0-2 0,-4-2 1 0,0 2-4 16,-1-3 11-16,-5 1 5 0,4 2-2 16,0-5-4-16,-6 0 1 0,2-2-10 15,8 5-21-15,-1-1 0 0,4-1 0 0,-1 1 0 16,3 0 0-16,4 0 0 0,-2 1 0 16,2 0 0-16,5 4 0 0,-5-3 0 0,1 1 0 15,-4 0 0-15,-3-1 0 0,1 1 0 16,-3 1 0-16,-1-1 0 0,2 1 0 0,-5-1 0 15,-1 2 0-15,2-3 0 16,-2 4 0-16,1-1 0 0,1-2 0 0,0 2 0 0,2-1 0 16,-1-2 0-16,5-1 0 15,-1 2 0-15,1-1 0 0,-1 3 0 0,4-1 0 16,1-1 0-16,-3-3 0 0,0 2 0 16,13 4 0-16,-7-4 0 0,-2 0 0 0,10 3 0 15,-1-2 0-15,-1 3 0 0,-6-5 0 16,6 4 0-16,2 2 0 0,-5-1 0 0,-5-6 0 15,7 9 0-15,0-2 0 16,-8-4 0-16,7 5 0 0,-6-7 0 0,8 6 0 0,-4-1 0 16,5 1 0-16,0-2 0 15,-4-1 0-15,-5-4 0 0,-1 3 0 0,-3-5 0 16,-2 2 0-16,1 0 0 0,-8-2 0 16,-4-3 0-16,0 0 0 0,-2 2 0 0,-4-2 0 15,3 2 0-15,-1 0 0 0,1 1 0 16,-5-2 0-16,3 1 0 0,-2 1 0 0,0-4 0 15,0 6 0-15,0-6 0 0,0 3 0 16,0-1 0-16,-3 2 0 0,3-2 0 0,1 4 0 16,-5-4 0-16,1 1 0 0,1-3 0 15,-3-1 0-15,-1 0 0 0,-2-2 0 0,3 1 0 16,-5-2 0-16,4 1 0 0,-1-1 0 16,-5-4 0-16,9 8 0 0,-6-4 0 15,-3-4 0-15,4 6 0 0,-4-6 0 16,6 6-197-16,-6-6-135 0,0 0-84 0,-4 6-92 15,4-6-110-15,0 0-157 0,-23-4 5 16,10-4 90-16,-3-5-645 0,-2-8-781 0</inkml:trace>
  <inkml:trace contextRef="#ctx0" brushRef="#br0" timeOffset="2766.04">19799 7188 4102 0,'-11'-4'276'0,"2"2"23"16,1-2 16-16,8 4 2 0,-8-3-14 16,8 3-25-16,0 0-1 0,0 0 5 15,0 0-10-15,16 27-22 0,6-8-22 0,7 6-22 16,7 6-21-16,6 3-20 0,4 4-19 16,-4 2-15-16,0 0-8 0,-3 2-87 0,-6-5-36 15,-6 3 0-15,-12-6 0 0,-2-2 0 16,-4 3 0-16,-11-6 0 0,-7 4 0 0,-4-2 0 15,-11 5 0-15,-5-2 0 0,-2-5 0 16,-3-2 0-16,7-6 0 0,1 0 0 0,1-4 0 16,6-5 0-16,5-4 0 0,5 1 0 15,4-4 0-15,-3 0 0 0,4-3 0 16,4-2-36-16,-10 4-608 0,10-4-123 0,0 0-138 16,-13 0 88-16,13 0-891 0,0 0-1142 15</inkml:trace>
  <inkml:trace contextRef="#ctx0" brushRef="#br0" timeOffset="5065.96">14061 3101 912 0,'0'0'462'0,"0"0"-137"16,0 0-89-16,0 0-34 0,0 0-26 15,-14-3-14-15,14 3-14 0,-6-7-16 16,6 7-1-16,-3-7-6 0,3 7-17 15,-2-10-6-15,2 10-11 0,7-14-15 16,-2 6 11-16,1-2-4 0,3-2-4 0,1-2-2 16,3-3 4-16,0-1-17 0,8-4 8 15,1 0-10-15,-1-2 0 0,3-1-4 0,-3 0-1 16,2-4-6-16,-1 2 0 0,-4 1-10 16,2 2 0-16,-4-2-2 0,4 4-13 15,-8 5 0-15,0 2-1 0,0 1-14 0,1-1 5 16,6-4-4-16,-2 3 2 0,4-3-4 15,2 1 2-15,2-3 3 0,5 0-2 0,1 0 8 16,10-6-15-16,6 1 5 0,-2 1 12 16,1-1 7-16,2-3-3 0,1-3 4 15,-3 7 5-15,-1 0-1 0,4 0 1 16,-8 1 4-16,-7 7-4 0,2 2-1 16,-1-4 1-16,-2 3 5 0,1 1 2 0,4 1 6 15,-4 2-3-15,4 1-3 0,1-1-8 16,-3 0 1-16,3 3-6 0,1 1 1 0,3 0-5 15,-4 2-3-15,8-4 1 0,-2 3 9 16,8-3 6-16,5 0 3 0,-5 1-3 16,2-3-2-16,-9 6-5 0,9-4-2 0,-11 3-2 15,2 1-6-15,-3 0 0 0,-3 0-4 16,5 3-1-16,-8 1-4 0,3-1 1 16,-7 3 1-16,9-2-2 0,-1 2 1 15,0 0-3-15,1 0 2 0,-1 2 14 0,4-2 5 16,-2 0 2-16,3-2 3 0,1 2-4 15,3-2-2-15,2 2-4 0,1-1-1 0,-2-1 0 16,-1 0-5-16,-3 2-1 0,1 0-5 16,-2 0 0-16,-6 0-4 0,-7 0 10 15,-5 0-12-15,-6 0 2 0,2 0-3 0,-5 0-4 16,4 0 1-16,1 2-2 0,5 0 5 16,-1-1-2-16,15 3 4 0,2-2 13 0,5-1 8 15,-1 4-1-15,10-3-8 16,2 2 3-16,0 2-3 0,-2-2-5 0,0 1 2 15,-11-1-4-15,-2 0 1 0,0 2-4 16,-5 0-4-16,6-2 5 0,-6 4-6 16,2-3-2-16,-2 1 6 0,3-2-4 0,2 0-1 15,4 2 1-15,11 0 1 0,2-1-3 16,3 1 7-16,1-4-7 0,-1 2 1 0,1 0-3 16,-2-2 9-16,-2 4-10 0,-2-1-3 15,-14-2 5-15,-1 0 0 0,0 1-5 0,-6-2 5 16,-2 4-4-16,2 0 0 0,-2-3 0 15,2 2 3-15,4 0 26 0,4-1 15 16,11 4 3-16,7-1 4 0,3-4 1 16,3 3-4-16,3-1-6 0,-5 5-3 0,-4-5-9 15,-3 4 1-15,-5-2-7 0,-18-3-3 16,-9-2-1-16,-4 2-2 0,-11-3-1 16,2 3-3-16,-4-2-1 0,-2-1 9 0,0 1 11 15,-3 0 13-15,1-1 21 0,-10-1-2 16,17 2 7-16,-10-2 4 0,-7 0 3 0,18 4 2 15,-9-2-4-15,-9-2-3 0,17 1-4 16,-7 2-9-16,-3-3-4 0,-7 0-5 16,16 4 2-16,-16-4-46 0,11 0-8 0,-11 0 0 15,10 1 0-15,-10-1 0 16,0 0 0-16,7 2 0 0,-7-2 0 0,0 0 0 16,0 0 0-16,0 0 0 0,0 0 0 15,-17-17 0-15,0 3 0 0,-8-3 0 0,-3 2 0 16,-1-2 0-16,0 1 0 0,6 5 0 15,5 2 0-15,0-2 0 0,5 7 0 16,-3-2 0-16,7 1 0 0,0-1 0 0,1 4 0 16,0-2 0-16,8 4 0 0,-11-6 0 15,8 4 0-15,3 2 0 0,0 0 0 0,0 0 0 16,0 0 0-16,0 0 0 0,0 0 0 16,25 17 0-16,-3-7 0 0,4 4 0 0,5 5 0 15,-1-2 0-15,1 1 0 0,-2 1 0 16,-5-3 0-16,0 3 0 0,-12-4 0 15,0-1 0-15,-4 1 0 0,-4 2 0 16,-6 0 0-16,-7 6 0 0,-7 4 0 16,-9 8 0-16,-7-4 0 0,-5-2 0 0,-3-2 0 15,4 0 0-15,3-10 0 0,7 1 0 16,2-5 0-16,6-1 0 0,5-2 0 0,5-5 0 16,0 1 0-16,1 0 0 0,3-4 0 15,4-2 0-15,-10 6 0 0,10-6 0 0,-5 5 0 16,5-5 0-16,-8 4 0 0,8-4-379 15,0 0-496-15,-9 6-79 0,3-3 93 16,-2 0-881-16,1 3-1174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42:42.4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5189 12143 3337 0,'-14'-5'427'16,"1"1"-134"-16,2 3-86 0,11 1-73 16,-12-4-32-16,12 4-16 0,-2 11 37 0,4 0 5 15,6 13-1-15,5 6-6 16,8 15-13-16,1-4-11 0,5 7-9 0,2-4-11 16,1 2-2-16,3 0-8 0,-5-7-7 15,-1-2-9-15,-4-9-4 0,-3-2-7 0,-4 1-2 16,-6-10-20-16,0-2-26 0,-3-3-27 15,-3-3-26-15,1-2-25 0,-5-2-26 0,0-5-18 16,0 0-8-16,0 0-5 0,-32-26 1 16,12-1 18-16,-9-16 15 0,-3-5 14 15,-9-20 4-15,1-6 20 0,-6 0 10 0,5-3 15 16,1 3 18-16,11 17 22 0,2 4 9 16,8 5 18-16,2 7 10 0,5 8-10 15,7 9 6-15,5 4-3 0,4 6 1 0,3 2-3 16,7 5-4-16,7 1-6 0,1 4 3 15,19 8 1-15,-3 5-7 0,3 9 3 16,0 9 0-16,-3 8 6 0,-8 5-5 0,-5 3-1 16,-3 3 27-16,-8 2 23 0,-6-11 26 15,-3 0 15-15,-3-10 20 0,-2-4 19 16,2-6 17-16,-4-5 15 0,0-2-10 0,0-6-14 16,-1-2-12-16,3-4-11 0,0 0-19 15,0 0-9-15,0 0-18 0,-29-14-2 0,25 9-12 16,4 5-6-16,-5-7-15 0,5 7-5 15,0 0-3-15,0 0-4 0,0 0-5 16,0 0-26-16,0 0-44 0,36 4-43 16,-22 2-58-16,0-2-64 0,4 1-86 0,1-2-94 15,-6-1-115-15,8 0-141 0,-4 0-55 16,5-1 59-16,-8 0-451 0,6 2-560 16</inkml:trace>
  <inkml:trace contextRef="#ctx0" brushRef="#br0" timeOffset="1083.66">5770 12293 3206 0,'0'0'28'0,"0"0"13"16,7-6 29-16,-7 6 52 0,9-2 23 15,-9 2 9-15,12-3-5 0,-4 0-6 16,2 0-17-16,3-5-7 0,0 2-13 16,1-2-10-16,-3-1-5 0,3-3-14 15,-3-3-8-15,-2 2-4 0,-1-1-11 0,-4-2-2 16,0-8-3-16,-6 2-7 0,-4-2-1 15,-2-6-7-15,-1 6 14 0,-2-2 3 0,1 6-1 16,-2 4 3-16,3 6-6 0,1 4-6 16,2 5-7-16,6 1-5 0,0 0-1 0,-26 25-3 15,16-4-3-15,3 9-3 16,1 7 0-16,5-3-6 0,-1-3 1 0,4-6 0 0,-1-4-4 16,5-1 3-16,-1-3-2 0,1-3 1 15,4-5 2-15,1-1 9 0,0-8 4 16,1 0-1-16,5-6-1 0,2-5-1 0,8-7-2 15,-2-3-2-15,1-3-2 16,-3 0-2-16,0-3-4 0,-2 1 0 0,-2 2-1 16,-3 7-3-16,-5 5 0 0,-2 2-2 15,-1 3-1-15,-2 2-1 0,-1 1 0 0,-5 4 0 16,0 0 1-16,20 12 0 0,-15-1 5 16,1 4 7-16,1 4 6 0,3 10-3 0,1 0 20 15,-1 3 2-15,2-1-5 0,-1-2 0 16,-2 0-5-16,1-8-1 0,-1-3-3 0,-1-6-2 15,0-2-4-15,1-3 7 16,-3-5-3-16,-6-2-4 0,0 0-6 0,29-21-5 16,-17-5-12-16,1-5-13 0,-8-9-22 15,1-4-5-15,-5-14-1 0,-6-9 3 16,-6-8 3-16,-9-26 4 0,-6-5 5 0,-9-7 1 16,-2 4 4-16,-8 0 3 0,0 10 6 15,4 14-4-15,11 28 7 0,6 15 1 0,4 13 0 16,3 12 3-16,4 12-2 0,4 7 1 15,-2 10 1-15,2 19 5 0,4 10-2 0,3 19-3 16,9 7 0-16,2 5 3 16,16 14 2-16,0-4-2 0,6-6 5 0,7-4 3 15,-4-18-1-15,3-7-1 0,4 1 0 0,-1-11 2 16,8-6 1-16,-4-5-3 0,-10-10-13 16,1-3 1-16,-1 1-10 0,-7-10-21 15,-5-4-11-15,-1-2-18 0,-5-4-14 16,3-4-12-16,-6-1-16 0,6-14-17 0,-7-2-9 15,-3-6-16-15,-2-1 4 0,-7-7 1 16,-1-6-2-16,-7-11 20 0,-6-4 14 0,1 0 9 16,-8 0 9-16,3 2 14 0,-3-1 8 15,-8 1 7-15,-7-12 8 0,-7 7 2 0,-4 0 10 16,-3 4 7-16,-7 0 6 0,-6 7 21 16,-5-1 9-16,-4 7 15 0,-3 1 4 15,-3 9 9-15,-8 7 1 0,-3 6 15 0,8 15 11 16,-8 10-11-16,-33 13-4 15,-6 16-2-15,-49 31-12 0,-6 26-7 0,0 31 11 16,4 31 18-16,3 30 9 0,7 21 29 16,11 24 18-16,21 22-1 0,22 6 12 0,30 12 3 15,21 2 2-15,35-11-10 0,29-8 5 16,40-16 7-16,33-29 20 0,38-24 6 0,31-32-8 16,32-39-7-16,27-36-13 0,10-33-12 15,-30-35-10-15,63-29-4 0,8-26-6 0,-5-22-3 16,-7-22-9-16,-10-12-15 0,-12-14 3 15,-17-7-1-15,-23-6-8 0,-24-9-7 16,-27-2 0-16,-30 0-10 0,-41 25 2 0,-30-10-9 16,-22-7 0-16,-27-8-6 15,-31-45 2-15,-25 1-5 0,-23-3-3 0,-16 8 0 16,-19 15-7-16,-13 13-3 0,-12 29-1 16,-1 28-5-16,34 45 1 0,0 30-4 0,3 30-6 15,1 33-21-15,-33 51-43 0,13 40-62 16,10 27-74-16,8 28-67 0,12 30-64 0,11 12-83 15,11 8-112-15,7-4-154 0,11-10 46 16,12-26-479-16,22-60-593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43:06.4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22736 6785 5732 0,'-13'0'325'0,"3"-2"-90"0,10 2 42 0,-15 2 30 16,15-2 25-16,0 0-5 0,0 0-27 15,0 0-37-15,-17-2-170 0,17 2-93 0,0 0 0 16,0 0 0-16,0 0 0 0,57-2 0 16,-17 4 0-16,2-2 0 0,4 2 0 0,0-1 0 15,-3 1 0-15,-2 0 0 0,-11-1 0 16,-7-1 0-16,-4 2 0 0,-4-2 0 15,0 2 0-15,-3 0 0 0,-2-2 0 0,-10 0 0 16,16 2 0-16,-16-2 0 0,12 1 0 16,-12-1 0-16,11 2 0 0,-11-2 0 0,0 0 0 15,11 0 0-15,-11 0 0 0,0 0 0 16,0 0 0-16,18-2 0 0,-18 2-104 16,0 0-574-16,7-1-183 0,-7 1-17 0,0 0 76 15,6-6-854-15,-6 6-1092 0</inkml:trace>
  <inkml:trace contextRef="#ctx0" brushRef="#br0" timeOffset="566.72">23459 6625 4470 0,'-6'-8'-15'0,"0"-2"58"16,2 2 59-16,0 4 56 0,4 4 44 0,-3-9 36 16,3 9 22-16,-2-8 6 0,2 8-15 15,0 0-15-15,-4-6-10 0,4 6-11 0,0 0-5 16,0 0-7-16,15 18-8 0,-7-5-9 16,1 4-12-16,4 9 1 0,3 1-16 0,-1 0-2 15,-1 3-77-15,-1-3-80 0,-1-1 0 16,-5-4 0-16,0-5 0 0,1-2 0 15,-2 0 0-15,2-4 0 0,-5 0 0 16,3-1 0-16,-2-4 0 0,-1 0 0 0,-3-6 0 16,12 6 0-16,-12-6 0 0,0 0 0 0,19-10 0 15,-9 2 0-15,-1-4 0 0,0-7 0 16,5-12 0-16,-3-3 0 0,7-12 0 16,-5-7 0-16,3 0 0 0,-2-1 0 0,-4 15 0 15,2 6 0-15,-5 4 0 0,-1 5 0 16,-3 7 0-16,2 5 0 0,-1 4 0 15,-4 2-331-15,0 6-191 0,0 0-65 0,0 0-91 16,0 0-139-16,0 0 62 0,-12 26-776 16,10-14-975-16</inkml:trace>
  <inkml:trace contextRef="#ctx0" brushRef="#br0" timeOffset="1069.58">24097 6574 4210 0,'0'0'16'0,"-5"6"66"0,5-6 69 16,-2 8 64-16,2-8 57 0,-2 8 35 15,2-8 12-15,0 0-4 0,5 11-6 0,-5-11-14 16,12 6-21-16,-5-4-21 15,-7-2-23-15,17 2-21 0,-17-2-21 0,24-4-14 16,-13-2-15-16,0 2-12 0,-1-3-81 16,1-1-66-16,-2-2 0 0,1-2 0 0,1-3 0 15,-5 1 0-15,-2-1 0 0,-2 3 0 16,0 0 0-16,-4 2 0 0,-2 0 0 0,-4 1 0 16,-1 4 0-16,-6 2 0 0,0 3 0 15,-8 5 0-15,-8 5 0 0,4 4 0 0,1 3 0 16,1 2 0-16,2 4 0 15,6-2 0-15,4-1 0 0,5-1 0 0,0 1 0 16,6-3 0-16,1 0 0 0,2-1 0 0,1 4 0 16,4-5 0-16,2 4 0 0,3-3 0 15,7-3 0-15,4 4 0 0,-5-3 0 16,7-4 0-16,-4-5 0 0,-1 2 0 0,4-2 0 16,-2-5 0-16,-6 2 0 0,0-2 0 15,1-2 0-15,-1 2 0 0,-1-3 0 0,-3 1 0 16,1 1 0-16,-3-1 0 0,-9 2 0 15,16-4 0-15,-7 1 0 0,-9 3-230 0,9 0-656 16,-9 0-35-16,0 0 76 0,13 2-961 16,-13-2-1233-16</inkml:trace>
  <inkml:trace contextRef="#ctx0" brushRef="#br0" timeOffset="1516.7">25282 6640 5040 0,'-12'-2'170'0,"12"2"39"15,-13-2 25-15,13 2 19 0,0 0 32 16,-11-2 11-16,11 2-2 0,0 0-15 0,0 0-27 16,0 0-24-16,0 0-25 0,31-9-18 15,-20 5-21-15,0 2-65 0,3-4-99 16,-1 0 0-16,3 0 0 0,-5-3 0 15,1 3 0-15,-1-2 0 0,-2-4 0 0,-2 3 0 16,2-5 0-16,-6 3 0 0,-1-1 0 16,-2 2 0-16,-2 0 0 0,1 0 0 0,-10 1 0 15,4 2 0-15,-6 2 0 0,-5 3 0 16,2 1 0-16,-5 2 0 0,-3 4 0 0,-6 8 0 16,1 0 0-16,7 3 0 0,1 2 0 15,2 5 0-15,7-3 0 0,5 0 0 0,2 0 0 16,4-1 0-16,1 0 0 0,1 3 0 15,6 2 0-15,4 4 0 0,-4-6 0 16,11 1 0-16,0-2 0 0,2-6 0 16,-3-3 0-16,6-3 0 0,-2-2 0 0,2-6 0 15,0-1 0-15,4-3 0 0,9-3 0 16,0-5 0-16,4-13 0 0,2 3 0 0,0-4 0 16,-6-6 0-16,0-3-392 0,1-4-261 15,-5-2-65-15,-1-3-105 0,-1-4 40 0,-3 2-857 16,-3-1-1078-16</inkml:trace>
  <inkml:trace contextRef="#ctx0" brushRef="#br0" timeOffset="2335.44">25919 6073 4351 0,'-4'-12'1'0,"2"4"83"15,1 1 62-15,1 7 45 0,-2-8 33 0,2 8 37 16,0 0 31-16,0 0 23 0,0 0 15 16,-9 21 6-16,9-1-3 0,0 9 10 15,0 10-38-15,0 5-2 0,-1 2-20 16,-3 12-190-16,0 1-93 0,0-2 0 0,3-1 0 15,-3-11 0-15,0-2 0 0,0-3 0 16,0-4 0-16,-2-9 0 0,3-6 0 0,1-1 0 16,-2-5 0-16,2-2 0 0,0-3 0 15,2-2 0-15,0-8 0 0,0 9 0 0,0-9 0 16,0 0 0-16,0 0 0 0,17-21 0 16,-11 6 0-16,0-6 0 0,0 1 0 0,-3-3 0 15,-3 5 0-15,0 1 0 0,-2 1 0 16,-3 3 0-16,-3 1 0 0,-5 6 0 15,-5 0 0-15,3 6 0 0,-10 4 0 16,2 4 0-16,-5 4 0 0,-1 7 0 0,3 3 0 16,1 1 0-16,6 2 0 0,-1 4 0 15,7-2 0-15,1 0 0 0,1-3 0 0,8-3 0 16,1-2 0-16,0-2 0 0,4 1 0 16,2-4 0-16,3-1 0 0,1-3 0 0,9-1 0 15,0-7 0-15,5 0 0 0,4-6 0 16,9-3 0-16,3-5 0 0,7-8 0 0,-3-3-323 15,4-8-154-15,-6-2 29 16,0-3 40-16,-4 0 55 0,-4 0 45 0,-3 1 57 16,-10 10 54-16,-2 2 59 0,-7 5 70 15,-4 5 61-15,-3 3 47 0,-1 4 35 0,-4 0 39 16,2 6 34-16,0 0 31 0,0 0 45 16,0 0 22-16,-30 20 17 0,16-5 12 0,-3 8 9 15,2 2-2-15,-2 3-2 0,1-5-3 16,5 0-14-16,4-3-235 0,-3 1-28 0,2 0 0 15,5-3 0-15,-3-1 0 0,2-1 0 16,4-3 0-16,-1-1 0 0,2-5 0 0,1 0 0 16,-2-7 0-16,11 6 0 0,-11-6 0 15,0 0 0-15,31-13 0 0,-14 3 0 0,4-12 0 16,-2-4 0-16,2-1 0 16,0 1 0-16,-6 2 0 0,0 7 0 0,-5 3 0 15,0 4 0-15,-5 1 0 0,-3 8 0 16,-2 1 0-16,0 0 0 0,0 0 0 0,-6 20 0 15,1-2 0-15,-7 9 0 0,-1 5 0 16,-5 20 0-16,2 7 0 0,-2 1 0 0,3 6 0 16,1-3 0-16,3-3 0 0,0 1 0 15,-3-5 0-15,0-4 0 0,-4-3 0 0,0-3 0 16,-4-6 0-16,-1-2 0 0,2-12 0 16,-1 0 0-16,-7-3 0 0,1-2 0 0,-1-4 0 15,-3-7 0-15,5-3 0 0,4-6 0 16,2-1 0-16,-2-6 0 0,6-6 0 15,-3-7 0-15,7-3 0 0,10 1 0 16,-5-11 0-16,10 3 0 0,4-7 0 0,1 0 0 16,5-1-34-16,-1 3-736 0,12-7-117 15,1 4 19-15,3 4 77 0,4 0-855 0,4 4-1085 16</inkml:trace>
  <inkml:trace contextRef="#ctx0" brushRef="#br0" timeOffset="2716.36">26355 6904 4211 0,'12'-4'-39'15,"-6"0"114"-15,1 3 70 0,-7 1 55 16,5-5 41-16,-5 5 43 0,0 0 33 16,6-6 9-16,-6 6-1 0,5-6-10 0,-5 6-15 15,7-4-22-15,-1-2-25 0,1 1-27 16,0-1-22-16,5-2-23 0,-1-4-15 16,2 4-19-16,-1-1-111 0,-1-6-36 0,3 1 0 15,-3 0 0-15,1-4 0 0,-2 2 0 16,-3 3 0-16,-1 1 0 0,-5 2 0 0,-1 2 0 15,0 0 0-15,-5 3 0 0,-2 2 0 16,7 3 0-16,-24 1 0 0,13 5 0 16,-4 0 0-16,-2 5 0 0,-1 1 0 0,7 5 0 15,2 0 0-15,-1 1 0 0,4 3 0 16,5-4 0-16,1 1 0 0,1 0 0 0,1-1 0 16,7-2 0-16,2-1 0 0,0 1 0 15,5-3 0-15,-2-4 0 16,6-1 0-16,-4-5 0 0,4 2 0 0,1-4 0 15,-3 0 0-15,4 0 0 0,1-4 0 0,-3 1 0 16,-2-3 0-16,3 0 0 0,-3-2-275 16,0 2-323-16,-5 1-129 0,3 1-138 0,-2-2 70 15,4 4 84-15,7 4-724 0,18 2-886 16</inkml:trace>
  <inkml:trace contextRef="#ctx0" brushRef="#br0" timeOffset="2949.32">27386 6967 3818 0,'16'1'14'0,"-5"1"133"16,-4-1 87-16,-7-1 73 15,0 0 67-15,0 0 22 0,0 0 23 0,-40 21 21 16,1-10 15-16,-24 7-5 0,-27 8-10 16,-15 4-22-16,-11 0-139 0,-21 4-279 0,-60 15 0 15,-26 1 0-15,-20 4 0 0,-26 4 0 16,-9-3 0-16,-6-1 0 0,-2 2 0 0,9-3 0 16,21-7 0-16,10-2 0 0,20-7 0 15,74-8 0-15,11 2 0 0,23-6 0 0,20 1 0 16,36-9 0-16,9 2 0 0,14-5 0 15,7-2 0-15,11-1 0 0,8-3 0 0,5-3 0 16,4-2 0-16,4-3-27 0,0 0-873 16,0 0-28-16,0 0 79 0,0 0-1017 15,0 0-1291-15</inkml:trace>
  <inkml:trace contextRef="#ctx0" brushRef="#br0" timeOffset="27294.45">17595 14297 6572 0,'0'0'161'16,"0"0"-16"-16,-6-8 15 0,6 8 47 15,8-11-8-15,-1 1-23 0,4 0-25 0,5-5-34 16,7-5-22-16,1-1-15 0,7 1-9 16,-5 1-14-16,1 2-57 0,0 1 0 0,-6 4-48 15,-6 3-150-15,3 5-94 16,-5-3-103-16,-1 3-113 0,-7 3-109 0,-5 1-135 0,0 0-25 15,15 8 76-15,-13 0-627 16,-8 5-783-16</inkml:trace>
  <inkml:trace contextRef="#ctx0" brushRef="#br0" timeOffset="27478.36">17665 14584 4210 0,'-2'7'370'0,"2"-7"18"15,-1 8 34-15,1-8 31 0,0 0 19 0,0 0-22 16,0 0-31-16,0 0-37 15,0 0-39-15,23-16-61 0,-7 3-282 0,9 1 0 16,6-5 0-16,-3-1 0 0,1 1 0 0,3-1 0 16,-3 1 0-16,3 3 0 0,-1-4 0 15,-3 2-447-15,-3 0-389 0,-2 0-89 16,-6 2 74-16,-6 4-894 0,-1 0-1178 0</inkml:trace>
  <inkml:trace contextRef="#ctx0" brushRef="#br0" timeOffset="27731.53">17922 13921 5315 0,'-7'-14'217'15,"-1"4"29"-15,5 1 19 0,1 4 10 16,2 5 8-16,0-8 2 0,0 8 2 16,16-4 0-16,4 4-2 0,14 5-22 0,6 4-80 15,10 6-183-15,-2 6 0 0,-5 4 0 16,-1 4 0-16,-5 1 0 0,-9 3 0 0,-7-2 0 15,-8 1 0-15,-1 4 0 0,-11 2 0 16,-2 1 0-16,-9 2 0 0,-4 9 0 0,-6-2 0 16,-7 0 0-16,-1-1 0 0,-6-5 0 15,-2 0 0-15,-2-4 0 0,4 1 0 16,0-6 0-16,2-1-795 0,3-8-192 0,10-3 92 16,-3-1-980-16,4-2-1300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43:56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925 1769 2115 0,'-5'-6'582'0,"5"6"-119"16,0 0-84-16,-8-5-51 0,8 5-40 0,0 0-13 16,0 0-23-16,0 0-16 0,0 0-4 15,6 27-27-15,-1-16-24 0,2 3-11 0,-2 2-25 16,5 3-15-16,-3-2-13 0,3 2-10 16,-1-1-7-16,1 0-1 0,-2-3-11 15,1-1-11-15,0-1-11 0,-3-2 3 0,0 1-21 16,0-6-7-16,-2 2-41 15,-1-3-56-15,1 1-54 0,-4-6-60 0,0 0-92 16,0 0-67-16,0 0-65 0,0 0-90 16,0 0-103-16,0 0-114 0,0 0 53 15,-5-29-390-15,1 12-512 0</inkml:trace>
  <inkml:trace contextRef="#ctx0" brushRef="#br0" timeOffset="299.8">884 1586 2896 0,'-6'-9'82'0,"2"1"83"0,-1 1 53 0,5 7 38 16,-5-9 16-16,5 9-1 0,0-8-13 16,0 8-19-16,0 0-23 0,20-4-16 15,-20 4-15-15,34 12-20 0,-4-1-14 0,4 8-13 16,5 4-18-16,1 5-9 0,-6 1-9 16,0 3-5-16,-7 3-6 0,-6-7-11 15,-4-1 12-15,-1 2 29 0,-5-2 11 0,-6-4 23 16,-3-1 5-16,1-2 16 0,-6 0-13 15,1 1-17-15,-3 0-13 0,-1-5-17 0,1 2-11 16,-4-1-8-16,-4-2-9 0,2-1-11 16,-1-2-27-16,-1-5-51 0,-2-1-50 15,-4-2-77-15,4-1-73 0,-2-3-77 16,-1 0-87-16,4-3-75 0,14 3-77 0,-23 0-95 16,13-4-184-16,10 4 44 0,-12-4 72 15,12 4-444-15,0 0-591 0</inkml:trace>
  <inkml:trace contextRef="#ctx0" brushRef="#br0" timeOffset="567.48">1653 1618 3137 0,'-4'-6'133'0,"1"0"57"0,3 6 34 0,0 0 23 15,-8-5 10-15,8 5-15 0,0 0-9 16,0 0 24-16,-9 23-5 0,3-3-26 15,2 6-16-15,-2 9-18 0,-1 2-25 16,0 2-16-16,-2 3-22 0,4-1-3 16,-3 0 1-16,1 0-13 0,-1 1-10 0,0-3-13 15,3-3-9-15,-3-4-7 0,1-6-35 16,2-6-57-16,2-2-63 0,-1-7-71 16,2-2-75-16,-2 0-92 0,1-6-83 0,3-3-86 15,0 0-136-15,0 0-96 0,-21-21 44 16,15 6-451-16,-5-14-593 0</inkml:trace>
  <inkml:trace contextRef="#ctx0" brushRef="#br0" timeOffset="767.14">1305 1673 2989 0,'-4'-7'44'0,"1"2"97"16,3 5 66-16,-4-5 50 0,4 5 32 16,0 0 10-16,0 0 4 0,0 0-37 0,0 0-8 15,0 0-3-15,0 0-29 0,0 0-16 16,28 10-28-16,-11 0-19 0,1 2-28 15,0-3-81-15,7 7-106 0,2-3-138 16,0 3-138-16,-6-2-178 0,5-3-247 0,2 3 31 16,-6-3 78-16,-3-1-405 0,-1-2-521 0</inkml:trace>
  <inkml:trace contextRef="#ctx0" brushRef="#br0" timeOffset="1135.58">1735 1579 3254 0,'-5'-3'211'0,"5"3"27"0,-8-6 26 16,8 6 20-16,0 0 5 0,0 0 11 16,0 0 0-16,0 0-16 0,0 0-16 0,4 28-23 15,2-14-37-15,1 1-11 0,1 4-20 16,0-2-22-16,1 0-12 0,-2 2-11 16,-3-4-15-16,3 1-10 0,-2 0-5 15,-1-2-19-15,0-1-6 0,-3-1-7 16,1-3-7-16,0 1-12 0,0-4 2 0,0 0-5 15,-2-6-13-15,0 0-15 0,0 0-6 16,0 0 0-16,0 0-12 0,3-35-1 16,-2 12 3-16,3-10-11 0,3 1 2 0,-1 7 2 15,-2 4 2-15,1 6-6 0,0 1 3 16,-1 4 1-16,-3 1 9 0,5 1-1 16,-1 3 3-16,-5 5-4 0,14-3 1 0,-14 3 2 15,0 0 1-15,29 16-3 0,-14-3 1 16,-2 0-5-16,4 8 7 0,3 1-32 0,-7-5-60 15,-2 0-69-15,1 0-71 0,2-5-83 16,-7 1-57-16,2-1-70 0,-1-5-84 16,-1-1-115-16,1 2-116 0,0-4 46 15,-8-4-538-15,14 2-704 0</inkml:trace>
  <inkml:trace contextRef="#ctx0" brushRef="#br0" timeOffset="1834.72">2134 1405 3644 0,'0'0'132'0,"-13"0"21"0,13 0 10 0,0 0 28 15,-10 4 46-15,10-4 15 16,-4 12 12-16,6-3-4 0,0 1-27 0,0 2-13 0,4 1-17 16,-2-1-22-16,-1 3-22 15,3-3-6-15,-3-2-7 0,4-1-7 16,-5 3-16-16,0-2-6 0,-2 0-15 0,-2-1-14 15,0 3-8-15,-3-4-2 0,2 1-16 16,-5-3-5-16,1 0-33 0,-1-3-33 0,8-3-38 16,0 0-27-16,-26-7-16 0,15-1-6 15,0-4 1-15,0-2-1 0,3-3 2 16,2 2 8-16,1 1 7 0,1-1 4 0,2 5 5 16,2 3 10-16,0-2 7 0,0 9 11 15,6-9 16-15,-6 9 15 0,15-6 9 0,-15 6 8 16,17 0 5-16,-17 0 4 15,29 4-10-15,-14-2 5 0,0 0-2 16,3 2-3-16,-5-1 7 0,0 0-3 0,-1-1-5 16,-12-2-1-16,18 2 2 0,-8 0 0 15,-10-2 3-15,13 0-5 0,-13 0 4 0,0 0-12 16,20-4-7-16,-20 4-22 0,16-8-1 16,-7 0 5-16,-4 2 2 0,4 0 1 15,-9 6 3-15,10-9 2 0,-6 7 12 0,-4 2 11 16,11-6 21-16,-11 6 15 0,8-6 4 15,-8 6-3-15,0 0 2 0,14 0-6 0,-14 0 0 16,0 0-5-16,0 0-7 16,22 4-1-16,-22-4-1 0,14 4-21 0,-14-4-7 15,14 2-13-15,-14-2-1 0,14 4 0 16,-14-4 0-16,11 0 4 0,-11 0 3 16,0 0 1-16,20-8 4 0,-11 2-1 0,-2-2 2 15,4-1-2-15,-2-3 1 0,0-1 13 16,1 3 3-16,1-1 9 0,-5 1 2 15,1 0 23-15,0 3 0 0,-2 2 9 0,-5 5-3 16,11-5-5-16,-11 5 10 0,0 0-18 16,23 10-2-16,-17-1 4 0,1-1-11 15,2 4-29-15,-2 3-34 0,0-2-39 0,1 3-45 16,-2-5-40-16,2 5-47 0,-3-5-28 16,-1-2-37-16,2 2-31 0,-3-1-23 15,2-1-38-15,-3-3-42 0,1 0-56 16,-3-6-75-16,8 6-54 0,-8-6-318 0,0 0-392 15</inkml:trace>
  <inkml:trace contextRef="#ctx0" brushRef="#br0" timeOffset="1983.24">2766 1070 2345 0,'-3'-7'-14'0,"3"3"73"0,0 4 58 16,0 0 51-16,0 0 47 0,0 0 20 15,0 0 1-15,0 0-21 0,11 21-19 0,-8-11-21 16,0 2-16-16,1 3-54 0,0-1-98 15,-2 3-125-15,1 0-126 0,5 2-159 16,-3 3-183-16,3-1 29 0,5 4-229 16,5 2-274-16</inkml:trace>
  <inkml:trace contextRef="#ctx0" brushRef="#br0" timeOffset="2215.58">3220 1093 2389 0,'-4'-10'206'0,"1"3"59"15,3 7 31-15,-8-6 4 0,8 6-6 16,-6-4-6-16,6 4 6 0,0 0 3 16,0 0 18-16,-24 21-6 0,10-6-24 0,-1 7-19 15,-1 2-26-15,0 5-24 0,2-2-22 16,3 2-21-16,2-7-16 0,4-1-25 0,3-6-41 16,2 0-86-16,2-3-89 0,0 0-74 15,8 0-80-15,-1-5-60 0,7-3-64 16,2-1-53-16,0-5-66 0,2 1-73 0,14-6-33 15,5-2-17-15,5 4-495 16,2-2-569-16</inkml:trace>
  <inkml:trace contextRef="#ctx0" brushRef="#br0" timeOffset="2450.94">3750 1281 2817 0,'0'0'5'0,"-19"13"80"16,3-6 69-16,-10 10 55 15,-14 7 46-15,-14 7 49 0,-23 10 20 16,-22 5 20-16,-18 4-13 0,-53 24-33 0,-24 5-28 15,-14 6-23-15,-26 5-25 0,-16 9-15 16,-9 16-30-16,6-3-23 0,12-6-7 0,19-3-19 16,23-9-13-16,34-6-13 0,56-34-8 15,19-5-13-15,31-18-9 0,14 1-6 16,9-1-14-16,13-7-34 0,7-5-52 0,10-4-79 16,4-1-88-16,2-4-98 0,6-2-87 15,8-1-72-15,-1-1-92 0,3-5-200 0,-2-1 22 16,8-1 77-16,-3-3-406 15,1-3-530-15</inkml:trace>
  <inkml:trace contextRef="#ctx0" brushRef="#br0" timeOffset="2882.93">1206 2871 3210 0,'0'0'129'0,"0"0"23"0,0 0 32 16,0 0 28-16,0 0 15 0,7 27-6 0,-1-12-24 16,-1 6-16-16,4 9-17 15,0 0-20-15,-2-1-18 0,3 1-25 0,-2-4-45 16,-2-5-32-16,-3 1-52 0,-1-2-45 15,0-6-47-15,-2 1-56 0,0 2-46 16,0-5-46-16,2 1-49 0,-2-5-34 0,-2 0-46 16,2-8-97-16,0 0-45 0,0 0-258 15,0 0-285-15</inkml:trace>
  <inkml:trace contextRef="#ctx0" brushRef="#br0" timeOffset="3082.76">1174 2934 2160 0,'-2'-26'17'0,"0"6"45"0,2 7 36 0,-3 0 35 16,6 2 30-16,-1 2 35 0,3-1 10 15,1 2 7-15,3 1-2 0,3 0 1 0,3 2-10 16,1 0-9-16,-2 1-10 0,0 3-4 16,-1 1-3-16,-13 0 0 0,25 3 8 15,-16 0-4-15,2 3-12 0,-4-1-12 0,-1 3-18 16,-3 2-13-16,-3-2-14 0,0 1-21 16,-2 3-51-16,-1-2-73 0,-5 1-95 15,-2 1-120-15,1-4-121 0,0 2-152 0,-3-1-189 16,4-1 44-16,-1-4 83 0,5 0-357 15,4-4-419-15</inkml:trace>
  <inkml:trace contextRef="#ctx0" brushRef="#br0" timeOffset="3781.92">1592 2994 3016 0,'3'5'293'15,"-3"-5"23"-15,0 0 17 0,0 0 15 16,0 0-9-16,0 0-28 0,0 0-30 15,0 0-28-15,0 0-30 0,0 0-30 0,0 0-53 16,0 0-48-16,22-14-42 0,-16 6-25 16,-2 1-19-16,2-3 1 0,-4-2-10 0,0 3 1 15,-1-3 2-15,-1-1-2 16,0 5 3-16,-1 0 13 0,-1-2 11 0,-2 4 6 16,2-1 4-16,2 7 7 0,-10-8-4 15,10 8 1-15,-13-4-4 0,13 4-4 16,0 0-3-16,-23 8-3 0,23-8-2 0,-13 2-6 15,13-2 0-15,-10 3-6 0,10-3-5 16,0 0-3-16,0 0 4 0,0 0-4 16,0 0 1-16,30-30-4 0,-7 9 3 0,2-1 1 15,-1 0 4-15,-2 1 17 0,-1 2 23 16,-2 6 22-16,-4 3 15 0,-3 1 8 0,-1 4 13 16,-2 3 11-16,2 1 1 0,-11 1-4 15,20 3-9-15,-20-3-7 0,17 8-9 16,-9-1-8-16,1 0-7 0,-1 4-8 15,0-3-9-15,-1-1-6 0,-1 1-6 16,0-1-3-16,2 0-8 0,-5-2-30 0,3 0-4 16,-6-5-13-16,10 7-31 0,-10-7-38 15,9 2-37-15,-9-2-27 0,0 0-29 0,23-14-16 16,-17 6-5-16,1-4 9 0,1 0 25 16,-3-4 20-16,4 3 23 0,-4 1 20 15,1 1 24-15,-3 1 31 0,1 2 30 0,0 4 24 16,-4 4 15-16,0 0 13 0,0 0 9 15,0 0 18-15,15 19 10 0,-11-5 4 16,0 10-6-16,1 6-6 0,2 5-1 16,-2 0-9-16,1 6-3 0,1-1-2 0,3 9 16 15,3 3 34-15,-2-14 15 0,-2 0-5 16,-2-2-1-16,-1-4-5 0,-3-4-1 16,-3-7 2-16,0-5 18 0,-3 7 22 0,-5-3-147 15,-6 4 0-15,-2 2 0 0,-7-3 0 16,-4-3 0-16,-11 4 0 0,-8-2 0 0,-1-3 0 15,-9-5 0-15,-3-2 0 0,0-1 0 16,0-5 0-16,14 0 0 0,2-2 0 16,11-2 0-16,3 0 0 0,9-2 0 0,0 2-151 15,1 1-371-15,2-2-144 16,5-1-190-16,3 3 12 0,9-3 74 0,0 0-720 16,0 0-938-16</inkml:trace>
  <inkml:trace contextRef="#ctx0" brushRef="#br0" timeOffset="4052.2">2259 2847 4394 0,'0'0'121'0,"0"0"68"0,-51 35 82 0,7-4 53 0,-21 14 28 16,-8 6 7-16,-15 4-4 15,-6-1-29-15,-11 1-26 0,6 1-27 0,0-5-24 16,1 2-27-16,3-2-16 0,10-5-33 16,5 1-96-16,13-1-77 0,14-10 0 15,5-2 0-15,1-1-88 0,11-4-219 0,7-8-118 16,8-2-139-16,6-4-136 0,3-3-162 16,6-2 63-16,-1-3-713 0,5 0-958 0</inkml:trace>
  <inkml:trace contextRef="#ctx0" brushRef="#br0" timeOffset="18062.93">5642 3779 1025 0,'0'0'408'0,"0"0"-137"0,0 0-68 16,0 0-15-16,0 0 1 0,0 0 6 15,6-5 6-15,-6 5-24 0,0 0 3 16,0 0-11-16,0 0-6 0,0 0-9 0,0 0 1 16,0 0-5-16,0 0-12 15,0 0-5-15,0 0-7 0,0 0-9 0,0 0-4 16,0 0-2-16,0 0-2 0,0 0 1 16,0 0-4-16,0 0 3 0,0 0 1 0,0 0 3 15,0 0-6-15,0 0 2 0,0 0-8 16,-31 11-6-16,31-11-5 0,-12 4-4 15,12-4 2-15,-14 3-21 0,14-3-8 0,-15 6 5 16,5-4-16-16,2 3-5 0,-1-2-4 16,-3 2-1-16,1-1-2 0,2-1-1 0,-1 0-4 15,-2 3-1-15,3-4 2 16,-3 2-5-16,3 2 9 0,0-1-13 0,-1-2-2 16,0 1 1-16,1 1-5 0,-1-3 1 15,3 4-5-15,-3-1-2 0,1-1 2 16,-1 1 7-16,3 0-8 0,-3 1-6 0,0-4 2 15,5 4 4-15,5-6-6 0,-11 8-6 16,3-3 6-16,8-5 0 0,-12 8-5 0,7-4 2 16,-3-2-2-16,8-2 6 0,-14 9-7 15,11-6-1-15,3-3 3 0,-11 7 5 0,5-3-6 16,6-4 21-16,-8 8 4 0,2-5 11 16,6-3-2-16,-7 10-7 15,7-10 0-15,-8 6-7 0,8-6-2 0,-8 8-3 0,8-8 4 16,-7 6 7-16,3-3-13 15,4-3-5-15,-6 7 0 0,6-7-2 0,-9 9-2 16,4-5 9-16,5-4-11 0,-5 8 6 16,5-8-6-16,-6 9 3 0,6-9 2 0,-7 8-4 15,3-4 2-15,4-4-3 0,-8 8-3 16,6-3-4-16,2-5 8 0,-4 10-3 16,1-4-5-16,3-6-1 0,-6 12 13 0,4-6 0 15,-1 1-13-15,3-7 4 0,-6 12 0 16,3-6 1-16,2 2-1 0,1-8 2 15,-6 12 7-15,4-5-11 0,2-7 12 16,-4 12-6-16,3-5-2 0,-3-1-2 0,4-6-1 16,-4 11 1-16,4-11 0 0,-2 10 7 15,1-2-4-15,1-8 0 0,-5 7 1 16,5-7 5-16,-2 11-6 0,2-11-8 0,-2 8 1 16,2-8 5-16,-2 10 2 0,2-10 2 15,0 11-2-15,0-11-5 0,-1 11-3 0,1-11 1 16,0 11 1-16,0-11 3 0,0 10 2 15,0-10-5-15,0 10 7 0,0-2 1 0,0-8-3 16,0 11 3-16,0-3 0 0,0-8 1 16,0 12 4-16,0-12-8 0,0 11 4 15,0-3 2-15,0-8-4 0,-2 12 0 16,2-12-1-16,0 11 6 0,0-5 2 0,0-6 2 16,0 13-10-16,0-13 11 0,2 12-8 15,-2-5-2-15,0-7 1 0,1 11-3 16,-1-3 9-16,0-1 0 0,0-7 15 0,4 13 3 15,-4-6-6-15,2 0 8 0,-2-7 1 16,5 14-5-16,-4-7-1 0,-1-7 3 16,2 14-8-16,-2-8-1 0,2 1-2 0,-2-7-2 15,2 12 1-15,0-4-6 0,-2-8 3 16,2 10 0-16,-1-3-1 0,-1-7-6 0,6 12 7 16,-4-6 1-16,2 0-4 15,-4-6-1-15,4 11-1 0,-2-3 1 0,0-2 1 16,2 0-1-16,-4-6-2 0,5 15 8 15,-3-9-3-15,0 2 0 0,1-2 0 16,-3-6-2-16,4 14 4 0,0-9-5 0,1 2 5 16,-4-2 2-16,3 1-8 0,0 1 4 15,-4-7 10-15,7 11-4 0,-5-4-3 0,3-2 6 16,-3 2 4-16,3 0 3 0,-5-7 1 16,7 10-3-16,-3-3-2 0,0-2-4 0,-4-5-2 15,7 9 1-15,-2-3 1 0,0-1-5 16,1 1 2-16,-1 0 2 0,-5-6 2 15,11 7-5-15,-2-3-16 0,0-1 0 0,-2 2 0 16,5 1 0-16,-4-2 0 0,1 0 0 16,1 0 0-16,0-1 0 0,-1 2 0 0,0-2 0 15,3 3 0-15,-3-2 0 16,0 0 0-16,3 0 0 0,0 2 0 0,-5-3 0 16,3-1 0-16,-1 2 0 0,1-1 0 15,-2 2 0-15,1-3 0 0,0 2 0 0,-9-4 0 16,16 6 0-16,-9-3 0 0,3-2 0 15,-10-1 0-15,15 5 0 0,-7-1 0 16,-8-4 0-16,16 4 0 0,-11 0 0 0,-5-4 0 16,17 4 0-16,-9-2 0 15,-8-2 0-15,15 5 0 0,-8-4 0 0,-7-1 0 16,20 2 0-16,-11 0 0 0,-9-2 0 0,17 3 0 16,-7-1 0-16,-10-2 0 0,17 0 0 15,-17 0 0-15,17 2 0 0,-17-2 0 16,17 2 0-16,-17-2 0 0,17 0 0 0,-17 0 0 15,19 0 0-15,-19 0 0 0,18 0 0 16,-18 0 0-16,18 0 0 0,-18 0 0 16,18-2 0-16,-18 2 0 0,15 0 0 0,-15 0 0 15,17-2 0-15,-17 2 0 0,15-2 0 16,-15 2 0-16,18-3 0 0,-11 3 0 0,-7 0 0 16,18-4 0-16,-18 4 0 0,18-4 0 15,-10 0 0-15,2 2 0 0,-10 2 0 16,17-4 0-16,-8 2 0 0,1-2 0 15,-1 0 0-15,1 0 0 0,-1 2 0 16,0-1 0-16,4-1 0 0,-6-2 0 0,2 4 0 16,-1-4 0-16,2 0 0 0,-3 4 0 15,0-3 0-15,2-1 0 0,0 1 0 0,-2 0 0 16,2-1 0-16,-2 1 0 0,2 1 0 16,-1 0 0-16,-8 4 0 0,12-10 0 0,-5 4 0 15,1-1 0-15,-1 2 0 0,1 0 0 16,-2-2 0-16,1 0 0 0,1 2 0 15,-4-2 0-15,2 2 0 0,-3-1 0 16,3 0 0-16,-1-2 0 0,-1 1 0 16,3 0 0-16,-4-1 0 0,3-1 0 0,-2 0 0 15,-1-1 0-15,3 2 0 0,-2-3 0 16,0 1 0-16,0 2 0 0,0-3 0 0,-1 1 0 16,-1 1 0-16,2-1 0 0,-1 2 0 15,-1-3 0-15,2 3 0 0,-2-2 0 0,3-1 0 16,-4 1 0-16,1-1 0 0,0 2 0 15,2-3 0-15,-1 4 0 0,-3-2 0 0,2-1 0 16,0 1 0-16,0 2 0 0,0-4 0 16,0 2 0-16,-1-3 0 0,-1 3 0 15,0 0 0-15,0-2 0 0,2 0 0 16,-2 0 0-16,0 0 0 0,-2 0 0 0,2-1 0 16,0 1 0-16,0 4 0 0,-1-5 0 15,-1 1 0-15,0 2 0 0,0-3 0 16,-2 3 0-16,4-1 0 0,-3 0 0 0,1-1 0 15,0-1 0-15,-2 2 0 0,1-1 0 16,-2-1 0-16,-1 0 0 0,1 3 0 0,-1-4 0 16,5 4 0-16,-5-2 0 0,0 0 0 15,0 0 0-15,2-1 0 0,-1 0 0 0,-1 0 0 16,1 1 0-16,-2-1 0 0,0 1 0 16,-1-1 0-16,1 1 0 0,-1-1 0 15,-2 3 0-15,-1-2 0 0,-1-2 0 0,-1 1 0 16,0 1 0-16,-2 1 0 15,-3 1 0-15,3 0 0 0,-4 1 0 0,4 2 0 16,1 1 0-16,2-1 0 0,-2 3 0 16,3 1 0-16,-5-1 0 0,3 3 0 0,0-2 0 15,-3 3 0-15,3 0 0 0,-2 3 0 16,-4-3 0-16,2 3 0 0,-3 2 0 0,4-1 0 16,-8 3-279-16,5-1-709 0,2 3 29 15,-2 1 101-15,6 1-879 0,-1 4-1169 16</inkml:trace>
  <inkml:trace contextRef="#ctx0" brushRef="#br0" timeOffset="22711.99">6295 3742 4213 0,'0'0'-351'0,"0"0"40"0,0 0 35 16,0 0 38-16,0 0 23 0,0 0 16 16,0 0 23-16,0 0 17 0,0 0 24 15,0 0 8-15,0 0 16 0,0 0 13 0,29-17 12 16,-15 11 8-16,1 0 9 0,4-4 1 16,6-4 11-16,6 1 11 0,1-3 4 15,0-1 1-15,2 0 0 0,6-5 12 0,-6 5 1 16,2 0 0-16,-6 0-2 15,0 1 6-15,-1-1 10 0,3 2-8 0,-3-2 10 16,-1 2 3-16,2 1-11 0,-1 0 10 16,1-1-5-16,-3 2 16 0,2-1-5 0,-6 4 8 15,6-5 8-15,-8 4 10 0,-3 1 7 16,2 0 2-16,-4 0-2 0,2 1-2 16,-1-2 0-16,-2 1-2 0,1 0-4 0,-3 1-2 15,4-1-4-15,-6 2-1 16,4-3-3-16,1 0-8 0,3 0-6 0,-2-1-12 15,6-5-7-15,0 5 2 0,1-5-6 16,1 1 4-16,-4 4-1 0,-1 3 9 16,-4-3-4-16,0 0 11 0,-3 4 12 0,1 1 9 15,-1-1 8-15,-6 1 12 0,3 0 4 16,-2 0 8-16,1 2 3 0,-2-2-6 0,0 2-5 16,-2 0 6-16,-5 5-8 0,12-7-4 15,-11 2-6-15,-1 5 2 0,12-7-12 16,-12 7-20-16,6-5-32 0,-6 5-47 0,5-5-63 15,-5 5-97-15,4-5-139 0,-4 5 105 16</inkml:trace>
  <inkml:trace contextRef="#ctx0" brushRef="#br0" timeOffset="22948.99">7715 2680 1085 0,'-5'-5'34'0,"5"5"5"0,-6-5-6 16,6 5-4-16,-1-6-6 0,1 6-3 15,0 0-7-15,0 0 1 0,0 0-2 16,0 0 1-16,0 0 2 0,0 0-3 0,0 0-6 16,0 0 3-16,12 19 4 0,-10-13-5 0,2 2-18 15,-4-8-37-15,2 13-49 16,-4-4-68-16,0 0-197 0,-2 1 125 0</inkml:trace>
  <inkml:trace contextRef="#ctx0" brushRef="#br0" timeOffset="23594.79">6347 5163 1227 0,'-7'-13'120'0,"3"5"3"0,1 0 14 0,-2 2 14 16,1 2 16-16,4 4 6 0,-4-6-11 15,4 6-22-15,0 0-11 0,0 0-8 0,0 0-8 16,20 18-17-16,-4 5-1 0,6 6-7 16,5 12-12-16,3 4-5 0,4 3-9 15,0 5-32-15,2 0-42 0,7 13-54 0,-11-13-56 16,2-4-75-16,-5 0-59 0,-2-2-78 15,-2-5-108-15,-9 1-188 0,0-9-128 0</inkml:trace>
  <inkml:trace contextRef="#ctx0" brushRef="#br0" timeOffset="23815.72">6706 5871 1782 0,'-6'-5'117'16,"1"1"8"-16,5 4-20 0,0 0-10 0,-11-3 7 16,11 3 14-16,0 0 8 15,0 0-8-15,0 0-16 0,27 22-7 0,-13-14-13 16,5 3-24-16,0-1-35 0,8 4-49 16,1-1-63-16,3-1-76 0,-9-5-90 15,-1 0-116-15,-1 2-87 0,-6-6-104 0,2 2-64 16</inkml:trace>
  <inkml:trace contextRef="#ctx0" brushRef="#br0" timeOffset="33596.06">8655 15257 1566 0,'-2'-12'41'0,"2"12"14"0,0 0 6 0,0 0 17 0,0 0 17 16,-7-9 12-16,7 9 15 15,0 0 2-15,0 0-6 0,-6-3-7 0,6 3-7 16,0 0-1-16,0 0 0 0,0 0 7 15,-3-7 13-15,3 7 3 0,0 0-5 16,0 0 2-16,0 0 4 0,0 0 1 0,0 0 5 16,0 0-1-16,0 0-3 0,-18 0-1 15,18 0-5-15,0 0-3 0,0 0-5 0,0 0-4 16,-19 3-6-16,19-3-6 0,0 0 0 16,-15 4-6-16,15-4-4 0,-10 1-6 0,10-1-3 15,0 0-3-15,-15 4-8 0,15-4-6 16,-11 3-6-16,11-3-3 0,-14 4-2 15,7-1-8-15,7-3-4 0,-12 4-2 16,2-2-2-16,10-2-3 0,-13 5-1 16,6-5-4-16,7 0-2 0,-16 8 5 0,9-6-2 15,7-2 10-15,-16 5-3 0,9-2 0 16,-1 2 5-16,8-5 4 0,-17 4-2 0,9 0 3 16,-3 0 0-16,1-2 1 0,1 2-1 15,2 1-5-15,-4-2 3 0,11-3 4 0,-18 9-7 16,11-6-3-16,-4 2 1 0,2-1-4 15,2-1 0-15,7-3-9 0,-16 8-3 16,9-4-1-16,-3-2 2 0,10-2-7 16,-13 8 6-16,5-5-7 0,1 2 3 0,0-2-1 15,7-3-5-15,-13 8 0 0,6-2 2 16,1-2 8-16,-2 0 3 0,8-4 0 16,-11 8 0-16,4-3-2 0,-2 3 5 0,4-4-3 15,-3 0-1-15,8-4-3 0,-9 9-8 16,3-5 5-16,6-4 1 0,-10 12 7 0,5-9-9 15,-1 2 2-15,6-5-11 0,-7 9 9 16,2-4-7-16,5-5 0 0,-7 7 5 0,3-1-4 16,4-6-2-16,-7 8 4 0,3-2-2 15,4-6-2-15,-3 9-2 0,3-9 5 16,-7 10-1-16,3-3 8 0,4-7-4 0,-3 10 3 16,1-6-3-16,2-4 0 15,-4 11-5-15,4-11 2 0,-2 11 4 0,2-11-7 16,-2 10-1-16,2-10 2 0,0 10-2 15,0-10 0-15,0 11-1 0,0-11 4 0,0 12-2 16,0-6-1-16,0-6 2 0,2 12-6 16,0-5 2-16,0 0 5 0,-2-7-4 0,5 14 5 15,-3-7 5-15,0-1-5 0,2 2 6 16,1-1 0-16,-2 1-3 0,3-2 3 16,-3 4-5-16,3-3-1 0,-1 1 2 15,2 0-1-15,-1 0-3 0,-3-2-2 16,3 2 3-16,-3-2-5 0,1 1 4 0,2 0-4 15,-6-7 4-15,6 12 9 0,-2-6-14 16,1 0-1-16,-1-1 1 0,0 2 3 0,-4-7 4 16,5 10-6-16,0-7-1 0,-5-3-1 15,5 9 1-15,-1-4 0 0,-4-5-4 0,8 10 6 16,-5-5 1-16,-3-5-6 0,9 9 5 16,-6-4-1-16,-3-5 1 0,8 9-3 15,-5-6 0-15,-3-3-4 0,10 8 6 0,-9-2 1 16,-1-6-2-16,11 8-2 0,-11-8 0 15,7 7 3-15,-7-7 0 0,7 7 2 0,-7-7 0 16,11 5-1-16,-11-5 0 16,7 8-8-16,-3-6 0 0,-4-2 0 0,9 10 0 15,-4-8 0-15,-5-2 0 0,12 6 0 16,-6-3 0-16,-6-3 0 0,11 8 0 0,-3-2 0 16,-2 0 0-16,-1-2 0 0,-5-4 0 15,13 8 0-15,-6-5 0 0,0-1 0 0,-1 4 0 16,-6-6 0-16,17 6 0 0,-11-3 0 15,-6-3 0-15,13 5 0 0,-6-3 0 16,-7-2 0-16,14 5 0 0,-7-2 0 0,-7-3 0 16,16 5 0-16,-8-3 0 0,-8-2 0 15,12 4 0-15,-12-4 0 0,14 3 0 16,-14-3 0-16,13 3 0 0,-13-3 0 0,16 2 0 16,-16-2 0-16,17 0 0 0,-17 0 0 15,17 0 0-15,-17 0 0 0,17-2 0 16,-17 2 0-16,17-2 0 0,-17 2 0 0,13-4 0 15,-13 4 0-15,12 0 0 0,-12 0 0 16,11 0 0-16,-11 0 0 0,14-2 0 0,-14 2 0 16,11-4 0-16,-11 4 0 0,20-5 0 15,-11 2 0-15,0 0 0 0,1-1 0 0,1-1 0 16,-1 0 0-16,2 1 0 0,-1 0 0 16,-2 0 0-16,1 1 0 0,-10 3 0 15,17-6 0-15,-10 4 0 0,-7 2 0 16,16-4 0-16,-9 0 0 0,-7 4 0 15,14-6 0-15,-6 3 0 0,1-1 0 0,-2 0 0 16,3-2 0-16,-2 2 0 0,-1-4 0 16,3 4 0-16,0-4 0 0,-1 3 0 0,1-2 0 15,-3 4 0-15,3-4 0 0,-5 2 0 16,3-1 0-16,0 1 0 0,-1-1 0 0,1-1 0 16,0 2 0-16,-3-2 0 0,1 0 0 15,1 0 0-15,-1-1 0 0,0 1 0 0,0-2 0 16,-1 2 0-16,-1-1 0 0,4-1 0 15,-7 4 0-15,3-2 0 0,3 0 0 16,-7 7 0-16,3-14 0 0,1 7 0 16,-2 1 0-16,1-1 0 0,-3 7 0 15,4-13 0-15,-2 5 0 0,0-1 0 0,0 0 0 16,1-2 0-16,-3 2 0 0,0-3 0 16,0 2 0-16,0 0 0 0,0 1 0 0,0-3 0 15,-3 2 0-15,3 2 0 0,-2-3 0 16,2 3 0-16,0-1 0 0,-2 1 0 0,2 8 0 15,-2-16 0-15,2 7 0 0,0 3 0 16,-2-3 0-16,2 9 0 0,-2-15 0 0,-1 6 0 16,1 1 0-16,0-3 0 0,-2 3 0 15,3-5 0-15,-6 5 0 0,3-2 0 16,1 2 0-16,-1-3 0 0,-2 2 0 0,5 2 0 16,-3 0 0-16,0-1 0 15,0 1 0-15,-2 0 0 0,2 0 0 0,-3 1 0 16,1 0 0-16,1 0 0 0,-2-1 0 15,-2 0 0-15,4 2 0 0,-3-1 0 0,2-2 0 16,-2 4 0-16,3-2 0 0,-3 1 0 16,8 5 0-16,-12-9 0 0,3 4 0 0,2 2 0 15,-1-1 0-15,8 4 0 0,-13-9 0 16,3 6 0-16,10 3 0 0,-15-8 0 16,5 4 0-16,1-1 0 0,1 2 0 15,-1-1 0-15,-1-1 0 0,0 1 0 0,10 4 0 16,-15-6 0-16,8 3 0 0,-3-1 0 15,10 4 0-15,-19-3 0 0,6 1 0 16,13 2 0-16,-24-3 0 0,8 3 0 0,-2 0 0 16,3 0 0-16,15 0 0 0,-30 3 0 15,14-3 0-15,3 0 0 0,-2 2 0 0,2-2 0 16,13 0 0-16,-22 1 0 0,11 1 0 16,11-2 0-16,-21 5 0 0,10-3 0 0,-3 3 0 15,1 0-192-15,0 2-323 0,-2 0-174 16,0 0-221-16,1 3 64 0,3-2 107 15,-1 3-723-15,4 1-912 0</inkml:trace>
  <inkml:trace contextRef="#ctx0" brushRef="#br0" timeOffset="44507.49">7540 12632 391 0,'0'0'196'0,"0"0"-9"16,0 0-2-16,0 0 0 0,-6 21-11 0,1-6-11 15,-1 4-12-15,-1-1-10 0,0 5 5 16,0-3-4-16,3 1-1 0,-5 1-5 0,4-1-14 16,-2-4-9-16,3-1-8 15,1-6-12-15,-1 1-15 0,0 2-9 0,3-4-2 16,-1-1-4-16,-2-1-12 0,4-7-12 15,-5 10-38-15,3-8-35 0,2-2-40 0,0 0-30 16,0 0-36-16,0 0-19 0,-9-18-11 16,7 10 4-16,1-5 6 0,-5 1 4 0,2-5 8 15,1 3 14-15,-2-1 31 0,3 5 35 16,-2-2 41-16,3 3 19 0,-3-1 14 16,2 2 13-16,0 1 14 0,0 2 7 0,2 5 24 15,0-9 25-15,0 9 33 16,8-7 20-16,-8 7 15 0,14-3-11 0,-1 3-12 0,-1-2-12 15,6 4-12-15,1 0-17 16,5-1-9-16,3 4-35 0,-2-1-46 0,9 4-75 16,-1 1-108-16,-7-1-125 0,-4 0-165 15,-4-2-168-15,0 3-134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5T03:55:29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21825 3792 1577 0,'-5'-4'364'0,"5"4"-72"0,-8-7-39 15,8 7-37-15,-10-6-33 0,10 6-24 16,-5-4-12-16,5 4-21 0,0 0-3 0,-13-4-11 16,13 4-9-16,0 0-8 0,-12-4-12 15,12 4-6-15,0 0 3 0,0 0 7 0,-13-1 9 16,13 1 8-16,0 0 9 0,0 0 9 16,-18 1 6-16,18-1 8 0,0 0 3 15,-13 2 8-15,13-2-5 0,-15 2 2 16,15-2-1-16,-15 4-5 0,5-1 3 0,-1-2 7 15,11-1 1-15,-22 4-4 0,13-2-14 16,9-2-9-16,-21 4-4 0,12-4-3 16,9 0-9-16,-22 4-9 0,13-1-2 0,9-3-14 15,-15 4-8-15,5-2-5 0,-1 0-9 16,4 3 2-16,-5-2-9 0,3 2-12 0,-1-1-4 16,-2 1-4-16,5-2-3 0,-2 2 20 15,-3 2-2-15,2-2-2 0,-1 2 0 0,3 0 7 16,-1 0 3-16,1 0-1 0,-2 0 1 15,1 1 0-15,2 0 0 0,-1 1 1 16,0 2 2-16,0 0-20 0,5 2-38 16,-5-1 0-16,5 1 0 0,-4 1 0 0,5-2 0 15,1 1 0-15,1-1 0 0,0 3 0 16,0-4 0-16,1 4 0 0,6-1 0 16,-2 1 0-16,1-2 0 0,1 1 0 0,5 0 0 15,1 1 0-15,0-1 0 0,3-1 0 16,0-1 0-16,-2 1 0 0,4-4 0 0,-5 0 0 15,4 2 0-15,-4-3 0 0,-2-1 0 16,3-1 0-16,-1 0 0 0,-1-3 0 0,-1 2 0 16,0-1 0-16,1-2 0 0,1 0 0 15,-1-1 0-15,3-1 0 0,-15 0 0 16,27-3 0-16,-9-1 0 0,-2 2 0 16,2 0 0-16,-4-2 0 0,0-3 0 0,3 1 0 15,-1 1 0-15,-2 0 0 0,0-1 0 16,-1-1 0-16,-2 1 0 0,5-2 0 0,-3 0 0 15,-1-3 0-15,1 2 0 0,-4-2 0 16,1 0 0-16,0-3 0 0,-3 1 0 0,3-4 0 16,-3 0 0-16,-3-4 0 0,2-1 0 15,-4 0 0-15,-1 2 0 0,-4-3 0 0,-5-8 0 16,1 6 0-16,-7 0 0 0,1 4 0 16,-1 7 0-16,0 3 0 0,-8 4 0 15,-1 2 0-15,-3 3 0 0,-11 5 0 16,-1 4 0-16,1 3 0 0,-1 1 0 0,1 1 0 15,4 1 0-15,3 1 0 0,-1 1 0 16,7-2-418-16,3-1-374 0,5-4-138 16,5-1 75-16,6-4-912 0,-1 2-1198 0</inkml:trace>
  <inkml:trace contextRef="#ctx0" brushRef="#br0" timeOffset="1134.25">23113 3984 4513 0,'0'0'-207'0,"0"-10"60"16,0 6 52-16,0 4 50 0,2-11 62 15,-2 11 54-15,0 0 32 0,-2-14 21 0,2 14 12 16,0-7 7-16,0 7-2 0,0 0 0 16,-2-8 7-16,2 8-11 0,0 0-7 15,0 0-9-15,0 0-3 0,0 0 4 0,0 0 1 16,0 0-7-16,0 0 16 0,0 0-3 16,0 0 0-16,36 12-11 0,-25-4 0 0,0-1-1 15,3 2-23-15,4-1 9 0,1 2 12 16,8 5-2-16,-4-5 2 0,-1-2 0 0,2-2-1 15,-1 1-1-15,0 1-3 16,-1-1-1-16,1-2-3 0,-2 0-9 0,4-1-7 16,-3 0-7-16,-4 1-22 0,3 1-61 15,-2-3 0-15,-2 1 0 0,0-2 0 0,0 3 0 16,-2-5 0-16,1 1 0 0,-1 1 0 16,-1-2 0-16,-14 0 0 0,26-3 0 0,-13 0 0 15,3 1 0-15,-3-2 0 0,1 0 0 16,-3 0 0-16,0 0 0 0,-3-3 0 15,1 2 0-15,1-2 0 0,-5 1 0 0,2-2 0 16,-4 2 0-16,3-1 0 0,-4-1 0 16,0 0 0-16,-2-1 0 0,1 1 0 15,-1 8 0-15,-1-17 0 0,1 8 0 16,-2 2 0-16,2 7 0 0,-2-14 0 0,-2 6 0 16,2 1 0-16,2 7 0 0,-5-10 0 15,-2 6 0-15,7 4 0 0,-13-10 0 0,2 7 0 16,-1-1 0-16,1 1 0 0,-4 2 0 15,0 1 0-15,-5 0 0 0,2 0 0 0,-3 1 0 16,-4 2 0-16,-2 1 0 0,-7 4 0 16,0-1 0-16,-1 3 0 0,1-1 0 0,-1 0 0 15,1 2 0-15,0 0 0 0,0-1 0 16,-1 0 0-16,3 1 0 0,5-5 0 0,6 3 0 16,-6-2 0-16,-3 1 0 0,6-3 0 15,1 1 0-15,3-3 0 0,4 0 0 16,0 0 0-16,1-2 0 0,-1-1 0 15,2 0 0-15,-2-1 0 0,1-2 0 0,-1 0 0 16,0 0 0-16,0-3 0 0,1 1 0 16,1-3 0-16,0-2 0 0,0-4 0 15,1 1 0-15,1-1 0 0,3-2 0 0,1 1 0 16,3 4 0-16,1-1 0 0,-1-1 0 16,3 3 0-16,2 1 0 0,0-1 0 0,2 3 0 15,3 0 0-15,1-1 0 16,1 1 0-16,2 1 0 0,1 1 0 0,3 2 0 15,5-1 0-15,2 3 0 0,1-3 0 16,1 4 0-16,4 0 0 0,-5 2 0 0,0 0-546 16,2 1-323-16,-3 3-48 0,2 0 88 15,-5 5-882-15,-2-4-1144 0</inkml:trace>
  <inkml:trace contextRef="#ctx0" brushRef="#br0" timeOffset="2014.99">24897 3878 4493 0,'0'0'-144'0,"-7"-7"36"0,7 7 34 0,-6-5 33 16,6 5 36-16,0 0 26 0,-3-3 30 16,3 3 17-16,0 0 18 0,0 0 8 0,0 0 8 15,0 0 0-15,0 0-1 0,0 0-2 16,28 12-7-16,-17-7-4 0,2-1-10 15,3 3-6-15,1-1-5 0,4 1-9 0,2 2-5 16,0-1-9-16,-3-1-2 0,5 0-1 16,9 1-3-16,-1 2-6 0,1-3-3 15,-7 0 0-15,0-3-5 0,-3 1-3 0,1-3 3 16,0 1-6-16,-4 0 10 0,-4-3 3 16,5 0 1-16,-8 0 3 0,6 0 2 15,-6-3 6-15,0 2 6 0,-1-1 9 0,-1-2 8 16,-1 0-4-16,-3-2 5 0,-1 1 3 15,0-1 0-15,-4-2-2 0,1 0 1 0,-2-1 1 16,-2 1 2-16,0 8-1 0,-4-16-5 16,0 7-14-16,-2 1-9 0,-1-1 15 0,-3 4-21 15,-1-2 7-15,-3 1-6 16,1 5-3-16,-4 1-6 0,-6 0-3 0,-6 1 6 16,-11 5 11-16,1 1 16 0,-6 4 9 15,-5 0 8-15,-4 6 8 0,-1-3 6 0,-5 5 9 16,5-4-2-16,0-1 3 0,-2 0-3 15,5-2-9-15,1 1-7 0,9-5-25 16,1-1-56-16,7-3 0 0,6 2 0 0,6-5 0 16,2 2 0-16,4-3 0 0,3 0 0 15,1-3 0-15,-2 0 0 0,4-3 0 0,1 1 0 16,1-7 0-16,1-1 0 0,3-3 0 16,2-6 0-16,2 1 0 0,4-14 0 15,3 0 0-15,3 5 0 0,1 2 0 16,2 3 0-16,-1 5 0 0,1 6 0 0,1 2 0 15,1 4 0-15,1 4 0 0,-2-1 0 16,6 5 0-16,5 5-243 0,-1 1-225 0,11 3-120 16,1 5-160-16,-2 2-103 0,8 5 79 15,0 5-766-15,-4 1-981 0</inkml:trace>
  <inkml:trace contextRef="#ctx0" brushRef="#br0" timeOffset="5032.87">22136 2890 3737 0,'5'-2'-237'0,"-5"2"68"0,0 0 56 15,0 0 49-15,0 0 37 0,0 0 35 16,-2-13 31-16,2 13 16 0,0 0 9 0,-9-10 8 16,9 10 18-16,-3-9-14 15,-1 4 25-15,4 5-16 0,-12-9-2 0,6 3-14 16,-1 0 2-16,0 0-4 0,-6 0-9 16,4 3-7-16,-2-2-7 0,-3 2-4 15,1 1 1-15,-2-2-7 0,0 3-3 0,-4-1 0 16,-3 2-6-16,4 0 7 0,-3 0 11 15,-1 0-2-15,4 2-2 0,-3-1 0 0,-4 1-10 16,0 2-3-16,-3-1 0 0,1 2-1 16,0-2 0-16,-9 3 16 0,-1 0 4 0,12 2-13 15,1-4-3-15,-12 5-1 0,6-1-1 16,3 2-3-16,-1-1-6 0,3 1-5 16,-2 4 8-16,4-2-2 0,4-1-3 15,2 1-3-15,-6 7-1 0,0-2 2 16,2 2-5-16,0 1 1 0,2 1-5 0,-2 1 6 15,4 1-2-15,-2 0 0 0,2 0 5 16,5-5-8-16,-3 7 4 0,4-4-6 0,1-3 3 16,-2 1-5-16,3 0 2 0,2 1 3 15,-2-1-5-15,2 0 2 0,2 2-1 16,-3-1 3-16,3-1 1 0,-2 3-1 0,3-3 2 16,1 2-4-16,-3-3 2 15,4-4-2-15,1 3 2 0,-1 1 18 0,-2-1-1 0,1 0-4 16,3-1 1-16,-2-1-1 0,2-1-2 15,0 3-4-15,0-2 1 0,0 3 1 16,2-3-1-16,-2 0-2 0,0 2-1 16,3 0-1-16,-3-1 0 0,2 1-2 15,0 2 5-15,-2-1 21 0,2 2-3 0,-1 2 0 16,-1-4 0-16,0 7-4 0,2-1-2 16,-2-3-1-16,4 1 5 0,-2 2 8 0,1 1-6 15,-1-2 0-15,2 0-5 0,1 4 4 16,-2-3-1-16,3-2 1 0,1 10 1 0,2-3-6 15,2-4 2-15,0 2 1 0,0-1 2 16,3-1 0-16,0 0-5 0,-2-4 1 16,5-2-1-16,-1-1-2 0,2 3 4 15,0-6-1-15,-2-1 7 0,-2-2 5 16,6 0 13-16,-4-4-2 0,6 1 6 0,-1-1 12 16,-3-3 4-16,5-1-1 0,-1-4 19 15,0-2-16-15,6 0-9 0,9-5-21 0,1-1-8 16,2-4 5-16,6-3-9 0,-1-4 8 15,0 0 15-15,-2-5 8 0,-5-1 4 0,3-1 6 16,-1-3 8-16,-3-1 13 0,1-1 4 16,1-1-3-16,-5-4 2 0,2-2 7 0,-2-4-7 15,2 0-1-15,-1-6-5 0,0-2-58 16,-1-5-32-16,9-17 0 0,-7-2 0 16,0-1 0-16,-11-7 0 0,-2-2 0 15,-10 12 0-15,-10-4 0 0,-5 1 0 0,-10 1 0 16,-8-10 0-16,-5 21 0 0,-16-4 0 15,4 18 0-15,-11 12 0 0,-9 4 0 16,-4 11 0-16,-3 6 0 0,-8 11 0 0,4 5 0 16,-2 7-185-16,-3 7-222 0,1 3-89 15,-16 10-101-15,21 0-114 0,-11 6-110 0,17-4 70 16,4 4-685-16,6 0-887 0</inkml:trace>
  <inkml:trace contextRef="#ctx0" brushRef="#br0" timeOffset="11796.26">22982 5141 4307 0,'-15'2'117'0,"1"2"17"16,1 2 26-16,1-4 27 16,1 2 33-16,0 0 32 0,3 0 14 0,1-4-1 15,-3 4-15-15,10-4-22 0,-7 4-22 16,7-4-17-16,0 0-13 0,0 0-19 0,0 0-12 16,20 9-15-16,-2-7-14 0,5-2-9 15,3 2-14-15,1-2-11 0,-1-2-2 0,1 0-11 16,-4 2-7-16,-2 0-8 0,-2-2-3 15,-3 2-5-15,-3-3-4 0,-2 2-42 0,1 1 0 16,-12 0 0-16,16-1 0 0,-16 1 0 16,12 0 0-16,-12 0 0 0,11-2 0 15,-11 2 0-15,0 0 0 0,14 0 0 0,-14 0-192 16,0 0-92-16,13-2-116 0,-13 2-148 16,11-2-154-16,0-2-123 0,-2 2 74 15,5-4-776-15,6 0-971 0</inkml:trace>
  <inkml:trace contextRef="#ctx0" brushRef="#br0" timeOffset="12364.11">26264 5167 3941 0,'-13'-6'-29'15,"2"4"71"-15,0 0 43 0,0 0 38 16,3 1 50-16,8 1 44 0,-15-4 42 15,15 4 19-15,-14-3 6 0,14 3-23 0,-7-4-13 16,7 4-2-16,0 0-16 0,0 0-19 16,0 0-17-16,0 0-17 0,0 0-17 0,48-7-21 15,-21 5-15-15,9-2-13 16,2-1-28-16,-6 4-26 0,-5-2-27 0,-6 2-29 16,-3-1-14-16,-2 0-12 0,-1-2-11 15,-3 4-5-15,-5 0 4 0,-7 0-8 0,0 0-21 16,0 0-22-16,0 0-34 0,0 0-46 15,0 0-58-15,0 0-96 0,-41-3-94 0,21 3-114 16,9-5-171-16,-1 4-14 0,5-3 67 16,1 0-524-16,6 4-638 0</inkml:trace>
  <inkml:trace contextRef="#ctx0" brushRef="#br0" timeOffset="17062.48">26769 4492 3120 0,'0'0'-41'0,"5"-1"33"16,-5 1 30-16,0 0 33 15,0 0 35-15,0 0 27 0,0 0 28 0,0 0 15 16,0 0 7-16,0 0 0 0,0 0-5 15,0 0-5-15,0 0-6 0,0 0-9 0,0 0-8 16,0 0-8-16,-14-9-8 0,14 9-11 16,-11-2-8-16,11 2-12 0,-14-2-7 0,14 2 3 15,-20-3 3-15,20 3-7 0,-19-4 8 16,10 3-15-16,-4-3-4 0,1 1-6 16,-1 0-6-16,-3 1-8 0,-1-2-1 0,2 3-9 15,-4-3 1-15,2 3-5 0,-3-1-9 16,2-1 3-16,-2 2-2 0,0 1-6 0,1 0 0 15,-1 0-3-15,6 0 0 16,-2 0 0-16,1 0-8 0,-3 1 2 0,4-1-2 16,-2 3-1-16,1-3-1 0,1 2-2 15,1-1 1-15,-4 1 3 0,-2 0-3 0,6 1-1 16,-4-1-1-16,3 0-1 0,-3 1-1 16,4 0 0-16,-2-3-1 0,1 4 0 15,1-3 2-15,-5 5 2 0,7-3-1 0,-3-1-4 16,3 1 1-16,-1 3 1 0,-1-1-6 15,1-1 5-15,-2 3 2 0,1 0 0 0,-1 0-3 16,3 2-2-16,0 2 4 16,-3-2-1-16,3 2 2 0,2-1-2 0,-3 3-1 0,0 2-1 15,3-1 2-15,1-2 3 16,-1 5-3-16,1-2-1 0,3 2 3 0,-4 4-6 16,6-3 2-16,-5 3 4 0,6-2-3 15,-1 3 2-15,-1-2 0 0,2-1 1 0,2 1-1 16,4 3 1-16,0 2-3 0,3 6 8 15,0-2-4-15,9 3 0 0,1-6-4 16,2 1 3-16,2-3 1 0,6 0 1 0,4-4-1 16,3-4 4-16,2 1-2 0,2-3 2 15,0-3 2-15,0-1-3 0,0-3 6 0,2-4 1 16,-8-1 12-16,-3-4 9 16,0 0 18-16,3-6 22 0,0-1 9 0,1-4 12 0,-3-2 4 15,-1-2 3-15,-1-3 0 16,-3-3 6-16,-2-4-4 0,1-9-3 0,-8 2-15 15,-2-4-8-15,-5-11-7 0,-1-5-7 16,-6 11-12-16,-6 0-5 0,-4 6-4 0,-4 0-7 16,-2 5-7-16,-8 7-9 0,-4 0-6 15,-5 6-37-15,-3 5-60 0,-2 3-58 0,0 5-62 16,4 6-73-16,-9 5-77 0,5 1-88 16,2 2-81-16,1 4-100 0,7-1-133 15,2-3 43-15,12 2-641 0,0-3-808 0</inkml:trace>
  <inkml:trace contextRef="#ctx0" brushRef="#br0" timeOffset="22545.34">31623 5779 3325 0,'0'0'-231'15,"-9"-8"47"-15,9 8 39 0,0 0 26 0,0 0 22 16,-7-4 21-16,7 4 15 16,0 0 12-16,0 0 16 0,0 0 20 0,0 0 15 0,0 0 14 15,-5-4 19-15,5 4 17 0,0 0 14 16,0 0 16-16,0 0 3 0,0 0 3 16,0 0 7-16,0 0 4 0,0 0-4 15,0 0 5-15,0 0-6 0,-4-8 7 16,4 8 0-16,0 0-1 0,0 0 0 0,0 0 1 15,0 0 3-15,0 0-2 0,0 0 4 16,0 0-8-16,0 0-15 0,0 0-6 0,0 0-11 16,0 0-5-16,0 0-2 0,-16 16-11 15,7-1-1-15,-6 10-7 0,-1 2-2 16,-9 9-1-16,0 2-4 0,3-1-2 0,-1 3-4 16,0-3 1-16,7-6-6 15,0 1-1-15,1-5-1 0,3-3 0 0,1-4-5 16,5-4 1-16,-2-4 0 0,3-2 1 15,1-3-6-15,0 0 0 0,0 1 4 0,4-8-1 16,-3 7-1-16,3-7-5 0,-4 4 4 16,4-4-16-16,0 0-25 0,0 0-36 0,0 0-37 15,0 0-52-15,0 0-52 0,0 0-52 16,-17-14-83-16,11 7-118 0,-1-1-103 16,-5-1 39-16,0-1-274 0,5 1-284 0</inkml:trace>
  <inkml:trace contextRef="#ctx0" brushRef="#br0" timeOffset="22837">31345 5785 2083 0,'-2'-8'62'0,"2"1"48"0,0 7 32 0,-5-11 6 16,5 11 33-16,-2-9 5 0,2 9-3 15,0 0-12-15,0 0-3 0,0 0-12 0,0 0-14 16,0 0-12-16,0 0-15 0,20 32-19 15,-15-14-1-15,1 5-6 0,-1-1-15 0,4 9-1 16,0 0-8-16,0-1-5 0,1 1-4 16,-2-7 8-16,-5-5-10 0,3-2-5 15,-2-3 4-15,0-2-1 0,-2-3-7 16,2-1 1-16,-2 0-7 0,0-2-3 16,-2-6-2-16,0 0-23 0,1 9-50 0,-1-9-70 15,0 0-73-15,0 0-84 0,0 0-113 16,0 0-173-16,0 0-30 0,0 0 45 0,0 0-287 15,0 0-310-15</inkml:trace>
  <inkml:trace contextRef="#ctx0" brushRef="#br0" timeOffset="26961.25">22212 5651 2181 0,'0'0'-32'0,"0"0"18"0,0 0 10 16,0 0 21-16,0 0 28 15,0 0 15-15,-13 9 7 0,13-9 5 0,-4 6-7 0,0 0-3 16,4-6-4-16,-3 8-3 16,3-8 2-16,-2 9 0 0,2-3 6 0,0-6 2 15,2 6 6-15,-2-6 7 0,7 10 7 16,-2-8-3-16,2 2 8 0,4-3-12 0,4 1 0 15,4-1-11-15,4-2-7 0,6-1-3 16,0 1-10-16,7-3 6 0,-4 0-9 16,-7-1-5-16,-2 2-3 0,-3-3-9 0,0 3-2 15,-6 0-5-15,0 1 7 0,-3-1-8 16,1 1-6-16,-4 0-17 0,-8 2-12 0,13-2-23 16,-13 2-26-16,10-3-30 15,-10 3-37-15,0 0-51 0,0 0-73 0,0 0-100 16,0 0-139-16,0 0 30 0,0 0-169 15,0 0-132-15</inkml:trace>
  <inkml:trace contextRef="#ctx0" brushRef="#br0" timeOffset="28115.1">24116 5879 1994 0,'0'0'130'15,"-8"6"-9"-15,8-6 8 0,-2 4 22 16,2-4 33-16,0 0 25 0,0 0 14 0,0 0 0 16,0 0-13-16,0 0-20 0,0 0-15 15,0 0-20-15,38-11-14 0,-20 5-13 16,-3 1-14-16,0 0-14 0,3 0-9 0,-3 0-12 16,0-2-8-16,-4 4-16 0,0-1-27 15,0-1-30-15,-4 3-41 0,0-1-50 0,-1 0-50 16,-6 3-51-16,8-5-51 0,-8 5-70 15,8-2-78-15,-8 2-167 0,0 0 39 16,0 0-293-16,0 0-300 0</inkml:trace>
  <inkml:trace contextRef="#ctx0" brushRef="#br0" timeOffset="29893.03">27260 5802 2553 0,'-3'6'184'0,"3"-6"0"16,0 0-18-16,-4 5 9 0,4-5 1 0,0 0-4 16,0 0-14-16,0 0-13 0,25 0-14 15,-25 0-15-15,17-2-12 0,-8 2-10 0,-9 0-4 16,21-2-15-16,-9 2-13 0,-12 0-3 15,19 0-5-15,-12-1-25 0,-7 1-19 0,0 0-36 16,17-2-38-16,-17 2-56 0,12 0-56 16,-12 0-66-16,0 0-99 0,0 0-153 15,0 0-62-15,0 0 49 0,0 0-245 0,0 0-243 16</inkml:trace>
  <inkml:trace contextRef="#ctx0" brushRef="#br0" timeOffset="31961.21">27872 5310 1903 0,'-17'-7'-48'0,"2"0"29"0,0 0 15 15,-1 1 9-15,1 2 12 0,-2-1 10 0,-3 0 8 16,-4 3 10-16,-1 2 1 0,-3 2 8 15,-15 3-3-15,-4 9 10 0,-5 5 2 0,-1 6 9 16,2 6 5-16,-14 17 3 0,6 4-1 16,4 4-1-16,5 4 4 0,14-12-3 0,5 3-4 15,5 1-11-15,4 0-3 0,11-3-7 16,9-2-1-16,4-3 0 0,9 8-2 16,9-2-4-16,8-4-5 0,7-5-2 15,7-5-6-15,5-4-13 0,9-6-26 16,-3-4-21-16,5-6-12 0,-2-6-5 0,-8-8 7 15,0 0 6-15,-1-8 13 0,7-8 25 16,-4-3 17-16,-5-10 25 0,-4-6 23 0,-4-4 24 16,-4-7 7-16,-7-7-5 0,-5-7-14 15,-5-5-5-15,-11-6-11 0,-5-2-3 16,-7 5-15-16,-9 2-6 0,-11 10-4 16,-3 8-26-16,-10 5-45 0,-8 10-72 0,-5 8-68 15,-6 11-98-15,-4 6-116 0,-4 10-150 0,0 10 29 16,3 5-209-16,-3 4-206 15</inkml:trace>
  <inkml:trace contextRef="#ctx0" brushRef="#br0" timeOffset="33542.31">22826 6091 1769 0,'-20'-2'-82'0,"2"0"8"0,0 2 13 16,2 0 25-16,-4 0 11 0,-1 2 19 16,1-2 17-16,-5 3 20 0,-2 1 17 15,0 2 10-15,-7 3 3 0,2 1 2 16,-2 2 6-16,0 2 2 0,-7 8 6 0,3 0-3 16,-2 9-4-16,3 4 2 0,3 5-1 15,0 11-5-15,-4 19-1 0,6 3-4 16,-1 6-10-16,5 0-2 0,6-14-4 0,11 6-2 15,-1-1-2-15,9-4-6 0,4 0-1 16,10-4-4-16,3-8-3 0,10-4-3 16,4-7-6-16,8-5-14 0,8-9-24 0,7-5-27 15,7-7-17-15,3-5-16 0,1-8-4 0,5-8 7 16,4-8 5-16,1-5 11 0,21-16 10 16,1-10 18-16,-3-5 25 0,-5-5 15 0,-4-3 20 15,-10-6 18-15,-11-5 22 16,-9-5 24-16,-10-4 27 0,-14-7 9 0,-14 10 5 15,-8-5-7-15,-12-23-14 0,-11 0-16 16,-16 1 0-16,-10 6-22 0,-11 8-7 0,-7 11-10 16,-8 13-8-16,-5 16-29 0,11 22-46 15,-11 12-53-15,-4 13-71 0,-25 16-82 16,4 23-96-16,2 13-156 0,1 15 26 0,5 5-152 16,1 0-109-16</inkml:trace>
  <inkml:trace contextRef="#ctx0" brushRef="#br0" timeOffset="38658.35">29826 7422 1765 0,'-10'6'124'0,"2"-2"9"15,5 4-2-15,-1-2-14 0,-2 3 0 16,6 0 13-16,-2 1 20 0,0 0-11 15,4 2-8-15,0 0-9 0,4 1-16 16,1 2-10-16,4-5-8 0,1 4-9 0,7-2-11 16,-2-5-21-16,3 3-46 0,-4-5-56 15,6-2-55-15,-6-3-69 0,6-1-86 0,-5-1-113 16,0-3-89-16,-3 1 22 0,-5-2-115 16,-4 4-61-16</inkml:trace>
  <inkml:trace contextRef="#ctx0" brushRef="#br0" timeOffset="39126.11">30006 7432 1656 0,'0'0'59'16,"-9"-3"0"-16,9 3-1 0,0 0 16 15,-8-1 16-15,8 1 16 0,0 0 2 16,0 0-2-16,-5-6-11 0,5 6-10 0,0 0-10 16,0 0-6-16,0 0-5 0,0 0-5 15,0 0-6-15,0 0-6 0,0-7-1 0,0 7-2 16,0 0 3-16,0 0 4 16,0 0-7-16,0 0 1 0,0 0-10 0,0 0 0 0,0 0-5 15,0 0 0-15,0 0-7 0,0 0 10 16,0 0-1-16,0 0 2 0,0 0 4 15,0 0-4-15,0 0 5 0,0 0-7 16,0 0-1-16,0 0 4 0,0 0-4 0,0 0-1 16,0 0 3-16,0 0-1 0,0 0 7 15,18 20-3-15,-9-9-2 0,-6 4-7 16,7 5 21-16,-7 1 0 0,3-2-4 0,-4 6 14 16,1-6 4-16,-6-1 7 0,1 2 9 15,-4 0-2-15,1 0-2 0,-3-3-6 0,0 0-8 16,-3-4-5-16,4 0-7 15,-4-3-9-15,-2-3-19 0,2 2-48 0,1-6-72 16,-1 1-87-16,0 0-92 0,-1-2-114 16,1-2-151-16,11 0-3 0,-19-2 48 0,19 2-227 15,-13-4-217-15</inkml:trace>
  <inkml:trace contextRef="#ctx0" brushRef="#br0" timeOffset="41657.66">31070 6810 1910 0,'0'0'28'15,"-15"0"22"-15,15 0 9 0,-15 0 10 0,15 0 20 16,-12 0 24-16,12 0 13 0,0 0 5 16,-21 0 1-16,21 0-2 0,-13 2 0 15,13-2-12-15,-13 2-5 0,13-2-8 16,-10 3 5-16,10-3-8 0,0 0-11 0,-12 3-8 16,12-3-8-16,0 0 1 0,0 0 0 15,0 0 11-15,0 0-9 0,0 0-14 0,24 9-2 16,-12-6-9-16,8-3-2 0,-2 2-6 15,5-2-7-15,-1 2-1 0,1-2-7 0,3 1-2 16,-5 1 0-16,0-2-1 0,-2 2-8 16,-4-2-4-16,0 2-3 0,-1-2 4 15,-5-2 1-15,-9 2-4 0,20 2-3 0,-13 0-4 16,-7-2 4-16,11 0-1 0,-11 0-3 16,0 0 0-16,16 0-2 0,-16 0 2 15,0 0 3-15,9 1 3 0,-9-1-1 16,0 0 5-16,6 3 1 0,-6-3 10 0,0 0-2 15,-17 16 2-15,5-6-3 0,-5 3 11 16,-8 6 3-16,-1 3 8 0,-3-5 7 0,2 4-4 16,-2-1-5-16,6-3 0 0,-1 2-5 15,7-5 3-15,4-2-3 0,4-2-8 0,-1-3 1 16,4-1 1-16,0 1 2 0,5 0 2 16,1-7 3-16,0 9-5 0,0-9-3 15,11 8-3-15,-1-8 0 0,3 3-7 0,0-2-2 16,1 0-3-16,2 1-3 15,0-2-2-15,-3 2-1 0,-1 0-2 0,-12-2-3 0,18 0-4 16,-18 0-22-16,16 1-23 16,-16-1-44-16,0 0-47 0,15 0-60 0,-15 0-75 15,8 2-85-15,-8-2-114 0,8 3-176 16,-8-3 43-16,0 0-393 0,0 0-470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customXml" Target="../ink/ink1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customXml" Target="../ink/ink14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16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customXml" Target="../ink/ink18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7" Type="http://schemas.openxmlformats.org/officeDocument/2006/relationships/image" Target="../media/image63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.xml"/><Relationship Id="rId5" Type="http://schemas.openxmlformats.org/officeDocument/2006/relationships/image" Target="../media/image62.png"/><Relationship Id="rId4" Type="http://schemas.openxmlformats.org/officeDocument/2006/relationships/customXml" Target="../ink/ink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24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459701-5993-1AD0-C51B-8784A162B648}"/>
                  </a:ext>
                </a:extLst>
              </p14:cNvPr>
              <p14:cNvContentPartPr/>
              <p14:nvPr/>
            </p14:nvContentPartPr>
            <p14:xfrm>
              <a:off x="1802160" y="1976400"/>
              <a:ext cx="9911520" cy="350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459701-5993-1AD0-C51B-8784A162B6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2800" y="1967040"/>
                <a:ext cx="9930240" cy="35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3"/>
          <a:stretch/>
        </p:blipFill>
        <p:spPr>
          <a:xfrm rot="16200000">
            <a:off x="2569256" y="-1709782"/>
            <a:ext cx="6509010" cy="103535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6C4B82-E320-765B-1125-5341EA08970E}"/>
              </a:ext>
            </a:extLst>
          </p:cNvPr>
          <p:cNvSpPr txBox="1"/>
          <p:nvPr/>
        </p:nvSpPr>
        <p:spPr>
          <a:xfrm>
            <a:off x="7023105" y="3282303"/>
            <a:ext cx="2594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#Both have same parent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F059F-E183-3FBD-0D41-C77C8DD1E8C6}"/>
              </a:ext>
            </a:extLst>
          </p:cNvPr>
          <p:cNvSpPr txBox="1"/>
          <p:nvPr/>
        </p:nvSpPr>
        <p:spPr>
          <a:xfrm>
            <a:off x="5596087" y="3282303"/>
            <a:ext cx="220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#Avoid cycle</a:t>
            </a:r>
            <a:endParaRPr lang="en-I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98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267800" y="-357764"/>
            <a:ext cx="2542302" cy="65324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99487" y="2193839"/>
            <a:ext cx="5486403" cy="257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1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00" y="399010"/>
            <a:ext cx="4956120" cy="62799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461" y="598516"/>
            <a:ext cx="5174278" cy="57578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751A44-516B-106B-AB32-8D170D1D9B75}"/>
                  </a:ext>
                </a:extLst>
              </p14:cNvPr>
              <p14:cNvContentPartPr/>
              <p14:nvPr/>
            </p14:nvContentPartPr>
            <p14:xfrm>
              <a:off x="2232360" y="1696680"/>
              <a:ext cx="6706440" cy="4670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751A44-516B-106B-AB32-8D170D1D9B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23000" y="1687320"/>
                <a:ext cx="6725160" cy="46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91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3"/>
          <a:stretch/>
        </p:blipFill>
        <p:spPr>
          <a:xfrm>
            <a:off x="257693" y="738114"/>
            <a:ext cx="4430683" cy="55047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43"/>
          <a:stretch/>
        </p:blipFill>
        <p:spPr>
          <a:xfrm>
            <a:off x="4691776" y="621735"/>
            <a:ext cx="6563658" cy="56211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E6BDDC-4481-BF36-04AA-CE0F182B9920}"/>
                  </a:ext>
                </a:extLst>
              </p14:cNvPr>
              <p14:cNvContentPartPr/>
              <p14:nvPr/>
            </p14:nvContentPartPr>
            <p14:xfrm>
              <a:off x="455400" y="1062720"/>
              <a:ext cx="10662480" cy="504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E6BDDC-4481-BF36-04AA-CE0F182B99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040" y="1053360"/>
                <a:ext cx="10681200" cy="506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344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3"/>
          <a:stretch/>
        </p:blipFill>
        <p:spPr>
          <a:xfrm>
            <a:off x="2376606" y="199506"/>
            <a:ext cx="7605594" cy="642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1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B82D6F-2172-A46F-99B5-B312BA5DA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59" b="11492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A7D37A-8323-FBB0-F6FA-BBEC5301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0A3BF-6ADC-D2CD-9458-05496C991B3E}"/>
              </a:ext>
            </a:extLst>
          </p:cNvPr>
          <p:cNvSpPr txBox="1"/>
          <p:nvPr/>
        </p:nvSpPr>
        <p:spPr>
          <a:xfrm>
            <a:off x="1080655" y="1219200"/>
            <a:ext cx="2704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Class Assignment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72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tree&#10;&#10;Description automatically generated">
            <a:extLst>
              <a:ext uri="{FF2B5EF4-FFF2-40B4-BE49-F238E27FC236}">
                <a16:creationId xmlns:a16="http://schemas.microsoft.com/office/drawing/2014/main" id="{9ADA07C2-BA8D-CA45-7A7F-3A7D12E6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3" b="11062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F91983-F28E-115E-1640-4FB911D7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7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37A96-8096-F438-00AC-4B134249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B15C9-C9F6-04D1-DFF2-D75B3B8B4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275481"/>
            <a:ext cx="10799618" cy="64459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C5EDC9-3D1E-170F-A6C6-2999AC3A50A6}"/>
                  </a:ext>
                </a:extLst>
              </p14:cNvPr>
              <p14:cNvContentPartPr/>
              <p14:nvPr/>
            </p14:nvContentPartPr>
            <p14:xfrm>
              <a:off x="875160" y="1678680"/>
              <a:ext cx="7813800" cy="465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C5EDC9-3D1E-170F-A6C6-2999AC3A50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5800" y="1669320"/>
                <a:ext cx="7832520" cy="467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15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33D426-EB87-64A0-00A5-3FB272DF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67" y="643467"/>
            <a:ext cx="7958666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0F8D94-7579-2E7E-E3D9-5C0576AB20FE}"/>
                  </a:ext>
                </a:extLst>
              </p14:cNvPr>
              <p14:cNvContentPartPr/>
              <p14:nvPr/>
            </p14:nvContentPartPr>
            <p14:xfrm>
              <a:off x="2455560" y="1464480"/>
              <a:ext cx="5983200" cy="4322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0F8D94-7579-2E7E-E3D9-5C0576AB20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6200" y="1455120"/>
                <a:ext cx="6001920" cy="434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4382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F64631-7E79-632A-2B25-E692400E8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28" y="643467"/>
            <a:ext cx="8192743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47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F0C1E5-2A37-96B3-505A-D5A41204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724" y="643467"/>
            <a:ext cx="7764551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-IN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2B688-F318-2FD1-C31F-BF9B5E10221A}"/>
              </a:ext>
            </a:extLst>
          </p:cNvPr>
          <p:cNvSpPr/>
          <p:nvPr/>
        </p:nvSpPr>
        <p:spPr>
          <a:xfrm>
            <a:off x="9085943" y="1349829"/>
            <a:ext cx="624114" cy="6821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40EF9-E7F5-EECE-BEBB-3673BD42E9F1}"/>
              </a:ext>
            </a:extLst>
          </p:cNvPr>
          <p:cNvSpPr/>
          <p:nvPr/>
        </p:nvSpPr>
        <p:spPr>
          <a:xfrm>
            <a:off x="4281055" y="643467"/>
            <a:ext cx="1343889" cy="4787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CE48EA-EEFB-A901-0FC2-AAB935AC392A}"/>
                  </a:ext>
                </a:extLst>
              </p14:cNvPr>
              <p14:cNvContentPartPr/>
              <p14:nvPr/>
            </p14:nvContentPartPr>
            <p14:xfrm>
              <a:off x="481320" y="952560"/>
              <a:ext cx="7392960" cy="4627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CE48EA-EEFB-A901-0FC2-AAB935AC39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960" y="943200"/>
                <a:ext cx="7411680" cy="464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798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"/>
          <a:stretch/>
        </p:blipFill>
        <p:spPr>
          <a:xfrm rot="16200000">
            <a:off x="3278910" y="-1853570"/>
            <a:ext cx="6326912" cy="105904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488F12-FC73-78D6-27DB-00E64D02946D}"/>
                  </a:ext>
                </a:extLst>
              </p14:cNvPr>
              <p14:cNvContentPartPr/>
              <p14:nvPr/>
            </p14:nvContentPartPr>
            <p14:xfrm>
              <a:off x="2786040" y="544680"/>
              <a:ext cx="7635240" cy="290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488F12-FC73-78D6-27DB-00E64D0294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6680" y="535320"/>
                <a:ext cx="7653960" cy="29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1760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4"/>
          <a:stretch/>
        </p:blipFill>
        <p:spPr>
          <a:xfrm rot="16200000">
            <a:off x="4024978" y="-1084543"/>
            <a:ext cx="5192217" cy="90193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4E2D35-E2E6-D341-05F6-1CB02E21F1B5}"/>
                  </a:ext>
                </a:extLst>
              </p14:cNvPr>
              <p14:cNvContentPartPr/>
              <p14:nvPr/>
            </p14:nvContentPartPr>
            <p14:xfrm>
              <a:off x="3330720" y="2509200"/>
              <a:ext cx="4572360" cy="217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4E2D35-E2E6-D341-05F6-1CB02E21F1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1360" y="2499840"/>
                <a:ext cx="4591080" cy="218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1292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C88A04-42EF-8674-689E-236379CC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86" y="643467"/>
            <a:ext cx="7684228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89F2215-57FD-25FE-BCB8-2BA15B33FA64}"/>
                  </a:ext>
                </a:extLst>
              </p14:cNvPr>
              <p14:cNvContentPartPr/>
              <p14:nvPr/>
            </p14:nvContentPartPr>
            <p14:xfrm>
              <a:off x="2527200" y="2018160"/>
              <a:ext cx="6018840" cy="3929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89F2215-57FD-25FE-BCB8-2BA15B33FA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7840" y="2008800"/>
                <a:ext cx="6037560" cy="394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60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36E167-B924-4403-5674-11D5A3D4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IN"/>
          </a:p>
        </p:txBody>
      </p:sp>
      <p:pic>
        <p:nvPicPr>
          <p:cNvPr id="4" name="Picture 3" descr="A close-up of a document">
            <a:extLst>
              <a:ext uri="{FF2B5EF4-FFF2-40B4-BE49-F238E27FC236}">
                <a16:creationId xmlns:a16="http://schemas.microsoft.com/office/drawing/2014/main" id="{3BC35DEB-CECD-51C3-A83E-381A1E3D2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63"/>
          <a:stretch/>
        </p:blipFill>
        <p:spPr>
          <a:xfrm rot="16200000">
            <a:off x="3005047" y="-2208218"/>
            <a:ext cx="6344572" cy="11305441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DBE97B-8297-A770-243C-8E0612C26819}"/>
                  </a:ext>
                </a:extLst>
              </p14:cNvPr>
              <p14:cNvContentPartPr/>
              <p14:nvPr/>
            </p14:nvContentPartPr>
            <p14:xfrm>
              <a:off x="501480" y="149400"/>
              <a:ext cx="11443320" cy="3912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DBE97B-8297-A770-243C-8E0612C268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120" y="140040"/>
                <a:ext cx="11462040" cy="393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2753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88062" y="-1344263"/>
            <a:ext cx="6447147" cy="9684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731DAF-A540-7E0C-A38E-608F6CBF4CFA}"/>
                  </a:ext>
                </a:extLst>
              </p14:cNvPr>
              <p14:cNvContentPartPr/>
              <p14:nvPr/>
            </p14:nvContentPartPr>
            <p14:xfrm>
              <a:off x="867600" y="1327680"/>
              <a:ext cx="8168760" cy="4054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731DAF-A540-7E0C-A38E-608F6CBF4C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8240" y="1318320"/>
                <a:ext cx="8187480" cy="40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A4D36C-0207-97AF-DDFD-8E94B76E5AF4}"/>
                  </a:ext>
                </a:extLst>
              </p14:cNvPr>
              <p14:cNvContentPartPr/>
              <p14:nvPr/>
            </p14:nvContentPartPr>
            <p14:xfrm>
              <a:off x="807480" y="662040"/>
              <a:ext cx="10342800" cy="4340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A4D36C-0207-97AF-DDFD-8E94B76E5A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8120" y="652680"/>
                <a:ext cx="10361520" cy="435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1446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89359" y="-597362"/>
            <a:ext cx="3848910" cy="73747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37F27B-F287-06CC-C71F-D774104CD05C}"/>
                  </a:ext>
                </a:extLst>
              </p14:cNvPr>
              <p14:cNvContentPartPr/>
              <p14:nvPr/>
            </p14:nvContentPartPr>
            <p14:xfrm>
              <a:off x="438120" y="1020960"/>
              <a:ext cx="11234520" cy="4747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37F27B-F287-06CC-C71F-D774104CD0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60" y="1011600"/>
                <a:ext cx="11253240" cy="47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DB5BC7-1457-4F61-8B0B-4A1C40556D7A}"/>
                  </a:ext>
                </a:extLst>
              </p14:cNvPr>
              <p14:cNvContentPartPr/>
              <p14:nvPr/>
            </p14:nvContentPartPr>
            <p14:xfrm>
              <a:off x="2327760" y="348120"/>
              <a:ext cx="8768520" cy="1044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DB5BC7-1457-4F61-8B0B-4A1C40556D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18400" y="338760"/>
                <a:ext cx="8787240" cy="10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7607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357357" y="566497"/>
            <a:ext cx="3935876" cy="56872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373731-D8F6-D719-825E-7EC6058F6EF1}"/>
                  </a:ext>
                </a:extLst>
              </p14:cNvPr>
              <p14:cNvContentPartPr/>
              <p14:nvPr/>
            </p14:nvContentPartPr>
            <p14:xfrm>
              <a:off x="3614760" y="832680"/>
              <a:ext cx="4328640" cy="2980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373731-D8F6-D719-825E-7EC6058F6E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5400" y="823320"/>
                <a:ext cx="4347360" cy="29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3871E2-443B-EC10-29F8-8DD20FCD9C77}"/>
                  </a:ext>
                </a:extLst>
              </p14:cNvPr>
              <p14:cNvContentPartPr/>
              <p14:nvPr/>
            </p14:nvContentPartPr>
            <p14:xfrm>
              <a:off x="667440" y="576360"/>
              <a:ext cx="11085120" cy="6163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3871E2-443B-EC10-29F8-8DD20FCD9C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8080" y="567000"/>
                <a:ext cx="11103840" cy="618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7954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F7CD7B17-3709-3E88-79F7-52D724D9F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11" r="3769" b="48"/>
          <a:stretch/>
        </p:blipFill>
        <p:spPr>
          <a:xfrm rot="16373135">
            <a:off x="2928412" y="-1800335"/>
            <a:ext cx="6087461" cy="104533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E1EA57-C8FB-65E1-E07E-381FCCD7D664}"/>
                  </a:ext>
                </a:extLst>
              </p14:cNvPr>
              <p14:cNvContentPartPr/>
              <p14:nvPr/>
            </p14:nvContentPartPr>
            <p14:xfrm>
              <a:off x="6432480" y="2220840"/>
              <a:ext cx="2322360" cy="33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E1EA57-C8FB-65E1-E07E-381FCCD7D6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23120" y="2211480"/>
                <a:ext cx="23410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6FDD21-4B2D-F3E1-F30A-F072DC518F33}"/>
                  </a:ext>
                </a:extLst>
              </p14:cNvPr>
              <p14:cNvContentPartPr/>
              <p14:nvPr/>
            </p14:nvContentPartPr>
            <p14:xfrm>
              <a:off x="402480" y="400680"/>
              <a:ext cx="11315160" cy="6274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6FDD21-4B2D-F3E1-F30A-F072DC518F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3120" y="391320"/>
                <a:ext cx="11333880" cy="62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E07DF7-5E30-76FA-676A-43E5F45FA190}"/>
                  </a:ext>
                </a:extLst>
              </p14:cNvPr>
              <p14:cNvContentPartPr/>
              <p14:nvPr/>
            </p14:nvContentPartPr>
            <p14:xfrm>
              <a:off x="1200960" y="5679360"/>
              <a:ext cx="1491120" cy="1035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E07DF7-5E30-76FA-676A-43E5F45FA1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91600" y="5670000"/>
                <a:ext cx="1509840" cy="105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3519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250D4A91-4D32-384D-B1FC-5B4447684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80"/>
          <a:stretch/>
        </p:blipFill>
        <p:spPr>
          <a:xfrm rot="16200000">
            <a:off x="3432386" y="-1889421"/>
            <a:ext cx="5440003" cy="1062837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F3397A-DBA4-12F6-F413-BCF74B0DF0AF}"/>
                  </a:ext>
                </a:extLst>
              </p14:cNvPr>
              <p14:cNvContentPartPr/>
              <p14:nvPr/>
            </p14:nvContentPartPr>
            <p14:xfrm>
              <a:off x="1036440" y="709200"/>
              <a:ext cx="5037480" cy="306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F3397A-DBA4-12F6-F413-BCF74B0DF0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7080" y="699840"/>
                <a:ext cx="5056200" cy="30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1135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pic>
        <p:nvPicPr>
          <p:cNvPr id="4" name="Picture 3" descr="A close-up of a math problem&#10;&#10;Description automatically generated">
            <a:extLst>
              <a:ext uri="{FF2B5EF4-FFF2-40B4-BE49-F238E27FC236}">
                <a16:creationId xmlns:a16="http://schemas.microsoft.com/office/drawing/2014/main" id="{26ECDCBC-6AFB-AAE2-B672-FC998630C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45"/>
          <a:stretch/>
        </p:blipFill>
        <p:spPr>
          <a:xfrm rot="16200000">
            <a:off x="2986087" y="-2431208"/>
            <a:ext cx="6219825" cy="117204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ED5E7D-CA6E-4A02-DE00-4F0A8EDF6EE2}"/>
                  </a:ext>
                </a:extLst>
              </p14:cNvPr>
              <p14:cNvContentPartPr/>
              <p14:nvPr/>
            </p14:nvContentPartPr>
            <p14:xfrm>
              <a:off x="633600" y="361080"/>
              <a:ext cx="11102760" cy="4029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ED5E7D-CA6E-4A02-DE00-4F0A8EDF6E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240" y="351720"/>
                <a:ext cx="11121480" cy="404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1298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p:pic>
        <p:nvPicPr>
          <p:cNvPr id="4" name="Picture 3" descr="A white sheet of paper with writing on it&#10;&#10;Description automatically generated">
            <a:extLst>
              <a:ext uri="{FF2B5EF4-FFF2-40B4-BE49-F238E27FC236}">
                <a16:creationId xmlns:a16="http://schemas.microsoft.com/office/drawing/2014/main" id="{FD7C7767-C5AB-CF73-0B37-8F1DD178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88" t="841" r="3462"/>
          <a:stretch/>
        </p:blipFill>
        <p:spPr>
          <a:xfrm rot="16200000">
            <a:off x="3058674" y="-1846403"/>
            <a:ext cx="6347404" cy="107883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989B95-DFA6-9627-F046-E5007759FF5A}"/>
                  </a:ext>
                </a:extLst>
              </p14:cNvPr>
              <p14:cNvContentPartPr/>
              <p14:nvPr/>
            </p14:nvContentPartPr>
            <p14:xfrm>
              <a:off x="1326600" y="721800"/>
              <a:ext cx="8447400" cy="167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989B95-DFA6-9627-F046-E5007759FF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7240" y="712440"/>
                <a:ext cx="8466120" cy="169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7621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pic>
        <p:nvPicPr>
          <p:cNvPr id="4" name="Picture 3" descr="A diagram of a triangle&#10;&#10;Description automatically generated with medium confidence">
            <a:extLst>
              <a:ext uri="{FF2B5EF4-FFF2-40B4-BE49-F238E27FC236}">
                <a16:creationId xmlns:a16="http://schemas.microsoft.com/office/drawing/2014/main" id="{D485DD91-A767-5208-4820-86ED422A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94" b="7946"/>
          <a:stretch/>
        </p:blipFill>
        <p:spPr>
          <a:xfrm rot="16200000">
            <a:off x="3004192" y="-1628133"/>
            <a:ext cx="6481490" cy="102177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A04490-F385-4593-5059-916CC09816E3}"/>
                  </a:ext>
                </a:extLst>
              </p14:cNvPr>
              <p14:cNvContentPartPr/>
              <p14:nvPr/>
            </p14:nvContentPartPr>
            <p14:xfrm>
              <a:off x="941040" y="523440"/>
              <a:ext cx="9615240" cy="455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A04490-F385-4593-5059-916CC09816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680" y="514080"/>
                <a:ext cx="9633960" cy="457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1668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pic>
        <p:nvPicPr>
          <p:cNvPr id="4" name="Picture 3" descr="A paper with writing on it&#10;&#10;Description automatically generated">
            <a:extLst>
              <a:ext uri="{FF2B5EF4-FFF2-40B4-BE49-F238E27FC236}">
                <a16:creationId xmlns:a16="http://schemas.microsoft.com/office/drawing/2014/main" id="{6D00892C-3D8E-A451-3252-CCD4A555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78" r="18005"/>
          <a:stretch/>
        </p:blipFill>
        <p:spPr>
          <a:xfrm rot="16365587">
            <a:off x="3302846" y="-1381335"/>
            <a:ext cx="5958842" cy="95165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7CE81C-5965-B0B0-0577-8A0FBA5A35E0}"/>
                  </a:ext>
                </a:extLst>
              </p14:cNvPr>
              <p14:cNvContentPartPr/>
              <p14:nvPr/>
            </p14:nvContentPartPr>
            <p14:xfrm>
              <a:off x="3079440" y="2180160"/>
              <a:ext cx="7216920" cy="3146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7CE81C-5965-B0B0-0577-8A0FBA5A35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0080" y="2170800"/>
                <a:ext cx="7235640" cy="316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769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  <p:pic>
        <p:nvPicPr>
          <p:cNvPr id="4" name="Picture 3" descr="A paper with text and drawings on it&#10;&#10;Description automatically generated">
            <a:extLst>
              <a:ext uri="{FF2B5EF4-FFF2-40B4-BE49-F238E27FC236}">
                <a16:creationId xmlns:a16="http://schemas.microsoft.com/office/drawing/2014/main" id="{11E753EA-F631-600D-FBA5-AEF3729B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53518" y="-1557172"/>
            <a:ext cx="6170701" cy="98242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8B756D-B596-A0B5-B5D1-1CC9BD057CE4}"/>
                  </a:ext>
                </a:extLst>
              </p14:cNvPr>
              <p14:cNvContentPartPr/>
              <p14:nvPr/>
            </p14:nvContentPartPr>
            <p14:xfrm>
              <a:off x="1909800" y="861120"/>
              <a:ext cx="6974640" cy="442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8B756D-B596-A0B5-B5D1-1CC9BD057C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0440" y="851760"/>
                <a:ext cx="6993360" cy="444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10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66C7F8E1-DC65-E9B7-19DD-71D4ABBE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80617" y="-1528897"/>
            <a:ext cx="5118915" cy="96473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363689-F744-233F-47EF-DFC54CAD0EEE}"/>
                  </a:ext>
                </a:extLst>
              </p14:cNvPr>
              <p14:cNvContentPartPr/>
              <p14:nvPr/>
            </p14:nvContentPartPr>
            <p14:xfrm>
              <a:off x="3092400" y="2077200"/>
              <a:ext cx="7204680" cy="271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363689-F744-233F-47EF-DFC54CAD0E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3040" y="2067840"/>
                <a:ext cx="7223400" cy="27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192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28</a:t>
            </a:fld>
            <a:endParaRPr lang="en-IN"/>
          </a:p>
        </p:txBody>
      </p:sp>
      <p:pic>
        <p:nvPicPr>
          <p:cNvPr id="4" name="Picture 3" descr="A graph paper with lines and arrows&#10;&#10;Description automatically generated">
            <a:extLst>
              <a:ext uri="{FF2B5EF4-FFF2-40B4-BE49-F238E27FC236}">
                <a16:creationId xmlns:a16="http://schemas.microsoft.com/office/drawing/2014/main" id="{474CF273-0D1C-83F3-0275-95C329B5D0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31" t="13779" r="473" b="1111"/>
          <a:stretch/>
        </p:blipFill>
        <p:spPr>
          <a:xfrm rot="16200000">
            <a:off x="3125961" y="-260541"/>
            <a:ext cx="5999265" cy="72255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4A819B-D899-DAAB-775C-A352745DA03D}"/>
                  </a:ext>
                </a:extLst>
              </p14:cNvPr>
              <p14:cNvContentPartPr/>
              <p14:nvPr/>
            </p14:nvContentPartPr>
            <p14:xfrm>
              <a:off x="3114360" y="521280"/>
              <a:ext cx="4690080" cy="586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4A819B-D899-DAAB-775C-A352745DA0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5000" y="511920"/>
                <a:ext cx="4708800" cy="588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3223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rawing of a kite&#10;&#10;Description automatically generated">
            <a:extLst>
              <a:ext uri="{FF2B5EF4-FFF2-40B4-BE49-F238E27FC236}">
                <a16:creationId xmlns:a16="http://schemas.microsoft.com/office/drawing/2014/main" id="{7C99C2AC-59C8-827C-9FA3-229D974FE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47" r="4067"/>
          <a:stretch/>
        </p:blipFill>
        <p:spPr>
          <a:xfrm rot="16200000">
            <a:off x="3432386" y="-1889421"/>
            <a:ext cx="5440003" cy="1062837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29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CAB6DE-AC4C-2EAB-B2ED-B766CF4A9E70}"/>
                  </a:ext>
                </a:extLst>
              </p14:cNvPr>
              <p14:cNvContentPartPr/>
              <p14:nvPr/>
            </p14:nvContentPartPr>
            <p14:xfrm>
              <a:off x="4039920" y="1623240"/>
              <a:ext cx="6076080" cy="3970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CAB6DE-AC4C-2EAB-B2ED-B766CF4A9E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0560" y="1613880"/>
                <a:ext cx="6094800" cy="398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8203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  <p:pic>
        <p:nvPicPr>
          <p:cNvPr id="6" name="Picture 5" descr="A paper with lines and circles on it&#10;&#10;Description automatically generated">
            <a:extLst>
              <a:ext uri="{FF2B5EF4-FFF2-40B4-BE49-F238E27FC236}">
                <a16:creationId xmlns:a16="http://schemas.microsoft.com/office/drawing/2014/main" id="{4732F438-104F-B4DB-984E-9131D65E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4" t="12000"/>
          <a:stretch/>
        </p:blipFill>
        <p:spPr>
          <a:xfrm rot="16200000">
            <a:off x="3075807" y="-1379221"/>
            <a:ext cx="6421389" cy="96164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B135F8-C593-FD6C-100D-42381D6C6FA1}"/>
                  </a:ext>
                </a:extLst>
              </p14:cNvPr>
              <p14:cNvContentPartPr/>
              <p14:nvPr/>
            </p14:nvContentPartPr>
            <p14:xfrm>
              <a:off x="4713480" y="705240"/>
              <a:ext cx="2566440" cy="2277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B135F8-C593-FD6C-100D-42381D6C6F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120" y="695880"/>
                <a:ext cx="2585160" cy="22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7868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31</a:t>
            </a:fld>
            <a:endParaRPr lang="en-IN"/>
          </a:p>
        </p:txBody>
      </p:sp>
      <p:pic>
        <p:nvPicPr>
          <p:cNvPr id="4" name="Picture 3" descr="A paper with lines and arrows&#10;&#10;Description automatically generated with medium confidence">
            <a:extLst>
              <a:ext uri="{FF2B5EF4-FFF2-40B4-BE49-F238E27FC236}">
                <a16:creationId xmlns:a16="http://schemas.microsoft.com/office/drawing/2014/main" id="{997BE02F-FFAC-7219-FE55-AED6EA7BCB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33" r="16812"/>
          <a:stretch/>
        </p:blipFill>
        <p:spPr>
          <a:xfrm rot="16200000">
            <a:off x="2936173" y="-464820"/>
            <a:ext cx="6304413" cy="778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25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per with writing on it&#10;&#10;Description automatically generated">
            <a:extLst>
              <a:ext uri="{FF2B5EF4-FFF2-40B4-BE49-F238E27FC236}">
                <a16:creationId xmlns:a16="http://schemas.microsoft.com/office/drawing/2014/main" id="{12F9B0EA-4430-9C4B-ED15-534D72D0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33" r="653"/>
          <a:stretch/>
        </p:blipFill>
        <p:spPr>
          <a:xfrm rot="16200000">
            <a:off x="3432386" y="-1889421"/>
            <a:ext cx="5440003" cy="1062837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32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121C8E-7336-F81A-A75C-659820CBACFA}"/>
                  </a:ext>
                </a:extLst>
              </p14:cNvPr>
              <p14:cNvContentPartPr/>
              <p14:nvPr/>
            </p14:nvContentPartPr>
            <p14:xfrm>
              <a:off x="1295280" y="3851280"/>
              <a:ext cx="1226880" cy="1276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121C8E-7336-F81A-A75C-659820CBAC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5920" y="3841920"/>
                <a:ext cx="1245600" cy="129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3622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53E689-A8CC-1133-8240-9C3B251C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33</a:t>
            </a:fld>
            <a:endParaRPr lang="en-IN"/>
          </a:p>
        </p:txBody>
      </p:sp>
      <p:pic>
        <p:nvPicPr>
          <p:cNvPr id="4" name="Picture 3" descr="A close-up of a white sheet&#10;&#10;Description automatically generated">
            <a:extLst>
              <a:ext uri="{FF2B5EF4-FFF2-40B4-BE49-F238E27FC236}">
                <a16:creationId xmlns:a16="http://schemas.microsoft.com/office/drawing/2014/main" id="{82EF44D7-C91E-73BA-753B-6E17148A9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40310" y="-1535369"/>
            <a:ext cx="6511379" cy="99287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0A7742-321A-ED10-DBA0-3BCFA6E798B7}"/>
              </a:ext>
            </a:extLst>
          </p:cNvPr>
          <p:cNvSpPr/>
          <p:nvPr/>
        </p:nvSpPr>
        <p:spPr>
          <a:xfrm>
            <a:off x="1349115" y="6492875"/>
            <a:ext cx="2338465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F12D4-CBAD-23D8-4FF5-ECFC28329D61}"/>
              </a:ext>
            </a:extLst>
          </p:cNvPr>
          <p:cNvSpPr/>
          <p:nvPr/>
        </p:nvSpPr>
        <p:spPr>
          <a:xfrm>
            <a:off x="2473377" y="6117920"/>
            <a:ext cx="1108024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25AB2-B9F2-BC10-1250-A978BE6F8009}"/>
              </a:ext>
            </a:extLst>
          </p:cNvPr>
          <p:cNvSpPr/>
          <p:nvPr/>
        </p:nvSpPr>
        <p:spPr>
          <a:xfrm>
            <a:off x="3687580" y="6684690"/>
            <a:ext cx="2938072" cy="173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45BF9A5-401C-81FD-BE0B-178AD0E8A7A0}"/>
                  </a:ext>
                </a:extLst>
              </p14:cNvPr>
              <p14:cNvContentPartPr/>
              <p14:nvPr/>
            </p14:nvContentPartPr>
            <p14:xfrm>
              <a:off x="6332040" y="2173680"/>
              <a:ext cx="3539520" cy="313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45BF9A5-401C-81FD-BE0B-178AD0E8A7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2680" y="2164320"/>
                <a:ext cx="3558240" cy="315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16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53E689-A8CC-1133-8240-9C3B251C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34</a:t>
            </a:fld>
            <a:endParaRPr lang="en-IN"/>
          </a:p>
        </p:txBody>
      </p:sp>
      <p:pic>
        <p:nvPicPr>
          <p:cNvPr id="4" name="Picture 3" descr="A close-up of a notebook&#10;&#10;Description automatically generated">
            <a:extLst>
              <a:ext uri="{FF2B5EF4-FFF2-40B4-BE49-F238E27FC236}">
                <a16:creationId xmlns:a16="http://schemas.microsoft.com/office/drawing/2014/main" id="{83A092C5-2B89-C9B1-0624-1D00C5FC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87" y="371006"/>
            <a:ext cx="5463413" cy="61159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3BB966-F1F2-51DB-D687-ECA207693E6C}"/>
              </a:ext>
            </a:extLst>
          </p:cNvPr>
          <p:cNvSpPr/>
          <p:nvPr/>
        </p:nvSpPr>
        <p:spPr>
          <a:xfrm>
            <a:off x="3477718" y="371006"/>
            <a:ext cx="2618281" cy="243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69C23-9170-0472-2963-8499824E05BA}"/>
              </a:ext>
            </a:extLst>
          </p:cNvPr>
          <p:cNvSpPr/>
          <p:nvPr/>
        </p:nvSpPr>
        <p:spPr>
          <a:xfrm>
            <a:off x="688762" y="249210"/>
            <a:ext cx="1238974" cy="243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A close-up of a graph&#10;&#10;Description automatically generated">
            <a:extLst>
              <a:ext uri="{FF2B5EF4-FFF2-40B4-BE49-F238E27FC236}">
                <a16:creationId xmlns:a16="http://schemas.microsoft.com/office/drawing/2014/main" id="{07441817-5239-C480-DBE9-266F22626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69" y="371007"/>
            <a:ext cx="5613590" cy="63504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6E8113-EF11-483A-075C-B03DF8B37AA3}"/>
                  </a:ext>
                </a:extLst>
              </p14:cNvPr>
              <p14:cNvContentPartPr/>
              <p14:nvPr/>
            </p14:nvContentPartPr>
            <p14:xfrm>
              <a:off x="187560" y="381240"/>
              <a:ext cx="3075120" cy="538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6E8113-EF11-483A-075C-B03DF8B37A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200" y="371880"/>
                <a:ext cx="3093840" cy="54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F14A58E-F220-9B98-D14C-2B639885E2C8}"/>
                  </a:ext>
                </a:extLst>
              </p14:cNvPr>
              <p14:cNvContentPartPr/>
              <p14:nvPr/>
            </p14:nvContentPartPr>
            <p14:xfrm>
              <a:off x="7577640" y="999720"/>
              <a:ext cx="3807000" cy="1787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F14A58E-F220-9B98-D14C-2B639885E2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68280" y="990360"/>
                <a:ext cx="3825720" cy="18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8895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53E689-A8CC-1133-8240-9C3B251C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35</a:t>
            </a:fld>
            <a:endParaRPr lang="en-IN"/>
          </a:p>
        </p:txBody>
      </p:sp>
      <p:pic>
        <p:nvPicPr>
          <p:cNvPr id="6" name="Picture 5" descr="A close-up of a graph&#10;&#10;Description automatically generated">
            <a:extLst>
              <a:ext uri="{FF2B5EF4-FFF2-40B4-BE49-F238E27FC236}">
                <a16:creationId xmlns:a16="http://schemas.microsoft.com/office/drawing/2014/main" id="{CFDDD3EB-929A-59A4-568F-8D82964FF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3" y="174521"/>
            <a:ext cx="5561442" cy="63183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CCB9EE-A083-7148-43D7-392577BE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6"/>
          <a:stretch/>
        </p:blipFill>
        <p:spPr>
          <a:xfrm>
            <a:off x="6517215" y="174521"/>
            <a:ext cx="5010422" cy="586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29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4695</TotalTime>
  <Words>64</Words>
  <Application>Microsoft Office PowerPoint</Application>
  <PresentationFormat>Widescreen</PresentationFormat>
  <Paragraphs>41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 Display</vt:lpstr>
      <vt:lpstr>Calibri</vt:lpstr>
      <vt:lpstr>Arial</vt:lpstr>
      <vt:lpstr>Aptos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160</cp:revision>
  <dcterms:created xsi:type="dcterms:W3CDTF">2023-01-02T04:30:03Z</dcterms:created>
  <dcterms:modified xsi:type="dcterms:W3CDTF">2025-11-15T04:02:37Z</dcterms:modified>
</cp:coreProperties>
</file>