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78" r:id="rId1"/>
  </p:sldMasterIdLst>
  <p:notesMasterIdLst>
    <p:notesMasterId r:id="rId45"/>
  </p:notesMasterIdLst>
  <p:sldIdLst>
    <p:sldId id="405" r:id="rId2"/>
    <p:sldId id="426" r:id="rId3"/>
    <p:sldId id="427" r:id="rId4"/>
    <p:sldId id="428" r:id="rId5"/>
    <p:sldId id="697" r:id="rId6"/>
    <p:sldId id="433" r:id="rId7"/>
    <p:sldId id="434" r:id="rId8"/>
    <p:sldId id="435" r:id="rId9"/>
    <p:sldId id="436" r:id="rId10"/>
    <p:sldId id="706" r:id="rId11"/>
    <p:sldId id="707" r:id="rId12"/>
    <p:sldId id="708" r:id="rId13"/>
    <p:sldId id="699" r:id="rId14"/>
    <p:sldId id="700" r:id="rId15"/>
    <p:sldId id="701" r:id="rId16"/>
    <p:sldId id="702" r:id="rId17"/>
    <p:sldId id="437" r:id="rId18"/>
    <p:sldId id="703" r:id="rId19"/>
    <p:sldId id="438" r:id="rId20"/>
    <p:sldId id="709" r:id="rId21"/>
    <p:sldId id="710" r:id="rId22"/>
    <p:sldId id="439" r:id="rId23"/>
    <p:sldId id="711" r:id="rId24"/>
    <p:sldId id="712" r:id="rId25"/>
    <p:sldId id="440" r:id="rId26"/>
    <p:sldId id="407" r:id="rId27"/>
    <p:sldId id="668" r:id="rId28"/>
    <p:sldId id="669" r:id="rId29"/>
    <p:sldId id="670" r:id="rId30"/>
    <p:sldId id="704" r:id="rId31"/>
    <p:sldId id="671" r:id="rId32"/>
    <p:sldId id="672" r:id="rId33"/>
    <p:sldId id="674" r:id="rId34"/>
    <p:sldId id="675" r:id="rId35"/>
    <p:sldId id="705" r:id="rId36"/>
    <p:sldId id="676" r:id="rId37"/>
    <p:sldId id="677" r:id="rId38"/>
    <p:sldId id="678" r:id="rId39"/>
    <p:sldId id="679" r:id="rId40"/>
    <p:sldId id="689" r:id="rId41"/>
    <p:sldId id="691" r:id="rId42"/>
    <p:sldId id="680" r:id="rId43"/>
    <p:sldId id="681" r:id="rId44"/>
  </p:sldIdLst>
  <p:sldSz cx="12192000" cy="6858000"/>
  <p:notesSz cx="6858000" cy="9144000"/>
  <p:embeddedFontLst>
    <p:embeddedFont>
      <p:font typeface="Comic Sans MS" panose="030F0702030302020204" pitchFamily="66" charset="0"/>
      <p:regular r:id="rId46"/>
      <p:bold r:id="rId47"/>
      <p:italic r:id="rId48"/>
      <p:boldItalic r:id="rId49"/>
    </p:embeddedFont>
    <p:embeddedFont>
      <p:font typeface="Helvetica Neue" panose="020B0604020202020204" charset="0"/>
      <p:regular r:id="rId50"/>
      <p:bold r:id="rId51"/>
      <p:italic r:id="rId52"/>
      <p:boldItalic r:id="rId5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02" roundtripDataSignature="AMtx7mg1RiiH1V00hBFey73LGlFy9jFHeQ=="/>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FBC42F8-CAD2-410F-ABD6-7E8D196E335B}" v="33" dt="2025-09-21T03:51:30.105"/>
  </p1510:revLst>
</p1510:revInfo>
</file>

<file path=ppt/tableStyles.xml><?xml version="1.0" encoding="utf-8"?>
<a:tblStyleLst xmlns:a="http://schemas.openxmlformats.org/drawingml/2006/main" def="{6D93F2BA-12AC-4E3E-8EDC-AAE0573C1F7D}">
  <a:tblStyle styleId="{6D93F2BA-12AC-4E3E-8EDC-AAE0573C1F7D}"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95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2.fntdata"/><Relationship Id="rId50" Type="http://schemas.openxmlformats.org/officeDocument/2006/relationships/font" Target="fonts/font5.fntdata"/><Relationship Id="rId104"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microsoft.com/office/2016/11/relationships/changesInfo" Target="changesInfos/changesInfo1.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3" Type="http://schemas.openxmlformats.org/officeDocument/2006/relationships/font" Target="fonts/font8.fntdata"/><Relationship Id="rId102" Type="http://customschemas.google.com/relationships/presentationmetadata" Target="metadata"/><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3.fntdata"/><Relationship Id="rId105"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6.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1.fntdata"/><Relationship Id="rId103" Type="http://schemas.openxmlformats.org/officeDocument/2006/relationships/presProps" Target="presProps.xml"/><Relationship Id="rId108"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4.fntdata"/><Relationship Id="rId106"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7.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hul Mishra" userId="57c6469e-ac64-4888-811b-35f0aabddbad" providerId="ADAL" clId="{18CDE72D-D37D-43CA-AEAE-740D1D6DCB3B}"/>
    <pc:docChg chg="custSel modSld">
      <pc:chgData name="Rahul Mishra" userId="57c6469e-ac64-4888-811b-35f0aabddbad" providerId="ADAL" clId="{18CDE72D-D37D-43CA-AEAE-740D1D6DCB3B}" dt="2025-03-08T03:20:35.586" v="3"/>
      <pc:docMkLst>
        <pc:docMk/>
      </pc:docMkLst>
      <pc:sldChg chg="addSp modSp mod">
        <pc:chgData name="Rahul Mishra" userId="57c6469e-ac64-4888-811b-35f0aabddbad" providerId="ADAL" clId="{18CDE72D-D37D-43CA-AEAE-740D1D6DCB3B}" dt="2025-03-08T03:06:14.675" v="1" actId="27636"/>
        <pc:sldMkLst>
          <pc:docMk/>
          <pc:sldMk cId="630843957" sldId="434"/>
        </pc:sldMkLst>
      </pc:sldChg>
      <pc:sldChg chg="addSp">
        <pc:chgData name="Rahul Mishra" userId="57c6469e-ac64-4888-811b-35f0aabddbad" providerId="ADAL" clId="{18CDE72D-D37D-43CA-AEAE-740D1D6DCB3B}" dt="2025-03-08T03:20:35.586" v="3"/>
        <pc:sldMkLst>
          <pc:docMk/>
          <pc:sldMk cId="912258523" sldId="435"/>
        </pc:sldMkLst>
      </pc:sldChg>
      <pc:sldChg chg="addSp">
        <pc:chgData name="Rahul Mishra" userId="57c6469e-ac64-4888-811b-35f0aabddbad" providerId="ADAL" clId="{18CDE72D-D37D-43CA-AEAE-740D1D6DCB3B}" dt="2025-03-08T03:20:35.586" v="3"/>
        <pc:sldMkLst>
          <pc:docMk/>
          <pc:sldMk cId="1650621397" sldId="436"/>
        </pc:sldMkLst>
      </pc:sldChg>
      <pc:sldChg chg="addSp">
        <pc:chgData name="Rahul Mishra" userId="57c6469e-ac64-4888-811b-35f0aabddbad" providerId="ADAL" clId="{18CDE72D-D37D-43CA-AEAE-740D1D6DCB3B}" dt="2025-03-08T03:17:34.797" v="2"/>
        <pc:sldMkLst>
          <pc:docMk/>
          <pc:sldMk cId="3261997853" sldId="699"/>
        </pc:sldMkLst>
      </pc:sldChg>
      <pc:sldChg chg="addSp">
        <pc:chgData name="Rahul Mishra" userId="57c6469e-ac64-4888-811b-35f0aabddbad" providerId="ADAL" clId="{18CDE72D-D37D-43CA-AEAE-740D1D6DCB3B}" dt="2025-03-08T03:17:34.797" v="2"/>
        <pc:sldMkLst>
          <pc:docMk/>
          <pc:sldMk cId="2555987876" sldId="700"/>
        </pc:sldMkLst>
      </pc:sldChg>
    </pc:docChg>
  </pc:docChgLst>
  <pc:docChgLst>
    <pc:chgData name="Rahul Mishra" userId="57c6469e-ac64-4888-811b-35f0aabddbad" providerId="ADAL" clId="{6CD110FC-ECB1-4188-A54A-469E6335FF4B}"/>
    <pc:docChg chg="custSel addSld delSld modSld">
      <pc:chgData name="Rahul Mishra" userId="57c6469e-ac64-4888-811b-35f0aabddbad" providerId="ADAL" clId="{6CD110FC-ECB1-4188-A54A-469E6335FF4B}" dt="2024-08-08T17:07:15.046" v="45" actId="1076"/>
      <pc:docMkLst>
        <pc:docMk/>
      </pc:docMkLst>
      <pc:sldChg chg="modSp mod">
        <pc:chgData name="Rahul Mishra" userId="57c6469e-ac64-4888-811b-35f0aabddbad" providerId="ADAL" clId="{6CD110FC-ECB1-4188-A54A-469E6335FF4B}" dt="2024-08-07T06:11:09.270" v="7" actId="14100"/>
        <pc:sldMkLst>
          <pc:docMk/>
          <pc:sldMk cId="109857222" sldId="256"/>
        </pc:sldMkLst>
      </pc:sldChg>
      <pc:sldChg chg="del">
        <pc:chgData name="Rahul Mishra" userId="57c6469e-ac64-4888-811b-35f0aabddbad" providerId="ADAL" clId="{6CD110FC-ECB1-4188-A54A-469E6335FF4B}" dt="2024-08-07T06:14:05.233" v="35" actId="47"/>
        <pc:sldMkLst>
          <pc:docMk/>
          <pc:sldMk cId="0" sldId="270"/>
        </pc:sldMkLst>
      </pc:sldChg>
      <pc:sldChg chg="del">
        <pc:chgData name="Rahul Mishra" userId="57c6469e-ac64-4888-811b-35f0aabddbad" providerId="ADAL" clId="{6CD110FC-ECB1-4188-A54A-469E6335FF4B}" dt="2024-08-07T06:14:10.261" v="36" actId="47"/>
        <pc:sldMkLst>
          <pc:docMk/>
          <pc:sldMk cId="4069218776" sldId="275"/>
        </pc:sldMkLst>
      </pc:sldChg>
      <pc:sldChg chg="del">
        <pc:chgData name="Rahul Mishra" userId="57c6469e-ac64-4888-811b-35f0aabddbad" providerId="ADAL" clId="{6CD110FC-ECB1-4188-A54A-469E6335FF4B}" dt="2024-08-07T06:14:04.023" v="34" actId="47"/>
        <pc:sldMkLst>
          <pc:docMk/>
          <pc:sldMk cId="3514271712" sldId="276"/>
        </pc:sldMkLst>
      </pc:sldChg>
      <pc:sldChg chg="del">
        <pc:chgData name="Rahul Mishra" userId="57c6469e-ac64-4888-811b-35f0aabddbad" providerId="ADAL" clId="{6CD110FC-ECB1-4188-A54A-469E6335FF4B}" dt="2024-08-07T06:13:58.696" v="28" actId="47"/>
        <pc:sldMkLst>
          <pc:docMk/>
          <pc:sldMk cId="3852848067" sldId="279"/>
        </pc:sldMkLst>
      </pc:sldChg>
      <pc:sldChg chg="del">
        <pc:chgData name="Rahul Mishra" userId="57c6469e-ac64-4888-811b-35f0aabddbad" providerId="ADAL" clId="{6CD110FC-ECB1-4188-A54A-469E6335FF4B}" dt="2024-08-07T06:14:34.388" v="40" actId="47"/>
        <pc:sldMkLst>
          <pc:docMk/>
          <pc:sldMk cId="1848721818" sldId="281"/>
        </pc:sldMkLst>
      </pc:sldChg>
      <pc:sldChg chg="del">
        <pc:chgData name="Rahul Mishra" userId="57c6469e-ac64-4888-811b-35f0aabddbad" providerId="ADAL" clId="{6CD110FC-ECB1-4188-A54A-469E6335FF4B}" dt="2024-08-07T06:13:53.610" v="24" actId="47"/>
        <pc:sldMkLst>
          <pc:docMk/>
          <pc:sldMk cId="20482556" sldId="283"/>
        </pc:sldMkLst>
      </pc:sldChg>
      <pc:sldChg chg="del">
        <pc:chgData name="Rahul Mishra" userId="57c6469e-ac64-4888-811b-35f0aabddbad" providerId="ADAL" clId="{6CD110FC-ECB1-4188-A54A-469E6335FF4B}" dt="2024-08-07T06:13:52.242" v="23" actId="47"/>
        <pc:sldMkLst>
          <pc:docMk/>
          <pc:sldMk cId="2580848646" sldId="284"/>
        </pc:sldMkLst>
      </pc:sldChg>
      <pc:sldChg chg="del">
        <pc:chgData name="Rahul Mishra" userId="57c6469e-ac64-4888-811b-35f0aabddbad" providerId="ADAL" clId="{6CD110FC-ECB1-4188-A54A-469E6335FF4B}" dt="2024-08-07T06:13:26.058" v="22" actId="47"/>
        <pc:sldMkLst>
          <pc:docMk/>
          <pc:sldMk cId="2416795455" sldId="285"/>
        </pc:sldMkLst>
      </pc:sldChg>
      <pc:sldChg chg="del">
        <pc:chgData name="Rahul Mishra" userId="57c6469e-ac64-4888-811b-35f0aabddbad" providerId="ADAL" clId="{6CD110FC-ECB1-4188-A54A-469E6335FF4B}" dt="2024-08-07T06:13:24.031" v="21" actId="47"/>
        <pc:sldMkLst>
          <pc:docMk/>
          <pc:sldMk cId="1586066216" sldId="286"/>
        </pc:sldMkLst>
      </pc:sldChg>
      <pc:sldChg chg="del">
        <pc:chgData name="Rahul Mishra" userId="57c6469e-ac64-4888-811b-35f0aabddbad" providerId="ADAL" clId="{6CD110FC-ECB1-4188-A54A-469E6335FF4B}" dt="2024-08-07T06:13:21.297" v="20" actId="47"/>
        <pc:sldMkLst>
          <pc:docMk/>
          <pc:sldMk cId="3123173485" sldId="287"/>
        </pc:sldMkLst>
      </pc:sldChg>
      <pc:sldChg chg="modSp mod">
        <pc:chgData name="Rahul Mishra" userId="57c6469e-ac64-4888-811b-35f0aabddbad" providerId="ADAL" clId="{6CD110FC-ECB1-4188-A54A-469E6335FF4B}" dt="2024-08-07T06:12:13.350" v="19" actId="1076"/>
        <pc:sldMkLst>
          <pc:docMk/>
          <pc:sldMk cId="3770136349" sldId="292"/>
        </pc:sldMkLst>
      </pc:sldChg>
      <pc:sldChg chg="del">
        <pc:chgData name="Rahul Mishra" userId="57c6469e-ac64-4888-811b-35f0aabddbad" providerId="ADAL" clId="{6CD110FC-ECB1-4188-A54A-469E6335FF4B}" dt="2024-08-07T06:14:22.990" v="38" actId="47"/>
        <pc:sldMkLst>
          <pc:docMk/>
          <pc:sldMk cId="3216909728" sldId="296"/>
        </pc:sldMkLst>
      </pc:sldChg>
      <pc:sldChg chg="del">
        <pc:chgData name="Rahul Mishra" userId="57c6469e-ac64-4888-811b-35f0aabddbad" providerId="ADAL" clId="{6CD110FC-ECB1-4188-A54A-469E6335FF4B}" dt="2024-08-07T06:14:20.809" v="37" actId="47"/>
        <pc:sldMkLst>
          <pc:docMk/>
          <pc:sldMk cId="3554936368" sldId="297"/>
        </pc:sldMkLst>
      </pc:sldChg>
      <pc:sldChg chg="del">
        <pc:chgData name="Rahul Mishra" userId="57c6469e-ac64-4888-811b-35f0aabddbad" providerId="ADAL" clId="{6CD110FC-ECB1-4188-A54A-469E6335FF4B}" dt="2024-08-07T06:14:03.166" v="33" actId="47"/>
        <pc:sldMkLst>
          <pc:docMk/>
          <pc:sldMk cId="2406506087" sldId="336"/>
        </pc:sldMkLst>
      </pc:sldChg>
      <pc:sldChg chg="del">
        <pc:chgData name="Rahul Mishra" userId="57c6469e-ac64-4888-811b-35f0aabddbad" providerId="ADAL" clId="{6CD110FC-ECB1-4188-A54A-469E6335FF4B}" dt="2024-08-07T06:14:02.355" v="32" actId="47"/>
        <pc:sldMkLst>
          <pc:docMk/>
          <pc:sldMk cId="2068555102" sldId="337"/>
        </pc:sldMkLst>
      </pc:sldChg>
      <pc:sldChg chg="del">
        <pc:chgData name="Rahul Mishra" userId="57c6469e-ac64-4888-811b-35f0aabddbad" providerId="ADAL" clId="{6CD110FC-ECB1-4188-A54A-469E6335FF4B}" dt="2024-08-07T06:13:57.330" v="27" actId="47"/>
        <pc:sldMkLst>
          <pc:docMk/>
          <pc:sldMk cId="223884994" sldId="339"/>
        </pc:sldMkLst>
      </pc:sldChg>
      <pc:sldChg chg="del">
        <pc:chgData name="Rahul Mishra" userId="57c6469e-ac64-4888-811b-35f0aabddbad" providerId="ADAL" clId="{6CD110FC-ECB1-4188-A54A-469E6335FF4B}" dt="2024-08-07T06:13:56.294" v="26" actId="47"/>
        <pc:sldMkLst>
          <pc:docMk/>
          <pc:sldMk cId="507314074" sldId="340"/>
        </pc:sldMkLst>
      </pc:sldChg>
      <pc:sldChg chg="del">
        <pc:chgData name="Rahul Mishra" userId="57c6469e-ac64-4888-811b-35f0aabddbad" providerId="ADAL" clId="{6CD110FC-ECB1-4188-A54A-469E6335FF4B}" dt="2024-08-07T06:13:55.196" v="25" actId="47"/>
        <pc:sldMkLst>
          <pc:docMk/>
          <pc:sldMk cId="3644562415" sldId="341"/>
        </pc:sldMkLst>
      </pc:sldChg>
      <pc:sldChg chg="del">
        <pc:chgData name="Rahul Mishra" userId="57c6469e-ac64-4888-811b-35f0aabddbad" providerId="ADAL" clId="{6CD110FC-ECB1-4188-A54A-469E6335FF4B}" dt="2024-08-07T06:14:01.555" v="31" actId="47"/>
        <pc:sldMkLst>
          <pc:docMk/>
          <pc:sldMk cId="3048384822" sldId="342"/>
        </pc:sldMkLst>
      </pc:sldChg>
      <pc:sldChg chg="del">
        <pc:chgData name="Rahul Mishra" userId="57c6469e-ac64-4888-811b-35f0aabddbad" providerId="ADAL" clId="{6CD110FC-ECB1-4188-A54A-469E6335FF4B}" dt="2024-08-07T06:14:35.756" v="41" actId="47"/>
        <pc:sldMkLst>
          <pc:docMk/>
          <pc:sldMk cId="3560463952" sldId="345"/>
        </pc:sldMkLst>
      </pc:sldChg>
      <pc:sldChg chg="del">
        <pc:chgData name="Rahul Mishra" userId="57c6469e-ac64-4888-811b-35f0aabddbad" providerId="ADAL" clId="{6CD110FC-ECB1-4188-A54A-469E6335FF4B}" dt="2024-08-07T06:14:36.933" v="42" actId="47"/>
        <pc:sldMkLst>
          <pc:docMk/>
          <pc:sldMk cId="2473714365" sldId="346"/>
        </pc:sldMkLst>
      </pc:sldChg>
      <pc:sldChg chg="del">
        <pc:chgData name="Rahul Mishra" userId="57c6469e-ac64-4888-811b-35f0aabddbad" providerId="ADAL" clId="{6CD110FC-ECB1-4188-A54A-469E6335FF4B}" dt="2024-08-07T06:14:00.617" v="30" actId="47"/>
        <pc:sldMkLst>
          <pc:docMk/>
          <pc:sldMk cId="1116213387" sldId="347"/>
        </pc:sldMkLst>
      </pc:sldChg>
      <pc:sldChg chg="del">
        <pc:chgData name="Rahul Mishra" userId="57c6469e-ac64-4888-811b-35f0aabddbad" providerId="ADAL" clId="{6CD110FC-ECB1-4188-A54A-469E6335FF4B}" dt="2024-08-07T06:13:59.607" v="29" actId="47"/>
        <pc:sldMkLst>
          <pc:docMk/>
          <pc:sldMk cId="164456950" sldId="348"/>
        </pc:sldMkLst>
      </pc:sldChg>
      <pc:sldChg chg="del">
        <pc:chgData name="Rahul Mishra" userId="57c6469e-ac64-4888-811b-35f0aabddbad" providerId="ADAL" clId="{6CD110FC-ECB1-4188-A54A-469E6335FF4B}" dt="2024-08-07T06:14:39.452" v="43" actId="47"/>
        <pc:sldMkLst>
          <pc:docMk/>
          <pc:sldMk cId="3331351185" sldId="371"/>
        </pc:sldMkLst>
      </pc:sldChg>
      <pc:sldChg chg="del">
        <pc:chgData name="Rahul Mishra" userId="57c6469e-ac64-4888-811b-35f0aabddbad" providerId="ADAL" clId="{6CD110FC-ECB1-4188-A54A-469E6335FF4B}" dt="2024-08-07T06:14:32.978" v="39" actId="47"/>
        <pc:sldMkLst>
          <pc:docMk/>
          <pc:sldMk cId="2845789028" sldId="372"/>
        </pc:sldMkLst>
      </pc:sldChg>
      <pc:sldChg chg="addSp modSp new mod setBg">
        <pc:chgData name="Rahul Mishra" userId="57c6469e-ac64-4888-811b-35f0aabddbad" providerId="ADAL" clId="{6CD110FC-ECB1-4188-A54A-469E6335FF4B}" dt="2024-08-08T17:07:15.046" v="45" actId="1076"/>
        <pc:sldMkLst>
          <pc:docMk/>
          <pc:sldMk cId="3459647960" sldId="374"/>
        </pc:sldMkLst>
      </pc:sldChg>
    </pc:docChg>
  </pc:docChgLst>
  <pc:docChgLst>
    <pc:chgData name="Rahul Mishra" userId="57c6469e-ac64-4888-811b-35f0aabddbad" providerId="ADAL" clId="{0AB29906-FC17-43A0-9F50-748EB40EBA55}"/>
    <pc:docChg chg="custSel addSld delSld modSld">
      <pc:chgData name="Rahul Mishra" userId="57c6469e-ac64-4888-811b-35f0aabddbad" providerId="ADAL" clId="{0AB29906-FC17-43A0-9F50-748EB40EBA55}" dt="2024-09-07T03:49:40.126" v="34"/>
      <pc:docMkLst>
        <pc:docMk/>
      </pc:docMkLst>
      <pc:sldChg chg="addSp">
        <pc:chgData name="Rahul Mishra" userId="57c6469e-ac64-4888-811b-35f0aabddbad" providerId="ADAL" clId="{0AB29906-FC17-43A0-9F50-748EB40EBA55}" dt="2024-09-06T05:49:27.780" v="0"/>
        <pc:sldMkLst>
          <pc:docMk/>
          <pc:sldMk cId="1701599832" sldId="271"/>
        </pc:sldMkLst>
      </pc:sldChg>
      <pc:sldChg chg="addSp">
        <pc:chgData name="Rahul Mishra" userId="57c6469e-ac64-4888-811b-35f0aabddbad" providerId="ADAL" clId="{0AB29906-FC17-43A0-9F50-748EB40EBA55}" dt="2024-09-07T02:51:14.813" v="32"/>
        <pc:sldMkLst>
          <pc:docMk/>
          <pc:sldMk cId="0" sldId="285"/>
        </pc:sldMkLst>
      </pc:sldChg>
      <pc:sldChg chg="addSp">
        <pc:chgData name="Rahul Mishra" userId="57c6469e-ac64-4888-811b-35f0aabddbad" providerId="ADAL" clId="{0AB29906-FC17-43A0-9F50-748EB40EBA55}" dt="2024-09-07T02:51:14.813" v="32"/>
        <pc:sldMkLst>
          <pc:docMk/>
          <pc:sldMk cId="0" sldId="286"/>
        </pc:sldMkLst>
      </pc:sldChg>
      <pc:sldChg chg="addSp">
        <pc:chgData name="Rahul Mishra" userId="57c6469e-ac64-4888-811b-35f0aabddbad" providerId="ADAL" clId="{0AB29906-FC17-43A0-9F50-748EB40EBA55}" dt="2024-09-07T03:22:40.897" v="33"/>
        <pc:sldMkLst>
          <pc:docMk/>
          <pc:sldMk cId="1685752519" sldId="292"/>
        </pc:sldMkLst>
      </pc:sldChg>
      <pc:sldChg chg="addSp">
        <pc:chgData name="Rahul Mishra" userId="57c6469e-ac64-4888-811b-35f0aabddbad" providerId="ADAL" clId="{0AB29906-FC17-43A0-9F50-748EB40EBA55}" dt="2024-09-07T03:22:40.897" v="33"/>
        <pc:sldMkLst>
          <pc:docMk/>
          <pc:sldMk cId="4267650275" sldId="293"/>
        </pc:sldMkLst>
      </pc:sldChg>
      <pc:sldChg chg="addSp">
        <pc:chgData name="Rahul Mishra" userId="57c6469e-ac64-4888-811b-35f0aabddbad" providerId="ADAL" clId="{0AB29906-FC17-43A0-9F50-748EB40EBA55}" dt="2024-09-07T03:22:40.897" v="33"/>
        <pc:sldMkLst>
          <pc:docMk/>
          <pc:sldMk cId="2502611286" sldId="294"/>
        </pc:sldMkLst>
      </pc:sldChg>
      <pc:sldChg chg="addSp">
        <pc:chgData name="Rahul Mishra" userId="57c6469e-ac64-4888-811b-35f0aabddbad" providerId="ADAL" clId="{0AB29906-FC17-43A0-9F50-748EB40EBA55}" dt="2024-09-07T03:22:40.897" v="33"/>
        <pc:sldMkLst>
          <pc:docMk/>
          <pc:sldMk cId="1901015964" sldId="295"/>
        </pc:sldMkLst>
      </pc:sldChg>
      <pc:sldChg chg="addSp">
        <pc:chgData name="Rahul Mishra" userId="57c6469e-ac64-4888-811b-35f0aabddbad" providerId="ADAL" clId="{0AB29906-FC17-43A0-9F50-748EB40EBA55}" dt="2024-09-07T03:22:40.897" v="33"/>
        <pc:sldMkLst>
          <pc:docMk/>
          <pc:sldMk cId="615098788" sldId="296"/>
        </pc:sldMkLst>
      </pc:sldChg>
      <pc:sldChg chg="addSp modSp mod">
        <pc:chgData name="Rahul Mishra" userId="57c6469e-ac64-4888-811b-35f0aabddbad" providerId="ADAL" clId="{0AB29906-FC17-43A0-9F50-748EB40EBA55}" dt="2024-09-07T02:51:14.813" v="32"/>
        <pc:sldMkLst>
          <pc:docMk/>
          <pc:sldMk cId="2187071181" sldId="303"/>
        </pc:sldMkLst>
      </pc:sldChg>
      <pc:sldChg chg="addSp">
        <pc:chgData name="Rahul Mishra" userId="57c6469e-ac64-4888-811b-35f0aabddbad" providerId="ADAL" clId="{0AB29906-FC17-43A0-9F50-748EB40EBA55}" dt="2024-09-07T03:22:40.897" v="33"/>
        <pc:sldMkLst>
          <pc:docMk/>
          <pc:sldMk cId="1419033139" sldId="305"/>
        </pc:sldMkLst>
      </pc:sldChg>
      <pc:sldChg chg="addSp">
        <pc:chgData name="Rahul Mishra" userId="57c6469e-ac64-4888-811b-35f0aabddbad" providerId="ADAL" clId="{0AB29906-FC17-43A0-9F50-748EB40EBA55}" dt="2024-09-07T03:22:40.897" v="33"/>
        <pc:sldMkLst>
          <pc:docMk/>
          <pc:sldMk cId="2079535757" sldId="375"/>
        </pc:sldMkLst>
      </pc:sldChg>
      <pc:sldChg chg="addSp modSp mod">
        <pc:chgData name="Rahul Mishra" userId="57c6469e-ac64-4888-811b-35f0aabddbad" providerId="ADAL" clId="{0AB29906-FC17-43A0-9F50-748EB40EBA55}" dt="2024-09-07T03:22:40.897" v="33"/>
        <pc:sldMkLst>
          <pc:docMk/>
          <pc:sldMk cId="2983673248" sldId="376"/>
        </pc:sldMkLst>
      </pc:sldChg>
      <pc:sldChg chg="addSp modSp mod">
        <pc:chgData name="Rahul Mishra" userId="57c6469e-ac64-4888-811b-35f0aabddbad" providerId="ADAL" clId="{0AB29906-FC17-43A0-9F50-748EB40EBA55}" dt="2024-09-07T03:22:40.897" v="33"/>
        <pc:sldMkLst>
          <pc:docMk/>
          <pc:sldMk cId="3694120147" sldId="377"/>
        </pc:sldMkLst>
      </pc:sldChg>
      <pc:sldChg chg="addSp">
        <pc:chgData name="Rahul Mishra" userId="57c6469e-ac64-4888-811b-35f0aabddbad" providerId="ADAL" clId="{0AB29906-FC17-43A0-9F50-748EB40EBA55}" dt="2024-09-07T03:22:40.897" v="33"/>
        <pc:sldMkLst>
          <pc:docMk/>
          <pc:sldMk cId="3465334699" sldId="378"/>
        </pc:sldMkLst>
      </pc:sldChg>
      <pc:sldChg chg="addSp">
        <pc:chgData name="Rahul Mishra" userId="57c6469e-ac64-4888-811b-35f0aabddbad" providerId="ADAL" clId="{0AB29906-FC17-43A0-9F50-748EB40EBA55}" dt="2024-09-07T02:51:14.813" v="32"/>
        <pc:sldMkLst>
          <pc:docMk/>
          <pc:sldMk cId="0" sldId="379"/>
        </pc:sldMkLst>
      </pc:sldChg>
      <pc:sldChg chg="addSp">
        <pc:chgData name="Rahul Mishra" userId="57c6469e-ac64-4888-811b-35f0aabddbad" providerId="ADAL" clId="{0AB29906-FC17-43A0-9F50-748EB40EBA55}" dt="2024-09-07T02:51:14.813" v="32"/>
        <pc:sldMkLst>
          <pc:docMk/>
          <pc:sldMk cId="0" sldId="393"/>
        </pc:sldMkLst>
      </pc:sldChg>
      <pc:sldChg chg="del">
        <pc:chgData name="Rahul Mishra" userId="57c6469e-ac64-4888-811b-35f0aabddbad" providerId="ADAL" clId="{0AB29906-FC17-43A0-9F50-748EB40EBA55}" dt="2024-09-06T17:23:25.619" v="26" actId="47"/>
        <pc:sldMkLst>
          <pc:docMk/>
          <pc:sldMk cId="0" sldId="396"/>
        </pc:sldMkLst>
      </pc:sldChg>
      <pc:sldChg chg="addSp">
        <pc:chgData name="Rahul Mishra" userId="57c6469e-ac64-4888-811b-35f0aabddbad" providerId="ADAL" clId="{0AB29906-FC17-43A0-9F50-748EB40EBA55}" dt="2024-09-07T03:22:40.897" v="33"/>
        <pc:sldMkLst>
          <pc:docMk/>
          <pc:sldMk cId="0" sldId="397"/>
        </pc:sldMkLst>
      </pc:sldChg>
      <pc:sldChg chg="addSp">
        <pc:chgData name="Rahul Mishra" userId="57c6469e-ac64-4888-811b-35f0aabddbad" providerId="ADAL" clId="{0AB29906-FC17-43A0-9F50-748EB40EBA55}" dt="2024-09-07T03:22:40.897" v="33"/>
        <pc:sldMkLst>
          <pc:docMk/>
          <pc:sldMk cId="0" sldId="398"/>
        </pc:sldMkLst>
      </pc:sldChg>
      <pc:sldChg chg="addSp">
        <pc:chgData name="Rahul Mishra" userId="57c6469e-ac64-4888-811b-35f0aabddbad" providerId="ADAL" clId="{0AB29906-FC17-43A0-9F50-748EB40EBA55}" dt="2024-09-07T02:51:14.813" v="32"/>
        <pc:sldMkLst>
          <pc:docMk/>
          <pc:sldMk cId="1992141454" sldId="404"/>
        </pc:sldMkLst>
      </pc:sldChg>
      <pc:sldChg chg="addSp">
        <pc:chgData name="Rahul Mishra" userId="57c6469e-ac64-4888-811b-35f0aabddbad" providerId="ADAL" clId="{0AB29906-FC17-43A0-9F50-748EB40EBA55}" dt="2024-09-06T05:49:27.780" v="0"/>
        <pc:sldMkLst>
          <pc:docMk/>
          <pc:sldMk cId="545609971" sldId="405"/>
        </pc:sldMkLst>
      </pc:sldChg>
      <pc:sldChg chg="addSp modSp mod">
        <pc:chgData name="Rahul Mishra" userId="57c6469e-ac64-4888-811b-35f0aabddbad" providerId="ADAL" clId="{0AB29906-FC17-43A0-9F50-748EB40EBA55}" dt="2024-09-07T03:49:40.126" v="34"/>
        <pc:sldMkLst>
          <pc:docMk/>
          <pc:sldMk cId="1740156467" sldId="406"/>
        </pc:sldMkLst>
      </pc:sldChg>
      <pc:sldChg chg="addSp">
        <pc:chgData name="Rahul Mishra" userId="57c6469e-ac64-4888-811b-35f0aabddbad" providerId="ADAL" clId="{0AB29906-FC17-43A0-9F50-748EB40EBA55}" dt="2024-09-07T03:49:40.126" v="34"/>
        <pc:sldMkLst>
          <pc:docMk/>
          <pc:sldMk cId="658975334" sldId="407"/>
        </pc:sldMkLst>
      </pc:sldChg>
      <pc:sldChg chg="modSp mod">
        <pc:chgData name="Rahul Mishra" userId="57c6469e-ac64-4888-811b-35f0aabddbad" providerId="ADAL" clId="{0AB29906-FC17-43A0-9F50-748EB40EBA55}" dt="2024-09-06T05:49:28.151" v="4" actId="27636"/>
        <pc:sldMkLst>
          <pc:docMk/>
          <pc:sldMk cId="832144480" sldId="408"/>
        </pc:sldMkLst>
      </pc:sldChg>
      <pc:sldChg chg="modSp mod">
        <pc:chgData name="Rahul Mishra" userId="57c6469e-ac64-4888-811b-35f0aabddbad" providerId="ADAL" clId="{0AB29906-FC17-43A0-9F50-748EB40EBA55}" dt="2024-09-06T05:49:28.157" v="5" actId="27636"/>
        <pc:sldMkLst>
          <pc:docMk/>
          <pc:sldMk cId="4711899" sldId="409"/>
        </pc:sldMkLst>
      </pc:sldChg>
      <pc:sldChg chg="modSp mod">
        <pc:chgData name="Rahul Mishra" userId="57c6469e-ac64-4888-811b-35f0aabddbad" providerId="ADAL" clId="{0AB29906-FC17-43A0-9F50-748EB40EBA55}" dt="2024-09-06T05:49:28.181" v="6" actId="27636"/>
        <pc:sldMkLst>
          <pc:docMk/>
          <pc:sldMk cId="1349400572" sldId="410"/>
        </pc:sldMkLst>
      </pc:sldChg>
      <pc:sldChg chg="addSp">
        <pc:chgData name="Rahul Mishra" userId="57c6469e-ac64-4888-811b-35f0aabddbad" providerId="ADAL" clId="{0AB29906-FC17-43A0-9F50-748EB40EBA55}" dt="2024-09-07T03:49:40.126" v="34"/>
        <pc:sldMkLst>
          <pc:docMk/>
          <pc:sldMk cId="2231131565" sldId="411"/>
        </pc:sldMkLst>
      </pc:sldChg>
      <pc:sldChg chg="addSp">
        <pc:chgData name="Rahul Mishra" userId="57c6469e-ac64-4888-811b-35f0aabddbad" providerId="ADAL" clId="{0AB29906-FC17-43A0-9F50-748EB40EBA55}" dt="2024-09-07T03:49:40.126" v="34"/>
        <pc:sldMkLst>
          <pc:docMk/>
          <pc:sldMk cId="2939944465" sldId="413"/>
        </pc:sldMkLst>
      </pc:sldChg>
      <pc:sldChg chg="addSp">
        <pc:chgData name="Rahul Mishra" userId="57c6469e-ac64-4888-811b-35f0aabddbad" providerId="ADAL" clId="{0AB29906-FC17-43A0-9F50-748EB40EBA55}" dt="2024-09-07T03:49:40.126" v="34"/>
        <pc:sldMkLst>
          <pc:docMk/>
          <pc:sldMk cId="1214863930" sldId="414"/>
        </pc:sldMkLst>
      </pc:sldChg>
      <pc:sldChg chg="addSp">
        <pc:chgData name="Rahul Mishra" userId="57c6469e-ac64-4888-811b-35f0aabddbad" providerId="ADAL" clId="{0AB29906-FC17-43A0-9F50-748EB40EBA55}" dt="2024-09-07T03:49:40.126" v="34"/>
        <pc:sldMkLst>
          <pc:docMk/>
          <pc:sldMk cId="2118251881" sldId="415"/>
        </pc:sldMkLst>
      </pc:sldChg>
      <pc:sldChg chg="addSp">
        <pc:chgData name="Rahul Mishra" userId="57c6469e-ac64-4888-811b-35f0aabddbad" providerId="ADAL" clId="{0AB29906-FC17-43A0-9F50-748EB40EBA55}" dt="2024-09-07T03:49:40.126" v="34"/>
        <pc:sldMkLst>
          <pc:docMk/>
          <pc:sldMk cId="2560525014" sldId="416"/>
        </pc:sldMkLst>
      </pc:sldChg>
      <pc:sldChg chg="addSp">
        <pc:chgData name="Rahul Mishra" userId="57c6469e-ac64-4888-811b-35f0aabddbad" providerId="ADAL" clId="{0AB29906-FC17-43A0-9F50-748EB40EBA55}" dt="2024-09-07T03:49:40.126" v="34"/>
        <pc:sldMkLst>
          <pc:docMk/>
          <pc:sldMk cId="1508322553" sldId="417"/>
        </pc:sldMkLst>
      </pc:sldChg>
      <pc:sldChg chg="modSp mod">
        <pc:chgData name="Rahul Mishra" userId="57c6469e-ac64-4888-811b-35f0aabddbad" providerId="ADAL" clId="{0AB29906-FC17-43A0-9F50-748EB40EBA55}" dt="2024-09-06T17:26:44.347" v="27" actId="1076"/>
        <pc:sldMkLst>
          <pc:docMk/>
          <pc:sldMk cId="619737420" sldId="418"/>
        </pc:sldMkLst>
      </pc:sldChg>
      <pc:sldChg chg="modSp mod">
        <pc:chgData name="Rahul Mishra" userId="57c6469e-ac64-4888-811b-35f0aabddbad" providerId="ADAL" clId="{0AB29906-FC17-43A0-9F50-748EB40EBA55}" dt="2024-09-06T05:49:28.204" v="7" actId="27636"/>
        <pc:sldMkLst>
          <pc:docMk/>
          <pc:sldMk cId="2076925815" sldId="423"/>
        </pc:sldMkLst>
      </pc:sldChg>
      <pc:sldChg chg="modSp mod">
        <pc:chgData name="Rahul Mishra" userId="57c6469e-ac64-4888-811b-35f0aabddbad" providerId="ADAL" clId="{0AB29906-FC17-43A0-9F50-748EB40EBA55}" dt="2024-09-06T17:30:48.906" v="28" actId="732"/>
        <pc:sldMkLst>
          <pc:docMk/>
          <pc:sldMk cId="3782739295" sldId="433"/>
        </pc:sldMkLst>
      </pc:sldChg>
      <pc:sldChg chg="modSp mod">
        <pc:chgData name="Rahul Mishra" userId="57c6469e-ac64-4888-811b-35f0aabddbad" providerId="ADAL" clId="{0AB29906-FC17-43A0-9F50-748EB40EBA55}" dt="2024-09-06T05:49:28.204" v="8" actId="27636"/>
        <pc:sldMkLst>
          <pc:docMk/>
          <pc:sldMk cId="630843957" sldId="434"/>
        </pc:sldMkLst>
      </pc:sldChg>
      <pc:sldChg chg="modSp mod">
        <pc:chgData name="Rahul Mishra" userId="57c6469e-ac64-4888-811b-35f0aabddbad" providerId="ADAL" clId="{0AB29906-FC17-43A0-9F50-748EB40EBA55}" dt="2024-09-06T17:31:59.605" v="30" actId="14100"/>
        <pc:sldMkLst>
          <pc:docMk/>
          <pc:sldMk cId="1474668071" sldId="441"/>
        </pc:sldMkLst>
      </pc:sldChg>
      <pc:sldChg chg="modSp mod">
        <pc:chgData name="Rahul Mishra" userId="57c6469e-ac64-4888-811b-35f0aabddbad" providerId="ADAL" clId="{0AB29906-FC17-43A0-9F50-748EB40EBA55}" dt="2024-09-06T17:32:27.644" v="31" actId="14100"/>
        <pc:sldMkLst>
          <pc:docMk/>
          <pc:sldMk cId="39282603" sldId="443"/>
        </pc:sldMkLst>
      </pc:sldChg>
      <pc:sldChg chg="addSp modSp new mod">
        <pc:chgData name="Rahul Mishra" userId="57c6469e-ac64-4888-811b-35f0aabddbad" providerId="ADAL" clId="{0AB29906-FC17-43A0-9F50-748EB40EBA55}" dt="2024-09-07T02:51:14.813" v="32"/>
        <pc:sldMkLst>
          <pc:docMk/>
          <pc:sldMk cId="4154801453" sldId="446"/>
        </pc:sldMkLst>
      </pc:sldChg>
    </pc:docChg>
  </pc:docChgLst>
  <pc:docChgLst>
    <pc:chgData name="Rahul Mishra" userId="57c6469e-ac64-4888-811b-35f0aabddbad" providerId="ADAL" clId="{21FFD693-4E0E-4C6A-9B31-7A4B381D4AA0}"/>
    <pc:docChg chg="undo custSel addSld modSld">
      <pc:chgData name="Rahul Mishra" userId="57c6469e-ac64-4888-811b-35f0aabddbad" providerId="ADAL" clId="{21FFD693-4E0E-4C6A-9B31-7A4B381D4AA0}" dt="2024-08-31T18:40:31.090" v="18" actId="1076"/>
      <pc:docMkLst>
        <pc:docMk/>
      </pc:docMkLst>
      <pc:sldChg chg="delSp add mod">
        <pc:chgData name="Rahul Mishra" userId="57c6469e-ac64-4888-811b-35f0aabddbad" providerId="ADAL" clId="{21FFD693-4E0E-4C6A-9B31-7A4B381D4AA0}" dt="2024-08-31T17:30:57.514" v="13" actId="478"/>
        <pc:sldMkLst>
          <pc:docMk/>
          <pc:sldMk cId="3580903429" sldId="277"/>
        </pc:sldMkLst>
      </pc:sldChg>
      <pc:sldChg chg="modSp mod">
        <pc:chgData name="Rahul Mishra" userId="57c6469e-ac64-4888-811b-35f0aabddbad" providerId="ADAL" clId="{21FFD693-4E0E-4C6A-9B31-7A4B381D4AA0}" dt="2024-08-31T18:38:41.288" v="14" actId="1076"/>
        <pc:sldMkLst>
          <pc:docMk/>
          <pc:sldMk cId="0" sldId="283"/>
        </pc:sldMkLst>
      </pc:sldChg>
      <pc:sldChg chg="modSp mod">
        <pc:chgData name="Rahul Mishra" userId="57c6469e-ac64-4888-811b-35f0aabddbad" providerId="ADAL" clId="{21FFD693-4E0E-4C6A-9B31-7A4B381D4AA0}" dt="2024-08-31T18:38:50.743" v="15" actId="1076"/>
        <pc:sldMkLst>
          <pc:docMk/>
          <pc:sldMk cId="0" sldId="284"/>
        </pc:sldMkLst>
      </pc:sldChg>
      <pc:sldChg chg="modSp mod">
        <pc:chgData name="Rahul Mishra" userId="57c6469e-ac64-4888-811b-35f0aabddbad" providerId="ADAL" clId="{21FFD693-4E0E-4C6A-9B31-7A4B381D4AA0}" dt="2024-08-31T18:40:31.090" v="18" actId="1076"/>
        <pc:sldMkLst>
          <pc:docMk/>
          <pc:sldMk cId="0" sldId="285"/>
        </pc:sldMkLst>
      </pc:sldChg>
      <pc:sldChg chg="modSp mod">
        <pc:chgData name="Rahul Mishra" userId="57c6469e-ac64-4888-811b-35f0aabddbad" providerId="ADAL" clId="{21FFD693-4E0E-4C6A-9B31-7A4B381D4AA0}" dt="2024-08-31T17:30:54.298" v="5" actId="27636"/>
        <pc:sldMkLst>
          <pc:docMk/>
          <pc:sldMk cId="2182143427" sldId="298"/>
        </pc:sldMkLst>
      </pc:sldChg>
      <pc:sldChg chg="modSp mod">
        <pc:chgData name="Rahul Mishra" userId="57c6469e-ac64-4888-811b-35f0aabddbad" providerId="ADAL" clId="{21FFD693-4E0E-4C6A-9B31-7A4B381D4AA0}" dt="2024-08-31T17:30:54.307" v="6" actId="27636"/>
        <pc:sldMkLst>
          <pc:docMk/>
          <pc:sldMk cId="3430712330" sldId="299"/>
        </pc:sldMkLst>
      </pc:sldChg>
      <pc:sldChg chg="modSp mod">
        <pc:chgData name="Rahul Mishra" userId="57c6469e-ac64-4888-811b-35f0aabddbad" providerId="ADAL" clId="{21FFD693-4E0E-4C6A-9B31-7A4B381D4AA0}" dt="2024-08-31T17:30:54.313" v="7" actId="27636"/>
        <pc:sldMkLst>
          <pc:docMk/>
          <pc:sldMk cId="2853893709" sldId="300"/>
        </pc:sldMkLst>
      </pc:sldChg>
      <pc:sldChg chg="modSp mod">
        <pc:chgData name="Rahul Mishra" userId="57c6469e-ac64-4888-811b-35f0aabddbad" providerId="ADAL" clId="{21FFD693-4E0E-4C6A-9B31-7A4B381D4AA0}" dt="2024-08-31T17:30:54.329" v="8" actId="27636"/>
        <pc:sldMkLst>
          <pc:docMk/>
          <pc:sldMk cId="242180997" sldId="301"/>
        </pc:sldMkLst>
      </pc:sldChg>
      <pc:sldChg chg="modSp mod">
        <pc:chgData name="Rahul Mishra" userId="57c6469e-ac64-4888-811b-35f0aabddbad" providerId="ADAL" clId="{21FFD693-4E0E-4C6A-9B31-7A4B381D4AA0}" dt="2024-08-31T17:30:54.329" v="9" actId="27636"/>
        <pc:sldMkLst>
          <pc:docMk/>
          <pc:sldMk cId="3799010131" sldId="302"/>
        </pc:sldMkLst>
      </pc:sldChg>
      <pc:sldChg chg="modSp mod">
        <pc:chgData name="Rahul Mishra" userId="57c6469e-ac64-4888-811b-35f0aabddbad" providerId="ADAL" clId="{21FFD693-4E0E-4C6A-9B31-7A4B381D4AA0}" dt="2024-08-31T17:30:54.345" v="10" actId="27636"/>
        <pc:sldMkLst>
          <pc:docMk/>
          <pc:sldMk cId="2187071181" sldId="303"/>
        </pc:sldMkLst>
      </pc:sldChg>
      <pc:sldChg chg="add">
        <pc:chgData name="Rahul Mishra" userId="57c6469e-ac64-4888-811b-35f0aabddbad" providerId="ADAL" clId="{21FFD693-4E0E-4C6A-9B31-7A4B381D4AA0}" dt="2024-08-31T17:30:54.156" v="0"/>
        <pc:sldMkLst>
          <pc:docMk/>
          <pc:sldMk cId="4132747667" sldId="353"/>
        </pc:sldMkLst>
      </pc:sldChg>
      <pc:sldChg chg="modSp mod">
        <pc:chgData name="Rahul Mishra" userId="57c6469e-ac64-4888-811b-35f0aabddbad" providerId="ADAL" clId="{21FFD693-4E0E-4C6A-9B31-7A4B381D4AA0}" dt="2024-08-31T17:30:54.251" v="1" actId="27636"/>
        <pc:sldMkLst>
          <pc:docMk/>
          <pc:sldMk cId="3256313146" sldId="366"/>
        </pc:sldMkLst>
      </pc:sldChg>
      <pc:sldChg chg="modSp mod">
        <pc:chgData name="Rahul Mishra" userId="57c6469e-ac64-4888-811b-35f0aabddbad" providerId="ADAL" clId="{21FFD693-4E0E-4C6A-9B31-7A4B381D4AA0}" dt="2024-08-31T17:30:54.266" v="2" actId="27636"/>
        <pc:sldMkLst>
          <pc:docMk/>
          <pc:sldMk cId="3617587182" sldId="367"/>
        </pc:sldMkLst>
      </pc:sldChg>
      <pc:sldChg chg="modSp mod">
        <pc:chgData name="Rahul Mishra" userId="57c6469e-ac64-4888-811b-35f0aabddbad" providerId="ADAL" clId="{21FFD693-4E0E-4C6A-9B31-7A4B381D4AA0}" dt="2024-08-31T17:30:54.266" v="3" actId="27636"/>
        <pc:sldMkLst>
          <pc:docMk/>
          <pc:sldMk cId="1559975623" sldId="368"/>
        </pc:sldMkLst>
      </pc:sldChg>
      <pc:sldChg chg="modSp mod">
        <pc:chgData name="Rahul Mishra" userId="57c6469e-ac64-4888-811b-35f0aabddbad" providerId="ADAL" clId="{21FFD693-4E0E-4C6A-9B31-7A4B381D4AA0}" dt="2024-08-31T17:30:54.282" v="4" actId="27636"/>
        <pc:sldMkLst>
          <pc:docMk/>
          <pc:sldMk cId="3336479956" sldId="369"/>
        </pc:sldMkLst>
      </pc:sldChg>
      <pc:sldChg chg="modSp mod">
        <pc:chgData name="Rahul Mishra" userId="57c6469e-ac64-4888-811b-35f0aabddbad" providerId="ADAL" clId="{21FFD693-4E0E-4C6A-9B31-7A4B381D4AA0}" dt="2024-08-31T17:30:54.360" v="11" actId="27636"/>
        <pc:sldMkLst>
          <pc:docMk/>
          <pc:sldMk cId="2983673248" sldId="376"/>
        </pc:sldMkLst>
      </pc:sldChg>
      <pc:sldChg chg="modSp mod">
        <pc:chgData name="Rahul Mishra" userId="57c6469e-ac64-4888-811b-35f0aabddbad" providerId="ADAL" clId="{21FFD693-4E0E-4C6A-9B31-7A4B381D4AA0}" dt="2024-08-31T17:30:54.360" v="12" actId="27636"/>
        <pc:sldMkLst>
          <pc:docMk/>
          <pc:sldMk cId="3694120147" sldId="377"/>
        </pc:sldMkLst>
      </pc:sldChg>
    </pc:docChg>
  </pc:docChgLst>
  <pc:docChgLst>
    <pc:chgData name="Rahul Mishra" userId="57c6469e-ac64-4888-811b-35f0aabddbad" providerId="ADAL" clId="{E081F030-6696-4BF5-AB21-B181E8010C26}"/>
    <pc:docChg chg="undo custSel addSld delSld modSld">
      <pc:chgData name="Rahul Mishra" userId="57c6469e-ac64-4888-811b-35f0aabddbad" providerId="ADAL" clId="{E081F030-6696-4BF5-AB21-B181E8010C26}" dt="2024-09-14T18:17:40.165" v="272" actId="1076"/>
      <pc:docMkLst>
        <pc:docMk/>
      </pc:docMkLst>
      <pc:sldChg chg="addSp modSp">
        <pc:chgData name="Rahul Mishra" userId="57c6469e-ac64-4888-811b-35f0aabddbad" providerId="ADAL" clId="{E081F030-6696-4BF5-AB21-B181E8010C26}" dt="2024-09-14T17:52:41.347" v="168"/>
        <pc:sldMkLst>
          <pc:docMk/>
          <pc:sldMk cId="3668127952" sldId="428"/>
        </pc:sldMkLst>
      </pc:sldChg>
      <pc:sldChg chg="modSp mod">
        <pc:chgData name="Rahul Mishra" userId="57c6469e-ac64-4888-811b-35f0aabddbad" providerId="ADAL" clId="{E081F030-6696-4BF5-AB21-B181E8010C26}" dt="2024-09-14T17:23:56.442" v="2" actId="27636"/>
        <pc:sldMkLst>
          <pc:docMk/>
          <pc:sldMk cId="630843957" sldId="434"/>
        </pc:sldMkLst>
      </pc:sldChg>
      <pc:sldChg chg="modSp mod">
        <pc:chgData name="Rahul Mishra" userId="57c6469e-ac64-4888-811b-35f0aabddbad" providerId="ADAL" clId="{E081F030-6696-4BF5-AB21-B181E8010C26}" dt="2024-09-14T18:13:59.532" v="242" actId="14100"/>
        <pc:sldMkLst>
          <pc:docMk/>
          <pc:sldMk cId="912258523" sldId="435"/>
        </pc:sldMkLst>
      </pc:sldChg>
      <pc:sldChg chg="addSp delSp modSp mod">
        <pc:chgData name="Rahul Mishra" userId="57c6469e-ac64-4888-811b-35f0aabddbad" providerId="ADAL" clId="{E081F030-6696-4BF5-AB21-B181E8010C26}" dt="2024-09-14T18:14:25.813" v="248" actId="14100"/>
        <pc:sldMkLst>
          <pc:docMk/>
          <pc:sldMk cId="1650621397" sldId="436"/>
        </pc:sldMkLst>
      </pc:sldChg>
      <pc:sldChg chg="addSp delSp modSp mod">
        <pc:chgData name="Rahul Mishra" userId="57c6469e-ac64-4888-811b-35f0aabddbad" providerId="ADAL" clId="{E081F030-6696-4BF5-AB21-B181E8010C26}" dt="2024-09-14T18:12:15.271" v="212" actId="14100"/>
        <pc:sldMkLst>
          <pc:docMk/>
          <pc:sldMk cId="3054585423" sldId="697"/>
        </pc:sldMkLst>
      </pc:sldChg>
      <pc:sldChg chg="new del">
        <pc:chgData name="Rahul Mishra" userId="57c6469e-ac64-4888-811b-35f0aabddbad" providerId="ADAL" clId="{E081F030-6696-4BF5-AB21-B181E8010C26}" dt="2024-09-14T18:15:16.770" v="263" actId="47"/>
        <pc:sldMkLst>
          <pc:docMk/>
          <pc:sldMk cId="1721347195" sldId="698"/>
        </pc:sldMkLst>
      </pc:sldChg>
      <pc:sldChg chg="addSp delSp modSp add mod">
        <pc:chgData name="Rahul Mishra" userId="57c6469e-ac64-4888-811b-35f0aabddbad" providerId="ADAL" clId="{E081F030-6696-4BF5-AB21-B181E8010C26}" dt="2024-09-14T18:15:08.792" v="261" actId="1076"/>
        <pc:sldMkLst>
          <pc:docMk/>
          <pc:sldMk cId="3261997853" sldId="699"/>
        </pc:sldMkLst>
      </pc:sldChg>
      <pc:sldChg chg="addSp delSp modSp add mod">
        <pc:chgData name="Rahul Mishra" userId="57c6469e-ac64-4888-811b-35f0aabddbad" providerId="ADAL" clId="{E081F030-6696-4BF5-AB21-B181E8010C26}" dt="2024-09-14T18:17:40.165" v="272" actId="1076"/>
        <pc:sldMkLst>
          <pc:docMk/>
          <pc:sldMk cId="2555987876" sldId="700"/>
        </pc:sldMkLst>
      </pc:sldChg>
      <pc:sldChg chg="delSp add del mod">
        <pc:chgData name="Rahul Mishra" userId="57c6469e-ac64-4888-811b-35f0aabddbad" providerId="ADAL" clId="{E081F030-6696-4BF5-AB21-B181E8010C26}" dt="2024-09-14T18:15:13.956" v="262" actId="47"/>
        <pc:sldMkLst>
          <pc:docMk/>
          <pc:sldMk cId="1817206990" sldId="701"/>
        </pc:sldMkLst>
      </pc:sldChg>
    </pc:docChg>
  </pc:docChgLst>
  <pc:docChgLst>
    <pc:chgData name="Rahul Mishra" userId="57c6469e-ac64-4888-811b-35f0aabddbad" providerId="ADAL" clId="{2587B58E-4F3B-47AB-B3EB-62407C9160B0}"/>
    <pc:docChg chg="custSel addSld modSld">
      <pc:chgData name="Rahul Mishra" userId="57c6469e-ac64-4888-811b-35f0aabddbad" providerId="ADAL" clId="{2587B58E-4F3B-47AB-B3EB-62407C9160B0}" dt="2025-09-21T03:51:30.105" v="214"/>
      <pc:docMkLst>
        <pc:docMk/>
      </pc:docMkLst>
      <pc:sldChg chg="delSp mod">
        <pc:chgData name="Rahul Mishra" userId="57c6469e-ac64-4888-811b-35f0aabddbad" providerId="ADAL" clId="{2587B58E-4F3B-47AB-B3EB-62407C9160B0}" dt="2025-09-20T02:29:35.517" v="14" actId="478"/>
        <pc:sldMkLst>
          <pc:docMk/>
          <pc:sldMk cId="2303821214" sldId="407"/>
        </pc:sldMkLst>
        <pc:inkChg chg="del">
          <ac:chgData name="Rahul Mishra" userId="57c6469e-ac64-4888-811b-35f0aabddbad" providerId="ADAL" clId="{2587B58E-4F3B-47AB-B3EB-62407C9160B0}" dt="2025-09-20T02:29:35.517" v="14" actId="478"/>
          <ac:inkMkLst>
            <pc:docMk/>
            <pc:sldMk cId="2303821214" sldId="407"/>
            <ac:inkMk id="3" creationId="{00000000-0000-0000-0000-000000000000}"/>
          </ac:inkMkLst>
        </pc:inkChg>
      </pc:sldChg>
      <pc:sldChg chg="addSp">
        <pc:chgData name="Rahul Mishra" userId="57c6469e-ac64-4888-811b-35f0aabddbad" providerId="ADAL" clId="{2587B58E-4F3B-47AB-B3EB-62407C9160B0}" dt="2025-09-21T02:39:10.178" v="28"/>
        <pc:sldMkLst>
          <pc:docMk/>
          <pc:sldMk cId="2563071407" sldId="426"/>
        </pc:sldMkLst>
        <pc:inkChg chg="add">
          <ac:chgData name="Rahul Mishra" userId="57c6469e-ac64-4888-811b-35f0aabddbad" providerId="ADAL" clId="{2587B58E-4F3B-47AB-B3EB-62407C9160B0}" dt="2025-09-21T02:39:10.178" v="28"/>
          <ac:inkMkLst>
            <pc:docMk/>
            <pc:sldMk cId="2563071407" sldId="426"/>
            <ac:inkMk id="3" creationId="{FF2ACC22-912A-14B3-EDDD-E67CD384738E}"/>
          </ac:inkMkLst>
        </pc:inkChg>
      </pc:sldChg>
      <pc:sldChg chg="addSp delSp modSp mod">
        <pc:chgData name="Rahul Mishra" userId="57c6469e-ac64-4888-811b-35f0aabddbad" providerId="ADAL" clId="{2587B58E-4F3B-47AB-B3EB-62407C9160B0}" dt="2025-09-21T03:07:07.259" v="126" actId="9405"/>
        <pc:sldMkLst>
          <pc:docMk/>
          <pc:sldMk cId="317074553" sldId="427"/>
        </pc:sldMkLst>
        <pc:grpChg chg="del mod">
          <ac:chgData name="Rahul Mishra" userId="57c6469e-ac64-4888-811b-35f0aabddbad" providerId="ADAL" clId="{2587B58E-4F3B-47AB-B3EB-62407C9160B0}" dt="2025-09-21T03:06:33.207" v="100"/>
          <ac:grpSpMkLst>
            <pc:docMk/>
            <pc:sldMk cId="317074553" sldId="427"/>
            <ac:grpSpMk id="8" creationId="{53BED7EE-686E-45BE-6343-BEF07596F1D3}"/>
          </ac:grpSpMkLst>
        </pc:grpChg>
        <pc:grpChg chg="mod">
          <ac:chgData name="Rahul Mishra" userId="57c6469e-ac64-4888-811b-35f0aabddbad" providerId="ADAL" clId="{2587B58E-4F3B-47AB-B3EB-62407C9160B0}" dt="2025-09-21T03:06:33.207" v="100"/>
          <ac:grpSpMkLst>
            <pc:docMk/>
            <pc:sldMk cId="317074553" sldId="427"/>
            <ac:grpSpMk id="18" creationId="{962E74B6-BB3F-25DC-CACB-430D912FFF23}"/>
          </ac:grpSpMkLst>
        </pc:grpChg>
        <pc:grpChg chg="mod">
          <ac:chgData name="Rahul Mishra" userId="57c6469e-ac64-4888-811b-35f0aabddbad" providerId="ADAL" clId="{2587B58E-4F3B-47AB-B3EB-62407C9160B0}" dt="2025-09-21T03:06:33.207" v="100"/>
          <ac:grpSpMkLst>
            <pc:docMk/>
            <pc:sldMk cId="317074553" sldId="427"/>
            <ac:grpSpMk id="19" creationId="{7F0D8FE4-97A4-4081-1E18-8B5F94A5BF0A}"/>
          </ac:grpSpMkLst>
        </pc:grpChg>
        <pc:grpChg chg="mod">
          <ac:chgData name="Rahul Mishra" userId="57c6469e-ac64-4888-811b-35f0aabddbad" providerId="ADAL" clId="{2587B58E-4F3B-47AB-B3EB-62407C9160B0}" dt="2025-09-21T03:06:33.207" v="100"/>
          <ac:grpSpMkLst>
            <pc:docMk/>
            <pc:sldMk cId="317074553" sldId="427"/>
            <ac:grpSpMk id="20" creationId="{C4695027-379F-DED8-C486-51651B9D46AC}"/>
          </ac:grpSpMkLst>
        </pc:grpChg>
        <pc:grpChg chg="del mod">
          <ac:chgData name="Rahul Mishra" userId="57c6469e-ac64-4888-811b-35f0aabddbad" providerId="ADAL" clId="{2587B58E-4F3B-47AB-B3EB-62407C9160B0}" dt="2025-09-21T03:06:48.808" v="124"/>
          <ac:grpSpMkLst>
            <pc:docMk/>
            <pc:sldMk cId="317074553" sldId="427"/>
            <ac:grpSpMk id="24" creationId="{4CC893D1-6D86-C5D5-E81C-A49C7A5E130B}"/>
          </ac:grpSpMkLst>
        </pc:grpChg>
        <pc:grpChg chg="del mod">
          <ac:chgData name="Rahul Mishra" userId="57c6469e-ac64-4888-811b-35f0aabddbad" providerId="ADAL" clId="{2587B58E-4F3B-47AB-B3EB-62407C9160B0}" dt="2025-09-21T03:06:41.563" v="110"/>
          <ac:grpSpMkLst>
            <pc:docMk/>
            <pc:sldMk cId="317074553" sldId="427"/>
            <ac:grpSpMk id="27" creationId="{5A724F1B-2AAD-61A7-A119-3F57A15138AB}"/>
          </ac:grpSpMkLst>
        </pc:grpChg>
        <pc:grpChg chg="del mod">
          <ac:chgData name="Rahul Mishra" userId="57c6469e-ac64-4888-811b-35f0aabddbad" providerId="ADAL" clId="{2587B58E-4F3B-47AB-B3EB-62407C9160B0}" dt="2025-09-21T03:06:48.808" v="124"/>
          <ac:grpSpMkLst>
            <pc:docMk/>
            <pc:sldMk cId="317074553" sldId="427"/>
            <ac:grpSpMk id="30" creationId="{3B385534-407F-976E-64D7-562E5DF5BB9B}"/>
          </ac:grpSpMkLst>
        </pc:grpChg>
        <pc:grpChg chg="mod">
          <ac:chgData name="Rahul Mishra" userId="57c6469e-ac64-4888-811b-35f0aabddbad" providerId="ADAL" clId="{2587B58E-4F3B-47AB-B3EB-62407C9160B0}" dt="2025-09-21T03:06:48.808" v="124"/>
          <ac:grpSpMkLst>
            <pc:docMk/>
            <pc:sldMk cId="317074553" sldId="427"/>
            <ac:grpSpMk id="44" creationId="{6D45160F-FB80-2377-282D-042C2F4DECC3}"/>
          </ac:grpSpMkLst>
        </pc:grpChg>
        <pc:inkChg chg="add">
          <ac:chgData name="Rahul Mishra" userId="57c6469e-ac64-4888-811b-35f0aabddbad" providerId="ADAL" clId="{2587B58E-4F3B-47AB-B3EB-62407C9160B0}" dt="2025-09-21T03:06:20.811" v="86" actId="9405"/>
          <ac:inkMkLst>
            <pc:docMk/>
            <pc:sldMk cId="317074553" sldId="427"/>
            <ac:inkMk id="3" creationId="{DB437397-701A-870A-5FF9-0C137CD4E8EA}"/>
          </ac:inkMkLst>
        </pc:inkChg>
        <pc:inkChg chg="add mod">
          <ac:chgData name="Rahul Mishra" userId="57c6469e-ac64-4888-811b-35f0aabddbad" providerId="ADAL" clId="{2587B58E-4F3B-47AB-B3EB-62407C9160B0}" dt="2025-09-21T03:06:33.207" v="100"/>
          <ac:inkMkLst>
            <pc:docMk/>
            <pc:sldMk cId="317074553" sldId="427"/>
            <ac:inkMk id="5" creationId="{63DCE491-2419-04FC-39C0-2E9FEFD4EBAE}"/>
          </ac:inkMkLst>
        </pc:inkChg>
        <pc:inkChg chg="add mod">
          <ac:chgData name="Rahul Mishra" userId="57c6469e-ac64-4888-811b-35f0aabddbad" providerId="ADAL" clId="{2587B58E-4F3B-47AB-B3EB-62407C9160B0}" dt="2025-09-21T03:06:33.207" v="100"/>
          <ac:inkMkLst>
            <pc:docMk/>
            <pc:sldMk cId="317074553" sldId="427"/>
            <ac:inkMk id="6" creationId="{3E34D79E-8808-090D-EA81-3AB150297F8B}"/>
          </ac:inkMkLst>
        </pc:inkChg>
        <pc:inkChg chg="add mod">
          <ac:chgData name="Rahul Mishra" userId="57c6469e-ac64-4888-811b-35f0aabddbad" providerId="ADAL" clId="{2587B58E-4F3B-47AB-B3EB-62407C9160B0}" dt="2025-09-21T03:06:33.207" v="100"/>
          <ac:inkMkLst>
            <pc:docMk/>
            <pc:sldMk cId="317074553" sldId="427"/>
            <ac:inkMk id="7" creationId="{40B86F5B-7F6B-CA16-BBED-6A69AD839590}"/>
          </ac:inkMkLst>
        </pc:inkChg>
        <pc:inkChg chg="add">
          <ac:chgData name="Rahul Mishra" userId="57c6469e-ac64-4888-811b-35f0aabddbad" providerId="ADAL" clId="{2587B58E-4F3B-47AB-B3EB-62407C9160B0}" dt="2025-09-21T03:06:29.596" v="91" actId="9405"/>
          <ac:inkMkLst>
            <pc:docMk/>
            <pc:sldMk cId="317074553" sldId="427"/>
            <ac:inkMk id="9" creationId="{9239F2E1-B52E-3051-8FB7-6DFAF7579C9F}"/>
          </ac:inkMkLst>
        </pc:inkChg>
        <pc:inkChg chg="add mod">
          <ac:chgData name="Rahul Mishra" userId="57c6469e-ac64-4888-811b-35f0aabddbad" providerId="ADAL" clId="{2587B58E-4F3B-47AB-B3EB-62407C9160B0}" dt="2025-09-21T03:06:33.207" v="100"/>
          <ac:inkMkLst>
            <pc:docMk/>
            <pc:sldMk cId="317074553" sldId="427"/>
            <ac:inkMk id="10" creationId="{A1851F3C-C581-E475-ABF8-560D7909AD99}"/>
          </ac:inkMkLst>
        </pc:inkChg>
        <pc:inkChg chg="add">
          <ac:chgData name="Rahul Mishra" userId="57c6469e-ac64-4888-811b-35f0aabddbad" providerId="ADAL" clId="{2587B58E-4F3B-47AB-B3EB-62407C9160B0}" dt="2025-09-21T03:06:30.160" v="93" actId="9405"/>
          <ac:inkMkLst>
            <pc:docMk/>
            <pc:sldMk cId="317074553" sldId="427"/>
            <ac:inkMk id="11" creationId="{A4DC6071-8198-0684-B204-9BF21A1833B6}"/>
          </ac:inkMkLst>
        </pc:inkChg>
        <pc:inkChg chg="add">
          <ac:chgData name="Rahul Mishra" userId="57c6469e-ac64-4888-811b-35f0aabddbad" providerId="ADAL" clId="{2587B58E-4F3B-47AB-B3EB-62407C9160B0}" dt="2025-09-21T03:06:31.231" v="94" actId="9405"/>
          <ac:inkMkLst>
            <pc:docMk/>
            <pc:sldMk cId="317074553" sldId="427"/>
            <ac:inkMk id="12" creationId="{2A3BB635-A7D1-FB2B-468F-AAE51E8482FC}"/>
          </ac:inkMkLst>
        </pc:inkChg>
        <pc:inkChg chg="add mod">
          <ac:chgData name="Rahul Mishra" userId="57c6469e-ac64-4888-811b-35f0aabddbad" providerId="ADAL" clId="{2587B58E-4F3B-47AB-B3EB-62407C9160B0}" dt="2025-09-21T03:06:33.207" v="100"/>
          <ac:inkMkLst>
            <pc:docMk/>
            <pc:sldMk cId="317074553" sldId="427"/>
            <ac:inkMk id="13" creationId="{5F2221D6-88B5-92E3-D411-A70C608B035F}"/>
          </ac:inkMkLst>
        </pc:inkChg>
        <pc:inkChg chg="add">
          <ac:chgData name="Rahul Mishra" userId="57c6469e-ac64-4888-811b-35f0aabddbad" providerId="ADAL" clId="{2587B58E-4F3B-47AB-B3EB-62407C9160B0}" dt="2025-09-21T03:06:31.639" v="96" actId="9405"/>
          <ac:inkMkLst>
            <pc:docMk/>
            <pc:sldMk cId="317074553" sldId="427"/>
            <ac:inkMk id="14" creationId="{AD8B1A09-5FE7-2E48-FF61-5E281210CB4D}"/>
          </ac:inkMkLst>
        </pc:inkChg>
        <pc:inkChg chg="add mod">
          <ac:chgData name="Rahul Mishra" userId="57c6469e-ac64-4888-811b-35f0aabddbad" providerId="ADAL" clId="{2587B58E-4F3B-47AB-B3EB-62407C9160B0}" dt="2025-09-21T03:06:33.207" v="100"/>
          <ac:inkMkLst>
            <pc:docMk/>
            <pc:sldMk cId="317074553" sldId="427"/>
            <ac:inkMk id="15" creationId="{28D1E575-2BB4-942F-3D7A-B1E351A6C698}"/>
          </ac:inkMkLst>
        </pc:inkChg>
        <pc:inkChg chg="add">
          <ac:chgData name="Rahul Mishra" userId="57c6469e-ac64-4888-811b-35f0aabddbad" providerId="ADAL" clId="{2587B58E-4F3B-47AB-B3EB-62407C9160B0}" dt="2025-09-21T03:06:32.209" v="98" actId="9405"/>
          <ac:inkMkLst>
            <pc:docMk/>
            <pc:sldMk cId="317074553" sldId="427"/>
            <ac:inkMk id="16" creationId="{E6B9E198-4E72-97D6-9B3D-57D6B31D77C1}"/>
          </ac:inkMkLst>
        </pc:inkChg>
        <pc:inkChg chg="add">
          <ac:chgData name="Rahul Mishra" userId="57c6469e-ac64-4888-811b-35f0aabddbad" providerId="ADAL" clId="{2587B58E-4F3B-47AB-B3EB-62407C9160B0}" dt="2025-09-21T03:06:32.399" v="99" actId="9405"/>
          <ac:inkMkLst>
            <pc:docMk/>
            <pc:sldMk cId="317074553" sldId="427"/>
            <ac:inkMk id="17" creationId="{3486E536-FF8F-44E6-E9D0-D0D6A5F2BF38}"/>
          </ac:inkMkLst>
        </pc:inkChg>
        <pc:inkChg chg="add mod">
          <ac:chgData name="Rahul Mishra" userId="57c6469e-ac64-4888-811b-35f0aabddbad" providerId="ADAL" clId="{2587B58E-4F3B-47AB-B3EB-62407C9160B0}" dt="2025-09-21T03:06:48.808" v="124"/>
          <ac:inkMkLst>
            <pc:docMk/>
            <pc:sldMk cId="317074553" sldId="427"/>
            <ac:inkMk id="21" creationId="{B47CDBB4-9FC0-C7F0-8EF0-FF26271D9F6E}"/>
          </ac:inkMkLst>
        </pc:inkChg>
        <pc:inkChg chg="add mod">
          <ac:chgData name="Rahul Mishra" userId="57c6469e-ac64-4888-811b-35f0aabddbad" providerId="ADAL" clId="{2587B58E-4F3B-47AB-B3EB-62407C9160B0}" dt="2025-09-21T03:06:37.102" v="104"/>
          <ac:inkMkLst>
            <pc:docMk/>
            <pc:sldMk cId="317074553" sldId="427"/>
            <ac:inkMk id="22" creationId="{79ADB076-502E-8D33-6AD1-E00F5B17B050}"/>
          </ac:inkMkLst>
        </pc:inkChg>
        <pc:inkChg chg="add mod">
          <ac:chgData name="Rahul Mishra" userId="57c6469e-ac64-4888-811b-35f0aabddbad" providerId="ADAL" clId="{2587B58E-4F3B-47AB-B3EB-62407C9160B0}" dt="2025-09-21T03:06:48.808" v="124"/>
          <ac:inkMkLst>
            <pc:docMk/>
            <pc:sldMk cId="317074553" sldId="427"/>
            <ac:inkMk id="23" creationId="{128D4FD3-464F-BDA0-2E78-C9BA0B8A4622}"/>
          </ac:inkMkLst>
        </pc:inkChg>
        <pc:inkChg chg="add mod">
          <ac:chgData name="Rahul Mishra" userId="57c6469e-ac64-4888-811b-35f0aabddbad" providerId="ADAL" clId="{2587B58E-4F3B-47AB-B3EB-62407C9160B0}" dt="2025-09-21T03:06:41.563" v="110"/>
          <ac:inkMkLst>
            <pc:docMk/>
            <pc:sldMk cId="317074553" sldId="427"/>
            <ac:inkMk id="25" creationId="{04755A20-1BE8-94D8-0D8F-22155B4CBDBE}"/>
          </ac:inkMkLst>
        </pc:inkChg>
        <pc:inkChg chg="add mod">
          <ac:chgData name="Rahul Mishra" userId="57c6469e-ac64-4888-811b-35f0aabddbad" providerId="ADAL" clId="{2587B58E-4F3B-47AB-B3EB-62407C9160B0}" dt="2025-09-21T03:06:41.563" v="110"/>
          <ac:inkMkLst>
            <pc:docMk/>
            <pc:sldMk cId="317074553" sldId="427"/>
            <ac:inkMk id="26" creationId="{AD891B38-AFEE-BE7A-DA78-B3BC464071A3}"/>
          </ac:inkMkLst>
        </pc:inkChg>
        <pc:inkChg chg="add mod">
          <ac:chgData name="Rahul Mishra" userId="57c6469e-ac64-4888-811b-35f0aabddbad" providerId="ADAL" clId="{2587B58E-4F3B-47AB-B3EB-62407C9160B0}" dt="2025-09-21T03:06:48.808" v="124"/>
          <ac:inkMkLst>
            <pc:docMk/>
            <pc:sldMk cId="317074553" sldId="427"/>
            <ac:inkMk id="28" creationId="{BFEDBEBE-DC2E-7908-E45F-4F2238FE8907}"/>
          </ac:inkMkLst>
        </pc:inkChg>
        <pc:inkChg chg="add mod">
          <ac:chgData name="Rahul Mishra" userId="57c6469e-ac64-4888-811b-35f0aabddbad" providerId="ADAL" clId="{2587B58E-4F3B-47AB-B3EB-62407C9160B0}" dt="2025-09-21T03:06:41.563" v="110"/>
          <ac:inkMkLst>
            <pc:docMk/>
            <pc:sldMk cId="317074553" sldId="427"/>
            <ac:inkMk id="29" creationId="{87D61D4E-2C9E-304F-2866-C96657D45725}"/>
          </ac:inkMkLst>
        </pc:inkChg>
        <pc:inkChg chg="add">
          <ac:chgData name="Rahul Mishra" userId="57c6469e-ac64-4888-811b-35f0aabddbad" providerId="ADAL" clId="{2587B58E-4F3B-47AB-B3EB-62407C9160B0}" dt="2025-09-21T03:06:41.850" v="111" actId="9405"/>
          <ac:inkMkLst>
            <pc:docMk/>
            <pc:sldMk cId="317074553" sldId="427"/>
            <ac:inkMk id="31" creationId="{FEAFA887-AFCD-0DE8-187A-576499ECEA5A}"/>
          </ac:inkMkLst>
        </pc:inkChg>
        <pc:inkChg chg="add">
          <ac:chgData name="Rahul Mishra" userId="57c6469e-ac64-4888-811b-35f0aabddbad" providerId="ADAL" clId="{2587B58E-4F3B-47AB-B3EB-62407C9160B0}" dt="2025-09-21T03:06:42.422" v="112" actId="9405"/>
          <ac:inkMkLst>
            <pc:docMk/>
            <pc:sldMk cId="317074553" sldId="427"/>
            <ac:inkMk id="32" creationId="{33C1A109-038F-1C8F-FCD3-DAFABC3FF599}"/>
          </ac:inkMkLst>
        </pc:inkChg>
        <pc:inkChg chg="add mod">
          <ac:chgData name="Rahul Mishra" userId="57c6469e-ac64-4888-811b-35f0aabddbad" providerId="ADAL" clId="{2587B58E-4F3B-47AB-B3EB-62407C9160B0}" dt="2025-09-21T03:06:48.808" v="124"/>
          <ac:inkMkLst>
            <pc:docMk/>
            <pc:sldMk cId="317074553" sldId="427"/>
            <ac:inkMk id="33" creationId="{FABFEB43-3A15-58B5-9E23-2638030A978F}"/>
          </ac:inkMkLst>
        </pc:inkChg>
        <pc:inkChg chg="add">
          <ac:chgData name="Rahul Mishra" userId="57c6469e-ac64-4888-811b-35f0aabddbad" providerId="ADAL" clId="{2587B58E-4F3B-47AB-B3EB-62407C9160B0}" dt="2025-09-21T03:06:43.991" v="114" actId="9405"/>
          <ac:inkMkLst>
            <pc:docMk/>
            <pc:sldMk cId="317074553" sldId="427"/>
            <ac:inkMk id="34" creationId="{099FE600-4007-6BCD-74D6-765CF36B7A59}"/>
          </ac:inkMkLst>
        </pc:inkChg>
        <pc:inkChg chg="add mod">
          <ac:chgData name="Rahul Mishra" userId="57c6469e-ac64-4888-811b-35f0aabddbad" providerId="ADAL" clId="{2587B58E-4F3B-47AB-B3EB-62407C9160B0}" dt="2025-09-21T03:06:48.808" v="124"/>
          <ac:inkMkLst>
            <pc:docMk/>
            <pc:sldMk cId="317074553" sldId="427"/>
            <ac:inkMk id="35" creationId="{FDA3783D-D6BC-7734-6C8C-244142231BC3}"/>
          </ac:inkMkLst>
        </pc:inkChg>
        <pc:inkChg chg="add">
          <ac:chgData name="Rahul Mishra" userId="57c6469e-ac64-4888-811b-35f0aabddbad" providerId="ADAL" clId="{2587B58E-4F3B-47AB-B3EB-62407C9160B0}" dt="2025-09-21T03:06:44.377" v="116" actId="9405"/>
          <ac:inkMkLst>
            <pc:docMk/>
            <pc:sldMk cId="317074553" sldId="427"/>
            <ac:inkMk id="36" creationId="{4318F5B8-837D-3A6A-6DBC-DB08F466A818}"/>
          </ac:inkMkLst>
        </pc:inkChg>
        <pc:inkChg chg="add mod">
          <ac:chgData name="Rahul Mishra" userId="57c6469e-ac64-4888-811b-35f0aabddbad" providerId="ADAL" clId="{2587B58E-4F3B-47AB-B3EB-62407C9160B0}" dt="2025-09-21T03:06:48.808" v="124"/>
          <ac:inkMkLst>
            <pc:docMk/>
            <pc:sldMk cId="317074553" sldId="427"/>
            <ac:inkMk id="37" creationId="{0DCB6834-B78A-B978-4458-9B2F35A8D749}"/>
          </ac:inkMkLst>
        </pc:inkChg>
        <pc:inkChg chg="add">
          <ac:chgData name="Rahul Mishra" userId="57c6469e-ac64-4888-811b-35f0aabddbad" providerId="ADAL" clId="{2587B58E-4F3B-47AB-B3EB-62407C9160B0}" dt="2025-09-21T03:06:44.954" v="118" actId="9405"/>
          <ac:inkMkLst>
            <pc:docMk/>
            <pc:sldMk cId="317074553" sldId="427"/>
            <ac:inkMk id="38" creationId="{3ED6C25C-5A92-D209-A9F4-4A2254D83B85}"/>
          </ac:inkMkLst>
        </pc:inkChg>
        <pc:inkChg chg="add">
          <ac:chgData name="Rahul Mishra" userId="57c6469e-ac64-4888-811b-35f0aabddbad" providerId="ADAL" clId="{2587B58E-4F3B-47AB-B3EB-62407C9160B0}" dt="2025-09-21T03:06:45.380" v="119" actId="9405"/>
          <ac:inkMkLst>
            <pc:docMk/>
            <pc:sldMk cId="317074553" sldId="427"/>
            <ac:inkMk id="39" creationId="{5C588AE1-0577-4C9E-1F40-CE02152C5F21}"/>
          </ac:inkMkLst>
        </pc:inkChg>
        <pc:inkChg chg="add">
          <ac:chgData name="Rahul Mishra" userId="57c6469e-ac64-4888-811b-35f0aabddbad" providerId="ADAL" clId="{2587B58E-4F3B-47AB-B3EB-62407C9160B0}" dt="2025-09-21T03:06:46.217" v="120" actId="9405"/>
          <ac:inkMkLst>
            <pc:docMk/>
            <pc:sldMk cId="317074553" sldId="427"/>
            <ac:inkMk id="40" creationId="{02BCC158-896B-A41A-3CF2-34D00FA168FE}"/>
          </ac:inkMkLst>
        </pc:inkChg>
        <pc:inkChg chg="add">
          <ac:chgData name="Rahul Mishra" userId="57c6469e-ac64-4888-811b-35f0aabddbad" providerId="ADAL" clId="{2587B58E-4F3B-47AB-B3EB-62407C9160B0}" dt="2025-09-21T03:06:46.760" v="121" actId="9405"/>
          <ac:inkMkLst>
            <pc:docMk/>
            <pc:sldMk cId="317074553" sldId="427"/>
            <ac:inkMk id="41" creationId="{5C6926A5-783E-6307-01B3-882B2E38DD38}"/>
          </ac:inkMkLst>
        </pc:inkChg>
        <pc:inkChg chg="add">
          <ac:chgData name="Rahul Mishra" userId="57c6469e-ac64-4888-811b-35f0aabddbad" providerId="ADAL" clId="{2587B58E-4F3B-47AB-B3EB-62407C9160B0}" dt="2025-09-21T03:06:47.771" v="122" actId="9405"/>
          <ac:inkMkLst>
            <pc:docMk/>
            <pc:sldMk cId="317074553" sldId="427"/>
            <ac:inkMk id="42" creationId="{15555BB0-3901-A0E7-B615-F75B0BFA4EB3}"/>
          </ac:inkMkLst>
        </pc:inkChg>
        <pc:inkChg chg="add mod">
          <ac:chgData name="Rahul Mishra" userId="57c6469e-ac64-4888-811b-35f0aabddbad" providerId="ADAL" clId="{2587B58E-4F3B-47AB-B3EB-62407C9160B0}" dt="2025-09-21T03:06:48.808" v="124"/>
          <ac:inkMkLst>
            <pc:docMk/>
            <pc:sldMk cId="317074553" sldId="427"/>
            <ac:inkMk id="43" creationId="{92C2FFE5-2D48-26F5-0CA1-4FA3E063F0F3}"/>
          </ac:inkMkLst>
        </pc:inkChg>
        <pc:inkChg chg="add">
          <ac:chgData name="Rahul Mishra" userId="57c6469e-ac64-4888-811b-35f0aabddbad" providerId="ADAL" clId="{2587B58E-4F3B-47AB-B3EB-62407C9160B0}" dt="2025-09-21T03:07:03.830" v="125" actId="9405"/>
          <ac:inkMkLst>
            <pc:docMk/>
            <pc:sldMk cId="317074553" sldId="427"/>
            <ac:inkMk id="45" creationId="{ADD0C021-BE5C-1117-F61B-F870934D4AAC}"/>
          </ac:inkMkLst>
        </pc:inkChg>
        <pc:inkChg chg="add">
          <ac:chgData name="Rahul Mishra" userId="57c6469e-ac64-4888-811b-35f0aabddbad" providerId="ADAL" clId="{2587B58E-4F3B-47AB-B3EB-62407C9160B0}" dt="2025-09-21T03:07:07.259" v="126" actId="9405"/>
          <ac:inkMkLst>
            <pc:docMk/>
            <pc:sldMk cId="317074553" sldId="427"/>
            <ac:inkMk id="46" creationId="{65AFCBCA-B509-052E-E766-27F520C39E62}"/>
          </ac:inkMkLst>
        </pc:inkChg>
      </pc:sldChg>
      <pc:sldChg chg="addSp">
        <pc:chgData name="Rahul Mishra" userId="57c6469e-ac64-4888-811b-35f0aabddbad" providerId="ADAL" clId="{2587B58E-4F3B-47AB-B3EB-62407C9160B0}" dt="2025-09-21T02:39:10.178" v="28"/>
        <pc:sldMkLst>
          <pc:docMk/>
          <pc:sldMk cId="3782739295" sldId="433"/>
        </pc:sldMkLst>
        <pc:inkChg chg="add">
          <ac:chgData name="Rahul Mishra" userId="57c6469e-ac64-4888-811b-35f0aabddbad" providerId="ADAL" clId="{2587B58E-4F3B-47AB-B3EB-62407C9160B0}" dt="2025-09-21T02:39:10.178" v="28"/>
          <ac:inkMkLst>
            <pc:docMk/>
            <pc:sldMk cId="3782739295" sldId="433"/>
            <ac:inkMk id="2" creationId="{C2C36844-BD5D-C373-8633-79B6E816A658}"/>
          </ac:inkMkLst>
        </pc:inkChg>
      </pc:sldChg>
      <pc:sldChg chg="addSp delSp modSp mod">
        <pc:chgData name="Rahul Mishra" userId="57c6469e-ac64-4888-811b-35f0aabddbad" providerId="ADAL" clId="{2587B58E-4F3B-47AB-B3EB-62407C9160B0}" dt="2025-09-21T02:39:10.178" v="28"/>
        <pc:sldMkLst>
          <pc:docMk/>
          <pc:sldMk cId="630843957" sldId="434"/>
        </pc:sldMkLst>
        <pc:spChg chg="mod">
          <ac:chgData name="Rahul Mishra" userId="57c6469e-ac64-4888-811b-35f0aabddbad" providerId="ADAL" clId="{2587B58E-4F3B-47AB-B3EB-62407C9160B0}" dt="2025-09-20T03:55:56.005" v="23" actId="27636"/>
          <ac:spMkLst>
            <pc:docMk/>
            <pc:sldMk cId="630843957" sldId="434"/>
            <ac:spMk id="27650" creationId="{AE181743-FDC4-32B6-531B-DE9946A67713}"/>
          </ac:spMkLst>
        </pc:spChg>
        <pc:inkChg chg="add">
          <ac:chgData name="Rahul Mishra" userId="57c6469e-ac64-4888-811b-35f0aabddbad" providerId="ADAL" clId="{2587B58E-4F3B-47AB-B3EB-62407C9160B0}" dt="2025-09-21T02:39:10.178" v="28"/>
          <ac:inkMkLst>
            <pc:docMk/>
            <pc:sldMk cId="630843957" sldId="434"/>
            <ac:inkMk id="3" creationId="{12B1DF2D-A20D-7D6B-16A4-A44FED10CEC3}"/>
          </ac:inkMkLst>
        </pc:inkChg>
        <pc:inkChg chg="del">
          <ac:chgData name="Rahul Mishra" userId="57c6469e-ac64-4888-811b-35f0aabddbad" providerId="ADAL" clId="{2587B58E-4F3B-47AB-B3EB-62407C9160B0}" dt="2025-09-20T02:28:23.836" v="1" actId="478"/>
          <ac:inkMkLst>
            <pc:docMk/>
            <pc:sldMk cId="630843957" sldId="434"/>
            <ac:inkMk id="3" creationId="{4659E779-0B47-041B-33D1-32D97DEA3279}"/>
          </ac:inkMkLst>
        </pc:inkChg>
        <pc:inkChg chg="del">
          <ac:chgData name="Rahul Mishra" userId="57c6469e-ac64-4888-811b-35f0aabddbad" providerId="ADAL" clId="{2587B58E-4F3B-47AB-B3EB-62407C9160B0}" dt="2025-09-20T02:28:28.599" v="2" actId="478"/>
          <ac:inkMkLst>
            <pc:docMk/>
            <pc:sldMk cId="630843957" sldId="434"/>
            <ac:inkMk id="4" creationId="{00000000-0000-0000-0000-000000000000}"/>
          </ac:inkMkLst>
        </pc:inkChg>
        <pc:inkChg chg="add">
          <ac:chgData name="Rahul Mishra" userId="57c6469e-ac64-4888-811b-35f0aabddbad" providerId="ADAL" clId="{2587B58E-4F3B-47AB-B3EB-62407C9160B0}" dt="2025-09-20T03:55:55.638" v="22"/>
          <ac:inkMkLst>
            <pc:docMk/>
            <pc:sldMk cId="630843957" sldId="434"/>
            <ac:inkMk id="5" creationId="{C7659B09-A221-9E12-EA01-84E44021E6BF}"/>
          </ac:inkMkLst>
        </pc:inkChg>
      </pc:sldChg>
      <pc:sldChg chg="addSp delSp modSp mod">
        <pc:chgData name="Rahul Mishra" userId="57c6469e-ac64-4888-811b-35f0aabddbad" providerId="ADAL" clId="{2587B58E-4F3B-47AB-B3EB-62407C9160B0}" dt="2025-09-21T03:01:19.571" v="70"/>
        <pc:sldMkLst>
          <pc:docMk/>
          <pc:sldMk cId="912258523" sldId="435"/>
        </pc:sldMkLst>
        <pc:grpChg chg="mod">
          <ac:chgData name="Rahul Mishra" userId="57c6469e-ac64-4888-811b-35f0aabddbad" providerId="ADAL" clId="{2587B58E-4F3B-47AB-B3EB-62407C9160B0}" dt="2025-09-21T03:01:19.571" v="70"/>
          <ac:grpSpMkLst>
            <pc:docMk/>
            <pc:sldMk cId="912258523" sldId="435"/>
            <ac:grpSpMk id="10" creationId="{3108C8EF-7F63-E4C7-17F6-87A10633A76F}"/>
          </ac:grpSpMkLst>
        </pc:grpChg>
        <pc:inkChg chg="del">
          <ac:chgData name="Rahul Mishra" userId="57c6469e-ac64-4888-811b-35f0aabddbad" providerId="ADAL" clId="{2587B58E-4F3B-47AB-B3EB-62407C9160B0}" dt="2025-09-20T02:28:51.600" v="5" actId="478"/>
          <ac:inkMkLst>
            <pc:docMk/>
            <pc:sldMk cId="912258523" sldId="435"/>
            <ac:inkMk id="2" creationId="{529C830A-EA0A-0875-75CE-B59A99550CA6}"/>
          </ac:inkMkLst>
        </pc:inkChg>
        <pc:inkChg chg="add">
          <ac:chgData name="Rahul Mishra" userId="57c6469e-ac64-4888-811b-35f0aabddbad" providerId="ADAL" clId="{2587B58E-4F3B-47AB-B3EB-62407C9160B0}" dt="2025-09-21T03:01:14.822" v="65" actId="9405"/>
          <ac:inkMkLst>
            <pc:docMk/>
            <pc:sldMk cId="912258523" sldId="435"/>
            <ac:inkMk id="2" creationId="{7714C904-D5F3-8FA1-3392-F192D83D2154}"/>
          </ac:inkMkLst>
        </pc:inkChg>
        <pc:inkChg chg="add mod">
          <ac:chgData name="Rahul Mishra" userId="57c6469e-ac64-4888-811b-35f0aabddbad" providerId="ADAL" clId="{2587B58E-4F3B-47AB-B3EB-62407C9160B0}" dt="2025-09-21T03:01:19.571" v="70"/>
          <ac:inkMkLst>
            <pc:docMk/>
            <pc:sldMk cId="912258523" sldId="435"/>
            <ac:inkMk id="5" creationId="{3C29CA4C-335D-16EB-6FEF-FFD17A41D3DA}"/>
          </ac:inkMkLst>
        </pc:inkChg>
        <pc:inkChg chg="del">
          <ac:chgData name="Rahul Mishra" userId="57c6469e-ac64-4888-811b-35f0aabddbad" providerId="ADAL" clId="{2587B58E-4F3B-47AB-B3EB-62407C9160B0}" dt="2025-09-20T02:28:54.487" v="6" actId="478"/>
          <ac:inkMkLst>
            <pc:docMk/>
            <pc:sldMk cId="912258523" sldId="435"/>
            <ac:inkMk id="5" creationId="{A027B51E-A218-02BD-6E5C-3A11EC05BABC}"/>
          </ac:inkMkLst>
        </pc:inkChg>
        <pc:inkChg chg="add">
          <ac:chgData name="Rahul Mishra" userId="57c6469e-ac64-4888-811b-35f0aabddbad" providerId="ADAL" clId="{2587B58E-4F3B-47AB-B3EB-62407C9160B0}" dt="2025-09-20T03:55:55.638" v="22"/>
          <ac:inkMkLst>
            <pc:docMk/>
            <pc:sldMk cId="912258523" sldId="435"/>
            <ac:inkMk id="6" creationId="{A1FCC0A5-E80F-9780-A0A9-88FF48558C94}"/>
          </ac:inkMkLst>
        </pc:inkChg>
        <pc:inkChg chg="add mod">
          <ac:chgData name="Rahul Mishra" userId="57c6469e-ac64-4888-811b-35f0aabddbad" providerId="ADAL" clId="{2587B58E-4F3B-47AB-B3EB-62407C9160B0}" dt="2025-09-21T03:01:19.571" v="70"/>
          <ac:inkMkLst>
            <pc:docMk/>
            <pc:sldMk cId="912258523" sldId="435"/>
            <ac:inkMk id="7" creationId="{EF36E4A0-E86A-FFFB-F865-9C2C1C412076}"/>
          </ac:inkMkLst>
        </pc:inkChg>
        <pc:inkChg chg="add mod">
          <ac:chgData name="Rahul Mishra" userId="57c6469e-ac64-4888-811b-35f0aabddbad" providerId="ADAL" clId="{2587B58E-4F3B-47AB-B3EB-62407C9160B0}" dt="2025-09-21T03:01:19.571" v="70"/>
          <ac:inkMkLst>
            <pc:docMk/>
            <pc:sldMk cId="912258523" sldId="435"/>
            <ac:inkMk id="8" creationId="{C333601C-45A6-1EE4-6A60-0CE6C0863CAC}"/>
          </ac:inkMkLst>
        </pc:inkChg>
        <pc:inkChg chg="add mod">
          <ac:chgData name="Rahul Mishra" userId="57c6469e-ac64-4888-811b-35f0aabddbad" providerId="ADAL" clId="{2587B58E-4F3B-47AB-B3EB-62407C9160B0}" dt="2025-09-21T03:01:19.571" v="70"/>
          <ac:inkMkLst>
            <pc:docMk/>
            <pc:sldMk cId="912258523" sldId="435"/>
            <ac:inkMk id="9" creationId="{56095A64-5018-D9E5-D105-A1127BD06ED8}"/>
          </ac:inkMkLst>
        </pc:inkChg>
      </pc:sldChg>
      <pc:sldChg chg="addSp delSp mod">
        <pc:chgData name="Rahul Mishra" userId="57c6469e-ac64-4888-811b-35f0aabddbad" providerId="ADAL" clId="{2587B58E-4F3B-47AB-B3EB-62407C9160B0}" dt="2025-09-20T03:55:55.638" v="22"/>
        <pc:sldMkLst>
          <pc:docMk/>
          <pc:sldMk cId="1650621397" sldId="436"/>
        </pc:sldMkLst>
        <pc:inkChg chg="del">
          <ac:chgData name="Rahul Mishra" userId="57c6469e-ac64-4888-811b-35f0aabddbad" providerId="ADAL" clId="{2587B58E-4F3B-47AB-B3EB-62407C9160B0}" dt="2025-09-20T02:28:37.986" v="3" actId="478"/>
          <ac:inkMkLst>
            <pc:docMk/>
            <pc:sldMk cId="1650621397" sldId="436"/>
            <ac:inkMk id="2" creationId="{CE5FED79-8E97-635F-A55A-8C3C0F53816B}"/>
          </ac:inkMkLst>
        </pc:inkChg>
        <pc:inkChg chg="del">
          <ac:chgData name="Rahul Mishra" userId="57c6469e-ac64-4888-811b-35f0aabddbad" providerId="ADAL" clId="{2587B58E-4F3B-47AB-B3EB-62407C9160B0}" dt="2025-09-20T02:28:40.515" v="4" actId="478"/>
          <ac:inkMkLst>
            <pc:docMk/>
            <pc:sldMk cId="1650621397" sldId="436"/>
            <ac:inkMk id="3" creationId="{2D0D8B1C-DBE0-EF12-A696-D26F29B06EC2}"/>
          </ac:inkMkLst>
        </pc:inkChg>
        <pc:inkChg chg="add">
          <ac:chgData name="Rahul Mishra" userId="57c6469e-ac64-4888-811b-35f0aabddbad" providerId="ADAL" clId="{2587B58E-4F3B-47AB-B3EB-62407C9160B0}" dt="2025-09-20T03:55:55.638" v="22"/>
          <ac:inkMkLst>
            <pc:docMk/>
            <pc:sldMk cId="1650621397" sldId="436"/>
            <ac:inkMk id="5" creationId="{16EF7DB5-666A-3EF7-FB9C-999B223551CC}"/>
          </ac:inkMkLst>
        </pc:inkChg>
      </pc:sldChg>
      <pc:sldChg chg="delSp mod">
        <pc:chgData name="Rahul Mishra" userId="57c6469e-ac64-4888-811b-35f0aabddbad" providerId="ADAL" clId="{2587B58E-4F3B-47AB-B3EB-62407C9160B0}" dt="2025-09-20T02:29:14.741" v="10" actId="478"/>
        <pc:sldMkLst>
          <pc:docMk/>
          <pc:sldMk cId="2038402955" sldId="437"/>
        </pc:sldMkLst>
        <pc:inkChg chg="del">
          <ac:chgData name="Rahul Mishra" userId="57c6469e-ac64-4888-811b-35f0aabddbad" providerId="ADAL" clId="{2587B58E-4F3B-47AB-B3EB-62407C9160B0}" dt="2025-09-20T02:29:14.741" v="10" actId="478"/>
          <ac:inkMkLst>
            <pc:docMk/>
            <pc:sldMk cId="2038402955" sldId="437"/>
            <ac:inkMk id="2" creationId="{00000000-0000-0000-0000-000000000000}"/>
          </ac:inkMkLst>
        </pc:inkChg>
      </pc:sldChg>
      <pc:sldChg chg="addSp delSp mod">
        <pc:chgData name="Rahul Mishra" userId="57c6469e-ac64-4888-811b-35f0aabddbad" providerId="ADAL" clId="{2587B58E-4F3B-47AB-B3EB-62407C9160B0}" dt="2025-09-21T03:17:48.730" v="206"/>
        <pc:sldMkLst>
          <pc:docMk/>
          <pc:sldMk cId="1355856611" sldId="438"/>
        </pc:sldMkLst>
        <pc:inkChg chg="del">
          <ac:chgData name="Rahul Mishra" userId="57c6469e-ac64-4888-811b-35f0aabddbad" providerId="ADAL" clId="{2587B58E-4F3B-47AB-B3EB-62407C9160B0}" dt="2025-09-20T02:29:21.235" v="11" actId="478"/>
          <ac:inkMkLst>
            <pc:docMk/>
            <pc:sldMk cId="1355856611" sldId="438"/>
            <ac:inkMk id="3" creationId="{00000000-0000-0000-0000-000000000000}"/>
          </ac:inkMkLst>
        </pc:inkChg>
        <pc:inkChg chg="add">
          <ac:chgData name="Rahul Mishra" userId="57c6469e-ac64-4888-811b-35f0aabddbad" providerId="ADAL" clId="{2587B58E-4F3B-47AB-B3EB-62407C9160B0}" dt="2025-09-21T03:17:48.730" v="206"/>
          <ac:inkMkLst>
            <pc:docMk/>
            <pc:sldMk cId="1355856611" sldId="438"/>
            <ac:inkMk id="3" creationId="{D6B66B9E-FF99-49FB-0293-7112D7C3B677}"/>
          </ac:inkMkLst>
        </pc:inkChg>
      </pc:sldChg>
      <pc:sldChg chg="addSp delSp mod">
        <pc:chgData name="Rahul Mishra" userId="57c6469e-ac64-4888-811b-35f0aabddbad" providerId="ADAL" clId="{2587B58E-4F3B-47AB-B3EB-62407C9160B0}" dt="2025-09-21T03:51:30.105" v="214"/>
        <pc:sldMkLst>
          <pc:docMk/>
          <pc:sldMk cId="304458284" sldId="439"/>
        </pc:sldMkLst>
        <pc:inkChg chg="del">
          <ac:chgData name="Rahul Mishra" userId="57c6469e-ac64-4888-811b-35f0aabddbad" providerId="ADAL" clId="{2587B58E-4F3B-47AB-B3EB-62407C9160B0}" dt="2025-09-20T02:29:25.843" v="12" actId="478"/>
          <ac:inkMkLst>
            <pc:docMk/>
            <pc:sldMk cId="304458284" sldId="439"/>
            <ac:inkMk id="2" creationId="{00000000-0000-0000-0000-000000000000}"/>
          </ac:inkMkLst>
        </pc:inkChg>
        <pc:inkChg chg="add">
          <ac:chgData name="Rahul Mishra" userId="57c6469e-ac64-4888-811b-35f0aabddbad" providerId="ADAL" clId="{2587B58E-4F3B-47AB-B3EB-62407C9160B0}" dt="2025-09-21T03:29:11.125" v="210"/>
          <ac:inkMkLst>
            <pc:docMk/>
            <pc:sldMk cId="304458284" sldId="439"/>
            <ac:inkMk id="2" creationId="{CB6F116D-0194-E519-6041-6820ADD1043E}"/>
          </ac:inkMkLst>
        </pc:inkChg>
        <pc:inkChg chg="add">
          <ac:chgData name="Rahul Mishra" userId="57c6469e-ac64-4888-811b-35f0aabddbad" providerId="ADAL" clId="{2587B58E-4F3B-47AB-B3EB-62407C9160B0}" dt="2025-09-21T03:51:30.105" v="214"/>
          <ac:inkMkLst>
            <pc:docMk/>
            <pc:sldMk cId="304458284" sldId="439"/>
            <ac:inkMk id="3" creationId="{810AE5EE-B779-7838-F87B-53ACF647812F}"/>
          </ac:inkMkLst>
        </pc:inkChg>
      </pc:sldChg>
      <pc:sldChg chg="addSp delSp mod">
        <pc:chgData name="Rahul Mishra" userId="57c6469e-ac64-4888-811b-35f0aabddbad" providerId="ADAL" clId="{2587B58E-4F3B-47AB-B3EB-62407C9160B0}" dt="2025-09-21T03:51:30.105" v="214"/>
        <pc:sldMkLst>
          <pc:docMk/>
          <pc:sldMk cId="3112704814" sldId="440"/>
        </pc:sldMkLst>
        <pc:inkChg chg="del">
          <ac:chgData name="Rahul Mishra" userId="57c6469e-ac64-4888-811b-35f0aabddbad" providerId="ADAL" clId="{2587B58E-4F3B-47AB-B3EB-62407C9160B0}" dt="2025-09-20T02:29:31.261" v="13" actId="478"/>
          <ac:inkMkLst>
            <pc:docMk/>
            <pc:sldMk cId="3112704814" sldId="440"/>
            <ac:inkMk id="2" creationId="{00000000-0000-0000-0000-000000000000}"/>
          </ac:inkMkLst>
        </pc:inkChg>
        <pc:inkChg chg="add">
          <ac:chgData name="Rahul Mishra" userId="57c6469e-ac64-4888-811b-35f0aabddbad" providerId="ADAL" clId="{2587B58E-4F3B-47AB-B3EB-62407C9160B0}" dt="2025-09-21T03:29:11.125" v="210"/>
          <ac:inkMkLst>
            <pc:docMk/>
            <pc:sldMk cId="3112704814" sldId="440"/>
            <ac:inkMk id="2" creationId="{A538B03E-B460-AEA6-DF06-54C22FA5FA89}"/>
          </ac:inkMkLst>
        </pc:inkChg>
        <pc:inkChg chg="add">
          <ac:chgData name="Rahul Mishra" userId="57c6469e-ac64-4888-811b-35f0aabddbad" providerId="ADAL" clId="{2587B58E-4F3B-47AB-B3EB-62407C9160B0}" dt="2025-09-21T03:51:30.105" v="214"/>
          <ac:inkMkLst>
            <pc:docMk/>
            <pc:sldMk cId="3112704814" sldId="440"/>
            <ac:inkMk id="5" creationId="{67379A26-1D4B-F123-82B0-5C45366AF839}"/>
          </ac:inkMkLst>
        </pc:inkChg>
      </pc:sldChg>
      <pc:sldChg chg="addSp delSp mod">
        <pc:chgData name="Rahul Mishra" userId="57c6469e-ac64-4888-811b-35f0aabddbad" providerId="ADAL" clId="{2587B58E-4F3B-47AB-B3EB-62407C9160B0}" dt="2025-09-21T03:51:30.105" v="214"/>
        <pc:sldMkLst>
          <pc:docMk/>
          <pc:sldMk cId="15107067" sldId="670"/>
        </pc:sldMkLst>
        <pc:inkChg chg="del">
          <ac:chgData name="Rahul Mishra" userId="57c6469e-ac64-4888-811b-35f0aabddbad" providerId="ADAL" clId="{2587B58E-4F3B-47AB-B3EB-62407C9160B0}" dt="2025-09-20T02:29:46.518" v="16" actId="478"/>
          <ac:inkMkLst>
            <pc:docMk/>
            <pc:sldMk cId="15107067" sldId="670"/>
            <ac:inkMk id="3" creationId="{00000000-0000-0000-0000-000000000000}"/>
          </ac:inkMkLst>
        </pc:inkChg>
        <pc:inkChg chg="add">
          <ac:chgData name="Rahul Mishra" userId="57c6469e-ac64-4888-811b-35f0aabddbad" providerId="ADAL" clId="{2587B58E-4F3B-47AB-B3EB-62407C9160B0}" dt="2025-09-21T03:51:30.105" v="214"/>
          <ac:inkMkLst>
            <pc:docMk/>
            <pc:sldMk cId="15107067" sldId="670"/>
            <ac:inkMk id="3" creationId="{F79F69F4-C315-6422-C483-6202C5E46771}"/>
          </ac:inkMkLst>
        </pc:inkChg>
      </pc:sldChg>
      <pc:sldChg chg="delSp mod">
        <pc:chgData name="Rahul Mishra" userId="57c6469e-ac64-4888-811b-35f0aabddbad" providerId="ADAL" clId="{2587B58E-4F3B-47AB-B3EB-62407C9160B0}" dt="2025-09-21T02:19:35.736" v="24" actId="478"/>
        <pc:sldMkLst>
          <pc:docMk/>
          <pc:sldMk cId="88985167" sldId="671"/>
        </pc:sldMkLst>
        <pc:inkChg chg="del">
          <ac:chgData name="Rahul Mishra" userId="57c6469e-ac64-4888-811b-35f0aabddbad" providerId="ADAL" clId="{2587B58E-4F3B-47AB-B3EB-62407C9160B0}" dt="2025-09-21T02:19:35.736" v="24" actId="478"/>
          <ac:inkMkLst>
            <pc:docMk/>
            <pc:sldMk cId="88985167" sldId="671"/>
            <ac:inkMk id="3" creationId="{00000000-0000-0000-0000-000000000000}"/>
          </ac:inkMkLst>
        </pc:inkChg>
      </pc:sldChg>
      <pc:sldChg chg="delSp mod">
        <pc:chgData name="Rahul Mishra" userId="57c6469e-ac64-4888-811b-35f0aabddbad" providerId="ADAL" clId="{2587B58E-4F3B-47AB-B3EB-62407C9160B0}" dt="2025-09-20T02:30:06.657" v="20" actId="478"/>
        <pc:sldMkLst>
          <pc:docMk/>
          <pc:sldMk cId="1632104634" sldId="672"/>
        </pc:sldMkLst>
        <pc:inkChg chg="del">
          <ac:chgData name="Rahul Mishra" userId="57c6469e-ac64-4888-811b-35f0aabddbad" providerId="ADAL" clId="{2587B58E-4F3B-47AB-B3EB-62407C9160B0}" dt="2025-09-20T02:30:06.657" v="20" actId="478"/>
          <ac:inkMkLst>
            <pc:docMk/>
            <pc:sldMk cId="1632104634" sldId="672"/>
            <ac:inkMk id="3" creationId="{00000000-0000-0000-0000-000000000000}"/>
          </ac:inkMkLst>
        </pc:inkChg>
      </pc:sldChg>
      <pc:sldChg chg="delSp mod">
        <pc:chgData name="Rahul Mishra" userId="57c6469e-ac64-4888-811b-35f0aabddbad" providerId="ADAL" clId="{2587B58E-4F3B-47AB-B3EB-62407C9160B0}" dt="2025-09-20T02:30:02.404" v="19" actId="478"/>
        <pc:sldMkLst>
          <pc:docMk/>
          <pc:sldMk cId="2862732049" sldId="674"/>
        </pc:sldMkLst>
        <pc:inkChg chg="del">
          <ac:chgData name="Rahul Mishra" userId="57c6469e-ac64-4888-811b-35f0aabddbad" providerId="ADAL" clId="{2587B58E-4F3B-47AB-B3EB-62407C9160B0}" dt="2025-09-20T02:30:02.404" v="19" actId="478"/>
          <ac:inkMkLst>
            <pc:docMk/>
            <pc:sldMk cId="2862732049" sldId="674"/>
            <ac:inkMk id="3" creationId="{00000000-0000-0000-0000-000000000000}"/>
          </ac:inkMkLst>
        </pc:inkChg>
      </pc:sldChg>
      <pc:sldChg chg="delSp mod">
        <pc:chgData name="Rahul Mishra" userId="57c6469e-ac64-4888-811b-35f0aabddbad" providerId="ADAL" clId="{2587B58E-4F3B-47AB-B3EB-62407C9160B0}" dt="2025-09-20T02:29:58.781" v="18" actId="478"/>
        <pc:sldMkLst>
          <pc:docMk/>
          <pc:sldMk cId="1054739878" sldId="675"/>
        </pc:sldMkLst>
        <pc:inkChg chg="del">
          <ac:chgData name="Rahul Mishra" userId="57c6469e-ac64-4888-811b-35f0aabddbad" providerId="ADAL" clId="{2587B58E-4F3B-47AB-B3EB-62407C9160B0}" dt="2025-09-20T02:29:58.781" v="18" actId="478"/>
          <ac:inkMkLst>
            <pc:docMk/>
            <pc:sldMk cId="1054739878" sldId="675"/>
            <ac:inkMk id="2" creationId="{00000000-0000-0000-0000-000000000000}"/>
          </ac:inkMkLst>
        </pc:inkChg>
      </pc:sldChg>
      <pc:sldChg chg="delSp mod">
        <pc:chgData name="Rahul Mishra" userId="57c6469e-ac64-4888-811b-35f0aabddbad" providerId="ADAL" clId="{2587B58E-4F3B-47AB-B3EB-62407C9160B0}" dt="2025-09-20T02:30:10.048" v="21" actId="478"/>
        <pc:sldMkLst>
          <pc:docMk/>
          <pc:sldMk cId="635984662" sldId="676"/>
        </pc:sldMkLst>
        <pc:inkChg chg="del">
          <ac:chgData name="Rahul Mishra" userId="57c6469e-ac64-4888-811b-35f0aabddbad" providerId="ADAL" clId="{2587B58E-4F3B-47AB-B3EB-62407C9160B0}" dt="2025-09-20T02:30:10.048" v="21" actId="478"/>
          <ac:inkMkLst>
            <pc:docMk/>
            <pc:sldMk cId="635984662" sldId="676"/>
            <ac:inkMk id="5" creationId="{00000000-0000-0000-0000-000000000000}"/>
          </ac:inkMkLst>
        </pc:inkChg>
      </pc:sldChg>
      <pc:sldChg chg="delSp mod">
        <pc:chgData name="Rahul Mishra" userId="57c6469e-ac64-4888-811b-35f0aabddbad" providerId="ADAL" clId="{2587B58E-4F3B-47AB-B3EB-62407C9160B0}" dt="2025-09-21T02:19:48.708" v="25" actId="478"/>
        <pc:sldMkLst>
          <pc:docMk/>
          <pc:sldMk cId="2102975413" sldId="677"/>
        </pc:sldMkLst>
        <pc:inkChg chg="del">
          <ac:chgData name="Rahul Mishra" userId="57c6469e-ac64-4888-811b-35f0aabddbad" providerId="ADAL" clId="{2587B58E-4F3B-47AB-B3EB-62407C9160B0}" dt="2025-09-21T02:19:48.708" v="25" actId="478"/>
          <ac:inkMkLst>
            <pc:docMk/>
            <pc:sldMk cId="2102975413" sldId="677"/>
            <ac:inkMk id="8" creationId="{00000000-0000-0000-0000-000000000000}"/>
          </ac:inkMkLst>
        </pc:inkChg>
      </pc:sldChg>
      <pc:sldChg chg="delSp mod">
        <pc:chgData name="Rahul Mishra" userId="57c6469e-ac64-4888-811b-35f0aabddbad" providerId="ADAL" clId="{2587B58E-4F3B-47AB-B3EB-62407C9160B0}" dt="2025-09-21T02:19:54.873" v="26" actId="478"/>
        <pc:sldMkLst>
          <pc:docMk/>
          <pc:sldMk cId="1162057113" sldId="678"/>
        </pc:sldMkLst>
        <pc:inkChg chg="del">
          <ac:chgData name="Rahul Mishra" userId="57c6469e-ac64-4888-811b-35f0aabddbad" providerId="ADAL" clId="{2587B58E-4F3B-47AB-B3EB-62407C9160B0}" dt="2025-09-21T02:19:54.873" v="26" actId="478"/>
          <ac:inkMkLst>
            <pc:docMk/>
            <pc:sldMk cId="1162057113" sldId="678"/>
            <ac:inkMk id="6" creationId="{00000000-0000-0000-0000-000000000000}"/>
          </ac:inkMkLst>
        </pc:inkChg>
      </pc:sldChg>
      <pc:sldChg chg="delSp mod">
        <pc:chgData name="Rahul Mishra" userId="57c6469e-ac64-4888-811b-35f0aabddbad" providerId="ADAL" clId="{2587B58E-4F3B-47AB-B3EB-62407C9160B0}" dt="2025-09-21T02:19:59.238" v="27" actId="478"/>
        <pc:sldMkLst>
          <pc:docMk/>
          <pc:sldMk cId="1806669630" sldId="679"/>
        </pc:sldMkLst>
        <pc:inkChg chg="del">
          <ac:chgData name="Rahul Mishra" userId="57c6469e-ac64-4888-811b-35f0aabddbad" providerId="ADAL" clId="{2587B58E-4F3B-47AB-B3EB-62407C9160B0}" dt="2025-09-21T02:19:59.238" v="27" actId="478"/>
          <ac:inkMkLst>
            <pc:docMk/>
            <pc:sldMk cId="1806669630" sldId="679"/>
            <ac:inkMk id="2" creationId="{00000000-0000-0000-0000-000000000000}"/>
          </ac:inkMkLst>
        </pc:inkChg>
      </pc:sldChg>
      <pc:sldChg chg="delSp mod">
        <pc:chgData name="Rahul Mishra" userId="57c6469e-ac64-4888-811b-35f0aabddbad" providerId="ADAL" clId="{2587B58E-4F3B-47AB-B3EB-62407C9160B0}" dt="2025-09-20T02:28:01.769" v="0" actId="478"/>
        <pc:sldMkLst>
          <pc:docMk/>
          <pc:sldMk cId="3054585423" sldId="697"/>
        </pc:sldMkLst>
        <pc:spChg chg="del">
          <ac:chgData name="Rahul Mishra" userId="57c6469e-ac64-4888-811b-35f0aabddbad" providerId="ADAL" clId="{2587B58E-4F3B-47AB-B3EB-62407C9160B0}" dt="2025-09-20T02:28:01.769" v="0" actId="478"/>
          <ac:spMkLst>
            <pc:docMk/>
            <pc:sldMk cId="3054585423" sldId="697"/>
            <ac:spMk id="12" creationId="{7AB82EAF-D28B-3E1F-CFE5-E8CBA09C7E24}"/>
          </ac:spMkLst>
        </pc:spChg>
      </pc:sldChg>
      <pc:sldChg chg="addSp delSp modSp mod">
        <pc:chgData name="Rahul Mishra" userId="57c6469e-ac64-4888-811b-35f0aabddbad" providerId="ADAL" clId="{2587B58E-4F3B-47AB-B3EB-62407C9160B0}" dt="2025-09-21T03:13:04.221" v="205"/>
        <pc:sldMkLst>
          <pc:docMk/>
          <pc:sldMk cId="4031109481" sldId="701"/>
        </pc:sldMkLst>
        <pc:grpChg chg="del mod">
          <ac:chgData name="Rahul Mishra" userId="57c6469e-ac64-4888-811b-35f0aabddbad" providerId="ADAL" clId="{2587B58E-4F3B-47AB-B3EB-62407C9160B0}" dt="2025-09-21T03:12:32.561" v="167"/>
          <ac:grpSpMkLst>
            <pc:docMk/>
            <pc:sldMk cId="4031109481" sldId="701"/>
            <ac:grpSpMk id="5" creationId="{E908EE4E-B70E-790A-6B0E-37F3D1793DAA}"/>
          </ac:grpSpMkLst>
        </pc:grpChg>
        <pc:grpChg chg="mod">
          <ac:chgData name="Rahul Mishra" userId="57c6469e-ac64-4888-811b-35f0aabddbad" providerId="ADAL" clId="{2587B58E-4F3B-47AB-B3EB-62407C9160B0}" dt="2025-09-21T03:12:32.561" v="167"/>
          <ac:grpSpMkLst>
            <pc:docMk/>
            <pc:sldMk cId="4031109481" sldId="701"/>
            <ac:grpSpMk id="43" creationId="{12649E9F-A2E6-AF7D-EBCC-A6BB7A854135}"/>
          </ac:grpSpMkLst>
        </pc:grpChg>
        <pc:grpChg chg="mod">
          <ac:chgData name="Rahul Mishra" userId="57c6469e-ac64-4888-811b-35f0aabddbad" providerId="ADAL" clId="{2587B58E-4F3B-47AB-B3EB-62407C9160B0}" dt="2025-09-21T03:12:32.561" v="167"/>
          <ac:grpSpMkLst>
            <pc:docMk/>
            <pc:sldMk cId="4031109481" sldId="701"/>
            <ac:grpSpMk id="44" creationId="{C67696B5-F68E-D97A-0850-17394F3A58F6}"/>
          </ac:grpSpMkLst>
        </pc:grpChg>
        <pc:grpChg chg="mod">
          <ac:chgData name="Rahul Mishra" userId="57c6469e-ac64-4888-811b-35f0aabddbad" providerId="ADAL" clId="{2587B58E-4F3B-47AB-B3EB-62407C9160B0}" dt="2025-09-21T03:12:32.561" v="167"/>
          <ac:grpSpMkLst>
            <pc:docMk/>
            <pc:sldMk cId="4031109481" sldId="701"/>
            <ac:grpSpMk id="45" creationId="{E15BCB52-14AD-FA6D-40C7-47BCE9860967}"/>
          </ac:grpSpMkLst>
        </pc:grpChg>
        <pc:grpChg chg="mod">
          <ac:chgData name="Rahul Mishra" userId="57c6469e-ac64-4888-811b-35f0aabddbad" providerId="ADAL" clId="{2587B58E-4F3B-47AB-B3EB-62407C9160B0}" dt="2025-09-21T03:12:32.561" v="167"/>
          <ac:grpSpMkLst>
            <pc:docMk/>
            <pc:sldMk cId="4031109481" sldId="701"/>
            <ac:grpSpMk id="46" creationId="{BE093F77-60D3-FD12-B6E7-C14A3843AA03}"/>
          </ac:grpSpMkLst>
        </pc:grpChg>
        <pc:grpChg chg="mod">
          <ac:chgData name="Rahul Mishra" userId="57c6469e-ac64-4888-811b-35f0aabddbad" providerId="ADAL" clId="{2587B58E-4F3B-47AB-B3EB-62407C9160B0}" dt="2025-09-21T03:12:32.561" v="167"/>
          <ac:grpSpMkLst>
            <pc:docMk/>
            <pc:sldMk cId="4031109481" sldId="701"/>
            <ac:grpSpMk id="47" creationId="{A592B150-12A4-26DC-6310-2BD835398A1A}"/>
          </ac:grpSpMkLst>
        </pc:grpChg>
        <pc:grpChg chg="mod">
          <ac:chgData name="Rahul Mishra" userId="57c6469e-ac64-4888-811b-35f0aabddbad" providerId="ADAL" clId="{2587B58E-4F3B-47AB-B3EB-62407C9160B0}" dt="2025-09-21T03:12:39.189" v="179"/>
          <ac:grpSpMkLst>
            <pc:docMk/>
            <pc:sldMk cId="4031109481" sldId="701"/>
            <ac:grpSpMk id="59" creationId="{F3783280-115E-D36E-AF04-F3925936B917}"/>
          </ac:grpSpMkLst>
        </pc:grpChg>
        <pc:grpChg chg="mod">
          <ac:chgData name="Rahul Mishra" userId="57c6469e-ac64-4888-811b-35f0aabddbad" providerId="ADAL" clId="{2587B58E-4F3B-47AB-B3EB-62407C9160B0}" dt="2025-09-21T03:12:39.189" v="179"/>
          <ac:grpSpMkLst>
            <pc:docMk/>
            <pc:sldMk cId="4031109481" sldId="701"/>
            <ac:grpSpMk id="60" creationId="{D4E94289-BC88-189F-13D5-425623CFC849}"/>
          </ac:grpSpMkLst>
        </pc:grpChg>
        <pc:grpChg chg="del mod">
          <ac:chgData name="Rahul Mishra" userId="57c6469e-ac64-4888-811b-35f0aabddbad" providerId="ADAL" clId="{2587B58E-4F3B-47AB-B3EB-62407C9160B0}" dt="2025-09-21T03:13:00.130" v="198"/>
          <ac:grpSpMkLst>
            <pc:docMk/>
            <pc:sldMk cId="4031109481" sldId="701"/>
            <ac:grpSpMk id="64" creationId="{5CF0CD02-A7F5-BCA1-EFCD-0A389B2744EC}"/>
          </ac:grpSpMkLst>
        </pc:grpChg>
        <pc:grpChg chg="del mod">
          <ac:chgData name="Rahul Mishra" userId="57c6469e-ac64-4888-811b-35f0aabddbad" providerId="ADAL" clId="{2587B58E-4F3B-47AB-B3EB-62407C9160B0}" dt="2025-09-21T03:13:00.130" v="198"/>
          <ac:grpSpMkLst>
            <pc:docMk/>
            <pc:sldMk cId="4031109481" sldId="701"/>
            <ac:grpSpMk id="69" creationId="{05F95E94-3D01-79AF-CF1E-3A8FB7914682}"/>
          </ac:grpSpMkLst>
        </pc:grpChg>
        <pc:grpChg chg="del mod">
          <ac:chgData name="Rahul Mishra" userId="57c6469e-ac64-4888-811b-35f0aabddbad" providerId="ADAL" clId="{2587B58E-4F3B-47AB-B3EB-62407C9160B0}" dt="2025-09-21T03:13:00.130" v="198"/>
          <ac:grpSpMkLst>
            <pc:docMk/>
            <pc:sldMk cId="4031109481" sldId="701"/>
            <ac:grpSpMk id="79" creationId="{28007CBB-5D80-2DB3-704A-E0D4D05D67D4}"/>
          </ac:grpSpMkLst>
        </pc:grpChg>
        <pc:grpChg chg="mod">
          <ac:chgData name="Rahul Mishra" userId="57c6469e-ac64-4888-811b-35f0aabddbad" providerId="ADAL" clId="{2587B58E-4F3B-47AB-B3EB-62407C9160B0}" dt="2025-09-21T03:13:00.130" v="198"/>
          <ac:grpSpMkLst>
            <pc:docMk/>
            <pc:sldMk cId="4031109481" sldId="701"/>
            <ac:grpSpMk id="80" creationId="{38B174B3-9668-508A-F037-141165D9585B}"/>
          </ac:grpSpMkLst>
        </pc:grpChg>
        <pc:grpChg chg="mod">
          <ac:chgData name="Rahul Mishra" userId="57c6469e-ac64-4888-811b-35f0aabddbad" providerId="ADAL" clId="{2587B58E-4F3B-47AB-B3EB-62407C9160B0}" dt="2025-09-21T03:13:04.221" v="205"/>
          <ac:grpSpMkLst>
            <pc:docMk/>
            <pc:sldMk cId="4031109481" sldId="701"/>
            <ac:grpSpMk id="87" creationId="{C41047A4-211E-301B-D1CF-BA98C3594DE9}"/>
          </ac:grpSpMkLst>
        </pc:grpChg>
        <pc:inkChg chg="del">
          <ac:chgData name="Rahul Mishra" userId="57c6469e-ac64-4888-811b-35f0aabddbad" providerId="ADAL" clId="{2587B58E-4F3B-47AB-B3EB-62407C9160B0}" dt="2025-09-20T02:29:06.411" v="8" actId="478"/>
          <ac:inkMkLst>
            <pc:docMk/>
            <pc:sldMk cId="4031109481" sldId="701"/>
            <ac:inkMk id="3" creationId="{00000000-0000-0000-0000-000000000000}"/>
          </ac:inkMkLst>
        </pc:inkChg>
        <pc:inkChg chg="add mod">
          <ac:chgData name="Rahul Mishra" userId="57c6469e-ac64-4888-811b-35f0aabddbad" providerId="ADAL" clId="{2587B58E-4F3B-47AB-B3EB-62407C9160B0}" dt="2025-09-21T03:12:19.099" v="129"/>
          <ac:inkMkLst>
            <pc:docMk/>
            <pc:sldMk cId="4031109481" sldId="701"/>
            <ac:inkMk id="3" creationId="{4F02DE3C-3538-9D32-A55F-12AA5DC960AB}"/>
          </ac:inkMkLst>
        </pc:inkChg>
        <pc:inkChg chg="add mod">
          <ac:chgData name="Rahul Mishra" userId="57c6469e-ac64-4888-811b-35f0aabddbad" providerId="ADAL" clId="{2587B58E-4F3B-47AB-B3EB-62407C9160B0}" dt="2025-09-21T03:12:19.099" v="129"/>
          <ac:inkMkLst>
            <pc:docMk/>
            <pc:sldMk cId="4031109481" sldId="701"/>
            <ac:inkMk id="4" creationId="{9CEB196E-1899-A60A-7E6D-72505FE7E615}"/>
          </ac:inkMkLst>
        </pc:inkChg>
        <pc:inkChg chg="add">
          <ac:chgData name="Rahul Mishra" userId="57c6469e-ac64-4888-811b-35f0aabddbad" providerId="ADAL" clId="{2587B58E-4F3B-47AB-B3EB-62407C9160B0}" dt="2025-09-21T03:12:19.101" v="130" actId="9405"/>
          <ac:inkMkLst>
            <pc:docMk/>
            <pc:sldMk cId="4031109481" sldId="701"/>
            <ac:inkMk id="6" creationId="{C65279F4-6CAE-2D69-5408-0430756FD4D2}"/>
          </ac:inkMkLst>
        </pc:inkChg>
        <pc:inkChg chg="add">
          <ac:chgData name="Rahul Mishra" userId="57c6469e-ac64-4888-811b-35f0aabddbad" providerId="ADAL" clId="{2587B58E-4F3B-47AB-B3EB-62407C9160B0}" dt="2025-09-21T03:12:19.380" v="131" actId="9405"/>
          <ac:inkMkLst>
            <pc:docMk/>
            <pc:sldMk cId="4031109481" sldId="701"/>
            <ac:inkMk id="7" creationId="{139A9E81-1F40-5F45-BFB3-8A2B74DB6CE7}"/>
          </ac:inkMkLst>
        </pc:inkChg>
        <pc:inkChg chg="add">
          <ac:chgData name="Rahul Mishra" userId="57c6469e-ac64-4888-811b-35f0aabddbad" providerId="ADAL" clId="{2587B58E-4F3B-47AB-B3EB-62407C9160B0}" dt="2025-09-21T03:12:19.612" v="132" actId="9405"/>
          <ac:inkMkLst>
            <pc:docMk/>
            <pc:sldMk cId="4031109481" sldId="701"/>
            <ac:inkMk id="8" creationId="{BE655AA7-08E4-7C3A-2A0B-EF543D1B79AE}"/>
          </ac:inkMkLst>
        </pc:inkChg>
        <pc:inkChg chg="add">
          <ac:chgData name="Rahul Mishra" userId="57c6469e-ac64-4888-811b-35f0aabddbad" providerId="ADAL" clId="{2587B58E-4F3B-47AB-B3EB-62407C9160B0}" dt="2025-09-21T03:12:20.156" v="133" actId="9405"/>
          <ac:inkMkLst>
            <pc:docMk/>
            <pc:sldMk cId="4031109481" sldId="701"/>
            <ac:inkMk id="9" creationId="{84B60DBC-AFBF-1CED-1F30-83AFE34333EF}"/>
          </ac:inkMkLst>
        </pc:inkChg>
        <pc:inkChg chg="add">
          <ac:chgData name="Rahul Mishra" userId="57c6469e-ac64-4888-811b-35f0aabddbad" providerId="ADAL" clId="{2587B58E-4F3B-47AB-B3EB-62407C9160B0}" dt="2025-09-21T03:12:20.471" v="134" actId="9405"/>
          <ac:inkMkLst>
            <pc:docMk/>
            <pc:sldMk cId="4031109481" sldId="701"/>
            <ac:inkMk id="10" creationId="{C38825D9-F387-48F2-EB87-6B13D7BAB12C}"/>
          </ac:inkMkLst>
        </pc:inkChg>
        <pc:inkChg chg="add">
          <ac:chgData name="Rahul Mishra" userId="57c6469e-ac64-4888-811b-35f0aabddbad" providerId="ADAL" clId="{2587B58E-4F3B-47AB-B3EB-62407C9160B0}" dt="2025-09-21T03:12:20.597" v="135" actId="9405"/>
          <ac:inkMkLst>
            <pc:docMk/>
            <pc:sldMk cId="4031109481" sldId="701"/>
            <ac:inkMk id="11" creationId="{14D4B540-74FD-8956-ACB7-2ADBD237EB97}"/>
          </ac:inkMkLst>
        </pc:inkChg>
        <pc:inkChg chg="add">
          <ac:chgData name="Rahul Mishra" userId="57c6469e-ac64-4888-811b-35f0aabddbad" providerId="ADAL" clId="{2587B58E-4F3B-47AB-B3EB-62407C9160B0}" dt="2025-09-21T03:12:20.957" v="136" actId="9405"/>
          <ac:inkMkLst>
            <pc:docMk/>
            <pc:sldMk cId="4031109481" sldId="701"/>
            <ac:inkMk id="12" creationId="{A21C2A82-E0DF-72BB-522C-5B2951176754}"/>
          </ac:inkMkLst>
        </pc:inkChg>
        <pc:inkChg chg="add">
          <ac:chgData name="Rahul Mishra" userId="57c6469e-ac64-4888-811b-35f0aabddbad" providerId="ADAL" clId="{2587B58E-4F3B-47AB-B3EB-62407C9160B0}" dt="2025-09-21T03:12:21.487" v="137" actId="9405"/>
          <ac:inkMkLst>
            <pc:docMk/>
            <pc:sldMk cId="4031109481" sldId="701"/>
            <ac:inkMk id="13" creationId="{FB8B83F5-873C-E823-E107-2460261CAC84}"/>
          </ac:inkMkLst>
        </pc:inkChg>
        <pc:inkChg chg="add mod">
          <ac:chgData name="Rahul Mishra" userId="57c6469e-ac64-4888-811b-35f0aabddbad" providerId="ADAL" clId="{2587B58E-4F3B-47AB-B3EB-62407C9160B0}" dt="2025-09-21T03:12:32.561" v="167"/>
          <ac:inkMkLst>
            <pc:docMk/>
            <pc:sldMk cId="4031109481" sldId="701"/>
            <ac:inkMk id="14" creationId="{B7E2919C-5B51-275E-EB2D-3FA65B7C85F6}"/>
          </ac:inkMkLst>
        </pc:inkChg>
        <pc:inkChg chg="add">
          <ac:chgData name="Rahul Mishra" userId="57c6469e-ac64-4888-811b-35f0aabddbad" providerId="ADAL" clId="{2587B58E-4F3B-47AB-B3EB-62407C9160B0}" dt="2025-09-21T03:12:22.041" v="139" actId="9405"/>
          <ac:inkMkLst>
            <pc:docMk/>
            <pc:sldMk cId="4031109481" sldId="701"/>
            <ac:inkMk id="15" creationId="{BE0ACE11-8BCB-3FD6-1E11-8DD56A624C2D}"/>
          </ac:inkMkLst>
        </pc:inkChg>
        <pc:inkChg chg="add mod">
          <ac:chgData name="Rahul Mishra" userId="57c6469e-ac64-4888-811b-35f0aabddbad" providerId="ADAL" clId="{2587B58E-4F3B-47AB-B3EB-62407C9160B0}" dt="2025-09-21T03:12:32.561" v="167"/>
          <ac:inkMkLst>
            <pc:docMk/>
            <pc:sldMk cId="4031109481" sldId="701"/>
            <ac:inkMk id="16" creationId="{DC362B8E-4FA6-7F89-CD58-CAEF9A5A8BF0}"/>
          </ac:inkMkLst>
        </pc:inkChg>
        <pc:inkChg chg="add">
          <ac:chgData name="Rahul Mishra" userId="57c6469e-ac64-4888-811b-35f0aabddbad" providerId="ADAL" clId="{2587B58E-4F3B-47AB-B3EB-62407C9160B0}" dt="2025-09-21T03:12:22.888" v="141" actId="9405"/>
          <ac:inkMkLst>
            <pc:docMk/>
            <pc:sldMk cId="4031109481" sldId="701"/>
            <ac:inkMk id="17" creationId="{6A332FC8-B4F0-66F4-7069-8FDFAEE5F359}"/>
          </ac:inkMkLst>
        </pc:inkChg>
        <pc:inkChg chg="add">
          <ac:chgData name="Rahul Mishra" userId="57c6469e-ac64-4888-811b-35f0aabddbad" providerId="ADAL" clId="{2587B58E-4F3B-47AB-B3EB-62407C9160B0}" dt="2025-09-21T03:12:23.481" v="142" actId="9405"/>
          <ac:inkMkLst>
            <pc:docMk/>
            <pc:sldMk cId="4031109481" sldId="701"/>
            <ac:inkMk id="18" creationId="{AF6C3C21-634C-1295-3940-305881CCE29F}"/>
          </ac:inkMkLst>
        </pc:inkChg>
        <pc:inkChg chg="add">
          <ac:chgData name="Rahul Mishra" userId="57c6469e-ac64-4888-811b-35f0aabddbad" providerId="ADAL" clId="{2587B58E-4F3B-47AB-B3EB-62407C9160B0}" dt="2025-09-21T03:12:23.945" v="143" actId="9405"/>
          <ac:inkMkLst>
            <pc:docMk/>
            <pc:sldMk cId="4031109481" sldId="701"/>
            <ac:inkMk id="19" creationId="{A61668B4-C1E8-61B5-64F0-C6E52B3B6673}"/>
          </ac:inkMkLst>
        </pc:inkChg>
        <pc:inkChg chg="add">
          <ac:chgData name="Rahul Mishra" userId="57c6469e-ac64-4888-811b-35f0aabddbad" providerId="ADAL" clId="{2587B58E-4F3B-47AB-B3EB-62407C9160B0}" dt="2025-09-21T03:12:24.240" v="144" actId="9405"/>
          <ac:inkMkLst>
            <pc:docMk/>
            <pc:sldMk cId="4031109481" sldId="701"/>
            <ac:inkMk id="20" creationId="{0744FC0C-820F-C238-4C57-D049BD2BA4AA}"/>
          </ac:inkMkLst>
        </pc:inkChg>
        <pc:inkChg chg="add">
          <ac:chgData name="Rahul Mishra" userId="57c6469e-ac64-4888-811b-35f0aabddbad" providerId="ADAL" clId="{2587B58E-4F3B-47AB-B3EB-62407C9160B0}" dt="2025-09-21T03:12:24.784" v="145" actId="9405"/>
          <ac:inkMkLst>
            <pc:docMk/>
            <pc:sldMk cId="4031109481" sldId="701"/>
            <ac:inkMk id="21" creationId="{5D81FC81-CE9D-1D60-3E97-1FDF60B94B21}"/>
          </ac:inkMkLst>
        </pc:inkChg>
        <pc:inkChg chg="add mod">
          <ac:chgData name="Rahul Mishra" userId="57c6469e-ac64-4888-811b-35f0aabddbad" providerId="ADAL" clId="{2587B58E-4F3B-47AB-B3EB-62407C9160B0}" dt="2025-09-21T03:12:32.561" v="167"/>
          <ac:inkMkLst>
            <pc:docMk/>
            <pc:sldMk cId="4031109481" sldId="701"/>
            <ac:inkMk id="22" creationId="{90971FE6-5450-0B81-8AEA-CAEFEE68E1CA}"/>
          </ac:inkMkLst>
        </pc:inkChg>
        <pc:inkChg chg="add">
          <ac:chgData name="Rahul Mishra" userId="57c6469e-ac64-4888-811b-35f0aabddbad" providerId="ADAL" clId="{2587B58E-4F3B-47AB-B3EB-62407C9160B0}" dt="2025-09-21T03:12:25.285" v="147" actId="9405"/>
          <ac:inkMkLst>
            <pc:docMk/>
            <pc:sldMk cId="4031109481" sldId="701"/>
            <ac:inkMk id="23" creationId="{B9DE0314-A5D5-FD3B-40C0-BF9B0D4CE65E}"/>
          </ac:inkMkLst>
        </pc:inkChg>
        <pc:inkChg chg="add">
          <ac:chgData name="Rahul Mishra" userId="57c6469e-ac64-4888-811b-35f0aabddbad" providerId="ADAL" clId="{2587B58E-4F3B-47AB-B3EB-62407C9160B0}" dt="2025-09-21T03:12:25.487" v="148" actId="9405"/>
          <ac:inkMkLst>
            <pc:docMk/>
            <pc:sldMk cId="4031109481" sldId="701"/>
            <ac:inkMk id="24" creationId="{D3C8BF3B-7CE1-7671-31AF-1756957E4298}"/>
          </ac:inkMkLst>
        </pc:inkChg>
        <pc:inkChg chg="add">
          <ac:chgData name="Rahul Mishra" userId="57c6469e-ac64-4888-811b-35f0aabddbad" providerId="ADAL" clId="{2587B58E-4F3B-47AB-B3EB-62407C9160B0}" dt="2025-09-21T03:12:25.860" v="149" actId="9405"/>
          <ac:inkMkLst>
            <pc:docMk/>
            <pc:sldMk cId="4031109481" sldId="701"/>
            <ac:inkMk id="25" creationId="{E9E0E52D-F3BF-1F40-633B-3AB7A159E176}"/>
          </ac:inkMkLst>
        </pc:inkChg>
        <pc:inkChg chg="add">
          <ac:chgData name="Rahul Mishra" userId="57c6469e-ac64-4888-811b-35f0aabddbad" providerId="ADAL" clId="{2587B58E-4F3B-47AB-B3EB-62407C9160B0}" dt="2025-09-21T03:12:26.098" v="150" actId="9405"/>
          <ac:inkMkLst>
            <pc:docMk/>
            <pc:sldMk cId="4031109481" sldId="701"/>
            <ac:inkMk id="26" creationId="{7374BB0A-4CAC-52E7-F3CA-E3A83B8D115A}"/>
          </ac:inkMkLst>
        </pc:inkChg>
        <pc:inkChg chg="add">
          <ac:chgData name="Rahul Mishra" userId="57c6469e-ac64-4888-811b-35f0aabddbad" providerId="ADAL" clId="{2587B58E-4F3B-47AB-B3EB-62407C9160B0}" dt="2025-09-21T03:12:26.470" v="151" actId="9405"/>
          <ac:inkMkLst>
            <pc:docMk/>
            <pc:sldMk cId="4031109481" sldId="701"/>
            <ac:inkMk id="27" creationId="{C6913E8F-6F15-AD10-05DA-478748D64F7A}"/>
          </ac:inkMkLst>
        </pc:inkChg>
        <pc:inkChg chg="add">
          <ac:chgData name="Rahul Mishra" userId="57c6469e-ac64-4888-811b-35f0aabddbad" providerId="ADAL" clId="{2587B58E-4F3B-47AB-B3EB-62407C9160B0}" dt="2025-09-21T03:12:26.623" v="152" actId="9405"/>
          <ac:inkMkLst>
            <pc:docMk/>
            <pc:sldMk cId="4031109481" sldId="701"/>
            <ac:inkMk id="28" creationId="{4864A85B-62CC-9426-2C3D-82FC0EAA3E87}"/>
          </ac:inkMkLst>
        </pc:inkChg>
        <pc:inkChg chg="add">
          <ac:chgData name="Rahul Mishra" userId="57c6469e-ac64-4888-811b-35f0aabddbad" providerId="ADAL" clId="{2587B58E-4F3B-47AB-B3EB-62407C9160B0}" dt="2025-09-21T03:12:26.874" v="153" actId="9405"/>
          <ac:inkMkLst>
            <pc:docMk/>
            <pc:sldMk cId="4031109481" sldId="701"/>
            <ac:inkMk id="29" creationId="{ABA4317A-82B0-402C-E2D9-98FE6B2BAFA3}"/>
          </ac:inkMkLst>
        </pc:inkChg>
        <pc:inkChg chg="add">
          <ac:chgData name="Rahul Mishra" userId="57c6469e-ac64-4888-811b-35f0aabddbad" providerId="ADAL" clId="{2587B58E-4F3B-47AB-B3EB-62407C9160B0}" dt="2025-09-21T03:12:27.219" v="154" actId="9405"/>
          <ac:inkMkLst>
            <pc:docMk/>
            <pc:sldMk cId="4031109481" sldId="701"/>
            <ac:inkMk id="30" creationId="{69F6E14E-A5C2-997E-93A9-AD9896EAA05A}"/>
          </ac:inkMkLst>
        </pc:inkChg>
        <pc:inkChg chg="add mod">
          <ac:chgData name="Rahul Mishra" userId="57c6469e-ac64-4888-811b-35f0aabddbad" providerId="ADAL" clId="{2587B58E-4F3B-47AB-B3EB-62407C9160B0}" dt="2025-09-21T03:12:32.561" v="167"/>
          <ac:inkMkLst>
            <pc:docMk/>
            <pc:sldMk cId="4031109481" sldId="701"/>
            <ac:inkMk id="31" creationId="{114050F9-DBA1-52E4-D57F-9409857E67C1}"/>
          </ac:inkMkLst>
        </pc:inkChg>
        <pc:inkChg chg="add">
          <ac:chgData name="Rahul Mishra" userId="57c6469e-ac64-4888-811b-35f0aabddbad" providerId="ADAL" clId="{2587B58E-4F3B-47AB-B3EB-62407C9160B0}" dt="2025-09-21T03:12:27.950" v="156" actId="9405"/>
          <ac:inkMkLst>
            <pc:docMk/>
            <pc:sldMk cId="4031109481" sldId="701"/>
            <ac:inkMk id="32" creationId="{29916438-EDE6-5BDB-E70C-8D5028612FC1}"/>
          </ac:inkMkLst>
        </pc:inkChg>
        <pc:inkChg chg="add">
          <ac:chgData name="Rahul Mishra" userId="57c6469e-ac64-4888-811b-35f0aabddbad" providerId="ADAL" clId="{2587B58E-4F3B-47AB-B3EB-62407C9160B0}" dt="2025-09-21T03:12:28.201" v="157" actId="9405"/>
          <ac:inkMkLst>
            <pc:docMk/>
            <pc:sldMk cId="4031109481" sldId="701"/>
            <ac:inkMk id="33" creationId="{B246AD7F-6B55-10AF-A6F7-69FDC5924F8D}"/>
          </ac:inkMkLst>
        </pc:inkChg>
        <pc:inkChg chg="add">
          <ac:chgData name="Rahul Mishra" userId="57c6469e-ac64-4888-811b-35f0aabddbad" providerId="ADAL" clId="{2587B58E-4F3B-47AB-B3EB-62407C9160B0}" dt="2025-09-21T03:12:28.556" v="158" actId="9405"/>
          <ac:inkMkLst>
            <pc:docMk/>
            <pc:sldMk cId="4031109481" sldId="701"/>
            <ac:inkMk id="34" creationId="{BF3F9BE9-FCF4-26BB-FF99-FD3ABA5FB1C2}"/>
          </ac:inkMkLst>
        </pc:inkChg>
        <pc:inkChg chg="add">
          <ac:chgData name="Rahul Mishra" userId="57c6469e-ac64-4888-811b-35f0aabddbad" providerId="ADAL" clId="{2587B58E-4F3B-47AB-B3EB-62407C9160B0}" dt="2025-09-21T03:12:28.759" v="159" actId="9405"/>
          <ac:inkMkLst>
            <pc:docMk/>
            <pc:sldMk cId="4031109481" sldId="701"/>
            <ac:inkMk id="35" creationId="{BE00124C-0AF9-6509-5402-1F60277DA47B}"/>
          </ac:inkMkLst>
        </pc:inkChg>
        <pc:inkChg chg="add">
          <ac:chgData name="Rahul Mishra" userId="57c6469e-ac64-4888-811b-35f0aabddbad" providerId="ADAL" clId="{2587B58E-4F3B-47AB-B3EB-62407C9160B0}" dt="2025-09-21T03:12:29.653" v="160" actId="9405"/>
          <ac:inkMkLst>
            <pc:docMk/>
            <pc:sldMk cId="4031109481" sldId="701"/>
            <ac:inkMk id="36" creationId="{D0F6EB02-622E-C957-F89F-4D59D6F39B57}"/>
          </ac:inkMkLst>
        </pc:inkChg>
        <pc:inkChg chg="add">
          <ac:chgData name="Rahul Mishra" userId="57c6469e-ac64-4888-811b-35f0aabddbad" providerId="ADAL" clId="{2587B58E-4F3B-47AB-B3EB-62407C9160B0}" dt="2025-09-21T03:12:30.085" v="161" actId="9405"/>
          <ac:inkMkLst>
            <pc:docMk/>
            <pc:sldMk cId="4031109481" sldId="701"/>
            <ac:inkMk id="37" creationId="{7C62A2C9-9038-B413-6D82-0D2024DA03FF}"/>
          </ac:inkMkLst>
        </pc:inkChg>
        <pc:inkChg chg="add">
          <ac:chgData name="Rahul Mishra" userId="57c6469e-ac64-4888-811b-35f0aabddbad" providerId="ADAL" clId="{2587B58E-4F3B-47AB-B3EB-62407C9160B0}" dt="2025-09-21T03:12:30.442" v="162" actId="9405"/>
          <ac:inkMkLst>
            <pc:docMk/>
            <pc:sldMk cId="4031109481" sldId="701"/>
            <ac:inkMk id="38" creationId="{F4D58246-5115-2C83-2C5D-3C1C2E2E5F7F}"/>
          </ac:inkMkLst>
        </pc:inkChg>
        <pc:inkChg chg="add">
          <ac:chgData name="Rahul Mishra" userId="57c6469e-ac64-4888-811b-35f0aabddbad" providerId="ADAL" clId="{2587B58E-4F3B-47AB-B3EB-62407C9160B0}" dt="2025-09-21T03:12:30.846" v="163" actId="9405"/>
          <ac:inkMkLst>
            <pc:docMk/>
            <pc:sldMk cId="4031109481" sldId="701"/>
            <ac:inkMk id="39" creationId="{7BFFA55C-8BF1-6F4C-EB15-D305B99C5002}"/>
          </ac:inkMkLst>
        </pc:inkChg>
        <pc:inkChg chg="add">
          <ac:chgData name="Rahul Mishra" userId="57c6469e-ac64-4888-811b-35f0aabddbad" providerId="ADAL" clId="{2587B58E-4F3B-47AB-B3EB-62407C9160B0}" dt="2025-09-21T03:12:31.110" v="164" actId="9405"/>
          <ac:inkMkLst>
            <pc:docMk/>
            <pc:sldMk cId="4031109481" sldId="701"/>
            <ac:inkMk id="40" creationId="{FA6D7EA0-99BB-0659-6521-BE175B062875}"/>
          </ac:inkMkLst>
        </pc:inkChg>
        <pc:inkChg chg="add">
          <ac:chgData name="Rahul Mishra" userId="57c6469e-ac64-4888-811b-35f0aabddbad" providerId="ADAL" clId="{2587B58E-4F3B-47AB-B3EB-62407C9160B0}" dt="2025-09-21T03:12:31.561" v="165" actId="9405"/>
          <ac:inkMkLst>
            <pc:docMk/>
            <pc:sldMk cId="4031109481" sldId="701"/>
            <ac:inkMk id="41" creationId="{6E9E3711-1419-9768-AE8C-AA49157EF744}"/>
          </ac:inkMkLst>
        </pc:inkChg>
        <pc:inkChg chg="add">
          <ac:chgData name="Rahul Mishra" userId="57c6469e-ac64-4888-811b-35f0aabddbad" providerId="ADAL" clId="{2587B58E-4F3B-47AB-B3EB-62407C9160B0}" dt="2025-09-21T03:12:31.906" v="166" actId="9405"/>
          <ac:inkMkLst>
            <pc:docMk/>
            <pc:sldMk cId="4031109481" sldId="701"/>
            <ac:inkMk id="42" creationId="{A103C69B-6934-01F3-8B76-4F30D8D08549}"/>
          </ac:inkMkLst>
        </pc:inkChg>
        <pc:inkChg chg="add mod">
          <ac:chgData name="Rahul Mishra" userId="57c6469e-ac64-4888-811b-35f0aabddbad" providerId="ADAL" clId="{2587B58E-4F3B-47AB-B3EB-62407C9160B0}" dt="2025-09-21T03:12:39.189" v="179"/>
          <ac:inkMkLst>
            <pc:docMk/>
            <pc:sldMk cId="4031109481" sldId="701"/>
            <ac:inkMk id="48" creationId="{9BE785FB-2B52-B63E-A02C-EC73BA06AE12}"/>
          </ac:inkMkLst>
        </pc:inkChg>
        <pc:inkChg chg="add">
          <ac:chgData name="Rahul Mishra" userId="57c6469e-ac64-4888-811b-35f0aabddbad" providerId="ADAL" clId="{2587B58E-4F3B-47AB-B3EB-62407C9160B0}" dt="2025-09-21T03:12:34.116" v="169" actId="9405"/>
          <ac:inkMkLst>
            <pc:docMk/>
            <pc:sldMk cId="4031109481" sldId="701"/>
            <ac:inkMk id="49" creationId="{6828C2CF-72C1-9BEC-CD4F-0E083B44B06C}"/>
          </ac:inkMkLst>
        </pc:inkChg>
        <pc:inkChg chg="add mod">
          <ac:chgData name="Rahul Mishra" userId="57c6469e-ac64-4888-811b-35f0aabddbad" providerId="ADAL" clId="{2587B58E-4F3B-47AB-B3EB-62407C9160B0}" dt="2025-09-21T03:12:39.189" v="179"/>
          <ac:inkMkLst>
            <pc:docMk/>
            <pc:sldMk cId="4031109481" sldId="701"/>
            <ac:inkMk id="50" creationId="{DC00566C-F8F3-F919-7980-7F4D17302F90}"/>
          </ac:inkMkLst>
        </pc:inkChg>
        <pc:inkChg chg="add">
          <ac:chgData name="Rahul Mishra" userId="57c6469e-ac64-4888-811b-35f0aabddbad" providerId="ADAL" clId="{2587B58E-4F3B-47AB-B3EB-62407C9160B0}" dt="2025-09-21T03:12:34.629" v="171" actId="9405"/>
          <ac:inkMkLst>
            <pc:docMk/>
            <pc:sldMk cId="4031109481" sldId="701"/>
            <ac:inkMk id="51" creationId="{2CB2D17E-E206-4CFA-507E-5A43AF8D37C8}"/>
          </ac:inkMkLst>
        </pc:inkChg>
        <pc:inkChg chg="add mod">
          <ac:chgData name="Rahul Mishra" userId="57c6469e-ac64-4888-811b-35f0aabddbad" providerId="ADAL" clId="{2587B58E-4F3B-47AB-B3EB-62407C9160B0}" dt="2025-09-21T03:12:39.189" v="179"/>
          <ac:inkMkLst>
            <pc:docMk/>
            <pc:sldMk cId="4031109481" sldId="701"/>
            <ac:inkMk id="52" creationId="{1F1EED02-088F-F0B6-5C7D-6AEA627626DA}"/>
          </ac:inkMkLst>
        </pc:inkChg>
        <pc:inkChg chg="add mod">
          <ac:chgData name="Rahul Mishra" userId="57c6469e-ac64-4888-811b-35f0aabddbad" providerId="ADAL" clId="{2587B58E-4F3B-47AB-B3EB-62407C9160B0}" dt="2025-09-21T03:12:39.189" v="179"/>
          <ac:inkMkLst>
            <pc:docMk/>
            <pc:sldMk cId="4031109481" sldId="701"/>
            <ac:inkMk id="53" creationId="{E83F5319-A787-A21E-309D-63E13260004F}"/>
          </ac:inkMkLst>
        </pc:inkChg>
        <pc:inkChg chg="add mod">
          <ac:chgData name="Rahul Mishra" userId="57c6469e-ac64-4888-811b-35f0aabddbad" providerId="ADAL" clId="{2587B58E-4F3B-47AB-B3EB-62407C9160B0}" dt="2025-09-21T03:12:39.189" v="179"/>
          <ac:inkMkLst>
            <pc:docMk/>
            <pc:sldMk cId="4031109481" sldId="701"/>
            <ac:inkMk id="54" creationId="{49D6526C-6DF0-44D5-DC0F-9B700D67B243}"/>
          </ac:inkMkLst>
        </pc:inkChg>
        <pc:inkChg chg="add mod">
          <ac:chgData name="Rahul Mishra" userId="57c6469e-ac64-4888-811b-35f0aabddbad" providerId="ADAL" clId="{2587B58E-4F3B-47AB-B3EB-62407C9160B0}" dt="2025-09-21T03:12:39.189" v="179"/>
          <ac:inkMkLst>
            <pc:docMk/>
            <pc:sldMk cId="4031109481" sldId="701"/>
            <ac:inkMk id="55" creationId="{24D66E61-133D-B7DE-BB99-E6D63DEE27F7}"/>
          </ac:inkMkLst>
        </pc:inkChg>
        <pc:inkChg chg="add mod">
          <ac:chgData name="Rahul Mishra" userId="57c6469e-ac64-4888-811b-35f0aabddbad" providerId="ADAL" clId="{2587B58E-4F3B-47AB-B3EB-62407C9160B0}" dt="2025-09-21T03:12:39.189" v="179"/>
          <ac:inkMkLst>
            <pc:docMk/>
            <pc:sldMk cId="4031109481" sldId="701"/>
            <ac:inkMk id="56" creationId="{9B046FE8-1FF4-1191-24A1-C47BC9F4F340}"/>
          </ac:inkMkLst>
        </pc:inkChg>
        <pc:inkChg chg="add mod">
          <ac:chgData name="Rahul Mishra" userId="57c6469e-ac64-4888-811b-35f0aabddbad" providerId="ADAL" clId="{2587B58E-4F3B-47AB-B3EB-62407C9160B0}" dt="2025-09-21T03:12:39.189" v="179"/>
          <ac:inkMkLst>
            <pc:docMk/>
            <pc:sldMk cId="4031109481" sldId="701"/>
            <ac:inkMk id="57" creationId="{E53C8B21-9B5A-3C16-4775-81AAFFE91785}"/>
          </ac:inkMkLst>
        </pc:inkChg>
        <pc:inkChg chg="add">
          <ac:chgData name="Rahul Mishra" userId="57c6469e-ac64-4888-811b-35f0aabddbad" providerId="ADAL" clId="{2587B58E-4F3B-47AB-B3EB-62407C9160B0}" dt="2025-09-21T03:12:38.497" v="178" actId="9405"/>
          <ac:inkMkLst>
            <pc:docMk/>
            <pc:sldMk cId="4031109481" sldId="701"/>
            <ac:inkMk id="58" creationId="{BE409B42-E5DB-10B6-4652-8FE8168B1BB6}"/>
          </ac:inkMkLst>
        </pc:inkChg>
        <pc:inkChg chg="add mod">
          <ac:chgData name="Rahul Mishra" userId="57c6469e-ac64-4888-811b-35f0aabddbad" providerId="ADAL" clId="{2587B58E-4F3B-47AB-B3EB-62407C9160B0}" dt="2025-09-21T03:12:44.168" v="183"/>
          <ac:inkMkLst>
            <pc:docMk/>
            <pc:sldMk cId="4031109481" sldId="701"/>
            <ac:inkMk id="61" creationId="{541810D0-3B9A-6BF8-606C-3C4EFDF4EA14}"/>
          </ac:inkMkLst>
        </pc:inkChg>
        <pc:inkChg chg="add mod">
          <ac:chgData name="Rahul Mishra" userId="57c6469e-ac64-4888-811b-35f0aabddbad" providerId="ADAL" clId="{2587B58E-4F3B-47AB-B3EB-62407C9160B0}" dt="2025-09-21T03:12:44.168" v="183"/>
          <ac:inkMkLst>
            <pc:docMk/>
            <pc:sldMk cId="4031109481" sldId="701"/>
            <ac:inkMk id="62" creationId="{8FDDEEC5-9531-66DD-67E3-5917BA0C7F48}"/>
          </ac:inkMkLst>
        </pc:inkChg>
        <pc:inkChg chg="add mod">
          <ac:chgData name="Rahul Mishra" userId="57c6469e-ac64-4888-811b-35f0aabddbad" providerId="ADAL" clId="{2587B58E-4F3B-47AB-B3EB-62407C9160B0}" dt="2025-09-21T03:13:00.130" v="198"/>
          <ac:inkMkLst>
            <pc:docMk/>
            <pc:sldMk cId="4031109481" sldId="701"/>
            <ac:inkMk id="63" creationId="{1EC34563-915B-2C6E-FC97-3FD7280C5C08}"/>
          </ac:inkMkLst>
        </pc:inkChg>
        <pc:inkChg chg="add mod">
          <ac:chgData name="Rahul Mishra" userId="57c6469e-ac64-4888-811b-35f0aabddbad" providerId="ADAL" clId="{2587B58E-4F3B-47AB-B3EB-62407C9160B0}" dt="2025-09-21T03:12:52.029" v="188"/>
          <ac:inkMkLst>
            <pc:docMk/>
            <pc:sldMk cId="4031109481" sldId="701"/>
            <ac:inkMk id="65" creationId="{54ED2027-4EDD-6506-ABA9-F48D98041A35}"/>
          </ac:inkMkLst>
        </pc:inkChg>
        <pc:inkChg chg="add mod">
          <ac:chgData name="Rahul Mishra" userId="57c6469e-ac64-4888-811b-35f0aabddbad" providerId="ADAL" clId="{2587B58E-4F3B-47AB-B3EB-62407C9160B0}" dt="2025-09-21T03:12:52.029" v="188"/>
          <ac:inkMkLst>
            <pc:docMk/>
            <pc:sldMk cId="4031109481" sldId="701"/>
            <ac:inkMk id="66" creationId="{CFF89D31-EDDD-A667-66B8-A707236DFB10}"/>
          </ac:inkMkLst>
        </pc:inkChg>
        <pc:inkChg chg="add mod">
          <ac:chgData name="Rahul Mishra" userId="57c6469e-ac64-4888-811b-35f0aabddbad" providerId="ADAL" clId="{2587B58E-4F3B-47AB-B3EB-62407C9160B0}" dt="2025-09-21T03:12:52.029" v="188"/>
          <ac:inkMkLst>
            <pc:docMk/>
            <pc:sldMk cId="4031109481" sldId="701"/>
            <ac:inkMk id="67" creationId="{9328FFFB-8F5D-BF0A-B30C-A4292368036B}"/>
          </ac:inkMkLst>
        </pc:inkChg>
        <pc:inkChg chg="add mod">
          <ac:chgData name="Rahul Mishra" userId="57c6469e-ac64-4888-811b-35f0aabddbad" providerId="ADAL" clId="{2587B58E-4F3B-47AB-B3EB-62407C9160B0}" dt="2025-09-21T03:12:52.029" v="188"/>
          <ac:inkMkLst>
            <pc:docMk/>
            <pc:sldMk cId="4031109481" sldId="701"/>
            <ac:inkMk id="68" creationId="{E88CF18B-065D-5895-0F40-575CE67674B4}"/>
          </ac:inkMkLst>
        </pc:inkChg>
        <pc:inkChg chg="add mod">
          <ac:chgData name="Rahul Mishra" userId="57c6469e-ac64-4888-811b-35f0aabddbad" providerId="ADAL" clId="{2587B58E-4F3B-47AB-B3EB-62407C9160B0}" dt="2025-09-21T03:13:00.130" v="198"/>
          <ac:inkMkLst>
            <pc:docMk/>
            <pc:sldMk cId="4031109481" sldId="701"/>
            <ac:inkMk id="70" creationId="{BE51E510-5A11-24A0-8D0B-32F3A5FB1FC8}"/>
          </ac:inkMkLst>
        </pc:inkChg>
        <pc:inkChg chg="add mod">
          <ac:chgData name="Rahul Mishra" userId="57c6469e-ac64-4888-811b-35f0aabddbad" providerId="ADAL" clId="{2587B58E-4F3B-47AB-B3EB-62407C9160B0}" dt="2025-09-21T03:13:00.130" v="198"/>
          <ac:inkMkLst>
            <pc:docMk/>
            <pc:sldMk cId="4031109481" sldId="701"/>
            <ac:inkMk id="71" creationId="{B73515B3-61B8-FE3D-7BBF-0DC8A1B644C5}"/>
          </ac:inkMkLst>
        </pc:inkChg>
        <pc:inkChg chg="add">
          <ac:chgData name="Rahul Mishra" userId="57c6469e-ac64-4888-811b-35f0aabddbad" providerId="ADAL" clId="{2587B58E-4F3B-47AB-B3EB-62407C9160B0}" dt="2025-09-21T03:12:56.154" v="191" actId="9405"/>
          <ac:inkMkLst>
            <pc:docMk/>
            <pc:sldMk cId="4031109481" sldId="701"/>
            <ac:inkMk id="72" creationId="{ACCF1733-67BB-DFD2-B917-9EB5FE704BFD}"/>
          </ac:inkMkLst>
        </pc:inkChg>
        <pc:inkChg chg="add mod">
          <ac:chgData name="Rahul Mishra" userId="57c6469e-ac64-4888-811b-35f0aabddbad" providerId="ADAL" clId="{2587B58E-4F3B-47AB-B3EB-62407C9160B0}" dt="2025-09-21T03:13:00.130" v="198"/>
          <ac:inkMkLst>
            <pc:docMk/>
            <pc:sldMk cId="4031109481" sldId="701"/>
            <ac:inkMk id="73" creationId="{25F6F2DE-3B3B-3016-901C-E617DDC8943A}"/>
          </ac:inkMkLst>
        </pc:inkChg>
        <pc:inkChg chg="add">
          <ac:chgData name="Rahul Mishra" userId="57c6469e-ac64-4888-811b-35f0aabddbad" providerId="ADAL" clId="{2587B58E-4F3B-47AB-B3EB-62407C9160B0}" dt="2025-09-21T03:12:57.928" v="193" actId="9405"/>
          <ac:inkMkLst>
            <pc:docMk/>
            <pc:sldMk cId="4031109481" sldId="701"/>
            <ac:inkMk id="74" creationId="{69D905BD-AF46-7B3D-EFB8-8CCC586DFAFB}"/>
          </ac:inkMkLst>
        </pc:inkChg>
        <pc:inkChg chg="add mod">
          <ac:chgData name="Rahul Mishra" userId="57c6469e-ac64-4888-811b-35f0aabddbad" providerId="ADAL" clId="{2587B58E-4F3B-47AB-B3EB-62407C9160B0}" dt="2025-09-21T03:13:00.130" v="198"/>
          <ac:inkMkLst>
            <pc:docMk/>
            <pc:sldMk cId="4031109481" sldId="701"/>
            <ac:inkMk id="75" creationId="{332A5CD6-E2FC-DDA7-F28D-3755C671871A}"/>
          </ac:inkMkLst>
        </pc:inkChg>
        <pc:inkChg chg="add">
          <ac:chgData name="Rahul Mishra" userId="57c6469e-ac64-4888-811b-35f0aabddbad" providerId="ADAL" clId="{2587B58E-4F3B-47AB-B3EB-62407C9160B0}" dt="2025-09-21T03:12:58.683" v="195" actId="9405"/>
          <ac:inkMkLst>
            <pc:docMk/>
            <pc:sldMk cId="4031109481" sldId="701"/>
            <ac:inkMk id="76" creationId="{51325753-FE68-C368-05A4-49BACEF97BA5}"/>
          </ac:inkMkLst>
        </pc:inkChg>
        <pc:inkChg chg="add mod">
          <ac:chgData name="Rahul Mishra" userId="57c6469e-ac64-4888-811b-35f0aabddbad" providerId="ADAL" clId="{2587B58E-4F3B-47AB-B3EB-62407C9160B0}" dt="2025-09-21T03:13:00.130" v="198"/>
          <ac:inkMkLst>
            <pc:docMk/>
            <pc:sldMk cId="4031109481" sldId="701"/>
            <ac:inkMk id="77" creationId="{E11CBFAA-A1C3-75A5-7159-61E50CB580BA}"/>
          </ac:inkMkLst>
        </pc:inkChg>
        <pc:inkChg chg="add">
          <ac:chgData name="Rahul Mishra" userId="57c6469e-ac64-4888-811b-35f0aabddbad" providerId="ADAL" clId="{2587B58E-4F3B-47AB-B3EB-62407C9160B0}" dt="2025-09-21T03:12:59.182" v="197" actId="9405"/>
          <ac:inkMkLst>
            <pc:docMk/>
            <pc:sldMk cId="4031109481" sldId="701"/>
            <ac:inkMk id="78" creationId="{427A7DF2-72D4-647C-E583-C8C90123679C}"/>
          </ac:inkMkLst>
        </pc:inkChg>
        <pc:inkChg chg="add mod">
          <ac:chgData name="Rahul Mishra" userId="57c6469e-ac64-4888-811b-35f0aabddbad" providerId="ADAL" clId="{2587B58E-4F3B-47AB-B3EB-62407C9160B0}" dt="2025-09-21T03:13:04.221" v="205"/>
          <ac:inkMkLst>
            <pc:docMk/>
            <pc:sldMk cId="4031109481" sldId="701"/>
            <ac:inkMk id="81" creationId="{3BDDC8F6-B85C-7577-0743-142978DA6D8E}"/>
          </ac:inkMkLst>
        </pc:inkChg>
        <pc:inkChg chg="add mod">
          <ac:chgData name="Rahul Mishra" userId="57c6469e-ac64-4888-811b-35f0aabddbad" providerId="ADAL" clId="{2587B58E-4F3B-47AB-B3EB-62407C9160B0}" dt="2025-09-21T03:13:04.221" v="205"/>
          <ac:inkMkLst>
            <pc:docMk/>
            <pc:sldMk cId="4031109481" sldId="701"/>
            <ac:inkMk id="82" creationId="{49A4C325-D547-8F92-10B7-77EC397E554B}"/>
          </ac:inkMkLst>
        </pc:inkChg>
        <pc:inkChg chg="add mod">
          <ac:chgData name="Rahul Mishra" userId="57c6469e-ac64-4888-811b-35f0aabddbad" providerId="ADAL" clId="{2587B58E-4F3B-47AB-B3EB-62407C9160B0}" dt="2025-09-21T03:13:04.221" v="205"/>
          <ac:inkMkLst>
            <pc:docMk/>
            <pc:sldMk cId="4031109481" sldId="701"/>
            <ac:inkMk id="83" creationId="{8B24761C-66BD-72EE-8478-BAD591AD824E}"/>
          </ac:inkMkLst>
        </pc:inkChg>
        <pc:inkChg chg="add mod">
          <ac:chgData name="Rahul Mishra" userId="57c6469e-ac64-4888-811b-35f0aabddbad" providerId="ADAL" clId="{2587B58E-4F3B-47AB-B3EB-62407C9160B0}" dt="2025-09-21T03:13:04.221" v="205"/>
          <ac:inkMkLst>
            <pc:docMk/>
            <pc:sldMk cId="4031109481" sldId="701"/>
            <ac:inkMk id="84" creationId="{D3EE60AD-8FCE-48AA-34D1-019AEEBF5ED6}"/>
          </ac:inkMkLst>
        </pc:inkChg>
        <pc:inkChg chg="add mod">
          <ac:chgData name="Rahul Mishra" userId="57c6469e-ac64-4888-811b-35f0aabddbad" providerId="ADAL" clId="{2587B58E-4F3B-47AB-B3EB-62407C9160B0}" dt="2025-09-21T03:13:04.221" v="205"/>
          <ac:inkMkLst>
            <pc:docMk/>
            <pc:sldMk cId="4031109481" sldId="701"/>
            <ac:inkMk id="85" creationId="{EA965164-F93E-5B5B-79AA-B82A2CD1994B}"/>
          </ac:inkMkLst>
        </pc:inkChg>
        <pc:inkChg chg="add mod">
          <ac:chgData name="Rahul Mishra" userId="57c6469e-ac64-4888-811b-35f0aabddbad" providerId="ADAL" clId="{2587B58E-4F3B-47AB-B3EB-62407C9160B0}" dt="2025-09-21T03:13:04.221" v="205"/>
          <ac:inkMkLst>
            <pc:docMk/>
            <pc:sldMk cId="4031109481" sldId="701"/>
            <ac:inkMk id="86" creationId="{EC0919EB-0DA1-4357-1684-B76F70D06A58}"/>
          </ac:inkMkLst>
        </pc:inkChg>
      </pc:sldChg>
      <pc:sldChg chg="addSp delSp mod">
        <pc:chgData name="Rahul Mishra" userId="57c6469e-ac64-4888-811b-35f0aabddbad" providerId="ADAL" clId="{2587B58E-4F3B-47AB-B3EB-62407C9160B0}" dt="2025-09-21T03:51:30.105" v="214"/>
        <pc:sldMkLst>
          <pc:docMk/>
          <pc:sldMk cId="3333371238" sldId="702"/>
        </pc:sldMkLst>
        <pc:inkChg chg="del">
          <ac:chgData name="Rahul Mishra" userId="57c6469e-ac64-4888-811b-35f0aabddbad" providerId="ADAL" clId="{2587B58E-4F3B-47AB-B3EB-62407C9160B0}" dt="2025-09-20T02:29:02.599" v="7" actId="478"/>
          <ac:inkMkLst>
            <pc:docMk/>
            <pc:sldMk cId="3333371238" sldId="702"/>
            <ac:inkMk id="3" creationId="{00000000-0000-0000-0000-000000000000}"/>
          </ac:inkMkLst>
        </pc:inkChg>
        <pc:inkChg chg="add">
          <ac:chgData name="Rahul Mishra" userId="57c6469e-ac64-4888-811b-35f0aabddbad" providerId="ADAL" clId="{2587B58E-4F3B-47AB-B3EB-62407C9160B0}" dt="2025-09-21T03:51:30.105" v="214"/>
          <ac:inkMkLst>
            <pc:docMk/>
            <pc:sldMk cId="3333371238" sldId="702"/>
            <ac:inkMk id="3" creationId="{0FBC59B9-FF7E-023C-38DF-7A5675930635}"/>
          </ac:inkMkLst>
        </pc:inkChg>
      </pc:sldChg>
      <pc:sldChg chg="addSp delSp mod">
        <pc:chgData name="Rahul Mishra" userId="57c6469e-ac64-4888-811b-35f0aabddbad" providerId="ADAL" clId="{2587B58E-4F3B-47AB-B3EB-62407C9160B0}" dt="2025-09-21T03:17:48.730" v="206"/>
        <pc:sldMkLst>
          <pc:docMk/>
          <pc:sldMk cId="2307308651" sldId="703"/>
        </pc:sldMkLst>
        <pc:inkChg chg="add">
          <ac:chgData name="Rahul Mishra" userId="57c6469e-ac64-4888-811b-35f0aabddbad" providerId="ADAL" clId="{2587B58E-4F3B-47AB-B3EB-62407C9160B0}" dt="2025-09-21T03:17:48.730" v="206"/>
          <ac:inkMkLst>
            <pc:docMk/>
            <pc:sldMk cId="2307308651" sldId="703"/>
            <ac:inkMk id="2" creationId="{08DBBF2A-3663-5C95-A85C-26F5BC0757E5}"/>
          </ac:inkMkLst>
        </pc:inkChg>
        <pc:inkChg chg="del">
          <ac:chgData name="Rahul Mishra" userId="57c6469e-ac64-4888-811b-35f0aabddbad" providerId="ADAL" clId="{2587B58E-4F3B-47AB-B3EB-62407C9160B0}" dt="2025-09-20T02:29:10.492" v="9" actId="478"/>
          <ac:inkMkLst>
            <pc:docMk/>
            <pc:sldMk cId="2307308651" sldId="703"/>
            <ac:inkMk id="4" creationId="{00000000-0000-0000-0000-000000000000}"/>
          </ac:inkMkLst>
        </pc:inkChg>
      </pc:sldChg>
      <pc:sldChg chg="delSp mod">
        <pc:chgData name="Rahul Mishra" userId="57c6469e-ac64-4888-811b-35f0aabddbad" providerId="ADAL" clId="{2587B58E-4F3B-47AB-B3EB-62407C9160B0}" dt="2025-09-20T02:29:42.467" v="15" actId="478"/>
        <pc:sldMkLst>
          <pc:docMk/>
          <pc:sldMk cId="3684373202" sldId="704"/>
        </pc:sldMkLst>
        <pc:inkChg chg="del">
          <ac:chgData name="Rahul Mishra" userId="57c6469e-ac64-4888-811b-35f0aabddbad" providerId="ADAL" clId="{2587B58E-4F3B-47AB-B3EB-62407C9160B0}" dt="2025-09-20T02:29:42.467" v="15" actId="478"/>
          <ac:inkMkLst>
            <pc:docMk/>
            <pc:sldMk cId="3684373202" sldId="704"/>
            <ac:inkMk id="3" creationId="{00000000-0000-0000-0000-000000000000}"/>
          </ac:inkMkLst>
        </pc:inkChg>
      </pc:sldChg>
      <pc:sldChg chg="delSp mod">
        <pc:chgData name="Rahul Mishra" userId="57c6469e-ac64-4888-811b-35f0aabddbad" providerId="ADAL" clId="{2587B58E-4F3B-47AB-B3EB-62407C9160B0}" dt="2025-09-20T02:29:55.253" v="17" actId="478"/>
        <pc:sldMkLst>
          <pc:docMk/>
          <pc:sldMk cId="2392840208" sldId="705"/>
        </pc:sldMkLst>
        <pc:inkChg chg="del">
          <ac:chgData name="Rahul Mishra" userId="57c6469e-ac64-4888-811b-35f0aabddbad" providerId="ADAL" clId="{2587B58E-4F3B-47AB-B3EB-62407C9160B0}" dt="2025-09-20T02:29:55.253" v="17" actId="478"/>
          <ac:inkMkLst>
            <pc:docMk/>
            <pc:sldMk cId="2392840208" sldId="705"/>
            <ac:inkMk id="3" creationId="{00000000-0000-0000-0000-000000000000}"/>
          </ac:inkMkLst>
        </pc:inkChg>
      </pc:sldChg>
      <pc:sldChg chg="addSp delSp modSp new mod">
        <pc:chgData name="Rahul Mishra" userId="57c6469e-ac64-4888-811b-35f0aabddbad" providerId="ADAL" clId="{2587B58E-4F3B-47AB-B3EB-62407C9160B0}" dt="2025-09-21T03:02:54.618" v="85"/>
        <pc:sldMkLst>
          <pc:docMk/>
          <pc:sldMk cId="3456914660" sldId="706"/>
        </pc:sldMkLst>
        <pc:spChg chg="del">
          <ac:chgData name="Rahul Mishra" userId="57c6469e-ac64-4888-811b-35f0aabddbad" providerId="ADAL" clId="{2587B58E-4F3B-47AB-B3EB-62407C9160B0}" dt="2025-09-21T02:39:29.937" v="31" actId="478"/>
          <ac:spMkLst>
            <pc:docMk/>
            <pc:sldMk cId="3456914660" sldId="706"/>
            <ac:spMk id="2" creationId="{3D20E3EC-5F97-182A-DBD9-FC87656A937B}"/>
          </ac:spMkLst>
        </pc:spChg>
        <pc:spChg chg="del">
          <ac:chgData name="Rahul Mishra" userId="57c6469e-ac64-4888-811b-35f0aabddbad" providerId="ADAL" clId="{2587B58E-4F3B-47AB-B3EB-62407C9160B0}" dt="2025-09-21T02:39:27.957" v="30" actId="478"/>
          <ac:spMkLst>
            <pc:docMk/>
            <pc:sldMk cId="3456914660" sldId="706"/>
            <ac:spMk id="3" creationId="{00E0F392-5582-315D-E45A-578C8CEAEC4E}"/>
          </ac:spMkLst>
        </pc:spChg>
        <pc:spChg chg="del">
          <ac:chgData name="Rahul Mishra" userId="57c6469e-ac64-4888-811b-35f0aabddbad" providerId="ADAL" clId="{2587B58E-4F3B-47AB-B3EB-62407C9160B0}" dt="2025-09-21T02:39:33.871" v="32" actId="478"/>
          <ac:spMkLst>
            <pc:docMk/>
            <pc:sldMk cId="3456914660" sldId="706"/>
            <ac:spMk id="4" creationId="{ABAE5A84-BB8C-A117-DCBA-80F1DDB6A77E}"/>
          </ac:spMkLst>
        </pc:spChg>
        <pc:grpChg chg="mod">
          <ac:chgData name="Rahul Mishra" userId="57c6469e-ac64-4888-811b-35f0aabddbad" providerId="ADAL" clId="{2587B58E-4F3B-47AB-B3EB-62407C9160B0}" dt="2025-09-21T03:02:13.112" v="78"/>
          <ac:grpSpMkLst>
            <pc:docMk/>
            <pc:sldMk cId="3456914660" sldId="706"/>
            <ac:grpSpMk id="14" creationId="{5786395C-6F51-B2D5-B3FC-EA44CF5AC4C4}"/>
          </ac:grpSpMkLst>
        </pc:grpChg>
        <pc:grpChg chg="mod">
          <ac:chgData name="Rahul Mishra" userId="57c6469e-ac64-4888-811b-35f0aabddbad" providerId="ADAL" clId="{2587B58E-4F3B-47AB-B3EB-62407C9160B0}" dt="2025-09-21T03:02:54.618" v="85"/>
          <ac:grpSpMkLst>
            <pc:docMk/>
            <pc:sldMk cId="3456914660" sldId="706"/>
            <ac:grpSpMk id="21" creationId="{12A926BC-4E2D-7D15-D1E7-78CF80D9AEAD}"/>
          </ac:grpSpMkLst>
        </pc:grpChg>
        <pc:inkChg chg="add">
          <ac:chgData name="Rahul Mishra" userId="57c6469e-ac64-4888-811b-35f0aabddbad" providerId="ADAL" clId="{2587B58E-4F3B-47AB-B3EB-62407C9160B0}" dt="2025-09-21T02:50:07.007" v="34"/>
          <ac:inkMkLst>
            <pc:docMk/>
            <pc:sldMk cId="3456914660" sldId="706"/>
            <ac:inkMk id="6" creationId="{B4A6A1BC-C618-E9C8-9E87-CCE6B2572590}"/>
          </ac:inkMkLst>
        </pc:inkChg>
        <pc:inkChg chg="add">
          <ac:chgData name="Rahul Mishra" userId="57c6469e-ac64-4888-811b-35f0aabddbad" providerId="ADAL" clId="{2587B58E-4F3B-47AB-B3EB-62407C9160B0}" dt="2025-09-21T03:02:07.379" v="71" actId="9405"/>
          <ac:inkMkLst>
            <pc:docMk/>
            <pc:sldMk cId="3456914660" sldId="706"/>
            <ac:inkMk id="7" creationId="{2DBEBD67-438F-006B-298C-82B6B8520066}"/>
          </ac:inkMkLst>
        </pc:inkChg>
        <pc:inkChg chg="add mod">
          <ac:chgData name="Rahul Mishra" userId="57c6469e-ac64-4888-811b-35f0aabddbad" providerId="ADAL" clId="{2587B58E-4F3B-47AB-B3EB-62407C9160B0}" dt="2025-09-21T03:02:13.112" v="78"/>
          <ac:inkMkLst>
            <pc:docMk/>
            <pc:sldMk cId="3456914660" sldId="706"/>
            <ac:inkMk id="8" creationId="{40C1EB25-4A29-4A3B-C848-88A9AC0AC0D8}"/>
          </ac:inkMkLst>
        </pc:inkChg>
        <pc:inkChg chg="add mod">
          <ac:chgData name="Rahul Mishra" userId="57c6469e-ac64-4888-811b-35f0aabddbad" providerId="ADAL" clId="{2587B58E-4F3B-47AB-B3EB-62407C9160B0}" dt="2025-09-21T03:02:13.112" v="78"/>
          <ac:inkMkLst>
            <pc:docMk/>
            <pc:sldMk cId="3456914660" sldId="706"/>
            <ac:inkMk id="9" creationId="{46524043-1FCB-E523-0E7D-E7F7B1BD0420}"/>
          </ac:inkMkLst>
        </pc:inkChg>
        <pc:inkChg chg="add mod">
          <ac:chgData name="Rahul Mishra" userId="57c6469e-ac64-4888-811b-35f0aabddbad" providerId="ADAL" clId="{2587B58E-4F3B-47AB-B3EB-62407C9160B0}" dt="2025-09-21T03:02:13.112" v="78"/>
          <ac:inkMkLst>
            <pc:docMk/>
            <pc:sldMk cId="3456914660" sldId="706"/>
            <ac:inkMk id="10" creationId="{97E6AEC5-D2C4-3810-7FD0-DD46F83736EC}"/>
          </ac:inkMkLst>
        </pc:inkChg>
        <pc:inkChg chg="add mod">
          <ac:chgData name="Rahul Mishra" userId="57c6469e-ac64-4888-811b-35f0aabddbad" providerId="ADAL" clId="{2587B58E-4F3B-47AB-B3EB-62407C9160B0}" dt="2025-09-21T03:02:13.112" v="78"/>
          <ac:inkMkLst>
            <pc:docMk/>
            <pc:sldMk cId="3456914660" sldId="706"/>
            <ac:inkMk id="11" creationId="{ED27CEF2-9629-122B-FEA2-5A9ABAA4017C}"/>
          </ac:inkMkLst>
        </pc:inkChg>
        <pc:inkChg chg="add mod">
          <ac:chgData name="Rahul Mishra" userId="57c6469e-ac64-4888-811b-35f0aabddbad" providerId="ADAL" clId="{2587B58E-4F3B-47AB-B3EB-62407C9160B0}" dt="2025-09-21T03:02:13.112" v="78"/>
          <ac:inkMkLst>
            <pc:docMk/>
            <pc:sldMk cId="3456914660" sldId="706"/>
            <ac:inkMk id="12" creationId="{01C66B35-E3D9-061F-E702-C424B0A2410E}"/>
          </ac:inkMkLst>
        </pc:inkChg>
        <pc:inkChg chg="add mod">
          <ac:chgData name="Rahul Mishra" userId="57c6469e-ac64-4888-811b-35f0aabddbad" providerId="ADAL" clId="{2587B58E-4F3B-47AB-B3EB-62407C9160B0}" dt="2025-09-21T03:02:13.112" v="78"/>
          <ac:inkMkLst>
            <pc:docMk/>
            <pc:sldMk cId="3456914660" sldId="706"/>
            <ac:inkMk id="13" creationId="{78070CA3-AD00-1884-061C-FE91DC0938A5}"/>
          </ac:inkMkLst>
        </pc:inkChg>
        <pc:inkChg chg="add">
          <ac:chgData name="Rahul Mishra" userId="57c6469e-ac64-4888-811b-35f0aabddbad" providerId="ADAL" clId="{2587B58E-4F3B-47AB-B3EB-62407C9160B0}" dt="2025-09-21T03:02:25.179" v="79" actId="9405"/>
          <ac:inkMkLst>
            <pc:docMk/>
            <pc:sldMk cId="3456914660" sldId="706"/>
            <ac:inkMk id="15" creationId="{383C2EE9-271E-F9F4-ECC5-DA945AFCD696}"/>
          </ac:inkMkLst>
        </pc:inkChg>
        <pc:inkChg chg="add">
          <ac:chgData name="Rahul Mishra" userId="57c6469e-ac64-4888-811b-35f0aabddbad" providerId="ADAL" clId="{2587B58E-4F3B-47AB-B3EB-62407C9160B0}" dt="2025-09-21T03:02:33.260" v="80" actId="9405"/>
          <ac:inkMkLst>
            <pc:docMk/>
            <pc:sldMk cId="3456914660" sldId="706"/>
            <ac:inkMk id="16" creationId="{4529C1F3-3AAE-EE53-3C2A-983D673D8871}"/>
          </ac:inkMkLst>
        </pc:inkChg>
        <pc:inkChg chg="add">
          <ac:chgData name="Rahul Mishra" userId="57c6469e-ac64-4888-811b-35f0aabddbad" providerId="ADAL" clId="{2587B58E-4F3B-47AB-B3EB-62407C9160B0}" dt="2025-09-21T03:02:39.871" v="81" actId="9405"/>
          <ac:inkMkLst>
            <pc:docMk/>
            <pc:sldMk cId="3456914660" sldId="706"/>
            <ac:inkMk id="17" creationId="{2C2C4F0C-7CC0-B161-7CBB-EA06679E155E}"/>
          </ac:inkMkLst>
        </pc:inkChg>
        <pc:inkChg chg="add">
          <ac:chgData name="Rahul Mishra" userId="57c6469e-ac64-4888-811b-35f0aabddbad" providerId="ADAL" clId="{2587B58E-4F3B-47AB-B3EB-62407C9160B0}" dt="2025-09-21T03:02:51.022" v="82" actId="9405"/>
          <ac:inkMkLst>
            <pc:docMk/>
            <pc:sldMk cId="3456914660" sldId="706"/>
            <ac:inkMk id="18" creationId="{26DB43EE-6F1E-6898-9AC7-E0258BEFA36B}"/>
          </ac:inkMkLst>
        </pc:inkChg>
        <pc:inkChg chg="add mod">
          <ac:chgData name="Rahul Mishra" userId="57c6469e-ac64-4888-811b-35f0aabddbad" providerId="ADAL" clId="{2587B58E-4F3B-47AB-B3EB-62407C9160B0}" dt="2025-09-21T03:02:54.618" v="85"/>
          <ac:inkMkLst>
            <pc:docMk/>
            <pc:sldMk cId="3456914660" sldId="706"/>
            <ac:inkMk id="19" creationId="{7222A9CD-559E-D342-A437-53AB954A3558}"/>
          </ac:inkMkLst>
        </pc:inkChg>
        <pc:inkChg chg="add mod">
          <ac:chgData name="Rahul Mishra" userId="57c6469e-ac64-4888-811b-35f0aabddbad" providerId="ADAL" clId="{2587B58E-4F3B-47AB-B3EB-62407C9160B0}" dt="2025-09-21T03:02:54.618" v="85"/>
          <ac:inkMkLst>
            <pc:docMk/>
            <pc:sldMk cId="3456914660" sldId="706"/>
            <ac:inkMk id="20" creationId="{636F6F6D-5FB3-A933-F9BB-FA8A69A067E8}"/>
          </ac:inkMkLst>
        </pc:inkChg>
      </pc:sldChg>
      <pc:sldChg chg="addSp delSp modSp add mod">
        <pc:chgData name="Rahul Mishra" userId="57c6469e-ac64-4888-811b-35f0aabddbad" providerId="ADAL" clId="{2587B58E-4F3B-47AB-B3EB-62407C9160B0}" dt="2025-09-21T02:51:06.324" v="44"/>
        <pc:sldMkLst>
          <pc:docMk/>
          <pc:sldMk cId="2374211078" sldId="707"/>
        </pc:sldMkLst>
        <pc:grpChg chg="del mod">
          <ac:chgData name="Rahul Mishra" userId="57c6469e-ac64-4888-811b-35f0aabddbad" providerId="ADAL" clId="{2587B58E-4F3B-47AB-B3EB-62407C9160B0}" dt="2025-09-21T02:50:59.564" v="40"/>
          <ac:grpSpMkLst>
            <pc:docMk/>
            <pc:sldMk cId="2374211078" sldId="707"/>
            <ac:grpSpMk id="6" creationId="{C9A8D405-7514-9CD6-095F-1CAECC57A1A1}"/>
          </ac:grpSpMkLst>
        </pc:grpChg>
        <pc:grpChg chg="mod">
          <ac:chgData name="Rahul Mishra" userId="57c6469e-ac64-4888-811b-35f0aabddbad" providerId="ADAL" clId="{2587B58E-4F3B-47AB-B3EB-62407C9160B0}" dt="2025-09-21T02:50:59.564" v="40"/>
          <ac:grpSpMkLst>
            <pc:docMk/>
            <pc:sldMk cId="2374211078" sldId="707"/>
            <ac:grpSpMk id="8" creationId="{1D1FF2C1-E0A6-D345-2D66-A2B88BB643B1}"/>
          </ac:grpSpMkLst>
        </pc:grpChg>
        <pc:grpChg chg="mod">
          <ac:chgData name="Rahul Mishra" userId="57c6469e-ac64-4888-811b-35f0aabddbad" providerId="ADAL" clId="{2587B58E-4F3B-47AB-B3EB-62407C9160B0}" dt="2025-09-21T02:51:06.324" v="44"/>
          <ac:grpSpMkLst>
            <pc:docMk/>
            <pc:sldMk cId="2374211078" sldId="707"/>
            <ac:grpSpMk id="12" creationId="{E34ECF8E-EC73-73A9-F064-5ECEF353711E}"/>
          </ac:grpSpMkLst>
        </pc:grpChg>
        <pc:inkChg chg="add">
          <ac:chgData name="Rahul Mishra" userId="57c6469e-ac64-4888-811b-35f0aabddbad" providerId="ADAL" clId="{2587B58E-4F3B-47AB-B3EB-62407C9160B0}" dt="2025-09-21T02:50:07.007" v="34"/>
          <ac:inkMkLst>
            <pc:docMk/>
            <pc:sldMk cId="2374211078" sldId="707"/>
            <ac:inkMk id="2" creationId="{35F6970F-E4C4-30D2-1099-449A5E53B2A5}"/>
          </ac:inkMkLst>
        </pc:inkChg>
        <pc:inkChg chg="add mod">
          <ac:chgData name="Rahul Mishra" userId="57c6469e-ac64-4888-811b-35f0aabddbad" providerId="ADAL" clId="{2587B58E-4F3B-47AB-B3EB-62407C9160B0}" dt="2025-09-21T02:50:59.564" v="40"/>
          <ac:inkMkLst>
            <pc:docMk/>
            <pc:sldMk cId="2374211078" sldId="707"/>
            <ac:inkMk id="3" creationId="{956A81C9-19E0-4CBC-7C27-118C36B1581F}"/>
          </ac:inkMkLst>
        </pc:inkChg>
        <pc:inkChg chg="add mod">
          <ac:chgData name="Rahul Mishra" userId="57c6469e-ac64-4888-811b-35f0aabddbad" providerId="ADAL" clId="{2587B58E-4F3B-47AB-B3EB-62407C9160B0}" dt="2025-09-21T02:50:59.564" v="40"/>
          <ac:inkMkLst>
            <pc:docMk/>
            <pc:sldMk cId="2374211078" sldId="707"/>
            <ac:inkMk id="4" creationId="{F3A619F6-D769-CDCE-F4F6-AA5CCF6CC066}"/>
          </ac:inkMkLst>
        </pc:inkChg>
        <pc:inkChg chg="add mod">
          <ac:chgData name="Rahul Mishra" userId="57c6469e-ac64-4888-811b-35f0aabddbad" providerId="ADAL" clId="{2587B58E-4F3B-47AB-B3EB-62407C9160B0}" dt="2025-09-21T02:50:59.564" v="40"/>
          <ac:inkMkLst>
            <pc:docMk/>
            <pc:sldMk cId="2374211078" sldId="707"/>
            <ac:inkMk id="7" creationId="{5C58D4AC-90FB-4E1A-65CB-E4E10B97A41E}"/>
          </ac:inkMkLst>
        </pc:inkChg>
        <pc:inkChg chg="add mod">
          <ac:chgData name="Rahul Mishra" userId="57c6469e-ac64-4888-811b-35f0aabddbad" providerId="ADAL" clId="{2587B58E-4F3B-47AB-B3EB-62407C9160B0}" dt="2025-09-21T02:51:06.324" v="44"/>
          <ac:inkMkLst>
            <pc:docMk/>
            <pc:sldMk cId="2374211078" sldId="707"/>
            <ac:inkMk id="9" creationId="{21D138C3-854D-47C8-BA0B-1F55613F33A2}"/>
          </ac:inkMkLst>
        </pc:inkChg>
        <pc:inkChg chg="add mod">
          <ac:chgData name="Rahul Mishra" userId="57c6469e-ac64-4888-811b-35f0aabddbad" providerId="ADAL" clId="{2587B58E-4F3B-47AB-B3EB-62407C9160B0}" dt="2025-09-21T02:51:06.324" v="44"/>
          <ac:inkMkLst>
            <pc:docMk/>
            <pc:sldMk cId="2374211078" sldId="707"/>
            <ac:inkMk id="10" creationId="{F1482524-A945-47DB-5F23-947AE0132482}"/>
          </ac:inkMkLst>
        </pc:inkChg>
        <pc:inkChg chg="add mod">
          <ac:chgData name="Rahul Mishra" userId="57c6469e-ac64-4888-811b-35f0aabddbad" providerId="ADAL" clId="{2587B58E-4F3B-47AB-B3EB-62407C9160B0}" dt="2025-09-21T02:51:06.324" v="44"/>
          <ac:inkMkLst>
            <pc:docMk/>
            <pc:sldMk cId="2374211078" sldId="707"/>
            <ac:inkMk id="11" creationId="{762530B3-6661-E6C7-54FD-73829D09CFFB}"/>
          </ac:inkMkLst>
        </pc:inkChg>
      </pc:sldChg>
      <pc:sldChg chg="addSp delSp modSp new mod">
        <pc:chgData name="Rahul Mishra" userId="57c6469e-ac64-4888-811b-35f0aabddbad" providerId="ADAL" clId="{2587B58E-4F3B-47AB-B3EB-62407C9160B0}" dt="2025-09-21T02:58:35.852" v="64" actId="9405"/>
        <pc:sldMkLst>
          <pc:docMk/>
          <pc:sldMk cId="508853602" sldId="708"/>
        </pc:sldMkLst>
        <pc:grpChg chg="del mod">
          <ac:chgData name="Rahul Mishra" userId="57c6469e-ac64-4888-811b-35f0aabddbad" providerId="ADAL" clId="{2587B58E-4F3B-47AB-B3EB-62407C9160B0}" dt="2025-09-21T02:57:55.479" v="59"/>
          <ac:grpSpMkLst>
            <pc:docMk/>
            <pc:sldMk cId="508853602" sldId="708"/>
            <ac:grpSpMk id="10" creationId="{89A24F5F-404C-84F7-F3BA-782AD2FB5458}"/>
          </ac:grpSpMkLst>
        </pc:grpChg>
        <pc:grpChg chg="mod">
          <ac:chgData name="Rahul Mishra" userId="57c6469e-ac64-4888-811b-35f0aabddbad" providerId="ADAL" clId="{2587B58E-4F3B-47AB-B3EB-62407C9160B0}" dt="2025-09-21T02:57:55.479" v="59"/>
          <ac:grpSpMkLst>
            <pc:docMk/>
            <pc:sldMk cId="508853602" sldId="708"/>
            <ac:grpSpMk id="17" creationId="{F2943FEF-842C-DD2B-AF0C-60B1A0081C63}"/>
          </ac:grpSpMkLst>
        </pc:grpChg>
        <pc:grpChg chg="mod">
          <ac:chgData name="Rahul Mishra" userId="57c6469e-ac64-4888-811b-35f0aabddbad" providerId="ADAL" clId="{2587B58E-4F3B-47AB-B3EB-62407C9160B0}" dt="2025-09-21T02:58:13.857" v="62"/>
          <ac:grpSpMkLst>
            <pc:docMk/>
            <pc:sldMk cId="508853602" sldId="708"/>
            <ac:grpSpMk id="20" creationId="{077CC7FC-2B00-57DE-0F8E-6FB66990E635}"/>
          </ac:grpSpMkLst>
        </pc:grpChg>
        <pc:inkChg chg="add">
          <ac:chgData name="Rahul Mishra" userId="57c6469e-ac64-4888-811b-35f0aabddbad" providerId="ADAL" clId="{2587B58E-4F3B-47AB-B3EB-62407C9160B0}" dt="2025-09-21T02:56:47.439" v="45"/>
          <ac:inkMkLst>
            <pc:docMk/>
            <pc:sldMk cId="508853602" sldId="708"/>
            <ac:inkMk id="3" creationId="{DDF72B86-618F-2694-2BEE-D634FE658813}"/>
          </ac:inkMkLst>
        </pc:inkChg>
        <pc:inkChg chg="add">
          <ac:chgData name="Rahul Mishra" userId="57c6469e-ac64-4888-811b-35f0aabddbad" providerId="ADAL" clId="{2587B58E-4F3B-47AB-B3EB-62407C9160B0}" dt="2025-09-21T02:57:21.151" v="46" actId="9405"/>
          <ac:inkMkLst>
            <pc:docMk/>
            <pc:sldMk cId="508853602" sldId="708"/>
            <ac:inkMk id="4" creationId="{E096B9D8-29A4-5261-B8C4-9909F9A73B7D}"/>
          </ac:inkMkLst>
        </pc:inkChg>
        <pc:inkChg chg="add">
          <ac:chgData name="Rahul Mishra" userId="57c6469e-ac64-4888-811b-35f0aabddbad" providerId="ADAL" clId="{2587B58E-4F3B-47AB-B3EB-62407C9160B0}" dt="2025-09-21T02:57:31.010" v="47" actId="9405"/>
          <ac:inkMkLst>
            <pc:docMk/>
            <pc:sldMk cId="508853602" sldId="708"/>
            <ac:inkMk id="5" creationId="{A01F1AD2-C9D4-5860-B2A8-71D72608E6A3}"/>
          </ac:inkMkLst>
        </pc:inkChg>
        <pc:inkChg chg="add mod">
          <ac:chgData name="Rahul Mishra" userId="57c6469e-ac64-4888-811b-35f0aabddbad" providerId="ADAL" clId="{2587B58E-4F3B-47AB-B3EB-62407C9160B0}" dt="2025-09-21T02:57:55.479" v="59"/>
          <ac:inkMkLst>
            <pc:docMk/>
            <pc:sldMk cId="508853602" sldId="708"/>
            <ac:inkMk id="6" creationId="{FEC86AA9-B8C0-5AFB-4641-76D35732D92A}"/>
          </ac:inkMkLst>
        </pc:inkChg>
        <pc:inkChg chg="add mod">
          <ac:chgData name="Rahul Mishra" userId="57c6469e-ac64-4888-811b-35f0aabddbad" providerId="ADAL" clId="{2587B58E-4F3B-47AB-B3EB-62407C9160B0}" dt="2025-09-21T02:57:55.479" v="59"/>
          <ac:inkMkLst>
            <pc:docMk/>
            <pc:sldMk cId="508853602" sldId="708"/>
            <ac:inkMk id="7" creationId="{23897E12-B03E-6660-67E6-E58DD38C11C7}"/>
          </ac:inkMkLst>
        </pc:inkChg>
        <pc:inkChg chg="add mod">
          <ac:chgData name="Rahul Mishra" userId="57c6469e-ac64-4888-811b-35f0aabddbad" providerId="ADAL" clId="{2587B58E-4F3B-47AB-B3EB-62407C9160B0}" dt="2025-09-21T02:57:55.479" v="59"/>
          <ac:inkMkLst>
            <pc:docMk/>
            <pc:sldMk cId="508853602" sldId="708"/>
            <ac:inkMk id="8" creationId="{A792C40C-00B5-41C4-0125-E24DFE9CD055}"/>
          </ac:inkMkLst>
        </pc:inkChg>
        <pc:inkChg chg="add mod">
          <ac:chgData name="Rahul Mishra" userId="57c6469e-ac64-4888-811b-35f0aabddbad" providerId="ADAL" clId="{2587B58E-4F3B-47AB-B3EB-62407C9160B0}" dt="2025-09-21T02:57:51.367" v="52"/>
          <ac:inkMkLst>
            <pc:docMk/>
            <pc:sldMk cId="508853602" sldId="708"/>
            <ac:inkMk id="9" creationId="{F68766C4-323A-439E-A18C-3705CA07E867}"/>
          </ac:inkMkLst>
        </pc:inkChg>
        <pc:inkChg chg="add mod">
          <ac:chgData name="Rahul Mishra" userId="57c6469e-ac64-4888-811b-35f0aabddbad" providerId="ADAL" clId="{2587B58E-4F3B-47AB-B3EB-62407C9160B0}" dt="2025-09-21T02:57:55.479" v="59"/>
          <ac:inkMkLst>
            <pc:docMk/>
            <pc:sldMk cId="508853602" sldId="708"/>
            <ac:inkMk id="11" creationId="{E91050E2-0EAA-E721-9941-74CE9CCDE32C}"/>
          </ac:inkMkLst>
        </pc:inkChg>
        <pc:inkChg chg="add mod">
          <ac:chgData name="Rahul Mishra" userId="57c6469e-ac64-4888-811b-35f0aabddbad" providerId="ADAL" clId="{2587B58E-4F3B-47AB-B3EB-62407C9160B0}" dt="2025-09-21T02:57:55.479" v="59"/>
          <ac:inkMkLst>
            <pc:docMk/>
            <pc:sldMk cId="508853602" sldId="708"/>
            <ac:inkMk id="12" creationId="{531B8178-9133-13A2-F887-FE67C56DFFF1}"/>
          </ac:inkMkLst>
        </pc:inkChg>
        <pc:inkChg chg="add">
          <ac:chgData name="Rahul Mishra" userId="57c6469e-ac64-4888-811b-35f0aabddbad" providerId="ADAL" clId="{2587B58E-4F3B-47AB-B3EB-62407C9160B0}" dt="2025-09-21T02:57:52.494" v="55" actId="9405"/>
          <ac:inkMkLst>
            <pc:docMk/>
            <pc:sldMk cId="508853602" sldId="708"/>
            <ac:inkMk id="13" creationId="{3119E4A0-596B-4A84-0FD5-99BADAD37A5A}"/>
          </ac:inkMkLst>
        </pc:inkChg>
        <pc:inkChg chg="add mod">
          <ac:chgData name="Rahul Mishra" userId="57c6469e-ac64-4888-811b-35f0aabddbad" providerId="ADAL" clId="{2587B58E-4F3B-47AB-B3EB-62407C9160B0}" dt="2025-09-21T02:57:55.479" v="59"/>
          <ac:inkMkLst>
            <pc:docMk/>
            <pc:sldMk cId="508853602" sldId="708"/>
            <ac:inkMk id="14" creationId="{1DB2CD44-9BF6-8762-AF68-C4757852E577}"/>
          </ac:inkMkLst>
        </pc:inkChg>
        <pc:inkChg chg="add mod">
          <ac:chgData name="Rahul Mishra" userId="57c6469e-ac64-4888-811b-35f0aabddbad" providerId="ADAL" clId="{2587B58E-4F3B-47AB-B3EB-62407C9160B0}" dt="2025-09-21T02:57:55.479" v="59"/>
          <ac:inkMkLst>
            <pc:docMk/>
            <pc:sldMk cId="508853602" sldId="708"/>
            <ac:inkMk id="15" creationId="{79F5F7FB-E05C-7D59-FD92-E6597D07B1F4}"/>
          </ac:inkMkLst>
        </pc:inkChg>
        <pc:inkChg chg="add mod">
          <ac:chgData name="Rahul Mishra" userId="57c6469e-ac64-4888-811b-35f0aabddbad" providerId="ADAL" clId="{2587B58E-4F3B-47AB-B3EB-62407C9160B0}" dt="2025-09-21T02:57:55.479" v="59"/>
          <ac:inkMkLst>
            <pc:docMk/>
            <pc:sldMk cId="508853602" sldId="708"/>
            <ac:inkMk id="16" creationId="{D9A8C8DB-DD69-EFE3-4812-04C7EA8E47E0}"/>
          </ac:inkMkLst>
        </pc:inkChg>
        <pc:inkChg chg="add mod">
          <ac:chgData name="Rahul Mishra" userId="57c6469e-ac64-4888-811b-35f0aabddbad" providerId="ADAL" clId="{2587B58E-4F3B-47AB-B3EB-62407C9160B0}" dt="2025-09-21T02:58:13.857" v="62"/>
          <ac:inkMkLst>
            <pc:docMk/>
            <pc:sldMk cId="508853602" sldId="708"/>
            <ac:inkMk id="18" creationId="{FACCF6B9-BB31-88A5-E57D-E96147DA79E8}"/>
          </ac:inkMkLst>
        </pc:inkChg>
        <pc:inkChg chg="add mod">
          <ac:chgData name="Rahul Mishra" userId="57c6469e-ac64-4888-811b-35f0aabddbad" providerId="ADAL" clId="{2587B58E-4F3B-47AB-B3EB-62407C9160B0}" dt="2025-09-21T02:58:13.857" v="62"/>
          <ac:inkMkLst>
            <pc:docMk/>
            <pc:sldMk cId="508853602" sldId="708"/>
            <ac:inkMk id="19" creationId="{2C3325D9-6E22-17A2-CB1C-D073BA3544E5}"/>
          </ac:inkMkLst>
        </pc:inkChg>
        <pc:inkChg chg="add">
          <ac:chgData name="Rahul Mishra" userId="57c6469e-ac64-4888-811b-35f0aabddbad" providerId="ADAL" clId="{2587B58E-4F3B-47AB-B3EB-62407C9160B0}" dt="2025-09-21T02:58:17.637" v="63" actId="9405"/>
          <ac:inkMkLst>
            <pc:docMk/>
            <pc:sldMk cId="508853602" sldId="708"/>
            <ac:inkMk id="21" creationId="{E899C430-A904-5281-F043-DD5C52EB5BFA}"/>
          </ac:inkMkLst>
        </pc:inkChg>
        <pc:inkChg chg="add">
          <ac:chgData name="Rahul Mishra" userId="57c6469e-ac64-4888-811b-35f0aabddbad" providerId="ADAL" clId="{2587B58E-4F3B-47AB-B3EB-62407C9160B0}" dt="2025-09-21T02:58:35.852" v="64" actId="9405"/>
          <ac:inkMkLst>
            <pc:docMk/>
            <pc:sldMk cId="508853602" sldId="708"/>
            <ac:inkMk id="22" creationId="{7832F19F-5CE1-40C5-B673-6DB914A0EC0B}"/>
          </ac:inkMkLst>
        </pc:inkChg>
      </pc:sldChg>
      <pc:sldChg chg="addSp new">
        <pc:chgData name="Rahul Mishra" userId="57c6469e-ac64-4888-811b-35f0aabddbad" providerId="ADAL" clId="{2587B58E-4F3B-47AB-B3EB-62407C9160B0}" dt="2025-09-21T03:29:11.125" v="210"/>
        <pc:sldMkLst>
          <pc:docMk/>
          <pc:sldMk cId="3391978466" sldId="709"/>
        </pc:sldMkLst>
        <pc:inkChg chg="add">
          <ac:chgData name="Rahul Mishra" userId="57c6469e-ac64-4888-811b-35f0aabddbad" providerId="ADAL" clId="{2587B58E-4F3B-47AB-B3EB-62407C9160B0}" dt="2025-09-21T03:21:03.140" v="208"/>
          <ac:inkMkLst>
            <pc:docMk/>
            <pc:sldMk cId="3391978466" sldId="709"/>
            <ac:inkMk id="3" creationId="{BE15844F-A4D3-0572-CEBD-BC1CC2D5EA41}"/>
          </ac:inkMkLst>
        </pc:inkChg>
        <pc:inkChg chg="add">
          <ac:chgData name="Rahul Mishra" userId="57c6469e-ac64-4888-811b-35f0aabddbad" providerId="ADAL" clId="{2587B58E-4F3B-47AB-B3EB-62407C9160B0}" dt="2025-09-21T03:29:11.125" v="210"/>
          <ac:inkMkLst>
            <pc:docMk/>
            <pc:sldMk cId="3391978466" sldId="709"/>
            <ac:inkMk id="4" creationId="{B9BA70AC-9B9F-8386-93E3-23FB0ED44902}"/>
          </ac:inkMkLst>
        </pc:inkChg>
      </pc:sldChg>
      <pc:sldChg chg="addSp new">
        <pc:chgData name="Rahul Mishra" userId="57c6469e-ac64-4888-811b-35f0aabddbad" providerId="ADAL" clId="{2587B58E-4F3B-47AB-B3EB-62407C9160B0}" dt="2025-09-21T03:29:11.125" v="210"/>
        <pc:sldMkLst>
          <pc:docMk/>
          <pc:sldMk cId="3417129877" sldId="710"/>
        </pc:sldMkLst>
        <pc:inkChg chg="add">
          <ac:chgData name="Rahul Mishra" userId="57c6469e-ac64-4888-811b-35f0aabddbad" providerId="ADAL" clId="{2587B58E-4F3B-47AB-B3EB-62407C9160B0}" dt="2025-09-21T03:29:11.125" v="210"/>
          <ac:inkMkLst>
            <pc:docMk/>
            <pc:sldMk cId="3417129877" sldId="710"/>
            <ac:inkMk id="3" creationId="{A99BA4AB-4DE6-4071-A7EC-AA2A7D5AEFBA}"/>
          </ac:inkMkLst>
        </pc:inkChg>
      </pc:sldChg>
      <pc:sldChg chg="addSp new">
        <pc:chgData name="Rahul Mishra" userId="57c6469e-ac64-4888-811b-35f0aabddbad" providerId="ADAL" clId="{2587B58E-4F3B-47AB-B3EB-62407C9160B0}" dt="2025-09-21T03:37:58.425" v="213"/>
        <pc:sldMkLst>
          <pc:docMk/>
          <pc:sldMk cId="1496646881" sldId="711"/>
        </pc:sldMkLst>
        <pc:inkChg chg="add">
          <ac:chgData name="Rahul Mishra" userId="57c6469e-ac64-4888-811b-35f0aabddbad" providerId="ADAL" clId="{2587B58E-4F3B-47AB-B3EB-62407C9160B0}" dt="2025-09-21T03:37:58.425" v="213"/>
          <ac:inkMkLst>
            <pc:docMk/>
            <pc:sldMk cId="1496646881" sldId="711"/>
            <ac:inkMk id="3" creationId="{C0CA06E2-2E66-34E5-3DFF-1ADDF3A2AA0A}"/>
          </ac:inkMkLst>
        </pc:inkChg>
      </pc:sldChg>
      <pc:sldChg chg="add">
        <pc:chgData name="Rahul Mishra" userId="57c6469e-ac64-4888-811b-35f0aabddbad" providerId="ADAL" clId="{2587B58E-4F3B-47AB-B3EB-62407C9160B0}" dt="2025-09-21T03:29:22.398" v="212"/>
        <pc:sldMkLst>
          <pc:docMk/>
          <pc:sldMk cId="784706630" sldId="712"/>
        </pc:sldMkLst>
      </pc:sldChg>
    </pc:docChg>
  </pc:docChgLst>
  <pc:docChgLst>
    <pc:chgData name="Rahul Mishra" userId="57c6469e-ac64-4888-811b-35f0aabddbad" providerId="ADAL" clId="{3C51EBFE-9C35-4409-96DB-F0D02B2A0E50}"/>
    <pc:docChg chg="undo redo custSel addSld delSld modSld sldOrd">
      <pc:chgData name="Rahul Mishra" userId="57c6469e-ac64-4888-811b-35f0aabddbad" providerId="ADAL" clId="{3C51EBFE-9C35-4409-96DB-F0D02B2A0E50}" dt="2024-08-12T10:46:41.631" v="235" actId="47"/>
      <pc:docMkLst>
        <pc:docMk/>
      </pc:docMkLst>
      <pc:sldChg chg="addSp delSp modSp mod">
        <pc:chgData name="Rahul Mishra" userId="57c6469e-ac64-4888-811b-35f0aabddbad" providerId="ADAL" clId="{3C51EBFE-9C35-4409-96DB-F0D02B2A0E50}" dt="2024-08-11T15:31:04.879" v="37" actId="21"/>
        <pc:sldMkLst>
          <pc:docMk/>
          <pc:sldMk cId="109857222" sldId="256"/>
        </pc:sldMkLst>
      </pc:sldChg>
      <pc:sldChg chg="del">
        <pc:chgData name="Rahul Mishra" userId="57c6469e-ac64-4888-811b-35f0aabddbad" providerId="ADAL" clId="{3C51EBFE-9C35-4409-96DB-F0D02B2A0E50}" dt="2024-08-10T17:32:32.862" v="14" actId="47"/>
        <pc:sldMkLst>
          <pc:docMk/>
          <pc:sldMk cId="3133156807" sldId="262"/>
        </pc:sldMkLst>
      </pc:sldChg>
      <pc:sldChg chg="del">
        <pc:chgData name="Rahul Mishra" userId="57c6469e-ac64-4888-811b-35f0aabddbad" providerId="ADAL" clId="{3C51EBFE-9C35-4409-96DB-F0D02B2A0E50}" dt="2024-08-10T17:32:33.607" v="15" actId="47"/>
        <pc:sldMkLst>
          <pc:docMk/>
          <pc:sldMk cId="3544179579" sldId="263"/>
        </pc:sldMkLst>
      </pc:sldChg>
      <pc:sldChg chg="del">
        <pc:chgData name="Rahul Mishra" userId="57c6469e-ac64-4888-811b-35f0aabddbad" providerId="ADAL" clId="{3C51EBFE-9C35-4409-96DB-F0D02B2A0E50}" dt="2024-08-12T10:46:41.631" v="235" actId="47"/>
        <pc:sldMkLst>
          <pc:docMk/>
          <pc:sldMk cId="398065041" sldId="264"/>
        </pc:sldMkLst>
      </pc:sldChg>
      <pc:sldChg chg="del">
        <pc:chgData name="Rahul Mishra" userId="57c6469e-ac64-4888-811b-35f0aabddbad" providerId="ADAL" clId="{3C51EBFE-9C35-4409-96DB-F0D02B2A0E50}" dt="2024-08-12T10:46:40.909" v="234" actId="47"/>
        <pc:sldMkLst>
          <pc:docMk/>
          <pc:sldMk cId="2891437468" sldId="265"/>
        </pc:sldMkLst>
      </pc:sldChg>
      <pc:sldChg chg="addSp delSp modSp mod">
        <pc:chgData name="Rahul Mishra" userId="57c6469e-ac64-4888-811b-35f0aabddbad" providerId="ADAL" clId="{3C51EBFE-9C35-4409-96DB-F0D02B2A0E50}" dt="2024-08-11T17:47:59.027" v="169" actId="6549"/>
        <pc:sldMkLst>
          <pc:docMk/>
          <pc:sldMk cId="1701599832" sldId="271"/>
        </pc:sldMkLst>
      </pc:sldChg>
      <pc:sldChg chg="del">
        <pc:chgData name="Rahul Mishra" userId="57c6469e-ac64-4888-811b-35f0aabddbad" providerId="ADAL" clId="{3C51EBFE-9C35-4409-96DB-F0D02B2A0E50}" dt="2024-08-10T17:32:36.624" v="16" actId="47"/>
        <pc:sldMkLst>
          <pc:docMk/>
          <pc:sldMk cId="3580903429" sldId="277"/>
        </pc:sldMkLst>
      </pc:sldChg>
      <pc:sldChg chg="del">
        <pc:chgData name="Rahul Mishra" userId="57c6469e-ac64-4888-811b-35f0aabddbad" providerId="ADAL" clId="{3C51EBFE-9C35-4409-96DB-F0D02B2A0E50}" dt="2024-08-10T17:32:37.347" v="17" actId="47"/>
        <pc:sldMkLst>
          <pc:docMk/>
          <pc:sldMk cId="287585719" sldId="278"/>
        </pc:sldMkLst>
      </pc:sldChg>
      <pc:sldChg chg="del">
        <pc:chgData name="Rahul Mishra" userId="57c6469e-ac64-4888-811b-35f0aabddbad" providerId="ADAL" clId="{3C51EBFE-9C35-4409-96DB-F0D02B2A0E50}" dt="2024-08-10T17:32:38.653" v="19" actId="47"/>
        <pc:sldMkLst>
          <pc:docMk/>
          <pc:sldMk cId="2028208407" sldId="280"/>
        </pc:sldMkLst>
      </pc:sldChg>
      <pc:sldChg chg="del">
        <pc:chgData name="Rahul Mishra" userId="57c6469e-ac64-4888-811b-35f0aabddbad" providerId="ADAL" clId="{3C51EBFE-9C35-4409-96DB-F0D02B2A0E50}" dt="2024-08-10T17:32:39.949" v="21" actId="47"/>
        <pc:sldMkLst>
          <pc:docMk/>
          <pc:sldMk cId="858677780" sldId="282"/>
        </pc:sldMkLst>
      </pc:sldChg>
      <pc:sldChg chg="delSp modSp add mod">
        <pc:chgData name="Rahul Mishra" userId="57c6469e-ac64-4888-811b-35f0aabddbad" providerId="ADAL" clId="{3C51EBFE-9C35-4409-96DB-F0D02B2A0E50}" dt="2024-08-11T17:49:08.408" v="182" actId="14100"/>
        <pc:sldMkLst>
          <pc:docMk/>
          <pc:sldMk cId="0" sldId="283"/>
        </pc:sldMkLst>
      </pc:sldChg>
      <pc:sldChg chg="delSp modSp add mod modNotes">
        <pc:chgData name="Rahul Mishra" userId="57c6469e-ac64-4888-811b-35f0aabddbad" providerId="ADAL" clId="{3C51EBFE-9C35-4409-96DB-F0D02B2A0E50}" dt="2024-08-11T17:50:32.669" v="190" actId="33524"/>
        <pc:sldMkLst>
          <pc:docMk/>
          <pc:sldMk cId="0" sldId="284"/>
        </pc:sldMkLst>
      </pc:sldChg>
      <pc:sldChg chg="modSp add modNotes">
        <pc:chgData name="Rahul Mishra" userId="57c6469e-ac64-4888-811b-35f0aabddbad" providerId="ADAL" clId="{3C51EBFE-9C35-4409-96DB-F0D02B2A0E50}" dt="2024-08-11T15:58:34.276" v="65"/>
        <pc:sldMkLst>
          <pc:docMk/>
          <pc:sldMk cId="0" sldId="285"/>
        </pc:sldMkLst>
      </pc:sldChg>
      <pc:sldChg chg="modSp add modNotes">
        <pc:chgData name="Rahul Mishra" userId="57c6469e-ac64-4888-811b-35f0aabddbad" providerId="ADAL" clId="{3C51EBFE-9C35-4409-96DB-F0D02B2A0E50}" dt="2024-08-11T15:58:34.276" v="65"/>
        <pc:sldMkLst>
          <pc:docMk/>
          <pc:sldMk cId="0" sldId="286"/>
        </pc:sldMkLst>
      </pc:sldChg>
      <pc:sldChg chg="modSp add modNotes">
        <pc:chgData name="Rahul Mishra" userId="57c6469e-ac64-4888-811b-35f0aabddbad" providerId="ADAL" clId="{3C51EBFE-9C35-4409-96DB-F0D02B2A0E50}" dt="2024-08-11T15:58:34.276" v="65"/>
        <pc:sldMkLst>
          <pc:docMk/>
          <pc:sldMk cId="0" sldId="287"/>
        </pc:sldMkLst>
      </pc:sldChg>
      <pc:sldChg chg="del">
        <pc:chgData name="Rahul Mishra" userId="57c6469e-ac64-4888-811b-35f0aabddbad" providerId="ADAL" clId="{3C51EBFE-9C35-4409-96DB-F0D02B2A0E50}" dt="2024-08-12T10:46:38.986" v="232" actId="47"/>
        <pc:sldMkLst>
          <pc:docMk/>
          <pc:sldMk cId="4169999109" sldId="288"/>
        </pc:sldMkLst>
      </pc:sldChg>
      <pc:sldChg chg="modSp add modNotes">
        <pc:chgData name="Rahul Mishra" userId="57c6469e-ac64-4888-811b-35f0aabddbad" providerId="ADAL" clId="{3C51EBFE-9C35-4409-96DB-F0D02B2A0E50}" dt="2024-08-11T15:58:34.276" v="65"/>
        <pc:sldMkLst>
          <pc:docMk/>
          <pc:sldMk cId="0" sldId="289"/>
        </pc:sldMkLst>
      </pc:sldChg>
      <pc:sldChg chg="del">
        <pc:chgData name="Rahul Mishra" userId="57c6469e-ac64-4888-811b-35f0aabddbad" providerId="ADAL" clId="{3C51EBFE-9C35-4409-96DB-F0D02B2A0E50}" dt="2024-08-10T17:32:20.776" v="3" actId="47"/>
        <pc:sldMkLst>
          <pc:docMk/>
          <pc:sldMk cId="2075130990" sldId="289"/>
        </pc:sldMkLst>
      </pc:sldChg>
      <pc:sldChg chg="modSp add modNotes">
        <pc:chgData name="Rahul Mishra" userId="57c6469e-ac64-4888-811b-35f0aabddbad" providerId="ADAL" clId="{3C51EBFE-9C35-4409-96DB-F0D02B2A0E50}" dt="2024-08-11T15:58:34.276" v="65"/>
        <pc:sldMkLst>
          <pc:docMk/>
          <pc:sldMk cId="0" sldId="290"/>
        </pc:sldMkLst>
      </pc:sldChg>
      <pc:sldChg chg="del">
        <pc:chgData name="Rahul Mishra" userId="57c6469e-ac64-4888-811b-35f0aabddbad" providerId="ADAL" clId="{3C51EBFE-9C35-4409-96DB-F0D02B2A0E50}" dt="2024-08-10T17:32:22.590" v="5" actId="47"/>
        <pc:sldMkLst>
          <pc:docMk/>
          <pc:sldMk cId="1375468095" sldId="290"/>
        </pc:sldMkLst>
      </pc:sldChg>
      <pc:sldChg chg="modSp add modNotes">
        <pc:chgData name="Rahul Mishra" userId="57c6469e-ac64-4888-811b-35f0aabddbad" providerId="ADAL" clId="{3C51EBFE-9C35-4409-96DB-F0D02B2A0E50}" dt="2024-08-11T15:58:34.276" v="65"/>
        <pc:sldMkLst>
          <pc:docMk/>
          <pc:sldMk cId="0" sldId="291"/>
        </pc:sldMkLst>
      </pc:sldChg>
      <pc:sldChg chg="del">
        <pc:chgData name="Rahul Mishra" userId="57c6469e-ac64-4888-811b-35f0aabddbad" providerId="ADAL" clId="{3C51EBFE-9C35-4409-96DB-F0D02B2A0E50}" dt="2024-08-10T17:32:24.211" v="7" actId="47"/>
        <pc:sldMkLst>
          <pc:docMk/>
          <pc:sldMk cId="2738630986" sldId="291"/>
        </pc:sldMkLst>
      </pc:sldChg>
      <pc:sldChg chg="modSp add del mod">
        <pc:chgData name="Rahul Mishra" userId="57c6469e-ac64-4888-811b-35f0aabddbad" providerId="ADAL" clId="{3C51EBFE-9C35-4409-96DB-F0D02B2A0E50}" dt="2024-08-11T15:54:55.830" v="59"/>
        <pc:sldMkLst>
          <pc:docMk/>
          <pc:sldMk cId="1685752519" sldId="292"/>
        </pc:sldMkLst>
      </pc:sldChg>
      <pc:sldChg chg="del">
        <pc:chgData name="Rahul Mishra" userId="57c6469e-ac64-4888-811b-35f0aabddbad" providerId="ADAL" clId="{3C51EBFE-9C35-4409-96DB-F0D02B2A0E50}" dt="2024-08-10T17:32:24.996" v="8" actId="47"/>
        <pc:sldMkLst>
          <pc:docMk/>
          <pc:sldMk cId="3770136349" sldId="292"/>
        </pc:sldMkLst>
      </pc:sldChg>
      <pc:sldChg chg="del">
        <pc:chgData name="Rahul Mishra" userId="57c6469e-ac64-4888-811b-35f0aabddbad" providerId="ADAL" clId="{3C51EBFE-9C35-4409-96DB-F0D02B2A0E50}" dt="2024-08-10T17:32:25.786" v="9" actId="47"/>
        <pc:sldMkLst>
          <pc:docMk/>
          <pc:sldMk cId="2936543862" sldId="293"/>
        </pc:sldMkLst>
      </pc:sldChg>
      <pc:sldChg chg="add del">
        <pc:chgData name="Rahul Mishra" userId="57c6469e-ac64-4888-811b-35f0aabddbad" providerId="ADAL" clId="{3C51EBFE-9C35-4409-96DB-F0D02B2A0E50}" dt="2024-08-11T15:54:55.830" v="59"/>
        <pc:sldMkLst>
          <pc:docMk/>
          <pc:sldMk cId="4267650275" sldId="293"/>
        </pc:sldMkLst>
      </pc:sldChg>
      <pc:sldChg chg="del">
        <pc:chgData name="Rahul Mishra" userId="57c6469e-ac64-4888-811b-35f0aabddbad" providerId="ADAL" clId="{3C51EBFE-9C35-4409-96DB-F0D02B2A0E50}" dt="2024-08-10T17:32:26.588" v="10" actId="47"/>
        <pc:sldMkLst>
          <pc:docMk/>
          <pc:sldMk cId="1116881268" sldId="294"/>
        </pc:sldMkLst>
      </pc:sldChg>
      <pc:sldChg chg="add del">
        <pc:chgData name="Rahul Mishra" userId="57c6469e-ac64-4888-811b-35f0aabddbad" providerId="ADAL" clId="{3C51EBFE-9C35-4409-96DB-F0D02B2A0E50}" dt="2024-08-11T15:54:55.830" v="59"/>
        <pc:sldMkLst>
          <pc:docMk/>
          <pc:sldMk cId="2502611286" sldId="294"/>
        </pc:sldMkLst>
      </pc:sldChg>
      <pc:sldChg chg="add del">
        <pc:chgData name="Rahul Mishra" userId="57c6469e-ac64-4888-811b-35f0aabddbad" providerId="ADAL" clId="{3C51EBFE-9C35-4409-96DB-F0D02B2A0E50}" dt="2024-08-11T15:54:55.830" v="59"/>
        <pc:sldMkLst>
          <pc:docMk/>
          <pc:sldMk cId="1901015964" sldId="295"/>
        </pc:sldMkLst>
      </pc:sldChg>
      <pc:sldChg chg="del">
        <pc:chgData name="Rahul Mishra" userId="57c6469e-ac64-4888-811b-35f0aabddbad" providerId="ADAL" clId="{3C51EBFE-9C35-4409-96DB-F0D02B2A0E50}" dt="2024-08-10T17:32:28.393" v="12" actId="47"/>
        <pc:sldMkLst>
          <pc:docMk/>
          <pc:sldMk cId="2876906665" sldId="295"/>
        </pc:sldMkLst>
      </pc:sldChg>
      <pc:sldChg chg="add del">
        <pc:chgData name="Rahul Mishra" userId="57c6469e-ac64-4888-811b-35f0aabddbad" providerId="ADAL" clId="{3C51EBFE-9C35-4409-96DB-F0D02B2A0E50}" dt="2024-08-11T15:54:55.830" v="59"/>
        <pc:sldMkLst>
          <pc:docMk/>
          <pc:sldMk cId="615098788" sldId="296"/>
        </pc:sldMkLst>
      </pc:sldChg>
      <pc:sldChg chg="modSp add del modNotes">
        <pc:chgData name="Rahul Mishra" userId="57c6469e-ac64-4888-811b-35f0aabddbad" providerId="ADAL" clId="{3C51EBFE-9C35-4409-96DB-F0D02B2A0E50}" dt="2024-08-11T18:07:31.581" v="196" actId="47"/>
        <pc:sldMkLst>
          <pc:docMk/>
          <pc:sldMk cId="0" sldId="297"/>
        </pc:sldMkLst>
      </pc:sldChg>
      <pc:sldChg chg="modSp mod">
        <pc:chgData name="Rahul Mishra" userId="57c6469e-ac64-4888-811b-35f0aabddbad" providerId="ADAL" clId="{3C51EBFE-9C35-4409-96DB-F0D02B2A0E50}" dt="2024-08-11T15:54:54.663" v="57" actId="14100"/>
        <pc:sldMkLst>
          <pc:docMk/>
          <pc:sldMk cId="242180997" sldId="301"/>
        </pc:sldMkLst>
      </pc:sldChg>
      <pc:sldChg chg="modSp mod">
        <pc:chgData name="Rahul Mishra" userId="57c6469e-ac64-4888-811b-35f0aabddbad" providerId="ADAL" clId="{3C51EBFE-9C35-4409-96DB-F0D02B2A0E50}" dt="2024-08-11T17:46:24.274" v="142" actId="13926"/>
        <pc:sldMkLst>
          <pc:docMk/>
          <pc:sldMk cId="2187071181" sldId="303"/>
        </pc:sldMkLst>
      </pc:sldChg>
      <pc:sldChg chg="modSp mod">
        <pc:chgData name="Rahul Mishra" userId="57c6469e-ac64-4888-811b-35f0aabddbad" providerId="ADAL" clId="{3C51EBFE-9C35-4409-96DB-F0D02B2A0E50}" dt="2024-08-11T17:47:25.648" v="164" actId="14100"/>
        <pc:sldMkLst>
          <pc:docMk/>
          <pc:sldMk cId="2669860053" sldId="304"/>
        </pc:sldMkLst>
      </pc:sldChg>
      <pc:sldChg chg="add del">
        <pc:chgData name="Rahul Mishra" userId="57c6469e-ac64-4888-811b-35f0aabddbad" providerId="ADAL" clId="{3C51EBFE-9C35-4409-96DB-F0D02B2A0E50}" dt="2024-08-11T15:54:55.830" v="59"/>
        <pc:sldMkLst>
          <pc:docMk/>
          <pc:sldMk cId="1419033139" sldId="305"/>
        </pc:sldMkLst>
      </pc:sldChg>
      <pc:sldChg chg="add del">
        <pc:chgData name="Rahul Mishra" userId="57c6469e-ac64-4888-811b-35f0aabddbad" providerId="ADAL" clId="{3C51EBFE-9C35-4409-96DB-F0D02B2A0E50}" dt="2024-08-12T10:46:25.065" v="230" actId="47"/>
        <pc:sldMkLst>
          <pc:docMk/>
          <pc:sldMk cId="175949506" sldId="306"/>
        </pc:sldMkLst>
      </pc:sldChg>
      <pc:sldChg chg="add del">
        <pc:chgData name="Rahul Mishra" userId="57c6469e-ac64-4888-811b-35f0aabddbad" providerId="ADAL" clId="{3C51EBFE-9C35-4409-96DB-F0D02B2A0E50}" dt="2024-08-12T10:46:13.497" v="229" actId="47"/>
        <pc:sldMkLst>
          <pc:docMk/>
          <pc:sldMk cId="1740424806" sldId="307"/>
        </pc:sldMkLst>
      </pc:sldChg>
      <pc:sldChg chg="add del">
        <pc:chgData name="Rahul Mishra" userId="57c6469e-ac64-4888-811b-35f0aabddbad" providerId="ADAL" clId="{3C51EBFE-9C35-4409-96DB-F0D02B2A0E50}" dt="2024-08-12T10:46:12.758" v="228" actId="47"/>
        <pc:sldMkLst>
          <pc:docMk/>
          <pc:sldMk cId="1905279178" sldId="308"/>
        </pc:sldMkLst>
      </pc:sldChg>
      <pc:sldChg chg="add del">
        <pc:chgData name="Rahul Mishra" userId="57c6469e-ac64-4888-811b-35f0aabddbad" providerId="ADAL" clId="{3C51EBFE-9C35-4409-96DB-F0D02B2A0E50}" dt="2024-08-12T10:46:11.862" v="227" actId="47"/>
        <pc:sldMkLst>
          <pc:docMk/>
          <pc:sldMk cId="772241850" sldId="309"/>
        </pc:sldMkLst>
      </pc:sldChg>
      <pc:sldChg chg="add del">
        <pc:chgData name="Rahul Mishra" userId="57c6469e-ac64-4888-811b-35f0aabddbad" providerId="ADAL" clId="{3C51EBFE-9C35-4409-96DB-F0D02B2A0E50}" dt="2024-08-12T10:46:10.950" v="226" actId="47"/>
        <pc:sldMkLst>
          <pc:docMk/>
          <pc:sldMk cId="2832749223" sldId="310"/>
        </pc:sldMkLst>
      </pc:sldChg>
      <pc:sldChg chg="add del">
        <pc:chgData name="Rahul Mishra" userId="57c6469e-ac64-4888-811b-35f0aabddbad" providerId="ADAL" clId="{3C51EBFE-9C35-4409-96DB-F0D02B2A0E50}" dt="2024-08-12T10:46:09.990" v="225" actId="47"/>
        <pc:sldMkLst>
          <pc:docMk/>
          <pc:sldMk cId="3069650673" sldId="311"/>
        </pc:sldMkLst>
      </pc:sldChg>
      <pc:sldChg chg="add del">
        <pc:chgData name="Rahul Mishra" userId="57c6469e-ac64-4888-811b-35f0aabddbad" providerId="ADAL" clId="{3C51EBFE-9C35-4409-96DB-F0D02B2A0E50}" dt="2024-08-12T10:46:09.047" v="224" actId="47"/>
        <pc:sldMkLst>
          <pc:docMk/>
          <pc:sldMk cId="3317796520" sldId="312"/>
        </pc:sldMkLst>
      </pc:sldChg>
      <pc:sldChg chg="add del">
        <pc:chgData name="Rahul Mishra" userId="57c6469e-ac64-4888-811b-35f0aabddbad" providerId="ADAL" clId="{3C51EBFE-9C35-4409-96DB-F0D02B2A0E50}" dt="2024-08-12T10:46:08.324" v="223" actId="47"/>
        <pc:sldMkLst>
          <pc:docMk/>
          <pc:sldMk cId="2718135778" sldId="313"/>
        </pc:sldMkLst>
      </pc:sldChg>
      <pc:sldChg chg="add del">
        <pc:chgData name="Rahul Mishra" userId="57c6469e-ac64-4888-811b-35f0aabddbad" providerId="ADAL" clId="{3C51EBFE-9C35-4409-96DB-F0D02B2A0E50}" dt="2024-08-12T10:46:07.268" v="222" actId="47"/>
        <pc:sldMkLst>
          <pc:docMk/>
          <pc:sldMk cId="1470101792" sldId="314"/>
        </pc:sldMkLst>
      </pc:sldChg>
      <pc:sldChg chg="add del">
        <pc:chgData name="Rahul Mishra" userId="57c6469e-ac64-4888-811b-35f0aabddbad" providerId="ADAL" clId="{3C51EBFE-9C35-4409-96DB-F0D02B2A0E50}" dt="2024-08-12T10:46:06.531" v="221" actId="47"/>
        <pc:sldMkLst>
          <pc:docMk/>
          <pc:sldMk cId="3620885810" sldId="315"/>
        </pc:sldMkLst>
      </pc:sldChg>
      <pc:sldChg chg="modSp add del modNotes">
        <pc:chgData name="Rahul Mishra" userId="57c6469e-ac64-4888-811b-35f0aabddbad" providerId="ADAL" clId="{3C51EBFE-9C35-4409-96DB-F0D02B2A0E50}" dt="2024-08-11T18:12:00.833" v="216" actId="47"/>
        <pc:sldMkLst>
          <pc:docMk/>
          <pc:sldMk cId="0" sldId="316"/>
        </pc:sldMkLst>
      </pc:sldChg>
      <pc:sldChg chg="del">
        <pc:chgData name="Rahul Mishra" userId="57c6469e-ac64-4888-811b-35f0aabddbad" providerId="ADAL" clId="{3C51EBFE-9C35-4409-96DB-F0D02B2A0E50}" dt="2024-08-10T17:32:21.739" v="4" actId="47"/>
        <pc:sldMkLst>
          <pc:docMk/>
          <pc:sldMk cId="2813401871" sldId="349"/>
        </pc:sldMkLst>
      </pc:sldChg>
      <pc:sldChg chg="del">
        <pc:chgData name="Rahul Mishra" userId="57c6469e-ac64-4888-811b-35f0aabddbad" providerId="ADAL" clId="{3C51EBFE-9C35-4409-96DB-F0D02B2A0E50}" dt="2024-08-10T17:32:23.330" v="6" actId="47"/>
        <pc:sldMkLst>
          <pc:docMk/>
          <pc:sldMk cId="2787916344" sldId="350"/>
        </pc:sldMkLst>
      </pc:sldChg>
      <pc:sldChg chg="del">
        <pc:chgData name="Rahul Mishra" userId="57c6469e-ac64-4888-811b-35f0aabddbad" providerId="ADAL" clId="{3C51EBFE-9C35-4409-96DB-F0D02B2A0E50}" dt="2024-08-10T17:32:29.132" v="13" actId="47"/>
        <pc:sldMkLst>
          <pc:docMk/>
          <pc:sldMk cId="97832908" sldId="352"/>
        </pc:sldMkLst>
      </pc:sldChg>
      <pc:sldChg chg="del">
        <pc:chgData name="Rahul Mishra" userId="57c6469e-ac64-4888-811b-35f0aabddbad" providerId="ADAL" clId="{3C51EBFE-9C35-4409-96DB-F0D02B2A0E50}" dt="2024-08-12T10:46:37.683" v="231" actId="47"/>
        <pc:sldMkLst>
          <pc:docMk/>
          <pc:sldMk cId="4132747667" sldId="353"/>
        </pc:sldMkLst>
      </pc:sldChg>
      <pc:sldChg chg="del">
        <pc:chgData name="Rahul Mishra" userId="57c6469e-ac64-4888-811b-35f0aabddbad" providerId="ADAL" clId="{3C51EBFE-9C35-4409-96DB-F0D02B2A0E50}" dt="2024-08-10T17:32:37.990" v="18" actId="47"/>
        <pc:sldMkLst>
          <pc:docMk/>
          <pc:sldMk cId="3662123702" sldId="354"/>
        </pc:sldMkLst>
      </pc:sldChg>
      <pc:sldChg chg="del">
        <pc:chgData name="Rahul Mishra" userId="57c6469e-ac64-4888-811b-35f0aabddbad" providerId="ADAL" clId="{3C51EBFE-9C35-4409-96DB-F0D02B2A0E50}" dt="2024-08-10T17:32:39.285" v="20" actId="47"/>
        <pc:sldMkLst>
          <pc:docMk/>
          <pc:sldMk cId="3397808700" sldId="355"/>
        </pc:sldMkLst>
      </pc:sldChg>
      <pc:sldChg chg="del">
        <pc:chgData name="Rahul Mishra" userId="57c6469e-ac64-4888-811b-35f0aabddbad" providerId="ADAL" clId="{3C51EBFE-9C35-4409-96DB-F0D02B2A0E50}" dt="2024-08-10T17:32:41.582" v="22" actId="47"/>
        <pc:sldMkLst>
          <pc:docMk/>
          <pc:sldMk cId="3297649533" sldId="356"/>
        </pc:sldMkLst>
      </pc:sldChg>
      <pc:sldChg chg="del">
        <pc:chgData name="Rahul Mishra" userId="57c6469e-ac64-4888-811b-35f0aabddbad" providerId="ADAL" clId="{3C51EBFE-9C35-4409-96DB-F0D02B2A0E50}" dt="2024-08-10T17:32:42.352" v="23" actId="47"/>
        <pc:sldMkLst>
          <pc:docMk/>
          <pc:sldMk cId="676390616" sldId="357"/>
        </pc:sldMkLst>
      </pc:sldChg>
      <pc:sldChg chg="del">
        <pc:chgData name="Rahul Mishra" userId="57c6469e-ac64-4888-811b-35f0aabddbad" providerId="ADAL" clId="{3C51EBFE-9C35-4409-96DB-F0D02B2A0E50}" dt="2024-08-10T17:32:43.124" v="24" actId="47"/>
        <pc:sldMkLst>
          <pc:docMk/>
          <pc:sldMk cId="922770136" sldId="358"/>
        </pc:sldMkLst>
      </pc:sldChg>
      <pc:sldChg chg="del">
        <pc:chgData name="Rahul Mishra" userId="57c6469e-ac64-4888-811b-35f0aabddbad" providerId="ADAL" clId="{3C51EBFE-9C35-4409-96DB-F0D02B2A0E50}" dt="2024-08-10T17:32:43.861" v="25" actId="47"/>
        <pc:sldMkLst>
          <pc:docMk/>
          <pc:sldMk cId="2717827387" sldId="359"/>
        </pc:sldMkLst>
      </pc:sldChg>
      <pc:sldChg chg="del">
        <pc:chgData name="Rahul Mishra" userId="57c6469e-ac64-4888-811b-35f0aabddbad" providerId="ADAL" clId="{3C51EBFE-9C35-4409-96DB-F0D02B2A0E50}" dt="2024-08-10T17:32:44.647" v="26" actId="47"/>
        <pc:sldMkLst>
          <pc:docMk/>
          <pc:sldMk cId="2796676358" sldId="360"/>
        </pc:sldMkLst>
      </pc:sldChg>
      <pc:sldChg chg="del">
        <pc:chgData name="Rahul Mishra" userId="57c6469e-ac64-4888-811b-35f0aabddbad" providerId="ADAL" clId="{3C51EBFE-9C35-4409-96DB-F0D02B2A0E50}" dt="2024-08-12T10:46:39.869" v="233" actId="47"/>
        <pc:sldMkLst>
          <pc:docMk/>
          <pc:sldMk cId="3694793066" sldId="361"/>
        </pc:sldMkLst>
      </pc:sldChg>
      <pc:sldChg chg="del">
        <pc:chgData name="Rahul Mishra" userId="57c6469e-ac64-4888-811b-35f0aabddbad" providerId="ADAL" clId="{3C51EBFE-9C35-4409-96DB-F0D02B2A0E50}" dt="2024-08-10T17:32:51.393" v="27" actId="47"/>
        <pc:sldMkLst>
          <pc:docMk/>
          <pc:sldMk cId="4090776321" sldId="362"/>
        </pc:sldMkLst>
      </pc:sldChg>
      <pc:sldChg chg="del">
        <pc:chgData name="Rahul Mishra" userId="57c6469e-ac64-4888-811b-35f0aabddbad" providerId="ADAL" clId="{3C51EBFE-9C35-4409-96DB-F0D02B2A0E50}" dt="2024-08-10T17:32:52.398" v="28" actId="47"/>
        <pc:sldMkLst>
          <pc:docMk/>
          <pc:sldMk cId="533411327" sldId="363"/>
        </pc:sldMkLst>
      </pc:sldChg>
      <pc:sldChg chg="del">
        <pc:chgData name="Rahul Mishra" userId="57c6469e-ac64-4888-811b-35f0aabddbad" providerId="ADAL" clId="{3C51EBFE-9C35-4409-96DB-F0D02B2A0E50}" dt="2024-08-10T17:32:53.470" v="29" actId="47"/>
        <pc:sldMkLst>
          <pc:docMk/>
          <pc:sldMk cId="3170865946" sldId="364"/>
        </pc:sldMkLst>
      </pc:sldChg>
      <pc:sldChg chg="del">
        <pc:chgData name="Rahul Mishra" userId="57c6469e-ac64-4888-811b-35f0aabddbad" providerId="ADAL" clId="{3C51EBFE-9C35-4409-96DB-F0D02B2A0E50}" dt="2024-08-10T17:32:54.443" v="30" actId="47"/>
        <pc:sldMkLst>
          <pc:docMk/>
          <pc:sldMk cId="1426566100" sldId="365"/>
        </pc:sldMkLst>
      </pc:sldChg>
      <pc:sldChg chg="del">
        <pc:chgData name="Rahul Mishra" userId="57c6469e-ac64-4888-811b-35f0aabddbad" providerId="ADAL" clId="{3C51EBFE-9C35-4409-96DB-F0D02B2A0E50}" dt="2024-08-10T17:32:27.434" v="11" actId="47"/>
        <pc:sldMkLst>
          <pc:docMk/>
          <pc:sldMk cId="2123376252" sldId="373"/>
        </pc:sldMkLst>
      </pc:sldChg>
      <pc:sldChg chg="addSp delSp modSp add del mod">
        <pc:chgData name="Rahul Mishra" userId="57c6469e-ac64-4888-811b-35f0aabddbad" providerId="ADAL" clId="{3C51EBFE-9C35-4409-96DB-F0D02B2A0E50}" dt="2024-08-12T10:46:02.082" v="220" actId="47"/>
        <pc:sldMkLst>
          <pc:docMk/>
          <pc:sldMk cId="3459647960" sldId="374"/>
        </pc:sldMkLst>
      </pc:sldChg>
      <pc:sldChg chg="add del">
        <pc:chgData name="Rahul Mishra" userId="57c6469e-ac64-4888-811b-35f0aabddbad" providerId="ADAL" clId="{3C51EBFE-9C35-4409-96DB-F0D02B2A0E50}" dt="2024-08-11T15:54:55.830" v="59"/>
        <pc:sldMkLst>
          <pc:docMk/>
          <pc:sldMk cId="2079535757" sldId="375"/>
        </pc:sldMkLst>
      </pc:sldChg>
      <pc:sldChg chg="add del">
        <pc:chgData name="Rahul Mishra" userId="57c6469e-ac64-4888-811b-35f0aabddbad" providerId="ADAL" clId="{3C51EBFE-9C35-4409-96DB-F0D02B2A0E50}" dt="2024-08-11T15:54:55.830" v="59"/>
        <pc:sldMkLst>
          <pc:docMk/>
          <pc:sldMk cId="2983673248" sldId="376"/>
        </pc:sldMkLst>
      </pc:sldChg>
      <pc:sldChg chg="add del">
        <pc:chgData name="Rahul Mishra" userId="57c6469e-ac64-4888-811b-35f0aabddbad" providerId="ADAL" clId="{3C51EBFE-9C35-4409-96DB-F0D02B2A0E50}" dt="2024-08-11T15:54:55.830" v="59"/>
        <pc:sldMkLst>
          <pc:docMk/>
          <pc:sldMk cId="3694120147" sldId="377"/>
        </pc:sldMkLst>
      </pc:sldChg>
      <pc:sldChg chg="modSp add del">
        <pc:chgData name="Rahul Mishra" userId="57c6469e-ac64-4888-811b-35f0aabddbad" providerId="ADAL" clId="{3C51EBFE-9C35-4409-96DB-F0D02B2A0E50}" dt="2024-08-11T18:23:23.928" v="219" actId="1076"/>
        <pc:sldMkLst>
          <pc:docMk/>
          <pc:sldMk cId="3465334699" sldId="378"/>
        </pc:sldMkLst>
      </pc:sldChg>
      <pc:sldChg chg="modSp add modNotes">
        <pc:chgData name="Rahul Mishra" userId="57c6469e-ac64-4888-811b-35f0aabddbad" providerId="ADAL" clId="{3C51EBFE-9C35-4409-96DB-F0D02B2A0E50}" dt="2024-08-11T15:58:34.276" v="65"/>
        <pc:sldMkLst>
          <pc:docMk/>
          <pc:sldMk cId="0" sldId="379"/>
        </pc:sldMkLst>
      </pc:sldChg>
      <pc:sldChg chg="modSp add del modNotes">
        <pc:chgData name="Rahul Mishra" userId="57c6469e-ac64-4888-811b-35f0aabddbad" providerId="ADAL" clId="{3C51EBFE-9C35-4409-96DB-F0D02B2A0E50}" dt="2024-08-11T18:07:07.496" v="191" actId="47"/>
        <pc:sldMkLst>
          <pc:docMk/>
          <pc:sldMk cId="0" sldId="380"/>
        </pc:sldMkLst>
      </pc:sldChg>
      <pc:sldChg chg="modSp add del modNotes">
        <pc:chgData name="Rahul Mishra" userId="57c6469e-ac64-4888-811b-35f0aabddbad" providerId="ADAL" clId="{3C51EBFE-9C35-4409-96DB-F0D02B2A0E50}" dt="2024-08-11T18:07:09.679" v="192" actId="47"/>
        <pc:sldMkLst>
          <pc:docMk/>
          <pc:sldMk cId="0" sldId="381"/>
        </pc:sldMkLst>
      </pc:sldChg>
      <pc:sldChg chg="modSp add del modNotes">
        <pc:chgData name="Rahul Mishra" userId="57c6469e-ac64-4888-811b-35f0aabddbad" providerId="ADAL" clId="{3C51EBFE-9C35-4409-96DB-F0D02B2A0E50}" dt="2024-08-11T18:07:18.374" v="193" actId="47"/>
        <pc:sldMkLst>
          <pc:docMk/>
          <pc:sldMk cId="0" sldId="382"/>
        </pc:sldMkLst>
      </pc:sldChg>
      <pc:sldChg chg="modSp add del modNotes">
        <pc:chgData name="Rahul Mishra" userId="57c6469e-ac64-4888-811b-35f0aabddbad" providerId="ADAL" clId="{3C51EBFE-9C35-4409-96DB-F0D02B2A0E50}" dt="2024-08-11T18:07:28.662" v="195" actId="47"/>
        <pc:sldMkLst>
          <pc:docMk/>
          <pc:sldMk cId="0" sldId="383"/>
        </pc:sldMkLst>
      </pc:sldChg>
      <pc:sldChg chg="modSp add del modNotes">
        <pc:chgData name="Rahul Mishra" userId="57c6469e-ac64-4888-811b-35f0aabddbad" providerId="ADAL" clId="{3C51EBFE-9C35-4409-96DB-F0D02B2A0E50}" dt="2024-08-11T18:07:22.080" v="194" actId="47"/>
        <pc:sldMkLst>
          <pc:docMk/>
          <pc:sldMk cId="0" sldId="384"/>
        </pc:sldMkLst>
      </pc:sldChg>
      <pc:sldChg chg="modSp add del modNotes">
        <pc:chgData name="Rahul Mishra" userId="57c6469e-ac64-4888-811b-35f0aabddbad" providerId="ADAL" clId="{3C51EBFE-9C35-4409-96DB-F0D02B2A0E50}" dt="2024-08-11T18:07:32.774" v="197" actId="47"/>
        <pc:sldMkLst>
          <pc:docMk/>
          <pc:sldMk cId="0" sldId="385"/>
        </pc:sldMkLst>
      </pc:sldChg>
      <pc:sldChg chg="modSp add del modNotes">
        <pc:chgData name="Rahul Mishra" userId="57c6469e-ac64-4888-811b-35f0aabddbad" providerId="ADAL" clId="{3C51EBFE-9C35-4409-96DB-F0D02B2A0E50}" dt="2024-08-11T18:07:53.799" v="206" actId="47"/>
        <pc:sldMkLst>
          <pc:docMk/>
          <pc:sldMk cId="0" sldId="386"/>
        </pc:sldMkLst>
      </pc:sldChg>
      <pc:sldChg chg="modSp add del modNotes">
        <pc:chgData name="Rahul Mishra" userId="57c6469e-ac64-4888-811b-35f0aabddbad" providerId="ADAL" clId="{3C51EBFE-9C35-4409-96DB-F0D02B2A0E50}" dt="2024-08-11T18:07:58.716" v="207" actId="47"/>
        <pc:sldMkLst>
          <pc:docMk/>
          <pc:sldMk cId="0" sldId="387"/>
        </pc:sldMkLst>
      </pc:sldChg>
      <pc:sldChg chg="modSp add del modNotes">
        <pc:chgData name="Rahul Mishra" userId="57c6469e-ac64-4888-811b-35f0aabddbad" providerId="ADAL" clId="{3C51EBFE-9C35-4409-96DB-F0D02B2A0E50}" dt="2024-08-11T18:07:45.733" v="203" actId="47"/>
        <pc:sldMkLst>
          <pc:docMk/>
          <pc:sldMk cId="0" sldId="388"/>
        </pc:sldMkLst>
      </pc:sldChg>
      <pc:sldChg chg="modSp add del modNotes">
        <pc:chgData name="Rahul Mishra" userId="57c6469e-ac64-4888-811b-35f0aabddbad" providerId="ADAL" clId="{3C51EBFE-9C35-4409-96DB-F0D02B2A0E50}" dt="2024-08-11T18:08:03.663" v="208" actId="47"/>
        <pc:sldMkLst>
          <pc:docMk/>
          <pc:sldMk cId="0" sldId="389"/>
        </pc:sldMkLst>
      </pc:sldChg>
      <pc:sldChg chg="modSp add modNotes">
        <pc:chgData name="Rahul Mishra" userId="57c6469e-ac64-4888-811b-35f0aabddbad" providerId="ADAL" clId="{3C51EBFE-9C35-4409-96DB-F0D02B2A0E50}" dt="2024-08-11T15:58:34.276" v="65"/>
        <pc:sldMkLst>
          <pc:docMk/>
          <pc:sldMk cId="0" sldId="390"/>
        </pc:sldMkLst>
      </pc:sldChg>
      <pc:sldChg chg="modSp add modNotes">
        <pc:chgData name="Rahul Mishra" userId="57c6469e-ac64-4888-811b-35f0aabddbad" providerId="ADAL" clId="{3C51EBFE-9C35-4409-96DB-F0D02B2A0E50}" dt="2024-08-11T15:58:34.276" v="65"/>
        <pc:sldMkLst>
          <pc:docMk/>
          <pc:sldMk cId="0" sldId="391"/>
        </pc:sldMkLst>
      </pc:sldChg>
      <pc:sldChg chg="modSp add modNotes">
        <pc:chgData name="Rahul Mishra" userId="57c6469e-ac64-4888-811b-35f0aabddbad" providerId="ADAL" clId="{3C51EBFE-9C35-4409-96DB-F0D02B2A0E50}" dt="2024-08-11T15:58:34.276" v="65"/>
        <pc:sldMkLst>
          <pc:docMk/>
          <pc:sldMk cId="0" sldId="392"/>
        </pc:sldMkLst>
      </pc:sldChg>
      <pc:sldChg chg="modSp add modNotes">
        <pc:chgData name="Rahul Mishra" userId="57c6469e-ac64-4888-811b-35f0aabddbad" providerId="ADAL" clId="{3C51EBFE-9C35-4409-96DB-F0D02B2A0E50}" dt="2024-08-11T15:58:34.276" v="65"/>
        <pc:sldMkLst>
          <pc:docMk/>
          <pc:sldMk cId="0" sldId="393"/>
        </pc:sldMkLst>
      </pc:sldChg>
      <pc:sldChg chg="modSp add modNotes">
        <pc:chgData name="Rahul Mishra" userId="57c6469e-ac64-4888-811b-35f0aabddbad" providerId="ADAL" clId="{3C51EBFE-9C35-4409-96DB-F0D02B2A0E50}" dt="2024-08-11T15:58:34.276" v="65"/>
        <pc:sldMkLst>
          <pc:docMk/>
          <pc:sldMk cId="0" sldId="394"/>
        </pc:sldMkLst>
      </pc:sldChg>
      <pc:sldChg chg="modSp add modNotes">
        <pc:chgData name="Rahul Mishra" userId="57c6469e-ac64-4888-811b-35f0aabddbad" providerId="ADAL" clId="{3C51EBFE-9C35-4409-96DB-F0D02B2A0E50}" dt="2024-08-11T15:58:34.276" v="65"/>
        <pc:sldMkLst>
          <pc:docMk/>
          <pc:sldMk cId="0" sldId="395"/>
        </pc:sldMkLst>
      </pc:sldChg>
      <pc:sldChg chg="modSp add modNotes">
        <pc:chgData name="Rahul Mishra" userId="57c6469e-ac64-4888-811b-35f0aabddbad" providerId="ADAL" clId="{3C51EBFE-9C35-4409-96DB-F0D02B2A0E50}" dt="2024-08-11T15:58:34.276" v="65"/>
        <pc:sldMkLst>
          <pc:docMk/>
          <pc:sldMk cId="0" sldId="396"/>
        </pc:sldMkLst>
      </pc:sldChg>
      <pc:sldChg chg="modSp add del modNotes">
        <pc:chgData name="Rahul Mishra" userId="57c6469e-ac64-4888-811b-35f0aabddbad" providerId="ADAL" clId="{3C51EBFE-9C35-4409-96DB-F0D02B2A0E50}" dt="2024-08-11T18:11:48.631" v="211" actId="47"/>
        <pc:sldMkLst>
          <pc:docMk/>
          <pc:sldMk cId="0" sldId="397"/>
        </pc:sldMkLst>
      </pc:sldChg>
      <pc:sldChg chg="modSp add del modNotes">
        <pc:chgData name="Rahul Mishra" userId="57c6469e-ac64-4888-811b-35f0aabddbad" providerId="ADAL" clId="{3C51EBFE-9C35-4409-96DB-F0D02B2A0E50}" dt="2024-08-11T18:11:50.357" v="212" actId="47"/>
        <pc:sldMkLst>
          <pc:docMk/>
          <pc:sldMk cId="0" sldId="398"/>
        </pc:sldMkLst>
      </pc:sldChg>
      <pc:sldChg chg="modSp add del modNotes">
        <pc:chgData name="Rahul Mishra" userId="57c6469e-ac64-4888-811b-35f0aabddbad" providerId="ADAL" clId="{3C51EBFE-9C35-4409-96DB-F0D02B2A0E50}" dt="2024-08-11T18:11:52.538" v="213" actId="47"/>
        <pc:sldMkLst>
          <pc:docMk/>
          <pc:sldMk cId="0" sldId="399"/>
        </pc:sldMkLst>
      </pc:sldChg>
      <pc:sldChg chg="modSp add del modNotes">
        <pc:chgData name="Rahul Mishra" userId="57c6469e-ac64-4888-811b-35f0aabddbad" providerId="ADAL" clId="{3C51EBFE-9C35-4409-96DB-F0D02B2A0E50}" dt="2024-08-11T18:11:55.476" v="214" actId="47"/>
        <pc:sldMkLst>
          <pc:docMk/>
          <pc:sldMk cId="0" sldId="400"/>
        </pc:sldMkLst>
      </pc:sldChg>
      <pc:sldChg chg="modSp add ord modNotes">
        <pc:chgData name="Rahul Mishra" userId="57c6469e-ac64-4888-811b-35f0aabddbad" providerId="ADAL" clId="{3C51EBFE-9C35-4409-96DB-F0D02B2A0E50}" dt="2024-08-11T18:19:07.275" v="218"/>
        <pc:sldMkLst>
          <pc:docMk/>
          <pc:sldMk cId="0" sldId="401"/>
        </pc:sldMkLst>
      </pc:sldChg>
      <pc:sldChg chg="modSp add del modNotes">
        <pc:chgData name="Rahul Mishra" userId="57c6469e-ac64-4888-811b-35f0aabddbad" providerId="ADAL" clId="{3C51EBFE-9C35-4409-96DB-F0D02B2A0E50}" dt="2024-08-11T18:11:59.764" v="215" actId="47"/>
        <pc:sldMkLst>
          <pc:docMk/>
          <pc:sldMk cId="0" sldId="402"/>
        </pc:sldMkLst>
      </pc:sldChg>
      <pc:sldChg chg="addSp modSp new mod setBg">
        <pc:chgData name="Rahul Mishra" userId="57c6469e-ac64-4888-811b-35f0aabddbad" providerId="ADAL" clId="{3C51EBFE-9C35-4409-96DB-F0D02B2A0E50}" dt="2024-08-11T16:32:30.182" v="80" actId="688"/>
        <pc:sldMkLst>
          <pc:docMk/>
          <pc:sldMk cId="739300501" sldId="403"/>
        </pc:sldMkLst>
      </pc:sldChg>
      <pc:sldChg chg="addSp modSp new mod">
        <pc:chgData name="Rahul Mishra" userId="57c6469e-ac64-4888-811b-35f0aabddbad" providerId="ADAL" clId="{3C51EBFE-9C35-4409-96DB-F0D02B2A0E50}" dt="2024-08-11T17:45:23.043" v="129" actId="1076"/>
        <pc:sldMkLst>
          <pc:docMk/>
          <pc:sldMk cId="1992141454" sldId="404"/>
        </pc:sldMkLst>
      </pc:sldChg>
      <pc:sldMasterChg chg="delSldLayout">
        <pc:chgData name="Rahul Mishra" userId="57c6469e-ac64-4888-811b-35f0aabddbad" providerId="ADAL" clId="{3C51EBFE-9C35-4409-96DB-F0D02B2A0E50}" dt="2024-08-12T10:46:39.869" v="233" actId="47"/>
        <pc:sldMasterMkLst>
          <pc:docMk/>
          <pc:sldMasterMk cId="3966668556" sldId="2147483678"/>
        </pc:sldMasterMkLst>
        <pc:sldLayoutChg chg="del">
          <pc:chgData name="Rahul Mishra" userId="57c6469e-ac64-4888-811b-35f0aabddbad" providerId="ADAL" clId="{3C51EBFE-9C35-4409-96DB-F0D02B2A0E50}" dt="2024-08-12T10:46:39.869" v="233" actId="47"/>
          <pc:sldLayoutMkLst>
            <pc:docMk/>
            <pc:sldMasterMk cId="3966668556" sldId="2147483678"/>
            <pc:sldLayoutMk cId="435949403" sldId="2147483690"/>
          </pc:sldLayoutMkLst>
        </pc:sldLayoutChg>
      </pc:sldMasterChg>
    </pc:docChg>
  </pc:docChgLst>
  <pc:docChgLst>
    <pc:chgData name="Rahul Mishra" userId="57c6469e-ac64-4888-811b-35f0aabddbad" providerId="ADAL" clId="{181BC7F3-2120-400D-B4AA-A1CF5463A9D1}"/>
    <pc:docChg chg="undo custSel addSld delSld modSld">
      <pc:chgData name="Rahul Mishra" userId="57c6469e-ac64-4888-811b-35f0aabddbad" providerId="ADAL" clId="{181BC7F3-2120-400D-B4AA-A1CF5463A9D1}" dt="2024-09-13T18:02:46.289" v="54"/>
      <pc:docMkLst>
        <pc:docMk/>
      </pc:docMkLst>
      <pc:sldChg chg="del">
        <pc:chgData name="Rahul Mishra" userId="57c6469e-ac64-4888-811b-35f0aabddbad" providerId="ADAL" clId="{181BC7F3-2120-400D-B4AA-A1CF5463A9D1}" dt="2024-09-13T17:57:49.309" v="6" actId="47"/>
        <pc:sldMkLst>
          <pc:docMk/>
          <pc:sldMk cId="1701599832" sldId="271"/>
        </pc:sldMkLst>
      </pc:sldChg>
      <pc:sldChg chg="del">
        <pc:chgData name="Rahul Mishra" userId="57c6469e-ac64-4888-811b-35f0aabddbad" providerId="ADAL" clId="{181BC7F3-2120-400D-B4AA-A1CF5463A9D1}" dt="2024-09-13T17:57:50.507" v="7" actId="47"/>
        <pc:sldMkLst>
          <pc:docMk/>
          <pc:sldMk cId="0" sldId="283"/>
        </pc:sldMkLst>
      </pc:sldChg>
      <pc:sldChg chg="del">
        <pc:chgData name="Rahul Mishra" userId="57c6469e-ac64-4888-811b-35f0aabddbad" providerId="ADAL" clId="{181BC7F3-2120-400D-B4AA-A1CF5463A9D1}" dt="2024-09-13T17:57:51.679" v="8" actId="47"/>
        <pc:sldMkLst>
          <pc:docMk/>
          <pc:sldMk cId="0" sldId="284"/>
        </pc:sldMkLst>
      </pc:sldChg>
      <pc:sldChg chg="del">
        <pc:chgData name="Rahul Mishra" userId="57c6469e-ac64-4888-811b-35f0aabddbad" providerId="ADAL" clId="{181BC7F3-2120-400D-B4AA-A1CF5463A9D1}" dt="2024-09-13T17:57:52.484" v="9" actId="47"/>
        <pc:sldMkLst>
          <pc:docMk/>
          <pc:sldMk cId="0" sldId="285"/>
        </pc:sldMkLst>
      </pc:sldChg>
      <pc:sldChg chg="del">
        <pc:chgData name="Rahul Mishra" userId="57c6469e-ac64-4888-811b-35f0aabddbad" providerId="ADAL" clId="{181BC7F3-2120-400D-B4AA-A1CF5463A9D1}" dt="2024-09-13T17:57:53.224" v="10" actId="47"/>
        <pc:sldMkLst>
          <pc:docMk/>
          <pc:sldMk cId="0" sldId="286"/>
        </pc:sldMkLst>
      </pc:sldChg>
      <pc:sldChg chg="del">
        <pc:chgData name="Rahul Mishra" userId="57c6469e-ac64-4888-811b-35f0aabddbad" providerId="ADAL" clId="{181BC7F3-2120-400D-B4AA-A1CF5463A9D1}" dt="2024-09-13T17:57:55.037" v="12" actId="47"/>
        <pc:sldMkLst>
          <pc:docMk/>
          <pc:sldMk cId="0" sldId="287"/>
        </pc:sldMkLst>
      </pc:sldChg>
      <pc:sldChg chg="del">
        <pc:chgData name="Rahul Mishra" userId="57c6469e-ac64-4888-811b-35f0aabddbad" providerId="ADAL" clId="{181BC7F3-2120-400D-B4AA-A1CF5463A9D1}" dt="2024-09-13T17:57:56.566" v="14" actId="47"/>
        <pc:sldMkLst>
          <pc:docMk/>
          <pc:sldMk cId="0" sldId="289"/>
        </pc:sldMkLst>
      </pc:sldChg>
      <pc:sldChg chg="del">
        <pc:chgData name="Rahul Mishra" userId="57c6469e-ac64-4888-811b-35f0aabddbad" providerId="ADAL" clId="{181BC7F3-2120-400D-B4AA-A1CF5463A9D1}" dt="2024-09-13T17:57:57.525" v="15" actId="47"/>
        <pc:sldMkLst>
          <pc:docMk/>
          <pc:sldMk cId="0" sldId="290"/>
        </pc:sldMkLst>
      </pc:sldChg>
      <pc:sldChg chg="del">
        <pc:chgData name="Rahul Mishra" userId="57c6469e-ac64-4888-811b-35f0aabddbad" providerId="ADAL" clId="{181BC7F3-2120-400D-B4AA-A1CF5463A9D1}" dt="2024-09-13T17:57:57.934" v="16" actId="47"/>
        <pc:sldMkLst>
          <pc:docMk/>
          <pc:sldMk cId="0" sldId="291"/>
        </pc:sldMkLst>
      </pc:sldChg>
      <pc:sldChg chg="del">
        <pc:chgData name="Rahul Mishra" userId="57c6469e-ac64-4888-811b-35f0aabddbad" providerId="ADAL" clId="{181BC7F3-2120-400D-B4AA-A1CF5463A9D1}" dt="2024-09-13T17:58:03.419" v="27" actId="47"/>
        <pc:sldMkLst>
          <pc:docMk/>
          <pc:sldMk cId="1685752519" sldId="292"/>
        </pc:sldMkLst>
      </pc:sldChg>
      <pc:sldChg chg="del">
        <pc:chgData name="Rahul Mishra" userId="57c6469e-ac64-4888-811b-35f0aabddbad" providerId="ADAL" clId="{181BC7F3-2120-400D-B4AA-A1CF5463A9D1}" dt="2024-09-13T17:58:03.939" v="28" actId="47"/>
        <pc:sldMkLst>
          <pc:docMk/>
          <pc:sldMk cId="4267650275" sldId="293"/>
        </pc:sldMkLst>
      </pc:sldChg>
      <pc:sldChg chg="del">
        <pc:chgData name="Rahul Mishra" userId="57c6469e-ac64-4888-811b-35f0aabddbad" providerId="ADAL" clId="{181BC7F3-2120-400D-B4AA-A1CF5463A9D1}" dt="2024-09-13T17:58:04.411" v="29" actId="47"/>
        <pc:sldMkLst>
          <pc:docMk/>
          <pc:sldMk cId="2502611286" sldId="294"/>
        </pc:sldMkLst>
      </pc:sldChg>
      <pc:sldChg chg="del">
        <pc:chgData name="Rahul Mishra" userId="57c6469e-ac64-4888-811b-35f0aabddbad" providerId="ADAL" clId="{181BC7F3-2120-400D-B4AA-A1CF5463A9D1}" dt="2024-09-13T17:58:04.933" v="30" actId="47"/>
        <pc:sldMkLst>
          <pc:docMk/>
          <pc:sldMk cId="1901015964" sldId="295"/>
        </pc:sldMkLst>
      </pc:sldChg>
      <pc:sldChg chg="del">
        <pc:chgData name="Rahul Mishra" userId="57c6469e-ac64-4888-811b-35f0aabddbad" providerId="ADAL" clId="{181BC7F3-2120-400D-B4AA-A1CF5463A9D1}" dt="2024-09-13T17:58:05.451" v="31" actId="47"/>
        <pc:sldMkLst>
          <pc:docMk/>
          <pc:sldMk cId="615098788" sldId="296"/>
        </pc:sldMkLst>
      </pc:sldChg>
      <pc:sldChg chg="del">
        <pc:chgData name="Rahul Mishra" userId="57c6469e-ac64-4888-811b-35f0aabddbad" providerId="ADAL" clId="{181BC7F3-2120-400D-B4AA-A1CF5463A9D1}" dt="2024-09-13T17:57:48.378" v="5" actId="47"/>
        <pc:sldMkLst>
          <pc:docMk/>
          <pc:sldMk cId="2187071181" sldId="303"/>
        </pc:sldMkLst>
      </pc:sldChg>
      <pc:sldChg chg="del">
        <pc:chgData name="Rahul Mishra" userId="57c6469e-ac64-4888-811b-35f0aabddbad" providerId="ADAL" clId="{181BC7F3-2120-400D-B4AA-A1CF5463A9D1}" dt="2024-09-13T17:58:08.830" v="36" actId="47"/>
        <pc:sldMkLst>
          <pc:docMk/>
          <pc:sldMk cId="1419033139" sldId="305"/>
        </pc:sldMkLst>
      </pc:sldChg>
      <pc:sldChg chg="del">
        <pc:chgData name="Rahul Mishra" userId="57c6469e-ac64-4888-811b-35f0aabddbad" providerId="ADAL" clId="{181BC7F3-2120-400D-B4AA-A1CF5463A9D1}" dt="2024-09-13T17:58:06.060" v="32" actId="47"/>
        <pc:sldMkLst>
          <pc:docMk/>
          <pc:sldMk cId="2079535757" sldId="375"/>
        </pc:sldMkLst>
      </pc:sldChg>
      <pc:sldChg chg="del">
        <pc:chgData name="Rahul Mishra" userId="57c6469e-ac64-4888-811b-35f0aabddbad" providerId="ADAL" clId="{181BC7F3-2120-400D-B4AA-A1CF5463A9D1}" dt="2024-09-13T17:58:06.665" v="33" actId="47"/>
        <pc:sldMkLst>
          <pc:docMk/>
          <pc:sldMk cId="2983673248" sldId="376"/>
        </pc:sldMkLst>
      </pc:sldChg>
      <pc:sldChg chg="del">
        <pc:chgData name="Rahul Mishra" userId="57c6469e-ac64-4888-811b-35f0aabddbad" providerId="ADAL" clId="{181BC7F3-2120-400D-B4AA-A1CF5463A9D1}" dt="2024-09-13T17:58:07.171" v="34" actId="47"/>
        <pc:sldMkLst>
          <pc:docMk/>
          <pc:sldMk cId="3694120147" sldId="377"/>
        </pc:sldMkLst>
      </pc:sldChg>
      <pc:sldChg chg="del">
        <pc:chgData name="Rahul Mishra" userId="57c6469e-ac64-4888-811b-35f0aabddbad" providerId="ADAL" clId="{181BC7F3-2120-400D-B4AA-A1CF5463A9D1}" dt="2024-09-13T17:58:07.674" v="35" actId="47"/>
        <pc:sldMkLst>
          <pc:docMk/>
          <pc:sldMk cId="3465334699" sldId="378"/>
        </pc:sldMkLst>
      </pc:sldChg>
      <pc:sldChg chg="del">
        <pc:chgData name="Rahul Mishra" userId="57c6469e-ac64-4888-811b-35f0aabddbad" providerId="ADAL" clId="{181BC7F3-2120-400D-B4AA-A1CF5463A9D1}" dt="2024-09-13T17:57:55.997" v="13" actId="47"/>
        <pc:sldMkLst>
          <pc:docMk/>
          <pc:sldMk cId="0" sldId="379"/>
        </pc:sldMkLst>
      </pc:sldChg>
      <pc:sldChg chg="del">
        <pc:chgData name="Rahul Mishra" userId="57c6469e-ac64-4888-811b-35f0aabddbad" providerId="ADAL" clId="{181BC7F3-2120-400D-B4AA-A1CF5463A9D1}" dt="2024-09-13T17:57:58.328" v="17" actId="47"/>
        <pc:sldMkLst>
          <pc:docMk/>
          <pc:sldMk cId="0" sldId="388"/>
        </pc:sldMkLst>
      </pc:sldChg>
      <pc:sldChg chg="del">
        <pc:chgData name="Rahul Mishra" userId="57c6469e-ac64-4888-811b-35f0aabddbad" providerId="ADAL" clId="{181BC7F3-2120-400D-B4AA-A1CF5463A9D1}" dt="2024-09-13T17:57:59.211" v="18" actId="47"/>
        <pc:sldMkLst>
          <pc:docMk/>
          <pc:sldMk cId="0" sldId="390"/>
        </pc:sldMkLst>
      </pc:sldChg>
      <pc:sldChg chg="del">
        <pc:chgData name="Rahul Mishra" userId="57c6469e-ac64-4888-811b-35f0aabddbad" providerId="ADAL" clId="{181BC7F3-2120-400D-B4AA-A1CF5463A9D1}" dt="2024-09-13T17:57:59.684" v="19" actId="47"/>
        <pc:sldMkLst>
          <pc:docMk/>
          <pc:sldMk cId="0" sldId="391"/>
        </pc:sldMkLst>
      </pc:sldChg>
      <pc:sldChg chg="del">
        <pc:chgData name="Rahul Mishra" userId="57c6469e-ac64-4888-811b-35f0aabddbad" providerId="ADAL" clId="{181BC7F3-2120-400D-B4AA-A1CF5463A9D1}" dt="2024-09-13T17:58:00.220" v="20" actId="47"/>
        <pc:sldMkLst>
          <pc:docMk/>
          <pc:sldMk cId="0" sldId="392"/>
        </pc:sldMkLst>
      </pc:sldChg>
      <pc:sldChg chg="del">
        <pc:chgData name="Rahul Mishra" userId="57c6469e-ac64-4888-811b-35f0aabddbad" providerId="ADAL" clId="{181BC7F3-2120-400D-B4AA-A1CF5463A9D1}" dt="2024-09-13T17:58:00.645" v="21" actId="47"/>
        <pc:sldMkLst>
          <pc:docMk/>
          <pc:sldMk cId="0" sldId="393"/>
        </pc:sldMkLst>
      </pc:sldChg>
      <pc:sldChg chg="del">
        <pc:chgData name="Rahul Mishra" userId="57c6469e-ac64-4888-811b-35f0aabddbad" providerId="ADAL" clId="{181BC7F3-2120-400D-B4AA-A1CF5463A9D1}" dt="2024-09-13T17:58:01.086" v="22" actId="47"/>
        <pc:sldMkLst>
          <pc:docMk/>
          <pc:sldMk cId="0" sldId="394"/>
        </pc:sldMkLst>
      </pc:sldChg>
      <pc:sldChg chg="del">
        <pc:chgData name="Rahul Mishra" userId="57c6469e-ac64-4888-811b-35f0aabddbad" providerId="ADAL" clId="{181BC7F3-2120-400D-B4AA-A1CF5463A9D1}" dt="2024-09-13T17:58:01.529" v="23" actId="47"/>
        <pc:sldMkLst>
          <pc:docMk/>
          <pc:sldMk cId="0" sldId="395"/>
        </pc:sldMkLst>
      </pc:sldChg>
      <pc:sldChg chg="del">
        <pc:chgData name="Rahul Mishra" userId="57c6469e-ac64-4888-811b-35f0aabddbad" providerId="ADAL" clId="{181BC7F3-2120-400D-B4AA-A1CF5463A9D1}" dt="2024-09-13T17:58:02.490" v="25" actId="47"/>
        <pc:sldMkLst>
          <pc:docMk/>
          <pc:sldMk cId="0" sldId="397"/>
        </pc:sldMkLst>
      </pc:sldChg>
      <pc:sldChg chg="del">
        <pc:chgData name="Rahul Mishra" userId="57c6469e-ac64-4888-811b-35f0aabddbad" providerId="ADAL" clId="{181BC7F3-2120-400D-B4AA-A1CF5463A9D1}" dt="2024-09-13T17:58:02.931" v="26" actId="47"/>
        <pc:sldMkLst>
          <pc:docMk/>
          <pc:sldMk cId="0" sldId="398"/>
        </pc:sldMkLst>
      </pc:sldChg>
      <pc:sldChg chg="del">
        <pc:chgData name="Rahul Mishra" userId="57c6469e-ac64-4888-811b-35f0aabddbad" providerId="ADAL" clId="{181BC7F3-2120-400D-B4AA-A1CF5463A9D1}" dt="2024-09-13T17:58:02.008" v="24" actId="47"/>
        <pc:sldMkLst>
          <pc:docMk/>
          <pc:sldMk cId="0" sldId="401"/>
        </pc:sldMkLst>
      </pc:sldChg>
      <pc:sldChg chg="del">
        <pc:chgData name="Rahul Mishra" userId="57c6469e-ac64-4888-811b-35f0aabddbad" providerId="ADAL" clId="{181BC7F3-2120-400D-B4AA-A1CF5463A9D1}" dt="2024-09-13T17:57:46.596" v="4" actId="47"/>
        <pc:sldMkLst>
          <pc:docMk/>
          <pc:sldMk cId="1992141454" sldId="404"/>
        </pc:sldMkLst>
      </pc:sldChg>
      <pc:sldChg chg="delSp modSp mod">
        <pc:chgData name="Rahul Mishra" userId="57c6469e-ac64-4888-811b-35f0aabddbad" providerId="ADAL" clId="{181BC7F3-2120-400D-B4AA-A1CF5463A9D1}" dt="2024-09-13T17:57:42.036" v="3" actId="20577"/>
        <pc:sldMkLst>
          <pc:docMk/>
          <pc:sldMk cId="545609971" sldId="405"/>
        </pc:sldMkLst>
      </pc:sldChg>
      <pc:sldChg chg="del">
        <pc:chgData name="Rahul Mishra" userId="57c6469e-ac64-4888-811b-35f0aabddbad" providerId="ADAL" clId="{181BC7F3-2120-400D-B4AA-A1CF5463A9D1}" dt="2024-09-13T17:59:12.293" v="37" actId="47"/>
        <pc:sldMkLst>
          <pc:docMk/>
          <pc:sldMk cId="1740156467" sldId="406"/>
        </pc:sldMkLst>
      </pc:sldChg>
      <pc:sldChg chg="del">
        <pc:chgData name="Rahul Mishra" userId="57c6469e-ac64-4888-811b-35f0aabddbad" providerId="ADAL" clId="{181BC7F3-2120-400D-B4AA-A1CF5463A9D1}" dt="2024-09-13T17:59:15.004" v="38" actId="47"/>
        <pc:sldMkLst>
          <pc:docMk/>
          <pc:sldMk cId="658975334" sldId="407"/>
        </pc:sldMkLst>
      </pc:sldChg>
      <pc:sldChg chg="add">
        <pc:chgData name="Rahul Mishra" userId="57c6469e-ac64-4888-811b-35f0aabddbad" providerId="ADAL" clId="{181BC7F3-2120-400D-B4AA-A1CF5463A9D1}" dt="2024-09-13T18:02:46.289" v="54"/>
        <pc:sldMkLst>
          <pc:docMk/>
          <pc:sldMk cId="2303821214" sldId="407"/>
        </pc:sldMkLst>
      </pc:sldChg>
      <pc:sldChg chg="del">
        <pc:chgData name="Rahul Mishra" userId="57c6469e-ac64-4888-811b-35f0aabddbad" providerId="ADAL" clId="{181BC7F3-2120-400D-B4AA-A1CF5463A9D1}" dt="2024-09-13T17:59:15.891" v="39" actId="47"/>
        <pc:sldMkLst>
          <pc:docMk/>
          <pc:sldMk cId="832144480" sldId="408"/>
        </pc:sldMkLst>
      </pc:sldChg>
      <pc:sldChg chg="del">
        <pc:chgData name="Rahul Mishra" userId="57c6469e-ac64-4888-811b-35f0aabddbad" providerId="ADAL" clId="{181BC7F3-2120-400D-B4AA-A1CF5463A9D1}" dt="2024-09-13T17:59:16.756" v="40" actId="47"/>
        <pc:sldMkLst>
          <pc:docMk/>
          <pc:sldMk cId="4711899" sldId="409"/>
        </pc:sldMkLst>
      </pc:sldChg>
      <pc:sldChg chg="del">
        <pc:chgData name="Rahul Mishra" userId="57c6469e-ac64-4888-811b-35f0aabddbad" providerId="ADAL" clId="{181BC7F3-2120-400D-B4AA-A1CF5463A9D1}" dt="2024-09-13T17:59:17.831" v="41" actId="47"/>
        <pc:sldMkLst>
          <pc:docMk/>
          <pc:sldMk cId="1349400572" sldId="410"/>
        </pc:sldMkLst>
      </pc:sldChg>
      <pc:sldChg chg="del">
        <pc:chgData name="Rahul Mishra" userId="57c6469e-ac64-4888-811b-35f0aabddbad" providerId="ADAL" clId="{181BC7F3-2120-400D-B4AA-A1CF5463A9D1}" dt="2024-09-13T17:59:18.464" v="42" actId="47"/>
        <pc:sldMkLst>
          <pc:docMk/>
          <pc:sldMk cId="2231131565" sldId="411"/>
        </pc:sldMkLst>
      </pc:sldChg>
      <pc:sldChg chg="del">
        <pc:chgData name="Rahul Mishra" userId="57c6469e-ac64-4888-811b-35f0aabddbad" providerId="ADAL" clId="{181BC7F3-2120-400D-B4AA-A1CF5463A9D1}" dt="2024-09-13T17:59:19.018" v="43" actId="47"/>
        <pc:sldMkLst>
          <pc:docMk/>
          <pc:sldMk cId="897648036" sldId="412"/>
        </pc:sldMkLst>
      </pc:sldChg>
      <pc:sldChg chg="del">
        <pc:chgData name="Rahul Mishra" userId="57c6469e-ac64-4888-811b-35f0aabddbad" providerId="ADAL" clId="{181BC7F3-2120-400D-B4AA-A1CF5463A9D1}" dt="2024-09-13T17:59:19.975" v="44" actId="47"/>
        <pc:sldMkLst>
          <pc:docMk/>
          <pc:sldMk cId="2939944465" sldId="413"/>
        </pc:sldMkLst>
      </pc:sldChg>
      <pc:sldChg chg="delSp add del mod">
        <pc:chgData name="Rahul Mishra" userId="57c6469e-ac64-4888-811b-35f0aabddbad" providerId="ADAL" clId="{181BC7F3-2120-400D-B4AA-A1CF5463A9D1}" dt="2024-09-13T17:59:25.517" v="47" actId="478"/>
        <pc:sldMkLst>
          <pc:docMk/>
          <pc:sldMk cId="1214863930" sldId="414"/>
        </pc:sldMkLst>
      </pc:sldChg>
      <pc:sldChg chg="delSp mod">
        <pc:chgData name="Rahul Mishra" userId="57c6469e-ac64-4888-811b-35f0aabddbad" providerId="ADAL" clId="{181BC7F3-2120-400D-B4AA-A1CF5463A9D1}" dt="2024-09-13T17:59:28.322" v="48" actId="478"/>
        <pc:sldMkLst>
          <pc:docMk/>
          <pc:sldMk cId="2118251881" sldId="415"/>
        </pc:sldMkLst>
      </pc:sldChg>
      <pc:sldChg chg="delSp mod">
        <pc:chgData name="Rahul Mishra" userId="57c6469e-ac64-4888-811b-35f0aabddbad" providerId="ADAL" clId="{181BC7F3-2120-400D-B4AA-A1CF5463A9D1}" dt="2024-09-13T17:59:30.485" v="49" actId="478"/>
        <pc:sldMkLst>
          <pc:docMk/>
          <pc:sldMk cId="2560525014" sldId="416"/>
        </pc:sldMkLst>
      </pc:sldChg>
      <pc:sldChg chg="delSp mod">
        <pc:chgData name="Rahul Mishra" userId="57c6469e-ac64-4888-811b-35f0aabddbad" providerId="ADAL" clId="{181BC7F3-2120-400D-B4AA-A1CF5463A9D1}" dt="2024-09-13T17:59:33.470" v="50" actId="478"/>
        <pc:sldMkLst>
          <pc:docMk/>
          <pc:sldMk cId="1508322553" sldId="417"/>
        </pc:sldMkLst>
      </pc:sldChg>
      <pc:sldChg chg="del">
        <pc:chgData name="Rahul Mishra" userId="57c6469e-ac64-4888-811b-35f0aabddbad" providerId="ADAL" clId="{181BC7F3-2120-400D-B4AA-A1CF5463A9D1}" dt="2024-09-13T17:57:54.394" v="11" actId="47"/>
        <pc:sldMkLst>
          <pc:docMk/>
          <pc:sldMk cId="4154801453" sldId="446"/>
        </pc:sldMkLst>
      </pc:sldChg>
      <pc:sldChg chg="add">
        <pc:chgData name="Rahul Mishra" userId="57c6469e-ac64-4888-811b-35f0aabddbad" providerId="ADAL" clId="{181BC7F3-2120-400D-B4AA-A1CF5463A9D1}" dt="2024-09-13T18:02:46.289" v="54"/>
        <pc:sldMkLst>
          <pc:docMk/>
          <pc:sldMk cId="3624487864" sldId="668"/>
        </pc:sldMkLst>
      </pc:sldChg>
      <pc:sldChg chg="add">
        <pc:chgData name="Rahul Mishra" userId="57c6469e-ac64-4888-811b-35f0aabddbad" providerId="ADAL" clId="{181BC7F3-2120-400D-B4AA-A1CF5463A9D1}" dt="2024-09-13T18:02:46.289" v="54"/>
        <pc:sldMkLst>
          <pc:docMk/>
          <pc:sldMk cId="2534343136" sldId="669"/>
        </pc:sldMkLst>
      </pc:sldChg>
      <pc:sldChg chg="delSp add setBg delDesignElem">
        <pc:chgData name="Rahul Mishra" userId="57c6469e-ac64-4888-811b-35f0aabddbad" providerId="ADAL" clId="{181BC7F3-2120-400D-B4AA-A1CF5463A9D1}" dt="2024-09-13T18:02:46.289" v="54"/>
        <pc:sldMkLst>
          <pc:docMk/>
          <pc:sldMk cId="15107067" sldId="670"/>
        </pc:sldMkLst>
      </pc:sldChg>
      <pc:sldChg chg="delSp add setBg delDesignElem">
        <pc:chgData name="Rahul Mishra" userId="57c6469e-ac64-4888-811b-35f0aabddbad" providerId="ADAL" clId="{181BC7F3-2120-400D-B4AA-A1CF5463A9D1}" dt="2024-09-13T18:02:46.289" v="54"/>
        <pc:sldMkLst>
          <pc:docMk/>
          <pc:sldMk cId="88985167" sldId="671"/>
        </pc:sldMkLst>
      </pc:sldChg>
      <pc:sldChg chg="delSp add setBg delDesignElem">
        <pc:chgData name="Rahul Mishra" userId="57c6469e-ac64-4888-811b-35f0aabddbad" providerId="ADAL" clId="{181BC7F3-2120-400D-B4AA-A1CF5463A9D1}" dt="2024-09-13T18:02:46.289" v="54"/>
        <pc:sldMkLst>
          <pc:docMk/>
          <pc:sldMk cId="1632104634" sldId="672"/>
        </pc:sldMkLst>
      </pc:sldChg>
      <pc:sldChg chg="add">
        <pc:chgData name="Rahul Mishra" userId="57c6469e-ac64-4888-811b-35f0aabddbad" providerId="ADAL" clId="{181BC7F3-2120-400D-B4AA-A1CF5463A9D1}" dt="2024-09-13T18:02:46.289" v="54"/>
        <pc:sldMkLst>
          <pc:docMk/>
          <pc:sldMk cId="2862732049" sldId="674"/>
        </pc:sldMkLst>
      </pc:sldChg>
      <pc:sldChg chg="add">
        <pc:chgData name="Rahul Mishra" userId="57c6469e-ac64-4888-811b-35f0aabddbad" providerId="ADAL" clId="{181BC7F3-2120-400D-B4AA-A1CF5463A9D1}" dt="2024-09-13T18:02:46.289" v="54"/>
        <pc:sldMkLst>
          <pc:docMk/>
          <pc:sldMk cId="1054739878" sldId="675"/>
        </pc:sldMkLst>
      </pc:sldChg>
      <pc:sldChg chg="add">
        <pc:chgData name="Rahul Mishra" userId="57c6469e-ac64-4888-811b-35f0aabddbad" providerId="ADAL" clId="{181BC7F3-2120-400D-B4AA-A1CF5463A9D1}" dt="2024-09-13T18:02:46.289" v="54"/>
        <pc:sldMkLst>
          <pc:docMk/>
          <pc:sldMk cId="635984662" sldId="676"/>
        </pc:sldMkLst>
      </pc:sldChg>
      <pc:sldChg chg="add">
        <pc:chgData name="Rahul Mishra" userId="57c6469e-ac64-4888-811b-35f0aabddbad" providerId="ADAL" clId="{181BC7F3-2120-400D-B4AA-A1CF5463A9D1}" dt="2024-09-13T18:02:46.289" v="54"/>
        <pc:sldMkLst>
          <pc:docMk/>
          <pc:sldMk cId="2102975413" sldId="677"/>
        </pc:sldMkLst>
      </pc:sldChg>
      <pc:sldChg chg="add">
        <pc:chgData name="Rahul Mishra" userId="57c6469e-ac64-4888-811b-35f0aabddbad" providerId="ADAL" clId="{181BC7F3-2120-400D-B4AA-A1CF5463A9D1}" dt="2024-09-13T18:02:46.289" v="54"/>
        <pc:sldMkLst>
          <pc:docMk/>
          <pc:sldMk cId="1162057113" sldId="678"/>
        </pc:sldMkLst>
      </pc:sldChg>
      <pc:sldChg chg="add">
        <pc:chgData name="Rahul Mishra" userId="57c6469e-ac64-4888-811b-35f0aabddbad" providerId="ADAL" clId="{181BC7F3-2120-400D-B4AA-A1CF5463A9D1}" dt="2024-09-13T18:02:46.289" v="54"/>
        <pc:sldMkLst>
          <pc:docMk/>
          <pc:sldMk cId="1806669630" sldId="679"/>
        </pc:sldMkLst>
      </pc:sldChg>
      <pc:sldChg chg="add">
        <pc:chgData name="Rahul Mishra" userId="57c6469e-ac64-4888-811b-35f0aabddbad" providerId="ADAL" clId="{181BC7F3-2120-400D-B4AA-A1CF5463A9D1}" dt="2024-09-13T18:02:46.289" v="54"/>
        <pc:sldMkLst>
          <pc:docMk/>
          <pc:sldMk cId="2774752012" sldId="680"/>
        </pc:sldMkLst>
      </pc:sldChg>
      <pc:sldChg chg="add">
        <pc:chgData name="Rahul Mishra" userId="57c6469e-ac64-4888-811b-35f0aabddbad" providerId="ADAL" clId="{181BC7F3-2120-400D-B4AA-A1CF5463A9D1}" dt="2024-09-13T18:02:46.289" v="54"/>
        <pc:sldMkLst>
          <pc:docMk/>
          <pc:sldMk cId="522852980" sldId="681"/>
        </pc:sldMkLst>
      </pc:sldChg>
      <pc:sldChg chg="add">
        <pc:chgData name="Rahul Mishra" userId="57c6469e-ac64-4888-811b-35f0aabddbad" providerId="ADAL" clId="{181BC7F3-2120-400D-B4AA-A1CF5463A9D1}" dt="2024-09-13T18:02:46.289" v="54"/>
        <pc:sldMkLst>
          <pc:docMk/>
          <pc:sldMk cId="1058856468" sldId="682"/>
        </pc:sldMkLst>
      </pc:sldChg>
      <pc:sldChg chg="add">
        <pc:chgData name="Rahul Mishra" userId="57c6469e-ac64-4888-811b-35f0aabddbad" providerId="ADAL" clId="{181BC7F3-2120-400D-B4AA-A1CF5463A9D1}" dt="2024-09-13T18:02:46.289" v="54"/>
        <pc:sldMkLst>
          <pc:docMk/>
          <pc:sldMk cId="3526344510" sldId="683"/>
        </pc:sldMkLst>
      </pc:sldChg>
      <pc:sldChg chg="add">
        <pc:chgData name="Rahul Mishra" userId="57c6469e-ac64-4888-811b-35f0aabddbad" providerId="ADAL" clId="{181BC7F3-2120-400D-B4AA-A1CF5463A9D1}" dt="2024-09-13T18:02:46.289" v="54"/>
        <pc:sldMkLst>
          <pc:docMk/>
          <pc:sldMk cId="3469525153" sldId="684"/>
        </pc:sldMkLst>
      </pc:sldChg>
      <pc:sldChg chg="add">
        <pc:chgData name="Rahul Mishra" userId="57c6469e-ac64-4888-811b-35f0aabddbad" providerId="ADAL" clId="{181BC7F3-2120-400D-B4AA-A1CF5463A9D1}" dt="2024-09-13T18:02:46.289" v="54"/>
        <pc:sldMkLst>
          <pc:docMk/>
          <pc:sldMk cId="1217440676" sldId="685"/>
        </pc:sldMkLst>
      </pc:sldChg>
      <pc:sldChg chg="add">
        <pc:chgData name="Rahul Mishra" userId="57c6469e-ac64-4888-811b-35f0aabddbad" providerId="ADAL" clId="{181BC7F3-2120-400D-B4AA-A1CF5463A9D1}" dt="2024-09-13T18:02:46.289" v="54"/>
        <pc:sldMkLst>
          <pc:docMk/>
          <pc:sldMk cId="3928924749" sldId="686"/>
        </pc:sldMkLst>
      </pc:sldChg>
      <pc:sldChg chg="add">
        <pc:chgData name="Rahul Mishra" userId="57c6469e-ac64-4888-811b-35f0aabddbad" providerId="ADAL" clId="{181BC7F3-2120-400D-B4AA-A1CF5463A9D1}" dt="2024-09-13T18:02:46.289" v="54"/>
        <pc:sldMkLst>
          <pc:docMk/>
          <pc:sldMk cId="2072301149" sldId="687"/>
        </pc:sldMkLst>
      </pc:sldChg>
      <pc:sldChg chg="add">
        <pc:chgData name="Rahul Mishra" userId="57c6469e-ac64-4888-811b-35f0aabddbad" providerId="ADAL" clId="{181BC7F3-2120-400D-B4AA-A1CF5463A9D1}" dt="2024-09-13T18:02:46.289" v="54"/>
        <pc:sldMkLst>
          <pc:docMk/>
          <pc:sldMk cId="2177943677" sldId="688"/>
        </pc:sldMkLst>
      </pc:sldChg>
      <pc:sldChg chg="add">
        <pc:chgData name="Rahul Mishra" userId="57c6469e-ac64-4888-811b-35f0aabddbad" providerId="ADAL" clId="{181BC7F3-2120-400D-B4AA-A1CF5463A9D1}" dt="2024-09-13T18:02:46.289" v="54"/>
        <pc:sldMkLst>
          <pc:docMk/>
          <pc:sldMk cId="2118591328" sldId="689"/>
        </pc:sldMkLst>
      </pc:sldChg>
      <pc:sldChg chg="add">
        <pc:chgData name="Rahul Mishra" userId="57c6469e-ac64-4888-811b-35f0aabddbad" providerId="ADAL" clId="{181BC7F3-2120-400D-B4AA-A1CF5463A9D1}" dt="2024-09-13T18:02:46.289" v="54"/>
        <pc:sldMkLst>
          <pc:docMk/>
          <pc:sldMk cId="3393512214" sldId="691"/>
        </pc:sldMkLst>
      </pc:sldChg>
    </pc:docChg>
  </pc:docChgLst>
</pc:chgInfo>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5-09-21T02:35:07.674"/>
    </inkml:context>
    <inkml:brush xml:id="br0">
      <inkml:brushProperty name="width" value="0.05292" units="cm"/>
      <inkml:brushProperty name="height" value="0.05292" units="cm"/>
      <inkml:brushProperty name="color" value="#FF0000"/>
    </inkml:brush>
  </inkml:definitions>
  <inkml:trace contextRef="#ctx0" brushRef="#br0">6139 4946 137 0,'2'-6'500'0,"0"-1"-145"15,0 2-63-15,1 0-36 0,-3 5-33 0,3-10-17 0,-3 10-14 0,0 0-6 0,0 0-11 0,0-7-13 0,0 7-16 0,0 0-19 0,0 0-11 0,0 0 5 0,0 0 10 0,0 0 0 0,2 27 1 0,-4-12 11 0,-4 6-2 0,0-1 11 16,-5 16 10-16,-1-1-3 0,3-3-11 0,0 2-3 15,1-1-5-15,0 0-13 0,4-8-7 0,-1-2-6 16,5-4-6-16,-2-2-3 0,2-4-1 16,0 1-3-16,2-2-1 0,3 0-4 15,-3-2 1-15,5-1 1 0,-2-1-4 0,5-1 0 16,-3-2-10-16,5-3-13 16,-1 0-4-16,-11-2-2 0,23 2-9 0,-14-2-7 15,-9 0-5-15,25-2-6 0,-16-2-1 0,-9 4-6 16,22-3-2-16,-15 1-7 0,2-1-11 15,-9 3-22-15,14-5-40 0,-14 5-56 0,11-4-63 16,-11 4-74-16,11 0-80 0,-11 0-77 16,0 0-113-16,0 0-176 0,12 4 3 15,-12-4 76-15,0 0-386 0,0 0-472 16</inkml:trace>
  <inkml:trace contextRef="#ctx0" brushRef="#br0" timeOffset="401.27">6544 5188 2547 0,'0'0'-48'0,"7"4"47"0,-7-4 41 16,0 0 27-16,0 0 32 0,0 0 27 16,13 2 8-16,-13-2 6 0,0 0 4 15,16-4-7-15,-16 4-3 0,11-6-10 0,-11 6-6 16,14-6-10-16,-7 5 0 0,-7 1-11 15,11-7-5-15,-11 7 4 0,6-7-4 0,1 1-3 16,-7 6-9-16,1-10-5 0,-1 10-9 16,0-9-1-16,0 9-10 0,-8-12-6 0,2 7-6 15,6 5-4-15,-12-5-5 16,12 5-3-16,-20-2-2 0,20 2-5 0,-23 10 0 16,10-6 0-16,2 6-1 0,1-3 3 0,-1 3-4 15,3 0 1-15,0 0 2 16,4-1-2-16,-1 3 3 0,3-4 5 0,2 1 3 15,0-1 6-15,4 2 0 0,-1-1-4 16,8-1 0-16,-4-2-5 0,4 2-2 0,3 1-6 16,-1-4-5-16,3 2-2 0,-4-2-3 15,4 0-43-15,-1 0-57 0,-2-1-78 0,3-3-91 16,-2-1-92-16,0 0-126 0,1-1-175 16,4 1 23-16,1 0-381 0,-4-4-483 15</inkml:trace>
  <inkml:trace contextRef="#ctx0" brushRef="#br0" timeOffset="748.95">7100 5082 2861 0,'-5'-7'73'16,"5"7"59"-16,-9-5 36 0,9 5 15 0,0 0 6 16,-7-4-6-16,7 4-13 0,0 0-9 15,0 0 9-15,0 0 3 0,0 0-5 16,0 0 1-16,-2 19-2 0,2-9-8 0,2-1 1 15,-2-1-2-15,0 4 2 16,0-4-3-16,2 2-23 0,-2-2 13 0,0 1 6 0,-2-1 11 16,2-8 8-16,0 15 12 15,0-15 13-15,0 8 9 0,0-8 10 0,0 9 7 0,0-9 6 16,0 0-22-16,0 0-23 0,0 0-170 16,0 0-14-16,0 0 0 0,-15-36 0 15,13 11 0-15,0-1 0 0,4-12 0 16,0-2 0-16,6-1 0 0,-3 2 0 15,2 1 0-15,2 2 0 0,0 6 0 0,-2 5 0 16,1 7 0-16,-2 3 0 0,4 3-300 16,-3 2-124-16,3 3-68 0,-1 2-66 0,-1 3-88 15,-1 0-145-15,-7 2 35 0,18 4-681 16,-13 1-886-16</inkml:trace>
  <inkml:trace contextRef="#ctx0" brushRef="#br0" timeOffset="933.89">7108 5058 3811 0,'-19'8'-75'0,"5"1"58"16,1-1 50-16,3-2 52 0,3 0 35 0,-1-4 31 16,8-2 12-16,-7 4 0 0,7-4-11 15,0 0-11-15,0 0-19 0,0 0-13 0,0 0-16 16,0 0-30-16,17-18-52 0,0 10-89 16,12-4-113-16,1-2-119 0,1-1-138 0,3-2-187 15,0 0 30-15,10-6 54 0,2 3-234 16,1-2-273-16</inkml:trace>
  <inkml:trace contextRef="#ctx0" brushRef="#br0" timeOffset="1152.91">7706 4526 2125 0,'-14'-6'57'0,"1"0"47"0,2 3 35 0,-1 1 27 15,12 2 15-15,-18 0 3 0,18 0-2 16,-16 9-6-16,9 1-4 0,-1 7-10 0,0 5-14 15,4-3-13-15,4 8-14 0,0-2-12 16,2 8-13-16,0 6-7 0,6-3-13 0,-4-2-28 16,0 2-51-16,-1-3-67 0,1-6-54 15,-2-1-33-15,0-3-51 0,-4 0-49 16,0-2-56-16,0-6-59 0,0 3-61 16,1-2-67-16,-1-3-192 0,-4-7-185 15</inkml:trace>
  <inkml:trace contextRef="#ctx0" brushRef="#br0" timeOffset="1332.18">7506 5042 1820 0,'-11'-6'56'0,"3"1"64"16,0 1 59-16,8 4 59 0,-13-7 41 16,13 7 33-16,-5-2 21 0,5 2 7 0,0 0-9 15,-8-5-12-15,8 5-53 0,0 0-22 16,0 0-25-16,0 0-17 0,0 0-20 16,17-17-23-16,-2 10-23 0,2-1-60 15,6 1-77-15,0 0-87 0,1 2-108 16,11-5-117-16,-11 4-116 0,-1 0-155 0,-1 1-85 15,-6 1 56-15,-2 4-380 0,-1-1-468 16</inkml:trace>
  <inkml:trace contextRef="#ctx0" brushRef="#br0" timeOffset="2232">8354 4766 2899 0,'0'0'74'0,"0"0"32"0,0 0 10 0,0 0 8 0,14 2 13 0,-14-2 16 0,0 0 8 15,0 0-4-15,14-2-12 0,-14 2-12 16,0 0-14-16,18-5-13 0,-18 5-5 16,18-3-13-16,-9 1-7 0,0-1-9 15,-9 3-6-15,17-7-5 0,-11 3-4 16,3 1-2-16,-9 3 29 0,11-10 4 0,-9 5 3 16,3-4 3-16,-3 2-4 0,0-1-6 15,-4-3-13-15,-3-1 1 0,3 2-13 0,-1 0-4 16,-5-2-10-16,1 3-1 0,-5 3-6 15,-1-1-5-15,2 3-2 0,-3 2 0 0,-1 4-3 16,-1 2-5-16,-5 3 4 0,5 1 1 16,-4 2-7-16,5 2 2 0,3 2 1 15,1-2-4-15,6 2 2 0,1-1-6 16,2 1 1-16,2 0-3 0,2 1 3 16,2 0-8-16,3-1 3 0,4 0-1 0,3-1-3 15,1 1 5-15,2-2-2 0,1-5-3 16,2 1-4-16,2-4-18 0,-6 0-42 0,4-2-52 15,-1 0-67-15,-2-2-83 0,0-4-82 16,4-2-89-16,0 1-98 0,-2-2-126 0,0-2 12 16,-5 1-439-16,-2 0-552 0</inkml:trace>
  <inkml:trace contextRef="#ctx0" brushRef="#br0" timeOffset="2647.83">8685 4625 2925 0,'0'0'32'16,"-5"-12"56"-16,5 12 52 0,-4-6 43 15,4 6 31-15,-5-6 11 0,5 6-4 0,0 0-17 16,0 0-14-16,-7-5-17 0,7 5 2 16,0 0 11-16,0 0-4 0,0 0-12 15,20 21-15-15,-15-13-8 0,4 0 0 0,-2-1-3 16,0 1-12-16,1 1-1 0,-3-2-29 16,2 0-3-16,-2 1 0 0,-1-1 0 0,1-2-1 15,-5-5 1-15,4 12 1 0,-2-9 5 16,-2-3 7-16,7 9 10 0,-7-9 18 0,0 0 3 15,0 0-3-15,0 0-16 16,0 0-16-16,12-19-9 0,-8 4-12 0,3-6-11 16,0-1-12-16,4-5-53 0,-2 4-11 15,2 5 0-15,-4 1 0 0,0 5 0 16,2-1 0-16,-2 5 0 0,0 0 0 0,-3 5 0 16,-4 3 0-16,13-2 0 0,-13 2 0 15,18 9 0-15,-11 0 0 0,2 2 0 0,1 2 0 16,-2 1 0-16,1 1 0 0,1 3 0 15,1-3 0-15,-2 2 0 0,3-3 0 0,-4 1 0 16,-1-4 0-16,1-2 0 0,-4 0 0 16,2 0-5-16,-3-2-198 0,1-1-53 0,0-1-54 15,0 0-78-15,-4-5-88 0,1 6-112 16,-1-6-176-16,0 0-16 0,0 0 78 16,0 0-563-16,11-18-725 0</inkml:trace>
  <inkml:trace contextRef="#ctx0" brushRef="#br0" timeOffset="3197.85">9048 3955 3466 0,'-6'-10'-33'0,"2"6"16"0,4 4 2 0,-3-8 4 0,3 8 3 0,0 0 18 0,0 0 25 0,0 0 19 0,3 38 2 16,5-16 26-16,-1 13-1 15,5 0 14-15,3 14-9 0,-1 1-8 0,2 2 19 16,4 4 2-16,-4-3-4 0,9 3 19 16,-5-1 11-16,3-4-9 0,-5-6-14 15,0-3-6-15,-5-9-14 0,-1-2-5 0,-5-5-10 16,-1-9-3-16,-1-1-9 0,-3-5-1 16,0 1-7-16,0-3-1 0,2-2-6 0,-4-7-3 15,0 0-7-15,0 0-1 0,0 0-6 16,0 0-9-16,0 0 2 0,-33-21-2 0,15 1-6 15,0 2-2-15,0-3 2 16,-2 0-3-16,-3 1 0 0,7 6-1 0,-2 1-4 16,3 3 2-16,1 1-1 0,2 3-3 15,-2 0 2-15,4 4 1 0,5-4-5 16,5 6 2-16,-12-5-1 0,12 5-3 0,-6-6 7 16,6 6 0-16,0 0 4 0,0 0 1 15,14-8-2-15,-5 5 0 0,4-2-3 0,5-1 3 16,1 3-3-16,-2-2 2 0,6 1 2 15,-5 1-7-15,2 1 1 0,-2 2 2 16,-4 0-3-16,2 2 1 0,-1-1-1 0,0 3 4 16,0 1-2-16,-1 0 2 0,-3 5 1 15,0-4 3-15,3 2-2 0,-5 1-3 0,3 1 1 16,-2 0-3-16,-3-1 3 16,2 1-6-16,1 0-28 0,-4-1-39 0,-1-1-49 15,-1 2-45-15,5-3-57 0,-6-2-51 16,-3-5-49-16,6 7-65 0,-3-3-102 0,-3-4-90 15,0 0 28-15,0 0-250 0,0 0-289 16</inkml:trace>
  <inkml:trace contextRef="#ctx0" brushRef="#br0" timeOffset="3366.9">9476 4367 2100 0,'-3'-25'12'0,"-3"6"38"0,2-1 32 15,-1 5 33-15,-2-1 21 0,2 3 23 0,-1-1 7 0,3 4 10 0,-3 1-17 0,2 1-17 0,-2-1-15 16,2 4-14-16,4 5-16 0,-4-9-6 0,4 9-11 15,0 0-23-15,0 0-83 16,0 0-89-16,0 0-103 0,0 0-153 0,14 29-184 16,-10-18 30-16,2 4-173 0,-3 5-192 15</inkml:trace>
  <inkml:trace contextRef="#ctx0" brushRef="#br0" timeOffset="3830.54">9610 4617 2040 0,'-8'4'137'0,"8"-4"46"16,-7 4 30-16,7-4 20 0,-8 5 24 15,8-5-11-15,0 0-9 0,0 0-24 0,0 0-9 16,0 0-14-16,0 0-18 0,0 0-17 16,0 0-15-16,0 0-11 0,0 0-13 0,0 0-12 15,20-17-11-15,-20 17-5 0,11-6-13 16,-8 0-7-16,-3 6-4 0,8-9-10 0,-5 3 6 15,-3-2-1-15,0 8-5 0,0-17-5 16,-1 6-5-16,-7-4-1 0,5 0-3 16,-3 1-4-16,-1 3 0 0,0-1 2 15,3 2-6-15,-3 3-6 0,3 1-3 16,-3 0-2-16,7 6 0 0,-14-1-8 0,14 1 6 16,0 0-8-16,0 0-2 0,0 0-2 15,-19 5 0-15,19-5 0 0,0 0 3 0,0 0 2 16,0 0-4-16,0 0 0 0,48-12-3 15,-27 3 5-15,-1 3-4 0,2-1 14 16,1 1-5-16,-7 2-2 0,-2 2 2 0,-1 2 0 16,1-2 5-16,-14 2 8 0,25 0 1 15,-14 3 9-15,0 2 6 0,-1 1 0 0,-1 1-8 16,-3-1-2-16,3 0-2 0,0 5-4 16,-4 1-3-16,2-1-7 0,-3-1 2 15,5 2-15-15,-6-2-37 0,1 1-56 16,1-1-59-16,-3 1-80 0,0-2-89 0,0 4-93 15,2-4-131-15,-4 1-187 0,0-2 53 16,0-2-497-16,0-6-638 0</inkml:trace>
  <inkml:trace contextRef="#ctx0" brushRef="#br0" timeOffset="4230.42">10007 4448 3022 0,'0'0'-6'0,"0"0"61"0,0 0 38 0,0 0 20 0,0 0 24 0,0 0 8 0,0 0-10 0,0 0-9 0,0 0-12 0,0 0-8 16,0 0 4-16,0 0 4 15,0 0-12-15,0 0-9 0,0 0-5 0,0 0-11 16,0 0-8-16,30-5-8 0,-21 3-2 16,1-2-5-16,-10 4-4 0,15-6-4 15,-7 2-9-15,-8 4 17 0,7-10 12 0,-5 3 11 16,0 0-1-16,-2 7-11 0,-6-12-6 15,4 5-5-15,-5 0-7 0,0 1-5 0,-4 2-3 16,11 4-4-16,-22-2 0 0,10 2-6 16,12 0-1-16,-25 6-1 0,12 2 0 0,-1 1-3 15,3 1-1-15,2 0-6 16,4 2 2-16,0-1-3 0,1 0-1 0,2 3-3 16,2-2 4-16,2 2-4 0,2 0 0 15,4-1-2-15,-2-1-2 0,3-1 1 16,3-2-2-16,1-3-21 0,5 0-45 0,-2-2-56 15,0-4-71-15,2-2-90 0,6 2-81 16,-1-8-78-16,-2-1-78 0,7-4-93 0,-9 0 6 16,0 1-352-16,-2-8-431 0</inkml:trace>
  <inkml:trace contextRef="#ctx0" brushRef="#br0" timeOffset="4451.97">10191 3945 2470 0,'-12'-20'-35'16,"-1"4"47"-16,4 4 37 0,-3 4 24 15,3 3 17-15,0-1 23 0,0 5 18 0,9 1 4 16,-18 0-4-16,18 0-7 0,-18 12-2 16,11-2-7-16,1 11 13 0,5-3-4 0,1 6-9 15,1 4 7-15,5 7-11 0,3 5-15 16,5 7-8-16,3-1-8 0,0-2-9 16,0-3-7-16,6 0-1 0,-5-12-10 0,-6 0-35 15,4 0-54-15,-1-4-75 16,-1-4-75-16,-5-6-71 0,0-5-100 0,0 1-113 0,5-3-92 15,-3-3 24-15,3-3-192 16,1-2-222-16</inkml:trace>
  <inkml:trace contextRef="#ctx0" brushRef="#br0" timeOffset="4702.28">10715 4088 2154 0,'-2'-5'106'15,"2"5"30"-15,0 0 31 0,-19 1 25 0,19-1 27 16,-17 12 22-16,5 0 12 0,1 5 3 15,-5 12-6-15,4 6 0 0,-1 1-10 16,1 3-13-16,1 10-17 0,3 3-18 0,2-9-20 16,0 0-14-16,2 2-18 15,4-3-12-15,-1-2-12 0,-3-1-17 0,4-2-12 0,-2-10-39 16,2-5-51-16,0-5-53 16,0-1-49-16,0-4-56 0,0-2-57 0,0-2-74 15,0-8-63-15,-2 4-79 0,2-4-79 16,0 0-114-16,0 0 44 0,-5-24-333 0,-2 3-398 15</inkml:trace>
  <inkml:trace contextRef="#ctx0" brushRef="#br0" timeOffset="4865.76">10423 4261 2672 0,'-2'-6'111'0,"-5"1"24"0,7 5 32 16,-6-3 27-16,6 3 21 0,0 0 0 0,0 0-17 15,0 0-15-15,0 0-18 0,0 0-19 16,0 0-15-16,-7 17-11 0,7-17-17 15,9 18-25-15,-1-7-88 0,-1 1-106 16,1 0-131-16,0-1-164 0,-1-1-233 0,2-3 53 16,0 2 57-16,-4-3-242 0,3 1-264 15</inkml:trace>
  <inkml:trace contextRef="#ctx0" brushRef="#br0" timeOffset="5914.36">12924 5360 2395 0,'-2'6'150'0,"2"-6"13"0,0 0 12 0,0 8 0 0,0-8 16 0,0 0 15 0,0 0 16 16,0 0 8-16,0 0 6 0,0 0 3 0,0 0-21 16,0 0 0-16,0 0-22 0,0 0-17 15,0 0-17-15,0 0-13 0,0 0-14 0,22-14-14 16,-15 7-12-16,-2 2-17 0,-1-4-6 15,2 1 3-15,-4-3-6 0,-1-1-7 0,-1-1-10 16,0-4-2-16,-1-7-9 0,-7-7-7 16,-1 0-7-16,-1 2-3 0,2 4-5 15,-5-2 2-15,1 5-8 0,1 5-3 0,-3 3-1 16,3 2-2-16,0 3-1 16,-3 3-3-16,3-1-3 0,-3 5 2 0,5 0-5 15,9 2 6-15,-16 2 0 0,7 1 0 16,9-3-5-16,-9 7-4 0,9-7-3 0,-4 5 6 15,4-5 6-15,0 0-10 0,0 0-1 16,0 0 0-16,35 2-1 0,-18-5 2 0,2-1-7 16,-2-1 5-16,2 2-4 0,-2-1 2 15,1-1-1-15,-2 2-3 0,0 1 3 0,-3 0-2 16,-13 2 0-16,29 5 5 0,-15-1-5 16,4 4 26-16,1 4-2 0,-4 0-4 15,6 7-3-15,-4 4-4 0,2-2 16 16,-1 3-9-16,-1-3-2 0,-3-3-4 0,-3-1 0 15,-2-1-8-15,-1-3 2 0,1-1 3 16,-5 1-8-16,3-2 2 0,-3-1-5 16,3 1-9-16,-6-5-41 0,1 1-39 0,2 0-47 15,0-2-44-15,-1 0-58 0,-3-5-56 16,6 4-62-16,-6-4-49 0,0 0-48 0,0 0-33 16,14-9 4-16,-11-1 7 0,7-2 21 15,-3-7-608-15</inkml:trace>
  <inkml:trace contextRef="#ctx0" brushRef="#br0" timeOffset="6080.11">13301 5192 2640 0,'9'-27'-93'0,"1"-4"59"0,-4 6 50 0,1 3 48 0,-5 5 46 0,2 1 51 0,1 4 36 0,-4 2 8 16,-1 0-1-16,2 3-16 0,0 0-20 16,-2 7-16-16,4-3-1 0,-4 3-12 15,0 0-13-15,0 0-9 0,15 19-13 16,-12-11-6-16,4 6-13 0,-4 0-6 0,1 3-15 16,2-2-3-16,-3 2-24 0,1-2-55 15,3-1-56-15,-6-2-75 0,1-1-65 0,2-1-67 16,0-2-75-16,-3-1-90 0,1-1-109 15,-2-6 16-15,8 4-280 0,-8-4-305 16</inkml:trace>
  <inkml:trace contextRef="#ctx0" brushRef="#br0" timeOffset="6230.17">13452 5008 2121 0,'-6'-17'26'0,"1"1"50"16,-3 3 31-16,4 1 33 0,-4 2 26 0,3 0 24 15,-1-1 5-15,2 3-2 0,1 1-21 16,-4-1-20-16,5 2-15 0,-1 0-15 0,1 0-15 15,2 6-54-15,-4-8-75 0,4 8-81 16,4-9-87-16,-4 9-119 0,5-4-146 16,-5 4-75-16,16-2 39 0,-5 2-141 0,3 0-129 15</inkml:trace>
  <inkml:trace contextRef="#ctx0" brushRef="#br0" timeOffset="7063.44">13663 4916 1759 0,'-2'12'64'15,"1"-7"33"-15,-1 2 25 0,2-7 20 16,-4 10 16-16,4-10 14 0,-2 10 6 0,2-10-1 16,-2 11-15-16,2-11 6 0,2 8-15 15,-2-8-7-15,4 7 5 0,-4-7 0 0,5 5-1 16,-5-5 5-16,0 0-8 0,16 2-10 16,-16-2-13-16,0 0-11 0,24-10-8 0,-16 4 5 15,2 0 1-15,-5-1 4 0,3 0-7 16,-2-2 3-16,0 3-2 0,-5 1-1 15,-1 5-4-15,8-9-7 0,-8 9-14 16,3-5-15-16,-3 5-2 0,0 0-12 16,0 0-1-16,0 0-6 0,6 23-2 0,-8-7-4 0,2 8-3 15,0 2-14-15,0 15-4 16,0 3 14-16,7 13 41 0,-4-3 14 0,5 2-14 16,1-2 50-16,0-4-1 0,1-7-6 15,-6-5-7-15,2 1-15 0,-3-4 17 0,-3-6 0 16,2-7-5-16,-4-1 1 0,0-2 6 15,-3-4-1-15,-1 5-5 0,-6-6-8 0,3 1-9 16,-4-4-11-16,-3-1-35 0,2-5-46 16,-4 0 0-16,3-1 0 0,-2-4 0 0,-3-2 0 15,2-2 0-15,0 0 0 0,2-4 0 16,0 2 0-16,1-3 0 0,1 1 0 16,5-3 0-16,0 1 0 0,2-4 0 0,4 2 0 15,1-6 0-15,6-5 0 16,8-7-59-16,2-5-134 0,11-5-25 0,4-5-20 15,3-4-10-15,3-2-3 0,7-16 7 16,0-1 16-16,-1-3 25 0,0 3 16 0,-13 8 15 16,7-12 12-16,-15 9 20 0,-1-1 11 15,-8 4 11-15,-2 3 15 0,-4 4 14 0,-5 12 8 16,-2 12 22-16,1 4 4 16,-5 5 11-16,0 4 7 0,-4 5 5 0,1 2 3 15,-3 6 6-15,1 3 9 0,-5 5 4 16,0 8 12-16,-7 6 4 0,-1 10 6 0,1 10 0 15,1 2-2-15,3 4 6 0,8-7 8 16,0 9 2-16,2-5-2 0,7-3-5 16,2 1 3-16,4-1-5 0,5 2-1 0,-2-4-8 15,2-3 9-15,0-3 2 0,3-2-3 16,-2-7-3-16,-3-5 3 0,1-5-5 0,0-3 5 16,-5-1 1-16,3-4 2 0,-1 0 0 15,-5-4-3-15,0 0 0 0,24-14-2 0,-15 5-1 16,1-5-3-16,-1-1 0 0,0 1 2 15,2 2 14-15,-6 3 4 0,3 1-9 16,-3 0-3-16,2 3-4 0,-7 5-2 16,5-7 1-16,-5 7 0 0,0 0 1 0,13 2 1 15,-13-2-3-15,0 0 2 0,18 12-5 16,-13-4-1-16,3-2-5 0,-3 3-22 16,3 0-42-16,0 2-43 0,-3-3-60 0,3 1-72 15,-3-4-61-15,4 0-77 0,-6 1-100 16,5-4-113-16,-8-2 26 0,14 3-337 0,-14-3-380 15</inkml:trace>
  <inkml:trace contextRef="#ctx0" brushRef="#br0" timeOffset="7317.77">14260 4270 2446 0,'-12'-23'68'0,"1"4"49"0,0 4 41 0,1 6 39 0,0 0 15 16,-1-3-2-16,3 6-13 0,2-1-19 15,-3 7-24-15,9 0-9 0,-14 17-11 0,7-2-22 16,3 9-3-16,1 14-10 0,3 5-8 16,1 15-8-16,1 4-8 0,4 0-9 0,1 2-4 15,2-4-5-15,2-2-6 0,3-2-25 16,-5-3-33-16,0-3-40 0,0-10-45 16,1-4-52-16,-2-2-33 0,-5-8-32 15,-1-6-29-15,0-4-24 0,0-5-35 0,0-4-39 16,-2-3-33-16,0-4-31 0,0 0-19 15,0 0-278-15,0 0-192 0</inkml:trace>
  <inkml:trace contextRef="#ctx0" brushRef="#br0" timeOffset="7465.11">14217 4902 1832 0,'-7'-18'4'0,"2"4"47"0,-1 1 42 15,2 5 32-15,1 0 35 0,-4 5 17 0,3-3 8 16,3 0-13-16,1 6-2 0,-6-6-18 16,6 6-17-16,0 0-10 0,-4-6-15 0,4 6-10 15,0 0-7-15,0 0-9 0,0 0-6 16,24-7-10-16,-13 6-50 0,1-2-99 15,6-1-112-15,1 0-113 0,16-4-148 16,1-1-70-16,3 1 41 0,4-1-160 16,8-3-141-16</inkml:trace>
  <inkml:trace contextRef="#ctx0" brushRef="#br0" timeOffset="8249.02">14895 4761 1830 0,'-7'5'112'0,"3"-1"28"16,4-4 9-16,-5 3 7 15,5-3 9-15,0 0-17 0,0 0-8 0,0 0-15 16,0 0-11-16,0 0-7 0,0 0-9 16,0 0-11-16,36-13-6 0,-26 7-11 0,1 1-10 15,-2-1 3-15,4 0-15 0,-4 1 4 16,-2-2 28-16,1 0 2 0,-2-1 7 0,1 0 0 15,-3-1 8-15,0-1-4 0,-1-2-7 16,-3 5-2-16,2-2 1 0,-2-1-5 16,-2 0-7-16,1 0-5 0,-5 1-8 0,2 2-6 15,-3-1-6-15,-1 3-6 0,-2-1-7 16,-1 4 0-16,-3 2-7 0,14 0-6 16,-23 5 3-16,9 1-6 0,1 2 0 15,-5 4 1-15,7 2-5 0,1-2-2 0,2 2-1 16,3-2 3-16,1 1-3 0,4 1 1 15,0-4-2-15,4 2 1 0,1-1 3 0,1-3-2 16,6 2-2-16,-1-3 3 0,3-2-2 16,1 0 1-16,2-3 0 0,-4 0 2 0,3-2 4 15,-16 0 2-15,32-4 8 0,-15-1 7 16,1 2 9-16,-4-2 5 0,2 0-4 16,-5 0-5-16,0 3-2 0,-1 0-4 0,-10 2-3 15,15-3-6-15,-15 3 0 16,0 0-4-16,19 1-3 0,-19-1 3 0,13 6-4 0,-13-6-1 15,11 8 0-15,-8-3-7 0,3 0 4 16,-1 0-2-16,-5-5-5 0,8 11 4 0,-4-6-5 16,-4-5 3-16,8 7-1 15,-8-7 2-15,5 3-3 0,-5-3 2 0,0 0 0 16,0 0-1-16,0 0-5 0,25-15 3 16,-16 4-1-16,5-2 0 0,-3-1-2 0,0 0-5 15,2 2 4-15,-2 2 0 0,-4 2 7 16,1-1 1-16,0 4 1 0,-5-1 0 15,3 2 0-15,-6 4-3 0,9-5 2 0,-9 5-1 16,0 0-1-16,12-2 1 0,-12 2 0 16,0 0-2-16,15 7-2 0,-15-7 3 0,10 10-5 15,-2-7 5-15,-8-3-7 16,9 9 6-16,-4-6-11 0,0 3 6 0,-5-6 0 16,7 8-3-16,-1-5 1 0,-6-3-3 15,7 7 2-15,-7-7-4 0,10 7 2 0,-10-7-4 16,10 5-11-16,-10-5-13 0,5 4-13 15,-5-4-21-15,9 3-25 0,-9-3-31 0,0 0-45 16,11 2-65-16,-11-2-72 0,0 0-87 16,0 0-132-16,0 0-129 0,0 0 49 15,14-7-405-15,-14 7-483 0</inkml:trace>
  <inkml:trace contextRef="#ctx0" brushRef="#br0" timeOffset="8813.29">15600 3871 2874 0,'-6'-12'47'0,"2"2"17"0,3 3 10 0,-2 2 1 0,3 5 4 0,-6-6-2 16,6 6 10-16,0 0 5 0,0 0 5 0,-9 20-7 16,5-5 3-16,2 8 4 0,-3 13 5 15,-2 6 11-15,6 14-10 0,-5 0-7 0,2 6-6 16,2 1-8-16,2-1-6 0,0 2-8 15,0-3 13-15,4-3-7 0,0-3-4 16,0-10-7-16,-3-6-8 0,4-2-4 16,-1-8-5-16,-2-8-3 0,-1-1-2 15,-1-5-3-15,2-1-5 0,0-4-1 0,-2-3-2 16,4-2-6-16,-4-5-25 0,0 0-32 16,0 0-34-16,0 0-30 0,0 0-31 0,5-19-8 15,-5 7-4-15,-2-3-6 0,1-4-1 16,-7-2 5-16,3 1 15 0,-4 3 13 0,0-1 14 15,-2 5 12-15,-1 3 9 0,3 0 12 16,0 5 16-16,-2-1 17 0,0 2 14 16,2 0 18-16,9 4 8 0,-12-4 3 0,12 4 11 15,0 0 24-15,-5-6 21 16,5 6 6-16,0 0 5 0,0 0 9 0,0 0 11 16,17-9-14-16,-6 3-5 0,2 2-10 15,7-4-4-15,1-1-14 0,2 2-1 0,-1 3-3 16,1-1-10-16,-2 1 0 0,-2 2-2 15,-2 2-5-15,-2 2-4 0,3 2-4 0,-3 1 8 16,-2 1 0-16,0 4 8 0,3 2-2 16,-7-1 11-16,1 1-3 0,0 2-1 0,-3-1-3 15,0 1-5-15,-3-2-8 0,3 1-2 16,-4-1 3-16,-1-1-16 0,2-1-47 16,-2-1-69-16,0 0-83 0,-1-2-86 0,-1-3-104 15,0-4-150-15,2 9-66 16,-2-9 56-16,2 4-269 0,-2-4-296 0</inkml:trace>
  <inkml:trace contextRef="#ctx0" brushRef="#br0" timeOffset="8980.02">15889 4348 2307 0,'-6'-9'83'0,"1"2"40"0,-1 0 33 0,2 3 18 15,4 4-1-15,-5-8-17 0,5 8-16 0,0 0-17 16,-7-6-16-16,7 6-47 0,0 0-74 15,0 0-79-15,-1-6-99 0,1 6-140 16,0 0-209-16,0 0 41 0,0 0-157 0,0 0-152 16</inkml:trace>
  <inkml:trace contextRef="#ctx0" brushRef="#br0" timeOffset="9464.73">15980 4696 1971 0,'-11'6'154'0,"2"-3"46"0,2-2 41 0,7-1 19 16,-13 4 9-16,13-4 2 0,0 0-8 15,0 0-17-15,-11 0-19 0,11 0-22 16,0 0-24-16,0 0-20 0,0 0-12 16,0 0-14-16,0 0-16 0,17-17-13 15,-10 12-7-15,-7 5-10 0,9-9-8 0,-7 1-6 16,-2 8-3-16,5-12-5 0,-3 1-1 15,2-1-4-15,-4 1-1 0,0-3-10 0,0-1 3 16,0-3-7-16,-2 3 9 0,0 1 2 16,-2 1-3-16,2 2 1 0,1 2-3 0,-3 0-4 15,0 2-10-15,4 7-6 0,-6-9-5 16,6 9 4-16,-8-2-7 0,8 2-4 16,0 0-4-16,0 0 0 0,0 0-2 15,0 0-2-15,0 0-1 0,0 0-2 16,0 0 0-16,0 0 12 0,0 0-9 0,0 0 8 15,38 3-11-15,-18-6 0 0,-5-1-5 16,2 1 2-16,1 1-1 0,-4 0 0 0,0 2 3 16,-1 2-1-16,1 1 5 0,-1 5 2 15,0-2 15-15,-3 4-17 0,-1 3 0 0,0 2 2 16,2 0-5-16,-4 5 0 0,0-4 1 16,3 3-8-16,-6-3 1 0,2-1-3 0,-3-1-40 15,1 0-37-15,2-3-41 0,-3 0-50 16,-3-2-64-16,2-2-90 0,5-1-80 15,-5 1-114-15,-2-7-179 0,3 5 25 16,-3-5 64-16,0 0-416 0,0 0-495 16</inkml:trace>
  <inkml:trace contextRef="#ctx0" brushRef="#br0" timeOffset="10196.08">16421 4534 2880 0,'-11'2'63'0,"11"-2"29"0,0 0 32 0,0 0 11 0,-12 5 18 0,12-5-3 15,0 0-6-15,0 0-8 0,0 0-11 0,0 0-18 16,0 0-6-16,0 0-11 16,0 0-9-16,0 0-9 0,21-15-6 0,-21 15-6 15,9-6-4-15,-9 6-11 0,6-8-1 16,-6 8-4-16,3-8 2 0,-3 8-1 0,0 0-1 15,-7-9-10-15,7 9-3 0,-11-4-6 16,11 4-2-16,0 0-3 0,-29 5-4 16,14 1 3-16,2 1 0 0,-5 4-2 0,3 1-2 15,3 1-2-15,-2 1 3 0,3-1 2 16,2 1-5-16,4 0 7 0,-1-1-6 16,4-1 5-16,0 3 8 0,2-3 10 15,4-2 0-15,2-1 3 0,-1 4-6 0,7-4 0 16,-1-2-10-16,5-1 3 0,2-2-4 15,2-4-6-15,1-2-42 0,6-3-29 0,5-5-22 16,-1-4-30-16,-1-1-7 0,1-4 6 16,-5-5 7-16,-3-1 7 0,-4-4 14 0,4-12 5 15,-4-3 3-15,-4-4 13 0,-5-7 8 16,-1-7 25-16,-5 0 12 0,0-1 17 16,0 6 18-16,-2 16 31 0,-2 4 21 0,-2 10 8 15,-2 6 3-15,2 4-6 0,-2 3-6 16,-2 6-12-16,-1 2 8 0,7 6 2 0,-18 3-2 15,5 11-1-15,2 4-2 0,-3 13 2 16,3 7 14-16,-1 16 4 0,9 4-2 0,1 4 0 16,4-1-13-16,6 3-4 0,1-6-3 15,4-3-7-15,5-3-7 0,-4-6-5 16,2-11-2-16,1-8-4 0,-2-3 1 16,0-7-2-16,-1-7-2 0,-3-3-4 0,3-3-4 15,3-6-3-15,0-2 1 0,3-6-4 16,5-5 1-16,0-2 19 0,-3-6 30 15,-1 1 31-15,-3-3 51 0,-4 6 4 0,-3 3 19 16,-1 3 20-16,-5 5 16 16,2 0 2-16,-4 2-19 0,-1 1-18 0,-2 5-16 0,0 0-11 15,0 0-71-15,0 0-76 0,0 0 0 16,0 0 0-16,0 0 0 0,-4 29 0 0,3-20 0 16,-1-1 0-16,0 0 0 15,2-8 0-15,-3 11 0 0,3-11-266 0,-2 10-239 16,0-6-168-16,2-4-219 0,-1 8 59 15,1-8 98-15,0 0-723 0,-8 7-907 0</inkml:trace>
  <inkml:trace contextRef="#ctx0" brushRef="#br0" timeOffset="11995.66">21583 11110 3005 0,'-2'9'134'0,"1"4"-35"0,-3-2 28 0,0 7 3 0,-2 3-12 0,-3 11-19 0,-3 0-2 15,2 3-3-15,3-1-11 0,0 1 12 16,-3-4-6-16,4-5-6 0,2-1 3 0,0-6-10 16,3-1-5-16,-1-4-2 0,0-3-8 15,0 2-11-15,0-3 0 0,2 1-7 16,0-3-1-16,2 0-5 0,0 1-5 16,-2 2 2-16,4-3-9 0,-1 2 2 0,3 0-3 15,0-2-4-15,2 0-3 0,1 1-2 0,3-1-3 16,3 0 2-16,0-4-5 0,4-1 3 15,6-1-1-15,3-2-2 0,16-2 2 16,6-3-1-16,11-5-3 0,3-2 3 0,5 3-3 16,4-6-1-16,6 3-1 0,25-5 2 15,-2 3-3-15,5 1 0 0,1 1-3 16,3 0 0-16,4-3 6 0,1 6-3 0,-2 0 2 16,0-2-2-16,-1 3 0 0,2-2-1 15,-3 2 4-15,-3-3-3 0,0 5-1 0,2-2 2 16,-2 1 2-16,-23 4 1 0,3 2-1 15,-3 1 9-15,0 1 0 0,-2 0 1 16,-7 1-5-16,-2 1 2 0,-3 1 0 16,-2 0-4-16,-6-3 3 0,1 2 13 0,-11-3 6 0,8 0 0 15,1 0-4-15,4-3-2 16,-1 2 1-16,3-1-6 0,-2 0 1 0,-2 0-7 16,1 0 2-16,-1 2-4 0,-10 0 0 15,8 0-2-15,-11 0-1 0,-3 0 0 0,1 2 13 16,0-2-2-16,-5 4 3 15,-2-1 0-15,5 0 0 0,-1 1 4 0,-4-2 3 0,0 0-2 16,4-2-2-16,-2 2-3 16,-1-2-2-16,3 0 0 0,5 0-3 0,-6 0-1 15,5 0 0-15,-1 0-3 0,0 0-4 16,-3 2 0-16,-3 0 2 0,0 1 6 0,-5-3 6 16,-6 4 3-16,-6-2 7 0,-2 0-6 15,-4-1-2-15,-5 2 2 0,-2-3 5 0,-1 0 15 16,-1 0 1-16,-3 3 2 0,-9-3-5 15,20 0 1-15,-13 0 2 0,-7 0 0 0,15 0 5 16,-15 0 3-16,14-3-2 0,-14 3 15 16,11 0-2-16,-11 0-7 0,12 0-3 0,-12 0 0 15,0 0 1-15,11-4 2 0,-11 4-1 16,7-4-2-16,-7 4 8 0,6-4-15 16,-6 4-1-16,7-5-3 0,-7 5-8 15,7-6-3-15,-7 6 4 0,5-6-14 0,1 0-10 16,-1 2 8-16,0-1 1 0,1 1-8 15,-3 0 3-15,3-5 4 0,-1 4 3 0,1-1-1 16,-1-4-3-16,0 5 6 0,-1-7-8 16,0 4 1-16,-1-6-2 0,3-1-6 0,-3-2 1 15,2-4-1-15,1 1-3 0,-3-15 0 16,5 1-3-16,-3 1 0 0,1 0 1 0,-2 8-5 16,2 3 3-16,0-1 1 0,-3 3-3 15,1 5 1-15,0-1-3 0,-3 4-3 0,-1 2-1 16,2 0-6-16,-2 4-4 15,3-2-22-15,-3 8-30 0,0-11-58 0,0 11-45 0,-3-6-70 16,3 6-78-16,0-8-106 0,0 8-119 16,0 0-165-16,0-6-75 0,0 6 62 15,0 0-670-15,0 0-838 0</inkml:trace>
  <inkml:trace contextRef="#ctx0" brushRef="#br0" timeOffset="13828.83">24312 8378 3735 0,'0'0'-107'0,"-3"-13"15"0,3 9 18 0,0-3 28 0,0 7 29 16,0-10 27-16,2 2 29 0,-2 2 36 0,0 6 21 15,0-12 15-15,0 7 9 0,0 5-3 16,0-7-2-16,0 7-7 0,0 0-8 0,0-9-7 16,0 9-7-16,0 0-5 0,0 0-1 15,0 0 6-15,0 0 4 0,0 0-1 0,0 0 0 16,0 0 2-16,-4 21-1 0,4-11 6 15,0 4-5-15,0 2 10 0,0 11 6 16,2 0-12-16,-2 12-6 0,2 3-9 16,-1 2-6-16,1 1-8 0,-2 1-4 0,2-1-4 15,2 13-6-15,-1-12 7 0,-3 10 4 0,4 3-7 16,1-4-4-16,-3-9 10 0,1-1-6 16,1-2 0-16,0-4-2 0,-1-2-4 15,-3-5 11-15,2-6 11 0,2-3 7 16,-2-4 17-16,1-2 6 0,-3-3 13 0,3 0 11 15,-1-4 4-15,-2 0 3 0,2-1 5 16,-2 1-8-16,0-5-8 0,2 2-3 0,-2-7-18 16,0 12-78-16,0-5-23 0,0-2 0 15,0-5 0-15,0 14 0 0,2-8 0 0,-2-2 0 16,0-4 0-16,2 9 0 0,-2-9 0 16,1 6 0-16,-1-6 0 0,0 8 0 15,0-8 0-15,0 0 0 0,0 0-5 0,0 0-313 16,0 0-91-16,0 0-79 0,0 0-97 15,8-19-144-15,-10 8-59 0,0-1 67 16,-2-2-690-16,3-3-862 0</inkml:trace>
  <inkml:trace contextRef="#ctx0" brushRef="#br0" timeOffset="14744.5">23954 7740 3601 0,'0'0'-185'0,"5"-8"24"0,1 5 14 0,-6 3 31 0,7-3 25 0,-7 3 26 16,5-6 28-16,-5 6 17 0,6-2 16 15,-6 2 14-15,0 0 11 0,0 0 11 0,0 0 12 16,0 0 15-16,5-5 7 0,-5 5 9 16,0 0-2-16,0 0-6 0,0 0-12 15,-15-6 1-15,15 6-1 0,-25-1-15 0,6-2 0 16,-10 3 9-16,-12-3 0 0,-11 2-4 15,-16 1 0-15,-8 1 2 0,-6-1 12 0,-6 3 0 16,-27 3 7-16,-1 0 4 16,1-1 11-16,0 3-7 0,0-1 10 0,6 3-4 15,23-6-4-15,1 5 1 0,1-2-8 16,11 1 8-16,3-3 9 0,9-2-4 0,18 0-5 16,0-1-2-16,15 2-6 0,5-4-9 15,4 0-4-15,4 3-7 0,1-3-6 0,5 2-6 16,9-2-2-16,-16-2-6 0,16 2-3 15,-11 0-3-15,11 0-5 0,0 0-24 0,0 0-35 16,0 0-45-16,-7-3-64 0,7 3-66 16,0 0-63-16,0 0-84 0,0 0-129 0,0 0-100 15,0 0 43-15,0 0-324 0,0 0-356 16</inkml:trace>
  <inkml:trace contextRef="#ctx0" brushRef="#br0" timeOffset="15161.98">22361 7627 2717 0,'6'-7'97'0,"-4"-2"-6"0,-1 4-11 0,-1 5-5 0,0-9 20 0,0 9 42 0,0 0 5 0,-3-8-6 16,3 8 0-16,-14-4-7 0,5 4-8 15,9 0-4-15,-33 7-10 0,10 3 0 0,-5 4 1 16,-7 3 3-16,5 2-1 0,-2 0-6 16,3 1 1-16,0 2-3 0,6-3-6 15,5 2 0-15,4-3-4 0,5-5-4 16,3 3 0-16,2-4-4 0,4 0-6 0,2 2-1 16,6-2-7-16,6 3-1 0,0-1-6 15,15 3-8-15,1-2-3 0,6 1-6 16,2-4-4-16,1 0-8 0,1-2 1 0,-4-1-5 15,-2-2-4-15,-7-1-3 0,-8 0-2 16,-2-4 0-16,-3 2-6 0,-3 0 0 0,-4 0-4 16,3-4-6-16,-4 4-6 0,-6-4-10 15,2 8-33-15,-2-3-37 0,0-5-54 16,-8 12-74-16,5-2-78 0,-4-3-80 16,2 1-94-16,1 2-184 0,-2-2-1 0,5 3 70 15,-1-4-375-15,0 0-430 0</inkml:trace>
  <inkml:trace contextRef="#ctx0" brushRef="#br0" timeOffset="16144.45">24825 8369 2620 0,'-7'-8'20'0,"7"8"14"0,-9-4 20 0,9 4 23 0,-7-5 35 0,1 2 33 15,6 3 28-15,-12-5 13 0,7 3 7 16,5 2-4-16,-13-6-3 0,13 6-11 0,-9-4-10 16,9 4-12-16,-9-2-13 0,9 2-11 15,0 0-13-15,0 0-12 0,0 0-11 0,0 0-11 16,25-7-7-16,0 4-4 15,21-2-11-15,23-3-4 0,14 0-7 0,32-2-3 16,8 1-6-16,15 3-7 0,5 0-7 16,-1 2-4-16,5 0-3 0,-2 0 1 0,-4 2-2 15,-5-1-5-15,-7 1-1 0,-3-2-2 16,-12 4-2-16,-26-2 0 0,-8-2-1 16,-2 0 2-16,-12 1-5 0,-12 2-1 0,-8-2 5 15,-8 0-1-15,-9 1-1 0,-6 2-1 16,-7-1 1-16,0 1-2 0,-7 0 4 0,2 0-5 15,-11 0-1-15,20-4 1 0,-20 4 1 16,11 0-4-16,-11 0-7 0,0 0-13 16,0 0-25-16,10 0-45 0,-10 0-59 15,0 0-78-15,0 0-87 0,0 0-101 0,0 0-180 16,0 0-26-16,-5-10 54 0,5 10-372 16,0 0-419-16</inkml:trace>
  <inkml:trace contextRef="#ctx0" brushRef="#br0" timeOffset="16444.95">26925 8136 2577 0,'0'0'34'0,"-9"-7"13"0,9 7 1 0,-2-5 2 0,2 5 13 0,0 0 11 0,17-10 12 0,-8 10 3 16,-9 0-3-16,30 7-11 0,-8-1 0 0,4 10-7 15,-1 2 3-15,0 3 11 0,-3 0 2 16,0 4 15-16,-5 1 16 0,-8-4 12 0,-1-1 12 16,-5 0 8-16,-3-1 10 0,-1-1 4 15,-5 2 2-15,-1-3-13 0,-2 0-14 0,-4-1-9 16,1-4-12-16,-2 1-14 0,-1-2-8 16,-3 0-10-16,5-5-22 0,0 0-35 0,-2-1-58 15,4-2-74-15,-1-2-88 0,2-2-91 16,10 0-95-16,-15-4-135 0,7 1-104 15,8 3 38-15,-9-8-404 0,5 2-463 16</inkml:trace>
  <inkml:trace contextRef="#ctx0" brushRef="#br0" timeOffset="18561.9">22747 6878 2570 0,'7'-6'0'0,"-3"-1"30"0,-4 3 21 0,0 4 24 0,0-12 31 0,0 12 17 0,-7-10 26 15,3 5 1-15,-1 3 8 0,-4-2-4 16,-2 0-7-16,11 4-13 0,-24 2-11 15,11 1-10-15,-4 2-11 0,-1 4-10 16,0 3-8-16,0 0-9 0,5 1-8 0,0 2-5 16,1-1-11-16,7 1 1 0,-2-1-6 15,6-2-6-15,1 1-3 0,1 1-5 0,3 1-1 16,4-3-2-16,0 2-5 0,1-4 2 16,5 4-6-16,1-2 1 0,0 0-5 0,-2-1-2 15,3 0 2-15,-5 0-5 0,0-2 5 16,1 3 6-16,-3-3 25 0,-1 3 19 15,-3-1 23-15,-2-2 16 0,-1 3 2 0,-2-1-1 16,-2 3-5-16,-1-2-3 0,-6 2-15 16,2 0-2-16,-4-2-2 0,-1 3-10 0,-1-3-9 15,1-2-2-15,1-3-12 0,1 1 0 16,-2-4-11-16,5-2-7 0,0-2-55 16,7 0-56-16,0 0-73 0,-14-5-88 0,12-2-85 15,4-2-77-15,0 0-94 0,6-2-139 16,-1-2-2-16,4-1 65 0,3 5-367 15,-3-2-422-15</inkml:trace>
  <inkml:trace contextRef="#ctx0" brushRef="#br0" timeOffset="19061.89">22813 7196 2566 0,'0'0'15'0,"4"7"32"0,-4-7 25 0,0 0 19 16,3 7 19-16,-3-7 21 15,0 0 12-15,0 0 4 0,10 1 18 0,-10-1-2 16,0 0 5-16,0 0-3 0,0 0-7 15,17-8-5-15,-9 3-14 0,-1-1-14 0,0-4-9 16,5 1-12-16,-2-3-12 0,-1 0-6 16,1-1-9-16,-3-1 12 0,3 2 0 0,3-1 1 15,-5 1-1-15,-3 4-2 16,-1-1-1-16,2-2 6 0,-4 4-9 0,0 2-3 16,-2 5-8-16,6-10-4 0,-4 6-12 0,-2 4-4 15,0 0-9-15,0 0-6 0,0 0 1 16,0 0-5-16,0 0-4 0,0 0 2 15,11 19-6-15,-11-7-3 0,3 0-3 16,1 2 0-16,3 1-3 0,-4-1-2 0,5-2-4 16,-3 2 0-16,3-2 0 0,-4-2 1 15,4-1-5-15,-5-2 2 0,5-2-5 0,-5-1 4 16,-3-4 3-16,9 10-1 0,-9-10 0 16,5 4-1-16,-5-4 0 0,0 0-5 0,0 0 0 15,0 0 1-15,0 0 1 0,23-14-5 16,-19 12 0-16,-4 2 1 0,7-10-1 0,-7 10 3 15,4-4-3-15,-4 4-3 0,0 0-2 16,0 0-3-16,0 0 5 0,0 0-4 0,8-5 1 16,-8 5 6-16,0 0-3 15,0 0-3-15,0 0 0 0,0 0 1 0,0 0-3 16,0 0-11-16,0 0-14 0,0 0-30 16,0 0-40-16,0 0-45 0,-8 21-60 0,8-21-68 15,0 0-65-15,0 0-73 0,0 0-83 16,0 0-120-16,-19-12 5 0,19 12-452 0,-10-9-537 15</inkml:trace>
  <inkml:trace contextRef="#ctx0" brushRef="#br0" timeOffset="19328.22">23049 7061 2920 0,'0'0'22'0,"-8"-4"32"0,8 4 30 0,0 0 37 15,0 0 27-15,-13-3 23 0,13 3 11 0,0 0 1 16,0 0-3-16,0 0 10 0,0 0 12 15,-12 20 22-15,10-8 0 0,1 5-3 0,-1 2 13 16,-2 5-4-16,-2 11-13 0,3-1-1 16,-6-1-11-16,6-6-16 0,-3 6-15 0,1-6-16 15,1-5-19-15,-2-1-10 0,0 0-16 16,0-5-7-16,5 1-12 0,-3-4-12 16,0-1-8-16,0-2-18 0,4 1-12 15,-3-1-54-15,1-3-50 0,2 0-87 0,0-2-85 16,0-5-100-16,0 0-102 0,-3 6-121 15,3-6-201-15,0 0 7 0,0 0 78 0,10-18-567 16,-4 11-700-16</inkml:trace>
  <inkml:trace contextRef="#ctx0" brushRef="#br0" timeOffset="20194.13">26460 7874 3353 0,'0'-11'-34'0,"0"11"25"0,-8-7 18 0,2 5 32 0,6 2 27 16,-14-6 38-16,3 6 18 0,0-2 13 16,0 0 3-16,-4 4-2 0,2-2-1 15,-7 2-4-15,4 0-4 0,-4 1-4 16,5 2-6-16,-2 0-12 0,3 2-11 0,1 0-9 16,2-1-8-16,3 3-4 0,4-4-11 15,2 4-4-15,2-9-8 0,4 15-4 0,0-5-4 16,4-1-3-16,3 2-1 0,-4-1-3 15,5-1 1-15,1 3 10 0,-2-3 15 0,0 3 2 16,-4 0 9-16,-1-1 0 16,-1 3-1-16,0-2-3 0,-3 0-5 0,-2-1-5 0,0 2-5 15,-2-1-4-15,2-4-9 16,-3 1-9-16,3-1-27 0,0-8-39 0,-2 16-45 16,4-11-46-16,-2-5-55 0,3 7-60 0,-3-7-54 15,0 0-47-15,0 0-36 0,0 0-32 16,0 0-26-16,14-14 14 0,-14 14 45 15</inkml:trace>
  <inkml:trace contextRef="#ctx0" brushRef="#br0" timeOffset="20362.06">26362 8117 2593 0,'5'-9'-74'0,"-3"4"78"16,-2 5 56-16,0 0 49 0,2-8 40 16,-2 8 40-16,0 0 23 0,0 0 13 15,0 0 1-15,0 0-3 0,-9-9-21 0,9 9-15 16,0 0-19-16,0 0-15 0,0 0-18 16,0 0-12-16,0 0-13 0,0 0-8 0,0 0-10 15,0 0-13-15,9 31-4 16,-7-24-9-16,-2 2-8 0,0 1-16 0,-2 0-23 15,2-2-31-15,-2 1-41 0,0 2-59 16,-3-3-60-16,4-1-60 0,-1 0-55 0,-2-4-79 16,4-3-124-16,-4 8-109 0,4-8 45 15,0 0-347-15,0 0-384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06:20.807"/>
    </inkml:context>
    <inkml:brush xml:id="br0">
      <inkml:brushProperty name="width" value="0.035" units="cm"/>
      <inkml:brushProperty name="height" value="0.035" units="cm"/>
    </inkml:brush>
  </inkml:definitions>
  <inkml:trace contextRef="#ctx0" brushRef="#br0">439 76 4672 0 0,'0'0'1132'0'0,"-5"-1"-292"0"0,-48-4 2600 0 0,50 5-2350 0 0,-1 0-584 0 0,4 0-377 0 0,-1 0 0 0 0,0 0 0 0 0,0 0 0 0 0,0 0 1 0 0,0 0-1 0 0,0 0 0 0 0,0 0 0 0 0,0 0 0 0 0,0 0 0 0 0,0 0 1 0 0,0 0-1 0 0,0-1 0 0 0,0 1 0 0 0,0 0 0 0 0,0-1 1 0 0,1 1-1 0 0,-1-1 0 0 0,0 1 0 0 0,0-1 0 0 0,0 1 0 0 0,1-1 1 0 0,-1 0-1 0 0,0 1 0 0 0,0-1 0 0 0,0-1 0 0 0,24-7 499 0 0,64-5-591 0 0,-64 12 10 0 0,3-1 17 0 0,0 2 1 0 0,-1 0-1 0 0,39 5 0 0 0,-61-3-48 0 0,1 0-1 0 0,-1 1 1 0 0,0-1-1 0 0,0 0 1 0 0,0 1-1 0 0,0 0 1 0 0,0 0-1 0 0,-1 0 1 0 0,1 0-1 0 0,0 0 1 0 0,-1 1-1 0 0,0-1 1 0 0,1 1-1 0 0,-1-1 1 0 0,0 1-1 0 0,0 0 1 0 0,-1 0-1 0 0,1 0 0 0 0,-1 0 1 0 0,2 4-1 0 0,4 9 58 0 0,-2 1-1 0 0,7 28 0 0 0,-6-23-17 0 0,112 441 706 0 0,-116-457-668 0 0,0 1 0 0 0,-1-1 0 0 0,1 1 0 0 0,-1 0 0 0 0,-1 0 0 0 0,0-1 0 0 0,0 1 0 0 0,0 0 0 0 0,0 0 0 0 0,-1-1 0 0 0,0 1 0 0 0,-1 0 0 0 0,0-1 0 0 0,0 1 0 0 0,0-1 0 0 0,0 0 0 0 0,-1 0 0 0 0,0 0 0 0 0,-1 0 0 0 0,1 0 0 0 0,-8 8 0 0 0,4-5 15 0 0,-21 27 920 0 0,-32 32 0 0 0,53-61-824 0 0,-1 1 1 0 0,0-1-1 0 0,0-1 0 0 0,0 1 0 0 0,-1-2 0 0 0,0 1 1 0 0,0-1-1 0 0,-1 0 0 0 0,1-1 0 0 0,-14 4 1 0 0,10-3-15 0 0,0 0 1 0 0,0 0-1 0 0,1 1 1 0 0,-14 10-1 0 0,-8 2-34 0 0,-146 74 394 0 0,177-91-542 0 0,1 0 5 0 0,-6 2-6 0 0,41-5-148 0 0,32-9-48 0 0,34-8-128 0 0,-62 13 162 0 0,0-2-1 0 0,44-15 0 0 0,-61 20 144 0 0,-7 3 38 0 0,28-16 32 0 0,-31 11-53 0 0,0 0 0 0 0,-1-1 1 0 0,0-1-1 0 0,0 1 0 0 0,7-9 1 0 0,-7 7-4 0 0,0-1 0 0 0,-1 0 0 0 0,-1-1 1 0 0,1 0-1 0 0,-2 0 0 0 0,1 0 1 0 0,-1-1-1 0 0,-1 0 0 0 0,0 0 1 0 0,0 0-1 0 0,-1-1 0 0 0,-1 1 0 0 0,3-16 1 0 0,-3 4 13 0 0,-1 1 0 0 0,0-1 0 0 0,-2 0 0 0 0,-1 1 0 0 0,-1-1 0 0 0,-6-31 0 0 0,-11-89 2 0 0,-6-31 66 0 0,21 155-40 0 0,3 14-30 0 0,1 0-1 0 0,-2 0 1 0 0,1 0 0 0 0,0 0-1 0 0,-1 0 1 0 0,0 0 0 0 0,0 1-1 0 0,-5-8 1 0 0,-4-29 44 0 0,8 24-42 0 0,-27-71 3 0 0,11 35 7 0 0,8 35 68 0 0,10 17-89 0 0,1-1 0 0 0,-1 1-1 0 0,1 0 1 0 0,-1 0 0 0 0,0 0 0 0 0,1 0 0 0 0,-1 0-1 0 0,0 0 1 0 0,0 0 0 0 0,0 0 0 0 0,1 0 0 0 0,-1 0-1 0 0,0 0 1 0 0,-1 0 0 0 0,1 1 0 0 0,0-1-1 0 0,0 0 1 0 0,0 1 0 0 0,0-1 0 0 0,0 1 0 0 0,-1-1-1 0 0,1 1 1 0 0,0-1 0 0 0,0 1 0 0 0,-1 0 0 0 0,1 0-1 0 0,0 0 1 0 0,-2 0 0 0 0,-50-2 52 0 0,-1 3-1 0 0,1 2 1 0 0,-91 18-1 0 0,43-6 14 0 0,-138 13 341 0 0,231-27-394 0 0,-23 5-7 0 0,27-7-9 0 0,1 1 2 0 0,-1 1-42 0 0,155-33-610 0 0,206-19-324 0 0,-285 41 749 0 0,-69 10 200 0 0,39-3-32 0 0,-39 3 50 0 0,1 0 1 0 0,0 0 0 0 0,0 0 0 0 0,0 0 0 0 0,0 1 0 0 0,0-1 0 0 0,0 1 0 0 0,0 0 0 0 0,3 2 0 0 0,-4-1 1 0 0,-1 0 1 0 0,1 0-1 0 0,-1 0 1 0 0,0 1-1 0 0,0-1 1 0 0,0 1-1 0 0,0 0 1 0 0,0-1-1 0 0,-1 1 1 0 0,1 0-1 0 0,1 5 1 0 0,15 38 29 0 0,-2 0-1 0 0,-2 1 1 0 0,12 79 0 0 0,-2-14 48 0 0,40 175 548 0 0,-60-262-376 0 0,-4-16 85 0 0,1-1-1 0 0,1 1 1 0 0,0-1-1 0 0,0 0 1 0 0,0 0-1 0 0,1 0 1 0 0,0 0-1 0 0,6 9 1 0 0,-8-15-112 0 0,-7 37 505 0 0,-13-25-467 0 0,0 0 0 0 0,-2-1 0 0 0,1-2 1 0 0,-42 18-1 0 0,-32 18 528 0 0,79-39-1159 0 0,0 0 1 0 0,-1-1-1 0 0,-28 9 1 0 0,42-15-729 0 0,-31 2-4671 0 0,27-3 810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06:25.979"/>
    </inkml:context>
    <inkml:brush xml:id="br0">
      <inkml:brushProperty name="width" value="0.035" units="cm"/>
      <inkml:brushProperty name="height" value="0.035" units="cm"/>
    </inkml:brush>
  </inkml:definitions>
  <inkml:trace contextRef="#ctx0" brushRef="#br0">1 39 3052 0 0,'14'-30'6761'0'0,"-8"21"-3837"0"0,-8 13 329 0 0,-10 21-1659 0 0,10-16-1571 0 0,1 0 0 0 0,0 0 0 0 0,0 0 0 0 0,1 0-1 0 0,1 0 1 0 0,0 0 0 0 0,2 11 0 0 0,0 8 1 0 0,-1 206 464 0 0,-4-115 21 0 0,12 49 385 0 0,-9-153-902 0 0,1 0 1570 0 0,-1-6-3342 0 0,-1-4-3004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06:26.445"/>
    </inkml:context>
    <inkml:brush xml:id="br0">
      <inkml:brushProperty name="width" value="0.035" units="cm"/>
      <inkml:brushProperty name="height" value="0.035" units="cm"/>
    </inkml:brush>
  </inkml:definitions>
  <inkml:trace contextRef="#ctx0" brushRef="#br0">28 33 7897 0 0,'-20'-23'252'0'0,"13"14"3379"0"0,260 229-2373 0 0,-244-214-1207 0 0,-3-2 79 0 0,-1 0 1 0 0,1 1 0 0 0,-1-1-1 0 0,0 1 1 0 0,0 0-1 0 0,-1 0 1 0 0,8 12-1 0 0,-11-15-153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06:26.867"/>
    </inkml:context>
    <inkml:brush xml:id="br0">
      <inkml:brushProperty name="width" value="0.035" units="cm"/>
      <inkml:brushProperty name="height" value="0.035" units="cm"/>
    </inkml:brush>
  </inkml:definitions>
  <inkml:trace contextRef="#ctx0" brushRef="#br0">180 7 6665 0 0,'0'0'-126'0'0,"0"0"144"0"0,0-1-1 0 0,0 1 1 0 0,0 0 0 0 0,0 0-1 0 0,0-1 1 0 0,0 1-1 0 0,0 0 1 0 0,0 0 0 0 0,-1-1-1 0 0,1 1 1 0 0,0 0-1 0 0,0 0 1 0 0,0 0 0 0 0,0-1-1 0 0,0 1 1 0 0,0 0-1 0 0,-1 0 1 0 0,1 0 0 0 0,0-1-1 0 0,0 1 1 0 0,0 0-1 0 0,0 0 1 0 0,-1 0 0 0 0,1 0-1 0 0,0-1 1 0 0,0 1-1 0 0,0 0 1 0 0,-1 0-1 0 0,1 0 1 0 0,0 0 0 0 0,0 0-1 0 0,-1 0 1 0 0,1 0-1 0 0,0 0 1 0 0,0 0 0 0 0,-1 0-1 0 0,1 0 1 0 0,0 0-1 0 0,0 0 1 0 0,-1 0 0 0 0,1 0-1 0 0,0 0 1 0 0,0 0-1 0 0,-1 0 1 0 0,1 0 0 0 0,0 0-1 0 0,0 0 1 0 0,-1 0-1 0 0,1 0 1 0 0,0 0 0 0 0,0 1-1 0 0,0-1 1 0 0,-1 0-1 0 0,-13 21 598 0 0,1 0 0 0 0,1 0 0 0 0,0 1-1 0 0,-12 38 1 0 0,-22 42 2021 0 0,29-67-1334 0 0,-10 15-77 0 0,26-49-1303 0 0,0 1-685 0 0,-1 2 1859 0 0,2-36-15221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06:29.595"/>
    </inkml:context>
    <inkml:brush xml:id="br0">
      <inkml:brushProperty name="width" value="0.035" units="cm"/>
      <inkml:brushProperty name="height" value="0.035" units="cm"/>
    </inkml:brush>
  </inkml:definitions>
  <inkml:trace contextRef="#ctx0" brushRef="#br0">19 41 6741 0 0,'0'0'256'0'0,"-18"-39"4857"0"0,17 38-3496 0 0,2 74-1253 0 0,3 0 1 0 0,4 0 0 0 0,2-1 0 0 0,4 0 0 0 0,3-1-1 0 0,41 110 1 0 0,-14-57 317 0 0,-44-123-827 0 0,0-1 0 0 0,0 1 1 0 0,0-1-1 0 0,0 1 0 0 0,0-1 1 0 0,0 1-1 0 0,0-1 1 0 0,0 1-1 0 0,0-1 0 0 0,0 1 1 0 0,0-1-1 0 0,0 1 0 0 0,0-1 1 0 0,0 1-1 0 0,0-1 1 0 0,-1 1-1 0 0,1-1 0 0 0,0 1 1 0 0,0-1-1 0 0,-1 1 0 0 0,1-1 1 0 0,0 1-1 0 0,-1-1 1 0 0,1 0-1 0 0,0 1 0 0 0,-1-1 1 0 0,1 0-1 0 0,-1 1 0 0 0,1-1 1 0 0,0 0-1 0 0,-1 1 1 0 0,1-1-1 0 0,-1 0 0 0 0,1 0 1 0 0,-1 0-1 0 0,1 1 0 0 0,-1-1 1 0 0,1 0-1 0 0,-1 0 1 0 0,0 0-1 0 0,-22 2-5054 0 0,21-2 4566 0 0,-3 0-2711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06:29.892"/>
    </inkml:context>
    <inkml:brush xml:id="br0">
      <inkml:brushProperty name="width" value="0.035" units="cm"/>
      <inkml:brushProperty name="height" value="0.035" units="cm"/>
    </inkml:brush>
  </inkml:definitions>
  <inkml:trace contextRef="#ctx0" brushRef="#br0">29 8 7241 0 0,'-19'-6'1022'0'0,"19"6"-977"0"0,0 0 0 0 0,0-1 0 0 0,-1 1 0 0 0,1 0-1 0 0,0 0 1 0 0,0 0 0 0 0,-1 0 0 0 0,1 0 0 0 0,0 0-1 0 0,0 0 1 0 0,-1 0 0 0 0,1 0 0 0 0,0 0 0 0 0,0 0-1 0 0,-1 0 1 0 0,1 0 0 0 0,0 0 0 0 0,-1 0 0 0 0,1 0-1 0 0,0 0 1 0 0,0 0 0 0 0,0 0 0 0 0,-1 0 0 0 0,1 0-1 0 0,0 1 1 0 0,0-1 0 0 0,-1 0 0 0 0,1 0 0 0 0,0 0-1 0 0,0 0 1 0 0,0 1 0 0 0,-1-1 0 0 0,1 0 0 0 0,0 0-1 0 0,0 0 1 0 0,0 1 0 0 0,0-1 0 0 0,0 0 0 0 0,-1 0-1 0 0,1 0 1 0 0,0 1 0 0 0,0-1 0 0 0,0 0 0 0 0,0 0-1 0 0,0 1 1 0 0,0-1 0 0 0,0 0 0 0 0,0 0 0 0 0,0 1-1 0 0,0-1 1 0 0,0 0 0 0 0,0 0 0 0 0,0 1 0 0 0,0-1-1 0 0,0 0 1 0 0,0 0 0 0 0,0 1 0 0 0,0-1 0 0 0,0 0-1 0 0,1 0 1 0 0,-1 1 0 0 0,17 24 716 0 0,32 22-269 0 0,17-5 154 0 0,-44-28-483 0 0,0 0 0 0 0,23 20 0 0 0,-43-33-338 0 0,-1 0 1 0 0,1-1-1 0 0,0 1 1 0 0,-1 0 0 0 0,1 0-1 0 0,0-1 1 0 0,-1 1 0 0 0,1-1-1 0 0,0 1 1 0 0,0-1 0 0 0,-1 0-1 0 0,1 0 1 0 0,0 1-1 0 0,3-2 1 0 0,6-2-6171 0 0,8-9 3733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06:30.159"/>
    </inkml:context>
    <inkml:brush xml:id="br0">
      <inkml:brushProperty name="width" value="0.035" units="cm"/>
      <inkml:brushProperty name="height" value="0.035" units="cm"/>
    </inkml:brush>
  </inkml:definitions>
  <inkml:trace contextRef="#ctx0" brushRef="#br0">164 0 6365 0 0,'0'0'580'0'0,"-4"4"-280"0"0,-10 15 154 0 0,1 0-1 0 0,0 0 0 0 0,2 1 1 0 0,1 1-1 0 0,-16 41 1 0 0,12-28 56 0 0,-31 88 62 0 0,32-120-2212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06:31.230"/>
    </inkml:context>
    <inkml:brush xml:id="br0">
      <inkml:brushProperty name="width" value="0.035" units="cm"/>
      <inkml:brushProperty name="height" value="0.035" units="cm"/>
    </inkml:brush>
  </inkml:definitions>
  <inkml:trace contextRef="#ctx0" brushRef="#br0">20 41 7289 0 0,'-18'-39'5687'0'0,"17"38"-4793"0"0,2 8-453 0 0,14 78 533 0 0,5-1 0 0 0,3 0 0 0 0,35 84 0 0 0,-50-150-1000 0 0,7 18-352 0 0,17 61 0 0 0,-32-95-683 0 0,-4 10-1421 0 0,-1-9-2594 0 0,-5-1 2025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06:31.433"/>
    </inkml:context>
    <inkml:brush xml:id="br0">
      <inkml:brushProperty name="width" value="0.035" units="cm"/>
      <inkml:brushProperty name="height" value="0.035" units="cm"/>
    </inkml:brush>
  </inkml:definitions>
  <inkml:trace contextRef="#ctx0" brushRef="#br0">14 12 8493 0 0,'-13'-11'8061'0'0,"22"17"-8089"0"0,1 0 0 0 0,0 0 0 0 0,0-1-1 0 0,0-1 1 0 0,14 5 0 0 0,-18-8-717 0 0,1 1 1 0 0,-1-1 0 0 0,1-1-1 0 0,0 1 1 0 0,-1-1-1 0 0,1 0 1 0 0,-1-1-1 0 0,1 1 1 0 0,-1-1 0 0 0,11-4-1 0 0,-2 2-2081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06:31.638"/>
    </inkml:context>
    <inkml:brush xml:id="br0">
      <inkml:brushProperty name="width" value="0.035" units="cm"/>
      <inkml:brushProperty name="height" value="0.035" units="cm"/>
    </inkml:brush>
  </inkml:definitions>
  <inkml:trace contextRef="#ctx0" brushRef="#br0">163 1 7577 0 0,'-16'25'8391'0'0,"-64"125"-5703"0"0,69-121-2511 0 0,-11 24-871 0 0,-1-25-3618 0 0,13-23-1501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06:32.038"/>
    </inkml:context>
    <inkml:brush xml:id="br0">
      <inkml:brushProperty name="width" value="0.035" units="cm"/>
      <inkml:brushProperty name="height" value="0.035" units="cm"/>
    </inkml:brush>
  </inkml:definitions>
  <inkml:trace contextRef="#ctx0" brushRef="#br0">22 35 8713 0 0,'-16'-28'1890'0'0,"10"21"2722"0"0,53 255-453 0 0,-24-140-2826 0 0,11 126-1 0 0,-33-227-1649 0 0,-1 0 0 0 0,0 0-1 0 0,-1 0 1 0 0,0 0 0 0 0,0 0-1 0 0,0 0 1 0 0,-4 11 0 0 0,-11 8-3977 0 0,14-25 3603 0 0,1 1-1 0 0,-1-1 1 0 0,0 0-1 0 0,0 1 1 0 0,0-1 0 0 0,1 0-1 0 0,-1 0 1 0 0,0 0-1 0 0,0-1 1 0 0,0 1-1 0 0,0 0 1 0 0,-3 0 0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06:32.208"/>
    </inkml:context>
    <inkml:brush xml:id="br0">
      <inkml:brushProperty name="width" value="0.035" units="cm"/>
      <inkml:brushProperty name="height" value="0.035" units="cm"/>
    </inkml:brush>
  </inkml:definitions>
  <inkml:trace contextRef="#ctx0" brushRef="#br0">26 1 8997 0 0,'0'0'835'0'0,"-4"1"-304"0"0,3-1-718 0 0,0 0 369 0 0,0 0-1 0 0,0 0 0 0 0,0 1 0 0 0,0-1 0 0 0,0 0 0 0 0,0 1 0 0 0,0-1 1 0 0,0 1-1 0 0,0-1 0 0 0,0 1 0 0 0,0-1 0 0 0,0 1 0 0 0,0 0 0 0 0,0-1 0 0 0,1 1 1 0 0,-1 0-1 0 0,0 0 0 0 0,0 0 0 0 0,1 0 0 0 0,-1-1 0 0 0,0 3 0 0 0,0-1 666 0 0,3 1-58 0 0,2 2-511 0 0,-1 0 1 0 0,1 0-1 0 0,0 0 1 0 0,1-1 0 0 0,-1 1-1 0 0,1-1 1 0 0,0 0-1 0 0,0-1 1 0 0,0 1-1 0 0,6 2 1 0 0,-3-2-375 0 0,0-1 0 0 0,0 0 0 0 0,0 0 0 0 0,0-1 0 0 0,1 0 0 0 0,14 2 0 0 0,-10-3-962 0 0,0-1 0 0 0,0 0 0 0 0,27-4 0 0 0,-25 1-846 0 0,0 0 0 0 0,-1-1-1 0 0,16-6 1 0 0,-1-4-2580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06:32.398"/>
    </inkml:context>
    <inkml:brush xml:id="br0">
      <inkml:brushProperty name="width" value="0.035" units="cm"/>
      <inkml:brushProperty name="height" value="0.035" units="cm"/>
    </inkml:brush>
  </inkml:definitions>
  <inkml:trace contextRef="#ctx0" brushRef="#br0">237 0 9617 0 0,'0'0'2777'0'0,"-3"5"-1874"0"0,-119 176 4906 0 0,87-126-5441 0 0,18-25-1262 0 0,-3 5-2589 0 0,19-33 2649 0 0,-1 1 0 0 0,-1-1 0 0 0,1 1 0 0 0,0-1 0 0 0,-1 0 1 0 0,1 0-1 0 0,-1 0 0 0 0,1 0 0 0 0,-1-1 0 0 0,-3 2 1 0 0,-5 1-3236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06:35.651"/>
    </inkml:context>
    <inkml:brush xml:id="br0">
      <inkml:brushProperty name="width" value="0.035" units="cm"/>
      <inkml:brushProperty name="height" value="0.035" units="cm"/>
    </inkml:brush>
  </inkml:definitions>
  <inkml:trace contextRef="#ctx0" brushRef="#br0">20 40 8345 0 0,'-20'-40'2718'0'0,"24"145"-751"0"0,0-37-1174 0 0,28 477 5497 0 0,-26-482-5301 0 0,6 116 2349 0 0,-11-177-3314 0 0,-1 0 0 0 0,0 0-1 0 0,1 0 1 0 0,-1 0 0 0 0,1 0 0 0 0,-1 0 0 0 0,1 0 0 0 0,0 0 0 0 0,0-1 0 0 0,0 1 0 0 0,0 0 0 0 0,0 0 0 0 0,0-1 0 0 0,0 1 0 0 0,1-1 0 0 0,-1 1 0 0 0,1-1 0 0 0,-1 1 0 0 0,1-1 0 0 0,0 0 0 0 0,-1 0 0 0 0,1 0 0 0 0,0 0 0 0 0,0 0 0 0 0,-1 0 0 0 0,1 0 0 0 0,0-1 0 0 0,0 1-1 0 0,0-1 1 0 0,0 1 0 0 0,0-1 0 0 0,4 1 0 0 0,8 0 6 0 0,0 0-1 0 0,0 0 1 0 0,23-3 0 0 0,-21 1 18 0 0,229-19 214 0 0,-101 5-435 0 0,-131 14-571 0 0,15-4-432 0 0,-11-9-7337 0 0,-21 10 5702 0 0,-13-10-1514 0 0,3 3-1736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06:35.917"/>
    </inkml:context>
    <inkml:brush xml:id="br0">
      <inkml:brushProperty name="width" value="0.035" units="cm"/>
      <inkml:brushProperty name="height" value="0.035" units="cm"/>
    </inkml:brush>
  </inkml:definitions>
  <inkml:trace contextRef="#ctx0" brushRef="#br0">49 44 11113 0 0,'-19'-7'9'0'0,"-7"-5"393"0"0,25 12-397 0 0,1 0 0 0 0,0 0 0 0 0,0 0-1 0 0,0 0 1 0 0,0 0 0 0 0,0 0 0 0 0,-1 0 0 0 0,1 0-1 0 0,0 0 1 0 0,0 0 0 0 0,0 0 0 0 0,0 0 0 0 0,0 0-1 0 0,0-1 1 0 0,-1 1 0 0 0,1 0 0 0 0,0 0-1 0 0,0 0 1 0 0,0 0 0 0 0,0 0 0 0 0,0 0 0 0 0,0-1-1 0 0,0 1 1 0 0,0 0 0 0 0,0 0 0 0 0,0 0 0 0 0,-1 0-1 0 0,1 0 1 0 0,0-1 0 0 0,0 1 0 0 0,0 0-1 0 0,0 0 1 0 0,0 0 0 0 0,0 0 0 0 0,0-1 0 0 0,0 1-1 0 0,0 0 1 0 0,0 0 0 0 0,0 0 0 0 0,1 0 0 0 0,-1 0-1 0 0,0-1 1 0 0,0 1 0 0 0,0 0 0 0 0,0 0-1 0 0,0 0 1 0 0,0 0 0 0 0,0 0 0 0 0,0 0 0 0 0,0-1-1 0 0,0 1 1 0 0,0 0 0 0 0,1 0 0 0 0,-1 0 0 0 0,0 0-1 0 0,0 0 1 0 0,0 0 0 0 0,0 0 0 0 0,1-1-1 0 0,43-4-200 0 0,-2 2-989 0 0,75-2-4508 0 0,-72 1 2812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06:36.493"/>
    </inkml:context>
    <inkml:brush xml:id="br0">
      <inkml:brushProperty name="width" value="0.035" units="cm"/>
      <inkml:brushProperty name="height" value="0.035" units="cm"/>
    </inkml:brush>
  </inkml:definitions>
  <inkml:trace contextRef="#ctx0" brushRef="#br0">1 83 6281 0 0,'282'-44'-1006'0'0,"-117"13"1756"0"0,-148 28-577 0 0,1 1 0 0 0,-1 0 0 0 0,1 2 1 0 0,-1 0-1 0 0,1 0 0 0 0,24 5 0 0 0,-34-3-84 0 0,0 0-1 0 0,0 1 1 0 0,-1 0-1 0 0,1 0 0 0 0,-1 1 1 0 0,0 0-1 0 0,0 0 1 0 0,0 0-1 0 0,0 1 1 0 0,-1 0-1 0 0,0 1 0 0 0,0-1 1 0 0,0 1-1 0 0,-1 0 1 0 0,10 14-1 0 0,7 15 296 0 0,-1 1 1 0 0,-2 2-1 0 0,-2 0 1 0 0,20 61-1 0 0,33 167 1256 0 0,-69-262-1618 0 0,24 106 1650 0 0,13 122 1 0 0,-38-227-1560 0 0,0-1 0 0 0,0 1 0 0 0,-1 0 0 0 0,1 0 0 0 0,-1-1 0 0 0,0 1 1 0 0,-1-1-1 0 0,1 1 0 0 0,-1-1 0 0 0,0 1 0 0 0,0-1 0 0 0,0 0 0 0 0,-1 0 0 0 0,1 0 1 0 0,-1 0-1 0 0,0 0 0 0 0,0-1 0 0 0,0 1 0 0 0,-1-1 0 0 0,1 0 0 0 0,-8 6 0 0 0,-8 4 115 0 0,-1-1-1 0 0,0-1 1 0 0,-29 12 0 0 0,11-6 77 0 0,-286 138-485 0 0,321-154-672 0 0,1 0 0 0 0,-1-1 0 0 0,0 1 0 0 0,0-1 0 0 0,0 0 1 0 0,0 0-1 0 0,0 0 0 0 0,0 0 0 0 0,0 0 0 0 0,1 0 0 0 0,-1-1 0 0 0,0 0 0 0 0,-3 0 0 0 0,3 0 687 0 0,-1 0-4992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06:37.585"/>
    </inkml:context>
    <inkml:brush xml:id="br0">
      <inkml:brushProperty name="width" value="0.035" units="cm"/>
      <inkml:brushProperty name="height" value="0.035" units="cm"/>
    </inkml:brush>
  </inkml:definitions>
  <inkml:trace contextRef="#ctx0" brushRef="#br0">293 13 10029 0 0,'13'-9'192'0'0,"-7"6"445"0"0,-8 7 2030 0 0,-36 37-2011 0 0,2 3 0 0 0,1 1 0 0 0,3 2 0 0 0,2 1 0 0 0,1 1 0 0 0,3 1 1 0 0,3 2-1 0 0,-23 68 0 0 0,42-108-442 0 0,1 1 0 0 0,1 0 0 0 0,0-1 0 0 0,0 1 0 0 0,1 0 0 0 0,1 0 0 0 0,1 16 1 0 0,0-24-157 0 0,-1-1 0 0 0,1 0 0 0 0,0 0 0 0 0,1 0 0 0 0,-1 0 0 0 0,1 0 0 0 0,0 0 0 0 0,-1 0 0 0 0,2 0 0 0 0,-1-1 0 0 0,0 1 1 0 0,1-1-1 0 0,0 0 0 0 0,0 1 0 0 0,0-1 0 0 0,0 0 0 0 0,0-1 0 0 0,0 1 0 0 0,1-1 0 0 0,-1 1 0 0 0,1-1 0 0 0,0 0 0 0 0,0 0 1 0 0,0-1-1 0 0,5 3 0 0 0,-1-2-29 0 0,0 0 1 0 0,0 0-1 0 0,0-1 1 0 0,0 0-1 0 0,0 0 1 0 0,0 0-1 0 0,0-1 1 0 0,0-1 0 0 0,11-1-1 0 0,-15 1-102 0 0,0 0 0 0 0,0 0-1 0 0,0 0 1 0 0,0 0 0 0 0,0-1-1 0 0,-1 1 1 0 0,1-1 0 0 0,0 0 0 0 0,-1-1-1 0 0,0 1 1 0 0,1 0 0 0 0,-1-1 0 0 0,0 0-1 0 0,0 0 1 0 0,0 0 0 0 0,-1 0 0 0 0,1 0-1 0 0,3-6 1 0 0,-5 7-267 0 0,-14-17-1201 0 0,6 15 159 0 0,-1 1-1 0 0,0 0 1 0 0,-1 0 0 0 0,1 1-1 0 0,0 0 1 0 0,-1 0-1 0 0,1 1 1 0 0,-1 0 0 0 0,-11 1-1 0 0,15 0-2612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06:38.005"/>
    </inkml:context>
    <inkml:brush xml:id="br0">
      <inkml:brushProperty name="width" value="0.035" units="cm"/>
      <inkml:brushProperty name="height" value="0.035" units="cm"/>
    </inkml:brush>
  </inkml:definitions>
  <inkml:trace contextRef="#ctx0" brushRef="#br0">653 1 8929 0 0,'-25'3'67'0'0,"1"1"0"0"0,-1 1 0 0 0,1 1 0 0 0,1 1 0 0 0,-1 1 0 0 0,1 2 0 0 0,1 0 0 0 0,-1 1 0 0 0,2 1 0 0 0,0 1 1 0 0,-20 16-1 0 0,11-5 239 0 0,2 0 1 0 0,0 2-1 0 0,1 1 1 0 0,2 1 0 0 0,1 1-1 0 0,-32 51 1 0 0,35-44 25 0 0,2 0 0 0 0,2 2 0 0 0,1 0 0 0 0,2 1 0 0 0,1 1 0 0 0,2 0 0 0 0,2 0 0 0 0,2 1 0 0 0,1 0 0 0 0,1 81 0 0 0,5-91-163 0 0,2 0-1 0 0,2-1 1 0 0,0 1-1 0 0,2-1 1 0 0,2 0-1 0 0,0 0 1 0 0,2-1-1 0 0,1-1 0 0 0,1 1 1 0 0,2-2-1 0 0,1 0 1 0 0,1-1-1 0 0,1 0 1 0 0,1-1-1 0 0,29 30 1 0 0,-27-35-75 0 0,1 0 0 0 0,2-1 0 0 0,0-2 0 0 0,0 0 0 0 0,2-1 0 0 0,0-2 0 0 0,1 0 0 0 0,31 11 0 0 0,-34-17-156 0 0,0-2 0 0 0,0 0 0 0 0,0-1 0 0 0,1-1 0 0 0,-1-2 0 0 0,1 0 0 0 0,0-1 1 0 0,0-2-1 0 0,-1 0 0 0 0,35-7 0 0 0,-17-1-188 0 0,-1-1 0 0 0,-1-2-1 0 0,0-1 1 0 0,0-3 0 0 0,-1-1 0 0 0,-2-1-1 0 0,0-2 1 0 0,0-2 0 0 0,63-52 0 0 0,-88 64 250 0 0,-1-1 1 0 0,-1 1 0 0 0,1-2-1 0 0,-2 1 1 0 0,1-1 0 0 0,-2 0-1 0 0,1-1 1 0 0,-2 0 0 0 0,0 0-1 0 0,0-1 1 0 0,5-20 0 0 0,-7 14 59 0 0,-1 1 0 0 0,0-1 1 0 0,-1 0-1 0 0,-1 0 0 0 0,-1 0 1 0 0,-1 0-1 0 0,-6-34 0 0 0,1 23 16 0 0,-2 1 0 0 0,-1 0-1 0 0,-1 0 1 0 0,-2 1 0 0 0,-1 0 0 0 0,-1 1-1 0 0,-1 1 1 0 0,-2 0 0 0 0,-1 1 0 0 0,-32-36-1 0 0,36 48-141 0 0,0 1-1 0 0,-1 0 1 0 0,-1 1 0 0 0,0 1-1 0 0,-1 0 1 0 0,0 2-1 0 0,-1 0 1 0 0,0 0-1 0 0,0 2 1 0 0,0 0 0 0 0,-1 1-1 0 0,0 1 1 0 0,0 1-1 0 0,-1 1 1 0 0,1 0-1 0 0,-1 2 1 0 0,-21 0 0 0 0,6 2-781 0 0,0 1 1 0 0,1 2-1 0 0,-53 12 1 0 0,45-6-1508 0 0,1 3 1 0 0,-54 24-1 0 0,46-12-1362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06:39.619"/>
    </inkml:context>
    <inkml:brush xml:id="br0">
      <inkml:brushProperty name="width" value="0.035" units="cm"/>
      <inkml:brushProperty name="height" value="0.035" units="cm"/>
    </inkml:brush>
  </inkml:definitions>
  <inkml:trace contextRef="#ctx0" brushRef="#br0">22 63 8049 0 0,'-15'-42'2125'0'0,"14"41"-1587"0"0,-3-13 1287 0 0,3 8-1083 0 0,2 9 97 0 0,211 859 3353 0 0,-209-849-4147 0 0,185 892 2061 0 0,-176-852-1883 0 0,-2-14 510 0 0,-1 1 1 0 0,-3 1 0 0 0,3 41 0 0 0,1-40 659 0 0,-9-38-1263 0 0,1 1 1 0 0,-1-1 0 0 0,1 1 0 0 0,-1-1 0 0 0,0 1 0 0 0,-1 0 0 0 0,1 7-1 0 0,-7-42-18226 0 0,-1 8 11990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06:40.634"/>
    </inkml:context>
    <inkml:brush xml:id="br0">
      <inkml:brushProperty name="width" value="0.035" units="cm"/>
      <inkml:brushProperty name="height" value="0.035" units="cm"/>
    </inkml:brush>
  </inkml:definitions>
  <inkml:trace contextRef="#ctx0" brushRef="#br0">0 137 11169 0 0,'4'-18'-200'0'0,"-1"1"0"0"0,1-36 0 0 0,-7 5 4060 0 0,79 500-754 0 0,-16-72-1756 0 0,15 63-313 0 0,35 185 230 0 0,-68-386-75 0 0,-34-191-603 0 0,-3-15 53 0 0,14 47-1 0 0,0 18 222 0 0,-19-101-878 0 0,0 0-1 0 0,0 0 0 0 0,0-1 0 0 0,1 1 1 0 0,-1 0-1 0 0,0 0 0 0 0,0 0 1 0 0,0 0-1 0 0,0 0 0 0 0,0 0 0 0 0,1-1 1 0 0,-1 1-1 0 0,0 0 0 0 0,0 0 0 0 0,0 0 1 0 0,0 0-1 0 0,0 0 0 0 0,1 0 1 0 0,-1 0-1 0 0,0 0 0 0 0,0 0 0 0 0,0 0 1 0 0,1 0-1 0 0,-1 0 0 0 0,0 0 1 0 0,0 0-1 0 0,0 0 0 0 0,0 0 0 0 0,1 0 1 0 0,-1 0-1 0 0,0 0 0 0 0,0 0 1 0 0,0 0-1 0 0,0 0 0 0 0,1 0 0 0 0,-1 0 1 0 0,0 0-1 0 0,0 0 0 0 0,0 1 0 0 0,0-1 1 0 0,0 0-1 0 0,1 0 0 0 0,-1 0 1 0 0,0 0-1 0 0,0 0 0 0 0,0 0 0 0 0,0 1 1 0 0,0-1-1 0 0,9-36-1204 0 0,4-53-1153 0 0,-3-26 224 0 0,-10-227 0 0 0,-35 44 1367 0 0,-129-514 0 0 0,69 491 5052 0 0,95 319-4004 0 0,5 132 143 0 0,32 182 0 0 0,-12-130-134 0 0,135 953 917 0 0,-121-829-566 0 0,-37-299-331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06:41.847"/>
    </inkml:context>
    <inkml:brush xml:id="br0">
      <inkml:brushProperty name="width" value="0.035" units="cm"/>
      <inkml:brushProperty name="height" value="0.035" units="cm"/>
    </inkml:brush>
  </inkml:definitions>
  <inkml:trace contextRef="#ctx0" brushRef="#br0">21 214 9317 0 0,'-21'6'2528'0'0,"30"-5"-1481"0"0,56-9-1057 0 0,-15 2 423 0 0,1264-146 1996 0 0,-985 112-1794 0 0,-220 26 182 0 0,-106 14-1063 0 0,12 4-1381 0 0,-12 0-1816 0 0,-18 26-3308 0 0,6-19 3658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06:42.421"/>
    </inkml:context>
    <inkml:brush xml:id="br0">
      <inkml:brushProperty name="width" value="0.035" units="cm"/>
      <inkml:brushProperty name="height" value="0.035" units="cm"/>
    </inkml:brush>
  </inkml:definitions>
  <inkml:trace contextRef="#ctx0" brushRef="#br0">71 96 7277 0 0,'-67'8'4041'0'0,"63"-8"-123"0"0,18-2-3330 0 0,64-9 36 0 0,660-68 2442 0 0,-515 68-3408 0 0,-212 14-1232 0 0,-45 17-14168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06:43.585"/>
    </inkml:context>
    <inkml:brush xml:id="br0">
      <inkml:brushProperty name="width" value="0.035" units="cm"/>
      <inkml:brushProperty name="height" value="0.035" units="cm"/>
    </inkml:brush>
  </inkml:definitions>
  <inkml:trace contextRef="#ctx0" brushRef="#br0">318 44 8953 0 0,'1'-3'147'0'0,"0"-1"1"0"0,0 1 0 0 0,0-1-1 0 0,-1 1 1 0 0,0-1-1 0 0,1 1 1 0 0,-2-6 0 0 0,1 8-83 0 0,-1 0 0 0 0,0 0 0 0 0,0 0 0 0 0,1 1 0 0 0,-1-1 0 0 0,0 0 0 0 0,0 0 0 0 0,0 1 0 0 0,0-1 0 0 0,0 1 0 0 0,0-1 0 0 0,0 1 0 0 0,0 0 0 0 0,0-1 0 0 0,0 1 0 0 0,0 0 0 0 0,-1 0 0 0 0,1-1 0 0 0,0 1 0 0 0,0 0 0 0 0,0 0 0 0 0,0 0 1 0 0,0 0-1 0 0,0 1 0 0 0,0-1 0 0 0,-1 0 0 0 0,1 0 0 0 0,0 1 0 0 0,0-1 0 0 0,-1 1 0 0 0,-2 2 81 0 0,0 1-1 0 0,0 0 1 0 0,0 0 0 0 0,0 0 0 0 0,1 0 0 0 0,-4 7 0 0 0,-26 34 671 0 0,3 2 0 0 0,2 1 1 0 0,-42 100-1 0 0,55-108-472 0 0,1 1 0 0 0,2 0-1 0 0,2 1 1 0 0,2 0 0 0 0,-4 75-1 0 0,11-92-166 0 0,2-1-1 0 0,1 0 0 0 0,1 0 0 0 0,1 1 0 0 0,11 36 1 0 0,-10-46-101 0 0,0-1 0 0 0,0 0 0 0 0,2 0 1 0 0,0 0-1 0 0,0-1 0 0 0,1 0 0 0 0,1-1 0 0 0,0 1 1 0 0,1-2-1 0 0,11 12 0 0 0,-17-19-54 0 0,-1-1-1 0 0,0 0 1 0 0,1-1-1 0 0,0 1 1 0 0,-1-1 0 0 0,1 1-1 0 0,0-1 1 0 0,0 0-1 0 0,1-1 1 0 0,-1 1-1 0 0,0-1 1 0 0,1 1 0 0 0,-1-1-1 0 0,0-1 1 0 0,1 1-1 0 0,-1-1 1 0 0,1 1-1 0 0,-1-1 1 0 0,1-1-1 0 0,0 1 1 0 0,-1-1 0 0 0,7-1-1 0 0,-5 0-8 0 0,0-1 0 0 0,0 0 0 0 0,0 0 0 0 0,0-1 0 0 0,-1 1 0 0 0,1-1 0 0 0,-1-1 0 0 0,0 1 0 0 0,0-1 0 0 0,-1 0 0 0 0,1 0 0 0 0,-1 0 0 0 0,0 0 0 0 0,-1-1 0 0 0,4-6 0 0 0,4-9 2 0 0,-2 0 0 0 0,0-1 0 0 0,-1 0-1 0 0,-2 0 1 0 0,0-1 0 0 0,3-23 0 0 0,10-142 49 0 0,-19 182-64 0 0,4-61 38 0 0,-8-123-1 0 0,2 164-12 0 0,-2 1 0 0 0,-1-1 0 0 0,0 1 0 0 0,-2 1 0 0 0,-1-1 0 0 0,-1 1-1 0 0,-23-44 1 0 0,30 63-22 0 0,-1 1-1 0 0,1 0 0 0 0,-1 0 0 0 0,0 0 1 0 0,0 1-1 0 0,0-1 0 0 0,-1 1 1 0 0,1-1-1 0 0,-1 1 0 0 0,0 0 1 0 0,0 0-1 0 0,0 1 0 0 0,0-1 0 0 0,0 1 1 0 0,0 0-1 0 0,-1 0 0 0 0,1 0 1 0 0,-1 1-1 0 0,1 0 0 0 0,-1 0 1 0 0,0 0-1 0 0,-5 0 0 0 0,4 1 2 0 0,0 1 1 0 0,1 0-1 0 0,-1 0 1 0 0,0 0-1 0 0,1 1 0 0 0,-1 0 1 0 0,1 0-1 0 0,0 1 1 0 0,-1-1-1 0 0,1 1 0 0 0,0 0 1 0 0,1 0-1 0 0,-1 1 0 0 0,1 0 1 0 0,-1-1-1 0 0,1 2 1 0 0,-7 7-1 0 0,-5 9 32 0 0,0 1 0 0 0,1 1 1 0 0,2 0-1 0 0,0 1 0 0 0,1 0 0 0 0,2 1 0 0 0,0 0 1 0 0,2 1-1 0 0,0 0 0 0 0,2 1 0 0 0,-4 40 1 0 0,6-27 16 0 0,2 0 1 0 0,2 1-1 0 0,1-1 1 0 0,2 1-1 0 0,2-1 1 0 0,2 0-1 0 0,12 41 1 0 0,-6-43 25 0 0,1-1 1 0 0,23 43 0 0 0,-5-20-3219 0 0,-31-58 1483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06:43.991"/>
    </inkml:context>
    <inkml:brush xml:id="br0">
      <inkml:brushProperty name="width" value="0.035" units="cm"/>
      <inkml:brushProperty name="height" value="0.035" units="cm"/>
    </inkml:brush>
  </inkml:definitions>
  <inkml:trace contextRef="#ctx0" brushRef="#br0">107 135 10905 0 0,'-40'-74'1814'0'0,"35"66"-1073"0"0,0 1 1 0 0,-1-1-1 0 0,0 1 1 0 0,-1 0-1 0 0,0 0 1 0 0,-11-8-1 0 0,16 13-244 0 0,-4 31 411 0 0,4-9-690 0 0,0 0 0 0 0,2 1 0 0 0,0-1 1 0 0,2 0-1 0 0,0 0 0 0 0,6 25 0 0 0,36 115 638 0 0,-42-153-810 0 0,148 374 2192 0 0,-39-112-4218 0 0,-110-264 1211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06:44.207"/>
    </inkml:context>
    <inkml:brush xml:id="br0">
      <inkml:brushProperty name="width" value="0.035" units="cm"/>
      <inkml:brushProperty name="height" value="0.035" units="cm"/>
    </inkml:brush>
  </inkml:definitions>
  <inkml:trace contextRef="#ctx0" brushRef="#br0">19 1 9893 0 0,'0'0'2008'0'0,"-3"4"-1446"0"0,-10 11 14 0 0,13-15-562 0 0,0 0 0 0 0,-1 1 0 0 0,1-1 0 0 0,0 0 0 0 0,0 0 0 0 0,0 0 0 0 0,0 0 0 0 0,0 1 0 0 0,-1-1 0 0 0,1 0 0 0 0,0 0 0 0 0,0 0 0 0 0,0 1 0 0 0,0-1 0 0 0,0 0 0 0 0,0 0 0 0 0,0 0 0 0 0,0 1 0 0 0,0-1 0 0 0,0 0 0 0 0,0 0 0 0 0,0 1 0 0 0,0-1 0 0 0,0 0 0 0 0,0 0 0 0 0,0 1 0 0 0,0-1 0 0 0,0 0 0 0 0,0 0 1 0 0,0 0-1 0 0,0 1 0 0 0,0-1 0 0 0,0 0 0 0 0,0 0 0 0 0,0 0 0 0 0,0 1 0 0 0,1-1 0 0 0,-1 0 0 0 0,0 0 0 0 0,0 0 0 0 0,1 1 0 0 0,13 22 525 0 0,1-1 0 0 0,2 0 0 0 0,0-1 0 0 0,1-1-1 0 0,40 33 1 0 0,120 80-4153 0 0,-173-129 2773 0 0,1 0 0 0 0,0 0 1 0 0,0-1-1 0 0,0 0 0 0 0,1 0 0 0 0,-1 0 1 0 0,1-1-1 0 0,-1 0 0 0 0,10 2 1 0 0,-1-4-2144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06:44.377"/>
    </inkml:context>
    <inkml:brush xml:id="br0">
      <inkml:brushProperty name="width" value="0.035" units="cm"/>
      <inkml:brushProperty name="height" value="0.035" units="cm"/>
    </inkml:brush>
  </inkml:definitions>
  <inkml:trace contextRef="#ctx0" brushRef="#br0">376 21 7941 0 0,'0'-1'73'0'0,"-1"0"1"0"0,1 0 0 0 0,0 0 0 0 0,-1 0-1 0 0,1 0 1 0 0,-1 0 0 0 0,1 0 0 0 0,-1 0-1 0 0,0 0 1 0 0,1 0 0 0 0,-1 0-1 0 0,0 0 1 0 0,0 0 0 0 0,1 1 0 0 0,-1-1-1 0 0,0 0 1 0 0,0 1 0 0 0,0-1-1 0 0,0 0 1 0 0,0 1 0 0 0,0 0 0 0 0,0-1-1 0 0,0 1 1 0 0,0-1 0 0 0,0 1 0 0 0,0 0-1 0 0,-1 0 1 0 0,1 0 0 0 0,-1-1-1 0 0,-2 2 124 0 0,-1-1 0 0 0,1 0 0 0 0,0 1 0 0 0,0 0 0 0 0,0 0 0 0 0,0 0 0 0 0,0 1 0 0 0,-5 1 0 0 0,-8 6 582 0 0,0 0 1 0 0,-25 19 0 0 0,20-12-454 0 0,1 1 0 0 0,0 0 1 0 0,2 1-1 0 0,0 2 0 0 0,1 0 0 0 0,1 0 1 0 0,1 2-1 0 0,-18 31 0 0 0,9-17-3812 0 0,5-18-4424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06:44.642"/>
    </inkml:context>
    <inkml:brush xml:id="br0">
      <inkml:brushProperty name="width" value="0.035" units="cm"/>
      <inkml:brushProperty name="height" value="0.035" units="cm"/>
    </inkml:brush>
  </inkml:definitions>
  <inkml:trace contextRef="#ctx0" brushRef="#br0">1 1 9521 0 0,'9'37'4748'0'0,"14"64"-2839"0"0,43 123 1301 0 0,-21-79-4708 0 0,-43-135-723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06:44.953"/>
    </inkml:context>
    <inkml:brush xml:id="br0">
      <inkml:brushProperty name="width" value="0.035" units="cm"/>
      <inkml:brushProperty name="height" value="0.035" units="cm"/>
    </inkml:brush>
  </inkml:definitions>
  <inkml:trace contextRef="#ctx0" brushRef="#br0">17 0 9673 0 0,'0'0'2897'0'0,"-4"6"-2159"0"0,2-1-530 0 0,0 0 0 0 0,0 0 1 0 0,1 0-1 0 0,-1 0 0 0 0,1 1 0 0 0,0-1 1 0 0,0 0-1 0 0,1 1 0 0 0,0-1 0 0 0,0 1 1 0 0,0-1-1 0 0,1 1 0 0 0,-1-1 0 0 0,1 1 1 0 0,0-1-1 0 0,1 0 0 0 0,0 0 0 0 0,-1 1 0 0 0,2-1 1 0 0,2 5-1 0 0,2 0-38 0 0,0 1 0 0 0,1-1 0 0 0,1 0 0 0 0,0-1 0 0 0,0 0 0 0 0,0-1 0 0 0,1 1-1 0 0,1-2 1 0 0,-1 0 0 0 0,1 0 0 0 0,1-1 0 0 0,-1 0 0 0 0,1-1 0 0 0,0 0 0 0 0,0-1 0 0 0,0 0 0 0 0,22 3 0 0 0,-32-6-157 0 0,0-1 0 0 0,0 1 0 0 0,0-1 0 0 0,0 0 0 0 0,0 1 0 0 0,0-1 0 0 0,0 0 0 0 0,0-1 0 0 0,1 1 0 0 0,-1 0 1 0 0,0 0-1 0 0,0-1 0 0 0,0 1 0 0 0,0-1 0 0 0,0 0 0 0 0,0 1 0 0 0,2-3 0 0 0,-3 3-9 0 0,-1-1 0 0 0,1 0 0 0 0,-1 0 0 0 0,1 0 0 0 0,-1 0 0 0 0,1 0 0 0 0,-1 0 0 0 0,1 0 0 0 0,-1 0 0 0 0,0 0 0 0 0,0 0 0 0 0,1 0 0 0 0,-1 0 0 0 0,0 0 0 0 0,0 0 0 0 0,0 0 0 0 0,0 0 0 0 0,0 0 0 0 0,0 0 0 0 0,0 0-1 0 0,-1 0 1 0 0,1 0 0 0 0,0 0 0 0 0,-1-1 0 0 0,-3-9-3 0 0,-1 0 0 0 0,-1 0 0 0 0,0 1-1 0 0,-11-16 1 0 0,8 12-2 0 0,1 1-94 0 0,-1-1 1 0 0,0 1-1 0 0,-1 0 0 0 0,0 1 0 0 0,-1 1 1 0 0,-17-15-1 0 0,4 19-2713 0 0,14 7-1934 0 0,4 0-2469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06:45.379"/>
    </inkml:context>
    <inkml:brush xml:id="br0">
      <inkml:brushProperty name="width" value="0.035" units="cm"/>
      <inkml:brushProperty name="height" value="0.035" units="cm"/>
    </inkml:brush>
  </inkml:definitions>
  <inkml:trace contextRef="#ctx0" brushRef="#br0">41 141 8573 0 0,'0'0'1118'0'0,"-5"4"-744"0"0,1-1-264 0 0,1 0 0 0 0,0 1 0 0 0,0 0 0 0 0,0-1 0 0 0,1 1 0 0 0,-1 0 0 0 0,1 1 0 0 0,0-1 0 0 0,0 0 0 0 0,0 1 0 0 0,1-1 0 0 0,-1 1 0 0 0,1-1 0 0 0,0 1 0 0 0,0 0 0 0 0,1-1 0 0 0,0 1 0 0 0,-1 0 0 0 0,2 0 0 0 0,-1-1 1 0 0,0 1-1 0 0,1 0 0 0 0,0-1 0 0 0,0 1 0 0 0,0 0 0 0 0,1-1 0 0 0,0 0 0 0 0,0 1 0 0 0,0-1 0 0 0,0 0 0 0 0,0 0 0 0 0,1 0 0 0 0,0 0 0 0 0,0 0 0 0 0,6 6 0 0 0,-3-4-33 0 0,-1 1 0 0 0,1-1 1 0 0,0 0-1 0 0,1-1 0 0 0,-1 0 0 0 0,1 0 0 0 0,0 0 1 0 0,0 0-1 0 0,1-1 0 0 0,-1-1 0 0 0,1 1 0 0 0,0-1 1 0 0,0-1-1 0 0,0 1 0 0 0,0-1 0 0 0,1-1 0 0 0,-1 1 1 0 0,0-2-1 0 0,10 1 0 0 0,-14-2-11 0 0,-1 0 0 0 0,1-1 0 0 0,0 1 0 0 0,-1-1 0 0 0,0 0 0 0 0,1 0 0 0 0,-1 0 0 0 0,0 0 0 0 0,0-1 0 0 0,0 1 0 0 0,0-1 0 0 0,3-4 0 0 0,29-36 1794 0 0,-34 42-1795 0 0,2 0-7 0 0,0-1 1 0 0,0 1-1 0 0,0 0 1 0 0,0 0-1 0 0,0 0 1 0 0,1 0-1 0 0,-1 0 1 0 0,0 1-1 0 0,0-1 1 0 0,1 1-1 0 0,-1 0 1 0 0,0 0-1 0 0,1 0 1 0 0,-1 1-1 0 0,0-1 1 0 0,1 1-1 0 0,-1 0 0 0 0,4 1 1 0 0,33 1 206 0 0,-27-4-143 0 0,-1 0 1 0 0,1-2-1 0 0,-1 1 0 0 0,1-2 0 0 0,-1 0 1 0 0,0 0-1 0 0,-1-1 0 0 0,1 0 0 0 0,-1-1 1 0 0,0 0-1 0 0,18-15 0 0 0,-24 18-61 0 0,0-1 0 0 0,-1 0 0 0 0,0-1 0 0 0,0 1-1 0 0,0-1 1 0 0,0 0 0 0 0,-1 0 0 0 0,1 0 0 0 0,-1 0 0 0 0,-1-1 0 0 0,1 1 0 0 0,-1-1-1 0 0,0 0 1 0 0,0 0 0 0 0,-1 0 0 0 0,1 0 0 0 0,-1 0 0 0 0,-1 0 0 0 0,1 0-1 0 0,-1 0 1 0 0,0 0 0 0 0,0 0 0 0 0,-1 0 0 0 0,0 0 0 0 0,0 0 0 0 0,-2-8-1 0 0,-1-1-216 0 0,3 10-143 0 0,0-1 0 0 0,0 1 0 0 0,0 0-1 0 0,-1-1 1 0 0,0 1 0 0 0,0 0 0 0 0,0 0 0 0 0,-1 0 0 0 0,0 1-1 0 0,1-1 1 0 0,-2 0 0 0 0,-6-7 0 0 0,6 14-4829 0 0,3-2 4933 0 0,1 1 1 0 0,-1-1-1 0 0,0 1 0 0 0,1 0 1 0 0,-1-1-1 0 0,0 1 0 0 0,1 0 1 0 0,-1 0-1 0 0,1-1 0 0 0,-1 1 1 0 0,1 0-1 0 0,0 0 0 0 0,-1 0 1 0 0,1 0-1 0 0,0 0 1 0 0,0 0-1 0 0,-1-1 0 0 0,1 1 1 0 0,0 1-1 0 0,-3 24-3300 0 0,5 2-927 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06:46.215"/>
    </inkml:context>
    <inkml:brush xml:id="br0">
      <inkml:brushProperty name="width" value="0.035" units="cm"/>
      <inkml:brushProperty name="height" value="0.035" units="cm"/>
    </inkml:brush>
  </inkml:definitions>
  <inkml:trace contextRef="#ctx0" brushRef="#br0">49 24 9561 0 0,'-15'-21'2886'0'0,"5"18"-76"0"0,8 6-2640 0 0,0 0 1 0 0,0 0-1 0 0,0 0 1 0 0,1 0-1 0 0,-1 0 1 0 0,1 0 0 0 0,0 1-1 0 0,0-1 1 0 0,0 0-1 0 0,0 7 1 0 0,-3 14 266 0 0,2 1 0 0 0,1 0 0 0 0,1 0 0 0 0,1 0 0 0 0,1 0 0 0 0,1-1 0 0 0,1 1 0 0 0,8 24 0 0 0,-5-17 2 0 0,-7-31-407 0 0,0 1 1 0 0,0-1-1 0 0,1 1 1 0 0,-1 0-1 0 0,0-1 1 0 0,1 1-1 0 0,0-1 1 0 0,-1 1 0 0 0,1-1-1 0 0,0 1 1 0 0,0-1-1 0 0,0 0 1 0 0,-1 1-1 0 0,2-1 1 0 0,-1 0-1 0 0,0 0 1 0 0,0 0 0 0 0,0 0-1 0 0,0 0 1 0 0,1 0-1 0 0,-1 0 1 0 0,1 0-1 0 0,-1 0 1 0 0,0 0-1 0 0,1-1 1 0 0,0 1 0 0 0,1 0-1 0 0,1 0 125 0 0,1-6-6 0 0,1 0-106 0 0,0-1 0 0 0,-1 0 0 0 0,0-1 0 0 0,0 1 0 0 0,0-1 0 0 0,-1 0 0 0 0,0 0 0 0 0,0 0 0 0 0,-1 0 0 0 0,0-1 0 0 0,0 0 0 0 0,-1 1 0 0 0,0-1 0 0 0,2-12 0 0 0,10-91 1638 0 0,-14 109-1445 0 0,-1 3-223 0 0,1-1 0 0 0,0 0 0 0 0,0 0 0 0 0,0 0 0 0 0,0 1 0 0 0,0-1 0 0 0,0 0 0 0 0,0 0 1 0 0,-1 0-1 0 0,1 0 0 0 0,0 0 0 0 0,0 1 0 0 0,0-1 0 0 0,0 0 0 0 0,-1 0 0 0 0,1 0 0 0 0,0 0 1 0 0,0 0-1 0 0,0 0 0 0 0,-1 0 0 0 0,1 1 0 0 0,0-1 0 0 0,0 0 0 0 0,0 0 0 0 0,-1 0 0 0 0,1 0 0 0 0,0 0 1 0 0,0 0-1 0 0,0 0 0 0 0,-1 0 0 0 0,1 0 0 0 0,0 0 0 0 0,0 0 0 0 0,-1 0 0 0 0,1-1 0 0 0,0 1 1 0 0,0 0-1 0 0,0 0 0 0 0,0 0 0 0 0,-1 0 0 0 0,1 0 0 0 0,0 0 0 0 0,0 0 0 0 0,0-1 0 0 0,-1 1 0 0 0,1 0 1 0 0,0 0-1 0 0,0 0 0 0 0,0 0 0 0 0,0-1 0 0 0,0 1 0 0 0,0 0 0 0 0,-1 0 0 0 0,1 0 0 0 0,0 0 1 0 0,0-1-1 0 0,0 1 0 0 0,0 0 0 0 0,0 0 0 0 0,0-1 0 0 0,0 1 0 0 0,0 0 0 0 0,0-1 0 0 0,-3 8 27 0 0,1-1-1 0 0,-1 0 0 0 0,1 1 0 0 0,1-1 0 0 0,-1 1 0 0 0,1-1 1 0 0,0 1-1 0 0,1 0 0 0 0,0 0 0 0 0,0-1 0 0 0,0 1 0 0 0,1 0 0 0 0,0-1 1 0 0,3 13-1 0 0,14 35-1233 0 0,-17-53 122 0 0,5-4-5619 0 0,-4 2 6452 0 0,28-20-3209 0 0,-14-6-2840 0 0,-10 5 158 0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06:46.759"/>
    </inkml:context>
    <inkml:brush xml:id="br0">
      <inkml:brushProperty name="width" value="0.035" units="cm"/>
      <inkml:brushProperty name="height" value="0.035" units="cm"/>
    </inkml:brush>
  </inkml:definitions>
  <inkml:trace contextRef="#ctx0" brushRef="#br0">40 3 11645 0 0,'-1'0'44'0'0,"0"-1"1"0"0,0 1-1 0 0,0 0 0 0 0,0-1 0 0 0,0 1 1 0 0,-1 0-1 0 0,1 0 0 0 0,0 0 0 0 0,0 0 0 0 0,0 0 1 0 0,0 0-1 0 0,-1 0 0 0 0,1 1 0 0 0,0-1 1 0 0,0 0-1 0 0,-2 1 0 0 0,0 4 62 0 0,0 1 0 0 0,1-1 1 0 0,0 0-1 0 0,0 1 0 0 0,0 0 0 0 0,1-1 0 0 0,0 1 0 0 0,0 0 0 0 0,0 0 0 0 0,0 10 1 0 0,4 71 871 0 0,-1-58-766 0 0,15 148 1475 0 0,64 284 1 0 0,-54-332-1029 0 0,-18-88-416 0 0,-4-23-48 0 0,-1 0-1 0 0,-1 0 0 0 0,1 21 0 0 0,-1-27 53 0 0,3-17-50 0 0,4-16-101 0 0,-10 20-108 0 0,29-86 288 0 0,-22 91-225 0 0,3 2-37 0 0,-2-1 26 0 0,1 0 0 0 0,-1 0 0 0 0,1-1 0 0 0,0 0 0 0 0,0-1 0 0 0,0 0 0 0 0,1 0 0 0 0,-1-1 0 0 0,1 0 0 0 0,0-1 0 0 0,14 1 0 0 0,74-28 187 0 0,-74 19-164 0 0,-21 6-13 0 0,35 7 1133 0 0,-15-1-674 0 0,-20-5-314 0 0,1 1-24 0 0,5 1-695 0 0,1 0-1 0 0,-1 0 1 0 0,1-2-1 0 0,0 1 0 0 0,0-1 1 0 0,19-3-1 0 0,-1-2-4155 0 0,0-2-3335 0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06:47.769"/>
    </inkml:context>
    <inkml:brush xml:id="br0">
      <inkml:brushProperty name="width" value="0.035" units="cm"/>
      <inkml:brushProperty name="height" value="0.035" units="cm"/>
    </inkml:brush>
  </inkml:definitions>
  <inkml:trace contextRef="#ctx0" brushRef="#br0">47 163 10581 0 0,'0'0'461'0'0,"0"-1"-405"0"0,0 1-1 0 0,0 0 0 0 0,0 0 0 0 0,0-1 0 0 0,0 1 1 0 0,0 0-1 0 0,0 0 0 0 0,0-1 0 0 0,1 1 0 0 0,-1 0 1 0 0,0 0-1 0 0,0 0 0 0 0,0-1 0 0 0,0 1 0 0 0,0 0 1 0 0,0 0-1 0 0,-1-1 0 0 0,1 1 0 0 0,0 0 1 0 0,0 0-1 0 0,0-1 0 0 0,0 1 0 0 0,0 0 0 0 0,0 0 1 0 0,0-1-1 0 0,0 1 0 0 0,-1 0 0 0 0,1 0 0 0 0,0 0 1 0 0,0 0-1 0 0,0-1 0 0 0,0 1 0 0 0,-1 0 0 0 0,1 0 1 0 0,0 0-1 0 0,0 0 0 0 0,0-1 0 0 0,-1 1 1 0 0,1 0-1 0 0,0 0 0 0 0,0 0 0 0 0,-1 0 0 0 0,1 0 1 0 0,0 0-1 0 0,0 0 0 0 0,0 0 0 0 0,-1 0 0 0 0,1 0 1 0 0,0 0-1 0 0,0 0 0 0 0,-1 0 0 0 0,1 0 0 0 0,0 0 1 0 0,0 0-1 0 0,-1 0 0 0 0,1 0 0 0 0,0 0 0 0 0,0 0 1 0 0,-1 0-1 0 0,1 1 0 0 0,0-1 0 0 0,-4 3 53 0 0,1 1-1 0 0,-1-1 0 0 0,1 1 0 0 0,0 0 1 0 0,0 0-1 0 0,1 0 0 0 0,-1 0 0 0 0,1 0 1 0 0,0 1-1 0 0,0-1 0 0 0,0 1 0 0 0,1 0 1 0 0,0-1-1 0 0,0 1 0 0 0,0 0 0 0 0,0 0 1 0 0,1-1-1 0 0,-1 7 0 0 0,2 12 396 0 0,0 1-1 0 0,8 39 1 0 0,1 23 1004 0 0,-10-85-667 0 0,4-5-727 0 0,5-4-53 0 0,-1 1 0 0 0,0-2 0 0 0,-1 1 0 0 0,0-1 1 0 0,0 0-1 0 0,7-13 0 0 0,-13 20-55 0 0,0 0 1 0 0,0 1-1 0 0,0-1 1 0 0,1 1-1 0 0,-1-1 1 0 0,1 1-1 0 0,-1 0 1 0 0,1 0-1 0 0,0-1 0 0 0,-1 1 1 0 0,1 0-1 0 0,0 0 1 0 0,0 1-1 0 0,-1-1 1 0 0,1 0-1 0 0,0 1 1 0 0,0-1-1 0 0,0 1 1 0 0,0-1-1 0 0,0 1 0 0 0,2 0 1 0 0,0 0 10 0 0,22 6 89 0 0,2 3 84 0 0,-22-7-143 0 0,0 0 0 0 0,0 0 1 0 0,0 0-1 0 0,0-1 0 0 0,0 0 1 0 0,7 0-1 0 0,-11-1 15 0 0,3-1 0 0 0,2-2-42 0 0,0 0 0 0 0,0 0 0 0 0,0-1 0 0 0,0 0 0 0 0,-1 0 0 0 0,0 0 0 0 0,0-1 0 0 0,0 0 0 0 0,0 0 0 0 0,-1-1 0 0 0,0 1 0 0 0,0-1 0 0 0,5-7 0 0 0,37-38 24 0 0,-43 49-61 0 0,5 0 14 0 0,-8 2 8 0 0,1 0 0 0 0,-1 1-1 0 0,1-1 1 0 0,-1 1-1 0 0,0 0 1 0 0,1-1 0 0 0,-1 1-1 0 0,0 0 1 0 0,1 0 0 0 0,-1 0-1 0 0,0 0 1 0 0,0 0-1 0 0,0 0 1 0 0,0 0 0 0 0,1 2-1 0 0,0-1 9 0 0,22 17 182 0 0,39 43 0 0 0,-47-44-487 0 0,1-2-1 0 0,0 0 1 0 0,1-1 0 0 0,25 17 0 0 0,-42-31 180 0 0,0-1 0 0 0,0 0 0 0 0,0 1 1 0 0,0-1-1 0 0,1 0 0 0 0,-1 1 0 0 0,0-1 0 0 0,0 0 0 0 0,0 0 0 0 0,0 0 0 0 0,1 0 0 0 0,-1 0 0 0 0,0 0 0 0 0,0 0 0 0 0,0 0 0 0 0,0-1 0 0 0,0 1 0 0 0,0 0 0 0 0,1-1 0 0 0,-1 1 1 0 0,0-1-1 0 0,0 1 0 0 0,0-1 0 0 0,0 0 0 0 0,1 0 0 0 0,20-25-1361 0 0,-16 11 1163 0 0,-1 0 0 0 0,0 0-1 0 0,-1 0 1 0 0,-1-1 0 0 0,-1 1 0 0 0,0-1 0 0 0,0-18 0 0 0,1-8-65 0 0,13-148 687 0 0,-12 157 929 0 0,-3 54 965 0 0,1 38-913 0 0,13 21 215 0 0,29 99 0 0 0,-40-165-1348 0 0,-3-13-126 0 0,0 1 0 0 0,-1 0 0 0 0,1 0 0 0 0,-1-1 0 0 0,0 1 0 0 0,1 0 0 0 0,-1 0-1 0 0,0 0 1 0 0,0 0 0 0 0,0 0 0 0 0,0-1 0 0 0,-1 1 0 0 0,1 3 0 0 0,-14 0 27 0 0,12-5-63 0 0,0 0 0 0 0,0 0 0 0 0,0 1 0 0 0,1-1 0 0 0,-1 0 1 0 0,0 1-1 0 0,0-1 0 0 0,1 1 0 0 0,-1 0 0 0 0,0 0 0 0 0,1-1 0 0 0,-1 1 0 0 0,1 0 0 0 0,-1 0 0 0 0,1 1 0 0 0,-1-1 0 0 0,1 0 0 0 0,0 0 0 0 0,0 1 0 0 0,-1-1 0 0 0,1 1 1 0 0,0-1-1 0 0,0 1 0 0 0,0 1 0 0 0,-1 0-141 0 0,0 1 1 0 0,0-1-1 0 0,1 1 1 0 0,-1-1-1 0 0,1 1 0 0 0,0-1 1 0 0,0 1-1 0 0,1 0 1 0 0,-1 0-1 0 0,1-1 1 0 0,-1 1-1 0 0,1 0 1 0 0,0 0-1 0 0,1 0 1 0 0,-1-1-1 0 0,1 1 0 0 0,0 0 1 0 0,1 5-1 0 0,0-6-456 0 0,-1 0-1 0 0,1-1 0 0 0,-1 1 1 0 0,1 0-1 0 0,0-1 0 0 0,0 1 1 0 0,0-1-1 0 0,0 0 0 0 0,0 0 1 0 0,1 0-1 0 0,-1 0 0 0 0,1 0 1 0 0,-1 0-1 0 0,1-1 0 0 0,0 1 1 0 0,0-1-1 0 0,-1 0 0 0 0,1 0 1 0 0,0 0-1 0 0,0 0 0 0 0,6 1 1 0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06:48.122"/>
    </inkml:context>
    <inkml:brush xml:id="br0">
      <inkml:brushProperty name="width" value="0.035" units="cm"/>
      <inkml:brushProperty name="height" value="0.035" units="cm"/>
    </inkml:brush>
  </inkml:definitions>
  <inkml:trace contextRef="#ctx0" brushRef="#br0">1203 2 9785 0 0,'-49'-2'495'0'0,"0"3"1"0"0,1 2 0 0 0,-1 2-1 0 0,-86 21 1 0 0,55-10 129 0 0,-148 22 1026 0 0,-208 44 1288 0 0,368-71-3895 0 0,29-5-2612 0 0,37-5 1398 0 0,-14 1-3031 0 0,12-1 1474 0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07:03.829"/>
    </inkml:context>
    <inkml:brush xml:id="br0">
      <inkml:brushProperty name="width" value="0.035" units="cm"/>
      <inkml:brushProperty name="height" value="0.035" units="cm"/>
    </inkml:brush>
  </inkml:definitions>
  <inkml:trace contextRef="#ctx0" brushRef="#br0">1885 64 4196 0 0,'-16'-7'2089'0'0,"6"5"-1810"0"0,-1 0 0 0 0,1 1 0 0 0,-1 0 1 0 0,0 1-1 0 0,1 0 0 0 0,-17 3 0 0 0,-5-2 400 0 0,29-1-375 0 0,-33 3 4173 0 0,61 3-4229 0 0,0-2 0 0 0,0-1 0 0 0,1-1 1 0 0,50-2-1 0 0,31-4 429 0 0,-34 1-214 0 0,143-22-1 0 0,-177 20-445 0 0,1 2-1 0 0,-1 1 1 0 0,1 2 0 0 0,50 7-1 0 0,37-1 34 0 0,-120-6-45 0 0,60-1-4 0 0,0 3 1 0 0,0 4 0 0 0,84 16 0 0 0,197 31 60 0 0,-61-12-7 0 0,-182-28-44 0 0,1-5 0 0 0,209-11 0 0 0,-3 0 2 0 0,-210 6 7 0 0,172-14 1 0 0,146-2-7 0 0,-291 14-7 0 0,-61-1 0 0 0,152-6 14 0 0,49 2-44 0 0,-22 2 5 0 0,-56-10 25 0 0,202 13 0 0 0,-265 6 10 0 0,145-12-1 0 0,43-4-46 0 0,255-16 69 0 0,-121 8-9 0 0,-64 5-7 0 0,72-14-84 0 0,213 12 72 0 0,-594 14-10 0 0,123 0 34 0 0,-161-2-37 0 0,-19 1 0 0 0,0 0 0 0 0,-1 1 0 0 0,27 5 0 0 0,437 17 53 0 0,-357-19 10 0 0,-122-3-67 0 0,-1 0-20 0 0,12 0 15 0 0,-11 0-3 0 0,-15 0-74 0 0,-9 1 91 0 0,-170 8-66 0 0,-217-19 0 0 0,3-15 40 0 0,153 13 6 0 0,-266-14-79 0 0,475 25 110 0 0,0 2 1 0 0,0 2-1 0 0,-49 10 1 0 0,-66 8 24 0 0,-93-10-24 0 0,59-5 3 0 0,-121 6-9 0 0,38-3-48 0 0,-44-1 74 0 0,44-3-52 0 0,-27-2 53 0 0,22-2-66 0 0,-162-1 2 0 0,141 4-29 0 0,93 3 72 0 0,-396-15 5 0 0,394-4-86 0 0,2 1 78 0 0,85 10-13 0 0,-198 5-8 0 0,-252 27-19 0 0,134-40 58 0 0,348 4-42 0 0,-136 11 26 0 0,19 0-15 0 0,18-10-27 0 0,115 4-12 0 0,-153-2 73 0 0,-27 2 53 0 0,17-1-114 0 0,161-3 45 0 0,3-2-20 0 0,0 4 0 0 0,-88 8 0 0 0,144-4 7 0 0,0-2 0 0 0,0 0 0 0 0,-31-4 0 0 0,-36-2 8 0 0,-282 18 102 0 0,261-17 271 0 0,-67 1-46 0 0,97 8-260 0 0,-168 18-1 0 0,82 10-28 0 0,85-17 907 0 0,30-10 2480 0 0,42-5-2953 0 0,5 4-1424 0 0,-1-1 357 0 0,1 1 0 0 0,0 0 0 0 0,0 0 0 0 0,0-1 0 0 0,0 1 0 0 0,1-1 0 0 0,-1 1 0 0 0,1-1 1 0 0,0 1-1 0 0,3 4 0 0 0,13 6-8095 0 0,1-7 3877 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07:07.257"/>
    </inkml:context>
    <inkml:brush xml:id="br0">
      <inkml:brushProperty name="width" value="0.035" units="cm"/>
      <inkml:brushProperty name="height" value="0.035" units="cm"/>
    </inkml:brush>
  </inkml:definitions>
  <inkml:trace contextRef="#ctx0" brushRef="#br0">222 22 2004 0 0,'0'0'899'0'0,"2"4"-568"0"0,0-1-253 0 0,-1-1 0 0 0,0 1-1 0 0,0 0 1 0 0,0 0 0 0 0,0 0-1 0 0,0 0 1 0 0,-1 0 0 0 0,1 0 0 0 0,-1 1-1 0 0,0-1 1 0 0,0 0 0 0 0,0 0-1 0 0,0 0 1 0 0,-1 0 0 0 0,1 0-1 0 0,-1 0 1 0 0,0 0 0 0 0,0 0-1 0 0,0 0 1 0 0,0 0 0 0 0,-3 4 0 0 0,-39 73 1221 0 0,27-52-759 0 0,3-8-86 0 0,0-1 0 0 0,-1 0 0 0 0,0 0 1 0 0,-2-2-1 0 0,-25 23 0 0 0,41-39-438 0 0,-1-1-1 0 0,1 0 1 0 0,-1 1-1 0 0,0-1 1 0 0,1 0 0 0 0,-1 0-1 0 0,0 1 1 0 0,1-1-1 0 0,-1 0 1 0 0,0 0-1 0 0,1 0 1 0 0,-1 0-1 0 0,0 0 1 0 0,1 0 0 0 0,-1 0-1 0 0,0 0 1 0 0,1 0-1 0 0,-1 0 1 0 0,0 0-1 0 0,1 0 1 0 0,-1-1-1 0 0,1 1 1 0 0,-1 0-1 0 0,0 0 1 0 0,1-1 0 0 0,-1 1-1 0 0,1 0 1 0 0,-1-1-1 0 0,0 1 1 0 0,0-1-1 0 0,-14-14 172 0 0,14 14-216 0 0,-1-2 43 0 0,0 0 0 0 0,0 1 0 0 0,1-1 0 0 0,-1 0 0 0 0,1 0 0 0 0,0 0 1 0 0,0-1-1 0 0,0 1 0 0 0,0 0 0 0 0,0 0 0 0 0,1-1 0 0 0,-1 1 0 0 0,1-5 0 0 0,2-47 114 0 0,0 37-78 0 0,-1-14 23 0 0,2-1 1 0 0,2 1-1 0 0,1 0 0 0 0,10-32 1 0 0,-16 63-69 0 0,0 1 1 0 0,0 0 0 0 0,0-1 0 0 0,0 1 0 0 0,0 0-1 0 0,1-1 1 0 0,-1 1 0 0 0,0 0 0 0 0,0 0 0 0 0,0-1-1 0 0,0 1 1 0 0,1 0 0 0 0,-1 0 0 0 0,0-1 0 0 0,0 1-1 0 0,1 0 1 0 0,-1 0 0 0 0,0 0 0 0 0,1 0 0 0 0,-1-1-1 0 0,0 1 1 0 0,0 0 0 0 0,1 0 0 0 0,-1 0 0 0 0,0 0-1 0 0,1 0 1 0 0,-1 0 0 0 0,0 0 0 0 0,1 0 0 0 0,-1 0-1 0 0,0 0 1 0 0,1 0 0 0 0,-1 0 0 0 0,0 0 0 0 0,1 0-1 0 0,-1 0 1 0 0,0 0 0 0 0,1 0 0 0 0,-1 0-1 0 0,0 0 1 0 0,1 1 0 0 0,17 13 94 0 0,13 27 39 0 0,-30-40-124 0 0,220 302 750 0 0,-174-246-538 0 0,-46-55-86 0 0,3-6-119 0 0,-1 0-17 0 0,-1 0 1 0 0,1 0-1 0 0,-1 0 1 0 0,0 0-1 0 0,0 0 1 0 0,-1 0-1 0 0,1-1 0 0 0,-1 1 1 0 0,0-1-1 0 0,0 1 1 0 0,0-1-1 0 0,-1 1 1 0 0,1-1-1 0 0,-1 0 1 0 0,0 1-1 0 0,-1-1 1 0 0,1 1-1 0 0,-1-1 0 0 0,0 1 1 0 0,0-1-1 0 0,-3-6 1 0 0,2 0 24 0 0,-1-1 0 0 0,-1 1 0 0 0,0 0 0 0 0,-11-21 0 0 0,13 29-24 0 0,0 0 1 0 0,0 0-1 0 0,0 0 1 0 0,0 0 0 0 0,-1 0-1 0 0,1 1 1 0 0,-1-1-1 0 0,1 1 1 0 0,-1 0-1 0 0,0 0 1 0 0,0 0 0 0 0,0 0-1 0 0,0 0 1 0 0,-1 0-1 0 0,1 1 1 0 0,0 0-1 0 0,-1 0 1 0 0,1 0 0 0 0,-5-1-1 0 0,4 1 0 0 0,-2 3 0 0 0,-46 18 36 0 0,49-18-10 0 0,-1-1 0 0 0,1 1 0 0 0,0 0 0 0 0,0 0 0 0 0,1 0 0 0 0,-1 0 1 0 0,0 0-1 0 0,1 0 0 0 0,-1 1 0 0 0,1-1 0 0 0,0 1 0 0 0,0 0 0 0 0,0 0 0 0 0,0 0 0 0 0,-3 6 0 0 0,5-7 160 0 0,16 10 434 0 0,50-6-31 0 0,-31-3-317 0 0,1 1-1 0 0,49 13 0 0 0,-83-16-205 0 0,-2-1-63 0 0,1 0 1 0 0,-1 0-1 0 0,0 0 1 0 0,1 0-1 0 0,-1 0 1 0 0,1 1-1 0 0,-1-1 1 0 0,0 0-1 0 0,1 0 0 0 0,-1 0 1 0 0,1 1-1 0 0,-1-1 1 0 0,0 0-1 0 0,1 1 1 0 0,-1-1-1 0 0,0 0 1 0 0,0 1-1 0 0,1-1 1 0 0,-1 0-1 0 0,0 1 1 0 0,0-1-1 0 0,1 1 1 0 0,-1-1-1 0 0,0 0 0 0 0,0 1 1 0 0,0-1-1 0 0,0 1 1 0 0,0-1-1 0 0,0 0 1 0 0,0 1-1 0 0,0-1 1 0 0,0 1-1 0 0,0-1 1 0 0,0 1-1 0 0,0-1 1 0 0,0 1-1 0 0,0-1 1 0 0,0 0-1 0 0,0 1 1 0 0,0 0-1 0 0,-6 23 272 0 0,4-15-596 0 0,0-5-202 0 0,0 1 0 0 0,0-1-1 0 0,0 1 1 0 0,0-1-1 0 0,-1 0 1 0 0,1 0-1 0 0,-1 0 1 0 0,0 0 0 0 0,-1-1-1 0 0,1 1 1 0 0,-6 4-1 0 0,-5 7-1941 0 0,4 0-126 0 0,0 4-487 0 0</inkml:trace>
</inkml:ink>
</file>

<file path=ppt/ink/ink3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4-09-14T03:15:10.781"/>
    </inkml:context>
    <inkml:brush xml:id="br0">
      <inkml:brushProperty name="width" value="0.05292" units="cm"/>
      <inkml:brushProperty name="height" value="0.05292" units="cm"/>
      <inkml:brushProperty name="color" value="#FF0000"/>
    </inkml:brush>
  </inkml:definitions>
  <inkml:trace contextRef="#ctx0" brushRef="#br0">9514 3266 407 0,'4'-7'51'0,"-4"7"10"0,1-10-19 0,-1 10 14 15,2-12-21-15,-2 5 5 0,0 7 12 16,0-12 2-16,0 12 1 0,0-10 3 0,0 10-6 16,0-9-5-16,0 9-3 0,0-6-8 15,0 6-2-15,0 0-5 0,0 0-8 16,0-11-7-16,0 11 6 0,0 0-5 0,0 0 3 15,0 0-1-15,-2 39 1 0,1-3 2 16,-7 7 2-16,-6 18 1 0,1 6 5 0,-13 24 4 16,-3 1 0-16,-2-2-1 0,5 0 1 15,-5-4 0-15,11-21-3 0,2-4 7 16,2-3 4-16,0-7 1 0,3-5 1 16,3-10-2-16,1-3-1 0,1-10 2 15,5-2-3-15,-4-6-1 0,3-1-2 0,3-2-2 16,-3-3-3-16,2 0 1 0,-2-3-3 15,2 1-6-15,2-7 0 0,-1 7-15 0,1-7-51 16,0 0-78-16,0 0-97 0,0 0-371 16,1-36-90-16</inkml:trace>
  <inkml:trace contextRef="#ctx0" brushRef="#br0" timeOffset="1503.32">9639 3216 1473 0,'-7'-13'-84'16,"2"3"13"-16,-2-1 5 0,3 3 4 0,-1 0 29 15,1 2-2-15,4 6 22 0,-4-14 17 16,-1 9 3-16,5 5 1 0,-4-9-3 0,4 9 6 15,-3-7 1-15,3 7-4 0,0 0-6 16,3-9 6-16,-3 9 2 0,13-4 7 0,2 3-15 16,6-1 0-16,10 2 2 15,17-4 2-15,15 0 3 0,3 3-2 0,13-3-1 16,9 1-1-16,34-4 3 0,7-1-5 16,7 1-5-16,9-2 10 0,10 0-1 15,4 0-2-15,1-2-4 0,2 1-2 0,-6-1 2 16,-4 5 5-16,-6-2-2 0,-12 0 0 15,-6 3 0-15,-8 1 0 0,-7 1-3 16,-24 2 3-16,-1-1-5 0,-7 0 3 0,2 2-2 16,-5 0 2-16,-4-2-1 0,0 1 2 15,-3-1 4-15,3 0-6 0,3-1 1 16,-2 1 0-16,-3-2 3 0,3-1-2 16,1 2-6-16,3-1 4 0,-4 0 5 0,6-2-11 15,-7 1 8-15,0-2-7 0,2 0 6 16,-3 1 0-16,1-1 0 0,-2 2-6 0,1-2 9 15,1 1-6-15,-4-1 0 0,0 3 0 16,-4-3 3-16,-1 2 0 0,-6-2-7 0,0 3 4 16,-12-1-1-16,-1 2 6 0,-2-2-6 15,-7 1 1-15,-8 2 1 0,-6 1-4 16,-3-2-10-16,-6 6 6 0,0-2 4 0,-3 1-4 16,0 3 3-16,1 2 5 15,0 3 2-15,-7 4-4 0,5 3 5 0,1 14-1 0,-1 5-3 16,2 12 8-16,-3 9-4 15,0 1 3-15,3 7 4 0,-5 3 14 0,6 5 1 16,1 18 6-16,-5-16-8 0,3-1 7 16,0-2 1-16,-1-4 2 0,1-1 8 15,1-2 4-15,-6-1 3 0,5-7-1 0,-3-4 3 16,-1-12-4-16,-5-7-4 0,1-5-2 16,1-7-5-16,-3-2 2 0,-1-4 2 0,-1-2 7 15,0-3 9-15,0 0 16 0,0-2 10 16,0-2-14-16,0-7-3 0,-10 8-9 15,10-8-3-15,-24-1-5 0,5 0-9 0,-8-5-1 16,-15 1-9-16,-6 0 2 16,-9-2-3-16,-8 1-7 0,1 2-3 0,-8 0 0 0,-7-3-1 15,-2 6 0-15,-5-3-4 16,-4 3-3-16,-26-1 2 0,1 4 0 0,-2-2-3 16,1 0-1-16,-3 1 0 0,5-1-4 15,22 0 0-15,-17 2 2 0,15 1 1 16,1-1-4-16,-22 0 1 0,3 0-2 0,18-2 2 15,1 1-1-15,3 1-1 0,3 0-1 16,2-2 0-16,2 3 2 0,3 0-2 0,2-1 0 16,10 1 3-16,1 1-3 0,0-1-1 15,16-3-1-15,-8 4 1 0,11-1 3 16,3 1-1-16,-1 0-5 0,2 1 4 16,5-3-4-16,-2 2 2 0,3 1-1 0,2-1 1 15,0 1 2-15,6-2-2 0,-7 3 0 16,4-3 4-16,7-2-4 0,-12 3-2 15,0-2 3-15,5 1 2 0,-5-1-1 0,8 1 1 16,-11 1-2-16,2-3 1 0,-1 3-5 16,8-4-6-16,-8 3 1 0,1 0-2 15,7-1 0-15,1-2 3 0,3 2-3 0,-12 0 4 16,6-2 0-16,3 0 2 16,-13 1-5-16,0 1 3 0,-1-2 1 0,-1 2 3 0,3-2 0 15,-2 0-2-15,5 0 2 0,4 0-1 16,6 0 1-16,1 0 1 0,1 2 0 15,5-2 2-15,-1-2-3 0,4 0 0 16,-1 4 1-16,0-2-3 0,0 0 4 16,0 2 0-16,2-2-4 0,-2 2 5 0,-2-2-1 15,2 1 0-15,1-1 2 0,-3 0-1 16,1 0-3-16,-4 2 0 0,3-2 1 16,2 2 4-16,-2-2-2 0,3 1 2 0,-1 1-1 15,-3-4 0-15,5 4 0 0,1-2-1 16,-4 2 2-16,4-2-2 0,-2 0 0 0,-1 0 1 15,3 0 1-15,-4 2-2 0,-1-2 0 16,0 1 0-16,-3-2-1 0,1 2-1 16,-5-1 1-16,1 0-1 0,1 0 2 15,-1 0 0-15,2 0-1 0,4-1-1 16,3 1 2-16,-1 0-3 0,-1 0-1 0,4-2 4 16,2 2 2-16,3 0 1 0,13 0 0 15,-27-2-3-15,18 2 1 0,9 0-1 0,-19-2 3 16,19 2-1-16,-18-1-1 0,18 1 0 15,-16-2 0-15,16 2 0 0,-20 0 3 16,20 0 0-16,-20-3 4 0,12 3 6 0,8 0 10 16,-21 0 2-16,21 0 5 0,-17-2 2 15,17 2-1-15,-19-2 3 0,19 2-6 0,-17 0 1 16,17 0-1-16,-16-2 0 16,16 2 0-16,-13-2-7 0,13 2 2 0,-13-1-3 15,13 1-2-15,-10-4-1 0,10 4-6 16,0 0 2-16,0 0-3 0,-17-2-8 15,17 2 0-15,0 0-20 0,0 0-39 0,-14 4-51 16,14-4-80-16,-7 3-122 0,7-3-201 16,0 0-137-16,0 0-143 0</inkml:trace>
  <inkml:trace contextRef="#ctx0" brushRef="#br0" timeOffset="4631.69">9281 5077 1703 0,'0'0'-79'0,"-17"-5"25"16,17 5-4-16,0 0 10 0,0 0-2 0,0 0 4 16,0 0 8-16,0 0 11 0,24-14 2 15,-10 12 7-15,8-1 8 0,4 2 8 16,16-2 7-16,3 2 0 0,21 1 2 0,4 1-4 16,8 2 3-16,7-2 2 0,7 2 1 15,30 1 3-15,5-3-3 0,3 1 1 0,4 2-9 16,-5 1 10-16,-2-3-4 0,-3 3 0 15,-4 0 2-15,-5-2-6 0,-24 1 2 16,1-3-1-16,-3 3 0 0,-4-2 2 16,-2-2 4-16,-8-2-9 0,2-2 7 0,-3 1-4 15,-1-1-1-15,3-2 3 0,0 1 2 16,0-2-4-16,-1-4-2 0,3 4 1 16,-2-1 2-16,-2 1-2 0,-4-2-2 0,0 1-1 15,-10 1 0-15,-14 4 6 0,-5-2-5 16,-12 1 3-16,-4-1 9 0,-4 3 12 0,-4 0 13 15,-1 0 8-15,-3-1 1 16,-1 0 2-16,-1-1 2 0,-4 0 1 0,0-2 5 0,2 3 1 16,-2-2-5-16,1-1-3 15,-3 3-6-15,2-2-2 0,-2 0-1 0,1-3-3 16,-1 2-5-16,3-3-1 0,-2 2-3 16,3-3-7-16,0 0 0 0,2-2-3 15,-4 0-3-15,4-4-1 0,5-7-2 0,-1-2-1 16,-1-6-3-16,-2 1-3 0,1-3 0 15,3-11-4-15,-5 8-3 0,7-11 1 0,-9 9 0 16,5 1-3-16,-5 0-1 0,0 2 4 16,-1 3-1-16,-4 5-3 0,0 7 0 0,-4 2 0 15,0 4 1-15,0 0 1 16,0 1 1-16,-4 1-2 0,1 1-3 0,2 1 4 16,-7-3-3-16,3 5 2 0,-3-3 0 15,-4 1 1-15,5 3 0 0,0 0 2 16,-7 0 0-16,-1 1-2 0,2-1 3 0,-5 0 0 15,-3 2-4-15,-1-1 3 0,-5 3-3 16,-12 0 1-16,-4 2-1 0,0-1 3 0,-5 0-1 16,-4 0-1-16,-13 4 1 0,0 0-1 15,-3 0 3-15,0-1-1 0,-5 0 2 0,1 3-3 16,0-1 0-16,-5 1 1 0,-1 1-3 16,0-1 0-16,-2-1 1 0,-2-1 0 15,2 0 1-15,0 1-2 0,4-2 1 0,-2 3 0 16,1-1 0-16,2-1 0 15,0 1 0-15,1 1 0 0,2-2 4 0,1-1-1 16,-1 3-5-16,1-3 3 0,0 3-2 16,3 2 5-16,1-1-6 0,3-1 2 15,-1 3-1-15,4 0 1 0,2 2 2 0,0-1-1 16,2-1 0-16,-3 2-1 0,3-2 3 0,0-1-1 16,12 1 0-16,-3-1 0 0,-9 0 0 15,9 0 1-15,5-1 1 0,-3-2-4 16,0-2 0-16,2 4-1 0,1-1 5 15,-2 0-1-15,4-1-1 0,-1-1-3 16,1 1 3-16,4-1 1 0,2-2-1 0,5 2-3 16,1-2 2-16,2 0 0 0,-1-2-1 15,3 0 4-15,5 1-1 0,-2-1 2 0,6 0 0 16,-2-1-2-16,5 1 2 0,-1-2-2 16,3 1 2-16,1-1-3 0,3 3-1 15,-1-2 5-15,8 3-4 0,-14-9-2 0,9 6 2 16,1-2-1-16,4 5 2 0,-7-9-2 15,3 3-1-15,0 2-1 0,1-2 1 0,-2 0 2 16,3 0 0-16,2 6-1 0,-7-10 0 16,3 5-5-16,1 2 4 0,3 3-2 15,-8-10-4-15,6 7 4 0,2 3 3 0,0 0-4 16,-10-3 1-16,10 3-1 16,0 0 0-16,-13 17 2 0,10-3 3 0,-1 5 1 15,-1 15 3-15,3 4-1 0,2 3 3 16,-2 5 0-16,4 1 1 0,0 11 0 0,3-5 1 15,-1-7 0-15,-3-1 0 0,1-1 2 16,0-2 0-16,2-3 0 0,-1-5-2 16,-1-5 2-16,0-5-2 0,0-6 2 0,-2-1-1 15,2-2 1-15,0-2 3 16,-2-2 5-16,2-2 8 0,-2 0 12 0,0-1 3 0,0-8 10 16,2 10 2-16,-2-10-3 0,0 0-6 15,0 11-6-15,0-11-5 0,0 0-3 0,0 0-2 16,0 0-6-16,0 0-1 15,0 0-8-15,0 0-36 0,0 0-56 16,0 0-66-16,0 0-84 0,-2 3-126 0,2-3-116 16,0 0-69-16,0 0-43 0</inkml:trace>
  <inkml:trace contextRef="#ctx0" brushRef="#br0" timeOffset="7551.65">10581 5852 1344 0,'-14'0'-78'0,"14"0"17"0,-17 0 21 0,17 0 19 16,-21 0 13-16,7-2 20 0,1 2 15 15,-1-1 20-15,-6-1 8 0,3 0 10 16,0 0 18-16,1 1 6 0,3-1 9 0,-1-2 4 16,3 3-3-16,2-2-5 0,9 3-11 15,-16-1-10-15,9-1-8 0,7 2-5 0,0 0-8 16,-15-1-4-16,15 1 2 0,0 0-7 15,0 0-1-15,0 0-2 0,0 0-5 0,44 4 0 16,-5 0-3-16,9-2-4 16,17 0-2-16,9-2-2 0,5 0-1 0,6 0-3 15,-1-2-2-15,3 2-3 0,3 0 1 0,1-2-3 16,1 1 0-16,-2-2-5 16,-3 2 5-16,-5 1-3 0,-8-2-1 0,-2 1-2 15,-7-1 0-15,-15 0 0 0,-3 2-3 16,-4 0 2-16,-15 0-3 0,-3 0 1 0,-6 0-4 15,-4 0-1-15,-2 0 1 0,-13 0 0 16,23 0-3-16,-13 0 5 0,-10 0-4 0,15 0 2 16,-15 0 3-16,0 0-4 0,17 0 0 15,-17 0-1-15,14 2 4 0,-14-2 0 16,16 0 1-16,-2 2-2 0,1-2 2 0,3 0-2 16,-2 0-1-16,7 0 0 0,4 0 4 15,4 0-3-15,8 0 2 0,3-2-3 16,2 2 0-16,0-2 1 0,-2 2-1 15,0-3 1-15,-10 3 0 0,-3-1-3 0,-6 1 3 16,-3 0-2-16,1-2 1 0,-7 2-1 16,1 0 2-16,-2 0-3 0,-3 0-1 0,-10 0 0 15,20 0 3-15,-20 0-4 0,14 0 3 16,-14 0-1-16,11 0-1 0,-11 0 0 16,12 0 3-16,-12 0 1 0,13 0 0 0,-13 0 0 15,18 2 0-15,-3-2-1 0,-1 0 0 16,4 1 1-16,3-1 3 0,8 0-4 0,11 0-2 15,1 1-4-15,7-1 0 0,-3 2-3 16,5-2-1-16,-2 0-2 0,1 2-3 16,-1-2-3-16,-2 0 3 0,0-2 0 15,-3 2 2-15,0-2 4 0,-3 1 1 0,-10 1-1 16,-5-1 4-16,-5 1 1 0,-2-2 1 16,-3 0 0-16,-3 2 1 0,-1 0-1 15,-11 0 0-15,17-1 1 0,-9 1-1 0,-8 0 0 16,13 0-2-16,-13 0 4 0,12-2-6 15,-12 2 4-15,0 0-3 0,14 0 3 0,-14 0 3 16,16 2-4-16,-5-2 4 0,3 1-5 16,3 1 2-16,2-2 2 0,10 0-1 0,-1 0 1 15,3 2-1-15,10-2 0 16,1 1 7-16,0-2-6 0,4 2 1 0,-12-1 1 16,-4-1-2-16,1 1 2 0,-3 1-1 15,1-1 1-15,-6 0 0 0,-2 0 2 16,-6 0-4-16,0 0 3 0,1 0-2 0,-16 0 0 15,19 0-2-15,-8 1-3 0,-11-1 5 16,18 0 0-16,-18 0 0 0,16 2-2 0,-16-2 2 16,18 2 0-16,-3 0-1 0,-1-1 4 15,2 1-3-15,7 2 1 0,6-1-1 0,7 2 2 16,7 1-9-16,4-3-1 16,0 2-3-16,12 2-1 0,4-1 3 0,-1 0-1 15,-1-3 2-15,2 3 3 0,0-3 0 0,1-2 0 16,-13 3 1-16,-1-4 0 15,-2 2 0-15,1-2 3 0,-8 0 0 0,-7 0-2 16,-5 0 0-16,-6 1 1 0,-4-1-1 16,-4 0 2-16,3 0 1 0,-5 0 0 0,-1 0 4 15,-12 0-4-15,16 0 0 0,-16 0 0 16,20 0 0-16,-20 0-2 0,18 0-1 0,-6 0 4 16,-12 0-1-16,31 2 0 0,-13-2 0 15,9 2 0-15,3 0-1 0,13-1-1 16,2 1 2-16,5 2 0 0,9-1-2 0,4 1 3 15,-4 1-1-15,-1-1 0 0,-8-2-1 16,0 3-1-16,-1-1 4 0,-1-2-1 16,1 1 0-16,-1-1-2 0,-1 0 2 15,1-1 2-15,-1 3-3 0,-8-4 1 0,-5 0-2 16,-5 0 0-16,0 0 2 0,-6 2-1 16,-3-1-3-16,3-2 3 0,-3 1-1 15,-4 1 3-15,4-1-1 0,-6 0 1 0,2 0 1 16,-1 0-2-16,2 0-2 0,4-1 1 15,0 1 1-15,8-4 1 0,10 2-4 0,6-1 1 16,-2-1 2-16,5-1-2 0,-1 2 0 16,3-1-2-16,9-2-1 0,0 1-4 0,-10 1-5 15,10-1-8-15,-9 0 8 0,-3 1-5 16,2-1 0-16,-4 0 4 0,-3 2 1 16,-2-4 1-16,-2 1 2 0,-1-2 0 15,-11 3 2-15,-1-1 2 0,0 0 8 0,3-5-6 16,-5 1 1-16,-2 0-2 0,-4-1 0 15,3 1 1-15,-6 0 2 0,2-2-3 16,-3 4 4-16,2-2 2 0,-5 1-1 0,-1 1 2 16,2 0-1-16,-1 1 0 0,-2 1-2 15,-1 0-2-15,2 1 4 0,-4-1-4 0,1 2-30 16,-1 0-62-16,1 0-99 16,-1 0-241-16,2-3-99 0,-2 3-36 0</inkml:trace>
  <inkml:trace contextRef="#ctx0" brushRef="#br0" timeOffset="8858.65">18560 5463 1093 0,'4'-11'337'0,"-3"1"-117"15,1 3-71-15,2 2-36 0,-4 5-25 16,2-9-17-16,-2 9-11 0,0-5-11 0,0 5-5 16,0 0-5-16,0 0-6 0,0 0 9 15,0 0 15-15,0 0 4 0,-4 23 4 0,2-7-4 16,0 2-2-16,2-1-4 16,-1 2 2-16,-3-2-4 0,2 2 4 0,0-2-7 15,-1-3-4-15,3-1 3 0,-2 0-2 16,2-1-6-16,-1-4 6 0,1 1 7 0,-2-2 19 15,0 0 13-15,2-7 22 0,-2 9 7 16,2-9-8-16,0 0-5 0,0 0-15 16,0 0-12-16,0 0-7 0,2-37-9 0,2 17-8 15,8-10 1-15,-5 8-12 0,6-6-3 16,3 4-1-16,-3 6-2 0,-1 2-9 0,1 3 1 16,-4 2-6-16,5 4-8 15,-1 2 4-15,0 2-2 0,0 3-8 0,7 3 4 16,-2 4 0-16,4 2-1 0,2 4 1 0,-2 3-5 15,-8-3 2-15,-1 1 0 0,1 2-4 0,-3-1 2 16,0-3-3-16,-4 2 1 16,-2-2 1-16,1-2-1 0,0-2 2 0,-2 1-1 15,0-2 4-15,0-2 4 0,-3 2 3 16,1-3 17-16,-2-4-8 0,0 0 1 0,0 0-2 16,0 0-3-16,20-25-3 0,-13 9-6 15,8-12 3-15,1 3-5 0,0 2-2 16,2 1 1-16,-4 4-4 0,0 5-4 0,-3 3-3 15,1 1 6-15,0 2-7 0,-1 4-3 16,2 1 2-16,-1 4-2 0,3 3 7 0,-2 2 1 16,5 5-7-16,-3-1 6 15,-3 5-6-15,0-1 7 0,3 9-1 0,-5-3 0 16,0 0-3-16,-5-2 3 0,3 1-3 16,-4-1-6-16,2-2-7 0,-4-1-18 0,-1-4-30 15,1 1-40-15,0-3-38 0,0-1-32 16,0 0-30-16,0-4-43 0,-2-5-71 0,0 0-119 15,0 0-95-15,0 0 38 0,14-21-169 16,-5 2-158-16</inkml:trace>
  <inkml:trace contextRef="#ctx0" brushRef="#br0" timeOffset="9020.65">19498 5375 1857 0,'10'-7'3'0,"-6"4"13"0,2-1 1 16,-6 4 8-16,0 0 16 15,0 0 15-15,16 11 18 0,-14-4 6 0,5 5 5 16,-4 3-4-16,3 4-3 0,-2 5-7 15,-1 0-11-15,1 2-2 0,0 7-4 0,-2-1-13 16,-2-7-9-16,0 3-40 0,-2-2-63 16,-2-1-73-16,0-2-122 0,1-6-186 0,-1-2-156 15,-2 1-108-15</inkml:trace>
  <inkml:trace contextRef="#ctx0" brushRef="#br0" timeOffset="9197.16">19567 5267 1840 0,'2'-19'71'0,"-1"2"13"16,4 2 13-16,-1 3 10 0,-4 1 2 15,2 0 5-15,-1 6-11 0,-1-4-15 0,2 4-8 16,-2 5-20-16,2-8-10 0,-2 8-29 16,0 0-60-16,0 0-114 0,-4 26-240 15,3-14-81-15,-3 2-127 0,2-1-99 0</inkml:trace>
  <inkml:trace contextRef="#ctx0" brushRef="#br0" timeOffset="9624.15">20236 4966 1857 0,'1'-7'86'0,"-1"1"-10"15,0 6-10-15,0 0-7 0,0 0 22 16,0 0 29-16,-11 34 11 0,1-1 16 0,5 5 5 15,-3 3-3-15,3 12-1 0,1-8-12 16,2 3-10-16,2 0 2 0,2 8-12 0,0-9-12 16,-2-1-5-16,4-6-9 0,-3 1-9 15,-1-11-8-15,0-5-3 0,-1-1-5 16,2-8-10-16,-1 0-3 0,0-2-3 16,0-2-7-16,-1-4 3 0,1-1-4 0,0-7-2 15,-8 6-8-15,8-6-10 0,0 0 5 16,-19-21-4-16,1-3-4 0,0-3-3 15,-2-1-3-15,-3 0 5 0,3 3-3 0,-7 2 1 16,0 4-8-16,-3 6 6 0,-2 1-1 16,-3 6 3-16,1 3-5 0,7 5 0 0,-9 5 6 15,6 3-3-15,1 4 0 0,8 8 2 16,3-1 3-16,5 6 11 0,6-3-1 16,5 0 2-16,6 0-2 0,7 12 6 0,5-5-4 15,2-4-3-15,5 2-2 0,8 5-11 0,-6-11-29 16,0-4-30-16,2 0-50 15,-4-4-65-15,-1-3-88 0,-3-3-132 0,-2-4-197 16,0-2 44-16,-2 1 68 0,3-4-176 16,3 0-147-16</inkml:trace>
  <inkml:trace contextRef="#ctx0" brushRef="#br0" timeOffset="9899.35">21565 5773 2023 0,'-20'-14'131'0,"-2"4"20"0,7 2 15 16,0-1 36-16,-1 2 17 0,7 0 23 16,2 2 4-16,-3 2-2 0,4-3-10 0,0 2-15 15,6 4-12-15,-5-6-22 0,5 6-18 16,13-5-12-16,4 5-24 0,14 0-15 0,19 3-17 15,14 1-34-15,10 3-42 0,8 0-56 16,-2 3-72-16,0-3-78 0,4 1-77 0,-4-2-86 16,-2-5-146-16,-6-2-134 15,-11-2 62-15,-3-5-326 0,-19-1-372 0</inkml:trace>
  <inkml:trace contextRef="#ctx0" brushRef="#br0" timeOffset="10127.4">22537 5444 2454 0,'0'0'-9'0,"-10"-3"2"16,10 3 5-16,0 0-1 0,0 0 0 16,0 0 39-16,0 0 35 0,-10 13 16 0,10-2-6 15,0 2-1-15,4 9-10 0,0 2-5 16,2 9-5-16,0 1-5 0,-1 0-6 0,-5-3-1 16,0-3-7-16,-1 8-5 15,-9-2-7-15,-4-3 2 0,-4 2-7 0,-11-1-5 16,-8-3-2-16,1-3-5 0,0-10-30 15,0-1-26-15,4-1-31 0,1-3-50 16,5-4-100-16,4-2-220 0,8-3-32 0,4-2-180 16,10 0-154-16</inkml:trace>
  <inkml:trace contextRef="#ctx0" brushRef="#br0" timeOffset="10822.75">23219 5291 1737 0,'7'-7'34'0,"-1"2"23"0,-3 0 11 16,2 2 13-16,-5 3 18 0,5-7 12 0,-5 7 10 16,0 0-5-16,0 0-13 0,0 0-8 15,0 0 7-15,0 0 38 0,-3 29 12 0,-6 3-1 16,2 8 0-16,-4 11-9 0,-1 4-2 15,1 0-11-15,2 1-16 0,-2-2-8 0,6-1-13 16,-3-12-9-16,5 2-5 16,-1-3-12-16,0-4-1 0,-2 0-5 0,2-11-17 0,2-1-9 15,1-6-22-15,-3-2-28 16,2-3-53-16,0 0-63 0,0-1-53 0,0-5-81 16,1-3-109-16,1-4-177 0,0 0 20 15,0 0 63-15,0 0-172 0,20-31-138 0</inkml:trace>
  <inkml:trace contextRef="#ctx0" brushRef="#br0" timeOffset="11143.34">23508 5607 1797 0,'0'0'3'0,"0"0"-2"16,0 0 15-16,0 0 34 16,-4 16 23-16,-5-5 24 0,0 3 15 0,-5 3 8 15,3 0 6-15,-1 0-3 0,1 2-1 16,3 1 5-16,4-4-1 0,3 1 0 0,1 0-14 15,3-1-5-15,8 2-3 0,11 3-7 16,3-2-13-16,2-3-6 0,5-5-8 16,-6-2-2-16,-5-4-14 0,-2-1-7 0,2-4-4 15,-2-2 5-15,0-1-4 0,0-8 0 16,-3 1-17-16,-4-4-2 0,-2-4-3 0,-4-2-3 16,-2 0-9-16,-4-1 7 0,-4-1-12 15,1 0 1-15,-4 3 4 0,-2 0-5 16,-2 4-9-16,0 1 8 0,-1 4-2 15,-4 1-5-15,1 5-9 0,-1 3-27 0,3 1-51 16,1 1-60-16,0 1-72 0,0 2-93 16,7-1-167-16,5-3-49 0,0 0 50 0,0 0-146 15,22 7-124-15</inkml:trace>
  <inkml:trace contextRef="#ctx0" brushRef="#br0" timeOffset="11536.94">24049 5658 1799 0,'7'-4'85'0,"-7"4"18"15,10-4-2-15,-10 4-3 0,0 0 2 0,0 0 1 16,0 0-3-16,0 0 12 0,0 0 14 0,0 0 7 16,-10 18-12-16,5-5-9 15,-1 0-8-15,3 1-10 0,1 3-10 0,2-1-5 16,2 0-2-16,1 0-12 0,7 1-3 16,5 8-4-16,-2-11-8 0,5-1-12 15,-5-5-4-15,2-1 5 0,0-4-13 0,5 1 0 16,-4-2 0-16,6-4-10 0,-4-2 4 15,1 3-7-15,-1-5 3 0,0 3 1 0,-4-2 0 16,3 2-5-16,-3-1 15 0,-3 2 1 16,-2-2 6-16,-9 4-5 0,18-3-4 0,-18 3-4 15,13-1 1-15,-13 1-3 16,13 0 10-16,-13 0-6 0,24 3 11 0,-10 1-4 16,8-1 1-16,3 1-3 0,-1-1 0 15,2-1-1-15,3 0 7 0,0-2-1 0,-4-2 5 16,1 0-1-16,-2-3 8 0,-1-3-4 15,8-3 0-15,-6-6-5 0,-2-2-8 16,-5-7-12-16,2-3 0 0,-4-5-24 0,-2-12-51 16,-3 1-91-16,1 10-80 0,-6 0-80 15,-4 9-110-15,-2 9-180 0,-4 3 56 0,-1 7-276 16,-6 2-309-16</inkml:trace>
  <inkml:trace contextRef="#ctx0" brushRef="#br0" timeOffset="13219.18">17765 6583 2136 0,'11'-10'-117'0,"3"4"11"16,-3 3 7-16,0 3 13 0,-11 0 10 15,22 8 3-15,-13 1 11 0,-1 8 10 16,0 3 6-16,-3 15 5 0,-1 2 1 0,-6 9 12 15,-2 13 5-15,-1 5 3 0,-3 0 6 16,-4 3 2-16,-1 0 2 0,1 2 6 0,1-2 8 16,0 3-4-16,1-1 4 0,3-2-1 15,1-4 2-15,1-1-1 0,3-1 8 0,-2-2 11 16,4-1 39-16,0 2 11 16,0-12 2-16,-3 14-1 0,1-2-2 0,2-2-3 0,-1-1-5 15,-1-1 11-15,-4-11 11 0,4 1-4 16,-3 7 9-16,-3 2 10 0,-2-1-4 15,1-6 10-15,0 2-5 0,-3-3-5 16,1-9 3-16,0-2-3 0,-1-4-5 16,1 1-5-16,-1-4-8 0,0-8-8 0,5-3 0 15,2-2-2-15,-6 2-7 0,6-6-6 16,-3 3-5-16,1-3-2 0,1 0-7 0,2-4-6 16,-2 2-7-16,3-1-6 0,-3-2-7 15,2-1-57-15,1 0-74 0,3-6-84 0,-7 8-111 16,7-8-210-16,0 0 41 0,0 0-193 15,0 0-167-15</inkml:trace>
  <inkml:trace contextRef="#ctx0" brushRef="#br0" timeOffset="22049.24">17559 11483 1745 0,'-11'-12'-94'0,"6"3"7"0,-4-1 23 15,0 0 23-15,4-1 7 0,-3 1 21 16,2 0 3-16,-2 0 2 0,5 0 11 0,-3 0 13 15,2 0 3-15,-1 0-1 0,0 2-4 16,2-3-2-16,-3 1 6 0,2 0-3 0,2-2 0 16,-1 1 2-16,-1-1 1 0,0 0 3 15,4 1 1-15,-1-4 5 0,1 2 1 0,1 1-1 16,-1-2 2-16,4 0-1 0,3-1-6 16,3 1 0-16,2-1 1 0,3 1-4 15,0 4-3-15,4 1-1 0,0 2-2 0,0 2-6 16,-2 2 3-16,3 3-4 0,-2 1 5 15,1 1-5-15,1 3-1 0,-4 2-1 16,6 0 1-16,-8 5-3 0,2 0-2 16,-1 4 1-16,-3 3 2 0,1 6-1 0,-4 2 3 15,1 4-2-15,-4 2-3 0,-2 3 4 16,-3 0-3-16,-1 2 4 0,0 3-3 0,0-1 1 16,0 1-1-16,-1-2 0 0,-1 0 4 15,2 1-1-15,0-2-5 0,-2-2 5 0,2-4-3 16,2-6 3-16,-2 1 6 0,2-2-6 15,-1-1 11-15,3-1 2 0,3 0 6 0,0-5 1 16,0 2 2-16,3-7-2 0,-1-1 2 16,3-2-2-16,1-1 1 0,1-2-2 15,0-2-4-15,0-3 5 0,3-4-8 16,0-3 2-16,2-2-6 0,0 0-1 0,1-3-3 16,-2 0 2-16,0 1-3 0,-4 1 6 15,-1-1 4-15,-4 4 6 0,-2-2 8 0,0 1-10 16,2 4 0-16,-4-3 1 0,-5 5-8 15,10-6-2-15,-10 6-2 0,5-4 1 16,-5 4-3-16,0 0-1 0,0 0 0 0,7 19 0 16,-7-5 2-16,-3 3 0 0,3 7-1 15,0 2 5-15,0 12 6 0,0 2 7 16,3-2 5-16,-1 7 3 0,-1 0 1 0,1 11-4 16,0-1 1-16,2 2-1 0,-2-11-6 15,-2 2 4-15,0-3-4 0,0 1 0 16,-2-1 0-16,-2-1-2 0,2-1-2 0,0 0 1 15,2 0-1-15,-3-2 1 0,0 1 6 16,-1 0-6-16,0 1 3 0,1-2 7 0,-1-1-2 16,0 0-1-16,1 0 0 0,-3-2-4 15,0 1 0-15,0 1-2 0,-1-3-2 0,-1 2 1 16,2-1 1-16,-2 0-5 0,1-2 0 16,2 0 0-16,-3-3 0 0,2-1-3 15,-2 3 1-15,5-10 0 0,-5 7-7 0,5-2 3 16,-6 3-2-16,6 1 0 15,-1 0-5-15,-2 3 2 0,3-2 0 0,-1 5 1 16,0-3 0-16,2 3-7 0,0 0 0 16,0 0 6-16,2 2-1 0,0-3-2 0,0 2-1 15,-2 0 2-15,0 1 2 0,0 0 0 16,0-1-8-16,-1 2 5 0,1-3-5 0,-4 1 1 16,4-2 2-16,-1 1 3 0,-6-2-4 15,6 1 2-15,-3-3-4 0,1 2 4 0,-3 0 3 16,2-1-6-16,0-1 4 15,1 2-2-15,-1 1 4 0,2-1-3 0,3 0 1 16,-1-2 3-16,2-5-3 0,2-6 2 0,-2 1-2 16,1-3 6-16,1-2-7 0,0-1 3 15,2-3 2-15,-2 0-2 0,0-5 0 16,-1 0-4-16,-1 0 2 0,2-4-5 16,-2 1 2-16,0-1 1 0,0-2-2 0,0 1-2 15,0-1 2-15,0-6 3 0,-2 13 0 16,2-6 6-16,-1 1-5 0,-3 2-1 0,-2 1 0 15,1 0 2-15,-4 1-6 0,2 2 5 16,-6 3 3-16,1 1-5 0,-5 4-2 0,-4 0 10 16,0 2-4-16,1-3 3 0,-5-2 5 15,0 3-2-15,2-5 14 0,1 0 6 16,0-5 3-16,-5 2 1 0,8-2 10 16,2-4 4-16,4-1 7 0,0 0 6 0,2 0-8 15,-1-3 14-15,0 0-3 0,1 0 1 16,-1 1 1-16,3-3 2 0,2 1-2 15,-2-1 1-15,9-2-11 0,-13 5-4 0,13-5-9 16,-7 3-2-16,7-3-5 0,0 0-4 16,-12 2-9-16,12-2-25 0,0 0-55 0,0 0-102 15,-9-7-122-15,7 0-192 0,-2-4-203 16,2-3 63-16,-3-7 67 0,0-1-280 0,3-5-310 16</inkml:trace>
  <inkml:trace contextRef="#ctx0" brushRef="#br0" timeOffset="25623.3">14079 10397 572 0,'-16'-3'89'15,"-2"-1"-44"-15,7 1-5 0,-1 0 10 16,3 1-4-16,1 0 21 0,8 2 0 0,-15-2-8 16,15 2 2-16,-10-4-1 0,10 4 7 15,0 0 7-15,-7-4-7 0,7 4-2 0,0 0-6 16,43-2 2-16,2-1-4 0,21 1-7 15,6-1 1-15,7 1-7 0,8-1-5 16,2-1-5-16,1 3-2 0,0-1 2 0,-10 2-15 16,-4-2 0-16,-12 4-4 0,-14-2-6 15,-8 2-2-15,-12-1-17 0,-7 1-5 16,-3 0 1-16,-7-1-4 0,-8 1 9 16,-5-2 0-16,2 5-3 0,-2-5 5 0,-18 7 2 15,-7-2 0-15,-20 4 0 0,-9-1-5 16,-9 1 6-16,-2-2 0 0,-4 0-2 0,1-2-1 15,-4-2 2-15,1-1 0 0,0-1 3 16,3 1 0-16,3-2 2 0,14 0-3 0,4-2 2 16,4 2-3-16,12 0 2 0,9 0 1 15,3 0 1-15,3 0 3 0,5-1 7 16,11 1 2-16,0 0 0 0,0 0-1 16,0 0 1-16,0 0-2 0,81-2-1 0,-19-1 2 15,10 1-3-15,5-1 5 0,4-1-6 16,2 1 0-16,-8-2 1 0,-2-1-4 0,-12 5 2 15,-14-3-3-15,-11 1 0 0,-7 1 0 16,-8 2-3-16,-8-1-4 0,-4 1 2 16,-9 0 3-16,0 0-3 0,0 0 1 0,-68 4-1 15,19 0 1-15,-17-1-1 0,-13 3-3 16,3-1 8-16,-4 2-4 0,4-2 0 0,7 0 1 16,8-2-1-16,18-1 2 0,10 1-6 15,8-3 1-15,4 2 3 0,8-2 8 0,4 0-4 16,9 0-1-16,0 0 1 15,0 0-2-15,0 0-6 0,45-5-18 0,0 0-47 0,2 0-49 16,14 0-81-16,1 0-317 16,1 0-20-16</inkml:trace>
</inkml:ink>
</file>

<file path=ppt/ink/ink3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4-09-14T03:38:18.389"/>
    </inkml:context>
    <inkml:brush xml:id="br0">
      <inkml:brushProperty name="width" value="0.05292" units="cm"/>
      <inkml:brushProperty name="height" value="0.05292" units="cm"/>
      <inkml:brushProperty name="color" value="#FF0000"/>
    </inkml:brush>
  </inkml:definitions>
  <inkml:trace contextRef="#ctx0" brushRef="#br0">17312 6644 2317 0,'-13'6'18'0,"-1"0"27"0,5-2 21 16,1-1 19-16,-2 0 16 0,6 1 22 0,4-4 33 16,-11 3 20-16,11-3 22 0,-7 2 16 15,7-2 1-15,0 0-10 0,0 0-8 16,0 0-9-16,0 0-5 0,22 3-16 15,1-1-8-15,6-2-12 0,12 0-12 0,6-2-14 16,-4 6-15-16,3-2-12 0,0-1-8 16,0 2-10-16,-7-3-17 0,1 1-10 0,-8 0-15 15,-7 1-13-15,-1 0-7 0,-12-2-7 16,4 2-7-16,-1-2-5 0,-1 0-6 0,-14 0-9 16,16 0-9-16,-5 1-15 0,-11-1-23 15,0 0-39-15,14-1-65 0,-14 1-75 0,0 0-83 16,0 0-106-16,0 0-167 0,0-7-4 15,0 7 71-15,0 0-335 0,0 0-352 16</inkml:trace>
  <inkml:trace contextRef="#ctx0" brushRef="#br0" timeOffset="413.64">17484 6313 2233 0,'-12'4'-29'15,"2"-1"45"-15,1-1 23 0,4 1 21 16,5-3 20-16,-11 3 22 0,11-3 24 0,0 0 21 15,-9 4 18-15,9-4 8 0,0 0 4 16,-5 2 2-16,5-2-1 0,0 0-7 0,0 0-7 16,0 0-1-16,0 0-4 0,20 7-8 15,-3-7-1-15,10 1-12 0,0 1-14 0,13 1-12 16,1-1-8-16,4 2-14 16,-2-3-8-16,1 3-8 0,-2-2-14 0,-8-2-11 15,-5 0-15-15,-4 1-11 0,-5-1-12 0,-2 0-8 16,-5 0-12-16,-1 2-8 15,-3-2-11-15,-9 0-15 0,16 2-24 0,-16-2-38 16,0 0-56-16,0 5-68 0,0-5-74 16,0 0-82-16,-20 8-157 0,13-6-56 0,-1 2 68 15,8-4-317-15,-12 5-333 0</inkml:trace>
  <inkml:trace contextRef="#ctx0" brushRef="#br0" timeOffset="811.24">18409 6349 2552 0,'0'0'101'16,"0"-8"26"-16,0 8 26 0,-2-9 19 0,2 9 8 16,0-7 3-16,0 7-5 0,0 0-6 15,-1-5-15-15,1 5-3 0,0 0 12 16,0 0 19-16,-11 21 8 0,8-6-3 16,-3 7-10-16,1 13-10 0,-1-1-9 0,1 0-9 15,0 3-9-15,-1 1-17 0,3-5-10 16,-1 3-8-16,0-1-11 0,2-7-6 0,1-3-10 15,-1-2-14-15,-3-2-17 0,5-2-24 16,-2-2-27-16,2-1-36 0,0-4-49 0,0 0-59 16,0-4-78-16,2-3-87 0,-2-5-101 15,8 6-136-15,-8-6-142 0,15-14 55 0,-3 0-505 16,7-11-606-16</inkml:trace>
  <inkml:trace contextRef="#ctx0" brushRef="#br0" timeOffset="1176.91">18623 6384 3321 0,'3'-13'14'0,"-1"5"35"0,4-1 43 16,-3 1 18-16,1 0 21 0,4-2 3 15,0 4 1-15,3-3-10 0,5 2-7 16,-2 0-16-16,4 4-9 0,2 0-8 0,2 1-11 16,1 2-9-16,2 3-9 0,-3 2-9 15,1 2-12-15,-4 2-5 0,-2 3-4 0,-1 0-2 16,-7-1-1-16,-6 4-3 0,-1-2 2 15,-2 3 4-15,-3 1 1 0,-5 1 12 0,-1 3 5 16,1-4 2-16,-2 2 5 0,5-5 2 16,-1 1 2-16,3 1 1 0,-4-2 7 0,5 0 4 15,2 0 0-15,2 1 1 16,2 0-3-16,1 2-6 0,-2-2-4 0,6 3-12 16,-1 0 1-16,-3-4-6 0,4 1-2 15,-4-1-6-15,1 0-4 0,-3-1-2 0,1 3 0 16,-2-6-4-16,-2 4-3 0,-2-4 2 15,-2 1-4-15,-1-1 2 0,-4-1-6 0,-9 1-16 16,2-3-24-16,-6 0-34 0,-3-2-53 16,0-2-96-16,-3-3-122 0,2 0-166 0,1-1-201 15,2-5 44-15,2 1 78 16,2 0-421-16,0-3-476 0</inkml:trace>
  <inkml:trace contextRef="#ctx0" brushRef="#br0" timeOffset="10064.15">11580 7677 2585 0,'0'0'-96'16,"-19"-3"24"-16,10 3 10 0,9 0 15 0,-17-3 4 15,17 3 12-15,-17-1 17 0,9 1 14 16,8 0 13-16,-12-2 10 0,12 2 5 15,0 0 5-15,-15-2-2 0,15 2 6 0,0 0-2 16,0 0-5-16,0 0 1 16,0 0 3-16,0 0 8 0,0 0 2 0,47-3 7 15,-4 1-1-15,6 0-4 0,20 0-3 16,5 1-6-16,3-1-3 0,0 4-2 0,0-2-10 16,-7 3-8-16,-3-1-5 0,-14-2-5 15,-4 3-6-15,-6-1-7 0,-11 0-2 0,-7 0-1 16,-5-1 3-16,-2-1 2 0,-5 0 0 15,-1 0 6-15,-12 0 2 0,17 0 1 0,-17 0-2 16,0 0 1-16,0 0 0 0,0 0 1 16,0 0-3-16,-54-7 3 0,12 7 2 15,-1-3-3-15,-7 1 2 0,-2 2 0 0,2 0-3 16,-6 0 3-16,-7 2-1 16,12-2 2-16,2 2 5 0,-3 1 3 0,8-1 4 15,-2 1 5-15,8 1 4 0,8-2 7 16,7-1 3-16,3 1 1 0,8-1-4 0,-1 1 12 15,2-2-2-15,11 0-7 0,-14 2 4 16,14-2 3-16,0 0 12 0,0 0-7 0,28 6 6 16,1-6-9-16,20 0-5 0,16-1-3 15,1-3-1-15,7 1-2 0,-3-2-10 16,2 2-14-16,-6-1-4 0,-13 1-8 0,-5 1-3 16,-9 0-3-16,-8 2-3 0,-8-1-1 15,-5-1-2-15,-4 2 0 0,-3 0 7 0,-11 0 3 16,0 0-2-16,0 0 7 15,0 0-5-15,0 0 6 0,-45 2-2 0,1 3-6 16,-14 1 12-16,-4-3-4 0,-5 1 0 16,2 1 3-16,3 0 2 0,2 1 5 0,17-2 2 15,7-1-1-15,9-1 12 0,4-1-1 16,8 1 1-16,3 0-4 0,12-2-1 0,0 0-2 16,0 0 5-16,0 0-6 0,0 0 1 15,83-12 2-15,-24 4-3 0,7 2-5 16,3 1-7-16,-5 0-7 0,-1 0-8 0,-15 3-11 15,-3-2-6-15,-12 3-11 16,-8 1-8-16,-6-2 3 0,0 0-2 0,-6 2 2 16,-2 0 2-16,-11 0-4 0,14 0-5 15,-14 0-35-15,0 0-43 0,0 0-63 0,0 0-111 16,-34 5-184-16,34-5 29 0,-25-1-159 16,25 1-115-16</inkml:trace>
  <inkml:trace contextRef="#ctx0" brushRef="#br0" timeOffset="10830.81">13986 7611 1755 0,'-30'-3'17'0,"-1"-1"5"0,-7 1 4 0,0-1 5 16,10 1 4-16,-1 1 8 0,10 0 7 16,-2 1 9-16,6 1 2 0,0-3 1 0,1 3 4 15,5-1-2-15,9 1-6 0,-14 1 0 16,14-1 9-16,0 0 0 0,0 0 7 0,44 11-9 15,0-5-2-15,18-1-8 16,10-2-8-16,7 0-6 0,7-1-15 0,5 0-16 16,-1 1-21-16,-6 1-18 0,-3-2-19 15,-8-1-7-15,-10-1 3 0,-16 4 0 0,-7-3 5 16,-10 1 3-16,-5-2 6 0,-7 1 2 16,-7-1 8-16,-2 0 4 0,-9 0 8 0,0 0 1 15,0 0 6-15,0 0 1 0,-32 8 2 16,3-6 1-16,-12-1 4 0,-6 1 0 15,-16 1 5-15,-1-3 2 0,11 4 9 0,4-3-4 16,0 1 1-16,2 0 0 0,8 1-1 16,-2-1 3-16,13 0 7 0,7 0 9 0,3-1 14 15,6 2 9-15,2-2 5 16,10-1 4-16,0 0 4 0,0 0 0 0,0 0-3 16,47 2-4-16,2-2-5 0,1 0-6 15,21-2-7-15,0 2-13 0,-3-1-5 0,-1 1-11 16,-16 0-4-16,-6 0-2 0,-9 0-4 15,-9-3 0-15,-5 3 3 0,-5 0-4 0,-2 0 5 16,-3-1 4-16,-3 1-2 0,-9 0 1 16,0 0 1-16,0 0-6 0,0 0 3 0,-28-11-7 15,1 8 1-15,-15 1-4 0,1 0-16 16,2 1-22-16,5 1-47 0,3 0-68 16,2 0-105-16,5 0-182 0,1 0-19 0,8-4-156 15,2 3-116-15</inkml:trace>
  <inkml:trace contextRef="#ctx0" brushRef="#br0" timeOffset="20457.7">9586 11668 1584 0,'10'-8'-70'0,"-1"1"17"0,1 0 8 16,-5 0 14-16,2 2 14 0,-2 0 6 15,1-2 12-15,-3 2 18 0,3-2 14 0,-1 0 10 16,-3 0 8-16,3 2 5 0,-1-2-1 16,-3-1 4-16,1 4-2 0,-2 4-5 0,2-10 0 15,-2 10-11-15,4-7-4 0,-4 7-5 16,2-6-5-16,-2 6 0 0,0 0-8 0,0 0 1 16,0 0-3-16,0 0-1 0,0 0-1 15,-35 10-3-15,21-2-1 0,-6 0 1 0,-6 8-4 16,-3-2-1-16,0 1-1 15,-1 2 1-15,-1 0 0 0,3 1-3 0,-1-1 1 16,0 0-1-16,5-2-2 0,1 5 2 16,2-2 1-16,3 1-2 0,0-4 0 15,5 1 2-15,1-1-3 0,1 1 1 0,4 1 0 16,0-2 4-16,3 2 2 0,3 3-2 16,1-3 4-16,3 4 1 0,6 2-3 0,2 8 5 15,3 0-5-15,8-1 2 0,3 6 0 16,1 1-4-16,5-1 2 0,1-2-3 0,2-2 2 15,2 1 0-15,0-2-2 0,0 0 2 16,0-2-1-16,-4-2-3 0,-5-4 1 16,-5-2-1-16,-1-2-1 0,-6-1-3 15,-3-2 2-15,-5-3 5 0,-1 3-1 0,-2 2 7 16,-4 0 5-16,-2 2 0 0,-4 2 3 16,1 9 3-16,-6 1 7 0,-1-2 2 15,-1-1 5-15,-5-2 1 0,3 3-1 0,0-3 4 16,2-1 1-16,-3-2-3 0,3 1 0 15,4-6-1-15,0 0-5 0,4 0 3 0,1-3-2 16,2-1-3-16,4-1 6 0,2 1-1 16,1 0-5-16,7 3-3 0,9 2-2 0,2-1 0 15,2 2 0-15,3-1-10 16,-1 1-3-16,4 1-2 0,-3 0-6 0,-2 1 1 0,-1 1-6 16,-2 0 5-16,-5 1-4 15,-3 3-6-15,-6 3 15 0,-6-4 4 0,-3-1 5 16,-5 10 13-16,-2 0 13 0,-8 9 10 15,-5-3 20-15,-3-1 0 0,-2-1 6 0,3 1 1 16,-1-5 0-16,6-5-7 0,0 2-3 16,1-3-3-16,5 3-1 0,6-2-5 15,1-2-3-15,8-2-2 0,-1 7-4 0,10 1-12 16,3-3 2-16,11 6-6 16,1 0-1-16,8-4-5 0,2-1-1 0,2-4-9 15,1 0 1-15,-2-1-3 0,1-6-7 0,-8-3 3 16,-3 0-2-16,0-3-7 0,-8-3 4 15,-4-5-6-15,-4 1 4 0,-3-2-2 16,-3-2 0-16,3 0 1 0,-4 0 2 0,-1-1-2 16,-1-1-7-16,-4-3 11 0,7 7-7 15,0-5-5-15,-7-2-13 0,5 5-30 0,-5-5-26 16,0 0-65-16,11 1-79 0,-11-1-83 16,0 0-120-16,25-6-193 0,-10 1 58 15,5-1-301-15,-5 1-336 0</inkml:trace>
  <inkml:trace contextRef="#ctx0" brushRef="#br0" timeOffset="22957.95">12438 16634 2185 0,'0'0'-28'0,"-23"-4"24"15,12 3 7-15,-2-1 0 0,13 2 10 0,-18-5 11 16,18 5 14-16,-14-4 19 0,14 4 12 15,-15-3 3-15,15 3 5 0,-12-2-2 16,12 2-1-16,0 0-3 0,-13-3-9 16,13 3 1-16,0 0-1 0,-11-2-2 15,11 2 0-15,0 0-2 0,0 0-3 0,0 0-8 16,0 0 8-16,0 0 8 0,0 0 8 16,0 0 12-16,0 0 1 0,38 12 9 0,-15-9-1 15,3-1 2-15,15 3-1 0,2-3-1 16,3 0 1-16,3 1-8 0,5-3-5 15,13 0-11-15,-1 0 0 0,3-1-11 0,-4 2-3 16,2-2-6-16,-5 2-13 0,-10-1 1 16,-5 3 0-16,-2-3-3 0,-11 0-8 0,-7 0-5 15,-7 1 3-15,-1-1-5 16,-2 0-2-16,-1 2 1 0,-4-1 4 0,2-1 9 16,1 2 9-16,-1-1 8 0,1-1 6 15,0 2 2-15,4 0 1 0,0-2-2 16,3 1 0-16,-4-1-3 0,3-1-5 0,2 1-5 15,3-2-5-15,-3 2-3 0,2 0-4 16,-2-2 2-16,1 2-9 0,-4 0-2 0,-1-1 0 16,-4 1-5-16,3-2-4 0,-6 2 1 15,-12 0 1-15,24-1-4 0,-13 1 1 16,-11 0 7-16,17 0-7 0,-17 0 8 16,20 0 2-16,-20 0 10 0,16 0 6 0,-16 0 9 15,22 0-3-15,-22 0 5 0,18-2 0 16,-18 2 0-16,19 0 0 0,-19 0 2 15,13 0-1-15,-13 0-9 0,0 0-6 0,20 0-3 16,-20 0-2-16,0 0-6 0,0 0 0 16,15 0-5-16,-15 0-10 0,0 0-18 15,0 0-25-15,0 0-33 0,10-4-49 0,-10 4-76 16,0 0-79-16,0 0-93 0,0 0-157 16,0 0-218-16,0 0 77 0,-48-3 67 0,37 3-363 15,11 0-436-15</inkml:trace>
  <inkml:trace contextRef="#ctx0" brushRef="#br0" timeOffset="23823.96">15293 16558 2431 0,'-25'-2'-123'16,"4"-2"33"-16,2 1 22 0,0 0 29 16,2 0 29-16,-2-2 31 0,3 1 31 0,5 3 30 15,-3-3 22-15,3 0 16 0,2 3 4 16,9 1 7-16,-16-4-8 0,16 4 0 15,-11-3-1-15,11 3-6 0,0 0-14 0,-14-4-1 16,14 4 2-16,0 0-10 16,0 0 7-16,0 0-2 0,0 0 1 0,52 12 0 15,-6-4 2-15,17-1-7 0,9-2-8 16,14-1-10-16,31 2-6 0,4-3-6 0,5 1-12 16,-2-3-1-16,2 3-11 0,-3-1-6 15,3 1 2-15,-4 1-8 0,-4-2-5 16,-6 1 0-16,-24 0-4 0,-8 0-2 0,-6 0 0 15,-7-1-1-15,-18 1-4 0,-11-1 1 16,-5-1-2-16,-8-2-1 0,-9 2 9 0,2-2-1 16,-1 0 5-16,-6 1 2 0,1-1 6 15,-12 0 7-15,17 2 5 0,-17-2-2 16,15 2 5-16,-15-2 0 0,10 0-8 16,-10 0-1-16,0 0-5 0,15 1-1 15,-15-1-2-15,0 0-2 0,0 0-5 0,16 2-1 16,-16-2-3-16,0 0 0 0,0 0 0 15,12 2 0-15,-12-2-2 0,0 0 0 0,0 0-4 16,0 0-1-16,0 0 0 0,0 0 2 16,0 0-10-16,14 0-8 0,-14 0-16 15,0 0-25-15,0 0-44 0,0 0-58 0,0 0-77 16,0 0-97-16,0 0-166 0,0 0-203 16,0 0 72-16,0 0-392 0,0 0-487 0</inkml:trace>
  <inkml:trace contextRef="#ctx0" brushRef="#br0" timeOffset="26107.55">18672 16549 2655 0,'-17'-3'-114'0,"1"0"16"0,3 0 14 16,1 1 16-16,1-2 18 0,11 4 29 0,-16-3 24 15,5 1 15-15,4 0 13 0,7 2 9 16,-16-3 3-16,16 3 2 0,-11-2 4 0,11 2 3 16,-7-3 3-16,7 3-2 0,0 0-2 15,-9-4 4-15,9 4-3 0,0 0-3 16,0 0 6-16,0 0 1 0,0 0-2 0,0 0-3 15,47 2-2-15,-19 1-2 0,16-1-4 16,8-2 0-16,10 3-10 0,7 1 1 0,6 0-6 16,0 1-2-16,6-2-4 0,-6 1-10 15,2 0-1-15,-5-1-5 0,-7 3-5 16,-15-2-5-16,-7-1 2 0,-4 1 1 16,-11-1 2-16,-7 0-8 0,-4-1 5 0,-5 0 1 15,0-2 2-15,-1 1 0 0,-11-1 0 16,14 4-1-16,-8-4 2 0,-6 0-2 15,0 0 6-15,10 3-4 0,-10-3 4 0,8 3 4 16,-8-3 1-16,0 0 6 0,9 1 7 16,-9-1 0-16,0 0-3 0,0 0 0 0,19 2-1 15,-19-2-5-15,23 0 2 0,-1 1 1 16,9-1-14-16,10 2-11 0,2 0-15 16,1-1-14-16,0 1 2 0,-3-1 4 0,4 2 0 15,-7 0 5-15,-6-1-1 16,-7 0 3-16,-9-2 4 0,-2 1 2 0,-1 1 5 15,-1 0 7-15,-3-1 16 0,1-1-2 16,-10 0 10-16,12 2-1 0,-12-2 8 0,7 2-2 16,-7-2 6-16,0 0-1 0,0 0 2 15,17 1 5-15,-17-1-1 0,0 0 1 16,0 0-3-16,15 0-6 0,-15 0 0 16,27 0-7-16,-4 0-3 0,15 4-1 15,9-1-2-15,16 1-2 0,14 2-8 0,0-2 5 0,9 3-4 16,22 1-3-16,-2 1 7 0,-19-2-6 15,22-1-3-15,-24 0-3 0,0 1 5 16,-10 0 5-16,-4-4-5 0,-8 2-1 16,-16-1 0-16,-8-2 4 0,-8-1 4 15,-9-1 7-15,-5 2 6 0,-6-1 7 0,3-1 0 16,-14 0 1-16,17 3-2 0,-17-3 0 16,16 0-3-16,-16 0-2 0,0 0-1 0,16 0-6 15,-16 0 6-15,14 0-14 0,-14 0-15 16,17-3 1-16,-17 3-6 0,25-1 1 15,-6-1-3-15,8 2 1 0,14-1-2 0,1 1-1 16,8 0-6-16,-1 3 5 16,12-2-5-16,3 2 3 0,-2-2 2 0,-11-1-2 0,1 1 5 15,0 3-3-15,-7-4 2 16,-2 2 7-16,-9-2-3 0,-10 0 5 0,-5 0 1 16,-2 0 4-16,-3 0 5 0,-2 0 1 15,-12 0 1-15,18 1 3 0,-18-1-6 16,15 0 1-16,-15 0-3 0,0 0 7 0,16 0-12 15,-16 0 9-15,0 0-3 0,12 0 2 16,-12 0 1-16,0 0-2 0,0 0-9 0,22 2 2 16,-22-2-8-16,17-2-4 0,-17 2-5 15,28 0-1-15,-7 0-5 0,6 0 3 16,15 0 10-16,2 0-1 0,-1 0 3 16,5 0 1-16,-8 0 1 0,-6 0-1 15,-5-1-1-15,-6 2 8 0,-2-1 4 0,-4 0 4 16,-1 0 7-16,-5 0 2 0,-11 0-4 15,21 0-2-15,-21 0 2 0,15-1-5 0,-15 1 1 16,12-2 6-16,-12 2-7 0,0 0 2 16,0 0-2-16,15 0 4 0,-15 0 1 15,0 0-8-15,0 0 5 0,0 0 5 0,17 0 2 16,-17 0-5-16,0 0 0 0,11-2-8 16,-11 2 3-16,0 0 3 0,20 0-2 0,-20 0 3 15,0 0-8-15,12 0 2 16,-12 0-2-16,0 0 3 0,13-2 5 0,-13 2 8 15,0 0 1-15,0 0-3 0,0 0 9 16,0 0 2-16,12-1-5 0,-12 1 9 16,0 0-6-16,0 0 5 0,0 0-8 0,0 0-1 15,0 0 5-15,0 0 1 0,0 0-10 16,0 0 1-16,0 0-11 0,0 0-7 0,0 0-28 16,0 0-33-16,0 0-54 0,0 0-92 15,-21-12-154-15,12 10-222 0,-3-1 39 0,-5-2 64 16,-2-2-114-16,-3 1-95 0</inkml:trace>
  <inkml:trace contextRef="#ctx0" brushRef="#br0" timeOffset="29480.65">21570 13909 1636 0,'2'-7'-10'0,"-2"7"9"0,-2-8 11 0,2 8 10 15,0-7 14-15,0 7 16 0,0 0 12 16,0-9 14-16,0 9 1 0,0-6 8 0,0 6 0 15,2-7 0-15,-2 7 4 0,3-9 0 16,-3 9 6-16,2-8 1 0,-2 8 4 16,2-6 1-16,-2 6 0 0,2-6-9 0,-2 6-12 15,0 0-5-15,0 0-13 0,0 0-11 16,0 0-1-16,0 0-4 0,0 0 8 16,0 22 3-16,-4-4 6 0,2 7 14 0,-3 11-8 15,4 0 9-15,-1 3-4 0,-2 0 5 0,0 1 1 16,4-2 0-16,-1-1-5 15,-1-1 0-15,-2-5-10 0,2-5-2 0,0-2-1 16,2 0-5-16,-1-5-3 0,-1-2-6 16,-1-3-2-16,3-1-7 0,-2-1-1 0,0-3 0 15,2 0 8-15,0-2 0 0,0-7 7 16,-2 8-8-16,2-8-10 0,0 0-19 0,0 0-30 16,0 0-41-16,0 0-67 0,0 0-100 15,0 0-131-15,-3 3-257 0,3-3-10 16,0 0 80-16,0 0-281 0,-13 2-306 0</inkml:trace>
  <inkml:trace contextRef="#ctx0" brushRef="#br0" timeOffset="29773.73">21897 14396 2440 0,'0'0'87'0,"7"-3"12"0,-7 3-22 0,0 0-5 15,0 0-9-15,0 0-4 0,12 10 5 16,-10 1 4-16,2 0 5 0,-3 8-2 16,1 3-4-16,0 2-1 0,-4 2-3 0,0 0 4 15,-3 7-8-15,-5-1 5 16,-3 1-3-16,-5-7-5 0,0 4-2 0,-7-7-4 16,-8 6-4-16,5-9-3 0,-3-1-5 15,-1-2 2-15,0-1-6 0,-1-6-11 0,3 0-18 16,5-3-17-16,4-2-11 0,0-2-24 15,7-1-39-15,2-4-53 0,0 1-76 0,0-5-106 16,5 0-217-16,3 0 12 0,3-4 62 16,2-1-93-16,1-3-60 0</inkml:trace>
  <inkml:trace contextRef="#ctx0" brushRef="#br0" timeOffset="30110.53">22348 13811 1745 0,'0'-18'116'0,"-1"5"13"0,1 4-8 16,-2 0-12-16,2 4-11 0,0 5-9 0,0 0 14 15,0 0 23-15,0 0 10 0,-10 38 12 16,8-3 9-16,-2 8-4 0,2 3-3 0,-2 11-8 15,4 0-13-15,0 1-8 16,0-12-10-16,2 3-6 0,0-3-15 0,0-2-9 16,0-1-4-16,-4-5-12 0,2-8-3 15,-2-5-3-15,0-5-12 0,2-1 1 16,0-4-6-16,0-2-4 0,0-3-3 0,2-1-13 16,-2 1-3-16,2-3-20 0,-2-4-41 15,0-3-65-15,0 0-97 0,0 0-118 0,0 0-176 16,0 0-111-16,18-12 73 0,-18 12-265 15,9-9-288-15</inkml:trace>
  <inkml:trace contextRef="#ctx0" brushRef="#br0" timeOffset="30373.47">22779 14489 2498 0,'4'-7'159'0,"-4"7"-18"0,0 0-25 16,0 0-7-16,0 0 1 0,0 0 1 0,0 20 6 16,-2-4-3-16,-5 5-6 0,2 3-14 15,-5 6-3-15,3 3-8 0,-7 1-8 0,3 0-6 16,-5-3-6-16,2 0-4 0,-8 0-11 16,-3 3-1-16,1-10-4 0,1-1-11 0,-2-3-12 15,-1-1-20-15,-1-4-42 16,-2-1-49-16,7-5-66 0,3-4-98 0,2-3-136 15,-1-6-194-15,6-1 45 0,-2-5-224 16,4-4-254-16</inkml:trace>
  <inkml:trace contextRef="#ctx0" brushRef="#br0" timeOffset="30659.27">23226 13679 2282 0,'7'-8'41'0,"-2"5"-9"0,-5 3-5 16,0 0 8-16,7 22 18 0,-7-4 19 16,-1 7 10-16,-5 17 8 0,-2 15 5 15,-5 1-11-15,1 0-4 0,1 1-5 16,-2-2-9-16,1-3-7 0,2-1-4 0,1-3-6 15,4-10-9-15,-4-1-25 0,4-3-30 16,-1-3-51-16,3-6-70 0,-3-7-94 0,4-2-134 16,-1-4-140-16,3-4 48 0,0-3-75 15,7-4-35-15</inkml:trace>
  <inkml:trace contextRef="#ctx0" brushRef="#br0" timeOffset="31023.7">23499 13847 1710 0,'9'-11'118'16,"-4"2"-5"-16,5 2-1 0,2 2-4 16,0 1-1-16,-1 2-4 0,3 2-7 0,0 6-7 15,3 1-4-15,6 10-1 0,-4 5-4 16,-2 6-8-16,-1 1 0 0,-5 3-2 0,-8 2-6 16,1-4-1-16,-6-4 0 0,-1 6-2 15,-3-6 2-15,1-3-2 0,-1-1-7 0,2-6 3 16,0 2-2-16,0-1 7 0,2-2-6 15,2-1 14-15,4 3 2 0,2 4-2 16,0-3 4-16,5 10 3 0,3-1-1 16,-3 3-9-16,2-3 0 0,-1 2-3 0,-5-1 3 15,2 1 5-15,-3-5-4 0,-3-4 3 16,-1-1 0-16,-4-2 5 0,-5 4 6 16,0-4 0-16,-4 1 2 0,-10 2-4 0,-6-2-5 15,-4-3-7-15,1 0-4 0,-4-3-6 16,-4-1-9-16,0-3-14 0,-3-4-25 0,3 0-45 15,4-5-85-15,2-6-137 16,0-4-190-16,1-6-237 0,10-7 44 0,8-3 72 0,7-6-342 16,10-4-392-16</inkml:trace>
  <inkml:trace contextRef="#ctx0" brushRef="#br0" timeOffset="31299.85">24371 13508 2778 0,'3'-6'95'0,"6"6"-15"0,-9 0-13 15,13 9 0-15,-1 3 3 0,0 11-1 16,3 7 6-16,1 5-5 0,2 11-9 16,-6 9-8-16,-2 6 0 0,-7 8-1 0,-3 5-7 15,-1 5 22-15,-9 15 0 0,3 0-2 16,-11-2-6-16,4-22-6 0,-11 12-5 15,-10-7-4-15,-2-6-3 0,1-18-3 0,-16 10-7 16,-7-8-11-16,-4-3-24 0,-8-6-44 16,-1-3-57-16,9-14-92 0,-4-4-129 0,-3-10-237 15,6-8 13-15,3-6 70 0,12-4-165 16,-2-19-141-16</inkml:trace>
  <inkml:trace contextRef="#ctx0" brushRef="#br0" timeOffset="31643.35">21516 12897 1714 0,'-75'14'-28'16,"-18"14"26"-16,-4 13 35 0,-2 8 25 16,0 12 23-16,4 9 24 0,5 7 24 15,8 5 21-15,14 4 16 0,12 0 17 0,17 3 0 16,14 2 2-16,17-14 0 0,12 2-4 16,16 15-11-16,17-3-7 0,10-5-11 0,16-4-13 15,12-3-12-15,3-7-24 0,6-5-12 16,4-6-36-16,-2-2-42 0,-2-9-66 0,-3-5-79 15,-22-15-91-15,-4-3-132 0,-8-8-237 16,-12-7 46-16,-9-6 56 0,-10-5-172 0,-1-2-157 16</inkml:trace>
  <inkml:trace contextRef="#ctx0" brushRef="#br0" timeOffset="86400.77">19475 6354 606 0,'-2'-10'31'0,"2"10"-15"16,-7-10 25-16,3 3-35 0,1 0 14 0,-3 0 7 15,0-2-3-15,-2-1 13 0,3 2 2 16,-3-1 2-16,1-3 1 0,0 4 1 16,-4-4 0-16,4 0-4 0,-3 1-6 15,-1-2-5-15,-2 0 8 0,-1 2 0 0,-1-3-1 16,-1 2-1-16,0 0-5 0,-13-2-1 16,2 1 0-16,1-3 0 0,-5 3 3 0,1 0-3 15,-1 1-3-15,1 2 2 0,-1-2-5 16,-1 2 2-16,0 1-6 0,-3 2 2 15,1-1 2-15,4-2-8 0,-1 6 3 0,-5-1-1 16,8 0 1-16,1 3-2 0,-2-1-6 16,2 1 1-16,1 0 4 0,-1 2-3 0,-2 2 1 15,2-2 0-15,1 2-1 16,-2 0-2-16,-11 1 0 0,3 2 3 0,2 1-6 16,0 1 2-16,-1 0-3 0,1 2 0 15,0-1-3-15,0 3 5 0,2 0-3 0,-4 4 4 16,4-2-3-16,2 2 1 0,-3 1 0 15,5 1-4-15,-3 0 6 0,4 2-5 0,2 2 4 16,0-1-4-16,0 2 4 0,3-1-2 16,0 3-2-16,5 0 2 0,-1 0 3 0,1 0-3 15,6 2 3-15,1-3 1 0,3-1 2 16,-2 5 3-16,0-1-1 0,6-4 1 16,-1 2 3-16,0 0 2 0,2 2 1 0,2 0 2 15,0-1-2-15,0 1 2 16,2 10 0-16,2 0 0 0,0-2 4 0,-1 0-4 15,6 1 0-15,-4-3 1 0,3 3-2 16,1-1-2-16,-1 0 0 0,1-1 2 0,2-1-3 16,1-1 2-16,1-2 3 0,1 3-4 15,-1-5 8-15,3-1-11 0,0-1 3 0,2-1 0 16,1-3-1-16,2 1 5 0,-2-1 1 16,3-1 4-16,3-1 3 0,0-2 5 0,0 0 4 15,6-1 1-15,-1-1 1 0,2 0-2 16,5-2-1-16,-1-2-1 0,0 0-3 15,1-1-5-15,0-1 2 0,3-1-3 0,-2-1-1 16,0-2-3-16,1 1-4 0,-9-5 0 16,1 3 0-16,-3-4 1 0,3 0 1 15,-3 0-3-15,12-4-1 0,2-1-2 16,-3-2 5-16,0 0-8 0,1-1 1 0,1-2 4 16,0-1-3-16,-1 1-3 0,-2 0 6 15,-2-1 1-15,-4 3 4 0,0-2 1 0,2-1 7 16,-7-1 6-16,0 0 0 0,-4 2 5 15,-1 0 4-15,-6-2 2 0,4 0-2 0,3-6-3 16,-1-1 3-16,-1-1-1 0,0-2-11 16,-2-2 2-16,-2-4 1 0,5 2-11 0,-6-1 2 15,2 1 4-15,-2 1-1 16,0-1-6-16,1 0-7 0,-3 1 4 0,-3 4 0 16,-2 2-1-16,3-8-7 0,-5 3 5 15,4-5-9-15,-2 0 4 0,-6 1 0 0,1-7-1 16,0-2-2-16,0-1 0 0,-6-1-14 15,2 3 6-15,-2-2 4 0,2 10-2 16,-4-10-2-16,0 11 2 0,-3-5-4 0,-1 2 4 16,-5 1 1-16,-5 2-8 0,0 1 1 15,-7 1 9-15,-13-1-11 0,-6 0 4 0,-12 4 1 16,0-1-5-16,-9 3 3 16,1 3 1-16,8-3-2 0,4 7 1 0,14 3-3 0,2 1 6 15,13 2-9-15,0 2-6 16,9 1 1-16,-2 0-28 0,3 3-20 0,-3-1-21 15,3 4-39-15,-3 3-49 0,2-1-68 16,-4 1-101-16,2 2-245 0,2 0 54 0,3-3 59 16,3 3-111-16,2-2-80 0</inkml:trace>
  <inkml:trace contextRef="#ctx0" brushRef="#br0" timeOffset="96177.97">13502 11186 1500 0,'-11'-3'-36'0,"3"1"16"0,8 2 9 15,-12-7 26-15,7 4 17 16,-1-1 23-16,6 4 13 0,-9-10 7 0,5 5 16 15,1 0 12-15,0-4 14 0,1 1 9 16,2-3 1-16,5 0-5 0,-2-1 1 0,7-3-10 16,1 2-2-16,4 1-6 0,9-5-9 15,0 2-11-15,4 1-2 0,3 3-10 0,-5 5-10 16,-1 0-6-16,-1 6-9 0,1 0-3 16,-2 6-4-16,8 2-7 0,-2 6 0 0,-4 2-6 15,-8 7-3-15,-2 1-3 0,-8 0 0 16,-3 0 1-16,-6 0 2 0,-2 2 1 15,-7 5-2-15,-4-1 0 0,-4 0 11 16,2-4 9-16,-4-2 5 0,4-4-5 0,1-3 6 16,5-4-1-16,5-4 1 0,-1 0 12 15,3-2 12-15,3-2 3 0,1 1 5 16,0-6-6-16,5 9-4 0,6-2-3 0,9 0-6 16,-2 0-5-16,7-2-4 0,7 1-6 15,2 2-4-15,1-1-12 0,-5-2 6 0,-3-1-8 16,0-1-4-16,-2 0-5 0,0 1-2 15,-7-3-3-15,1 1-4 0,-2 0-8 0,-3 0-4 16,1-2-11-16,-5 1-15 0,-1-1-28 16,-9 0-40-16,16 0-69 0,-16 0-76 0,11 0-100 15,-11 0-172-15,5-5-97 16,-5 5 71-16,6-9-283 0,2 1-306 0</inkml:trace>
  <inkml:trace contextRef="#ctx0" brushRef="#br0" timeOffset="96870.28">15136 10989 2206 0,'-4'-13'-10'0,"1"4"20"0,-1 0 20 16,2 4-3-16,2 5-10 0,0 0 0 0,0 0 0 15,0 0 11-15,0 0 18 0,-7 36 16 16,5-8 0-16,2 13 2 0,4 3 0 15,-1 11-4-15,3 3 0 0,-1-1-9 16,-1-3-4-16,1-9-2 0,-1 0-7 0,-1-4-4 16,1-1 0-16,0-4-5 0,-3-9-3 15,1-7-2-15,2-1 0 0,-2-4-4 0,0-4 1 16,-2 1 4-16,2-3-2 0,-2-1 2 16,0-2-1-16,0-6-4 0,0 0-2 0,0 0-3 15,0 0-3-15,-15-26-4 0,6 7-2 16,-11-7-1-16,3 1-3 0,-6-1-1 0,-2 3-2 15,-1 2 1-15,-5 3 0 0,1 4 0 16,-3 0 1-16,5 1 1 0,-5 4 0 16,8 1-3-16,5 1 4 0,3 1-1 15,4 4 0-15,-1-2 5 0,5 1 7 0,-1 1 2 16,10 2 13-16,-12-5 7 0,12 5-4 16,0 0-2-16,0 0-2 0,41-11-4 0,-3 6-1 15,5 0-3-15,5 1-10 0,11-2-6 16,1-1-6-16,0 0 0 0,-1 0-4 15,-13 0-6-15,-3 0-2 0,0 1 1 0,-5 0 5 16,-12 1 0-16,-2 2 1 0,-10 1-2 16,0 0-2-16,-3 2 4 0,-2 2-3 0,2 3 1 15,-8 0 2-15,1 4 4 16,0 5 2-16,-4-1 1 0,2 7 1 0,-2-2-2 16,0 4 1-16,0-3 7 0,1 5-3 15,1-2 6-15,2-1 0 0,1 0 11 0,-1-6 2 16,6-1 1-16,1 0 0 15,5-2-2-15,-1-6-4 0,3-1-1 0,-4-1 2 0,8-6-4 16,-6-1 0-16,5-4 0 0,6-8-6 16,-2-4-2-16,-5-4-1 0,2-4-6 0,-7-4 0 15,-4 0 3-15,-1 1 2 0,-7 3-6 16,-3 4 0-16,-3 2-7 0,-5 2 2 0,-3 2-2 16,-12-2-7-16,-2 4-7 0,-3 4-24 15,-3 4-30-15,4 4-39 0,1 3-53 16,2-1-79-16,0 2-119 0,5 1-139 15,4-1 45-15,3 1-126 0,7 0-85 16</inkml:trace>
  <inkml:trace contextRef="#ctx0" brushRef="#br0" timeOffset="97210.53">16588 11049 1837 0,'-8'-14'97'0,"4"3"17"16,3 2 19-16,1 0-7 0,1 2-7 0,1 2-9 15,5 2-15-15,2-1-11 0,2 4-12 16,7 4-5-16,0 4-5 0,9 8-8 0,-2 6-4 16,-2 5-10-16,-7 0-3 0,0 1-8 15,-8-1-1-15,-7-4 0 0,-2 4-1 16,-5-4 1-16,-3 6 1 0,-3-2 6 15,3-3 12-15,-1-5 8 0,2-2 16 0,2-1 10 16,-1-2 8-16,5-3 8 0,0 0 7 0,1-2 13 16,2-2-1-16,7 1-10 0,5-3-9 15,8 0-17-15,6-1-28 0,12-1-47 16,4-3-69-16,0 2-79 0,2-4-87 16,-4 0-101-16,3 1-158 0,-4-3-78 0,-7 4 59 15,-6-2-202-15,-7 2-202 0</inkml:trace>
  <inkml:trace contextRef="#ctx0" brushRef="#br0" timeOffset="103230.66">17146 12623 1883 0,'-12'5'9'0,"9"-3"38"0,3-2 25 0,-6 3-2 15,6-3 2-15,0 0 4 0,0 0 6 16,29-1 0-16,-10-1-4 0,17-3-3 16,0 0-9-16,6 0-2 0,0-1-9 0,-2 3-6 15,3 0 0-15,-4-3-9 16,-6 5-8-16,-7-1-11 0,0 2-18 0,-3 0-24 16,-3 0-29-16,-4 2-38 0,-2-1-30 15,-3 3-52-15,-3-1-60 0,-4 1-138 0,-4-4-272 16,0 0-136-16</inkml:trace>
  <inkml:trace contextRef="#ctx0" brushRef="#br0" timeOffset="103456">17182 12722 1714 0,'-9'6'35'0,"3"-2"38"16,-2-2 17-16,8-2 9 0,-5 4 12 15,5-4 23-15,0 0 19 0,0 0 30 16,0 0 5-16,0 0 4 0,0 0-8 0,21 6-11 15,-1-6-21-15,5 3-14 0,6-3-16 16,8 0-14-16,8 1-15 0,-6-1-25 0,2 0-16 16,-7-1-41-16,-8 1-30 0,1 0-38 15,-2-3-33-15,-5 3-28 0,-3 0-25 0,-4-1-31 16,-1 1-36-16,-5-2-66 0,1 1-115 16,-10 1-111-16,4-6 44 0,-4 6-98 15,0 0-59-15</inkml:trace>
  <inkml:trace contextRef="#ctx0" brushRef="#br0" timeOffset="109824.89">18062 12784 1738 0,'-17'2'98'15,"6"0"1"-15,3 0-9 0,0-1-8 0,8-1 5 16,-9 3 19-16,9-3 21 0,0 0 14 16,0 0 11-16,0 0 14 0,17 9-4 15,2-7-15-15,8 1-11 0,16-1-9 16,4 0-15-16,2 0-11 0,1-4-8 0,1 0-13 15,-2-3-3-15,-1 1-12 0,-3 1-5 16,-4-2-9-16,-5 0-7 0,-5 0-7 0,-6 1-7 16,-7 3-10-16,2-3-12 0,-8 1-30 15,0 1-52-15,1 0-65 0,-5 0-90 0,-8 2-107 16,12-3-242-16,-12 3 45 0,3-4 61 16,-3 4-159-16,10-4-127 0</inkml:trace>
  <inkml:trace contextRef="#ctx0" brushRef="#br0" timeOffset="110217.92">18976 12491 1975 0,'-1'-19'134'0,"-1"4"13"16,0-1 30-16,0 7 22 0,2-2 11 0,0 4-7 16,0-2-14-16,4 2-19 0,-1 0-15 15,1 4-17-15,6 0-11 0,1 1-14 0,2 4-12 16,7 1-10-16,-1 2-14 0,1 6-12 15,0 1-10-15,-5 1-4 0,0 2-9 16,-4 3-8-16,-2 2-4 0,-6-6-7 0,-1 2 1 16,0 1-1-16,-2-3-4 15,0 1 1-15,0-1-2 0,0 1 2 0,2-1-8 16,0 1 9-16,3 1-2 0,3 2 3 16,4-2 0-16,-1 1-3 0,6 4 1 0,4 1-1 15,-2 0-3-15,2-1-1 0,-2 0-3 16,-2-4-1-16,-6-2-4 0,3 0 2 15,-4 3-2-15,-5-5-3 0,1 3 0 0,-4-3 0 16,-4-1 13-16,-2 4 3 0,-5-2 12 0,-11 5 1 16,-5-2-3-16,-5-2 3 0,-4-1-1 15,-4-2-3-15,-2-1-3 0,-1-2-5 0,2 0-8 16,1 0-18-16,4-2-41 0,3-3-76 16,10-1-92-16,4-2-113 0,3-1-209 15,2 0-103-15,1-4 75 0,4 0-357 16,7 4-400-16</inkml:trace>
  <inkml:trace contextRef="#ctx0" brushRef="#br0" timeOffset="123175.08">13047 16902 3936 0,'-10'3'74'0,"10"-3"-78"0,0 0 25 0,-9 3-10 15,9-3-19-15,0 0 20 0,0 0 20 16,0 0 6-16,0 0-2 0,0 0-4 0,0 0-2 16,0 0 0-16,42-6-9 0,-21 5-7 15,-2 1 3-15,2 1 0 0,-2 2-12 16,-1 2 4-16,-2 3 0 0,2 3-3 15,-5 3-7-15,-2 1 3 0,-1 0-1 0,-6 2 5 16,-3 2-4-16,1 0 0 0,-2 5 4 16,0 2 4-16,-2-2-3 0,-1 1 1 15,-1 0 1-15,0-2-3 0,3 0 1 0,-6-1 6 16,1-1 12-16,3-3 7 0,-3-2 19 16,3-1 20-16,-3-3 17 0,1-1 17 0,-2-2 4 15,-4 0 7-15,1-2 1 0,-1 0 6 16,-4 0 8-16,1-1 7 0,3-2-1 15,2 1 4-15,0-2-3 0,-2 1-12 0,11-4 0 16,-11 7-6-16,11-7-2 16,-6 6-7-16,6-6-7 0,0 0 1 0,0 0-16 15,28 11-2-15,-5-9-8 0,6 0-13 16,2 0-13-16,8-2-14 0,-5 1-8 0,-3-1-12 16,-1 3-5-16,-3-3-7 0,-4 0-11 15,0 1 0-15,-4 1-4 0,-1-2 5 16,-6 1 4-16,0 1-11 0,0 0-2 15,-12-2-1-15,14 0-1 0,-14 0-12 0,14 1-18 16,-14-1-30-16,0 0-47 0,13 0-61 0,-13 0-87 16,0 0-99-16,0 0-119 0,10 7-217 15,-10-7-61-15,0 0 84 0,8 7-490 16,-8-7-638-16</inkml:trace>
  <inkml:trace contextRef="#ctx0" brushRef="#br0" timeOffset="124746.53">15701 17074 3021 0,'0'0'-92'0,"0"0"21"0,0 0 10 0,-23-5 25 15,17 2 22-15,6 3 37 0,-14-7 22 16,10 0 12-16,-3 2 11 0,3 0 0 16,1-2 9-16,3 7 2 0,-6-15-13 0,4 10 31 15,4-4-14-15,0-2-9 0,4 4 1 16,-1-2-8-16,4-3-12 0,5 4 0 0,5 0-8 16,2 1-9-16,0 6 1 0,8 1-6 15,7 5-8-15,-2 3 0 0,-4 6-1 16,-1 3-5-16,-2 5-11 0,-9 4 8 0,-2 3-4 15,-7 4 2-15,-9-5 4 16,-3 12 9-16,-12 7 19 0,-5-3 30 0,-5 2 32 16,0-1 36-16,-5-4 23 0,1-5 25 15,4-2 25-15,1-9 13 0,7-3 0 0,6-5-10 16,2-5-14-16,-2-2-7 0,4 1-9 16,1-5-12-16,5-1-10 0,1-5-3 15,-2 13-8-15,2-13-12 0,15 9-9 0,-2-3-14 16,11-1-13-16,13 2-8 0,1-2-13 15,6-1-8-15,-2-1-11 0,2 1-7 0,-3-3-11 16,0 2-10-16,-3-2-8 0,-10 1-5 16,-5-1-4-16,-6 0-3 0,-1-1-4 15,-5 2-1-15,-11-2-6 0,19 2-1 0,-19-2-4 16,13 0-3-16,-13 0-7 16,0 0-8-16,16 0-24 0,-16 0-42 0,0 0-74 15,0 0-75-15,0 0-106 0,7-4-96 16,-7 4-125-16,0 0-232 0,0 0-42 0,0 0 95 15,0 0-613-15,0 0-801 0</inkml:trace>
  <inkml:trace contextRef="#ctx0" brushRef="#br0" timeOffset="126835.4">18813 16997 3839 0,'4'-13'-82'0,"-3"4"12"16,-1 2 1-16,0 7 7 0,2-9 6 0,-2 9 14 16,0 0 52-16,0 0 60 0,0 0 41 15,-7 40 16-15,0-6 4 0,-2 2 9 0,2 4 7 16,3 3 5-16,0-1 2 0,-1 0 1 15,1-3 0-15,4 1-5 0,-3-3-4 16,6-8-11-16,-3-6-11 0,0-3-14 0,2-3-11 16,0 0-10-16,-2-6-12 0,2 1-14 15,-2-3-15-15,0-1-37 0,0-8-53 0,2 8-82 16,-2-8-99-16,0 0-113 0,0 0-123 16,0 0-183-16,14-31-43 0,-8 18 78 15,2 1-326-15,0-2-414 0</inkml:trace>
  <inkml:trace contextRef="#ctx0" brushRef="#br0" timeOffset="127164.37">19173 17156 2637 0,'0'0'38'0,"0"0"32"16,-17 32 25-16,7-18 21 0,-7 13 39 15,0-1 25-15,2 3 20 0,0 0-2 0,3 0-11 16,4-5-10-16,5-2-14 0,3-1-10 15,2-5-13-15,3 6-14 0,13 3-11 0,0-4-12 16,5-6-8-16,0-4-15 16,-1-5-8-16,3-2-8 0,-3-3-7 0,-3-1-4 15,1-3-5-15,-4-2-6 0,3-4-3 16,-6-3-3-16,-2-3-8 0,2-4 3 16,-8-1-8-16,1-7-2 0,-5 2-2 0,-2-1-3 15,-5-8-4-15,2 7-3 0,1 6-2 16,-6 2-8-16,2 6-3 0,-2 2-8 0,-3 3-18 15,-1 4-28-15,-1 2-46 0,-3 4-55 16,2 2-67-16,-6 4-82 0,2-1-142 16,2 3-239-16,3-3 52 0,1 2 72 0,8-2-239 15,2-1-290-15</inkml:trace>
  <inkml:trace contextRef="#ctx0" brushRef="#br0" timeOffset="127432.54">19764 16922 2627 0,'0'0'236'0,"-2"-7"-27"15,2 7-18-15,0 0-17 0,0 0-5 16,14 17 5-16,-4 0-7 0,2 11-8 16,1 4-16-16,-1 6-14 0,-1 13-12 0,-4 1-8 15,-1 3-12-15,-8 1-8 0,-4-1-9 16,-5-1-2-16,-5-1-9 0,-4-6-7 15,-3-2-6-15,-6-2-5 0,-1-2-4 0,-4-5-8 16,-6-4-15-16,3-4-28 0,-1-3-50 16,8-7-66-16,-3-4-78 0,10-4-93 15,3-3-137-15,2-4-271 0,4-5 77 0,2 1 67 16,1-3-236-16,0 0-279 0</inkml:trace>
  <inkml:trace contextRef="#ctx0" brushRef="#br0" timeOffset="128214.8">12731 16596 2250 0,'-24'12'-46'0,"-7"9"25"0,-8 15 36 16,1 12 33-16,-7 24 41 0,4 10 32 0,0 7 32 15,10 6 21-15,10 2 12 0,10-3-2 16,9-18 4-16,10-1-4 0,11 11-4 0,10-7-6 15,1-21-12-15,15 6-11 0,5-6-12 16,-4-19-9-16,2-1-11 0,-1-7-21 16,4-4-10-16,-2-4-13 0,-6-4-16 0,-7-4-15 15,-6-2-33-15,-8 0-34 16,-8-4-39-16,-2-5-47 0,0 1-36 0,-9-1-53 16,-3-4-88-16,4 5-160 0,-4-5-196 15,0 0 55-15,0 0-249 0,0 0-321 16</inkml:trace>
  <inkml:trace contextRef="#ctx0" brushRef="#br0" timeOffset="130210.84">12935 17011 2201 0,'0'0'-9'0,"-4"7"10"15,4-7 1-15,0 0 0 0,0 0 10 16,0 0 23-16,0 8 22 0,0-8 14 16,0 0 12-16,0 0 6 0,0 0 5 0,9 5 2 15,-9-5-4-15,20 0 0 0,-20 0-6 16,25-1-10-16,-12-1-5 0,4-2-9 0,3-1-9 15,2 1 0-15,-3-5-10 0,1 0-6 16,0 2 0-16,-4-1-5 0,0-1-4 16,1-1 2-16,-5 1 3 0,-1-2-10 0,-1 0-1 15,-1-1-9-15,-1 2 11 16,-5-1-3-16,3 2 5 0,-1 0-7 0,-2 0 18 16,3 2-13-16,-3-2-4 0,-1 3-2 15,0 1 10-15,-2 5 0 0,6-10-1 16,-6 10-8-16,3-10 0 0,-3 10-3 0,5-6-2 15,-5 6-6-15,0 0-4 0,0 0 4 16,0 0 5-16,0 0 4 0,17 24 3 16,-14-5 4-16,1 5 4 0,4 10 7 0,0 4 6 15,-1 1-1-15,0 2-1 0,4 9 10 16,-2 0-13-16,0 0 3 0,-2-9-6 16,2-2-1-16,-2-1-1 0,1-2 4 0,-3-4 2 15,2-6 0-15,-4-7 0 0,-1-3-2 0,0-1 3 16,2-3-2-16,-4 0 4 0,3-1 2 15,-3-3 1-15,2-2 5 16,-2-6 1-16,2 14 2 0,-2-8 1 0,0-6-3 16,2 10 6-16,-2-10 2 0,0 8-2 15,0-8 1-15,0 0-1 0,0 11 4 0,0-11-6 16,-6 7-4-16,-1-2-5 0,-2 0-4 16,-5 0-1-16,-3 0-3 0,-4 2-1 15,-2-1-1-15,-13 3 3 0,4-2 6 16,-3 0 6-16,1 2 12 0,7-3 18 0,4-3 15 15,7 1 24-15,0-2 0 0,3 0 13 0,-1-1 8 16,5 1-5-16,9-2 0 16,-16 2-8-16,16-2-8 0,0 0-14 0,0 0-8 15,0 0-12-15,0 0-13 0,0 0-3 16,0 0 0-16,50 0-10 0,-8-4-9 16,8 1-10-16,7-2-10 0,2-2-9 0,2 2-11 15,-14 2-10-15,-1-3-2 16,0 1-8-16,-9 4 1 0,-8-3 3 0,-6 2 0 0,-3 0 1 15,-8 1 0-15,1 1 2 0,-13 0 4 16,16-2 4-16,-16 2-6 0,16-1 2 16,-16 1-2-16,0 0-5 0,15 0-2 0,-15 0-19 15,0 0-39-15,0 0-72 16,0 0-90-16,11 0-121 0,-11 0-113 0,0 0-176 16,0 0-225-16,0 0 91 0,0 0 79 15,0 0-500-15,0 0-657 0</inkml:trace>
  <inkml:trace contextRef="#ctx0" brushRef="#br0" timeOffset="132138.87">23960 9351 3020 0,'1'-14'-123'0,"1"-4"35"16,-2 6 27-16,4 0 25 0,-4 2 24 16,0 1 31-16,0 2 39 0,2-1 31 0,-2 1 11 15,0 7 6-15,2-11-8 0,-2 11-2 16,0 0 26-16,0 0 44 0,0 0 17 0,-8 31 9 15,6 5 1-15,-1 5-4 16,-3 1-7-16,2 1-6 0,-2 1-4 0,0-2-4 16,5 2-5-16,-3-3-8 0,0-4-13 15,2 0-7-15,0-3-15 0,1-6-3 0,-1-8-17 16,0-3-11-16,2-2-7 0,-5 0-4 16,5-4-11-16,-2 0-1 0,2-3-8 0,0 1-5 15,0-2-3-15,-1-1-11 0,1 0-7 16,0-6-30-16,0 0-64 0,-4 7-86 0,4-7-128 15,0 0-146-15,0 0-176 0,0 0-152 16,0 0 83-16,17-19-569 0,-7 13-698 0</inkml:trace>
  <inkml:trace contextRef="#ctx0" brushRef="#br0" timeOffset="132392.57">24361 9814 3360 0,'0'0'-67'0,"13"2"9"16,-4 1 11-16,-6 3 19 0,5 1 25 16,-5 3 27-16,3 4 22 0,0 1 27 0,-4 4 15 15,-2 3 11-15,4 4 7 0,-6 1-2 16,-2 8 2-16,-2-1-6 0,-1 0-3 0,-5-3-8 16,-3 0-7-16,-4-4-7 0,0-1-8 15,-4-2-5-15,1-2-5 0,-1-2-10 0,-1-4-10 16,10-3-28-16,-2-5-53 0,5 0-59 15,1-4-87-15,2-2-143 0,8-2-235 16,0 0-2-16,0 0 66 0,6-22-249 16,10-3-243-16</inkml:trace>
  <inkml:trace contextRef="#ctx0" brushRef="#br0" timeOffset="132705.93">24864 9463 2085 0,'4'-10'91'0,"0"-1"31"0,4 3-2 16,-3 2-9-16,4-2-2 16,2 3-7-16,0 1-4 0,4 3-12 0,2 2-3 15,6 5-5-15,8 8-6 0,-3 2-5 16,6 12-4-16,-1 3 0 0,-14-2 7 0,-6 4 9 16,-7 1 0-16,-6-3 5 0,-6 7 13 15,-7-2 14-15,-6 4 16 0,-4-2 13 16,4-9 12-16,0-1 13 0,3-6 2 0,3-3 2 15,4-5 0-15,1-4-5 0,2 0 0 16,0-3-5-16,3 0-8 0,1-2-11 0,2-5-13 16,-2 9-10-16,2-9-10 0,13 10-31 15,-3-7-38-15,7 1-59 0,2-3-76 0,1-1-120 16,11-1-145-16,12-3-185 16,-4 4-187-16,1-1 75 0,2-1 65 0,-2 4-417 15,-7-2-485-15</inkml:trace>
  <inkml:trace contextRef="#ctx0" brushRef="#br0" timeOffset="132935.63">25567 9981 2794 0,'-4'-12'25'0,"4"12"17"0,0 0 0 16,2-6 1-16,-2 6 3 0,0 0 14 16,0 0 13-16,14 13 15 0,-8-3 8 15,1 5 1-15,-3 6 0 0,-1 1-6 0,-1 2-5 16,-6 11 1-16,-1 1-10 0,-6-2-5 15,-5-1-7-15,-5 7-4 0,-3-3-3 16,-7-1-7-16,3-5-3 0,1-7-8 16,-4-2-5-16,6-3-21 0,-3-4-45 0,5-5-62 15,6-3-72-15,1-3-106 0,5-4-163 16,11 0-133-16,-13-11 67 0,13 4-258 0,2-8-247 16</inkml:trace>
  <inkml:trace contextRef="#ctx0" brushRef="#br0" timeOffset="133191.94">26313 9424 2421 0,'0'0'168'0,"0"0"-18"16,0 0 3-16,0 0 24 0,0 0 31 15,-11 16 19-15,8 5 9 0,-7 7-6 0,2 5-7 16,1 2-10-16,-1 1-16 0,1 4-16 15,0-4-15-15,0 2-16 0,1-2-16 0,1 0-12 16,-2-3-11-16,0-1-14 0,3-5-15 16,1-5-28-16,1-3-40 0,0-2-61 0,0-3-80 15,4 0-99-15,0-6-148 0,3 0-202 16,7-3-106-16,-1-4 78 0,4-1-443 16,8-5-520-16</inkml:trace>
  <inkml:trace contextRef="#ctx0" brushRef="#br0" timeOffset="133483.24">26645 9682 2874 0,'0'0'12'16,"0"0"41"-16,-18 8 48 0,6 2 53 15,-3 1 44-15,-1 2 28 0,-4 6 13 0,2-2 3 16,5-2-13-16,1 2-5 0,5-1-11 16,-1-1-10-16,7-3-13 0,2 2-9 0,1-2-10 15,6 0-17-15,5-2-13 16,2 0-14-16,8-1-13 0,10 0-20 0,-5-7-17 15,3 2-7-15,-5-2-7 0,1-4-3 16,-3 0-9-16,0 0-4 0,-3-4-8 0,-6 1-7 16,0-5-6-16,-2-4-5 0,-4-2-7 15,0-4-5-15,-5-3-14 0,-3 1-19 0,-4-1-13 16,-2 2-17-16,-2 0-20 0,-3 6-26 16,-1-1-26-16,-3 5-44 0,0 5-59 0,0 1-91 15,1 2-121-15,-1 1-198 0,3 0-49 16,11 2 77-16,-13-1-454 0,13 1-537 15</inkml:trace>
  <inkml:trace contextRef="#ctx0" brushRef="#br0" timeOffset="133799.2">27411 9182 2806 0,'4'-17'-31'0,"3"3"18"0,1 3 6 0,5 5 2 15,7 3-2-15,-2 1 30 0,14 10 24 16,5 6 26-16,1 13 20 0,2 9 15 16,-4 16 6-16,3 19 2 0,-17-8-8 0,-8 4 1 15,-10 3-5-15,-6 3 1 0,-10 3-12 16,-10 21-4-16,-9-7-8 0,-3-1-2 0,-5-8-8 15,-4-5-3-15,-7-5-3 0,-1-6-8 16,-1-5-13-16,11-15-19 0,-6-4-49 0,4-7-65 16,-3-3-87-16,1-5-113 0,-4-6-167 15,2-6-119-15,5-5 61 0,-3-6-266 16,-2-1-268-16</inkml:trace>
  <inkml:trace contextRef="#ctx0" brushRef="#br0" timeOffset="134230.31">23364 8762 2081 0,'-47'8'-43'16,"-17"11"39"-16,-18 17 37 0,0 15 44 15,2 13 39-15,0 13 49 0,7 9 34 16,11 5 26-16,10 5 9 0,16 3 5 0,16-1 0 16,18-19-2-16,13 13-1 0,17-5-13 15,18-4-12-15,13-7-18 0,9-7-20 16,13-6-15-16,-1-10-16 0,-1-3-23 0,0-8-28 16,-3-5-45-16,-19-8-68 0,-11-7-109 15,-10-5-133-15,-9-3-145 0,-9-4-216 16,-6-1-4-16,-8-3 71 0,-4-1-378 0,0-5-416 15</inkml:trace>
</inkml:ink>
</file>

<file path=ppt/ink/ink3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5-09-21T02:36:10.726"/>
    </inkml:context>
    <inkml:brush xml:id="br0">
      <inkml:brushProperty name="width" value="0.05292" units="cm"/>
      <inkml:brushProperty name="height" value="0.05292" units="cm"/>
      <inkml:brushProperty name="color" value="#FF0000"/>
    </inkml:brush>
  </inkml:definitions>
  <inkml:trace contextRef="#ctx0" brushRef="#br0">18395 15509 2215 0,'-4'-4'381'0,"4"4"-99"0,-9-6-55 0,9 6-21 0,0 0-35 0,-6-5-36 16,6 5-42-16,0 0-13 0,0 0-6 0,0 0-8 16,0 0-3-16,17 24-6 0,-6-12-6 15,1 3-3-15,3 1-5 0,-1-3-3 0,1 3-6 16,-1-5-13-16,0 1 7 0,-4 0-1 16,2-5-3-16,-5 1-3 0,2-4-9 0,2 2 25 15,-6-2 20-15,-5-4 9 0,15 6 22 16,-15-6 7-16,16-2 4 0,-16 2-6 15,12-6 1-15,-1-2-14 0,-8 0-7 16,7-5-7-16,-7-5-7 0,3-3-6 16,-3-11-5-16,0 1 1 0,-3 4-16 0,0-3-5 15,0 4-1-15,2 0-27 0,-2 7-28 16,0-1-41-16,2 7-49 0,0 1-50 0,-2 1-51 16,2 4-38-16,-2 2-44 0,0 5-54 15,5-5-77-15,-5 5-90 0,0 0-53 16,0 0-275-16,15 17-336 0</inkml:trace>
  <inkml:trace contextRef="#ctx0" brushRef="#br0" timeOffset="200.86">18833 15379 2410 0,'2'-6'108'0,"-2"6"44"16,3-8 27-16,-3 8 4 0,0 0-5 0,0 0-18 15,0 0-3-15,0 0-16 0,0 0-14 16,0 0-14-16,14 28-9 0,-10-12-19 15,2 4-28-15,0 0-39 0,0 1-52 0,-3 1-66 16,3-2-51-16,-2 1-63 0,-3-6-67 16,3 2-64-16,-2-5-86 0,0-1-95 0,1-3-185 15,0-1-204-15</inkml:trace>
  <inkml:trace contextRef="#ctx0" brushRef="#br0" timeOffset="333.42">18872 15219 2032 0,'-10'-22'80'0,"0"5"20"16,5 3 11-16,-1 1-5 0,3 4-11 0,-4 0-13 16,3 3-20-16,3-1-46 0,1 7-59 15,-4-10-71-15,2 6-105 0,2 4-146 16,0 0-296-16,0 0-157 0</inkml:trace>
  <inkml:trace contextRef="#ctx0" brushRef="#br0" timeOffset="749.77">19112 15370 1919 0,'4'10'68'0,"-1"-1"26"0,1 0 35 15,2 1 28-15,-3-3 26 0,-1 2 9 0,5-1 18 16,-4-2 11-16,1 5 12 0,0-2 1 16,-1-1-3-16,-1 1 0 0,-2-1 1 0,2 3-4 15,-4-3-11-15,0 1-7 0,1 1-12 16,-1-1-19-16,-4-1-13 0,1-1-9 0,-2-2-22 15,7-5-10-15,-13 5-15 0,13-5-11 16,-19-8-8-16,4-6-11 0,-2-12-4 16,2-5-16-16,-3 0-3 0,7 1 3 0,1 2-9 15,4 6-7-15,1 5-6 0,1 1-5 16,4 7-4-16,0-1-5 0,4 4-3 16,1 0-9-16,-5 6 2 0,16-1-9 15,-16 1-3-15,23 3-8 0,-6 2-8 0,2 0-2 16,2 2 1-16,0 0-4 0,0-2 6 15,-2-1-1-15,-4 1 3 0,5-2 0 0,-6 1 4 16,-1-4 1-16,3 2 1 0,-5-2 1 16,-11 0 3-16,23-4-4 0,-12 0-2 0,1-1-12 15,-2-2-23-15,0 2-28 0,-3-7-32 16,2 2-28-16,-1-2-42 0,-5-3-50 16,2-2-65-16,1-1-49 0,-4-5-62 15,1 0-92-15,-1-2-118 0,2 2-42 16,-1 0 72-16,1 5-305 0,1 3-367 0</inkml:trace>
  <inkml:trace contextRef="#ctx0" brushRef="#br0" timeOffset="1368.91">20287 14802 2712 0,'-4'-12'147'0,"1"5"9"0,-1 1-12 0,0 0-7 0,4 6 13 0,0 0 9 0,0 0 4 0,6 29-7 0,-2-4-6 15,1 12-4-15,4 6-6 16,0 9-3-16,2-2-4 0,-3 0-5 0,0-10-5 16,1 1-5-16,-6-3-7 0,5-2-3 15,-2 0-2-15,-4-8-3 0,2-8-6 16,-2-1-9-16,0-4-9 0,-1-3-2 0,1 0-11 15,-2-3-3-15,2-1-5 0,0 0-2 16,0-1-12-16,-2-7-13 0,0 0-20 0,0 0-12 16,0 0-8-16,0 0-2 15,0 0 1-15,-17-32 4 0,9 19 3 0,-1 1 3 0,-1 0 6 16,1 2 4-16,-3 1-3 0,3 5-5 16,-3 1 0-16,12 3 1 0,-24 5-4 15,8 2 2-15,1 3-1 0,1 4 1 16,2 1 7-16,0 1 4 0,2 1 4 15,3 3 6-15,1-3 2 0,5 0 0 0,1 1 3 16,1-1-1-16,1 1-9 0,2-3 3 16,1 0-2-16,3-1-1 0,-1-2-3 0,3-2-6 15,1-1-19-15,3-1-37 0,-3-6-50 16,4 0-65-16,3-6-88 0,3-2-101 0,6-10-122 16,2-1-141-16,3-12-84 0,-2 0 75 15,1-2-399-15,-3-6-496 0</inkml:trace>
  <inkml:trace contextRef="#ctx0" brushRef="#br0" timeOffset="1602.02">20739 14601 2714 0,'-6'-4'51'16,"6"4"71"-16,0 0 45 0,0 0 40 0,-19 25 32 0,15-7 14 0,-1 14 7 15,-1 11 0-15,3 12 1 0,-1 4-27 16,-5 2-12-16,6 3-26 0,-3 1-14 15,1-1-23-15,-1-2-14 0,3 0-13 0,1-2 2 16,2-14-36-16,-3-2-18 0,3-6-26 16,3-8-37-16,-1-6-36 0,-4-5-41 0,4 0-39 15,-2-6-43-15,1-2-55 0,3-4-70 16,0-6-57-16,-4-1-74 0,0 0-87 16,19-17-129-16,-8-1-7 0,9-8-386 15,5-10-483-15</inkml:trace>
  <inkml:trace contextRef="#ctx0" brushRef="#br0" timeOffset="1833.81">20964 14983 2667 0,'0'0'36'15,"-15"0"52"-15,15 0 46 0,-17 8 42 0,11 1 29 16,-7 4 20-16,-7 8 13 0,9-1 5 16,-5 3-4-16,7 0-13 0,4-3-11 0,-1-3-23 15,4 1-15-15,0 2-17 16,2-3-15-16,2 2-13 0,6-1-11 0,-3-2-14 15,1-2-6-15,4-3-9 0,-3 1-15 16,3-4-33-16,-3-4-38 0,3 0-51 0,1-1-64 16,-2-3-77-16,-9 0-75 0,29-3-66 15,-17-1-86-15,3-2-105 0,-1 0-120 16,-5 0 21-16,2 0-380 0,-1 3-474 0</inkml:trace>
  <inkml:trace contextRef="#ctx0" brushRef="#br0" timeOffset="2085.41">20158 16191 3444 0,'-23'9'493'0,"6"-1"-27"0,1-5-8 0,5 1-19 15,6 0-25-15,5-4-29 0,0 0-24 16,0 0-37-16,38-25-27 0,13 0-34 0,10-4-26 15,19-10-43-15,4-1-65 0,2-1-74 16,-9 4-82-16,0 2-88 0,-18 10-80 0,0 2-69 16,-12 2-79-16,-8 8-93 0,-5 0-101 15,-10 7-108-15,-12 4-152 0,0 2 74 16,-12 0-596-16,3 10-775 0</inkml:trace>
  <inkml:trace contextRef="#ctx0" brushRef="#br0" timeOffset="2549.75">16604 17330 4112 0,'-8'3'232'0,"8"-3"-28"0,0 0-18 0,0 0-21 0,23-43-9 0,15 8-7 0,23-21-15 0,17-6-12 15,12-4-9-15,11-1-13 0,7-1-22 0,37-16-69 16,-26 20-86-16,-3 4-82 0,6 5-64 15,-2 9-91-15,-8 2-103 0,-3 9-135 16,-14 7-115-16,-25 10 66 0,-4 0-334 0,-10 8-416 16</inkml:trace>
</inkml:ink>
</file>

<file path=ppt/ink/ink4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5-09-20T03:50:41.176"/>
    </inkml:context>
    <inkml:brush xml:id="br0">
      <inkml:brushProperty name="width" value="0.05292" units="cm"/>
      <inkml:brushProperty name="height" value="0.05292" units="cm"/>
      <inkml:brushProperty name="color" value="#FF0000"/>
    </inkml:brush>
  </inkml:definitions>
  <inkml:trace contextRef="#ctx0" brushRef="#br0">11852 8026 3799 0,'-11'3'341'16,"2"3"-121"-16,4-3-62 0,-6-1-25 15,6 2-10-15,5-4 4 0,0 0 7 0,-13 0-9 16,13 0-10-16,0 0-14 0,-2-20-7 15,11-1-11-15,14-26-10 0,17-26-10 0,21-14-6 16,13-16-1-16,39-37-11 0,9-7-9 16,5-1-7-16,3 0-25 0,-2 5-6 0,-1 0 6 15,-3 8 0-15,-6 7 14 0,-32 36 9 16,-3 2 12-16,-11 10 11 0,-13 15 6 16,-18 19 11-16,-6 7 20 0,-7 6 29 15,-8 9 18-15,-7 9 7 0,-1 1-5 0,-3 4-14 16,-4 1-14-16,4 3-11 0,-6 0-12 15,5 0-37-15,-5 1-51 0,-1 1-62 0,-2 4-82 16,8-4-103-16,-8 4-137 0,0 0-170 16,0 0-256-16,0 0 70 0,1 21 78 0,-4-11-567 15,-1 0-695-15</inkml:trace>
  <inkml:trace contextRef="#ctx0" brushRef="#br0" timeOffset="316.8">13134 5854 3935 0,'-12'-2'323'16,"3"0"-33"-16,9 2-23 0,-10-1-31 0,10 1-20 16,0 0 4-16,0 0 4 0,24-9 5 15,-1 6-13-15,15-1-24 0,10 0-15 0,0 0-25 16,1 4-16-16,1 4-16 15,-3 2-9-15,-4 4-14 0,0 7-11 0,-10 2-4 0,-7 5-11 16,-2 7-5-16,-5 8-2 0,-10-3-11 16,-3 3-1-16,-6 2-3 0,-4-1-2 0,-3 0-7 15,-4-1-9-15,0 0-18 16,-2-4-30-16,1-4-53 0,1-5-61 0,4-4-87 16,0-8-122-16,4-4-143 0,-1-2-162 15,0-3-176-15,4-1 69 0,0-4 76 0,0 0-563 16,0 0-700-16</inkml:trace>
  <inkml:trace contextRef="#ctx0" brushRef="#br0" timeOffset="11548.38">5006 7928 3030 0,'-4'11'124'0,"0"1"16"0,-6 5-40 15,-3 12-42-15,-1 6-3 0,0-3 5 16,-2 4 5-16,-1-3-4 0,6 2-8 0,-3-2-1 15,5-2 1-15,2-7-12 16,0-4-2-16,2-5-7 0,1 0 0 0,2-3-5 16,0-2 3-16,-1-3 5 0,1 0 3 15,0-4-12-15,2-3-4 0,0 0-2 0,0 0 3 16,-19-13-4-16,11-1-3 0,-2-5-2 16,-1-10-3-16,0-2-4 0,-3 2 9 15,5 5-11-15,1 6 16 0,2 3 11 0,2 1 5 16,1 4-1-16,-3 0-5 0,2 3-9 15,2 2-2-15,2 5-2 0,0 0 9 0,0 0 6 16,0 0 2-16,0 0 3 0,25 15-5 16,-10-5-4-16,8 8 2 0,4-1-1 0,2 1-12 15,1 0 9-15,4-1-4 16,-3-2-3-16,1 1-3 0,-5-5-1 0,-4 1-8 16,-4-6 6-16,-6 0 2 0,0-1 3 15,-2-1-5-15,1 0 16 0,-6 0 25 0,-6-4 0 16,0 0-6-16,0 0-4 0,0 0 0 15,0 0-4-15,0 0-6 0,0 0-3 16,-18-17-1-16,9 13-5 0,-2 0-4 0,1 0 0 16,-1 4-3-16,0-4 1 0,-1 0-2 15,3 2 0-15,-1 0-2 0,0 1-4 16,10 1-2-16,-18-4 3 0,7 3-7 0,11 1 4 16,-18-2-3-16,11 2-3 0,7 0 2 15,-16-3-1-15,16 3 7 0,-13 2 10 16,13-2 8-16,0 0 6 0,-14-2 3 0,14 2 0 15,0 0-3-15,-9-2-2 0,9 2-3 16,0 0-6-16,0 0 0 0,2-14-2 0,-2 14-5 16,13-15-1-16,-5 6-28 0,1 1-31 15,-1 1-46-15,-1 0-59 0,-1 3-90 16,2-2-106-16,-3 4-136 0,-5 2-223 0,0 0 59 16,0 0 68-16,0 0-357 15,0 0-413-15</inkml:trace>
  <inkml:trace contextRef="#ctx0" brushRef="#br0" timeOffset="15063.18">14605 3213 2812 0,'-6'-8'171'0,"2"3"39"0,4 5 21 0,0-12-5 0,0 12-6 0,0 0-24 15,0 0-24-15,0 0-19 0,0 0 18 16,0 0 9-16,0 0 0 0,13 43-10 16,-1-14-17-16,3 3-10 0,3 2-14 0,4 6-10 15,-3-1-10-15,2 1-14 0,-4-8-8 16,-1 1-9-16,-1-2-3 0,0-4-10 16,-4 0-3-16,0-4-6 0,-4-6-7 0,-2-3-4 15,1-1-9-15,-2-1 0 0,-1-2-1 16,-1-1-3-16,1-1-4 0,1 0 4 0,-2-1-4 15,-2-7 2-15,0 0-8 0,-2 8 0 16,2-8-2-16,0 0-3 0,0 0-1 0,-33-11-2 16,14 3-3-16,0-2-2 0,-8-4 5 15,1 5-9-15,5 3-2 0,-1-1-2 16,1 0 0-16,3 4 4 0,-2 3-6 0,6 0 2 16,-6 3-4-16,4 2 11 15,-2 5 2-15,5-1 4 0,3 3 1 0,2 1 7 16,1 2 7-16,5-1 10 0,2 1 8 15,0 2 3-15,8 0 5 0,1 0 5 0,5 0-2 16,6 1-1-16,5-1 2 0,2-1-8 16,0-3-6-16,-4-5-5 0,-1-1-1 0,-3 0-6 15,2-4-6-15,-4-1-5 0,2 0-39 16,-4-2-42-16,1 0-45 0,-1 0-51 16,0-4-68-16,-2 2-77 0,-1-1-89 0,3-2-71 15,-3 0-94-15,-3 0-102 0,1-2-64 16,-5-2 64-16,4-4-452 0,-4 1-578 15</inkml:trace>
  <inkml:trace contextRef="#ctx0" brushRef="#br0" timeOffset="15253.32">14944 3589 3133 0,'0'-14'78'0,"-2"2"66"0,0 2 54 16,2 0 38-16,0 10 28 0,0-12 18 0,0 12 10 0,2-6-26 16,-2 6-8-16,0 0 2 0,0 0 0 15,17 0-16-15,-17 0-23 0,21 12-23 0,-7-1-16 16,-2 0-20-16,2 5-15 0,-1-3-30 15,1 3-61-15,-1 0-61 0,-4-3-64 0,3 3-71 16,-2-5-77-16,-1 0-100 0,-3-2-109 16,-2-1-122-16,1-1-188 0,-3-2 22 15,0 0 67-15,-2-5-434 0,6 5-553 16</inkml:trace>
  <inkml:trace contextRef="#ctx0" brushRef="#br0" timeOffset="15414.84">15043 3371 2921 0,'-12'-16'157'0,"1"3"72"0,-1 1 43 16,7 3 24-16,-3 2 13 0,1-1-11 16,1 3-27-16,-2-2-28 0,8 7-35 15,-7-9-60-15,7 9-74 0,-6-5-81 16,6 5-80-16,0 0-113 0,0 0-132 0,15 19-164 16,-9-5-194-16,0 1 63 0,-2 2-389 15,-1 0-491-15</inkml:trace>
  <inkml:trace contextRef="#ctx0" brushRef="#br0" timeOffset="15698.19">15055 3496 2837 0,'3'4'118'16,"-3"-4"62"-16,0 0 30 0,0 0 23 16,0 0 13-16,0 0 15 0,0 0 23 15,18 2 33-15,-18-2 13 0,16 4-6 0,-2 0-12 16,3 0-17-16,0 0-22 0,8 1-25 16,-2 1-31-16,1-1-24 0,0 0-17 15,-1-1-19-15,-1 2-9 0,-5-2-18 0,1 1-14 16,-1-3-12-16,-4 2-13 0,0 0-8 0,-3-2-4 15,2-1-7-15,-12-1-6 16,14 2 0-16,-14-2-41 0,0 0-25 0,18-7 0 16,-18 7 0-16,6-13 0 0,-6 1 0 15,0-2 0-15,0-5 0 0,-2-5 0 16,-4-9-74-16,2 4-31 0,2 5-28 0,-4 4-45 16,2 2-40-16,3 3-50 0,-1 3-68 15,0 2-75-15,0 1-68 0,0 1-75 16,2 3-105-16,0 5-78 0,0-12 66 0,4 8-475 15,-4 4-612-15</inkml:trace>
  <inkml:trace contextRef="#ctx0" brushRef="#br0" timeOffset="15882.41">15443 3231 2988 0,'6'-2'-23'0,"-2"-2"58"15,-4 4 36-15,0 0 29 0,0 0 27 16,0 0 43-16,0 0 35 0,0 0 21 16,25 6-4-16,-22 2-6 0,7 1-12 0,0 1-17 15,-3 2-16-15,2 5-19 0,2-2-13 16,-2 2-16-16,-2 1-9 0,2-2-43 0,2 1-41 15,-6-3-49-15,2 0-62 0,-3 1-79 16,5-3-96-16,-6-1-87 0,-1-5-106 0,0 2-162 16,0-3-13-16,-2-5 64 0,2 4-265 15,-2-4-311-15</inkml:trace>
  <inkml:trace contextRef="#ctx0" brushRef="#br0" timeOffset="16013.23">15582 3037 2224 0,'-6'-21'121'0,"-1"6"54"0,3 3 35 15,1 3 18-15,-4 1-4 0,5 0-24 0,1 2-19 16,1 6-25-16,-6-10-47 0,6 10-97 16,-2-5-106-16,2 5-128 0,0 0-251 15,0 0-96-15,0 0 64 0,0 0-168 0,9 25-167 16</inkml:trace>
  <inkml:trace contextRef="#ctx0" brushRef="#br0" timeOffset="16431.38">15843 2544 2499 0,'-9'-10'363'0,"1"2"1"0,2 2 9 0,-1 3-22 15,7 3-30-15,0 0-22 0,0 0 69 16,-7 19 26-16,8 4-10 0,9 16-21 0,1 9-22 16,4 5-27-16,7-2-17 0,-2 4-24 15,-1-4-29-15,3-1-22 0,-2-2-18 0,1-1-23 16,-1-3-145-16,-7-11-36 15,1-4 0-15,-3-2 0 0,-2-8 0 0,-4-1 0 16,4-5 0-16,-6-5 0 0,1 0 0 0,0 0 0 16,-1-3 0-16,-3-5 0 15,0 0 0-15,0 0 0 0,0 0 0 0,0 0 0 16,0 0 0-16,-21-13 0 0,8 5 0 16,0 1 0-16,-2-1 0 0,-2 2 0 0,3 6 0 15,1 0 0-15,13 0 0 0,-27 9 0 16,15-1 0-16,1 4 0 0,4 0 0 0,1 1 0 15,-2 1 0-15,6-1 0 0,0 3 0 16,2-2 0-16,0-1 0 0,4-1 0 0,3 2 0 16,2-2 0-16,-2 0 0 0,6-4 0 15,-1 1 0-15,5-4 0 0,-3 0 0 16,-2-3 0-16,2 0 0 0,1-2-5 16,3 0-531-16,-4-4-238 0,4-1-168 0,-1 0 88 15,-2-2-874-15,-2 1-1160 0</inkml:trace>
  <inkml:trace contextRef="#ctx0" brushRef="#br0" timeOffset="16781.12">16292 3045 5209 0,'0'0'239'0,"0"0"33"0,-12-3 17 0,12 3 7 0,0 0-8 15,-8-4-17-15,8 4-29 0,0 0-23 16,0 0-27-16,8-14-16 0,0 9-20 0,1-2-16 15,2-1-14-15,1-1-50 16,1 2-76-16,0-1 0 0,-1-2 0 0,-3 3 0 16,-1 0 0-16,-4-1 0 0,0 3 0 15,-4 5 0-15,0-13 0 0,0 13 0 0,0 0 0 16,-18-3 0-16,18 3 0 0,-25 10 0 16,13-1 0-16,-2 3 0 0,1 2 0 0,2 1 0 15,1 2 0-15,4-2 0 0,0 1 0 16,5 1 0-16,-1 2 0 0,2-3 0 15,2 0 0-15,1-2 0 0,3 1 0 16,3 0 0-16,5 0 0 0,4-4 0 0,2 0 0 16,3-4 0-16,4-2 0 0,-2-1 0 15,-3-4 0-15,5 0 0 0,-2-2 0 16,3-2-483-16,6-6-460 0,2-3 2 0,-1 1 98 16,-5-5-851-16,-3 0-1129 0</inkml:trace>
  <inkml:trace contextRef="#ctx0" brushRef="#br0" timeOffset="17613.22">17359 2116 5242 0,'-12'-4'267'0,"2"4"-36"15,10 0-23-15,-11 9-17 0,8 5 31 0,1 8 41 16,4 5-15-16,1 15-21 0,6 10-23 15,1 4-19-15,2 2-19 0,2 0-17 16,2-2-15-16,3 1-11 0,-2-6-10 0,3-1-95 16,-11-10-18-16,0-6 0 0,-2 0 0 15,0-8 0-15,-1-7 0 0,-5-4 0 0,1-1 0 16,0-4 0-16,0-1 0 0,-6-3 0 16,4-6 0-16,-9 7 0 0,9-7 0 0,-25-3 0 15,4-3 0-15,-12-8 0 0,-3-2 0 16,-8-6 0-16,3 0 0 0,1 1 0 15,9 6 0-15,8 3-4 0,7 3-56 16,4 1 3-16,2 1-3 0,7 0-1 0,5 0 13 16,3-7 7-16,16-6 8 0,17-7-20 15,7-2-40-15,7-5-41 0,16-10-33 0,6-1-30 16,-1-1-28-16,-4 0-5 0,-5 0-1 16,-14 5 19-16,-3 0 28 0,-10 0 21 15,-6 2 40-15,-2 2 28 0,-15 6 41 0,-2-2 45 16,-4 1 27-16,-6 7 23 0,-4 4 10 15,-6 1 0-15,-2 1-2 0,-5 4-6 0,0 5-2 16,-6 3 7-16,-2 5 19 0,-2 5 19 16,-9 9 22-16,-2 2 32 0,-2 14 29 15,3 5 22-15,6 10-4 0,7 4 6 16,5 3-14-16,6 0-11 0,5-7-16 0,6-1-17 16,6 1-12-16,5 7-12 0,4-2-10 15,4-5-19-15,0-4-82 0,3-8 0 0,-6-6 0 16,2 1 0-16,-3-6 0 0,-3-6 0 15,-3-2 0-15,2-2 0 0,-3-5 0 0,1 0 0 16,1-5 0-16,-10 0 0 0,25-16 0 16,-12 4 0-16,0-3 0 0,7-9 0 15,-5 7 0-15,-3 1 0 0,-1 5 0 16,-4 1 0-16,0 0 0 0,2 3 0 0,-4 3 0 16,-5 4 0-16,17 0 0 0,-17 0 0 15,21 3 0-15,-10 0 0 0,1 0 0 16,-1 1 0-16,3 0 0 0,5-3 0 0,-4 2 0 15,4-3 0-15,0 0 0 0,1 0 0 16,-4-4 0-16,6-4 0 0,-1 2 0 0,-5-3 0 16,2 1 0-16,-3-1 0 0,1 0 0 15,-5 4 0-15,-2-1 0 0,-1 0 0 0,1 3 0 16,-9 3 0-16,13-2 0 0,-13 2 0 16,16-2 0-16,-16 2 0 0,17 2 0 0,-17-2 0 15,19 2 0-15,-8 0 0 16,-11-2 0-16,32-4 0 0,-10-1 0 0,6-5 0 0,7-2 0 15,-7-2 0-15,4-1 0 16,-3 1 0-16,-8 2-222 0,-4-1-836 0,1 5 95 16,-7-2 105-16,-5-1-873 0,0 3-1164 15</inkml:trace>
  <inkml:trace contextRef="#ctx0" brushRef="#br0" timeOffset="18081.41">19505 1620 4833 0,'-7'-8'48'0,"5"1"67"0,1 3 33 0,1 4 4 0,0 0 46 16,0 0 55-16,-10 36 29 0,8 0 35 15,4 10 23-15,2 20 16 0,3 4-27 0,5 26 1 16,3-5-31-16,6 2-108 0,3-6-191 16,1-2 0-16,6-3 0 0,-1-5 0 0,-5-17 0 15,-2-6 0-15,2 0 0 0,-2-5 0 16,-2-6 0-16,-6-9 0 0,-2-1 0 0,-2-11 0 16,-2-3 0-16,-6-6 0 15,1-4-473-15,0-6-73 0,-4-3-62 0,0 0-40 0,0 0-49 16,2-34-32-16,-8-3 19 0,2-8-576 15,-5-13-744-15</inkml:trace>
  <inkml:trace contextRef="#ctx0" brushRef="#br0" timeOffset="18298.03">19731 2300 3353 0,'-6'-20'-37'0,"3"7"70"15,-4 2 57-15,5 2 38 0,-1 1 42 0,1 3 28 16,2 5 14-16,-4-7 7 0,4 7-2 16,0 0 4-16,0 0 31 0,0 0 30 0,0 0 6 15,0 0-4-15,0 0-13 0,0 0-14 16,20 26-9-16,-19-14-3 0,5 1-11 0,-2 5-12 15,-6-1-20-15,-4 4-19 0,-6 11-18 16,-1-1-15-16,-1-5-46 0,-2-1-104 0,3-6 0 16,5-7 0-16,-2-2 0 15,5-4 0-15,-2-3-120 0,7-3-196 0,0 0-106 16,-18-24-120-16,14 7-141 0,4-2-187 16,6-5 74-16,5-7-715 0,5 6-956 0</inkml:trace>
  <inkml:trace contextRef="#ctx0" brushRef="#br0" timeOffset="18714.16">20102 2371 4530 0,'8'6'188'0,"-4"-2"86"0,-4-4 61 0,0 0 50 15,4 6 27-15,-4-6 12 16,0 0-16-16,0 0-14 0,0 0-32 0,0 0-34 0,0 0-177 16,17-14-151-16,-14 5 0 15,6 1 0-15,-4-4 0 0,3-1 0 0,-3-1 0 16,4-2 0-16,-4-5 0 0,1 0 0 15,-5 3 0-15,-1-1 0 0,-1-2 0 0,-5 1 0 16,2-1 0-16,-2 6 0 0,-1 1 0 16,-3 2 0-16,-2 2 0 0,-1 5 0 15,0 1 0-15,0 8 0 0,-6 2 0 0,-8 10 0 16,2 3 0-16,4 0 0 0,6-7 0 16,3-2 0-16,5-1 0 0,3-5 0 0,4-2 0 15,0-2 0-15,0 0 0 0,44-22 0 16,-4-4 0-16,4-1 0 0,2-2 0 0,-3 1 0 15,2 3 0-15,-11 6 0 16,-5 1 0-16,-6 5 0 0,-3 4 0 0,-4 2 0 16,-3 5 0-16,-4-1 0 0,-9 3 0 15,17 7 0-15,-7 1 0 0,-1 5 0 0,-3 0 0 16,2 4 0-16,-1 6 0 0,0 10 0 16,4-2 0-16,-4 1 0 0,0-6 0 0,-1-4 0 15,0 0 0-15,-2-7 0 0,4 3 0 16,-5-3 0-16,5-1 0 0,-2-8-420 0,3 0-479 15,-1-6-53-15,-8 0 88 0,23-6-856 16,-5-17-1152-16</inkml:trace>
  <inkml:trace contextRef="#ctx0" brushRef="#br0" timeOffset="19014.2">20739 2007 4423 0,'7'-19'-118'0,"0"4"99"16,-3 5 72-16,-3 3 59 0,1 0 49 0,0 0 41 16,-2 7 35-16,2-7 27 0,-2 7 15 15,0 0 16-15,0 0 18 0,0 0 10 0,0 0 1 16,0 0-16-16,-9 29-27 0,7-15-27 15,2 0-21-15,0 1-23 0,0 1-154 0,4 1-56 16,-3 1 0-16,5-5 0 0,-1 3 0 16,6-5 0-16,0 0 0 0,0-4 0 0,4-2 0 15,0-2 0-15,-3-3 0 16,3 0 0-16,-3 0 0 0,-1-3 0 0,-2 0 0 16,2-1 0-16,-6-4 0 0,1 0 0 0,-6-1 0 15,-2-3 0-15,-2-2 0 0,-1-1 0 16,-4-2 0-16,-2-1 0 0,6 4 0 15,-6 3 0-15,6 1 0 0,-2 2 0 16,-1 2 0-16,0 5 0 0,8 1 0 0,-21 7 0 16,8-1-449-16,0 8-175 0,-3-2-269 15,1 3 10-15,-1-1 86 0,9-5-749 0,2-1-989 16</inkml:trace>
  <inkml:trace contextRef="#ctx0" brushRef="#br0" timeOffset="19430.14">20863 1506 4400 0,'-9'-12'326'0,"-1"3"26"15,7 1 17-15,-6 6 20 0,9 2-7 16,0 0-8-16,0 0 16 0,0 0-6 0,-5 37-30 16,8-1-29-16,9 4-179 0,1 9-146 15,5 2 0-15,0 1 0 0,0 0 0 0,-1-3 0 16,0-1 0-16,-6 0 0 0,-1-7 0 15,0 0 0-15,-9-4 0 0,3-1 0 0,0-10 0 16,-2-5 0-16,-2-5 0 16,2-4 0-16,-1-2 0 0,-1-6 0 0,0-4 0 15,0 0 0-15,16-19 0 0,-3-5 0 16,5-5 0-16,1-3 0 0,3-1 0 0,-1 6 0 16,3 0 0-16,-6 7 0 0,-2 5 0 15,-3 4 0-15,-1 4 0 0,-1 4 0 16,-2 1 0-16,1 4 0 0,-1 3 0 0,2 2 0 15,-2 6 0-15,-2-1 0 0,-1 5 0 16,-4 0 0-16,-2 5 0 0,-2 3 0 0,-4 8 0 16,2-8 0-16,-1-2 0 15,-3-1 0-15,-2-3 0 0,3-4 0 0,0-1 0 16,-4-2 0-16,0-5 0 0,-1-2 0 0,1-2 0 16,4-3-144-16,7 0-639 0,-21-13-172 15,11-3 57-15,0-4 97 0,5-16-767 16,5-7-1010-16</inkml:trace>
  <inkml:trace contextRef="#ctx0" brushRef="#br0" timeOffset="19630.06">21244 1341 4577 0,'2'-16'74'0,"2"6"70"0,-2 3 71 15,-2 0 46-15,0 7 32 0,0 0 14 16,-2-8-9-16,2 8 13 0,0 0 44 0,0 0 47 16,4 44-7-16,-3-5-31 0,5 4-169 15,-1 13-195-15,0 0 0 0,2 1 0 0,1-3 0 16,4-1 0-16,-1 0 0 0,-4-16 0 15,5 1 0-15,-1-1 0 0,-1-2 0 16,0-4 0-16,1-2 0 0,-2-8-644 16,0-3-245-16,0-1-41 0,-2-5 99 0,2-1-834 15,2-1-1103-15</inkml:trace>
  <inkml:trace contextRef="#ctx0" brushRef="#br0" timeOffset="19984.5">21752 1765 4797 0,'0'0'149'0,"0"0"51"16,0 0 42-16,0 0 38 0,0 0 27 16,0 0 28-16,0 0 7 0,0 0-1 15,0 0-18-15,0 0-23 0,0 0-30 0,20 8-29 16,-20-8-177-16,23-4-64 0,-12 2 0 16,3-2 0-16,-1-1 0 0,3-2 0 15,-5 0 0-15,-2-3 0 0,1 2 0 0,-4-1 0 16,-5-3 0-16,-1 2 0 0,-1 0 0 15,-3 3 0-15,-4 2 0 0,8 5 0 0,-24 3 0 16,4 6 0-16,-9 11 0 0,3 3 0 16,-5 9 0-16,6 0 0 0,9-1 0 0,0-2 0 15,5 2 0-15,3-6 0 16,7-5 0-16,1-1 0 0,1-2 0 0,1-1 0 16,6 0 0-16,1-1 0 0,-1-3 0 15,3-1 0-15,2-1 0 0,1-3 0 0,-3-2 0 16,1-1 0-16,-1-1 0 0,-2-3 0 15,4 4 0-15,-6-2 0 0,-2 4 0 0,5-4 0 16,-6 4-347-16,-2 0-700 0,-2 2 114 16,-4 5-1061-16,-6 3-1412 0</inkml:trace>
  <inkml:trace contextRef="#ctx0" brushRef="#br0" timeOffset="21512.15">25145 4838 1947 0,'0'0'847'0,"0"0"-249"0,0 0-169 0,0 0-100 15,0 0-49-15,0 0-31 0,-6 7-26 16,6-7-17-16,0 0 15 0,0 0 8 16,0 0-15-16,0 0-9 0,0 0-11 0,-2-20-19 15,2 11-1-15,0-4-10 0,-1-5-2 16,-1-4-7-16,-2-14-15 0,-2-5-12 15,-6-12-15-15,1-6-9 0,-3-9-12 16,-4-24-15-16,-5-6-7 0,0-5-9 0,-1-10-13 16,-1-3-4-16,2 0-5 0,-2-7-11 15,0 1 0-15,3-1-8 0,-1 7-1 0,0 15-3 16,5 12-3-16,1 27 1 0,2 9 2 16,5 14-3-16,1 6 10 0,4 9 6 0,-4 5-4 15,6 5-8-15,-1 1-4 16,-2 3-13-16,5 0 0 0,-3 4 0 0,2 1 0 15,2 5 0-15,0 0 0 0,0 0 0 16,0 0 0-16,0 0 0 0,0 0 0 0,0 0 0 16,-16 15 0-16,14-7 0 0,-1 0 0 15,-5 1 0-15,0 3 0 0,1 0 0 0,-4-1 0 16,-2 2 0-16,-1 0 0 0,-2-2 0 16,-1-1 0-16,2-1 0 0,-2-3 0 0,1-1 0 15,3 0 0-15,0-3 0 0,3 0 0 16,10-2 0-16,-18-9 0 0,8-2 0 0,2-5 0 15,6-8 0-15,2-3 0 0,8-9 0 16,6-2 0-16,4-3 0 0,2 11 0 0,3 5 0 16,5 7 0-16,3 7 0 0,-1 9 0 15,-2 4 0-15,11 6 0 0,1 4 0 0,6 7 0 16,-5 1 0-16,1 3 0 16,-1-1 0-16,-11-3 0 0,1-2 0 0,3-1 0 15,-2 0 0-15,-3-3 0 0,-1-1 0 16,-3-5 0-16,-4-1 0 0,-6 0 0 0,0-5 0 15,-3 0 0-15,1 2 0 0,-4-6 0 16,-9 3 0-16,16-1 0 0,-16 1 0 0,11-3 0 16,-11 3-305-16,0 0-296 0,14 7-160 15,-12 3-154-15,0 7 98 0,-4 9-813 0,4 18-1068 16</inkml:trace>
  <inkml:trace contextRef="#ctx0" brushRef="#br0" timeOffset="22314.08">26054 4422 4607 0,'-4'-10'44'0,"2"3"44"0,2 7 14 0,-2-10 29 15,2 10 20-15,-1-6 24 0,1 6 25 16,0 0 47-16,0 0 29 0,1 25 7 0,1-4-4 16,6 15-11-16,-2 4-16 0,3 10-16 15,-1 2-19-15,3 1-16 0,-1-6-17 16,-3-6-16-16,3 1-86 0,-2-4-82 0,-1-2 0 16,-3-10 0-16,0-3 0 0,-1-4 0 15,-1-3 0-15,-2-3 0 0,4-1 0 16,-2-3 0-16,1-1 0 0,-3-8 0 15,0 7 0-15,0-7 0 0,0 0 0 0,0 0 0 16,0 0 0-16,-11-24 0 0,11 14 0 16,-1-2 0-16,2 1 0 0,-1 2 0 0,6-3 0 15,-1 4 0-15,2 0 0 0,0 3 0 16,9-3 0-16,3 8 0 0,0 0 0 0,8 3 0 16,7 4 0-16,-2 3 0 0,1 4 0 15,-7 2 0-15,-1 4 0 0,-6 3 0 0,-2 5 0 16,-6 1 0-16,-5-1 0 0,-4-1 0 15,-2-2 0-15,-8 14 0 0,-1-4 0 0,-7 0 0 16,-4 4 0-16,1-8 0 16,-2-5 0-16,-2-3 0 0,0-2 0 0,-2-5 0 15,6-8 0-15,0-4 0 0,4-6 0 16,0-4 0-16,-4-2 0 0,4-4 0 0,1-2 0 16,-1-10 0-16,3 4 0 0,3-8 0 15,2 3-39-15,3 3-647 0,4-3-153 0,4 2-64 16,1-10 92-16,6 4-860 0,7-2-1107 15</inkml:trace>
  <inkml:trace contextRef="#ctx0" brushRef="#br0" timeOffset="22644.41">26615 4824 4748 0,'0'0'91'0,"0"0"43"0,0 0 44 0,-2 17 67 0,0-9 59 15,2 2 38-15,-2 3 16 0,-1 3 0 16,3 0-18-16,0 1-18 0,3 0-46 15,1-1-29-15,-1-1-25 0,3 0-196 0,1-3-26 16,5-1 0-16,1-3 0 0,5-5 0 16,0-1 0-16,5-4 0 0,2-3 0 15,8-3 0-15,-6 1 0 0,-4 0 0 0,-7 0 0 16,4 0 0-16,-7 3 0 0,-1-2 0 16,-3 1 0-16,-4-3 0 0,-1 4 0 0,-4-4 0 15,-4-4 0-15,-5-5 0 0,-7-6 0 16,-2-2 0-16,-3-2 0 0,-2 5 0 15,-1 2 0-15,8 4 0 0,-2 7 0 16,4 4 0-16,0 5 0 0,-5 4 0 0,2 6 0 16,-6 7 0-16,-1 4-68 0,2 2-573 15,5 3-179-15,2-1-85 0,-1-4 92 0,9-6-868 16,3-3-1118-16</inkml:trace>
  <inkml:trace contextRef="#ctx0" brushRef="#br0" timeOffset="23211.75">27043 4091 4751 0,'-19'-43'49'0,"2"14"38"0,7 9 30 16,3 5 31-16,-1 2 24 0,5 4 18 15,-1 7 44-15,4 2 35 0,0 0 20 16,-2 41 17-16,8 3 6 0,5 16-9 16,1 3-11-16,4 7-13 0,6 20-24 15,1-4-117-15,-1 0-138 0,-5-19 0 0,2-1 0 16,-2-1 0-16,1-5 0 0,-3-6 0 16,2 4 0-16,-6-7 0 0,0-12 0 0,-2-1 0 15,0-4 0-15,-3-10 0 0,-3-3 0 16,3-7-6-16,-3-2-489 0,-2-6-113 0,5-4-140 15,-6-2-121-15,0 0 83 16,9-22-805-16,-1-1-1033 0</inkml:trace>
  <inkml:trace contextRef="#ctx0" brushRef="#br0" timeOffset="23446.27">27404 3895 4737 0,'-4'-10'122'0,"-3"3"43"15,7 7 52-15,0 0 54 0,0 0 61 16,-11 31 41-16,9 7 20 0,2 8 0 0,4 13-40 15,4 3-25-15,2 7-32 0,-1 3-85 16,2 3-211-16,1-5 0 0,1 3 0 16,-1-5 0-16,-1-4 0 0,-2-3 0 0,3-5 0 15,-2-1 0-15,-3-12 0 0,-2-2 0 16,4-2 0-16,-5-2 0 0,-1-12 0 0,-1-3 0 16,0-3 0-16,-2-5-12 0,-4-4-439 15,2-5-59-15,-1-1-36 0,3-4-41 16,0 0-50-16,-22-18-74 0,13 3-9 0,-10-9-646 15,-1-3-821-15</inkml:trace>
  <inkml:trace contextRef="#ctx0" brushRef="#br0" timeOffset="23845.14">27070 4807 3690 0,'-29'13'-9'0,"1"3"61"16,1-3 46-16,6-3 57 0,8-2 47 0,1 1 42 16,4-1 39-16,7-6 41 0,1-2 12 15,0 0 2-15,0 0-20 0,39-4-22 0,-4-11-27 16,12-9-35-16,3-3-25 15,10-6-24-15,-10-1-35 0,6 2-37 0,-3 1-35 16,-5 4-35-16,-2 6-25 0,-14 8-26 16,-2 1-15-16,-5 6 0 0,-5 6-6 0,-4 6 11 15,-4 2 1-15,1 7 3 0,-3 4 7 16,2 10 18-16,-5 0 24 0,-1 6 10 16,1-3 19-16,-1 0 1 0,2 3-1 0,1-6 4 15,0 2-4-15,5-3 2 0,-1-9 5 16,-1 0 2-16,1-4-3 0,3-3-62 0,-3-5-8 15,4-4 0-15,-2-3 0 16,4-2 0-16,10-10 0 0,0-5 0 0,-1-3 0 16,-4-4 0-16,7-11 0 0,-8 0 0 15,-5 4 0-15,-7-4 0 0,-2 2 0 0,-5-6 0 0,-4 3 0 16,-4-1 0-16,-4 4 0 16,-6 2 0-16,-2 6 0 0,-7 2 0 0,-1 6 0 15,-3 3 0-15,2 7 0 0,-2 5 0 16,2 6-113-16,-5 4-230 0,-1 8-120 0,-6 9-159 15,10-4-243-15,0 2 52 0,4 1 81 16,8-7-710-16,8 0-892 0</inkml:trace>
  <inkml:trace contextRef="#ctx0" brushRef="#br0" timeOffset="24195.01">28207 4609 4620 0,'0'0'455'0,"-26"-4"12"16,26 4-4-16,-19 4 3 0,19-4-15 16,-18 4-29-16,18-4-39 0,-14 3-42 0,14-3-218 15,-7 3-123-15,7-3 0 0,0 0 0 16,0 9 0-16,0-9 0 0,0 0 0 0,9 10 0 16,-9-10 0-16,5 4 0 15,-5-4 0-15,0 0 0 0,20-17 0 0,-11 1 0 0,0 0 0 16,3-3 0-16,6-2 0 0,-4 2 0 15,-3 5 0-15,0 1 0 0,2 5 0 16,-6 0 0-16,2 2 0 0,-1 3 0 16,-8 3 0-16,19 0 0 0,-19 0 0 0,18 5 0 15,-9-1 0-15,0 0 0 0,1 0 0 16,-1-1 0-16,2 1 0 0,1-3 0 0,-4 1 0 16,3 1 0-16,-11-3 0 0,16 0-177 15,-16 0-630-15,13-3-155 0,-13 3 90 16,8-3-955-16,-8 3-1255 0</inkml:trace>
  <inkml:trace contextRef="#ctx0" brushRef="#br0" timeOffset="25077.42">15188 4870 1556 0,'-36'8'495'0,"-1"-2"-188"16,0 2-76-16,-2-1-46 0,5-2-44 0,7 0-10 15,8-1-1-15,5-4-2 0,3 0-6 16,11 0 3-16,0-7 7 0,24-15 12 16,21-13-7-16,37-22-3 0,59-32-1 0,27-11-21 15,27-7-13-15,15-3-13 0,14-2-25 16,2 4-17-16,-4 5-22 0,-23 10-13 0,-25 10-10 16,-54 26-37-16,-21 6-49 15,-17 10-56-15,-28 13-50 0,-16 5-45 0,-20 7-96 0,-10 9-131 16,-11 3-115-16,3 4 62 15,-37 6-185-15,-21 8-197 0</inkml:trace>
  <inkml:trace contextRef="#ctx0" brushRef="#br0" timeOffset="25262.86">15200 4888 2407 0,'-24'18'371'0,"9"-7"7"0,4-3-38 15,1 0-34-15,9-6-21 0,1-2 2 16,0 0 21-16,39-22 15 0,11-3 2 15,24-22-14-15,19-11-38 0,15-7-30 0,42-22-28 16,-4-2-43-16,8 0-89 0,-9 1-117 16,-30 23-123-16,-2 1-151 0,-11 6-155 15,-10 5-151-15,-16 7-149 0,-27 15 78 0,-10 6-541 16,-19 9-687-16</inkml:trace>
  <inkml:trace contextRef="#ctx0" brushRef="#br0" timeOffset="26562.87">14805 3680 3592 0,'-57'20'93'16,"5"1"38"-16,-2 0 19 0,0-1 5 16,6-3 17-16,16-7 20 0,8 1 10 0,6-6 0 15,8-4 1-15,10-1-22 16,0 0-14-16,25-35-12 0,25-4-20 0,33-22-9 16,18-8-17-16,34-25-18 0,12-1-12 15,-5 6-54-15,-34 19-31 0,-7 4-17 0,0 2-8 16,-11 11 2-16,-18 6 5 0,-22 18 6 15,-13 6 3-15,-13 7 2 0,-10 6 3 16,-4 3 0-16,-8 5 0 0,-2 2 11 0,0 0 8 16,-50 31 4-16,5 0 3 0,-26 18 3 15,-3 12 3-15,-10 1-4 0,-4 2 3 16,0 0-3-16,1-3 7 0,7-4 21 16,16-12 14-16,19-15 7 0,18-9-2 0,11-9 10 15,10-6-17-15,16-6 5 0,-10 0-5 16,75-31-10-16,17-16-7 0,13-8-2 0,12-8-3 0,37-20-15 15,-40 19-35-15,-6 1-38 16,-11 5-10-16,-13 7 3 0,-9 3 11 0,-28 14 4 16,-4 5 1-16,-13 9 9 0,-13 6 6 15,-3 2 3-15,-7 0-1 0,-5 7 3 0,-6 1-2 16,4 4 1-16,-23 0-16 0,-13 6-57 16,-14 9-89-16,-7 2-124 0,0 7-155 15,-6 3-259-15,-2-6 8 0,1 4 83 16,-17 11-432-16,19-14-538 0</inkml:trace>
  <inkml:trace contextRef="#ctx0" brushRef="#br0" timeOffset="27277.21">11343 5552 3308 0,'0'5'223'0,"0"-5"34"15,0 0 23-15,0 0 3 0,0 0 4 0,0 0-16 0,0 0-1 16,0 0-11-16,-7-38-24 0,10 18-19 0,-1-14-18 16,3-7-23-16,4-13-20 0,1-4-20 15,-2-6-15-15,3-2-11 0,0-5-10 0,-1-4-13 16,3-19-25-16,3 5-17 0,-5 18-14 16,0 4-18-16,1 9 5 0,-1 6-4 0,-3 17-12 15,-2 3-1-15,0 10 0 16,-5 5-12-16,1 7-2 0,-2 3 6 0,0 7-6 15,0 0 8-15,0 0 10 0,-9 32-16 16,-1 3 4-16,4 4 7 0,1 1-2 0,1-2-1 16,4-9-1-16,9 3 17 0,2-3-14 15,13-3 0-15,0-3 10 0,7-4-5 16,1-2 3-16,2-3 2 0,3 1 11 0,0-3 5 16,-7 0 4-16,0 3 6 0,-3 1 19 15,-5-1 8-15,-4-1 28 0,-5 1 11 16,-3 4 4-16,-8-2-2 0,-2 3-7 15,-4 3-6-15,-6 7-10 0,-1 1-6 0,-7-4-6 0,4-2-7 16,-8-2-40-16,3-3-20 0,2-7 0 16,3-5 0-16,0-4 0 0,-2-4-92 15,3-1-139-15,-3-4-101 0,3-9-131 16,-1-11-152-16,3-2-177 0,11-2-34 0,2-4 83 16,9-4-650-16,5-8-847 0</inkml:trace>
  <inkml:trace contextRef="#ctx0" brushRef="#br0" timeOffset="28093.81">12087 4882 4146 0,'-9'14'90'0,"3"-3"27"0,-2-1 33 0,2-2 38 16,1-3 28-16,-1 0 27 16,6-5 37-16,-7 5-14 0,7-5-25 0,0 0-23 0,0 0-28 15,-7-15-14-15,9 3-20 16,3-5-14-16,-1-5-17 0,-1-2-10 0,3-10-17 15,-1 0-12-15,1-2-4 0,1 8-8 16,-6 6-10-16,1 5-8 0,0 4-11 0,0-1-8 16,0 4-2-16,1 1-7 0,-3 6-8 15,0 3-4-15,0 0 5 0,0 0-5 16,0 22 2-16,0-7-1 0,2 4-5 0,0 7 3 16,5 5-1-16,7 1-2 0,1-2 1 15,5-1-2-15,-3-4 5 0,3-2-8 0,5-5 4 16,-3-7-1-16,-6-3 0 15,5-2-4-15,-5-6 1 0,1 0 5 0,-1-2-3 0,-2-5-2 16,4-5 3-16,-5-4 0 16,3-7-5-16,-5-4 2 0,-6-5 0 0,-5 3-2 15,0 0-1-15,-4-7-3 0,-1-1 0 16,-2 4-2-16,-2 8 4 0,4 7 9 0,-3 3 9 16,3 1 8-16,-1 3 1 0,2 2 0 15,0 4-11-15,4 5-4 0,0 0-4 0,0 0-12 16,-8 22 0-16,12-9 0 0,2 3 0 15,2 5 0-15,5 4 0 0,3 0 0 0,0-1 0 16,4-3 0-16,0-2 0 0,1-8 0 16,-1-2 0-16,-6-4 0 0,4-3 0 15,-1-4 0-15,2-6 0 0,4-9-21 16,-1-6-52-16,0-6-23 0,-7-5-7 0,0-12-7 16,-3-6 7-16,-6 0 7 0,-5-6 3 15,-8-8 6-15,-3-4 8 0,-10-18 9 16,-9-5 1-16,0 3 7 0,-8-2 6 0,1 10 3 15,9 22 10-15,4 9 28 0,-2 9 32 16,7 13 27-16,1 5-5 0,3 9-7 0,5 8-7 16,2 10 6-16,7-3 2 15,-14 29 28-15,10 4 2 0,6 8-2 0,4 16-1 0,11 1-2 16,5 6-2-16,6 13-3 0,6-4-3 16,-5-14-3-16,14 6-4 0,-7-16-7 15,2-3-1-15,3-7 1 0,-3-5-4 16,-2-5-1-16,-8-8-6 0,-3-6-2 0,-3-3 5 15,-8-5-1-15,2-3 5 0,-7-1 6 16,2-6-5-16,0 1-4 0,-4-5-1 0,-1-2-5 16,-3-2-23-16,-1 2 0 0,-2-5 0 15,-4-2 0-15,-5 0 0 0,-8-11 0 0,-4 6 0 16,-2 0 0-16,2 3 0 0,4 7 0 16,2 3 0-16,4 2 0 0,-1 4 0 15,0 4-131-15,1 6-68 0,1 0-69 0,1 1-93 16,3 5-113-16,1 0-110 0,1-3-223 15,4-3 16-15,0-2 86 0,0-6-612 16,9 11-773-16</inkml:trace>
  <inkml:trace contextRef="#ctx0" brushRef="#br0" timeOffset="28579.93">12810 3488 3986 0,'-22'-9'162'0,"9"1"13"0,-1 2-8 0,7 0-20 0,7 6-13 0,0 0 23 15,-4 20 23-15,10 11 49 0,12 13 13 16,2 6-22-16,8 5-20 0,15 16-12 16,0 7-26-16,5 5-22 0,4-4 2 0,-1 1-9 15,-3-1-20-15,-1 1-38 0,-4-5-31 16,-5-7-35-16,-10-14-11 0,-1-4-19 0,-4-6-18 15,-3-3-25-15,-6-12-22 0,-5-9-21 16,3-5-12-16,-9-4-19 0,0-4-32 0,1-5-33 16,-4-2-22-16,0 0-8 0,-9-24 6 15,2 3 11-15,-2-12 15 0,-11-14 20 16,2-2 27-16,-3-6 37 0,-6 1 56 0,4 0 56 16,2 9 53-16,6 13 65 15,0 6 49-15,3 7 30 0,3 4 11 0,1 3-3 16,2 3-8-16,2 4 26 0,4 5 23 15,0 0 13-15,0 0-6 0,12-7-13 0,-12 7-14 16,25 2-21-16,-8 0-16 0,0 0-17 16,2 1-17-16,0-3-14 0,2 0-13 0,-6 0-11 15,-1 0-8-15,-1-2-52 0,-13 2-52 16,21 0 0-16,-21 0 0 0,17-1 0 0,-17 1 0 16,12-2 0-16,-12 2 0 0,0 0 0 15,13-4 0-15,-13 4 0 0,0 0-175 0,5-1-452 16,-5 1-297-16,0 0 21 0,0 0 95 15,0 0-809-15,4-9-1056 0</inkml:trace>
  <inkml:trace contextRef="#ctx0" brushRef="#br0" timeOffset="29843.31">23122 629 2846 0,'7'13'230'0,"-3"1"-20"0,-1 8-67 0,8 15-3 15,-2 0 26-15,2 16 11 16,3-5-18-16,-1 5-27 0,-1 1-42 0,8-2-13 0,-2-3-3 16,2-3-5-16,-1-2-36 0,-1-12-46 15,-3-1-43-15,0-2-43 0,0-3-43 16,-1-1-33-16,-3-6-26 0,-4-5-11 15,-1-2 8-15,-4-4 18 0,0-1 16 16,-2-3 32-16,0-4 42 0,0 0 42 0,0 0 48 16,0 0 54-16,-40-16 47 0,17-3 63 15,1 1 51-15,-3-3 41 0,3 1 48 0,8 8 36 16,2-1 13-16,-1 5-2 0,5 0-18 16,2 1-23-16,-2 1-24 0,5 2-28 15,3 4-11-15,-4-8 11 0,4 8-3 0,9-10-18 16,3 5-13-16,3-1-20 15,6-6-20-15,12-2-16 0,1 1-17 0,-2 1-14 16,4 1-19-16,-2-2-79 0,-1 3-33 16,-8 3 0-16,-4 5 0 0,-4-1 0 0,-2 5 0 15,0-1 0-15,3 4 0 0,-6 4 0 16,1-1 0-16,-1 4 0 0,1 6 0 16,-4-2 0-16,0 4 0 0,3-3 0 0,-5 1 0 15,3-1 0-15,2-1 0 0,-1 0 0 16,0-4 0-16,-1-3 0 0,3 0 0 0,3-1 0 15,-3-5 0-15,2-1 0 16,0-2 0-16,4-5 0 0,0-3 0 0,0 0 0 16,6-11 0-16,-2 0 0 0,-4-4 0 15,-3-1 0-15,-5-5 0 0,-2-4 0 16,-6-2 0-16,-3-2 0 0,-1-5 0 0,-10-7 0 16,-2 3 0-16,-10 2 0 0,7 13 0 15,-3 6 0-15,-4 5 0 0,6 7 0 0,-4 8 0 16,2 3 0-16,-2 9 0 0,-10 7-325 15,4 3-296-15,5 6-196 0,3 2-108 16,4 4 85-16,1 1-746 0,9-4-1027 0</inkml:trace>
  <inkml:trace contextRef="#ctx0" brushRef="#br0" timeOffset="30276.73">24067 723 4726 0,'-8'-17'262'0,"0"4"66"0,2 1 8 0,3 3-9 0,1 4-23 0,2 5-37 16,0 0 19-16,0 0 8 0,7 51-30 16,9-6-31-16,-5 4-28 0,8 4-19 0,2 1-17 15,2 3-165-15,-4 1-4 0,0-5 0 16,-2 0-113-16,6-4-154 0,-8-3-74 16,-3-12-50-16,-1-7-27 0,4-1-15 15,-5-9 8-15,-1-5 4 0,-3-9 0 0,-1-1 7 16,-5-2 23-16,0 0 50 0,7-14 59 15,-11 4 76-15,1-2 65 0,-4-7 73 16,-4-12 73-16,-1-4 76 0,3-2 87 0,0 2 68 16,1 0 69-16,4 6 27 0,0 8 23 15,0 4 1-15,2 3-3 0,2 2 3 16,4 4 4-16,2-1 0 0,2 4-14 0,1 2-17 16,4 3-14-16,-13 0-24 0,39 6-33 15,-21 3-22-15,9 5-205 0,2 1-31 0,-12-1 0 16,5 5 0-16,-4 3 0 0,-7-7 0 15,-3 1 0-15,-2-1 0 0,-6-3 0 0,0 2 0 16,-4-1 0-16,1-1 0 16,-8 1 0-16,4-1 0 0,-6-2 0 0,-1-3 0 15,-1 0-270-15,2-4-373 0,-6-1-238 16,0-6-45-16,-3 0 100 0,6-5-754 16,-4 1-1021-16</inkml:trace>
  <inkml:trace contextRef="#ctx0" brushRef="#br0" timeOffset="31826.72">26115 2489 4042 0,'-8'-17'-70'16,"1"2"65"-16,3-1 61 0,-2 5 73 16,0-3 68-16,3 4 57 0,-1-1 38 0,0 3 30 15,2 1-1-15,-1 2-29 0,3 5-30 16,-6-7-34-16,6 7-16 0,0 0 28 0,8 26-12 15,1 4-7-15,7 18 4 0,-2 6-11 16,6 0-18-16,2 3-16 0,-3-2-25 16,3 1-155-16,-4-3 0 0,1 1 0 15,1-3 0-15,-5-5 0 0,-8-6 0 0,1-2 0 16,-4-4 0-16,0-7 0 0,-4-2 0 16,0-7 0-16,0 1 0 0,0-5-414 15,-2-2-124-15,2-6-116 0,0 0-152 0,0-6-37 16,0 0 87-16,0 0-666 0,0 0-872 15</inkml:trace>
  <inkml:trace contextRef="#ctx0" brushRef="#br0" timeOffset="32045.3">26258 2784 3666 0,'-6'-27'-8'0,"1"5"85"15,-2 3 51-15,4 4 55 0,1 1 37 16,0 0 20-16,4-1 19 0,0-3 7 16,1 1-4-16,9-1-14 0,0 5-15 15,1-1-22-15,6 5-22 0,-2-1-13 0,5 6-17 16,-6 2-14-16,4 2-14 0,-4 2-12 15,2 2-2-15,-3 2-8 0,-1 2-9 16,-3 4-1-16,-4 3-11 0,0-1-9 0,-6 2-7 16,-1 2-8-16,-1 2-8 0,-10-1-30 15,4 0-36-15,1-6-46 0,-6-1-50 0,7-3-50 16,-6-2-70-16,0-6-80 0,-1-2-122 16,-1-5-121-16,3-4-157 0,0 0-82 0,7-2 85 15,1 0-549-15,2 0-712 0</inkml:trace>
  <inkml:trace contextRef="#ctx0" brushRef="#br0" timeOffset="32476.89">26677 2710 3803 0,'0'6'187'16,"0"-6"51"-16,6 5 48 0,-6-5 43 0,0 0 25 16,0 0 1-16,0 0-13 0,0 0-29 15,0 0-33-15,0 0-27 0,0 0-26 0,21-12-24 16,-10 5-19-16,0-3-21 0,1 1-26 15,1-4-24-15,3-1-22 0,-7 2-12 0,0-1-6 16,0-1-8-16,-5 2-5 16,-3-1-12-16,-1 1-40 0,0-3-8 0,-5-1 0 15,-4-3 0-15,-2 4 0 0,0 1 0 16,1 2 0-16,1 2 0 0,-2 1 0 16,-3 3 0-16,3 2 0 0,-1 4 0 0,12 0 0 15,-22 6 0-15,12-5 0 0,10-1 0 16,-13 5 0-16,13-5 0 0,-10 4 0 0,10-4 0 15,0 0 0-15,0 0 0 0,33-10 0 16,-5-3 0-16,7-1 0 0,-1-1 0 0,0 5 0 16,-4-2 0-16,-5 4 0 0,-3 3 0 15,-6 1 0-15,0 2 0 0,-3 2 0 0,3 0 0 16,-2 6 0-16,-3-1 0 0,3 2 0 16,-1 4 0-16,1 3 0 0,-1 1 0 15,-4 3 0-15,1-1 0 0,1 2 0 16,-3-1 0-16,2-1 0 0,-4-3 0 15,1 1 0-15,-1-3-175 0,0-3-266 0,0-1-119 16,-3 2-165-16,3-7-162 0,-3 1 71 16,-3-4-744-16,0 0-1003 0</inkml:trace>
  <inkml:trace contextRef="#ctx0" brushRef="#br0" timeOffset="32877.75">27405 2280 4406 0,'0'0'59'0,"0"0"32"0,0 0 18 0,0 0 28 0,-34 10 28 16,34-10 14-16,0 0 12 0,0 0 3 15,0 0-9-15,0 0-11 0,0 0-11 0,0 0-14 16,0 0-15-16,0 0-13 0,0 0-7 16,40-6-13-16,-33-2-13 0,4 3-8 0,-4 1-11 15,-2-4-6-15,3 0-1 0,-4-2-4 16,-4-1-13-16,0-1-9 0,-6 0-1 15,0 2-5-15,-5-2-8 0,-1 4-2 16,-1 4-8-16,0 4-6 0,-4 2-3 16,-2 8 1-16,-8 5 2 0,6-1 3 0,6 0-9 15,-7 6 5-15,10-2 8 0,0-3 15 16,6 1 17-16,2-1 30 0,2 1 19 0,2-3 14 16,2 1 15-16,7-2 9 0,4 2-1 15,6-5-14-15,1-1-117 0,14 1 0 0,-1-9 0 16,-6 4 0-16,-1-4 0 0,3 0 0 15,-4-1 0-15,0-2 0 0,-5 1-25 0,1 2-307 16,-1-3-98-16,-4-1-107 0,4 1-155 16,-4-4-177-16,-3 0 66 0,-1 0-729 15,-1-3-975-15</inkml:trace>
  <inkml:trace contextRef="#ctx0" brushRef="#br0" timeOffset="33226">27733 2051 4154 0,'2'-7'-54'0,"-2"7"48"0,2-10 52 16,0 5 39-16,-2 5 35 0,2-8 25 0,-2 8 16 15,3-7 4-15,-3 7-3 0,0 0-5 16,0 0 25-16,0 0 32 0,0 0 11 0,0 0 0 16,0 0-7-16,2 24-11 0,-2-16-12 15,0 4-11-15,0-1-16 0,2 5-18 16,2-3-8-16,0 3-6 0,-1 0 5 15,6-1 10-15,0-1 11 0,2 1 3 0,3 0 0 16,1-1-139-16,4 7-26 0,4-1 0 16,-1-1 0-16,1 2 0 0,0 0 0 0,-1-3 0 15,-8 1 0-15,-2-1 0 0,-4-3 0 16,-3 2 0-16,1-3 0 0,-4-1 0 16,-2 1 0-16,0-2 0 0,-2 0 0 0,-4-2 0 15,3-1 0-15,-5-4 0 0,2-2 0 16,6-3 0-16,-15-3 0 0,4-6 0 0,3-4-564 15,-3-16-277-15,-1 0-118 0,6-4 106 16,0-1-839-16,6 7-1126 0</inkml:trace>
  <inkml:trace contextRef="#ctx0" brushRef="#br0" timeOffset="33662.71">28338 2100 4829 0,'0'0'110'0,"0"0"39"15,-5 12 29-15,5-12 32 0,0 0 25 0,0 0 4 16,0 0-8-16,0 0-15 0,0 0-20 16,0 0-20-16,0 0-21 0,0 0-17 15,0 0-13-15,27-17-15 0,-17 11-20 16,-1-6-4-16,-1 6-14 0,-1-2-1 0,-1-1-10 16,-4-1-4-16,0-3-4 0,0 3-6 15,-6 0 0-15,2-2-7 0,-4 3-4 16,0 1-4-16,1 2-7 0,-4 0 0 0,-3 4-5 15,1 2 2-15,-5 5 9 0,1 2 1 16,-3 5 3-16,6 1-23 0,0 3-12 0,0 1 0 16,7-1 0-16,-1 1 0 0,5 1 0 15,1-5 0-15,1 4 0 0,5-3 0 0,7 0 0 16,3-2 0-16,-2-4 0 0,8-5 0 16,-3 1 0-16,-1-4 0 0,7-4 0 0,-2-2 0 15,12-3 0-15,-10 1 0 0,-2 0 0 16,-3 0 0-16,-2 3 0 0,-6 0 0 15,2 2 0-15,-3-1 0 0,2 0 0 16,-13 4 0-16,16-1 0 0,-9-2 0 16,-7 3 0-16,16 0 0 0,-16 0 0 0,15 0 0 15,-15 0 0-15,12 4 0 0,-12-4 0 16,7 4 0-16,-7-4 0 0,11 4-573 0,-2-3-259 16,-9-1-122-16,16-3 98 0,-4 1-836 15,5-3-1128-15</inkml:trace>
  <inkml:trace contextRef="#ctx0" brushRef="#br0" timeOffset="34375.58">29403 1451 4871 0,'-10'-9'160'0,"2"3"39"0,3 4-7 15,5 2-21-15,0 0-17 0,0 0 39 0,0 0 20 16,-14 21 6-16,16 1-8 0,2 11-13 15,4 2-17-15,1 3-21 0,5 9-12 0,-3-9-12 16,2 7-25-16,-1-7-4 0,-5-2-10 16,1-2-10-16,-3-7-6 0,2 4-5 0,-7-5-4 15,-2-4-6-15,-5-2-2 16,0-1-40-16,-4 7-24 0,-5-7 0 0,-4 1 0 16,0-5 0-16,3-3 0 0,0-7 0 15,0-3 0-15,2-2 0 0,-3-2 0 0,5-5 0 16,-1-3 0-16,3-2 0 0,6-3 0 15,-1 3 0-15,6 1 0 0,4-5 0 16,3-1 0-16,13-7 0 0,4 0 0 0,13-7 0 16,4 0 0-16,5-1 0 0,4-2 0 15,3-1 0-15,-4 0-66 0,3-4-1 0,-6 2 11 16,-3-1 3-16,-5-1 15 0,-3-2 3 16,-4 3 18-16,-7-3 25 0,-7-2 15 0,-5 6 8 15,-4 3 17-15,-4 7 15 0,-4 5 0 16,0 5-6-16,-2 3-18 0,-3 3-39 15,-4 3 0-15,1 6 0 0,8 2 0 16,-30 14 0-16,9 5 0 0,-2 4 0 16,6 9 0-16,-4 7 0 0,8-5 0 0,3 4 0 15,2-1 0-15,5 4 0 0,1-12 0 16,4-2 0-16,-1 7 0 0,5-8 0 0,-1-6 0 16,6 1 0-16,-4-8 0 0,4 3 0 15,-1-3 0-15,1-5 0 0,-3-2 0 0,2 0 0 16,-3-3 0-16,1 0 0 0,-8-3 0 15,0 0 0-15,0 0 0 0,27-6 0 16,-27 6 0-16,11 0 0 0,-11 0 0 16,0 0 0-16,0 0 0 0,13-2 0 0,-13 2 0 15,0 0 0-15,10 11 0 0,-7-7 0 16,1 2 0-16,4 1 0 0,0 0 0 16,1-2 0-16,5 3 0 0,-1-2 0 0,4-2 0 15,2-2 0-15,-2-2 0 0,7 0 0 16,-4-2 0-16,5-2 0 0,-6 2 0 0,0 0 0 15,0 0 0-15,-3 0 0 0,-3 4 0 16,0-2 0-16,-3 0 0 0,1 2 0 0,-2 0 0 16,-9-2-367-16,16 2-684 15,-12 1 108-15,-4-3-1040 0,0 0-1400 0</inkml:trace>
  <inkml:trace contextRef="#ctx0" brushRef="#br0" timeOffset="34960.78">28623 2796 5175 0,'-7'-19'-21'0,"-2"6"78"0,6 1 26 0,1 3 4 0,0 4-15 16,2 5 30-16,0 0 90 0,0 0 60 15,25 41 35-15,-10-10 25 0,6 15 5 0,2 8-7 16,4 6 5-16,-2 0-12 0,7 15-19 16,-5-17-220-16,-3 0-64 0,5-1 0 15,-6-2 0-15,0-1 0 0,-7-5 0 0,2-1 0 16,-9-9 0-16,1-3 0 16,-4-3 0-16,-2-5 0 0,-3-6 0 0,-1-4-250 15,0-4-212-15,0-1-66 0,-1-9-69 16,-3 1-42-16,4-5-20 0,0 0 5 0,0 0-843 15,-12-26-944-15</inkml:trace>
  <inkml:trace contextRef="#ctx0" brushRef="#br0" timeOffset="35577.72">28943 3456 3911 0,'3'-43'-103'0,"-2"-3"59"16,-1 7 56-16,0 8 46 0,0 11 33 15,0 2 45-15,0 5 32 0,0-2 36 16,0 3 6-16,0 5-1 0,0-5-17 0,0 12-21 16,0-12-4-16,2 8 3 0,-2 4-2 15,8-5-6-15,-8 5-19 0,0 0-11 0,0 0-9 16,21 9-1-16,-21-9-13 15,7 12-8-15,-5 0-8 0,-2 1-11 0,-4 3 0 16,-1 2-15-16,-4 1-21 0,2-2-7 16,0-5-7-16,1-2 3 0,3-3-9 0,-2-3-2 15,5-4-5-15,0 0-4 0,0 0-6 16,0 0 9-16,0 0-16 0,12-26 1 0,-7 21-6 16,5 0 2-16,2 1-3 0,1 4 10 15,-13 0-3-15,26-1 2 0,-8 2 8 16,-1-2 8-16,2 1 7 0,-1-2 14 0,7 0 9 15,0-4 7-15,8-3 3 16,-3-3 4-16,-1-2 4 0,-2-7 9 0,-4 0-3 16,-3 0-7-16,-1-2-3 0,1-1 5 15,-9 5 13-15,-2-1 8 0,-1 1-48 0,-4 4-43 16,0-1 0-16,-2 4 0 0,0 0 0 16,-2 5 0-16,0-1 0 0,0 8 0 0,-4-9 0 15,4 9 0-15,0 0 0 0,0 0 0 16,0 0 0-16,0 0 0 0,0 0 0 0,0 0 0 15,0 0 0-15,0 0 0 0,0 0 0 16,0 0 0-16,20 2 0 0,1-7 0 16,14-4 0-16,-5 1 0 0,-3 1 0 0,-4 2 0 15,-5 1 0-15,0 1 0 16,0-1 0-16,-6 0 0 0,2 2 0 0,-1 2 0 0,-13 0 0 16,20 0 0-16,-20 0 0 15,16 0 0-15,-5 4 0 0,-11-4 0 0,16 6 0 16,-9-4 0-16,4 3 0 0,0-2 0 15,-2 1 0-15,3-1 0 0,-1 1 0 0,3 0 0 16,-1-2 0-16,2 3 0 16,0-4 0-16,5 4 0 0,-4-4 0 0,-2 3 0 0,1-2 0 15,-1-2 0-15,-1 1 0 16,-2 1 0-16,1-2 0 0,-3 0 0 0,-9 0 0 0,20-2 0 16,-9-1 0-16,0-2-367 0,3-2-94 15,4 0-51-15,0-3-48 0,-1 0-89 16,0 2-129-16,-3 0 27 0,0 1-648 0,2 1-851 15</inkml:trace>
  <inkml:trace contextRef="#ctx0" brushRef="#br0" timeOffset="37491.21">13977 10599 1853 0,'0'-17'166'0,"3"3"25"0,-3 2-26 15,0 1-11-15,2 5-15 0,-2-2-24 16,0 8-32-16,0-9-13 0,0 9 31 16,0 0 59-16,0 0 35 0,7 33 22 0,-1 0 27 15,-4 9 18-15,0 17 15 0,-4 10 15 16,-4 4-13-16,-3 24 2 0,-1 4-13 15,-1 2-5-15,-7-2-18 0,5-4-17 0,8-23-14 16,-1-4-10-16,1-6-9 0,5-6-9 16,0-14-3-16,0-4-10 0,5-6-4 15,-3-6-6-15,4-7-7 0,-5-6-8 0,3-1-3 16,0-2-138-16,-1-2-7 0,3-2 0 0,2-2 0 16,3-1 0-16,0-4 0 15,5 1 0-15,-1-2 0 0,4 0 0 0,3-3 0 16,3-1 0-16,-1-2 0 0,13-3 0 15,-3-1 0-15,0-2 0 0,0-4 0 0,-3 1-404 16,-3-4-150-16,-1-1-114 0,-7-1-209 16,0-4 62-16,-6 5 82 0,-9 3-675 0,2 1-860 15</inkml:trace>
  <inkml:trace contextRef="#ctx0" brushRef="#br0" timeOffset="37724.78">14437 11488 3705 0,'0'0'-49'0,"11"-3"36"0,-11 3 39 15,18 0 52-15,-7 3 46 0,6 2 32 0,0 6 29 16,8 4 20-16,0 5 9 0,-3 5 5 16,1 0-2-16,1 3-2 0,-10 1-22 15,6 4-12-15,-9-4-7 0,-1 3-2 0,-4-4-14 16,-5-4-11-16,-1 1-9 0,-3-1-16 16,-3 0-4-16,-2 9-22 0,-3-4-3 0,-4 0-16 15,1-4-43-15,3-3-47 0,-3-6-50 16,3 0-60-16,4-3-67 0,-4-2-88 0,2-2-99 15,0-4-114-15,4-2-143 0,-6-3-89 16,11 0 62-16,0 0-506 0,-14-8-634 16</inkml:trace>
  <inkml:trace contextRef="#ctx0" brushRef="#br0" timeOffset="38243.58">15590 11608 3477 0,'0'-10'109'0,"0"1"42"0,0 2 28 0,0 7 10 0,0 0 2 16,0 0 50-16,0 0 58 0,0 0 11 15,0 0 1-15,10 36-10 0,-9-14-10 0,1 2-19 16,2 2-26-16,0 9-21 0,-1-1-24 16,2 0-15-16,1-6-22 0,-3 4-16 0,-1-6-13 15,2-5-14-15,-2-6-25 0,-1-1-58 16,1-2-62-16,0-1-63 0,-2-1-61 0,0-4-84 15,0-6-108-15,-2 5-103 16,2-5-72-16,0 0-69 0,0 0-91 0,-2-26-47 0,4 9 71 16,0-5-526-16,2-14-642 15</inkml:trace>
  <inkml:trace contextRef="#ctx0" brushRef="#br0" timeOffset="38341.78">15659 11478 3177 0,'2'-31'-42'0,"-4"6"37"0,2 8 27 15,-4 2 8-15,4 4 3 0,-2 0-4 0,0 3-10 16,2 0-31-16,0 8-56 0,0-10-63 15,0 10-100-15,4-7-157 0,3 4-94 0,4 0-182 16,7-1-159-16</inkml:trace>
  <inkml:trace contextRef="#ctx0" brushRef="#br0" timeOffset="38641.37">16207 11214 2121 0,'0'0'206'0,"0"0"16"0,-23 8 12 16,12 1 32-16,-3 0 22 0,2 4 13 15,-4 1 3-15,1 3-5 0,1 9 0 0,7-4-24 16,3 0-24-16,6 3-28 0,7 6-16 16,7-2-22-16,3 0-17 0,5-3-17 15,3-1-20-15,0-1-3 0,1 0-16 0,-1-4-8 16,0 2-15-16,-4-1-6 0,-4-5-12 16,-4 0-9-16,-4-2-1 0,-3 0 0 0,-5 1 9 15,0-2 18-15,-3-1 32 0,-3 3 4 16,-4-1 3-16,-2 3-5 0,-5-1-9 0,-6 2-10 15,0-5-14-15,6 0-9 16,-2-6-7-16,3 0-2 0,1-2-52 0,3-5-84 16,-1 0-108-16,10 0-125 0,-15-12-163 15,7 3-190-15,6-3-224 0,1 0 72 0,-1-1 90 16,4 1-669-16,-1 2-834 0</inkml:trace>
  <inkml:trace contextRef="#ctx0" brushRef="#br0" timeOffset="38974.55">17284 11687 4149 0,'-2'6'87'16,"2"-6"8"-16,0 12 23 0,2-5 21 16,-2 3 19-16,2-2 16 0,-1 4 3 0,4 0-13 15,1 2-11-15,-3 1-17 0,3-1-12 16,-2-2-8-16,-1 0-14 0,4-2-9 0,-5 0-7 15,-1-3-1-15,1 2 2 0,0-3 13 16,-2-6 24-16,4 12 6 0,-4-12-12 0,0 0-8 16,0 0-7-16,0 0-11 0,0 0-12 15,-16-35-3-15,14 9-12 0,0-19-5 16,4-16-8-16,7-10-7 0,-2-6-10 16,4-18-7-16,3 3-41 0,-1 23-25 0,1 9-23 15,0 6-38-15,2 11-46 0,1 12-55 16,-1 8-71-16,-5 8-65 0,1 8-60 0,1 5-75 15,-2 2-144-15,-11 0-103 0,19 14 63 16,-8 0-516-16,-4 7-638 0</inkml:trace>
  <inkml:trace contextRef="#ctx0" brushRef="#br0" timeOffset="39125.71">17339 11705 3627 0,'-9'0'218'0,"2"3"36"0,7-3 17 0,0 0 30 16,-20-5 10-16,20 5-11 0,-5-7-26 15,5 7-31-15,0-9-32 0,0 9-63 16,13-17-85-16,0 5-102 0,14-4-122 16,2 1-158-16,3-4-164 0,2 4-235 0,2-1 22 15,-1 3 74-15,-1-1-461 0,0 3-553 16</inkml:trace>
  <inkml:trace contextRef="#ctx0" brushRef="#br0" timeOffset="39741.53">17821 11544 3298 0,'4'2'144'0,"-4"-2"11"15,0 0 13-15,7 7 51 0,-4-3 41 16,-3-4 42-16,10 15 14 0,-7-1-6 16,5 0-17-16,-5 3-14 0,4 1-17 15,-5 1-17-15,-1 2-17 0,-1 0-9 0,0 5-12 16,-8 6-15-16,3-3-18 0,-6 2-15 16,-2-2-31-16,4-9-13 0,0-4-8 0,4-4-6 15,-6-5-11-15,6-4-10 0,5-3-12 16,0 0-16-16,-17-14-32 0,13-2-20 0,2-9 0 15,2-16 0-15,2-5 0 0,4-8 0 16,1 13 0-16,-3 4 0 0,3 4 0 0,-5 11 0 16,5 5 0-16,-5 5 0 0,1 5 0 15,5 6 0-15,-8 1 0 0,0 0 0 0,25 16 0 16,-11-2 0-16,0 1 0 0,8 6 0 16,2 0 0-16,1-3-18 0,-1 0-68 15,5-4-37-15,-6-5-31 0,-1-1-35 16,5-4-27-16,-4-4-31 0,4-4-26 0,7-6-35 15,0-7-14-15,8-8 0 0,-3-4 11 16,-5-2 32-16,-4-3 29 0,-5-2 32 0,-6 5 37 16,0-10 42-16,-6 9 46 0,-3-3 46 15,-4 2 44-15,-2 6 55 0,-3 6 45 0,-1 6 14 16,0 3 11-16,-3 5 14 16,-3 2 14-16,-4 5 15 0,10 0 26 0,0 0-3 0,-29 14 9 15,16-1 1-15,2 4-26 16,1 1-4-16,5 2-17 0,-1-3-17 0,4 0-20 0,4 0-1 15,6 3-2-15,2-3-14 16,4 4-5-16,10 1-8 0,2-5-10 0,3-1-4 16,2 4 5-16,-3-3 4 0,1 2 4 15,-5 0-4-15,-3-2 1 0,-2 1 3 0,-6-5 8 16,-2 0 2-16,-2 1 4 0,-4 0-65 16,-3-2-32-16,0-1 0 0,-4 1 0 0,-1-2 0 15,-3-1 0-15,-2 1 0 0,-2-2 0 16,-3-1 0-16,0-2 0 0,0-5 0 0,-5 0 0 15,3-5-32-15,-2-4-406 0,-8-11-136 16,5-8-155-16,-2-13-141 0,8-6 77 16,5-6-824-16,9 6-1057 0</inkml:trace>
  <inkml:trace contextRef="#ctx0" brushRef="#br0" timeOffset="39974.85">18727 10591 4708 0,'-2'-17'18'0,"-2"7"44"15,2 1 40-15,-1 3 28 0,3 6 70 0,0 0 72 16,0 0 36-16,-7 23 19 0,11 2 0 16,2 14-8-16,5 14-9 0,5 5-18 0,1 5-18 15,2 5-16-15,6 12-26 16,3 2-180-16,-1-4-52 0,-2-14 0 0,-4 2 0 16,0-3 0-16,-1-1 0 0,-4-3 0 15,1-3 0-15,-1-4 0 0,-7-3 0 0,-2-11 0 16,0-3 0-16,-4-8 0 0,1-6 0 15,-2-3-333-15,-2-4-218 0,-4-5-82 0,0 3-123 16,-4-7-60-16,4-2 58 0,4-3-719 16,-14 0-926-16</inkml:trace>
  <inkml:trace contextRef="#ctx0" brushRef="#br0" timeOffset="40123.93">18811 11630 4327 0,'-16'-9'79'0,"5"-1"58"16,4 4 58-16,0 1 47 0,2-1 51 15,5 6 7-15,-11-8-16 0,5 2-25 0,6 6-29 16,-5-9-24-16,5 9-39 0,7-14-82 15,-2 7-112-15,7 0-123 0,0 0-155 16,0 2-179-16,4-3-230 0,4 2-41 16,0-1 75-16,1 1-575 0,-2 2-715 15</inkml:trace>
  <inkml:trace contextRef="#ctx0" brushRef="#br0" timeOffset="40726.42">19241 11572 3878 0,'-3'3'218'0,"3"-3"30"0,-9 5 39 0,9-5 35 0,0 0 22 16,0 0-2-16,0 0-25 15,0 0-27-15,0 0-28 0,0 0-27 0,45-13-23 16,-31 6-22-16,4-3-19 0,1 0-18 16,-4 3-15-16,3 0-17 0,-5-2-17 0,1 3-14 15,-5 2-10-15,-2-1-16 0,1 1-7 16,-8 4-9-16,12-6-28 0,-12 6-20 0,0 0 0 15,0 0 0-15,0 0 0 0,0 0 0 16,-31 29 0-16,12-6 0 0,-3 5 0 0,2 1 0 16,1 3 0-16,6-3 0 0,1 2 0 15,4 2 0-15,5-8 0 0,3-3 0 0,3-1 0 16,7-1 0-16,2-1 0 0,4 1 0 16,7-1 0-16,6-5 0 0,3-4 0 15,4-2 0-15,-3-6 0 0,-3-2 0 16,11-5 0-16,-1-2 0 0,-3-1 0 0,-1-3 0 15,0-4 0-15,-9 1 0 0,0-3 0 16,0-2 0-16,-10-1 0 0,-5 1 0 0,-5-1 0 16,-2-1 0-16,-5-4 0 0,-5-12 0 15,-2 2 0-15,-5-4 0 0,0 7 0 16,0 1 0-16,0 9 0 0,4 5 0 0,3 5 0 16,-3 4 0-16,1 1 0 0,0 5 0 15,2-2 0-15,5 4 0 0,-6-5 0 0,6 5 0 16,0 0 0-16,21-15 0 0,0 6 0 15,14-5 0-15,3 3 0 0,3 3 0 16,7 4 0-16,-4 1 0 0,-2 9 0 16,2 3 0-16,-3 11 0 0,-2 3 0 0,-7 9 0 15,-5 2 0-15,-10-4 0 0,-3 1 0 16,-3 2 0-16,-4-1 0 0,3 1 0 0,-4-1 0 16,-1-2 0-16,3-4 0 0,-4-4 0 15,-1-5 0-15,6 2 0 0,-6-2 0 0,1-7 0 16,1 4 0-16,-3-3 0 0,2-2 0 15,-2 0-575-15,-2 0-394 0,-6-2 67 16,3-1 89-16,-7-1-864 0,-2 1-1114 0</inkml:trace>
  <inkml:trace contextRef="#ctx0" brushRef="#br0" timeOffset="41674.87">15664 13098 4304 0,'2'-14'-208'16,"0"5"72"-16,-2-1 67 0,0 3 45 15,0 7 49-15,0-12 49 0,0 12 32 0,0-8 30 16,0 8 21-16,-2-9 10 0,2 9 0 16,0 0-16-16,0 0 14 0,0 0 58 0,0 0 30 15,4 29 16-15,-4 0 12 0,0 12 5 16,-2 17-3-16,0 3-7 0,0 6-1 0,0 2-4 16,-1-1-7-16,3-1-12 15,2-5-12-15,1-2-237 0,5-5-3 0,2-5 0 16,1-13 0-16,2-1 0 0,1-5 0 0,0-4 0 15,2-3 0-15,1-8 0 0,-1-6 0 16,-2-3 0-16,6-3 0 0,-1-4 0 16,1 0 0-16,5-4 0 0,10-4 0 0,-5-1 0 15,0-1 0-15,-1-2 0 0,-6 3 0 16,-3-1 0-16,-4 0 0 0,2-3 0 0,-3 3 0 16,-2-3-725-16,-1-1-260 0,-5 0 86 15,-1-1-999-15,-4-2-1322 0</inkml:trace>
  <inkml:trace contextRef="#ctx0" brushRef="#br0" timeOffset="41940.94">16097 13511 5577 0,'-10'-3'63'0,"10"3"36"0,-9-5 21 16,9 5 10-16,0 0 9 0,0 0 4 16,0 0 49-16,0 0 19 0,0 0-13 0,32 24-11 15,-1-5-16-15,11 4-23 0,4 4-15 16,1 0-6-16,-1 2-14 0,-4 2-10 15,-5-2-7-15,-4 5-11 0,-12-4-8 0,-5 2-10 16,-9 4-55-16,-5 0-12 0,-6 1 0 16,-8-2 0-16,-4 8 0 0,-11-4 0 0,-2-2 0 15,4-12 0-15,0-1 0 16,1-3 0-16,-1-6 0 0,8-6-118 0,0-3-136 0,5 0-88 16,1-6-120-16,6-2-137 0,5 2-189 15,-11-12-33-15,11 3 85 0,0-3-649 16,9-1-837-16</inkml:trace>
  <inkml:trace contextRef="#ctx0" brushRef="#br0" timeOffset="42158.94">16983 13623 4275 0,'0'-9'261'16,"0"2"36"-16,0 7-7 0,0-7-21 0,0 7 5 15,0 0 36-15,0 0-8 0,2 29-22 16,2-12-26-16,2 7-24 0,1 10-24 15,2 1-20-15,1 2-21 0,1 0-18 16,1 1-30-16,-2-1-58 0,-3-4-74 0,0-2-102 16,-1-4-92-16,1-6-94 0,-6-3-107 15,-1 0-99-15,0-7-122 0,-3 1-169 0,-2-2 48 16,-1-5 73-16,6-5-510 0,-9 2-655 16</inkml:trace>
  <inkml:trace contextRef="#ctx0" brushRef="#br0" timeOffset="42308.55">17011 13479 3566 0,'-5'-28'124'0,"-3"7"48"0,5 1 16 16,-3 7 9-16,2 0-5 0,0 4-17 0,-2-2-22 15,2 2-16-15,3 0-18 16,1 9-55-16,-4-10-70 0,4 10-83 0,-2-3-115 16,2 3-131-16,0 0-224 0,0 0-87 15,2 22 72-15,0-10-336 0,1 5-390 0</inkml:trace>
  <inkml:trace contextRef="#ctx0" brushRef="#br0" timeOffset="42673.94">17280 13186 2537 0,'0'-35'186'16,"-2"8"68"-16,0 7 79 0,2 5 19 16,-1 1 1-16,-1 1-35 0,2 9-15 0,0 4 53 0,0 0 11 15,0 0-10-15,2 43-25 16,1-1-25-16,5 12-30 0,2 5-26 0,1 4-24 15,3-3-23-15,0 2-19 0,0-3-23 16,7-3-16-16,-4-5-31 0,6-3-53 0,-4-6-57 16,0-2-65-16,-2-10-66 0,0-4-69 15,-6-6-62-15,0-4-68 0,-4-5-65 0,-1 0-32 16,-1-3-26-16,-1-2-22 16,-4 0 3-16,0-6 43 0,0 0 53 0,-15 2 68 0,15-2 80 15,-25-7 80-15,10 2 73 0,0 0 76 16,0 0 78-16,-1 0 74 0,5-1 56 15,1 3 51-15,1 0 31 0,-1-1 17 16,2 1 10-16,2-1-12 0,6 4-11 0,-11-3-25 16,11 3-23-16,-3-7-26 0,3 7-22 15,13-12-23-15,4 4-20 0,10-9-79 0,7 0-96 16,11-3-123-16,0-3-153 0,4 0-144 16,8-4-160-16,16-10-206 0,6 5 74 15,4 1 84-15,-1-1-484 0,-3-1-593 0</inkml:trace>
  <inkml:trace contextRef="#ctx0" brushRef="#br0" timeOffset="42975.45">18508 12939 3146 0,'-27'-21'173'0,"0"0"34"0,0 0 38 15,4 4 29-15,3 5-1 0,6 0-23 0,3 6-34 16,6 2-20-16,5 4-17 0,-9 12 7 15,11 8 10-15,6 19 10 0,9 19 12 0,12 21 3 16,-1 6 2-16,6 6 5 0,3 5-10 16,0-1-19-16,-1 1-14 0,0-2-17 0,-4 5-14 15,-3 0-13-15,-3-4-7 16,-1-3-20-16,-4-8-11 0,-6-16-10 0,-2-5-48 16,1-5-45-16,-3-6 0 0,-3-12 0 15,0-6 0-15,-3-10 0 0,1-4-84 0,-2-6-181 16,-3-5-119-16,1-4-127 0,-2-5-126 15,0 0-161-15,0 0-8 0,-5-31 86 0,-4 0-636 16,-2-6-810-16</inkml:trace>
  <inkml:trace contextRef="#ctx0" brushRef="#br0" timeOffset="43209.44">18587 13684 3990 0,'-5'-14'99'0,"3"2"16"0,0 0 30 0,8-1 14 15,-1 1 21-15,7-4 28 0,11 1 2 16,3 0 4-16,-1 8-31 0,4 2-24 0,-3 5-11 15,12 3-15-15,-2 6-15 16,3 3-11-16,-5 1-12 0,-5 3-8 0,-2 1-2 16,-7 4-2-16,-4 0 10 0,-9 1-8 15,-1-3 12-15,-8-2 9 0,-4 3-11 16,-3 1 1-16,-3-4-11 0,-4 5-10 0,-6-1 7 16,6-8-8-16,-2-2-6 0,0-4-44 15,0-1-63-15,0-6-95 0,2-5-136 0,0-2-211 16,1-6-288-16,-6-11-66 0,5-4 88 15,7-1-689-15,9 3-887 0</inkml:trace>
  <inkml:trace contextRef="#ctx0" brushRef="#br0" timeOffset="43657.77">19322 13892 4396 0,'-3'8'193'0,"1"1"14"0,0-2 12 16,2-7 11-16,-2 7 3 0,2-7-7 15,0 0-16-15,0 6-23 0,0-6-22 0,0 0-15 16,20 0-18-16,-20 0-13 0,25-8-12 16,-12 3-13-16,-1 0-3 0,-1-2-12 0,-4 3-7 15,2-4-1-15,-4 1-12 0,1-3-5 16,-6 1-6-16,0-1-6 0,-6-4-2 16,-4-3-11-16,-9-8-5 0,-4-1 5 15,-7-7 1-15,-2 0-13 0,-4 0 1 0,-2-1 0 16,4 4-7-16,9 7 0 0,0 3 6 15,0 1 2-15,5 7 8 0,5 2-6 16,3 3-3-16,3 0-8 0,2 2-7 0,-2 2 2 16,9 3 7-16,0 0-9 0,0 0 3 15,0 0 4-15,0 0 1 0,31 0 2 16,-4 0-1-16,13-5 3 0,-2-2-5 16,6 2-2-16,-2-3 0 0,0 4 3 0,-3 2-3 15,-2 4-1-15,-1 6 6 0,-3 4 11 16,1 3 5-16,-4 6 17 0,5 6-1 0,-5 4 5 0,-7-4-7 15,0 2-2-15,-2 0-6 16,-2 0-35-16,-1 1 0 0,-4-2 0 0,-3-2 0 16,1-9 0-16,-2 3 0 0,-5-6 0 15,4-1 0-15,-2-2-127 0,0-1-162 0,-1-1-141 16,-1 1-165-16,2-2-212 0,-2-6-41 16,-1 0 95-16,-4-2-724 0,18-7-924 0</inkml:trace>
  <inkml:trace contextRef="#ctx0" brushRef="#br0" timeOffset="44024.71">20174 13453 4369 0,'0'0'127'0,"0"0"28"0,0 0 30 16,0 0 6-16,0 0 9 0,0 0 9 0,0 0-13 16,0 0-27-16,0 0-13 0,0 0-15 15,0 0-14-15,0 0-18 0,0 0-7 0,3-6-14 16,10 0-29-16,1 0-18 0,-1 1-18 15,3-3 8-15,-5 0-21 0,0-2-4 0,-4 3 12 16,2-3-17-16,-6 0 6 0,-1 2-13 16,-4-1 5-16,-1 1-2 0,-9-1 0 0,-3 6-4 15,-5 1 2-15,2 4 3 16,-9 4 17-16,-3 6 9 0,-3 7 9 0,6 5 25 16,-5 8 24-16,4 1 26 0,8-3 22 15,7 1 14-15,3 1 9 0,4-4-8 0,6-4-1 16,2-2-1-16,2 0-11 0,4-2-8 15,2-2-61-15,-1-1-63 0,7-3 0 16,-2-1 0-16,8-4 0 0,1-2 0 0,3-3 0 16,0-6 0-16,13-2 0 0,1 0-293 15,-2-4-107-15,1-1-93 0,-2-3-75 0,9-5-86 16,-4-5-118-16,0-2 18 0,-3-2-694 16,-2-3-897-16</inkml:trace>
  <inkml:trace contextRef="#ctx0" brushRef="#br0" timeOffset="44342.4">20846 13213 3877 0,'8'-22'-49'15,"-7"3"53"-15,-1 2 55 0,-1 3 49 16,-1 2 48-16,-4 1 31 0,1-1 19 16,-6 4 3-16,0 4-10 0,-3 3 7 15,-2 4 6-15,-4 5 15 0,-8 4 7 16,1 5-4-16,1 5-2 0,5 3-12 0,1 0-16 16,4 4-23-16,4-2-13 0,4-5-13 15,8-1-13-15,0-4-12 0,6 0-13 0,3 3-7 16,1-3-8-16,3-1-11 0,9 3-7 15,-1 1-4-15,-1-3 5 0,3 1 4 16,0-1-85-16,-4-1 0 0,-2-5 0 0,-4 3 0 16,-1-3 0-16,-2 1 0 0,-1 0 0 15,-3-1 0-15,0 2 0 0,-4-1 0 16,-4 1 0-16,-4 1 0 0,-6 1 0 0,-1-1 0 16,-1-2 0-16,-2 1 0 0,-4-4 0 15,2-2 0-15,0 1 0 0,4-6 0 0,-4 1 0 16,0-6 0-16,-2-3 0 0,3-2-428 15,0-4-558-15,1-1 56 0,3 1 106 0,3 2-884 16,3 3-1143-16</inkml:trace>
  <inkml:trace contextRef="#ctx0" brushRef="#br0" timeOffset="44989.47">21178 13466 5015 0,'0'0'2'16,"-12"0"-3"-16,12 0 4 0,0 0 14 16,0 0 22-16,0 0 24 0,0 0 20 15,0 0-3-15,0 0-10 0,0 0-8 16,0 0-4-16,19-16-9 0,-6 9 0 0,-1-1-7 16,3 1-3-16,-1 0-4 0,-1-4-6 0,1 2 1 15,-3 1-2-15,-2-1 2 16,-4 0-2-16,4 1-5 0,-6-1-2 0,-3 1 8 0,-1 1 3 15,1 7 8-15,-12-7 14 16,12 7 12-16,-23 2 17 0,10 3 15 0,-6 6 35 16,-8 6 14-16,4 7 11 0,4 2 8 15,-2 3-5-15,9 3-9 0,0-1-4 0,3 2-10 16,7-6-4-16,0 0-8 0,6-4-15 16,3 0-10-16,4 6-3 0,4-5-13 0,4-2-48 15,6-4-37-15,3-2 0 0,5-6 0 16,1-3 0-16,-4-3 0 0,-1-4 0 0,-2-2 0 15,0-1 0-15,-2-3 0 0,-5 0 0 16,-1-2 0-16,1-2 0 0,-5-1 0 16,-2-3 0-16,-3-1 0 0,-5-5 0 15,3-3 0-15,-5-12 0 0,2-3 0 0,-5 0 0 16,0-1 0-16,-2 7 0 0,-1 9 0 16,3 3 0-16,-2 3 0 0,1 1 0 15,1 3 0-15,-2 1 0 0,2 2 0 0,-2 3 0 16,4-3 0-16,-2 2 0 0,0 8 0 15,5-11 0-15,4 5 0 0,4-1 0 0,8-4 0 16,11 0 0-16,4 0 0 0,-2 1 0 16,4 3 0-16,-1 0 0 0,-6 7 0 0,-7 2 0 15,-1 3 0-15,-2 2 0 16,-2 3 0-16,2 7 0 0,-4 6 0 0,-2 4 0 16,-5 0 0-16,-2 0 0 0,-3-5 0 0,-1-1 0 15,-2 4 0-15,0-6 0 0,-2-1 0 16,0 2 0-16,0-7 0 0,1 3 0 15,-1-5 0-15,2 2-337 0,-2-5-154 0,5-1-75 16,-5-4-79-16,0-3-96 0,0 0-43 16,0 0 74-16,13-24-622 0,-6 6-789 0</inkml:trace>
  <inkml:trace contextRef="#ctx0" brushRef="#br0" timeOffset="45256.66">22028 13404 3721 0,'3'-15'83'0,"-3"5"66"0,2 3 57 16,-2 0 45-16,0 7 44 0,0-10 46 15,0 10 20-15,0 0 2 0,4-9-22 16,-4 9-11-16,0 0 4 0,0 0-9 0,18 4-16 15,-18-4-29-15,20 10-18 0,-6-1-26 16,0 1-232-16,6 0-4 0,-4 2 0 16,2 1 0-16,-1-1 0 0,0-3 0 15,1 3 0-15,-3 0 0 0,-2-6 0 0,-1 1 0 16,-1 0 0-16,-3-4 0 0,-3 1 0 16,-5-4 0-16,15 5 0 0,-15-5 0 0,0 0 0 15,21-11 0-15,-13 1 0 0,-3-3 0 16,6-9 0-16,-2-5 0 0,-2-6 0 0,2-6 0 15,-2-1 0-15,0-12 0 0,1 11 0 16,-3 2 0-16,2 12 0 0,-4 8 0 0,-3 2-124 16,0 9-572-16,-1 4-212 15,-3-1 11-15,4 5 100 0,0 0-825 0,0 0-1061 16</inkml:trace>
  <inkml:trace contextRef="#ctx0" brushRef="#br0" timeOffset="45606.49">22662 13352 4866 0,'-6'6'131'0,"2"0"25"0,2-3 46 0,2-3 58 16,0 0 27-16,0 0-2 15,0 0-19-15,0 0-29 0,0 0-23 0,35-13-22 16,-18 2-15-16,3 2-19 0,5-4-24 16,0-3-24-16,-3 5-24 0,-6-1-16 0,0-1-7 15,-3 2-9-15,-1-5-5 0,-7 4-7 16,-5 0-5-16,0 2-8 0,-5-1-3 0,-5 5-6 15,-5 1-2-15,-5 5 1 0,-2 3-16 16,-15 5-3-16,-1 8 0 0,-3 5 0 16,5 4 0-16,3 6 0 0,5 2 0 0,1 4 0 15,11-6 0-15,5 2 0 0,6-2 0 16,3-4 0-16,4-4 0 0,3 1 0 16,6 5 0-16,5-5 0 0,4-2 0 0,4-1 0 15,-3-10 0-15,-3-1 0 0,5-2 0 16,0-4 0-16,-3 0 0 0,-2-4 0 15,4 2 0-15,-6 0 0 0,2-2 0 0,-2-2 0 16,-4 2-228-16,3 0-709 0,-5-2-11 16,-10 2 95-16,17 0-924 0,-17 0-1207 0</inkml:trace>
  <inkml:trace contextRef="#ctx0" brushRef="#br0" timeOffset="46724.68">24440 12654 4623 0,'5'-29'-19'0,"-1"5"73"0,1 5 35 16,-3 3 16-16,-1 4 7 0,1 3-1 15,0 1-8-15,-2 8 49 0,0 0 74 0,0 0 49 16,2 42 6-16,-2 1 0 16,-4 15-8-16,2 10-9 0,2 6-5 0,0-3-11 0,6 4-11 15,-6-3-17-15,2-4-17 16,0 0-109-16,1-5-94 0,1-6 0 0,0-13 0 0,-2-3 0 15,-1-6 0-15,-1-8 0 16,0-6 0-16,0-5 0 0,0-3 0 0,0-1 0 16,-1-4 0-16,-3-1 0 0,-3-4 0 15,-5-1 0-15,0-2 0 0,-4-5 0 0,-5-2 0 16,-12-5 0-16,3-3 0 0,-1-3 0 16,3 3 0-16,1-1 0 0,8 5 0 0,4 3 0 15,5 0 0-15,0 2 0 0,5 2 0 16,3-1 0-16,2 5 0 0,17-16 0 0,8 1 0 15,10-1 0-15,13-6 0 0,12-2 0 16,2-3-111-16,17-11-13 0,-3-2-16 16,-5-4 5-16,-8-3 5 0,-16 8 18 15,-1-3 10-15,-6-1 14 0,-4-2 10 0,-8-3 13 16,-5 2 19-16,-1 1 20 0,-13 10 28 16,-4 1 24-16,-3 9 21 0,-2 4 11 0,-3 6 9 15,-5 1 3-15,-3 4 5 0,-5 6 16 16,0 6 12-16,-16 9 14 0,-7 11 11 0,-1 8 3 15,2 11-2-15,3 2-16 0,3 9-113 16,6 4 0-16,3 0 0 0,7-2 0 16,5 1 0-16,5-11 0 0,5 0 0 0,2-3 0 15,1-2 0-15,4-5 0 0,-1-1 0 16,1-9 0-16,0-5 0 0,0-4 0 16,-2-3 0-16,-3-2 0 0,5 0 0 15,-1-6 0-15,1-4 0 0,-6 0 0 0,19-10 0 16,-1-4 0-16,2-5 0 0,2 0 0 15,-5 2 0-15,-4 7 0 0,-2 0 0 0,-3 3 0 16,2 2 0-16,-7 0 0 0,-3 5 0 16,18 0 0-16,-18 0 0 0,15 8 0 0,-10-3 0 15,7 5 0-15,-3-1 0 0,4 0 0 16,1 4 0-16,4-4 0 0,-2-1 0 0,6 0 0 16,-6-4 0-16,4-2 0 15,-1-2 0-15,1 0 0 0,4-5 0 0,1-2 0 16,-4 0 0-16,-1-1 0 0,7-8 0 15,-10 3 0-15,0-1 0 0,-3 2 0 0,-5 2 0 16,-1 3 0-16,-1 0 0 0,-1 2 0 16,-4 0 0-16,-2 5 0 0,0 0 0 0,0 0 0 15,0 0 0-15,0 0 0 0,0 0 0 16,6 15 0-16,-3-8 0 0,3 0 0 0,4 2 0 16,9-1 0-16,6-1 0 0,12-2 0 15,8-5 0-15,0-5 0 0,12-7 0 0,2 0 0 16,-3-7 0-16,-2-1 0 0,-6-1 0 15,1-1 0-15,-10-3-652 0,-1-2-348 0,-11 6 114 16,-2-4-1037-16,0 3-1343 16</inkml:trace>
  <inkml:trace contextRef="#ctx0" brushRef="#br0" timeOffset="46923.91">26460 12781 4812 0,'0'10'-287'0,"6"0"-93"0,-1 1-251 16,-1-1 36-16,-2-2 71 0,-2 1-291 0,-6 3-301 15</inkml:trace>
  <inkml:trace contextRef="#ctx0" brushRef="#br0" timeOffset="47441.52">26719 12122 2627 0,'-4'-29'269'0,"1"7"29"0,-1 5 6 15,0 3-9-15,2 4-20 16,1 6 26-16,1 4 34 0,-20 33 38 0,3 13 17 15,2 16 4-15,-5 27-4 0,6 9-3 16,2 5-11-16,2 4-18 0,9 5-10 0,2 4-19 16,7 1-187-16,4 2-142 0,4 0 0 15,7-3 0-15,2-7 0 0,0-5 0 0,2-5 0 16,-5-8 0-16,-4-24 0 0,-5-4 0 16,-5-7 0-16,-2-12 0 0,-8-7 0 0,2-8 0 15,-4-8 0-15,-1-3 0 0,0-5 0 16,-2-6 0-16,-3-6 0 0,10-1 0 0,-30-23-65 15,10-5-464-15,-3-17-33 0,5-8-13 16,-3-12 3-16,-4-25 20 0,3-3 39 16,10-3 60-16,0 0 101 0,4 23 111 15,6 7 91-15,2 6 78 0,0 19 81 16,2 1 69-16,-2 9 53 0,0 7 46 0,4 1 37 16,0 0 24-16,8-4 22 0,-3 4 17 15,6 1 5-15,2 5-1 0,4-2-8 0,1 9-17 16,-2 1-16-16,3 1-20 0,0 2-25 15,2 0-17-15,-7 6-19 0,0 0-17 0,-3 0-9 16,1 6-7-16,-5 3-8 16,1 1-10-16,-9 6-8 0,1-1-10 0,-8 2-12 0,-1 5-7 15,-9 4-8-15,-4 0-33 16,-2-3-33-16,1-4-60 0,4-3-51 0,-1-5-75 0,7-3-85 16,0-4-110-16,0-4-114 0,9 0-131 15,0 0-199-15,-7-21 67 0,9 3 83 16,6-4-567-16,7-4-707 0</inkml:trace>
  <inkml:trace contextRef="#ctx0" brushRef="#br0" timeOffset="47857.61">27060 12940 3758 0,'0'0'129'0,"6"4"26"0,-6-4 30 0,0 0 37 0,0 0 38 0,0 0 29 16,6 5 13-16,-6-5-13 0,0 0-23 0,0 0-28 15,0 0-24-15,0 0-20 0,0 0-25 16,0 0-16-16,0 0-16 0,0 0-12 0,15 2-29 15,-15-2-29-15,0 0-21 16,0 0-9-16,23-5-9 0,-23 5-8 0,7-7-4 16,-7 7-3-16,4-13 3 0,-6 5-5 15,-4-2-1-15,3-5 3 0,-10 1 6 0,-1-1 8 16,-6-4 13-16,2 3 15 0,2 3 18 16,3 3 8-16,2 4 4 0,-1-2-7 0,5 3-8 15,1-1-8-15,1 0-5 0,5 6-11 16,-8-8-6-16,8 8-40 0,0 0 0 0,13-12 0 15,0 5 0-15,9-1 0 16,8-4 0-16,4 0 0 0,2 1 0 0,0 3 0 0,1 3 0 16,-8 3 0-16,-3 4 0 15,-1 1 0-15,5 7 0 0,-7 2 0 0,0 5 0 16,-6 4 0-16,2 3 0 0,-6 1 0 16,-2-4 0-16,-4 1 0 0,-2-1 0 0,3 12 0 15,-2-9 0-15,0-2 0 0,-4-3 0 16,1-2 0-16,-1 0 0 0,2 0-179 0,-2 0-137 15,-2-3-104-15,2 1-100 0,-2-1-94 16,0-2-153-16,0-1-16 0,0-3 83 16,2-2-624-16,-2-6-780 0</inkml:trace>
  <inkml:trace contextRef="#ctx0" brushRef="#br0" timeOffset="48039.24">27655 12772 3746 0,'5'-43'63'0,"-1"7"39"0,-2 7 64 15,0 7 64-15,1 2 56 0,-2 3 60 16,-1 5 22-16,2-1 3 0,-2 3-31 15,0 2-34-15,0 8-31 0,8-6-14 0,-8 6-15 16,0 0-23-16,19 26-22 0,-12-5-23 16,5 10-13-16,0 8-22 0,-1 7-24 0,-2 4-63 15,-4-9-56-15,0 2-96 16,-1 0-105-16,-1 1-81 0,3-1-54 0,-4 0-85 0,1-4-96 16,3-4-143-16,-6-13-144 0,2-3 75 15,0-10-681-15,-2-4-861 0</inkml:trace>
  <inkml:trace contextRef="#ctx0" brushRef="#br0" timeOffset="48209.33">27884 12355 4093 0,'-5'-18'118'0,"2"3"33"16,-1 3 20-16,0 5 15 0,2-3-11 16,1 4-9-16,1 6 1 0,-6-11-32 0,6 11-24 15,-4-6-54-15,4 6-61 0,0 0-76 16,0 0-97-16,0 0-105 0,0 0-109 0,11 26-144 15,-3-17-114-15,2 1 67 0,3 0-381 16,-2-1-440-16</inkml:trace>
  <inkml:trace contextRef="#ctx0" brushRef="#br0" timeOffset="48506.18">28028 12422 2883 0,'2'9'165'16,"-4"1"41"-16,-2 2 50 0,-1 4 53 0,-3 1 57 16,-5 9 48-16,0 3 26 0,-3 4 11 15,5-2-2-15,-2 3-9 0,-1 0-6 0,5 0-25 16,1 0-23-16,4-4-26 0,2-5-137 15,4 0-223-15,2-1 0 0,6 5 0 0,1 2 0 16,6-4 0-16,2-6 0 0,2-1 0 16,-2-8 0-16,-2-2 0 0,2-3 0 0,-6-2 0 15,1-3 0-15,-1 0 0 16,-1-2 0-16,-12 0 0 0,19-9 0 0,-11 2 0 16,-1-5 0-16,-5-3 0 0,0-2 0 15,0-9 0-15,-4-13 0 0,-3-2 0 0,-4 0 0 16,4 2 0-16,-1 5 0 0,1 10 0 15,1 5 0-15,-2 4 0 0,0 6 0 0,-1 4 0 16,-3 3-199-16,10 2-374 0,-23 7-96 16,14 5-151-16,-1 4-17 0,2 3 88 0,7-4-728 15,2 2-926-15</inkml:trace>
  <inkml:trace contextRef="#ctx0" brushRef="#br0" timeOffset="48839.51">28257 12913 3792 0,'9'7'-13'0,"-3"-4"94"0,0 0 57 16,-6-3 45-16,10 6 45 0,-10-6 35 15,0 0 42-15,3 5 28 0,-3-5-1 16,0 0-10-16,0 0-23 0,0 0-27 0,0 0-28 16,0 0-23-16,0 0-25 0,0 0-18 15,0 0-18-15,0 0-22 0,0 0-23 0,-1-28-28 16,-1 15-27-16,2-4-17 0,0-4-9 16,0-4-9-16,2-2 0 0,-2 2-2 15,0 2 0-15,1 5-3 0,-1 4 14 0,0 0-4 16,2 4-30-16,-2 0 0 0,2 1 0 0,-2 1 0 15,0 8 0-15,7-9 0 0,4 7 0 16,-11 2 0-16,22 4 0 0,-6 1 0 0,0 2 0 16,4 5 0-16,6 3 0 15,-1 4 0-15,-2 1 0 0,0 1 0 0,-4 1 0 16,0 3 0-16,-8-5 0 0,7 4 0 16,-9-2 0-16,2 3 0 0,1-4 0 0,-6-5 0 15,-1-2 0-15,-1-4 0 0,0 0-442 16,-1-1-238-16,-1-2-202 0,3-1 19 0,2 1 93 15,4 0-779-15,7 2-992 0</inkml:trace>
  <inkml:trace contextRef="#ctx0" brushRef="#br0" timeOffset="49339.43">29340 12944 4722 0,'-16'9'183'0,"7"-3"3"0,4-1 8 0,-2-1 51 0,3 1 32 15,4-5 24-15,-2 7 4 0,2-7-14 16,0 0-27-16,14 7-25 0,-3-7-23 0,-11 0-19 16,29-2-23-16,-16 0-18 0,5-1-14 15,-2-1-43-15,0 1-99 0,-1-2 0 0,-1 0 0 16,-2-2 0-16,0 0 0 15,-4-2 0-15,-3-1 0 0,1-2 0 0,-6-1 0 16,-2-6 0-16,0-1 0 0,-3 1 0 16,-6-12 0-16,-1-1 0 0,-1 2 0 0,-5-2 0 15,1 3 0-15,2 5 0 0,4 6 0 16,1 4 0-16,4 2 0 0,0 5 0 0,1 2 0 16,5 5 0-16,-9 2 0 0,9-2 0 15,0 0 0-15,-11 10 0 0,11-10 0 0,2 9 0 16,-2-9 0-16,16 5 0 0,-1-5 0 15,8-5 0-15,9-3 0 0,2-1 0 0,3 0 0 16,-4 0 0-16,-6 3 0 0,-7 4 0 16,-3 2 0-16,-2 2 0 0,5 8 0 15,-8 2 0-15,8 12 0 0,-7 0 0 16,1 5 0-16,-3 1 0 0,-1 3 0 0,-1 1 0 16,0-1 0-16,-1-2 0 0,-2 4 0 15,4-5 0-15,-5-4 0 0,2-6 0 0,0 1 0 16,-3-8-75-16,3 3-520 0,-1-4-164 15,-3-2-164-15,5 0 93 0,0-4-874 16,-1-4-1137-16</inkml:trace>
  <inkml:trace contextRef="#ctx0" brushRef="#br0" timeOffset="49939.05">30226 12750 5027 0,'0'0'69'0,"-14"-2"40"0,14 2 34 0,0 0 34 16,-15-2 26-16,15 2 7 0,0 0 1 0,0 0-8 16,-7-5-15-16,7 5-18 0,0 0-12 15,0 0-25-15,5-12-15 0,3 5-5 16,-1 1-14-16,1-1-12 0,0-2-8 0,-1-1-6 16,1-2-3-16,-1 3-5 0,-2-1-2 15,-3 0-1-15,-1 3-5 0,3-1-1 16,-4 8-2-16,0-9-1 0,0 9-9 0,0 0 3 15,0 0 3-15,-25 15-50 0,10-1 0 16,-4 10 0-16,0 3 0 0,2 6 0 16,-1-4 0-16,5 4 0 0,1-3 0 0,5 2 0 15,3-6 0-15,3-6 0 0,1 0 0 16,1-2 0-16,5-3 0 0,1-1 0 0,3-4 0 16,3-3 0-16,5-4 0 0,-1-5 0 15,6-3 0-15,5-5 0 0,3-5 0 0,-1-2 0 16,1-4 0-16,1-8 0 0,-7 3 0 15,2-7 0-15,0-3 0 0,-3-2 0 16,-9 6 0-16,3 1 0 0,-3 6 0 0,-2 4 0 16,-5 6 0-16,-1 2 0 0,-1 4 0 15,-1 1 0-15,-1 4 0 0,3 4 0 0,-7 0 0 16,0 0 0-16,26 12 0 16,-11-1 0-16,6 7 0 0,4 2 0 0,-2 4 0 15,0 2 0-15,-4 1 0 0,-2-1 0 16,-2 5 0-16,2-4 0 0,-9 4 0 0,2 0 0 15,-3-7 0-15,-5 0 0 0,0-2 0 16,-4 1 0-16,-2 0 0 0,-1-2 0 0,-3-1 0 16,-2-1 0-16,-10 5 0 0,-3-7 0 15,-2-2 0-15,2-7 0 0,2-4 0 0,0-2 0 16,2-2 0-16,-6-7 0 16,1-9 0-16,1-7 0 0,5-6 0 0,7-2 0 15,9 4 0-15,2 3-94 0,4 0-972 16,-1 2 114-16,3 3-1115 0,4-1-1481 0</inkml:trace>
  <inkml:trace contextRef="#ctx0" brushRef="#br0" timeOffset="50440.41">30828 12853 5367 0,'8'2'9'0,"-8"-2"82"0,9 2 57 0,-9-2 67 16,0 0 58-16,0 0 41 0,0 0 12 15,0 0 1-15,0 0-19 0,17-7-22 16,-9 2-34-16,-8 5-23 0,13-12-183 15,-5 3-46-15,-1 1 0 0,3-2 0 0,0-2 0 16,1 1 0-16,0-5 0 0,-1 1 0 16,-1-3 0-16,3 0 0 0,-2-1 0 0,-3 2 0 15,-1 1 0-15,-1 5 0 0,-1-2 0 16,0 5 0-16,-3 1 0 0,-1 0 0 0,0 7 0 16,0 0 0-16,0 0 0 0,-20 16 0 15,8-1 0-15,-3 7 0 0,4 0 0 0,1 7 0 16,3-5 0-16,3-3 0 0,2-1 0 15,-2-3 0-15,6 3 0 0,2-3 0 0,2-1 0 16,1-3 0-16,3-1 0 16,3-5 0-16,1-3 0 0,1-4 0 0,2 0 0 15,2-4 0-15,0-3 0 0,2 1 0 16,-4-4 0-16,1-1 0 0,-6-1 0 0,4-1 0 16,-5 1 0-16,-2-5 0 0,4 5 0 15,-6 0 0-15,-2 2 0 0,3 1 0 0,-5 3 0 16,2 0 0-16,-1 1 0 0,-4 5 0 15,0 0 0-15,0 0 0 0,0 0 0 16,5 19 0-16,-5-8 0 0,0 1 0 0,0 3 0 16,0 5 0-16,6 1 0 0,-1 2 0 15,1-1 0-15,4 5 0 0,-1-4 0 16,-1-4 0-16,0-3 0 0,-1-2 0 16,5-4 0-16,-2 2 0 0,1-1 0 0,0-4 0 15,3-1-127-15,-1-2-611 0,2-3-155 16,2-2 1-16,1-4 85 0,0-4-803 0,9-8-1050 15</inkml:trace>
  <inkml:trace contextRef="#ctx0" brushRef="#br0" timeOffset="50689.34">31672 12225 4576 0,'0'-62'-96'0,"2"-1"53"0,-1 2 74 16,2 15 77-16,-1 4 87 0,-2 12 91 16,0 3 49-16,0 9 14 0,2 0-11 15,-4 6-33-15,2 7-13 0,0 5 15 0,0 0-7 16,0 0-6-16,-5 63-17 15,5-16-17-15,0 18-183 0,0 12-77 0,0 31 0 0,-1 4 0 16,-1 4 0-16,-2 2 0 16,-3-1 0-16,-3-6 0 0,-2-2 0 0,-1-8 0 15,1-3 0-15,1-26 0 0,4-4 0 16,-2-9 0-16,-1-20 0 0,2-5 0 0,6-14 0 16,2-8-218-16,2-10-318 0,-2-2-103 15,15-25-122-15,4-14-97 0,10-13 89 0,5-25-731 16,11-15-946-16</inkml:trace>
  <inkml:trace contextRef="#ctx0" brushRef="#br0" timeOffset="51455.43">32434 11480 4280 0,'0'-19'90'0,"3"5"58"0,-3 6 33 16,0 1 33-16,2 1 16 0,-2 6 30 16,0 0 73-16,0 0 36 0,-16 54 15 0,1-1 2 15,-3 8-9-15,-3 25-17 0,3 9-17 16,-9 10-107-16,6 8-236 0,-4-1 0 0,3 4 0 15,4-7 0-15,0-8 0 0,9-2 0 16,4-24 0-16,-1-7 0 0,1-5 0 0,0-7 0 16,3-21 0-16,-2 2 0 0,4-13 0 15,0-4 0-15,0-5 0 0,0-4 0 16,0-6 0-16,0-5 0 0,0 0 0 16,0 0 0-16,-5-22 0 0,1 6 0 15,1-9 0-15,-1-12 0 0,0-1 0 0,-2 0 0 16,4 9 0-16,0 6 0 0,-2 4 0 15,2 0 0-15,1 3 0 0,-1 5 0 0,0-1 0 16,0 0 0-16,2 5 0 0,-4-3 0 16,4 4 0-16,0 6 0 0,0-12 0 0,0 5 0 15,4 1 0-15,3-2 0 16,6-2 0-16,10-7 0 0,8-1 0 0,10-5 0 0,0 2 0 16,-5 7 0-16,-2 2 0 15,1 2 0-15,-10 5 0 0,-4 7 0 0,-5 3 0 16,-4 10 0-16,1 14 0 0,-13 9 0 15,-5 5 0-15,-10 17 0 0,-3 4 0 0,-10 16 0 0,3-17 0 16,5 1 0-16,0-4 0 16,4-2 0-16,7-3 0 0,-2-5 0 0,7-10 0 15,4-9 0-15,0-7 0 0,0-7 0 16,2 3 0-16,0-6 0 0,0-2 0 16,0 0 0-16,3-2 0 0,-1-1 0 0,0 1 0 15,-2-2 0-15,-1-1 0 0,4-2 0 16,-3 2 0-16,0-1 0 0,-2-6 0 0,7 8 0 15,-1-5 0-15,6 3 0 0,-1-5 0 16,5-1 0-16,8-1-553 0,2-1 24 0,16-3 47 16,0-4 56-16,0 0 70 15,8-3 69-15,-9 4 73 0,-5-1 68 0,0 1 72 16,-11 1 67-16,-1 3 71 0,-7 2 67 16,-4-2 71-16,-1 2 58 0,-5 0 56 0,-7 2 52 15,0 0 46-15,17 8 7 0,-17-8 22 16,-7 16 3-16,-4 1-437 0,-13 6-9 15,-15 8 0-15,-9 4 0 0,-28 12 0 0,-17 3 0 16,-11-2 0-16,-9 3 0 0,-9 1 0 16,-3-4 0-16,-10 0 0 0,-3-5 0 0,3-2 0 15,4-2 0-15,15-7 0 0,12-3 0 16,18-3 0-16,30-9 0 0,10 1 0 0,12-9 0 16,11-1 0-16,4-2 0 15,7 2 0-15,3-3 0 0,2 3 0 0,0-4-333 16,2 0-712-16,3 2 109 0,2-6-1063 15,-8 11-1415-15</inkml:trace>
  <inkml:trace contextRef="#ctx0" brushRef="#br0" timeOffset="53289.28">10016 13658 5012 0,'-6'17'-301'0,"1"9"58"16,-7 9 66-16,-3 20 47 0,1 8 36 15,-1 6 25-15,1 1 33 0,5 2 22 0,-2-3 44 16,3-3 8-16,4-6 13 15,10-4 23-15,2-3 2 0,3-15 11 0,10 1 23 16,1-12 10-16,7-6 13 0,6-7-2 16,9-8-6-16,6-8-6 0,12-10-13 0,5-8-7 15,17-12-14-15,-3-9-3 0,0-7-10 16,-7 0-5-16,-7-5-9 0,-8-3 0 16,-17 10-2-16,-12-2-9 0,-9-1 0 0,-11 0-4 15,-12 10-3-15,-11-11-7 0,-14 2-4 16,-10 2-7-16,-24-10 0 0,-11 6-2 0,-4 4-7 15,-6 9-4-15,0 6 0 0,15 18-4 16,-1 7-3-16,3 12 1 0,2 7 2 0,3 11-6 16,6 9 0-16,4 7 1 15,10 3-16-15,4 8-35 0,13 3-46 0,9 0-44 16,5 0-104-16,11-9-111 0,9 5-144 16,5-16-232-16,7-6 66 0,7-9 66 15,6-8-308-15,8-7-388 0</inkml:trace>
  <inkml:trace contextRef="#ctx0" brushRef="#br0" timeOffset="53521.49">10616 13130 2742 0,'-23'-16'95'0,"0"8"21"0,0 12 17 0,-15 19 27 16,0 14 23-16,4 10 16 0,5 11 7 15,-3 19-2-15,16-11-2 0,5 5-8 16,10 3-16-16,12 21-18 0,8-3-15 0,13-3-20 15,12-7-8-15,9-6-11 0,6-8-14 16,12-6-25-16,2-7-44 0,2-8-58 0,0-6-73 16,-16-10-106-16,1-6-102 0,-12-6-104 15,-7-7-107-15,-5-10-129 0,-5 1 59 0,-13-6-279 16,3-6-358-16</inkml:trace>
  <inkml:trace contextRef="#ctx0" brushRef="#br0" timeOffset="54042.25">11188 13923 2458 0,'-12'-35'47'15,"-3"5"67"-15,5 8 56 0,1 4 39 0,3 5 19 16,-1-1-4-16,2 5-9 0,0 1-19 16,1 1-14-16,4 7 46 0,0 0 4 0,0 0-8 15,0 0-11-15,0 0-32 0,34 13-8 16,-18-4-22-16,4 2-8 0,7 2-17 0,-6-1-11 16,-3-1-13-16,0-1-11 0,-4 0-9 15,-1-1-5-15,-2-1-7 0,0-3 5 16,-4 2 20-16,0-4 75 0,-7-3 20 0,0 0-23 15,0 0-20-15,4-20-11 0,-10-1-16 16,3-3-14-16,-5-8-10 0,3-4-9 0,1 7-9 16,1 7-8-16,2 5-3 15,1 2-15-15,-2 3-8 0,2 4 0 0,0 8-7 16,10-6 4-16,-10 6 0 0,20 4 0 16,1 4-8-16,8 4-30 0,2 2-3 0,3 1 0 15,-2-2 0-15,4 1 0 0,-1-1 0 16,-2-2-16-16,-8-6-122 0,-3-1-51 0,-5-1-46 15,-2-1-39-15,1-7-50 0,-2 1-39 16,0-4-19-16,-3-2 2 0,0-5 13 0,-4-6 25 16,2-12 31-16,-3-6 31 15,-4-8 31-15,-4-15 21 0,-4-8 39 0,1-5 41 16,-9-18 46-16,5 19 55 0,-2 7 75 0,0 9 66 16,6 15 56-16,-3 5 10 0,3 12-7 15,3 8-19-15,0 6 6 0,2 6 35 16,0 6 36-16,0 0-10 0,0 0 4 15,34 35 20-15,-17-8-10 0,10 11-15 0,0 6-19 16,1 5-17-16,6 7-17 0,-1 19-8 16,-5 2-24-16,1 3-54 0,-10-12-58 0,0 16-60 15,-3-11-66-15,-9 2-85 0,-2 0-79 16,-5-3-85-16,-1-3-90 0,-5-9-106 16,-3-10-156-16,2-13 66 0,0-14-454 0,5-12-581 15</inkml:trace>
  <inkml:trace contextRef="#ctx0" brushRef="#br0" timeOffset="54255.32">12802 13505 3255 0,'13'10'65'0,"-6"7"66"0,0 3 48 0,-7 8 35 0,-7 13 35 0,-9 17 27 16,-20 22 14-16,-21 5 23 0,-16 10 1 0,-48 33-8 15,-13 9-18-15,-13 2-20 16,-22 12-19-16,-23 8-28 0,-17 6-24 0,-10 10-23 15,-6 4-19-15,-13 6-21 0,-6 3-27 0,6 2-50 16,15 2-53-16,24-12-91 0,24-17-123 16,34-9-174-16,21-9-218 0,27-15-261 15,30-39 52-15,8-9 94 0,9-8-566 16,13-21-742-16</inkml:trace>
  <inkml:trace contextRef="#ctx0" brushRef="#br0" timeOffset="61069.01">22675 16624 1129 0,'0'0'312'0,"0"0"-103"0,0 0-55 16,0 0-11-16,0 0-9 0,0 0 4 15,0 0 26-15,0 0 11 0,0 0 22 0,0 0 0 16,0 0 2-16,0 0 7 0,22 0-5 15,-22 0-6-15,0 0-9 0,0 0-8 0,0 0-12 16,0 0-11-16,0 0-11 0,0 0-11 16,0 0-11-16,0 0-11 0,16 5-8 15,-16-5-9-15,0 0-9 0,0 0-5 0,0 0-6 16,0 0-5-16,0 0-4 0,9-9-9 16,-9 9-3-16,0 0-3 0,0 0-10 0,0 0-5 15,0 0-3-15,0 0-9 0,0 0-2 16,0 0-3-16,-36 16-3 0,25-3-1 15,0 4-3-15,3 0 0 0,-1 4-1 16,1-2-2-16,6 0-3 0,1-2 0 16,1-2 0-16,1 1 0 0,3 0 0 0,4-2 5 15,-1-3 8-15,5-1 7 0,-3-4 11 16,4-4 7-16,3-2-6 0,1-2 8 0,0-4-9 16,2-2 2-16,-2-5 0 0,1 1-2 15,-4-2-1-15,-2-1 9 0,-1 1-2 16,-3-2 0-16,-6 0-1 0,1 2-5 15,-8-3-6-15,-3-3 1 0,-1 1-3 0,-3 0-6 16,3 4-5-16,-4 1-5 0,3 2-4 16,-1 4-3-16,2 4-4 0,-2 4 1 15,11 0-2-15,-22 7-6 0,10-2 2 0,1 4-6 16,2-1-1-16,-1 2-6 0,2-1-12 16,3-1-6-16,-1 1-7 0,2-2-5 15,0 0-4-15,-2-2-2 0,6-5 2 0,-1 8 8 16,1-8-1-16,0 0 8 0,0 0 4 15,0 0 4-15,0 0 5 0,0 0 3 0,0 0 2 16,0 0 6-16,0 0 2 0,0 0-2 16,0 0 0-16,0 0 9 0,0 0 23 0,9 12 7 15,-7 0 3-15,-2 2 0 0,2 1-3 16,2-1 0-16,-2 1-1 0,3 1-6 16,-1-3 3-16,2 4-3 0,-1-5 0 15,4-2 2-15,-4-2 0 0,1-4 5 16,1 0 0-16,-7-4 4 0,18 0-7 0,-18 0-4 15,21-9 3-15,-12 2-3 0,-2-1-1 16,1 0 4-16,-2-1-3 0,-2-3-3 0,-2 2-5 16,-2 1 0-16,-2-3-1 0,-2 0-4 15,0 1-1-15,-2 0-12 0,2 3-15 16,1 1-23-16,-5-2-28 0,5 4-39 0,3 5-56 16,-10-5-64-16,10 5-78 0,-12 2-97 15,12-2-161-15,-12 7-192 0,3-2 77 16,9-5-436-16,-13 10-587 0</inkml:trace>
  <inkml:trace contextRef="#ctx0" brushRef="#br0" timeOffset="62270.1">22819 16713 2985 0,'-6'-9'82'0,"6"9"18"0,-10-5-1 15,10 5 49-15,-8-5 32 0,8 5 33 0,-9-4 18 16,9 4 3-16,0 0-9 0,-12-8-18 16,8 1-18-16,3 0-19 0,-3-3-16 15,0-2-9-15,2-5-16 0,2-4-13 16,-1-13-11-16,-1-5-9 0,2-5-12 0,-2-3-3 16,-3-14-5-16,0 0-21 0,-1-3-14 15,1 1 0-15,-5 6-2 0,4 14-7 16,0 6 12-16,1 9 9 0,1 6 4 0,0 5 2 15,1 1-9-15,-2 7-7 16,1-1-9-16,1 8-6 0,3 2-2 0,0 0 0 0,0 0-5 16,-27 17 3-16,20-5-4 0,-1 0-7 15,4-1 1-15,1-1-2 0,-4-1-2 16,5 0-1-16,1-5-1 0,1-4 5 16,-2 13-2-16,0-8 3 0,2-5 7 0,0 0 3 15,0 0-9-15,0 0-3 0,0 0 6 16,5-36 1-16,2 14-6 0,-3-3-3 0,-3-11 2 15,-1-6-1-15,0-3-5 0,-1-1 2 16,-3-13 3-16,-3 7-1 0,2 11-4 16,-1 2 5-16,1 8 1 0,1 6-3 0,0 4-2 15,2 6 2-15,0 3-5 0,-2 2 3 16,2-1-6-16,0 3 0 0,1-2 0 0,1 10-7 16,-2-11 3-16,2 5 1 0,0 6-1 15,-2-9 5-15,2 9-8 0,0-9 3 16,0 9 0-16,0 0 6 0,-2-11-1 0,2 11 2 15,0-12-5-15,0 2 2 0,0-1 0 16,0-3 1-16,0-5 4 0,0-5 6 16,-2-2 3-16,2-12-7 0,-4 9 4 15,4 6-1-15,-1 0-6 0,-3 4 6 0,1 1-6 16,-1 1-1-16,4 1 4 0,-1-1-4 16,-1 3 0-16,0 0-2 0,0 3 6 0,0-4-6 15,0 3 3-15,2 0-4 16,0 2 0-16,0 1 5 0,-1-1-3 0,1 0-1 0,0 2-3 15,0 8 4-15,-2-14-4 0,2 7 1 16,0 7 0-16,-2-12-1 0,2 12-9 16,0-9 9-16,0 9-5 0,-4-7 0 15,4 7 7-15,0 0-5 0,0-8 6 16,0 8 2-16,0 0-2 0,-2-8 1 0,2 8-4 16,0 0 5-16,-2-11 2 0,2 11-6 15,0 0 5-15,0-10 10 0,0 10 0 16,0 0 4-16,-4-6-2 0,4 6-9 0,0 0 5 15,-13-4-3-15,13 4-2 0,0 0-4 0,-32 6-1 16,14 0-1-16,1-5 8 0,0 3-23 16,0-1 6-16,1-1 19 0,5 0-20 0,-2-2 2 15,13 0 5-15,-24-7 1 0,10 2-7 16,3-7-1-16,-1 0-4 0,0-5 3 16,3-4 1-16,1-8 5 0,1-2-7 15,3 4 2-15,0 2-7 0,2 1 14 16,0 6-2-16,2 0 3 0,-1 4-5 0,1 5-7 15,-2-3 2-15,0 6-1 0,2 6 5 16,0 0-1-16,0 0 15 0,0 0-15 0,-31 23-1 16,21-11 9-16,3 3 0 0,-1-2-4 15,-2 0-5-15,5-1 4 0,-1-2-3 0,3-2-1 16,-5 1 5-16,6-2 2 16,-2-2-3-16,4-5 9 0,-6 10 14 0,6-10-11 15,0 0-4-15,0 0 1 0,0 0 3 16,23-29-6-16,-5 4-1 0,-2-3 3 0,2 0 2 15,0 1 4-15,-4 3-11 0,-1 7 1 16,-3 4-2-16,-2 1-1 0,-5 3 0 0,5 1-8 16,-4 6 0-16,-4 2 5 0,13-2 0 15,-13 2 4-15,0 0 3 0,31 8 8 16,-16-1 5-16,0-1 3 0,6 0 6 0,2 0-1 16,0-1 7-16,2-2 0 0,0-1-6 15,-1 0 0-15,-1-1-1 0,-2-2-3 0,0 1 3 16,0 0-6-16,-6 0-3 0,-2-2 10 15,-13 2-11-15,23 0 0 0,-23 0-5 0,15 2-10 16,-15-2-43-16,14 1-12 16,-8 3-39-16,-5 2-42 0,1 2-59 0,2 2-79 15,0-3-105-15,0 5-108 0,4 1-167 16,-1-3-131-16,2 2 81 0,5 0-541 0,-5 0-710 16</inkml:trace>
  <inkml:trace contextRef="#ctx0" brushRef="#br0" timeOffset="63286.96">23373 16540 3313 0,'-2'-29'-60'0,"-2"4"49"0,2 1 43 16,-1 0 54-16,1 0 47 0,-1 2 42 0,3 5 50 16,-2 0 31-16,2 3-7 0,0 2-5 15,0 2-22-15,0 3-29 0,0 7 16 16,0 0 52-16,0 0 11 0,14 29-13 15,-5 4-17-15,-3 4-10 0,2 1-7 16,0 4-9-16,-5-1-13 0,5-2-10 0,-5 0-18 16,6 2-18-16,-4-5-11 0,1-2-13 15,-3-9-14-15,1-5-27 0,0-3-92 0,-2-7 0 16,0 2 0-16,0-3 0 16,-2-1 0-16,2 0 0 0,-2-8 0 0,0 0 0 15,0 0 0-15,0 0 0 0,0 0 0 16,0 0 0-16,17-25 0 0,-13 19 0 0,-3 0 0 15,3 0 0-15,-4 6 0 0,10-9 0 16,-10 9 0-16,15-2 0 0,-15 2 0 0,30 7 0 16,-6 1 0-16,6 6 0 0,1-2 0 15,-3 5 0-15,5 0 0 0,-9 3 0 16,1-3 0-16,0 0 0 0,-6-3 0 0,-7-2 0 16,-1-3 0-16,-4-1 0 0,-1-1 0 15,-2 1 0-15,-2 1 0 0,-4 3 0 0,-2-2 0 16,-5 2 0-16,-2 0 0 0,-13 7 0 15,-2-6 0-15,3-1 0 0,2-3 0 0,2-2 0 16,-1-3 0-16,4-1 0 0,-2-3 0 16,4-1 0-16,-2-3 0 0,-1-2 0 15,3 0 0-15,1 0 0 0,1-4 0 16,9 3-271-16,-3-1-439 0,4 4-170 16,2 4-38-16,8-10 90 0,-8 10-731 0,15-7-1002 15</inkml:trace>
  <inkml:trace contextRef="#ctx0" brushRef="#br0" timeOffset="63637.03">24065 16771 4163 0,'-6'-6'108'0,"6"6"28"16,-12-10 16-16,12 10 33 0,-13-2 36 0,13 2 8 16,0 0 8-16,0 0-5 15,-25 14-7-15,18-7-20 0,0 1-19 0,6 1-21 16,-1 2-17-16,2 1-14 0,3-1-15 15,2 4-13-15,3-3-10 0,-3 0-6 0,4-2-9 16,1 0-8-16,3-3-10 0,-2 0 0 16,1 0-10-16,-2-2-5 0,-3 0 0 15,1-2 4-15,-8-3-5 0,12 6-4 0,-12-6-2 16,0 0-6-16,0 0 0 16,-4-21-7-16,-4 9 7 0,-9-13-10 0,-4 0 1 0,-2 1-4 15,0-2-6-15,0 0-1 16,2 3 2-16,3 2-8 0,0 4 1 0,7 7-8 15,0-1-31-15,2 5-53 0,0-1-64 16,4 5-64-16,5 2-70 0,0 0-82 0,-20 10-108 16,17-1-130-16,3-1-224 0,0-1 39 15,1 0 86-15,9 0-504 0,0-4-667 16</inkml:trace>
  <inkml:trace contextRef="#ctx0" brushRef="#br0" timeOffset="64469.13">24251 16041 3641 0,'-9'-29'152'16,"-1"6"43"-16,3 7 40 0,1 3 30 15,2 5 14-15,1 0-34 0,3 8-8 0,0 0 23 16,-10 22-1-16,10 18-12 0,0 8-22 16,3 17-20-16,6 6-13 0,0 5-20 0,4 14-14 15,2-1-19-15,0-17-14 0,-1-2-9 16,1-1-17-16,1-6-8 0,-4-3-15 0,2-6-16 15,-3-15-37-15,-3-4-37 0,2-5-39 16,-4-8-36-16,-3-4-26 0,3-7-18 16,-3-4-29-16,1-3-38 0,-4-4-38 0,0 0-25 15,23-40-16-15,-11 8-4 0,3-17 11 16,-4-10 18-16,-1-10 25 0,0-8 23 0,-1-20 24 16,-6 16 30-16,0 4 40 15,3 3 49-15,-4 13 61 0,-1 18 48 0,-1 5 31 16,2 10 28-16,-2 6 16 0,2 6 4 15,0 4-2-15,0 6 72 0,-2 6 41 0,0 0 23 16,0 0-3-16,14 27-3 0,-5 2-5 16,2 5-17-16,-1 4-17 0,5 9-18 0,-1 1-17 15,-3-2-19-15,4-2-18 0,-1-6-13 16,-3-1-14-16,1-2-12 0,2 10-9 0,2-9-12 16,-3-2-10-16,0-3-37 0,1 0-35 15,-3-4-8-15,-1-7-69 0,-2-3-32 16,-5-5-6-16,1 0 4 0,-4-4-2 15,-2-3 2-15,-3 0 14 0,5-5 6 16,-27-4 9-16,-6-8 14 0,-1-2 3 0,-10-11 15 16,-1 0 18-16,0 2 25 0,4 3 38 15,6 4 32-15,7 3 16 0,3 2 13 0,5 4 3 16,8 2-8-16,-1 0-5 0,2 0-14 16,2 0-7-16,9 5-7 0,-9-5-1 0,9 5-1 15,0 0 1-15,0 0-1 0,15-11-7 16,4 3-3-16,12-7-4 0,10-10-3 0,5-2-4 15,3-1-8-15,-1 4-23 0,-6 4 0 16,-8 8 0-16,-7 3 0 0,-4 6 0 16,-3 3 0-16,-4 5 0 0,5 5 0 15,1 10 0-15,-6 6 0 0,0-1 0 0,-3 2 0 16,-2 2 0-16,-3 0 0 0,2 0 0 16,-1-6 0-16,-1-3 0 0,-1-1 0 0,3 0 0 15,-5-2 0-15,5-3 0 0,-4-2 0 16,1-1 0-16,1-2 0 0,2 0 0 15,-5-3 0-15,6-4 0 0,2 2 0 0,-13-4 0 16,16-1 0-16,-16 1 0 0,20-9 0 16,-13 1 0-16,0-2 0 0,-3-1 0 0,1-5 0 15,-5-1 0-15,-5-7 0 16,-2-9 0-16,-6 1 0 0,-3 1 0 0,-1 2 0 16,2 4 0-16,-4 2-40 0,3 7-108 0,5 6-41 15,-1 4-55-15,1 6-64 0,0 4-86 16,1 5-93-16,-1 4-107 0,4-1-233 15,-4 5 49-15,8 4 90 0,1-1-500 0,6-3-654 16</inkml:trace>
  <inkml:trace contextRef="#ctx0" brushRef="#br0" timeOffset="64786.25">25173 16535 3230 0,'9'-11'198'0,"-6"0"42"15,1 6 31-15,0-1 9 0,-4 6 36 0,4-8 25 0,-4 8-5 16,1-6-16-16,-1 6-38 0,0 0-25 15,4-9-23-15,-4 9-34 0,0 0-21 16,0 0-20-16,6-5-19 0,-6 5-13 0,0 0-16 16,0 0-12-16,0 0-14 0,4-7-26 15,-4 7-13-15,0 0-15 0,0 0-8 0,0 0-4 16,6-6 7-16,-6 6-7 0,0 0 9 16,0 0-12-16,0 0 2 0,2-8-1 15,-2 8 7-15,0 0 34 0,0 0 21 0,0 0 0 16,28 12-2-16,-13-8-6 0,1 0-10 15,-2 2-26-15,4-3-35 0,1 1 0 16,0 1 0-16,-1-2 0 0,0-2 0 16,1-2 0-16,1-5 0 0,-2-3 0 0,9-8-93 15,-2 0-179-15,-4 0-81 0,1-4-102 16,-8 2-144-16,3-4-211 0,-9 5-16 0,0 3 89 16,-5 3-639-16,-3 4-830 0</inkml:trace>
  <inkml:trace contextRef="#ctx0" brushRef="#br0" timeOffset="65636.13">23353 14318 755 0,'0'-9'75'0,"0"0"-31"0,0 0-75 0,-1 5-52 0,1 4-64 16,-4-8-62-16,4 8 71 0</inkml:trace>
  <inkml:trace contextRef="#ctx0" brushRef="#br0" timeOffset="66453.23">23181 14146 937 0,'-11'-19'289'0,"4"1"-19"0,2 3 23 15,1 1 13-15,0 1 11 0,2 3 8 0,1 0-11 16,-4 5-27-16,5 5-23 0,0 0 26 15,0 0 61-15,14 20-5 0,-3 11-1 0,5 15-17 16,2 7-11-16,1 7-19 0,-1 2-19 16,-1 3-19-16,2 0-27 0,-2-3-21 0,-2-4-23 15,-2-2-18-15,1-4-17 0,-5-12-16 16,-1-4-15-16,-3-1-9 0,0-6-10 0,-1-8-5 16,-3-1-15-16,-1-5-6 0,2-3-6 15,0-1-68-15,-2-3-4 0,-2-3 0 0,2-5 0 16,-7 5 0-16,7-5 0 0,0 0 0 15,-31-14 0-15,14 3 0 0,-8-7 0 16,0-3 0-16,-2-3 0 0,1-2 0 16,1 2 0-16,0 1 0 0,0 2 0 0,6 2 0 15,6 5 0-15,2 3 0 0,3 0 0 16,0 4 0-16,6 0 0 0,2 0 0 0,0-1 0 16,10-6 0-16,4 1 0 0,12-6 0 15,5-2 0-15,10-1 0 0,-6 5 0 16,-1-1 0-16,1 5 0 0,-5 1 0 15,-4 3 0-15,-6 4 0 0,-5 2 0 0,0 3 0 16,-4 2 0-16,1 4 0 0,-1 3 0 0,-1 1 0 16,-6 0 0-16,2 2 0 15,-1 3 0-15,1-4 0 0,-1 3 0 0,4-2 0 16,0-1 0-16,2 0 0 0,5-2 0 16,2-2 0-16,2-3 0 0,-1-2 0 0,1-2 0 15,5-4 0-15,0 2 0 0,-2-5 0 16,8-5 0-16,-8 2 0 0,1-7 0 0,-5 5 0 15,-6-5 0-15,-1 2 0 0,-3-2 0 16,-1-4 0-16,-8 3 0 0,0-1 0 0,-8-3 0 16,-1-6 0-16,-5 3 0 0,1 6 0 15,-2 5 0-15,0 4 0 0,-4 3 0 0,-2 3 0 16,2 4 0-16,-6 4 0 16,-6 6 0-16,3 4 0 0,1 7-171 0,7 4-100 15,-2 1-96-15,7 3-124 0,2-1-122 16,7-7-254-16,4-4 61 0,10-5 87 0,3 0-603 15,5-6-778-15</inkml:trace>
  <inkml:trace contextRef="#ctx0" brushRef="#br0" timeOffset="66669.07">23898 13977 3896 0,'0'-25'159'0,"-1"4"32"0,1 7 8 0,0 4-24 0,0 7 35 0,0 3 66 16,0 0 37-16,12 31-4 0,-7 6-22 15,4 17-26-15,5 2-27 0,1 8-22 16,1 2-21-16,0 1-19 0,2 1-21 16,-1-5-15-16,-2 0-56 0,6-7-54 0,-4-2-50 15,3-7-67-15,-4-3-60 0,2-10-76 16,-3-3-92-16,-2-5-91 0,-2-8-85 0,-1-4-75 16,-6-2-138-16,2-3 1 0,-1-2 75 15,-5-3-437-15,0 2-542 0</inkml:trace>
  <inkml:trace contextRef="#ctx0" brushRef="#br0" timeOffset="66885.92">23948 14549 3126 0,'0'-62'106'0,"6"12"46"0,-1 11 34 15,11-6 30-15,1 12 6 0,2 2 4 0,12 0 5 16,-5 10 25-16,3 3-9 0,2 7-10 16,5 3-12-16,-8 5-20 0,-3 6-16 0,9 6-20 15,-9-2-16-15,-4 3-13 0,-4 3-9 16,-2 0-10-16,-7 5-12 0,-2 1-11 0,-4-1-9 15,-8 4-7-15,1-1-11 0,-7 9-4 16,-5-2-39-16,-2-4-68 0,-5 2-78 16,0-4-108-16,-4-2-146 0,-5-1-162 15,0-3-238-15,-1-4 11 0,2-4 85 0,1-2-543 16,4-3-681-16</inkml:trace>
  <inkml:trace contextRef="#ctx0" brushRef="#br0" timeOffset="71800.23">26252 15490 2005 0,'8'-8'346'0,"-3"2"-97"0,-5 3-82 0,0 3-48 16,0 0-17-16,-25-3 6 0,1 6 4 15,-29 7-7-15,-22 6 13 0,-35 11 13 0,-16 4-2 16,-19 8-2-16,-53 17-13 0,-10 1-4 16,-9 7-12-16,-2 3-11 0,-6 6-13 0,5 3-5 15,3 8-9-15,4 8-4 0,10 5-2 16,15 2 13-16,26-1 2 0,24 9 5 15,22 7-7-15,39-15 1 0,16 11-10 16,17 20-5-16,21 7-19 0,23 2-4 0,29-3-4 16,37 19 2-16,42-30 7 0,32-33-9 15,1-47-3-15,77-23-4 0,25-39 8 16,19-33-18-16,-2-29-45 0,7-24-35 0,-3-13 0 16,-6-10 7-16,-14-7 13 0,-15-1-9 15,-19-3 29-15,-23-3 6 0,-26 0 14 0,-23 1 3 16,-34 2 9-16,-41 30 22 0,-18-3 21 15,-20-7 7-15,-24-10-7 0,-20-1-3 0,-23-4-6 16,-43-28-5-16,-25 11 18 0,-21 19-4 16,-27 24-9-16,-15 12-7 0,-12 23-10 15,40 31-20-15,-9 21-15 0,-3 24-26 16,-43 32-35-16,10 26-44 0,9 25-89 16,9 26-98-16,14 13-116 0,25 5-217 0,22 0 25 15,41-27 75-15,9-1-227 0,11 0-257 16</inkml:trace>
  <inkml:trace contextRef="#ctx0" brushRef="#br0" timeOffset="74400.25">27196 16148 2498 0,'-9'-12'217'0,"-2"2"-19"0,6 3-31 16,-3 0-9-16,7 2-14 0,1 5-27 0,-6-8 2 15,1 4-11-15,5 4-19 0,0 0-13 16,-5-8-4-16,5 8-40 0,-2-4-37 16,2 4-39-16,0 0-64 0,14-3-73 0,-5 1-112 15,9-3-201-15,-4 0-58 16,6 0 61-16,2 0-131 0,-3-2-119 0</inkml:trace>
  <inkml:trace contextRef="#ctx0" brushRef="#br0" timeOffset="74583.72">28752 15824 2078 0,'11'-8'226'0,"-6"3"10"0,1-1-21 0,-6 6-22 16,5-6-18-16,-5 6-13 0,0 0-10 16,4-5-27-16,-4 5-14 0,0 0-14 15,0 0-6-15,0 0-42 0,0 0-58 0,4-10-83 16,-4 10-123-16,1-6-225 0,-1 6-141 15,4-12 70-15,3 4-191 0,0-5-194 16</inkml:trace>
  <inkml:trace contextRef="#ctx0" brushRef="#br0" timeOffset="74751.17">29389 15656 2376 0,'0'0'315'0,"0"0"-30"0,0 0-31 16,12 2-27-16,-12-2-24 0,0 0-16 15,0 0-24-15,0 0-14 0,0 0-46 16,0 0-69-16,0 0-99 0,7 2-136 16,-7-2-168-16,0 0-260 0,0 0 54 15,0 0 62-15,0 0-148 0,0 0-158 0</inkml:trace>
  <inkml:trace contextRef="#ctx0" brushRef="#br0" timeOffset="75385.56">27388 15828 2156 0,'-11'-2'215'15,"11"2"-12"-15,0 0-25 0,-12-3-6 16,12 3-28-16,0 0-18 0,0 0-3 0,3-12-9 15,6 3-15-15,7-3-11 16,7-8-3-16,4 3-16 0,4-6-46 0,-3 1-59 16,8-6-78-16,0 2-102 0,0-3-156 0,-12 3-194 15,-1-1 54-15,-6 0-161 16,-2 0-169-16</inkml:trace>
  <inkml:trace contextRef="#ctx0" brushRef="#br0" timeOffset="75537.61">27926 15613 2053 0,'-2'10'65'0,"2"-10"-38"0,0 0-64 0,0 0-82 16,0 0-92-16,0 0-394 0,0 0-104 16</inkml:trace>
  <inkml:trace contextRef="#ctx0" brushRef="#br0" timeOffset="75701.63">28219 15284 1979 0,'0'0'195'16,"0"0"-3"-16,0-7-13 0,0 7-13 16,0 0-9-16,0 0-17 0,-12-12-19 0,9 6-24 15,-5 2-45-15,3-3-53 0,-5 2-68 16,0-2-76-16,-3 0-100 0,1 1-151 0,-2-5-109 15,-2 4-147-15,-3-1-149 16</inkml:trace>
  <inkml:trace contextRef="#ctx0" brushRef="#br0" timeOffset="75916.92">27576 14958 2078 0,'-24'-4'110'0,"3"-2"6"0,3 3-6 0,2-2-5 16,0 1 8-16,1-2 2 0,2 5 29 15,-2-4-5-15,1 0-14 0,1 2-12 16,2-1-10-16,-3 1-17 0,3-2-32 0,-1 1-46 16,3 1-69-16,9 3-82 0,-17-6-110 15,9 5-136-15,8 1-135 0,-11-3 45 0,11 3-89 16,0 0-70-16</inkml:trace>
  <inkml:trace contextRef="#ctx0" brushRef="#br0" timeOffset="76049.92">28897 14938 1754 0,'10'-10'80'0,"-9"1"-22"0,3 1-46 0,-4-2-56 16,-2 4-73-16,-1 1-86 0,-3-3-321 15,-5-4-28-15</inkml:trace>
  <inkml:trace contextRef="#ctx0" brushRef="#br0" timeOffset="76253.1">27947 14482 1710 0,'-12'-7'181'0,"1"0"3"15,1 4-11-15,2-3-13 0,1 1-8 16,7 5-16-16,-9-8-2 0,5 4-5 15,4 4-20-15,-10-6-10 0,8 2-40 16,2 4-63-16,-2-7-79 0,2 7-94 0,12-13-145 16,3 1-197-16,10-6 50 0,2 1-93 0,3-1-64 15</inkml:trace>
  <inkml:trace contextRef="#ctx0" brushRef="#br0" timeOffset="76400.38">28734 14547 2092 0,'4'3'269'0,"-3"1"-22"16,-1-4-25-16,0 0-24 0,0 0-29 0,0 0-49 16,0 0-41-16,0 0-72 0,0 0-85 15,-10-22-93-15,8 9-136 0,2 6-234 0,0-8 52 16,0 3-129-16,-1 0-117 0</inkml:trace>
  <inkml:trace contextRef="#ctx0" brushRef="#br0" timeOffset="80748.56">13179 10480 855 0,'2'-26'182'0,"-2"5"5"0,0 3-38 15,-2-3 1-15,0 2-12 0,0-3 4 0,-1-1-7 16,-3 2-5-16,4 3 21 0,-1 1 15 16,-4 1 13-16,3 5-3 0,1 0-18 15,1 4-23-15,-4 4-10 0,6 3 7 0,-15 21 25 16,-2 21 22-16,-2 19 11 0,-10 29 13 0,-2 17 2 15,-6 18 1-15,-17 52 2 16,-3 9-16-16,-4 2-9 0,-4-1-13 0,4-4-18 16,6-13-5-16,17-47-15 0,6-10-10 15,7-10-7-15,1-11 21 0,12-22-7 0,0-8-12 16,2-6-2-16,7-17-8 0,-1-3-7 16,0-8-16-16,2-9-1 0,1-2-4 15,1-3-7-15,-2-2-2 0,0-5-3 0,0 3 2 16,0-8-13-16,2-2-12 0,0 0-34 15,0 0-46-15,-12-16-49 0,8-1-62 0,-3-4-88 16,2-10-111-16,-6 0-122 16,8-7-151-16,-3 6-159 0,1-4 64 0,-3 0-565 15,2 0-739-15</inkml:trace>
  <inkml:trace contextRef="#ctx0" brushRef="#br0" timeOffset="81931.67">9614 11447 859 0,'-2'-8'301'16,"0"3"-62"-16,-1-1-12 0,0 0-29 0,1-2-19 16,0-1-9-16,0 3-4 0,0-3 8 15,2 2 11-15,0 7 7 0,-1-12-23 16,1 12-18-16,-2-7-18 0,2 7 10 0,0 0 52 15,0 0 7-15,14 39-4 0,-1-6-10 16,-6 7-16-16,0 1-15 0,2 11-13 0,-8-8-17 16,3-1-8-16,-4 0-14 0,2 0-8 15,0 0-11-15,-2-5 12 0,2-1-12 0,-4-6-9 16,2-7-36-16,-2-4-53 16,2-3-60-16,-2 1-83 0,0-8-104 0,0-3-157 15,1-5-210-15,1-2-42 0,0 0 77 16,-11-17-354-16,8 1-425 0</inkml:trace>
  <inkml:trace contextRef="#ctx0" brushRef="#br0" timeOffset="82101.59">9688 10977 2869 0,'-4'-19'123'0,"1"5"20"0,3 4 11 0,-2 2-10 16,-2 1-18-16,0 2-16 0,2 0-13 15,2 5-13-15,0 0-9 0,0 0-6 0,0 0-58 16,0 0-79-16,-12 15-91 15,9 0-122-15,1 3-204 0,2 2-79 0,2-1 63 16,1-2-161-16,3-1-159 0</inkml:trace>
  <inkml:trace contextRef="#ctx0" brushRef="#br0" timeOffset="82665.81">10125 11044 2183 0,'9'2'183'0,"-2"-1"-14"15,-3 4-19-15,-2 4 7 0,0-1 22 16,-2 6 32-16,-2 3 20 0,-2 5-3 0,2 17-16 15,-3 1-23-15,-2 14-16 0,0 4-16 16,3-2-15-16,1 5-14 0,-1-5-11 16,4-7-13-16,0-2-12 0,0-2-14 0,0-4-31 15,2-1-28-15,2-6-25 0,-3-8-27 16,1-6-14-16,0-3 5 0,1-5 8 16,-3-6-2-16,0 0 9 0,0-6 2 0,0 0 3 15,0 0 10-15,-16-20 15 0,5 3 0 16,-3-11 20-16,1 1 22 0,-1 0 17 0,3-2 12 15,0 2 20-15,1 3 10 0,6 5-10 16,3 1-10-16,1 0-9 0,1 0-8 0,7-3-3 16,7-6-12-16,5-2-1 0,4 6-6 15,10-12-4-15,7 0-9 0,-2-1-2 16,6 3-13-16,-2 1-9 0,1 1-7 0,-6 4 0 16,-11 6 2-16,-5 6-2 0,-4 1-2 15,-5 4-5-15,-3 7 1 0,-4 1 0 16,-6 2 2-16,0 0-1 0,-16 17 3 15,-3 6 6-15,-6 0 14 0,1 2 6 0,2 1 3 16,2-3-2-16,6-5 3 0,7-1 9 16,3-5 34-16,4 1 26 0,7-4 14 0,7 2-3 15,7-2-6-15,11-1-3 0,5 2-19 16,3-1-8-16,-3 0-10 0,3 1-5 0,-3 0-9 16,-4 0-6-16,-5 0-3 0,-6 1-3 15,-4-1-3-15,-7-2-1 0,-1 3 27 16,-4-1 18-16,-4-2 6 0,-6 7 3 15,-6 0-6-15,-5-1-7 0,-8 5-8 0,-4-1-11 16,-4-4 0-16,-1 3-8 0,2-6 1 16,-5-1-28-16,3-2-48 0,5-4-58 0,2-2-71 15,9 0-93-15,-4-4-111 0,6 0-111 16,-2 1-107-16,7-2-189 0,-2-1-21 0,2-2 90 16,4 3-578-16,1-2-737 0</inkml:trace>
</inkml:ink>
</file>

<file path=ppt/ink/ink4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5-09-21T02:36:31.038"/>
    </inkml:context>
    <inkml:brush xml:id="br0">
      <inkml:brushProperty name="width" value="0.05292" units="cm"/>
      <inkml:brushProperty name="height" value="0.05292" units="cm"/>
      <inkml:brushProperty name="color" value="#FF0000"/>
    </inkml:brush>
  </inkml:definitions>
  <inkml:trace contextRef="#ctx0" brushRef="#br0">4199 3263 822 0,'-2'-9'227'0,"2"9"-53"0,-5-10-20 0,5 10-2 0,-4-13 4 0,2 7 3 0,1-2-4 0,-1 1-5 0,-2-1 24 15,2 0 5-15,-3-1-10 16,2 1 0-16,-1 0 19 0,2-2 6 0,0 4-5 15,2 6-18-15,-5-11-15 0,3 5-22 16,2 6-11-16,0 0-5 0,-4-6-19 0,4 6-4 16,0 0-4-16,10 21-8 0,-5-1 2 15,5 9-10-15,-2 6-1 0,3 3 9 16,-2 12-5-16,1 1-8 0,-1-9-5 0,-3 1-8 16,6 4-3-16,-5-7-5 0,1-4-3 15,-3-2-2-15,5-1-12 0,-2-2-1 16,-1-6-5-16,-1-5 0 0,-3-3-22 15,4-3-48-15,-3-3-53 0,-3-1-51 0,5-3-63 16,-4 0-67-16,2-4-101 0,-4-3-166 16,0 0-83-16,0 0 57 0,0 0-272 15,17-17-329-15</inkml:trace>
  <inkml:trace contextRef="#ctx0" brushRef="#br0" timeOffset="200.41">4392 3659 2296 0,'0'0'40'0,"6"-10"22"0,-2 3 33 16,-1-2 19-16,3-4 26 0,2-5 12 0,1-2-7 16,4-8-3-16,3-1-14 0,1-2-10 0,0-12-21 15,3 1-7-15,-4-3-7 16,-2 9-6-16,-3-3-39 0,-2 6-48 16,0 0-40-16,-4 8-49 0,1 6-48 0,-4 5-63 15,1 4-63-15,-3 4-63 0,0 6-100 16,0 0-58-16,0 0-106 0,0 0-98 0</inkml:trace>
  <inkml:trace contextRef="#ctx0" brushRef="#br0" timeOffset="400.55">4482 3475 1691 0,'0'8'33'16,"0"-8"-1"-16,2 9 0 0,-2-9 12 16,2 10 75-16,3-6 27 0,-5-4 30 0,11 8 0 15,0-2 9-15,-2-1-10 0,5 1-3 16,0 0-14-16,6 3-12 0,-4-4-15 15,4 2-9-15,-2-1-12 0,4 3-17 16,-3-2-16-16,-1 0 4 0,2-1-10 0,-4 2-11 16,-2-2-1-16,1 1-31 0,-1 0-58 15,-3 0-70-15,1 2-69 0,-3-4-89 0,0 2-133 16,-3-4-182-16,-1 0 37 16,-5-3-165-16,0 0-194 0</inkml:trace>
  <inkml:trace contextRef="#ctx0" brushRef="#br0" timeOffset="851.21">5095 3366 2008 0,'2'-7'168'0,"-2"7"21"0,0-10-9 0,0 10-11 15,0 0-16-15,4-7-6 0,-4 7-23 16,0 0-30-16,0 0 11 0,0 0-3 0,0 0 3 15,21 17-27-15,-12-6 1 0,-1 0-9 16,0-1-9-16,3 6-5 0,-2 1 2 16,-3 1-4-16,2-5-13 0,-4 3 12 15,0 1-2-15,-1 1-7 0,-3-1-6 16,0 1-3-16,-3-3 8 0,-1 0-5 0,0-1-7 16,-2-4-7-16,-2-1 9 0,1-4-7 15,0-2-5-15,7-3 0 0,-23-11-4 0,5-2-4 16,1-11-2-16,-4-5-7 0,5-4-6 15,0 4 6-15,5 1 3 0,2 5-8 16,4 6 0-16,3 3 1 0,0 4-6 0,2 1 5 16,2 3 6-16,4 0 3 0,-6 6-7 15,13-7 1-15,-1 6 0 0,-12 1-6 0,26 3 2 16,-10-3 2-16,6 5-2 0,3 2 4 16,7 2-4-16,-1-1 1 0,-6 1-3 15,-2-2-43-15,-3 0-53 0,2 2-55 16,-5-1-62-16,-2-2-92 0,1 2-145 15,-3-4-125-15,-1 2 35 0,-5-3-185 0,-7-3-222 16</inkml:trace>
  <inkml:trace contextRef="#ctx0" brushRef="#br0" timeOffset="1300.29">5524 2706 2004 0,'-7'-23'78'0,"-2"4"36"0,0 6 29 0,5 2 25 0,-3 2 15 0,3 3-10 0,1 0-11 16,3 6-28-16,0 0-5 0,0 0 39 16,0 0 1-16,2 27-13 0,3-5 21 0,2 12 11 15,6 2 4-15,3 10 0 0,-1 2-11 16,2-4-15-16,-1 3-12 0,-3 0-7 0,0-1-21 16,-3-7-13-16,1 1-10 0,-2-5-7 15,-2 0-11-15,0-4-8 0,-1-8-8 0,-1-1-6 16,-1-7-12-16,-2-1-6 0,3-4 4 15,-4-1-9-15,1 1 0 0,0-3-5 16,-2-7-4-16,0 0-8 0,0 0-4 0,0 0-3 16,0 0-7-16,0 0-13 15,-34-29-13-15,16 4-11 0,-5 3 1 0,3 2 7 16,-1 1-3-16,1 5 0 0,6 4 1 16,-2 2 0-16,3 4 0 0,-1 4-3 0,14 0 8 15,-26 12 1-15,10 0 1 0,7-3 3 16,-1 9 2-16,5-7-3 0,-1 6 5 15,6-3 2-15,2 2 0 0,2 0 1 0,1-1 0 16,7 3 0-16,1-5 6 0,1 2 3 16,3-4 6-16,-2 1-8 0,4-4-1 15,-2-2 2-15,-2 0-3 0,3-2-31 0,-6-1-53 16,4-3-70-16,-3 2-82 0,-13-2-85 16,25-4-116-16,-13 2-182 0,-3-4-44 15,1 3 56-15,-3-4-341 0,5-2-426 16</inkml:trace>
  <inkml:trace contextRef="#ctx0" brushRef="#br0" timeOffset="1966.59">5940 3120 2827 0,'-9'7'130'0,"9"-7"26"0,-5 5 22 0,5-5 12 0,0 0 3 0,0 0-5 0,0 0-4 0,0 0-24 15,0 0-23-15,0 0-8 16,0 0-17-16,0 0-12 0,0 0-7 0,23-19-11 16,-16 13-9-16,4-3-8 0,-4 2-3 15,0 0-8-15,-1-1-5 0,1 1-7 0,-2-2-3 16,1 2-1-16,-5-1-5 0,1 1-2 16,-2-1-2-16,0 8-4 0,-5-14-1 0,-1 5 0 15,-2 3 4-15,0-1-1 0,1 2-5 16,7 5 0-16,-21-2-6 15,21 2 0-15,-29 7-3 0,14 0 2 0,-2 4 2 16,0 1-3-16,-4 7 6 0,7-2-8 0,3-3-2 16,4 0 3-16,1-4-1 0,4 5 1 15,2-6 2-15,2 3-1 0,4-2 1 16,3-1 0-16,5-3 7 0,0-2-7 0,6 0-4 16,0-4 4-16,1-2 5 0,4-4-1 15,0 2 5-15,-3-5 12 0,5-1 9 16,-2 4 6-16,-5-4 0 0,-6 3 11 0,2 1 2 15,-3-1-6-15,1 2-3 0,-5-1-6 16,0 4-2-16,2-3-6 0,-11 5-5 16,14-3-1-16,-6 2 6 0,-8 1-7 0,12-2-6 15,-12 2 11-15,0 0-14 0,0 0-4 0,20 0-4 16,-20 0-1-16,0 0-1 16,12 0 1-16,-12 0 5 0,0 0-1 0,0 0 7 15,13-4 17-15,-13 4 39 0,7-8-3 16,2-1-11-16,-2-4-4 0,6-11-12 15,3-2-5-15,0 2-7 0,-2 4-2 0,-3 6-7 16,0 1-7-16,-4 3 2 0,0 1-7 16,2 3-7-16,2 0 6 0,-4 4-8 0,-7 2-3 15,18-4 2-15,-18 4-2 0,14 1-2 16,-14-1-4-16,18 5-7 0,-11 1 0 16,4-2 6-16,-3 2-4 0,-2-1-3 15,2 1-50-15,-3-2-53 0,3 0-57 0,-8-4-74 16,10 10-83-16,-7-4-94 0,-1-3-84 15,-2-3-106-15,6 4-163 0,-6-4 60 16,0 0-527-16,11-9-700 0</inkml:trace>
  <inkml:trace contextRef="#ctx0" brushRef="#br0" timeOffset="2183.55">6512 2505 3432 0,'-9'-17'13'0,"2"1"63"0,1 6 41 0,1 0 31 0,0 5 24 0,3-1 7 16,2 6-14-16,-5-6-14 0,5 6-19 15,0 0-14-15,-4-7-14 0,4 7-1 0,0 0-16 16,0 0-9-16,0 0-8 0,0 0-9 16,23 25-6-16,-15-16-8 0,-1 3-4 15,1 2-6-15,-2-1-70 0,-1-1-57 16,1 5-63-16,-4-3-68 0,3 1-74 0,-3-3-85 16,1 1-101-16,-1-7-148 0,2 2 51 15,-4-8-282-15,5 3-344 0</inkml:trace>
  <inkml:trace contextRef="#ctx0" brushRef="#br0" timeOffset="2466.55">6841 2135 2299 0,'1'-23'35'0,"-2"8"48"15,-1 1 35-15,0 6 30 0,2-2 7 16,-4 5-9-16,4 5-8 0,-3-8-20 16,3 8-7-16,0 0-10 0,0 0-10 15,0 0-8-15,0 0-3 0,0 0-2 0,-10 19-19 16,8-10-1-16,4 0-5 0,2 8 2 15,3-2-9-15,-1 2-1 0,4 2-7 0,3-2 13 16,6 5-8-16,-2-1 27 0,2-1 19 16,0 2-2-16,2-3 11 0,-5-1-6 0,-3-3 2 15,-2 1 3-15,1-1-8 16,-3-3 3-16,-2 2 3 0,-2-2-1 0,-1 3 1 16,0-4-8-16,-4 4-6 0,-4-1-10 15,-3 1-9-15,2 1-14 0,-4-1-43 16,-1-1-65-16,-2-1-82 0,1-4-97 0,2-4-115 15,1-3-151-15,8-2-195 0,0 0 48 16,-17-9-377-16,17 9-504 0</inkml:trace>
  <inkml:trace contextRef="#ctx0" brushRef="#br0" timeOffset="2766.6">7457 2474 2809 0,'4'3'-15'0,"-1"2"40"0,-3-5 22 16,-7 16 40-16,-2-4 48 0,-13 10 27 15,-15 15 21-15,-22 13 11 16,-13 8 4-16,-16 6-8 0,-9 10-8 0,-44 24 4 0,-11 5-17 16,-12 5 2-16,-15 2 3 15,-8 3 10-15,-3-1 0 0,2-5-8 0,16-6 0 16,9-5-20-16,19-4-17 0,40-26-14 16,7 0-7-16,12-7-15 0,12-9-3 0,22-12-13 15,11-4-16-15,6-5-4 0,11-5-11 16,3-3-6-16,9-6-6 0,6-2-12 15,1-3-10-15,2-4-26 0,-1 0-46 0,3-6-50 16,5 8-50-16,-5-8-44 0,6 9-71 16,-3-7-63-16,-3-2-69 0,9 5-94 0,-9-5-161 15,9 1-25-15,-9-1 70 0,11 0-370 16,-11 0-454-16</inkml:trace>
  <inkml:trace contextRef="#ctx0" brushRef="#br0" timeOffset="3683.56">5128 4828 2792 0,'-4'-16'18'0,"0"1"20"0,-2 5 22 0,2-2 29 0,1 3 13 16,-3 3 17-16,0-1 7 0,1 2-2 0,-2 0-12 15,7 5-5-15,-16 3-14 0,2 5-11 16,-6 11-5-16,-7 15-6 0,2 6 2 16,0 7 24-16,3 1 3 0,2 3-11 0,6 0 14 15,3 0-5-15,8-8 9 0,1-4-7 16,4 0-8-16,3-3-2 0,4-4 5 15,2-1-9-15,0-3-1 0,4-3-10 0,-2-6-3 16,9 1-6-16,-4-7-3 0,0-1-8 16,-1-6-3-16,0 0-8 0,0-4-3 15,2 0-4-15,0-4-4 0,1-2-5 0,0-2-20 16,1-2-45-16,2-2-60 0,-8 1-57 16,5-5-92-16,1-3-75 0,-5 2-96 15,-3 0-143-15,-1 4-78 0,-4 1 57 0,1 0-354 16,-3 3-414-16</inkml:trace>
  <inkml:trace contextRef="#ctx0" brushRef="#br0" timeOffset="3967.37">5314 5252 2537 0,'-1'-17'127'0,"1"17"47"0,-4-7 16 16,4 7 4-16,-4-7-9 0,4 7-15 15,0 0-12-15,0 0 6 0,0 0 4 16,8-8 1-16,-8 8-14 0,17 3-13 0,-17-3-14 15,29 9-7-15,-13 1-14 0,9 5-5 16,-2 4-12-16,-8-4-9 0,1 1-6 0,-1 6-4 16,-3 1-7-16,-1 2-1 0,-4 0-11 15,-3-4-3-15,1 1-7 0,-5 3-7 16,0-2-3-16,0 2-16 0,-3-1-40 16,-1 0-47-16,-2-2-57 0,-1-3-68 15,0-1-74-15,-2-4-81 0,0-3-104 0,2-3-179 16,-2-5 37-16,4 1 57 0,5-4-275 15,0 0-301-15</inkml:trace>
  <inkml:trace contextRef="#ctx0" brushRef="#br0" timeOffset="4616.49">6304 4814 2228 0,'-9'-2'0'0,"9"2"18"0,-11-6 32 0,2 5 24 0,1-1 24 0,8 2 12 0,-19-4 13 0,10 4-3 16,9 0-8-16,-21 6 3 0,7 1-4 0,-1 6 27 16,-2 11 13-16,-2 7 10 0,5 2 7 15,-4 16 1-15,6 1 6 0,3 4 1 0,3 0-8 16,4-7-10-16,2-3-2 0,4-1-15 16,3-1-6-16,4-2-13 0,5 2-5 15,2-11-11-15,2-2-4 0,5-10 4 0,2-1-5 16,5-9-3-16,-3-5-11 0,-1-6-4 15,10-5-22-15,8-11 2 0,-2-5-9 16,-3-6-3-16,-2-5-5 0,-5-4-10 16,-3-1 5-16,-6 1 25 0,-9 3 3 0,-2 0 2 15,-8-5 2-15,-6-1-7 0,-6 0 0 16,-8-7 1-16,0-1-1 0,-11-3-11 0,0 4-6 16,-4 3-5-16,2 6-15 0,-3 5 0 15,10 12-2-15,-4 3-18 0,5 9 2 0,1 6 4 16,0 6-43-16,0 3-46 0,-4 10-44 15,-1 4-50-15,4 5-53 0,2 2-76 0,1 5-76 16,5-1-94-16,2 2-154 16,1-10-103-16,4-1 71 0,4-4-502 0,0-2-623 15</inkml:trace>
  <inkml:trace contextRef="#ctx0" brushRef="#br0" timeOffset="4916.42">6729 4381 3503 0,'-18'-14'127'0,"3"7"10"0,3 1 18 0,1 2 20 0,-3 4 11 0,14 0 6 0,-23 12-3 0,3 10 4 0,3 8-6 0,0 16 10 0,3 3-18 16,8 5-6-16,6-6-4 0,4 9-25 15,10 2-10-15,-1-3-17 0,8-1-5 0,2 3-11 16,1-8-14-16,7-3-11 0,-3-3-10 16,1-6-11-16,2-4-3 0,-5-11-60 0,-2-2-59 15,0-3-68-15,0-5-76 0,-8-5-84 16,4-6-93-16,-8-4-112 0,4-4-172 0,3-2-13 16,-4-3 63-16,-2-3-440 15,3-1-535-15</inkml:trace>
  <inkml:trace contextRef="#ctx0" brushRef="#br0" timeOffset="5366.75">6987 4766 2853 0,'-7'-12'76'0,"2"0"58"16,1 4 33-16,-3 1 38 0,6 0 34 16,1 7 18-16,-8-10-10 0,8 10-24 15,-2-7-21-15,2 7-19 0,0 0-12 0,0 0-11 16,0 0-16-16,23-1-10 15,-23 1-15-15,24 10-10 0,-10-2-11 0,2 1-6 0,1 3-1 16,-4 1 0-16,2 3 12 16,-6 1 20-16,4 1 14 0,-8-5 19 0,2 3-12 15,-3-3-8-15,0-3-16 0,0 0-27 16,0-1-1-16,0-1 25 0,0-4 26 0,-4-4 12 16,0 0-17-16,0 0-15 0,12-25-9 15,-7 0-10-15,1-8-17 0,1-4-8 16,0 3-47-16,-3 2-32 0,3 7 0 0,-4 5 0 15,1 5 0-15,1 3 0 0,-3 1 0 16,4 5 0-16,-1 0 0 0,-5 6 0 16,24 2 0-16,-11 2 0 0,6 4 0 15,2 2 0-15,8 5 0 0,-1-1 0 0,3 0 0 0,1-2 0 16,-3 2 0-16,-2-6 0 16,-9-1 0-16,-2-4 0 0,-1-1 0 0,-2-2 0 15,0 0 0-15,1-7 0 0,-1 0 0 16,-2-1 0-16,1-4 0 0,-1-3 0 0,-3-4 0 15,-2-2 0-15,0-10-252 0,-3-4-129 16,-1-5-97-16,-4-3-89 0,-1-2-129 16,-3-11-123-16,-2-2 68 0,-1 2-693 0,-1 3-895 15</inkml:trace>
  <inkml:trace contextRef="#ctx0" brushRef="#br0" timeOffset="5599.85">7511 3792 4218 0,'0'0'24'0,"10"-8"46"0,-10 8 63 0,12-3 55 0,1 1 36 0,0 2 15 0,7 2 18 0,4 2 15 16,11 9-2-16,8 3-13 0,-1 11-5 15,4 7 0-15,-1 4-25 0,2 4-20 0,-8 6-29 16,2 3-22-16,-7-2-10 0,-3 4-17 16,-11 2-17-16,-1 1-9 0,-10 2-9 0,-2 1-18 15,-7-1-49-15,-5 0-68 0,-6 1-85 16,-2-5-87-16,-8 0-96 0,-2-4-119 0,-6-1-121 15,-3-4-156-15,-6-1-108 0,-2-5 75 16,-4-2-687-16,-3-2-875 0</inkml:trace>
  <inkml:trace contextRef="#ctx0" brushRef="#br0" timeOffset="5883.39">6259 6251 4313 0,'-55'27'139'15,"13"-8"5"-15,10-3 34 0,9-8 40 0,10-1 22 16,3-7 24-16,10 0-15 0,0 0 3 16,42-48-8-16,25-10-6 0,24-12-13 15,51-34-17-15,14-8-22 0,19-3-20 0,8-2-20 16,6 4-13-16,10 1-13 0,2 5-12 16,-2 11-13-16,-13 8-9 0,-17 12-18 15,-47 30-6-15,-9 0-9 0,-20 7-9 16,-30 15-42-16,-13 4-34 0,-14 6-29 0,-13 4-8 15,-5 4-18-15,-7 3-44 0,-6 1-47 16,-5 2-48-16,0 0-52 0,0 0-76 0,0 0-83 16,-27 19-91-16,10-7-126 0,-9 3-98 15,-1 1 57-15,-7 1-563 0,-5 7-719 16</inkml:trace>
  <inkml:trace contextRef="#ctx0" brushRef="#br0" timeOffset="18696.7">4448 10046 1634 0,'0'0'102'0,"0"0"-12"0,0-8-6 0,0 8-3 0,0 0 2 0,0 0 5 15,-3-7 6-15,3 7-5 16,0 0 15-16,0 0 4 0,0 0 3 0,-2-7 3 15,2 7 1-15,0 0 15 0,0 0 0 16,0 0 6-16,0 0-4 0,0 0-7 0,-4-6 4 16,4 6-11-16,0 0-10 0,0 0-7 15,0 0-10-15,0 0-5 0,-5-4-14 0,5 4-3 16,0 0-7-16,0 0-11 16,0 0-5-16,0 0 0 0,0 0-7 0,0 0 1 15,0 0-5-15,0 0-3 0,0 0-1 16,0 0-5-16,0 0 8 0,-13 17 16 0,8-12-4 15,2 2-2-15,-3 1-3 0,1 1 16 16,-3 3 3-16,1 5 1 0,-1 2 29 0,-5 8 0 16,2 2-6-16,-2 4-10 0,4 3 29 15,-1 3-4-15,-3 11-12 0,4 0-4 16,2-7-11-16,-4 9-5 0,6 0 0 0,-3 3 29 16,5-3-5-16,-2 6-5 0,3-12 16 15,0 13-10-15,-3-5-5 0,5-9-15 0,-2-1-3 16,0 1-8-16,0-4-6 15,2 1-3-15,0-6-7 0,0-7 2 0,0-7-9 0,2-4-8 16,-2-3 5-16,0-2-8 0,2-1 4 16,-2-6-4-16,0 2-4 0,2-5-4 15,-2-3 3-15,0 0-6 0,0 0-12 16,0 0-5-16,0 0-33 0,14-13-42 0,-14 13-62 16,2-9-67-16,-2 9-92 0,-2-8-97 15,2 8-109-15,-9-7-126 0,9 7-104 0,-11-3 61 16,11 3-548-16,-19 3-682 0</inkml:trace>
  <inkml:trace contextRef="#ctx0" brushRef="#br0" timeOffset="19032.29">3882 11190 3291 0,'-8'2'-89'0,"8"-2"10"0,-6 8 12 0,4-3 35 0,2 1 40 15,0-6 31-15,3 17 21 0,0-9 7 16,3 2 5-16,1 2 17 0,2 3-3 0,7 1-3 16,3 5-12-16,0-2-1 15,0-4-14-15,4 5-5 0,-6-8-3 0,-1-1-9 16,0 1-12-16,-3-4 10 0,-1 1-4 15,-1-3-3-15,3 2-2 0,-6-3-5 0,1-1-4 16,1 2 4-16,-4 0-4 0,-6-6-5 16,11 6-18-16,-6-4-62 0,-5-2-58 0,11 5-76 15,-11-5-117-15,7 1-156 0,-7-1-63 16,13-1 43-16,-13 1-155 0,21-7-143 16</inkml:trace>
  <inkml:trace contextRef="#ctx0" brushRef="#br0" timeOffset="19348.5">4539 11125 2034 0,'-4'-6'104'0,"0"3"7"0,4 3-3 16,0 0-10-16,0 0 22 0,0 0 33 15,-22 16-1-15,10-6 13 0,1 5-5 0,-9 8-11 16,2 2 0-16,-2 3-13 0,1-1-4 15,-1 2 0-15,2 0-13 0,-1-1-3 0,2-1-11 16,1-1-12-16,0 0-11 0,6-8-6 16,0-2-8-16,5-4-6 0,-3-3-7 0,2 3-4 15,2-4-4-15,-1-1 19 16,1-3 1-16,2 4-1 0,-1-4-6 0,3-4-5 16,-6 10-7-16,4-7-4 0,2-3-8 15,-5 4-3-15,5-4-5 0,-3 6-9 0,3-6-33 16,-6 5-45-16,6-5-63 0,-5 4-69 15,5-4-64-15,-8 3-85 0,8-3-106 0,-10 6-157 16,10-6 35-16,0 0-351 0,-9 1-399 16</inkml:trace>
  <inkml:trace contextRef="#ctx0" brushRef="#br0" timeOffset="22329.66">6995 6392 2548 0,'0'-8'20'0,"-4"3"38"0,0-1 4 0,4 6 3 0,-11-3 3 15,11 3 26-15,-19 7 19 0,6 1 28 16,-12 11 6-16,0 4 4 0,2 2 2 0,1 2-9 15,3-1 7-15,1 3-8 16,3 0-10-16,8-4-8 0,0-4-8 0,5 1-14 16,1-4-5-16,1 0-6 0,1 0-12 0,1 1-6 15,3-2-14-15,0-1-2 16,1-1-7-16,1 0-5 0,1 3-29 0,2-3-46 16,-1-3-70-16,0-2-67 0,0-4-64 15,6-2-61-15,-2-4-73 0,4 0-94 0,2-8-113 16,12-9 38-16,-2-2-274 0,5-10-293 15</inkml:trace>
  <inkml:trace contextRef="#ctx0" brushRef="#br0" timeOffset="22596.55">7182 6568 2131 0,'11'-19'10'0,"-3"1"48"16,-3 4 31-16,-3 4 47 0,-2-1 37 15,0 3 28-15,0-1 23 0,0 9 6 0,-2-10-14 16,2 10-23-16,-7-5-14 0,7 5-15 16,0 0-1-16,0 0-17 0,-15 19-9 0,13-9-12 15,1 0-9-15,1 2-12 16,1 2-6-16,3 2-11 0,3-2-4 0,5 1-6 15,1-3-8-15,0 1-2 0,5-3-9 16,0 0-3-16,0-8-11 0,0 2 0 0,-6-2-6 16,1-2 0-16,-13 0-6 0,23-6-3 15,-12 2-1-15,-4-4-4 0,0 2-5 16,-5-5-2-16,2 1-7 0,-4-4 1 0,-2 3-5 16,-2-7 1-16,1 3-3 0,-3 1-6 15,3 2-23-15,-2 2-7 0,-1 0-29 0,1 3-39 16,-3 2-46-16,1 3-58 15,7 2-68-15,-16 0-84 0,16 0-126 0,-19 7-158 0,13-2 46 16,1-2-367-16,1 3-440 16</inkml:trace>
  <inkml:trace contextRef="#ctx0" brushRef="#br0" timeOffset="23132.91">7436 6423 2661 0,'0'0'78'0,"-4"-10"34"0,4 10 18 0,-6-9 24 15,6 9 16-15,-3-8 0 0,3 8-15 16,0 0-16-16,0 0-13 0,0 0 1 0,0 0-11 16,0 0-9-16,0 0-8 15,0 0-10-15,0 0-6 0,14 31 0 0,-10-21-10 16,0 0-6-16,-1 2-7 0,2 0-5 16,-3-2-6-16,2 0-4 0,-2-1-1 15,-1-2-4-15,3 0 35 0,-4-7 27 0,6 8 21 16,-6-8-2-16,0 0-9 0,0 0-17 15,0 0-5-15,13-24-9 0,-9 9-14 0,4-4-3 16,-1-2-7-16,3 3-4 0,-3-1-1 16,1 2-12-16,-1 3-3 0,-1 4-1 0,0 1-13 15,0 1 2-15,-1 4-7 0,-5 4 0 16,13-3-5-16,-13 3 7 0,0 0-6 0,23 9-1 16,-12 1-5-16,-4 0-2 15,-2 2 6-15,3 1-8 0,-3 1 6 0,2 0-2 16,-2 0-3-16,-1-1 1 0,2-1-5 15,-5-2 3-15,1 1 1 0,2-3-2 16,-2-1 3-16,3-2 1 0,-5-5 3 0,0 0-2 16,0 0-3-16,0 0-4 0,0 0 1 15,12-17 0-15,-8 3 0 0,3 1-1 0,0-4 1 16,4 0-4-16,-4 3 3 0,3 3-5 16,-4 2 2-16,2 0 2 0,-3 2 5 0,-1 2-10 15,1 1-1-15,-5 4 2 0,12-5 1 16,-12 5 0-16,0 0-2 0,0 0 0 0,0 0 5 15,23 6 0-15,-23-6-20 16,12 8-46-16,-7-4-53 0,1 1-61 0,-1-2-77 16,0 2-76-16,0-1-91 0,-5-4-126 15,6 8-133-15,-2-4 47 0,-4-4-452 16,0 0-558-16</inkml:trace>
  <inkml:trace contextRef="#ctx0" brushRef="#br0" timeOffset="23413.19">7956 5790 2873 0,'-4'-35'-18'0,"-2"4"45"0,-4 2 32 0,1 6 27 0,2 5 42 16,-3 1 36-16,4 4 11 0,2 3-11 15,-1 3-14-15,-1 3-16 0,6 4-13 16,0 0 12-16,-14 22-6 0,11 2 13 16,-3 11-4-16,4 7 7 0,4 17-13 0,4 5-19 15,2 7-13-15,-3 0-9 0,8 3-10 16,-2 1-3-16,-2-3-12 0,-2-2-6 0,1-2-6 15,-2-7-26-15,0-5-53 0,-5-11-36 16,1-6-64-16,0 0-47 0,-2-10-30 0,-2-6-18 16,0-5-15-16,2-1-11 0,-5-5-19 15,0-4-15-15,2-3-17 0,-1-3-5 16,4-2 2-16,0 0 7 0,-9-20 10 16,5 1 15-16,0-15-383 0,4-5-149 15</inkml:trace>
  <inkml:trace contextRef="#ctx0" brushRef="#br0" timeOffset="23596.74">7914 6498 1654 0,'2'-34'-23'0,"0"5"40"16,-2 7 39-16,0 1 22 0,3 2 20 15,-3 2 8-15,2 3 6 0,2 2 0 0,2 3 1 16,-3 1 2-16,6 2 7 0,-4 0-10 16,-5 6 3-16,20-4-3 0,-20 4-12 0,18 4-9 15,-9-1-8-15,1 2-8 0,-4 1-4 16,1 0-6-16,-3 3-6 0,-2-1-7 16,-2 4 0-16,-4-2-5 0,0 1-13 0,1 3-4 15,-5-3-14-15,3 1-68 16,-2-4-60-16,2 1-86 0,-3-5-112 0,3 0-175 0,5-4-10 15,0 0 44-15,0 0-84 16,-16-13-37-16</inkml:trace>
  <inkml:trace contextRef="#ctx0" brushRef="#br0" timeOffset="24078.63">8032 6309 1540 0,'0'0'89'16,"15"10"10"-16,-15-10 5 0,0 0 11 15,0 0 28-15,0 0 31 0,6 6 23 0,-6-6 3 16,0 0-1-16,14 2-12 0,-14-2-14 15,0 0-1-15,16-2-9 0,-16 2-8 0,20-4-13 16,-15 2-7-16,4-6-4 0,3 4-13 16,-4-2-10-16,-1 0-10 0,3-3-12 0,0-2-5 15,-5 2-14-15,2-2-6 0,0 2-7 16,-2 0-2-16,1 1-4 0,-2 3-7 16,-4 5-3-16,5-8-7 0,-5 8-3 15,0 0-2-15,0 0-1 0,0 0-3 0,0 0-3 16,0 0-1-16,-3 30 1 0,3-16-3 15,-2 0-4-15,0 0 6 0,2-1-7 16,2 3 1-16,1-3-2 0,-1 1-2 0,0-2-2 16,5-2 3-16,-4 1 0 0,3-4-1 15,-1-2-2-15,5-2 2 0,-10-3-1 0,17 2-1 16,-17-2-6-16,21-10 8 0,-10 1 0 16,2-5-4-16,1 1-3 0,8-10 2 0,-10 2-3 15,-2 3-1-15,0-2-1 16,-3 3-3-16,2 0 4 0,-3 5 6 0,2 0-2 15,-4 2-6-15,2 0 0 0,-5 5 1 16,-1 5-5-16,6-4 9 0,-6 4-2 0,0 0 1 16,0 0-1-16,7 21 1 0,-7-11 0 15,2 2-4-15,-2 0 7 0,3 3-2 16,-1-3-2-16,-2 5 0 0,4-3 0 0,-3 1-8 16,1-3-46-16,2-3-51 0,-2-1-60 15,1 2-63-15,1-3-69 0,0-6-109 0,-4-1-168 16,0 0-8-16,21-6 45 15,-10-6-267-15,3 1-292 0</inkml:trace>
  <inkml:trace contextRef="#ctx0" brushRef="#br0" timeOffset="24312.36">8716 5391 2319 0,'-6'-30'80'0,"-1"8"31"0,-1 5 19 16,0 3 29-16,3 1 12 0,-1 4-23 0,3 6-11 0,3 3 38 0,0 0 9 0,-20 20-13 15,15 2 23-15,-3 19-13 0,0 13 5 16,4 8-15-16,1 5-17 0,-1 1-18 0,4 2-10 16,2 6-11-16,0-2-8 0,-2-4-12 15,1-2-15-15,1-2-10 0,0-7-72 16,-4-2-41-16,2-14-66 0,0-2-61 16,-2-4-77-16,2-8-59 0,-1-11-51 15,-3-2-67-15,4-7-96 0,-2-3-31 0,2-2-358 16,0-4-389-16</inkml:trace>
  <inkml:trace contextRef="#ctx0" brushRef="#br0" timeOffset="24483.27">8547 6003 2483 0,'-12'-4'11'0,"1"0"28"16,1 1 17-16,0 3 20 0,10 0 22 16,-12-1 1-16,12 1-7 0,-13-3-6 0,13 3-10 15,0 0-9-15,-11 0-5 16,11 0-3-16,0 0-6 0,0 0-38 0,0 0-57 15,0 0-77-15,0 0-92 0,44 1-127 16,-27-2-153-16,6-1 29 0,0-2-120 0,2 0-81 16</inkml:trace>
  <inkml:trace contextRef="#ctx0" brushRef="#br0" timeOffset="24828.69">8843 5966 1690 0,'0'0'121'0,"9"0"35"0,-9 0 17 0,0 0 11 15,0 0-3-15,0 0-5 0,0 0-16 16,0 12-6-16,0-12 19 0,0 11-9 15,-2-3-13-15,-1 4-16 0,1 3-9 0,0-3-17 16,-1 5 6-16,-3 1-2 16,1 3 6-16,-7 7-14 0,2-8-6 0,1-4-12 15,2-3-6-15,-2 1-10 0,0-2-9 16,4-2-1-16,-3-3-6 0,4-2-3 0,4-5-3 16,-10 3-7-16,10-3-4 0,-11-15-5 15,10 3-4-15,1-9-2 0,0-6-3 0,7-10-3 16,4-10 1-16,1 10-1 0,-1 4 6 15,0 3 6-15,-1 10 8 0,-4 3-5 0,-1 5-4 16,1 2-1-16,2 3-5 0,-2 3-4 16,1 2-1-16,-7 2 0 0,18 2-1 15,-9 5-1-15,0-2-3 0,3 6-2 0,-2-1-2 16,2 3-4-16,2 1-4 0,1 1-36 16,1-3-42-16,0 1-62 0,0-3-59 15,-3-4-51-15,1 0-51 0,-3-4-65 16,-2 0-89-16,1-4-124 0,1-2 18 0,-3 0-340 15,2-8-379-15</inkml:trace>
  <inkml:trace contextRef="#ctx0" brushRef="#br0" timeOffset="25247.56">9277 4933 2593 0,'-12'-14'-8'0,"-1"8"16"0,1 2 31 0,-1 6 39 0,13-2 35 16,-29 17 29-16,8 5 12 15,3 11 24-15,-6 13 12 0,5 7 1 0,4 3-15 0,1 8-17 16,3 3-14 0,4 3-11-16,3 2-13 0,2-1-12 0,4-1-5 0,2-4-10 15,1-2-12-15,3-5-8 0,-3-4-11 16,2-13-10-16,-3-4-18 0,-1-4 2 16,-1-7-6-16,0-6-4 0,-2-5 1 0,0-4-1 15,0-6-5-15,0-1-1 16,0-5-3-16,0 0 1 0,0 0-7 0,0 0 1 0,-11-22-2 15,6 8-3-15,3-1 3 16,-1 0-4-16,-1 0 3 0,2 2-3 0,0 1 3 16,2 4-3-16,-2-3-1 0,2 11-2 15,0-13-2-15,0 8 1 0,0 5-1 0,2-9 1 16,-2 9 2-16,10-8-7 0,-5 2 7 16,9 0 2-16,-1-1-3 0,4-3 0 0,10-4 3 15,0-3-1-15,0-1-4 0,-1 3 2 16,-1-3 1-16,-6 7-1 0,-4 0-1 15,-3 4 0-15,-3 2-2 0,-2 2 3 0,-7 3 16 16,0 0 29-16,0 0 10 0,24 12-2 16,-23-4-2-16,3 3-6 0,-2 1-4 0,2 0-4 15</inkml:trace>
  <inkml:trace contextRef="#ctx0" brushRef="#br0" timeOffset="25393.1">9657 5859 464 0</inkml:trace>
  <inkml:trace contextRef="#ctx0" brushRef="#br0" timeOffset="25929.02">8307 6971 1035 0,'-14'-1'635'0,"1"4"-218"0,-1 3-78 0,1 2-42 16,1 2-50-16,-3 6-40 0,-4 8-19 0,2 0-15 16,2 5-20-16,5-2-10 0,1-1-16 15,5-4-13-15,2-3-8 0,2 1-13 16,4 1-5-16,2 0-9 0,1-4-7 16,2-1-9-16,5-1-3 0,-1-5-3 0,3-6-9 15,-3 1-1-15,4-5-1 0,0-5-5 16,4 0-1-16,8-9 6 0,0-3 10 0,-3-1 15 15,-2-4 13-15,-4 1 7 0,1 0 7 16,-6 4 13-16,-1 3 8 0,-5 1 13 16,-2 6 0-16,2 0-6 0,-4 3-11 0,1 0-9 15,-6 4-12-15,0 0-5 16,0 0-1-16,0 0-6 0,13 10-9 0,-11-1-2 16,0-3-13-16,2 4 2 0,2-2-14 15,-1 0 7-15,2 1-4 0,2-3 9 0,2 2 1 16,4-3-2-16,0-1 1 0,5-4-10 15,0 0-11-15,5-4-3 0,11-3-8 0,-4-1 1 16,1-2-9-16,-3 1-6 0,1-3 3 16,-6 4-13-16,-6-2-19 0,-2 3-27 0,-2 3-28 15,-4 0-37-15,1 0-46 0,0 1-64 16,-7 0-79-16,3 1-88 0,-8 2-86 0,10-4-141 16,-10 4-117-16,3-5 47 15,-3 5-548-15,4-4-692 0</inkml:trace>
  <inkml:trace contextRef="#ctx0" brushRef="#br0" timeOffset="28313.4">3649 12402 3131 0,'0'0'-107'0,"0"0"37"0,0 0 26 0,0 0 38 0,-4-22 27 15,4 22 40-15,0-12 40 0,0 12 38 16,-2-9 4-16,2 9-10 0,-2-8-21 0,2 8-5 15,0 0-13-15,0 0-10 0,0 0 27 16,0 0-8-16,0 29-11 0,0-12-6 0,2 7-11 16,0-2-8-16,-2 2-7 15,2 1-3-15,-2 1-8 0,2-3-3 0,0 0-10 16,-1 2 4-16,-1-5-9 0,0-1-24 16,0-1-65-16,-1-1-91 0,-1-4-88 15,-2-2-114-15,-2 0-185 0,3-2-75 0,-1-5 58 16,-1-1-217-16,5-3-260 0</inkml:trace>
  <inkml:trace contextRef="#ctx0" brushRef="#br0" timeOffset="28481.07">3464 12378 2367 0,'-2'-12'93'16,"-2"1"14"-16,4 3 12 0,2 0-14 0,2-1-1 15,0 1-3-15,3-1-14 16,5-1-9-16,3 0-6 0,4 0-15 0,4 3 0 15,2 1-26-15,-1 2-80 0,1 2-96 16,-2 0-128-16,-1 4-222 0,-4 0-16 0,-4 4-137 16,-5 4-145-16</inkml:trace>
  <inkml:trace contextRef="#ctx0" brushRef="#br0" timeOffset="28679.88">3590 12752 1844 0,'-12'11'155'16,"0"1"5"-16,3-4-3 0,2-2 4 15,-1 1 22-15,5-3 11 0,3-4-1 16,-9 6-22-16,9-6-10 0,0 0-23 0,0 10-11 16,0-10-11-16,18 2-9 15,-3-2-18-15,6-4-41 0,13-2-82 0,7-1-90 16,-3-3-94-16,7-6-120 0,3-7-201 16,-5-1-1-16,0-6 58 0,-5-2-106 0,-6-8-89 15</inkml:trace>
  <inkml:trace contextRef="#ctx0" brushRef="#br0" timeOffset="28861.15">4135 12136 1832 0,'-4'-19'119'0,"0"4"35"0,1 3 13 16,-1 2 17-16,0 6 4 0,4 4-12 0,0 0 3 15,0 0-1-15,0 0-15 16,-25 31 1-16,20-9-14 0,-2 14-9 0,3 3-17 16,4 4-13-16,0 3-14 0,2 9-7 15,2 1-8-15,4-3-15 0,-4-9-2 0,3 0-5 16,-3-5-82-16,0-1-73 0,2-3-93 15,-4-7-88-15,0-6-95 0,-2-7-158 16,0-1-36-16,0-4 49 0,-2-2-140 0,2-4-153 16</inkml:trace>
  <inkml:trace contextRef="#ctx0" brushRef="#br0" timeOffset="29027.75">4032 12649 1878 0,'-7'-10'120'0,"-2"1"24"0,2 1 34 15,1 4 39-15,6 4 17 0,-9-9 14 0,9 9-7 16,-8-4-18-16,8 4-19 15,0 0-23-15,-4-8-15 0,4 8-13 0,0 0-15 16,0 0-13-16,27-6-12 0,-8 2-16 16,2-1-49-16,5-1-89 0,9-2-121 0,4-2-139 15,-5-1-216-15,2-1-102 0,-4 0 47 16,0 3-277-16,-9 1-334 0</inkml:trace>
  <inkml:trace contextRef="#ctx0" brushRef="#br0" timeOffset="30263.29">5117 12287 2452 0,'7'-5'30'0,"-7"5"5"0,7-3 1 0,-7 3 18 0,6-3 17 16,-6 3 20-16,0 0 18 0,7-6-6 16,-7 6-6-16,9-8-5 0,-6 2-14 0,3 1 2 15,-6 5-16-15,9-12-10 0,-2 8 0 16,-4-4-3-16,3-1-4 0,-1 3-3 15,-1-1 9-15,0 0 11 0,-4 7-7 16,2-12 2-16,-4 5-10 0,2 7 1 0,-8-12-17 16,1 7 6-16,-3 0-4 0,-1 5-7 15,11 0-3-15,-40 5-7 0,17 0 8 0,-11 9-12 16,1-1 2-16,3 5 4 0,3-3-14 16,4 3 6-16,6-5-7 0,5 1 7 15,3-4-12-15,6 1 8 0,1-1 4 0,4 0-4 16,1-1 6-16,3 3 0 0,6-2-2 15,1 1-2-15,1 0 5 0,4 1-9 0,1-4 6 16,-4 4 0-16,3-1 20 0,-2-1 2 16,-4-1 7-16,-1-1-5 0,-1 2 8 0,2-1 7 15,-7-2 9-15,1 2 18 16,-1-1 13-16,-3-1 4 0,0 1 3 0,-2 2-6 16,-4 0-9-16,1-1-10 0,-3 1-3 15,-1-2-10-15,-2 1-4 0,2-1-6 16,0-2-6-16,-3 0-6 0,4-2-1 0,-1-2-20 15,7-2-60-15,0 0-93 16,-25-10-108-16,17 0-123 0,1-3-137 0,-1-5-171 16,8-2 38-16,0-6-404 0,6-10-514 0</inkml:trace>
  <inkml:trace contextRef="#ctx0" brushRef="#br0" timeOffset="30877.59">5368 11719 2756 0,'9'-34'-49'0,"0"1"56"0,-2 2 54 0,-3 6 19 0,-3 6 37 0,1 6-5 0,-2 0-10 0,2 6-14 16,-2 7-7-16,0 0 79 0,0 0 11 16,0 0-17-16,-4 50 20 0,3-7-12 0,-3 13-19 15,4 6-19-15,-7 4 18 0,12-1-12 16,1-1-14-16,-5-2-10 0,5 1-12 16,0-4-9-16,-1-1-7 0,3-3-9 15,-2-3-7-15,1-14-4 0,-5-2-5 16,0-9-7-16,0-5-8 0,0-4-1 0,-2-7-4 15,0 1-6-15,2 0 4 0,-2-8-4 16,0-4-2-16,0 0-3 0,-8 6-7 0,8-6 0 16,0 0-3-16,-18-14 3 0,8 3-3 15,-5-3-4-15,3 4-1 0,-3-2-1 0,3 4-3 16,-1 1-1-16,0 0-5 0,1 2 0 16,1 1 3-16,4 3-1 0,7 1 0 0,-16-7-1 15,16 7-2-15,-7-5 7 0,7 5 0 16,-8-5 1-16,8 5 1 0,0 0 4 15,11-14-1-15,-2 7-2 0,11-3 2 0,10-9 1 16,1 2-4-16,10-6 3 16,0 2-2-16,-9 4-1 0,1-1-1 0,-5 3-3 15,-6 5 0-15,-4 0 0 0,-5 5-3 16,1 3-6-16,-14 2 7 0,16 5-2 0,-7 3 4 16,-4 0-2-16,-1 5 1 0,-2 1 3 15,2 2-2-15,-3 1 0 0,3 0 0 0,3 3 1 16,-4-3 0-16,7 1 1 0,-5-1 1 15,4-1 3-15,1-3-1 0,2-2 2 16,1-3 1-16,0-1-1 0,3-2 1 0,-3-3 0 16,5-2-2-16,-2-2 0 0,2-3 1 15,-2 0-3-15,-2-4 3 0,1-1-6 0,-3 0 6 16,-3-2 0-16,-3-3 1 16,-3 1-4-16,1-3-1 0,-4-4-2 0,-2-2 1 15,-5-8-2-15,-2 0 0 0,-1 1-2 16,0 9 1-16,1 5-3 0,-1 2-3 0,-3 4-4 15,2 6-12-15,-3 4-36 0,-3 2-57 16,-4 3-80-16,2 3-92 0,0 4-110 0,-6 2-192 16,8 1-103-16,4-4 75 0,5 1-415 15,2-4-506-15</inkml:trace>
  <inkml:trace contextRef="#ctx0" brushRef="#br0" timeOffset="31312.2">6062 12339 2783 0,'0'0'21'0,"0"0"13"0,0 0 24 15,0 0 42-15,0 0 33 0,5 5 8 0,-5-5-5 0,0 0-18 0,0 0-7 0,0 0-18 16,11-10-5-16,-7 4-8 0,-4 6-9 16,10-6-6-16,-6 2-4 0,-4 4 6 0,4-8 1 15,-4 8-11-15,0-11 1 0,-4 5-11 16,-2-5-4-16,0 2-3 0,-1-2-8 0,-8-4-2 15,-5-7-2-15,-1 2-3 0,3 1-1 16,-2 4-5-16,7 2 1 0,-4 2-11 0,4 2 6 16,1 2-4-16,3-1 0 15,-1 4-4-15,2-1 1 0,2 2-4 0,6 3 6 16,-7-11 1-16,3 8 9 0,4 3-1 16,2-12 0-16,4 3 0 0,8-3 0 0,2 2-6 15,11-4-1-15,-2 6-1 0,-5 1-3 16,2 4 0-16,-3 0 3 0,-1 3-2 15,2 3-1-15,-3 3 3 0,0 3 2 16,-1-2 2-16,-1 4 1 0,-2 2 3 16,-2-1 1-16,-3 5-3 0,0-3 0 0,0-2-1 0,-3 5 0 15,2-4-2-15,-3 3-4 0,0-3-4 16,2 1 1-16,-2 2-14 0,-2-5-85 0,2 1-111 16,-3 0-117-16,-1-5-186 15,0 3-138-15,0-4 50 0,2 0-339 0,-2-6-414 16</inkml:trace>
  <inkml:trace contextRef="#ctx0" brushRef="#br0" timeOffset="32011.09">6456 12075 2739 0,'-10'-7'31'16,"10"7"-5"-16,-4-5 28 0,4 5 28 0,-7-6 21 0,7 6 10 0,0 0 9 0,0 0 1 0,-4-6-2 15,4 6 14-15,0 0-8 0,0 0-4 16,11-7-12-16,-5 3-12 0,0 1-7 16,4-4-7-16,-1 3-9 0,1-3-3 15,1 0-11-15,-2 0-8 0,3-5-1 0,-4 4-9 16,-1-1-5-16,1-3-3 0,-5 0-1 16,2 1-5-16,-3-1-5 0,-2-1 1 15,-2 2-4-15,-3 0-7 0,3 1-3 0,-5 3-2 16,1 2 1-16,-1 2-4 15,7 3 0-15,-23 3 1 0,10 2 0 0,-3 7 1 0,-5 7-1 16,3 3-2-16,0 2 3 0,5 1 0 16,3-1 4-16,4-5 5 0,5-1 0 15,-3 1-2-15,2-2 8 0,4-1 2 16,2 1 1-16,-1-4 1 0,3-1 5 0,4 0 4 16,1-5-4-16,5-2-2 0,0-1 0 15,6-6-5-15,4-3-4 0,10-4-1 0,0-8-6 16,7-1 3-16,0-1-2 0,-3-9-6 15,-1 1 3-15,-5-5-2 0,-2 0-4 0,-3-4 2 16,0 0-5-16,-7-5 1 0,-1 0-3 16,0-2 3-16,-8 7-1 0,-1 1-1 15,-1 6-1-15,-3 11-3 0,-3 0 0 0,-3 5-8 16,-2 7 3-16,3 2 4 0,-3 4 0 16,0 0-5-16,0 0 4 0,0 0 1 15,-16 25 1-15,13-13-3 0,3 2 5 0,1 1-1 16,1 7 3-16,8-5 1 0,3 6 2 15,2-5 3-15,6 5 8 0,4 1 1 16,-2 0 8-16,-2 2 10 0,0 0 16 0,-2-1 2 16,-2 3 18-16,-5-1 22 0,-5 0 15 15,-5-4 20-15,-2 3 21 0,-5 7 17 0,-7-3-5 16,-1 1 1-16,-5-2 3 0,2-2-12 16,-4-3-13-16,-3 1-12 0,1-2-13 0,-3-5-9 15,0-1-15-15,-2-1-4 0,4-6-6 16,3-3-12-16,-3 0-9 0,-2-4-5 15,0 1-12-15,5-4-7 0,-2-2-43 16,1-3-94-16,3 0-101 0,0-7-119 0,0 3-143 16,9-1-132-16,-2-2-174 0,3 1-45 15,0 1 74-15,1 2-647 0,2 0-839 0</inkml:trace>
  <inkml:trace contextRef="#ctx0" brushRef="#br0" timeOffset="33277.42">3706 14001 3973 0,'-2'-17'-75'0,"0"3"27"0,2 2 17 0,0 4 28 0,-2 1 6 16,4 1-1-16,-2 6 7 0,2-6 39 0,-2 6 59 15,0 0 8-15,18 15-7 0,-7-6-12 16,2 7-6-16,6 4-9 0,1 3-8 0,-2-1-3 16,1 1 19-16,-4-6-2 0,-1 0-11 15,-3-2-8-15,1-1-4 0,-1-2-7 16,-2 0-5-16,0 0-4 0,-4-4-3 16,1-1-8-16,-1 0 0 0,-1 0-2 15,2-2-4-15,-2 0-3 0,-4-5 20 0,6 9 13 16,-3-7 8-16,-3-2-6 0,2 4-3 15,-2-4-10-15,0 0-1 0,0 0-5 0,0 0-6 16,0 0-4-16,0 0-2 0,0 0-8 16,0 0 0-16,0 0-4 0,0 0-2 0,0 0-2 15,0 0-5-15,0 0 1 0,0 0-8 16,0 0-17-16,0 0-33 0,0 0-22 16,-14-15-20-16,14 15-21 0,0-10-13 15,0 10-7-15,-1-14 4 0,2 4-7 0,-1-1 7 16,3-2 17-16,-1 1 4 0,2-4 12 15,-1-2 11-15,3 1 9 0,-2 0 12 16,-1 1 3-16,-1-1 14 0,-2 3-1 0,-2 1 10 16,1 1 27-16,-5 2 6 0,0 1-4 15,-3 1 8-15,-5 6 0 0,1 2 9 0,-8 2 9 16,-7 10-2-16,-1 5 0 0,-2 2 17 16,-3 9 7-16,2 3-7 0,11-5-1 15,0-2-6-15,6 1-1 0,4-4-3 0,4-4-2 16,3 0 6-16,4-2 1 0,2-4 5 15,5 3 5-15,2-3 7 0,4 3 2 0,12 2 5 16,2-3-1-16,1 0-4 16,-5-3-3-16,-1-6-1 0,0 6-2 0,-3-4 2 15,1 3 6-15,-6-5 3 0,-1 4 3 16,1-1 13-16,-3 2 9 0,-2-1 20 0,-2 1 13 16,-2-1 11-16,-3 3-2 0,0 0-5 15,-4 1-8-15,-3 2-12 0,-4 3 1 16,0 1-18-16,-2-2-9 0,-3 1-6 0,3-3-7 15,-2 1-8-15,-1-4-3 0,1-2-11 16,1 0-10-16,1-4-28 0,-3-2-69 16,3-1-74-16,0 0-90 0,-1-4-108 15,12 2-114-15,-20-5-141 0,14 0-161 0,-2-1 54 16,4 0-507-16,4 0-675 0</inkml:trace>
  <inkml:trace contextRef="#ctx0" brushRef="#br0" timeOffset="34095.47">4186 14151 3299 0,'2'-14'-61'0,"0"4"26"0,-2 3 14 0,2 0 18 0,-2 7 24 0,-4-10 16 16,4 10 3-16,2-9 7 0,-2 9-11 16,0 0 4-16,-4-8-1 0,4 8 0 0,0 0-8 15,0 0-1-15,-3-7-9 16,3 7 2-16,0 0-9 0,0 0 3 0,0 0-3 15,0 0-2-15,0 0-4 0,-6-7 9 16,6 7-5-16,0 0 0 0,0 0-2 16,0 0-8-16,0 0 3 0,0 0 8 0,-30 10-3 15,16-1 22-15,-7 8 0 0,0 2 16 16,-2 3 0-16,7 4 6 0,-4 3 16 0,3 0 10 16,2 2-10-16,3 0 0 0,4-2 8 15,5-2 1-15,1-6 11 0,4-2-3 0,1-2 12 16,3 0 1-16,2-1 8 0,1-5 7 15,4 0 8-15,1-3 13 0,-1-6-23 16,3-2-5-16,2-3-9 0,11-8-10 16,1-4-10-16,-3-4-10 0,9-8-6 0,-7 5-5 15,-6-4 8-15,-4-2-5 0,-2 3-6 16,-3 0 3-16,-7 5-13 0,-5 1-3 16,-2 2-5-16,-2 1-3 0,0 1 1 0,-5 0-9 15,1 1-2-15,-4 0-1 0,1 4-11 16,-1 1 3-16,1 3-6 0,-2 2 0 15,0 2-4-15,11 2 3 0,-24 4-4 0,12-1 2 16,1 1 2-16,2 1-2 0,1 0-2 16,2-1-4-16,6-4 7 0,-7 10-8 15,7-10 8-15,0 8 2 0,0-8 5 16,7 7-1-16,-7-7 3 0,23 4-1 0,-8-6-2 16,6-3 5-16,4-1-3 0,10-2-1 15,-3 0-2-15,0-1 0 0,-5 0 0 0,-6 2 8 16,-4 3-5-16,0-2 4 0,-2 3-5 15,-3-1 1-15,-1 3-2 0,-11 1 4 16,18-2 9-16,-18 2-3 0,16 2-2 0,-16-2 2 16,16 3 5-16,-16-3-2 0,13 2 20 15,-13-2 15-15,16 0 18 0,-16 0 4 0,20-5-10 16,-4 0-5-16,5-7-9 0,5-5-21 16,1-6-3-16,1 3-10 0,1-3 3 0,2 5-2 15,-7 1-8-15,-2 5 3 0,-8 1-11 16,0 2-2-16,-1 4 2 0,-3 0 2 15,2 3-8-15,-3 0 2 0,-9 2 6 16,0 0 7-16,28 5 4 0,-20-1 2 0,2 0 4 16,-1 0 12-16,0-2 0 0,2 2 12 15,-11-4 1-15,16 4 2 0,-7-2-4 16,-9-2-3-16,25 0-5 0,-11-2-15 0,3-4-29 16,0 2 0-16,2-2 0 0,0-1 0 15,3 0 0-15,-4-2-135 0,-2 3-87 0,-1-1-74 16,-2-2-72-16,0 2-85 15,-1 1-75-15,-1 0-113 0,-3-1-148 0,2 2 51 0,-3 0-630 16,-1 2-821-16</inkml:trace>
  <inkml:trace contextRef="#ctx0" brushRef="#br0" timeOffset="34727.35">4321 14672 3504 0,'-38'12'-115'0,"-9"5"16"0,8-3 13 0,3 0 23 0,4-4 23 0,11-3 34 0,6-2 19 0,6 1 18 16,2-6 1-16,7 0-1 0,0 0-3 0,43-25-3 15,6 0-4-15,28-15 2 0,5-5 1 16,6-1-8-16,9-1 7 0,0 3-5 16,-1 1-2-16,-2 2 3 0,-5 2-6 15,-1 1 3-15,-6 1-8 0,-19 12 5 16,-2 2-4-16,-3 0 9 0,-10 2 5 0,-15 8-8 16,-3 1-1-16,-7 3-2 0,-5 2-2 15,-5 0 2-15,1 1-7 0,-7 1-2 0,2 1-33 16,-3 1-50-16,-6 3-71 0,12-6-101 15,-7 5-118-15,-5 1-154 0,0 0 36 16,0 0-87-16,0 0-77 0</inkml:trace>
  <inkml:trace contextRef="#ctx0" brushRef="#br0" timeOffset="35560.57">2837 14754 1747 0,'-26'14'70'0,"-1"10"5"0,-12 10 5 0,1 8 2 0,-1 3 4 15,1 5 15-15,-7 16 12 0,7 5 19 16,2 1 31-16,6 4-6 0,9-13 5 15,1-4-11-15,9 0-12 0,8-6-6 16,4-11-2-16,7-1-3 0,9 1-8 0,8-7-1 16,8 0-12-16,6-8-6 0,8-4-10 15,1-9-6-15,2-1-8 0,-6-8-14 16,0-1-66-16,-2-8-72 0,1 1-93 0,0-6-89 16,-7-1-111-16,-2-5-154 0,-6-1-50 15,-3-1 48-15,-12 1-131 0,-2 3-150 16</inkml:trace>
  <inkml:trace contextRef="#ctx0" brushRef="#br0" timeOffset="35827.49">2999 15422 2015 0,'-7'-6'103'16,"7"6"-12"-16,0 0-8 0,0 0-12 15,0 0-11-15,0 0 1 0,0 0-4 0,0 0 14 16,0 0-5-16,22 17-9 0,-6-5 1 15,7 9-5-15,1 0 29 0,-1 1-10 16,2-1 19-16,-4 4 6 0,-1-1-15 0,-4-2-5 16,-3-3-4-16,-6 1-7 0,2-4-5 15,-6 1-3-15,-3 1-8 0,-1-1 4 16,-5 4-10-16,0 1-2 0,-7 5-5 16,-2 0-27-16,-4-2-45 0,-1-2-54 0,5-2-76 15,-4-4-121-15,6-3-175 0,-5-6-98 16,7 4 54-16,-3-6-88 0,5 0-92 15</inkml:trace>
  <inkml:trace contextRef="#ctx0" brushRef="#br0" timeOffset="36710.4">3860 15730 1805 0,'-2'-8'112'0,"-1"-2"9"0,1 2 12 0,-2-1 33 0,0 0 30 0,-2-2 22 0,2 2 15 16,1-3 19-16,-1 2-5 0,-2 2-5 0,5-1-13 15,-3 2-24-15,4 7-23 0,-6-12-20 16,6 12-18-16,0 0-12 0,0 0 11 15,0 0-8-15,17 32-4 0,-3-3-14 16,1 2-7-16,2 10-13 0,0 2-4 16,-2-8-11-16,2 11-3 0,-3-13-9 0,-1 3-1 15,-1-4-9-15,-1-3-12 0,-2-9 2 16,0-1-7-16,2-2-8 0,-6-5-8 0,-1 0 1 16,0-4-2-16,-3 1-3 0,1-4-58 15,-2-5-75-15,0 9-111 0,0-9-125 16,0 0-135-16,0 0-204 0,0 0-28 0,0 0 75 15,-32-26-388-15,26 12-500 0</inkml:trace>
  <inkml:trace contextRef="#ctx0" brushRef="#br0" timeOffset="36977.47">3866 15582 2763 0,'-8'-17'20'15,"1"0"3"-15,1 3 28 0,3 3 21 0,0 0-5 16,6 1-6-16,0 0-4 0,3 0 8 15,3 3 6-15,3 0-8 0,-1 2 0 16,2 3-14-16,1 0 0 0,-14 2-1 0,29 5-8 16,-16 1-3-16,1 0 3 0,-1 2 8 15,-2 3 7-15,-3-1 15 0,-3 4 1 0,-3 3-4 16,0-5-2-16,-4 5 1 16,2-5-8-16,-2 1-6 0,1-2 0 0,-3 0-2 15,0 0-12-15,-2-2-1 0,0 0-2 16,-1 0-24-16,-1-5-61 0,0 2-82 15,8-6-98-15,-13 6-124 0,13-6-219 0,-9-3-9 16,9 3 60-16,0 0-149 0,0 0-165 16</inkml:trace>
  <inkml:trace contextRef="#ctx0" brushRef="#br0" timeOffset="37460.14">4352 15845 2145 0,'-2'7'155'0,"2"-7"-12"0,-6 9-12 16,6-9 25-16,-3 6 23 0,3-6 6 0,0 0-5 0,-4 7-15 15,4-7-19-15,0 0-14 16,0 0-10-16,0 0-15 0,0 0-5 0,0 0-12 16,0 0-3-16,0 0-6 0,0 0-6 15,0 0-9-15,0 0-7 0,0 0-4 16,7-24-8-16,-12 14 0 0,1-4-5 0,-6-5-6 15,-1 0-3-15,-2-4-4 0,-5-1-1 16,5 5-2-16,1 3 1 0,1 3-3 0,2 0-2 16,-1 3-6-16,4 2-1 15,-1 0-2-15,1 2-3 0,0 0 2 0,6 6-2 16,-7-8-1-16,7 8-8 0,-6-7 6 16,6 7-3-16,-2-7 5 0,2 7 2 15,0 0 5-15,0 0 6 0,9-8 6 0,-9 8 1 16,16-7-1-16,-5 5 3 0,3 0 12 15,-1 2 2-15,3 0-2 0,0 0-4 0,2 4 2 16,4 3 1-16,-3 0 4 0,5 1 7 16,-6 2-5-16,9 5-4 0,-6-4-6 15,0 1 0-15,2 4-6 0,-4-5 0 0,-1-1-4 16,-4 3-4-16,4-3-1 0,-2 0-4 16,-4-1-4-16,-2 0-3 0,1-2-5 0,-3 3-61 15,0-3-79-15,-3 0-89 0,2 0-105 16,-5-1-132-16,2-1-201 0,-1 1-10 15,-3-6 55-15,0 0-326 0,0 0-419 16</inkml:trace>
  <inkml:trace contextRef="#ctx0" brushRef="#br0" timeOffset="37661.1">4687 15518 2891 0,'0'0'115'0,"-4"-7"-12"0,4 7-3 0,0 0-12 0,0 0 40 0,0 0 33 0,0 0 17 0,0 0-15 0,6 32-17 0,0-16-18 0,2 2-4 0,1 3-16 16,3 6-12-16,-5-6-9 0,3-1-9 16,-5 0-10-16,4-2-9 0,-6-2-41 15,3-1-68-15,-3-3-93 0,-1 0-103 16,-2-1-119-16,-2-3-206 0,2-2-43 0,0 0 49 16,0-6-212-16,0 0-267 0</inkml:trace>
  <inkml:trace contextRef="#ctx0" brushRef="#br0" timeOffset="37793.15">4728 15404 2287 0,'-6'-13'40'0,"0"2"-4"15,2 2-2-15,0 1-5 0,2 2-3 0,-1 0-1 16,3 6-14-16,-4-14-37 16,4 9-62-16,2-2-110 0,0-3-174 0,1 3-242 15,3 2-112-15</inkml:trace>
  <inkml:trace contextRef="#ctx0" brushRef="#br0" timeOffset="38127.37">4964 15360 1617 0,'4'10'49'0,"-2"0"30"0,-2 5 16 0,-2-1 25 16,-2 3 14-16,1 6 20 0,-2 1 11 16,-1 8 25-16,3-4 8 0,-1-2-13 0,4-3-18 15,0-4-7-15,2 5 2 0,3-5-5 16,1 0-3-16,4-2 3 0,-1-4-8 15,2-4-1-15,1 1-11 0,1-4-14 16,1-4-3-16,-1-2-14 0,-13 0-9 16,25-5 12-16,-14 2 14 0,-2-5 12 0,3 2 7 15,-6-1-11-15,-2-4 6 0,-1 1-16 16,-3-4-7-16,-1-2-15 0,-5-5-7 0,-3-8-10 16,0 0-11-16,-2 6-12 15,6 3-9-15,-3 6-4 0,2 0-8 0,2 4-9 16,1 3-9-16,-3 4-20 0,6 3-50 0,0 0-71 15,-21 10-93-15,13 2-90 0,-1 1-84 16,-1 5-122-16,4 0-203 0,3 0 28 0,-1-1 68 16,4-3-342-16,2-3-437 0</inkml:trace>
  <inkml:trace contextRef="#ctx0" brushRef="#br0" timeOffset="38493.19">5248 15712 2723 0,'0'0'115'0,"0"0"16"0,9 4 28 16,-9-4 27-16,0 0 30 0,0 0 17 15,0 0 4-15,0 0-9 0,0 0-22 0,0 0-18 16,0 0-20-16,0 0-16 0,0 0-12 16,0 0-19-16,9-8-8 0,-9 8-17 15,-2-10-5-15,2 10-13 0,-3-18-5 0,-1 8-6 16,0-4-8-16,-1 0-8 16,-1 1-4-16,1 1-3 0,-2-2-7 0,2 1-2 15,-1-1-3-15,3 3-1 0,-1 0 16 16,0 0 13-16,-1-2 0 0,4 2 6 0,-1-6-18 15,4-1 8-15,1-2-17 0,6-3 0 16,2-3 0-16,5 0-7 0,-4 7 0 16,1 3 8-16,-1 4 5 0,1 4 13 0,3 1 8 15,-1 3 9-15,-1 4-10 0,0 0 6 16,0 2-10-16,1 3-7 0,1 2-1 0,0 4-5 16,0-1-7-16,1 2-4 15,-2 1-2-15,-2 2-4 0,1-1-10 0,-1-1-12 0,-1 0-52 16,-3 0-86-16,-1 0-97 15,1-1-122-15,-1 4-135 0,-2-3-107 0,1 1-186 16,2 1 29-16,5 1 80 0,-3-1-481 16,3-4-616-16</inkml:trace>
  <inkml:trace contextRef="#ctx0" brushRef="#br0" timeOffset="38959.85">6295 15526 3529 0,'0'0'156'0,"-12"7"-13"0,12-7 11 0,0 0 26 0,0 0 47 0,0 0 19 15,-8 3-6-15,8-3-16 16,0 0-24-16,0 0-20 0,0 0-29 0,0 0-9 16,0 0-20-16,13-27-12 0,-9 18-15 15,1 1-3-15,0-2-16 0,-1-2-1 16,-2 0-12-16,-2-1-8 0,-2-3-7 0,-2-1 3 15,-4-6-9-15,-5-6-8 0,-5-4 1 16,-2-6-5-16,-5-2-9 0,-2 6 3 0,6 6 4 16,-1 4 0-16,0 5-7 15,3 7-4-15,6 3 2 0,-1 1-7 0,1 7 1 16,1 2-2-16,12 0-1 0,-22 8-3 16,12 0 4-16,4 1 1 0,1-1 1 15,1-1 10-15,4 2 8 0,0-9 10 0,9 11 3 16,-1-5 0-16,6-6-1 0,2 0 3 15,4 0-7-15,3-6 3 0,2 3-7 0,0-3 1 16,-3 4-4-16,1-2-2 0,-4 2-4 16,0 0 2-16,-2 2 4 0,-4 2-3 0,3 0-3 15,-1 3-6-15,2 2 2 0,-2 2-2 16,3 5-3-16,-4-1-7 0,10 8-1 16,-7-3-4-16,-2 0-13 0,-5-3-79 0,1 0-76 15,-2 1-86-15,-3-1-108 16,0 0-124-16,-2-1-161 0,4 0-179 0,-7-3 57 15,3-1-632-15,-2-3-849 0</inkml:trace>
  <inkml:trace contextRef="#ctx0" brushRef="#br0" timeOffset="39860">6756 15034 4168 0,'-5'-7'60'0,"5"7"-4"0,-11-5 1 0,11 5 29 0,0 0 43 0,0 0 31 0,0 0 13 15,0 0-13-15,-15 15-10 0,12-8-5 0,3-7-14 16,5 15-9-16,-3-8-3 0,2 0-8 16,-1 0 2-16,1 0-11 0,3 0-6 15,2-4-11-15,-9-3-2 0,13 5-12 16,-13-5-1-16,12-2-14 0,-12 2 0 16,16-8-9-16,-7 3-3 0,-3-2 0 0,0-4-7 15,0 0-4-15,-2-3-5 0,-2 4-5 16,-1-2 6-16,-1 3-7 0,0 3 0 0,0 6-7 15,2-14-5-15,-2 14-1 0,0-7 1 16,0 7 0-16,0 0 3 0,0 0-5 0,-21 31 0 16,17-18-1-16,1 5-6 0,-3-3 8 15,6 2-2-15,-2-2 5 0,2-1 0 16,2 1 3-16,0-4 8 0,3-1-4 16,-1 0 4-16,4-3-1 0,0-1-2 15,-8-6-3-15,23-2-2 0,-10-6 2 0,4 1 2 16,2-6-5-16,6-5-1 0,2-7 2 15,-2 5-3-15,-5-1-4 0,3-1-1 0,-5 7-2 16,-6 3 4-16,0 3-6 0,-4 1-3 16,-1 3-1-16,-1 1 1 0,-6 4-2 0,14-2 6 15,-14 2 6-15,0 0 15 0,16 11 16 16,-7-3 12-16,-4 1 16 0,1 1 14 16,-1 4 13-16,3-2 6 0,-5 1 5 15,6 2-5-15,-6-4-11 0,1 0-10 16,2-2-46-16,-3 3-35 0,-1-2 0 0,5-3 0 15,-6 2 0-15,1-3 0 0,-2-6 0 16,4 11 0-16,-4-11 0 0,2 9 0 0,-2-9 0 16,2 6 0-16,-2-6 0 0,0 0 0 15,1 8 0-15,-1-8 0 0,0 0 0 0,0 0 0 16,0 0 0-16,2-31 0 0,0 10 0 16,0-16 0-16,0-6 0 0,-2-5 0 0,0-17 0 15,-2-7-6-15,0-6-41 0,2 0 3 16,-2 1 11-16,0 7 0 0,-1 2 4 15,-1 10-6-15,-1 5-6 0,-2 16 8 0,2 6 5 16,1 4 16-16,-2 11 2 0,4 0 0 16,-1 7 2-16,-1 5 4 0,4 4 26 0,0 0-4 15,0 0 3-15,-25 31-5 16,17-1-3-16,0 6-2 0,5 4 5 0,1 4-4 16,0 1-1-16,2 2-1 0,2-1-4 15,3 9 7-15,-1-13-3 0,4-1-3 0,-2-3-4 16,1-2 3-16,1-6 2 0,0-1 2 15,-1-5-5-15,1-7 5 0,-3-3-5 0,1-1 2 16,0-3 3-16,-2-4-3 0,0 2 4 16,-1-3-2-16,-3-5-2 0,6 10 0 15,-4-5 4-15,-2-5 2 0,5 7-6 16,-5-7 0-16,0 10-3 0,0-10-7 16,0 11 3-16,0-11-1 0,-1 10-6 0,-3-5-7 15,4-5-45-15,-8 10-62 0,5-4-66 16,1-1-55-16,2-5-62 0,-6 6-90 0,6-6-89 15,0 0-82-15,0 0-110 0,0 0-83 16,-13-13 59-16,13 13-539 0,-2-7-699 0</inkml:trace>
  <inkml:trace contextRef="#ctx0" brushRef="#br0" timeOffset="40159.44">7411 14918 3614 0,'9'-5'-5'0,"-3"4"6"0,-6 1 10 0,0 0 23 0,0 0 56 0,8 14 72 15,-16 5 52-15,-9 10 34 0,-12 10 14 0,-7 7 7 16,-18 11 22-16,-6 3 12 0,-7 4-6 16,-1-1-2-16,-5-1-16 0,1-1-9 0,1-7-16 15,9-6-17-15,12-14-16 0,3-1-20 16,10-3-22-16,8-11-16 0,2 0-19 16,5-2-14-16,4-2-103 0,7-8-27 0,-3 3 0 15,5-4 0-15,2 1 0 0,-1-2 0 16,0-1 0-16,1-1 0 0,7-3 0 0,-16 4 0 15,16-4 0-15,-13 0 0 16,13 0 0-16,-16-6 0 0,11 3-25 0,-1-2-236 0,-1-2-47 16,1-1-41-16,5 0-51 15,-4-3-44-15,3-2-39 0,0-1-61 0,4-4-94 16,0-1-81-16,-2-3 56 0,2-1-479 16,2 4-609-16</inkml:trace>
  <inkml:trace contextRef="#ctx0" brushRef="#br0" timeOffset="44692.9">4733 16444 2048 0,'-2'-11'183'0,"1"2"-64"0,-1 4-39 0,2 5-30 0,0 0-16 16,0 0 17-16,0 0 42 0,0 0 28 15,-9 23 33-15,6 0 15 0,-3 14 14 16,2 6-4-16,-3 11 2 0,3 1-7 15,-4 0-4-15,6-9-7 0,0 1-3 0,4-4-14 16,2-2-3-16,4-3-9 0,1-1-11 16,1-4-8-16,4-4-5 0,0-4-13 0,-2-6-10 15,-1-5-7-15,2-1-8 0,-2-5-3 16,-2-2-11-16,3-3-7 0,-3-2-16 16,-9-1-57-16,27-8-72 0,-16-2-82 0,5-1-95 15,-2-3-84-15,0 0-123 0,1-11-186 16,-4 8 34-16,-1 1-371 0,-2 3-476 0</inkml:trace>
  <inkml:trace contextRef="#ctx0" brushRef="#br0" timeOffset="44943.33">5044 16808 2925 0,'0'0'83'0,"0"0"0"0,0 0-6 0,-2-10 5 0,2 10 1 16,0 0 8-16,0 0-4 15,0 0 20-15,0 0 14 0,0 0 6 0,0 0-11 16,28 27 5-16,-18-11-10 0,2 1 6 15,-1 1-10-15,3 5-8 0,-3 0-3 16,-2-2 3-16,-2-3-2 0,-2 5-2 0,-1-3-6 16,-1 0-11-16,-6 4-7 0,1-1-6 15,-6 8-7-15,-4-2-7 0,0 0-7 0,-4-3-49 16,-1-2-65-16,3-5-73 16,1-4-82-16,0-1-91 0,-2-2-129 0,1-4-222 15,1-2 42-15,1-3 75 0,1 0-244 0,4-1-282 16</inkml:trace>
</inkml:ink>
</file>

<file path=ppt/ink/ink4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5-09-20T03:52:29.169"/>
    </inkml:context>
    <inkml:brush xml:id="br0">
      <inkml:brushProperty name="width" value="0.05292" units="cm"/>
      <inkml:brushProperty name="height" value="0.05292" units="cm"/>
      <inkml:brushProperty name="color" value="#FF0000"/>
    </inkml:brush>
  </inkml:definitions>
  <inkml:trace contextRef="#ctx0" brushRef="#br0">3207 7482 820 0,'6'-4'355'0,"-1"1"-113"0,3-1-50 0,-5-2-28 16,-3 6-10-16,10-8-11 0,-10 8-8 15,2-8-15-15,-2 8-3 0,0 0-7 16,-7-13 0-16,7 13-11 0,-12-7-5 0,1 6 4 15,1-3-3-15,-3 2-4 0,-2 2-12 16,1-2-2-16,-4 2-1 0,2 0-3 0,-4 0-9 16,0 2-2-16,-5 0-10 0,-2 3-2 15,-9 1 3-15,-2 1 2 0,0 0-11 16,-2 2-1-16,0 2-4 0,0 1-4 16,-2-3-1-16,4 5-1 0,-8 3 1 0,8-2-1 15,-3 3-4-15,5 0-2 0,4-1 4 16,0 2-5-16,1 1-4 0,4-1-4 0,3 2-1 15,0 1-3-15,0 3-2 0,1-4-2 16,7 4 1-16,-4-2-7 0,6 0 6 16,0-3 1-16,-1 3-5 0,3 1 5 0,4-4-1 15,-4 5 0-15,1-1-2 0,0 5 0 16,4-6 3-16,0 0-5 0,0-1-2 0,-2 5 11 16,1-1 2-16,2-5 2 0,0 1-3 15,1-2 1-15,1 3-6 0,0-1 4 16,4-3 3-16,-1 4-1 0,-1-4-7 0,2 5 5 15,2-1-4-15,1 10 7 0,-1-2 8 16,6 3-1-16,-3 0-3 0,3 0-2 16,0 1-1-16,-1 0-6 0,-1-4 3 0,-1 2 2 15,4 0-1-15,-4-1-4 0,-1-4-1 16,1-4-1-16,-3 1-3 0,2-1 3 16,1 11 5-16,-2 0-4 0,-1 6 24 0,2-6 9 15,-1 3-6-15,-3-5 1 16,0 2-6-16,0-2-2 0,-3 4-3 0,-1 0 5 0,0-2 1 15,-2 2 7-15,-3 1 13 0,-1 3 4 16,-5 5-4-16,-2 4 11 0,-2-3 5 0,-1-6-3 16,0 5-8-16,-5-5-4 15,2-2-6-15,2 2-1 0,-3-3-6 0,-1-1-3 16,-2-1-1-16,2-1-5 0,4-7-1 16,0-3-4-16,-2-1-4 0,0 0-3 0,-2-3 5 15,5-1 4-15,2-5 13 0,4-4 20 16,2-5 23-16,2 0 8 0,-1-6-6 15,1-2-16-15,1-2-9 0,1-4-6 0,3-1-9 16,0-1-1-16,3-2-10 0,2 1-2 16,2-3-6-16,7-2-4 0,-2-1 1 15,6 0-10-15,6-4-3 0,1 8-1 16,-2 3 3-16,3 1-4 0,1 2-5 0,2 4 1 0,3 4 2 16,-1 3 0-16,10 4-4 15,1 6 0-15,3 8-4 0,-9 0-3 0,-1 9 4 16,-3 9 7-16,-9 9 6 0,0 5-8 15,-7 4 1-15,-5 4-1 0,-6 4-5 0,0 6 6 16,-8 1 21-16,-1 2 8 0,-2-3-11 16,-1 2-4-16,-3 18 4 0,-3 1 3 0,-5 1 1 15,7-1-7-15,-2 1-4 0,2 3 13 16,-4 3 5-16,-3-2-5 0,3-1-7 16,-2-2 2-16,3-1-5 0,2 5 6 15,0-2 10-15,0-3 1 0,1-4-8 0,5-18-1 16,3 4 0-16,3 3-1 0,3 2 0 0,0-4-4 15,0 0 2-15,0-1-6 16,4 5-2-16,0 1 1 0,0 22 4 0,0-21-3 16,-4 19-2-16,0 5 0 0,0-2 6 15,0-1-3-15,-5-1 7 0,-1-7 0 0,4-16-2 16,-2 19-12-16,-3-4-16 0,3-18 0 16,3-3 0-16,-2 3 0 0,1 1 0 0,3-7 0 15,-3-1 0-15,4 1 0 0,-2 0 0 16,2 0 0-16,-2 1 0 0,2 1 0 0,0 5 0 15,-2 3 0-15,2-2 0 0,0 0 0 16,2-7 0-16,2-2 0 0,5-8 0 16,1-2 0-16,3-5 0 0,3-2 0 15,2-4 0-15,0-9 0 0,0-7 0 0,-4-5 0 16,4-1 0-16,0-4 0 0,5-2 0 16,-1-2 0-16,5-5 0 0,3 3 0 15,4-3 0-15,2-3 0 0,4 1 0 0,2-2 0 16,13 1 0-16,2 1 0 0,0-2 0 15,6-1 0-15,0 1 0 0,-4-2 0 0,2 0 0 16,-13-4 0-16,-3 1 0 0,0 1 0 16,-4-3 0-16,-10 0 0 0,-8 0 0 0,2 0 0 15,-7 1 0-15,0-2 0 16,-3-2 0-16,-1 3 0 0,-3-1 0 0,-11-2 0 0,19 0 0 16,-10 2 0-16,-9-2 0 15,14 2 0-15,-14-2 0 0,13 2 0 0,-13-2 0 16,0 0 0-16,13 2 0 0,-13-2 0 15,0 0 0-15,12 1 0 0,-12-1 0 0,0 0 0 16,0 0-368-16,0 0-651 0,7-9 74 16,-7 9 109-16,-11-17-872 0,-1 0-1143 15</inkml:trace>
  <inkml:trace contextRef="#ctx0" brushRef="#br0" timeOffset="2750.03">7923 8373 4278 0,'-17'0'-252'0,"0"0"48"16,1 0 35-16,-2 1 33 0,-1-1 42 0,-5 0 38 15,2-1 34-15,-4-1 29 0,1 2 25 16,-2-2 27-16,2-2 23 0,5 3 15 15,-2-2 29-15,3 0 12 0,4 1 12 16,1 0-1-16,1 0-9 0,1 0-15 0,12 2-11 16,-16 0-12-16,16 0-9 0,-16-3-11 15,16 3-7-15,0 0-9 0,0 0 7 0,-13 5 9 16,13-5 3-16,0 0-1 0,21 12 1 16,-4-7-7-16,15 4-3 0,9-4-2 0,4 2-5 15,16-1-5-15,7 1-5 0,4-2-8 16,7 2-5-16,3 0-7 0,2 2-2 0,4-2-2 15,17 5-6-15,-5-1 0 0,4 1-3 16,-20-3 0-16,16 3-5 0,-14-4 2 16,22 1-4-16,3 0 1 0,-2 2-6 15,1-5-1-15,3 2 1 0,-2-4-2 16,2-2 6-16,-17 0-6 0,18-2-4 0,-21 0 0 16,-1-2 2-16,-1 0-3 0,-7-2 0 15,-7 2 0-15,-12 2-3 0,-16-3 1 0,-15 3-1 16,-5 0 4-16,-8-1-5 0,-2 1 2 15,-4 0-1-15,-1 0 0 0,1 0-1 0,-15 0 0 16,15 0 3-16,-15 0-4 0,0 0 2 16,0 0-1-16,0 0-4 0,0 0 6 0,-38 10 2 15,10-8-1-15,-15 4-2 0,-2-6-6 16,-7 3 2-16,-10-2 1 0,-9-1 0 0,-2-1 5 16,-6-2-6-16,-1 3 5 0,-10-2-6 15,-25 0 1-15,-1 0 1 0,1 2-4 16,-10 0 1-16,-5 2 2 0,-1-2 0 15,-3 0 2-15,3 0-1 0,0 0-2 16,3 0 2-16,7-2 6 0,26 0 2 0,8 0 2 16,5 0 7-16,12 0 5 0,4-1 12 15,19 2-5-15,8-1 2 0,3 0 3 0,12 0-19 16,3 2 7-16,2-2-1 0,4 2-2 16,1 0-1-16,14 0-1 0,-20 0-4 0,20 0 9 15,-12 0 1-15,12 0 10 0,0 0 9 16,0 0 3-16,0 0-6 0,84 2 2 15,-14-4-8-15,14 4 5 0,29 0-6 0,12 2 0 16,-1 2-1-16,7 0-3 0,2 3-9 16,1-1-3-16,2-2-4 0,-6 2 9 15,-7-4-6-15,-8 0 5 0,-24 0-8 0,-5-3 2 16,-4 1-12-16,-8 0-3 0,-7-2 4 16,-17-2-5-16,-7 2 2 0,-9 0 8 0,-9 0-2 15,-8-2 1-15,2 2 3 0,-5-1-6 16,-4-1 2-16,-10 2 0 0,0 0-3 0,1-6-6 15,-1 6 2-15,-34-12 1 0,-8 4-2 16,-23 2-7-16,-11-3 9 0,-29-2 4 16,-5 4 0-16,-5 0-4 0,-3 5 0 15,-6-4-6-15,4 4 4 0,0 2 1 0,-4 2-2 16,-7 2-1-16,5-4-4 0,7 2 9 16,8 0-4-16,28 0-6 0,1 1 19 15,8-3-9-15,24 0 6 0,5 0-2 0,13 0 0 16,9 2 8-16,1-2 12 0,10-2 14 15,2 2-7-15,10 0-4 0,0 0 2 0,0 0-3 16,33-5-1-16,29-3-2 0,16 1-2 16,38 2-8-16,10 0 1 0,12 3 8 0,5 2-6 15,1 0 2-15,1 2-7 0,-5-1 1 16,-13 1-13-16,-7 0 16 0,-30-2-12 0,-11 2-8 16,-8-2 14-16,-22-2 3 15,-6 4-1-15,-11-2-4 0,-7 0-1 0,-6 2 2 16,-6-4 2-16,-7 2 1 0,-6 0-7 15,0 0 2-15,0 0-1 0,-40-6 0 0,-6 3 2 16,-20-2-3-16,-13 4-6 0,0-3 1 16,-4 2 1-16,-3 1 3 0,-1 1 0 0,3 0-5 15,2 0 3-15,7 1 3 0,5-1-5 16,19 2 1-16,2-2-1 0,4 2 0 0,18-2 1 16,7 0 4-16,4 0 1 0,5-2-4 15,11 2 0-15,0 0 2 0,0 0-2 16,46-12 4-16,0 8-5 0,20-2 6 15,8 6-5-15,10-2-13 0,0 2 12 0,-1 0-1 16,-8 2 4-16,-5-2-4 0,-20 1 3 16,-2-1 0-16,-15 0-2 0,-6 2 4 0,-7-2 0 15,-3 0-10-15,-4 0 12 0,1 0 24 16,-5 0 10-16,4-2-3 0,-13 2-5 0,12-5-4 16,-8 2-6-16,-4 3 1 0,9-9-1 15,-7 6-6-15,-2 3 1 0,9-7-4 0,-6 4 1 16,-3 3-15-16,0 0-50 15,8-7-70-15,-8 7-84 0,5-4-96 0,-5 4-135 16,0 0-155-16,0 0-274 0,0 0 68 16,0 0 89-16,0 0-689 0,0 0-849 15</inkml:trace>
  <inkml:trace contextRef="#ctx0" brushRef="#br0" timeOffset="4133.7">12453 8473 1633 0,'-15'2'187'0,"1"-2"-35"0,1 2-8 0,-1-2 14 15,3 2 14-15,-3 0 12 16,-2-2-5-16,3 0-7 0,-1 0 6 0,14 0-3 16,-18 0 3-16,9 1-6 0,9-1 1 15,0 0 1-15,-20-1 2 0,20 1-7 0,0 0-7 16,0 0-7-16,-6-2-7 0,6 2-9 16,0 0-5-16,37 2-9 0,-9-1-14 15,17 2-8-15,7-2-6 0,15 0-7 16,-1 1-6-16,4-2-12 0,3 2-5 0,-4 0-4 0,-3 1-9 15,4-3-5-15,-4 3-2 16,-12-1-8-16,-5-1-3 0,1 3-6 0,-5 0 1 16,-1-3 0-16,0 2-10 0,-5-1-1 15,0 0 18-15,-7 0 7 0,-3 0 14 0,3-4 3 16,-3 2 2-16,14-2 1 0,0 0-6 16,0 1 3-16,-1-3 0 0,0 1 1 0,0-1-13 15,2 1-1-15,2-1 0 0,-7 0-2 16,2 2-10-16,-1-2-15 0,1 4 1 15,-7-1-6-15,-4 1 2 0,2 0 6 0,6 1-6 16,2 1-3-16,1 0 0 0,-7-4 4 16,6 6 6-16,-1-3-1 0,-5-1 0 15,9 0 10-15,0 0 2 0,0 0-7 0,-2 0-3 16,1-1 4-16,1 1-6 0,-9 0-5 16,-6 0 3-16,-1 0-4 0,-5 0-2 15,0 0-1-15,-5 0-8 0,-2 0 5 0,1 0 2 16,-5 0 6-16,-2 0-10 0,-9 0-3 15,19 0 3-15,-8 0-2 0,1 0-2 0,-12 0 9 16,25 0-6-16,-12 0-2 0,3-2-2 16,4 0 2-16,5 0-1 0,6 0-1 15,-3 2-1-15,10-4-4 0,3 2 4 16,-7 2-2-16,8 0-3 0,-10 0 1 0,-5 2 2 0,-2-2-2 16,-4 0-1-16,-1 1 3 15,3 2-1-15,-5-3 2 0,-3 1-3 0,0 0-1 16,-2-1-11-16,-2 2 13 0,1 0 0 15,1-2 26-15,-3 2 26 0,-10-2 11 0,17 0 14 16,-8 1 6-16,-9-1-19 0,12 2-66 16,-12-2 0-16,12 0 0 0,-12 0 0 0,9 1 0 15,-9-1 0-15,0 0 0 0,0 0 0 16,14 4 0-16,-14-4 0 0,0 0 0 0,0 0 0 16,11 1 0-16,-11-1 0 0,0 0 0 15,0 0 0-15,0 0 0 0,0 0 0 0,0 0 0 16,0 0 0-16,12-6 0 0,-12 6 0 15,0 0 0-15,0 0 0 0,-10-10 0 16,10 10 0-16,-17-4 0 0,17 4-202 16,-67 4-832-16,48-1 119 0,5 2 100 15,-1 0-962-15,6 2-1207 0</inkml:trace>
  <inkml:trace contextRef="#ctx0" brushRef="#br0" timeOffset="6231.7">17902 8549 960 0,'-18'-2'265'16,"3"0"-73"-16,0 0-8 0,0 2 4 0,1-4 16 0,-1 2 8 15,0-2-1-15,-4 2-1 16,3-3 4-16,2 5 9 0,2-4 3 0,-1 0 8 15,1 2-1-15,2 0 1 0,1-1-1 16,9 3-9-16,-14-3-7 0,14 3-8 0,-11-4-8 16,11 4-16-16,0 0-10 0,0 0-16 15,0 0-9-15,0 0-14 0,0 0-11 16,31 0-8-16,-6 2-9 0,14 0-11 0,10 0-8 16,1-2-12-16,20 1-7 0,2 2-2 15,0-2-10-15,3-1-4 0,-3 1-8 16,-1 1-1-16,-7-2-14 0,-13 4-14 15,-3-4 5-15,-2 0 2 0,-11 0-5 0,4-2-2 16,-4 2 9-16,-9-2-12 0,1 2-4 16,0-2 11-16,0 1-9 0,-3 1-1 0,-1-1 4 15,5 1-1-15,-4-3-2 0,2 6-6 16,-2-3 0-16,5 0-3 0,-2 1 4 0,0-1-1 16,-1 0-3-16,-1 0 1 0,0 0-1 15,2-1 6-15,-5-2-3 0,5 2 0 16,0-1-1-16,0-2 2 0,-2 2-8 15,0-1 0-15,-2 1 7 0,-1 1 2 0,3-2-5 0,-4 1 1 16,3-2-7-16,-1 3 3 16,-2 0-1-16,2-2 2 0,-2 2 6 0,-4-1-8 15,5-2-14-15,-6 2 14 0,2 1 11 16,-2-1-2-16,4 0-7 0,-4 2 3 0,2-1-1 16,1-1 0-16,0 2-4 0,-2-2 8 15,2 2 0-15,-2 0-7 0,-1 0 9 16,1 0-8-16,-2 0 0 0,-2-2 0 0,0 2 0 15,3 2 5-15,-1-2-2 0,1 0 6 0,-4 2-10 16,4-2 6-16,2 0-3 0,-2 3 2 16,6-3-2-16,-2 2 10 0,5 0-6 15,0-1-5-15,2 3 0 0,-1-2 1 16,-1 1-2-16,2 0-1 0,1-2-2 0,-3 2 3 16,-6-1-3-16,2 1 7 0,0-1-6 15,-4 1 1-15,5-1 12 0,-8 1-13 0,2-1 1 16,-3 2-11-16,3-3 12 0,-9 2 6 15,4-2 0-15,-2 0 0 0,-9-1 7 0,18 4 1 16,-11-4 5-16,-7 0 4 0,12 2 2 16,-12-2-2-16,0 0-4 0,10 2 2 15,-10-2-3-15,0 0-4 0,0 0 0 0,0 0-4 16,0 0 0-16,0 0-1 0,0 0 7 16,0 0-6-16,0 0-4 0,0 0 2 15,0 0 2-15,-35-4-3 0,25 2-4 16,-3-1-3-16,0-1 5 0,-8 3-4 0,0-5 2 15,-6 1-2-15,-7-1 4 0,-2-1 4 16,-6 0-9-16,2 0 7 0,-6 2-6 0,7-1 5 16,-2 3 5-16,3 1-8 0,0-3-1 15,8 2 2-15,3 1 6 0,0 0-5 0,2 1-1 16,-2-1-4-16,7 0 0 0,-7 1-1 16,2-1 5-16,-1-1 1 0,-1 2-6 0,0 0-2 15,-2-1 8-15,-9-3-6 0,1 2 3 16,2 3-5-16,9-2 2 0,-5 0 1 0,3 2 7 15,-1-3-4-15,2 1-7 16,0 0 7-16,4 2-3 0,5 0-1 0,-4-2-2 16,-1 1 1-16,9 1 4 0,-2 0-3 15,1-2 0-15,-1 2 7 0,2-2-3 0,-2 2-3 16,-1-1-4-16,2-1 8 0,0 2 2 16,-1-2-8-16,-1 0 3 0,-2 1-1 0,0-1-2 15,0-1-7-15,0 3 6 0,-3 0 0 16,4-2 0-16,-1 2 2 0,-3-2 2 0,8 2 2 15,-4 0-3-15,3 0-5 16,0 0 6-16,0 0-1 0,-3 0-1 0,3 2 3 16,2-2 2-16,-2 2-16 0,-1-2 11 0,1 3 4 15,0-3-2-15,2 0 0 0,-5 2-2 16,5-2-2-16,-3 1-1 0,4 1 3 16,-1-2 1-16,-1 0 0 0,-1 2 2 0,-1 0-1 15,3-1-2-15,-2-1 4 0,2 2-5 16,-1 0 4-16,-1-1-5 0,1 1 5 0,3 0-1 15,0 0-1-15,-3-2 4 0,3 1-1 16,-1 1 0-16,3-2-4 0,-2 4 1 0,-1-3 1 16,3-1 1-16,-3 2 2 0,0-1-1 15,12-1 3-15,-20 2-3 0,10 0-3 0,1-2 10 16,-1 2 22-16,10-2 1 16,-21 2 7-16,12-2-2 0,-1 3 3 0,-1-3-6 15,11 0-3-15,-23 2-1 0,12-2-9 16,-3 1 5-16,3-1-19 0,-2 0-9 0,-1 0 0 15,-1 0 0-15,1 0 0 0,-1 0 0 16,3-1 0-16,-1 1 0 0,13 0 0 0,-24 0 0 16,12 0 0-16,0 0 0 0,12 0 0 15,-16 0 0-15,16 0 0 0,-18 0 0 0,18 0 0 16,-13 0 0-16,13 0 0 0,-14 0 0 16,14 0 0-16,-12 0 0 0,12 0 0 15,-14 1 0-15,14-1 0 0,-15 2 0 16,15-2 0-16,-14 0 0 0,14 0 0 0,-13 0 0 15,13 0 0-15,0 0 0 0,-13 0 0 16,13 0 0-16,0 0 0 0,-14 0 0 0,14 0 0 16,0 0 0-16,-9 2 0 0,9-2 0 15,0 0 0-15,0 0 0 0,0 0 0 16,0 0 0-16,0 0 0 0,-14 0 0 0,14 0 0 16,0 0 0-16,0 0 0 0,0 0 0 15,0 0 0-15,0 0 0 0,0 0 0 0,0 0 0 16,0 0 0-16,0 0 0 0,0 0 0 15,0 0-364-15,32-4-263 0,-32 4-245 0,18 0 8 16,-18 0 99-16,9 2-833 0,-9-2-1039 16</inkml:trace>
  <inkml:trace contextRef="#ctx0" brushRef="#br0" timeOffset="7398.94">12449 8385 3940 0,'-9'1'-276'16,"4"3"56"-16,-6-4 35 0,11 0 48 0,-13 3 41 16,13-3 48-16,-12 2 27 0,12-2 26 15,-9 0 26-15,9 0 23 0,-11 1 19 16,11-1 16-16,0 0 27 0,0 0 5 0,-14 0 0 16,14 0 10-16,0 0-1 0,0 0-4 15,0 0-7-15,0 0-12 0,0 0-6 16,0 0-9-16,0 0-3 0,0 0-10 15,0 0-5-15,43 9-6 0,-21-6-8 0,13 3-5 16,7 1-7-16,1-3 0 16,16 4-10-16,7 0-1 0,0-1-3 0,4 1-5 0,4-3 2 15,1 1-3-15,-1-5-5 0,1 3-3 16,-7-3 0-16,1-1-1 0,-7 0-3 0,-12 2-3 16,-2-2 1-16,-4 0-5 0,-12 0 1 15,-3 0 0-15,-8 2-2 0,-3-2-2 16,-2 0 19-16,-1 0 10 0,-3 0 10 15,-1-2 4-15,-11 2 7 0,19 2 6 0,-7-2 0 16,-12 0-6-16,17-2-5 0,-17 2-3 16,20 0-5-16,-9 0-6 0,0 0-3 0,3 0-6 15,-2 2 0-15,8 0-3 0,-4 0 0 16,4-1-4-16,-2 3-3 0,4-3-4 0,1 3-1 16,2-1 1-16,0 0-1 0,2 1-2 15,12-1 1-15,1 3-3 0,1-2 0 16,6 0 1-16,-2 0-4 0,-1 0 2 0,1 1-2 15,-2-1-1-15,0 1 2 0,-5 0-2 16,-1-3-2-16,-6 2-3 0,-9-2 4 16,-3 0 3-16,1-2 11 0,-6 2 22 15,0-2 19-15,1 0 4 0,-1 0 10 0,-14 0-1 16,28 0 1-16,-14 0 0 0,-3-2 6 16,-11 2-8-16,19-2 4 0,-19 2-12 0,19 0-9 15,-19 0 2-15,15 0-5 0,-15 0-1 16,16-2-1-16,-16 2 3 0,11-2-7 0,-11 2-5 15,0 0-5-15,0 0 2 0,18-2-2 16,-18 2-10-16,0 0-1 0,0 0 3 0,0 0-14 16,3-2-61-16,-3 2-102 0,0 0-112 15,0 0-150-15,-26-10-189 0,13 6-215 0,-1-1 64 16,-4 1 72-16,3-2-610 16,-4 4-750-16</inkml:trace>
  <inkml:trace contextRef="#ctx0" brushRef="#br0" timeOffset="8281.15">13355 7035 3307 0,'1'-4'-155'0,"-1"4"30"16,4-8 28-16,-4 8 24 0,0-9 21 0,0 9 14 15,-2-8 22-15,2 8 16 16,-5-9 5-16,1 4 2 0,4 5 1 0,-5-8-3 16,-4 2 3-16,6 3 0 0,3 3-3 15,-15-2 3-15,15 2 3 0,-29 6-5 0,0 7 3 16,3 3 6-16,-3 3 21 0,-3 6 1 16,3 1-3-16,2-1 7 0,4-2 22 0,5 3-1 15,-2-3 3-15,11-2 28 0,4-2 18 16,0-3 28-16,3-5-1 0,7 3-11 0,0 0-5 15,4-2-13-15,7-2-12 16,3 0-9-16,2-4-6 0,0-1-12 0,1-2-6 16,3 1-9-16,-3-3-36 0,-2-1-71 0,1-1-95 15,2-3-98-15,0-1-138 0,-1-2-215 16,5-5 54-16,2-2 60 0,-1-1-212 16,3-2-189-16</inkml:trace>
  <inkml:trace contextRef="#ctx0" brushRef="#br0" timeOffset="8631.53">14054 6938 2022 0,'0'-9'36'0,"-2"4"21"15,2 5 14-15,-7-11 11 0,-2 9 6 16,2-2 14-16,-4 4-2 0,-5 0-4 0,0 2 17 16,-7 4-14-16,-2 0-6 15,-11 6-6-15,0 3-5 0,1-1-10 0,3 2-3 16,5 3-6-16,10-5 3 0,7 0 4 15,3-1 1-15,9 1-4 0,2-2-1 0,7 3-4 16,3-1-5-16,10 5-4 0,0-2-10 16,1 0 1-16,0 0-11 0,-3-2 7 0,-8-3-11 15,-1-4-1-15,-1 1-3 0,-1 3 6 16,-7-4 17-16,0 1 22 0,-6-1 11 16,-2 2 1-16,-5 1-2 0,-9-1-2 0,-7 6-7 15,-11-4-6-15,2-1-5 0,-5 0-6 16,1-3-7-16,-5-2-2 0,4-3-5 0,1 0-3 15,3-3-2-15,11 0-6 16,-1-2-5-16,3-1-4 0,8-2-60 0,-4-2-98 16,9-1-96-16,3-1-105 0,6 1-144 15,4-4-137-15,3-1 63 0,7 0-352 0,8-4-390 16</inkml:trace>
  <inkml:trace contextRef="#ctx0" brushRef="#br0" timeOffset="9582.48">17859 7302 2426 0,'10'-8'27'0,"-4"5"11"0,0-1-1 0,-6 4 24 0,0 0 38 0,0 0 35 16,15 9 6-16,-11-2 23 0,0-2 1 0,-2 8 6 15,1-2-6-15,-1 2-11 0,0 2 15 16,2-1-12-16,-4 1-15 0,1-1-6 0,-1-2-7 15,2 1 3-15,-2-3-8 0,0-2-12 16,2 1 4-16,-2-3 15 0,2 2 15 16,-2-8 15-16,0 9-4 0,0-9-11 0,0 0-18 15,0 0-15-15,0 0-5 0,0 0-12 16,10-23-11-16,-2 10-11 0,-3-9-5 16,11-7-9-16,0 0-9 0,-2 4-4 0,3 2-3 15,-3 8-8-15,-1 3-6 0,-6 3 0 16,3 6-4-16,1 0 1 0,0 3-9 15,-11 0 5-15,23 6-8 0,-9 1 1 0,-3 2-2 16,2 1-1-16,-1 0-4 0,-2 1 4 16,0-1-1-16,-3 0-4 0,1 1 3 0,-3-5-2 15,2 2-2-15,-2-4 6 0,1 1 5 16,-3-1 34-16,-3-4-6 0,10 2-7 0,-10-2 2 16,15-8-3-16,-4-3-13 0,5-3-2 15,6-5-4-15,1-1-11 0,6 3-2 16,-2-1 7-16,-8 7-1 0,2 2-11 15,-4 1-12-15,0 4 11 0,-2 2-2 0,-2 2 5 16,-13 0 1-16,27 9-1 16,-9-2-2-16,-7 1 0 0,5 6 4 0,-4 0-4 0,-1 1 4 15,2 1-5-15,-2-1 3 0,-6-1-4 16,7 1 3-16,-3 0 5 0,2-2-5 0,-2-2-38 16,-4 1-52-16,3-2-58 0,-3 0-70 15,-1-3-83-15,2 1-76 0,-2-4-84 0,4 0-148 16,-1-2-124-16,-7-2 80 15,17 0-576-15,-17 0-690 0</inkml:trace>
  <inkml:trace contextRef="#ctx0" brushRef="#br0" timeOffset="9931.44">19104 7219 3255 0,'3'-12'-96'16,"4"0"40"-16,-3 3 40 0,-3-2 31 0,3 1 38 15,-4 2 22-15,0 0 21 0,0 0-2 16,-2 1-7-16,2 7-15 0,-3-8-1 0,-5 4-5 15,8 4 21-15,-21 4-3 16,5 2-9-16,-2 0-7 0,-2 2-5 0,4 5 24 16,0-1-3-16,3 1-5 0,-1 3 8 15,9-3-2-15,-1 3-8 0,2-1-5 0,3-1-6 16,2 2-7-16,1-1-3 0,4 0-6 16,-1 2-3-16,5 1-6 0,0-1-5 0,-3 1-5 15,2-6-2-15,0 1-2 0,-6 0 4 16,5-3 7-16,-6 3 8 0,0-3 13 0,-4-2 13 15,0 0 9-15,-6 2 3 0,-2-3-2 16,-1-3-8-16,-5 2-8 0,-2-4-5 0,-3 0-5 16,-1-2-9-16,-6 0 0 0,-12-2-10 15,2-4-5-15,0 0-6 0,4 1-28 0,4 1-78 16,1 0-103-16,4 0-130 16,0 0-143-16,2-1-265 0,6 2 59 0,0-2 72 15,2 1-443-15,1-1-508 0</inkml:trace>
  <inkml:trace contextRef="#ctx0" brushRef="#br0" timeOffset="11130.83">14513 6962 1286 0,'-16'3'99'0,"-2"-1"27"0,7 1 25 15,-1-3-13-15,4 1 22 0,8-1 21 16,-11 0-23-16,11 0-31 0,0 0 13 0,0 0-6 16,0 0-4-16,42-13-4 0,-6 5-16 15,8 2-8-15,3 0-8 0,11 1-5 0,-10-1-11 16,-5 3-8-16,3-1-6 15,-6 3-5-15,-8-1-12 0,-7 2-28 0,-4 2-59 16,-4-1-53-16,-4 0-38 0,-3 5-47 16,-2 0-51-16,-8-3-69 0,0-3-153 0,-18 17-10 15,-6 0-154-15,-6 0-113 0</inkml:trace>
  <inkml:trace contextRef="#ctx0" brushRef="#br0" timeOffset="11280.49">14513 7174 1607 0,'-19'10'-28'0,"4"-4"12"0,4 0 34 16,3-2 39-16,0-1 26 0,4 1 21 0,4-4 10 15,0 0 4-15,0 0-7 16,22 3-8-16,-8-3-11 0,8-3-7 0,5 0-12 0,14 1-5 16,5-2-6-16,3-2-5 15,-1 2-6-15,11-2-10 0,-10 2-56 0,10 0-65 16,-3-5-76-16,-1-1-112 0,-1-2-189 16,-3-3-164-16,-3-3-118 0</inkml:trace>
  <inkml:trace contextRef="#ctx0" brushRef="#br0" timeOffset="11598.52">15623 6867 1568 0,'0'0'-68'0,"0"0"21"15,-11 19 39-15,2-13 0 16,0 5 30-16,-3 1 7 0,-1 2 19 0,2 3-4 0,-1-1 32 16,3 1-5-16,1 3 0 0,4-3 32 15,7 2 9-15,0 0-9 0,8-2-8 16,12 3-7-16,4-3-8 0,9-1-8 15,9-1-5-15,9-5-6 0,-6-2-4 0,-1-6-7 16,-1 0-8-16,0-4 25 0,-7-4 10 16,-12 2 14-16,-2-2 2 0,-4-5-4 0,-1-7-10 15,-9 1-7-15,-6-3 0 0,-5-1-11 16,-9-14-3-16,-8-8-14 0,-10 3-2 0,-6 4-5 16,-6 2-6-16,-5 7-3 0,-4 6-4 15,7 11 0-15,-4 5-4 0,0 3-7 16,1 6-27-16,2 1-64 0,8 3-65 15,5 4-89-15,10-3-114 0,12 2-187 16,5-2 59-16,4-2-183 0,9 0-152 0</inkml:trace>
  <inkml:trace contextRef="#ctx0" brushRef="#br0" timeOffset="12130.05">19685 7517 1975 0,'-19'-4'42'0,"7"2"38"0,3-1 29 16,4-1 13-16,5 4-6 0,-2-6-2 0,2 6 8 15,9-10-6-15,1 3-7 0,5 1-12 16,2-2-8-16,6 2-13 0,-2-2-3 15,2 1-12-15,0 3-5 0,-1-2-24 16,-1 5-40-16,-1-2-54 0,-5 3-56 0,0 3-51 16,-4-2-62-16,-1 3-103 0,-4 0-134 15,-6-4-212-15,0 8-175 0</inkml:trace>
  <inkml:trace contextRef="#ctx0" brushRef="#br0" timeOffset="12280.51">19470 7661 1738 0,'-17'10'-68'0,"5"-1"29"0,6-3 51 15,3-1 35-15,3 1 22 0,0-6-1 0,9 6 2 16,3-6-5-16,3 3-5 16,4-6-7-16,10 3 0 0,10-4-10 0,6 0-2 15,0-2-5-15,9-5-36 0,1 1-37 16,2-2-49-16,1-5-52 0,-4-2-75 0,5 3-391 16,-3 1-102-16</inkml:trace>
  <inkml:trace contextRef="#ctx0" brushRef="#br0" timeOffset="12546.34">20321 7548 1589 0,'0'10'-38'0,"0"-10"34"16,-9 14 24-16,4-7 29 0,-5 4 12 0,0 3 10 16,-1 2 16-16,4-1 11 0,-2 4 3 15,6-3 14-15,1 0 4 0,4 4-3 16,6-4 2-16,3 4-13 0,10 2-3 0,3 0-11 16,7-5-9-16,2 0-6 0,3-5-5 15,4-3-9-15,-2-2-6 0,1-5-5 16,-7-2 27-16,-5-4 11 0,9-4 4 0,-4-3 12 15,-1-6-2-15,-7-3 3 0,0-3-6 16,-4-6 2-16,-7-6-11 0,-3-6-11 16,-4 0-9-16,-12-1-9 0,-1 1-8 0,-15-5-3 15,-4 7-1-15,-14 6-10 0,-12 4-4 16,-7 8-11-16,-8 1-82 0,3 9-106 0,-1 4-126 16,13 6-199-16,2 2-102 15,11 6 63-15,5 3-296 0,5 2-310 0</inkml:trace>
  <inkml:trace contextRef="#ctx0" brushRef="#br0" timeOffset="19130.7">22353 5005 2204 0,'0'-12'-50'0,"-4"3"29"16,2 0 21-16,1 1 20 0,-1 0 26 15,0-3 15-15,0 1 6 0,0 2 18 16,0-3 12-16,4 1-12 0,0-3-10 0,0 3-3 16,2 0 0-16,-3 1 17 15,1-1-8-15,2 3-6 0,-2 0-6 0,1 2-8 16,-3 5 5-16,0 0 29 0,0 0 19 15,0 0 30-15,-3 33 25 0,-5 3-6 0,-5 11 15 16,-4 9-4-16,-3 0 11 0,-4 4-11 16,1 4-17-16,0-2 20 0,7-2-18 0,2-4 18 15,6 0-14-15,7-13 9 0,1-2-12 16,3-4 13-16,6-3-7 0,3-3-16 0,1-4-10 16,3-3-16-16,-1-5-9 0,-1-4-9 15,-1-1-9-15,-2-3-7 0,-1-3-8 16,3 0-16-16,-4-3-2 0,3 0-16 0,-1-3-21 15,-1 0-57-15,1-4-62 0,2-2-63 16,1-2-85-16,1-6-102 0,6-7-85 16,1-6-99-16,0-3-189 0,1-9-14 15,0-6 70-15,-2 0-480 0,-2 2-606 0</inkml:trace>
  <inkml:trace contextRef="#ctx0" brushRef="#br0" timeOffset="19312.3">22414 5114 3268 0,'-19'-10'-41'0,"2"3"27"0,2-1 31 16,3-1 24-16,3-1 17 0,0 1 0 16,0-1-5-16,6 1-8 0,1 1 6 15,2-2-10-15,3-1-8 0,8 1-1 16,0 2-2-16,8-3-8 0,10 0-4 0,5 2-49 16,2-1-78-16,2 4-85 0,0 3-134 15,0 0-218-15,-1 3 29 0,-9 0-159 0,3 4-171 16</inkml:trace>
  <inkml:trace contextRef="#ctx0" brushRef="#br0" timeOffset="19763.54">23163 5240 1931 0,'0'0'10'0,"-4"-5"17"16,4 5 16-16,0 0 24 0,2-12 16 15,4 6-5-15,-3 2-6 0,6-1 13 0,-2-1-10 16,4 3 4-16,1 0-5 0,-1 3-2 15,-11 0-1-15,24 6 12 0,-15 1 9 16,0 3 16-16,-4 2 23 0,-2 0 22 16,-6 2 11-16,-2 7 9 0,-8 4 3 0,-6 1 4 15,-8-1 1-15,0-1 3 0,-7 2-8 16,5-6 4-16,3-2-12 0,9-5-5 16,4-1 11-16,1-4 4 0,4 1 12 0,5-5 2 15,-3 0-9-15,6-4-20 0,0 0-11 16,17 7-16-16,2-6-17 0,4-1-7 0,19 0-17 15,1-4-10-15,5 4-14 0,2-4-29 16,-1 0-70-16,3 2-74 0,-5 0-77 0,-3 0-100 16,2 2-101-16,-11-3-97 15,3 1-128-15,-11 0-132 0,-5 2 59 0,-5 0-515 16,-4-2-656-16</inkml:trace>
  <inkml:trace contextRef="#ctx0" brushRef="#br0" timeOffset="20298.97">23020 4882 3165 0,'-29'-8'-127'0,"3"5"39"0,-2 4 42 0,-15 9 32 0,-10 4 26 15,-2 9 22-15,0 6 37 0,1 7 25 16,4 5 21-16,9 2 14 0,5 5 5 16,11 1 6-16,7-1 13 0,16-2 0 0,14 7 3 15,11 1-7-15,13-4-13 0,20 11-7 16,12-9-10-16,15-3-12 0,8-7-8 0,6-4-13 16,5-9-4-16,8-3-10 0,-4-7-11 15,-5-5-5-15,-23-10-5 0,-8-4-8 16,-4-6 1-16,-7-6-9 0,-8-7-2 0,-9-5-6 15,-6-9-2-15,-7-6-7 0,-9-4-1 16,-8-8-6-16,-8-5-2 0,-10-2-5 0,-9-8-3 16,-18-13-9-16,-10 11-31 15,-13 6-20-15,-12 10-26 0,-9 9-48 0,-5 12-51 16,10 12-51-16,-4 7-53 0,-2 6-75 16,1 6-137-16,7 8-127 0,0 4 48 0,1 7-268 15,6 5-329-15</inkml:trace>
  <inkml:trace contextRef="#ctx0" brushRef="#br0" timeOffset="21013.77">16606 6867 2339 0,'-6'3'26'0,"6"-3"32"0,0 0 20 0,0 0 21 15,0 0 8-15,0 0 1 16,0 0-9-16,0 0-9 0,13-25-11 0,5 14-3 15,7-6-13-15,3 0-6 0,6 2-2 16,2-1-15-16,8-4-2 0,0 1-56 0,-8 3-79 16,-2 2-90-16,-3 3-103 0,-10 1-212 15,-2 4 9-15,-9 4-128 0,-7 1-119 16</inkml:trace>
  <inkml:trace contextRef="#ctx0" brushRef="#br0" timeOffset="21178.4">16672 6942 1698 0,'-4'6'75'0,"3"-5"7"0,1-1 10 0,0 0 8 16,0 0 6-16,0 0 2 16,13-13 6-16,-5 4-7 0,3 1-17 0,5-4-6 15,-2 1-9-15,4-1-7 0,6-4-6 16,3 0-16-16,0 0-55 0,-1 0-80 0,3-2-96 16,2-1-151-16,-5 0-135 0,1-3-147 15,-4 1-117-15</inkml:trace>
  <inkml:trace contextRef="#ctx0" brushRef="#br0" timeOffset="21428.7">17294 6440 1782 0,'18'-12'29'15,"-2"4"26"-15,-3 1 21 0,-1 2 8 0,-1-1 19 16,-2 4 7-16,-9 2 8 0,0 0 50 16,20 9 38-16,-18 2 28 0,-2 0 19 0,-6 7 11 15,1 2 3-15,-9 7-8 0,-3 5-9 16,1-3-7-16,2-4-25 0,0 0-18 0,4-3-12 15,3-7-7-15,5-1-16 0,2-2-9 16,6-3-10-16,5-1-13 0,5-1-15 0,10-5-12 16,14-2-12-16,7-5-19 0,14-4-38 15,5-6-61-15,2-3-60 0,2-2-86 16,18-8-109-16,-18 7-106 0,0 0-131 16,-2-1-184-16,-3 5 35 0,-4 2 75 15,-2 1-398-15,0 6-465 0</inkml:trace>
  <inkml:trace contextRef="#ctx0" brushRef="#br0" timeOffset="21930.33">21788 7529 3093 0,'-9'2'174'0,"9"-2"38"0,0 0 33 16,0 0-23-16,-9-7-26 0,9 7-21 16,7-13-15-16,5 4-16 0,1-1-15 0,7-1-14 15,10-1-13-15,4 0-17 16,1 1-39-16,-1 5-80 0,-7-2-90 0,-3 5-102 16,1 2-98-16,-4-1-128 0,0 0-159 15,-5 4 27-15,-5 0-349 0,-4 2-413 0</inkml:trace>
  <inkml:trace contextRef="#ctx0" brushRef="#br0" timeOffset="22095.4">21928 7637 2838 0,'-7'8'126'15,"3"-6"23"-15,4-2 52 0,-8 3 16 0,8-3-3 16,0 0-5-16,0 0-13 0,0 0-21 16,0 0-19-16,0-22-13 0,0 22-18 0,13-14-15 15,-2 8-9-15,1-3-23 16,1 2-85-16,7-3-131 0,1 2-135 0,8-6-169 0,-1-1-202 15,3 1 39-15,-1-4 80 16,5 3-293-16,-1-1-304 0</inkml:trace>
  <inkml:trace contextRef="#ctx0" brushRef="#br0" timeOffset="22344.51">22603 7232 2390 0,'11'-8'32'0,"-1"-1"20"0,-2 1 19 15,-1 3 28-15,3-1 30 0,-3 0 20 16,3 4 5-16,-10 2 7 0,17-4-10 15,-17 4-1-15,19 6-1 0,-10 4 15 0,-1 1 13 16,-4 5 15-16,-4 1 16 0,-1 9 22 16,-12 6 7-16,1-2 9 0,-6-1 20 15,1 0-7-15,0-4-4 0,6-5 0 16,2-6 2-16,6-2-19 0,1 1-15 0,4-5-19 16,3 0-20-16,9-3-20 0,5-4-23 15,4-1-40-15,16-6-94 0,-3-2-105 0,1 0-99 16,5-5-105-16,-3 1-131 0,-3-2-160 15,2-1-213-15,-2 1 45 0,-2 3 86 0,-2 2-628 16,9 4-760-16</inkml:trace>
  <inkml:trace contextRef="#ctx0" brushRef="#br0" timeOffset="25760.36">5300 10658 1680 0,'-18'-5'153'0,"5"-2"10"15,-3 1-31-15,4 2-6 0,-4-4 1 0,3 1 8 16,-3-3 3-16,1 2-5 0,0 2 29 16,2 0 8-16,-1 0 4 0,5 1-8 15,-1-1-9-15,0 0-24 0,5 3 1 0,-1 0-11 16,6 3-4-16,-7-6-10 0,7 6-2 16,0 0-7-16,0 0-9 0,25-1-7 0,2 1-10 15,32 3-2-15,16 1-3 16,15-2-10-16,32 2-5 0,15 0-6 0,4 2-2 0,0 2-1 15,0-4-9-15,0-1-1 16,-6 3-2-16,-8-4-11 0,-10 0 3 0,-8 4 2 16,-23-1-3-16,-7 0-5 0,-2 0 0 15,-9-1-3-15,-3 0 1 0,-6 0-1 0,-9-1-2 16,-2 2 0-16,-3-1-7 0,2-2 2 16,-6 1 4-16,2-1-7 0,2 1 2 15,-4-3 0-15,2 3-2 0,-5 1 0 0,3-2-2 16,-3 0 4-16,-4 3-1 0,-9-2-6 15,12 2 3-15,-4-1 0 0,-7-1-1 0,0 0-7 16,3 1 8-16,8-1-1 16,1 1-1-16,3-3 3 0,7-1-1 0,1 2 0 15,17-2-5-15,2 4 3 0,4-8 2 16,1 1-1-16,3 1 1 0,3-3-1 0,-4 1-1 16,0 4-1-16,-3-6 3 0,-5 2-3 15,-4 1 1-15,-17-1-1 0,-3 4-1 0,-9-1 1 16,-9-1-4-16,-2 2 5 0,-6-3-1 15,-1 3 0-15,0 0 2 0,-16 0 0 16,18-1-2-16,-7 1-1 0,-11 0 1 0,18 0-7 16,-18 0 4-16,15 0-5 0,-15 0 8 15,17 0 2-15,-17 0-1 0,23 0 1 0,-10 0-1 16,5 0-3-16,-4 0 4 0,9 0-3 16,1 0 3-16,2 0-3 0,5 0 1 15,12-1-2-15,7 2-1 0,2 0 5 16,16-1-4-16,4 3 1 0,9-1 10 0,-2 3 1 15,9-2-2-15,1 1-1 0,26 2-1 16,-2 1 2-16,-22-3-4 0,1-1 1 0,-3-3-1 16,-3 4 0-16,-1-4-2 0,-3 1 0 15,-10-1 1-15,-4 0 0 0,-17 0-1 16,-5 0 0-16,-5 2 1 0,-8-2-4 0,-8 0 1 16,-6 0 1-16,1 2 1 0,-4-2 0 15,-1 0-2-15,1 0 3 0,-2 2-4 16,2-2 2-16,-1 0-2 0,3 0 2 0,1-2 1 15,1 2 1-15,1 0-4 0,6 0 4 16,0-2-2-16,0 2-1 0,-5 0 0 16,-1 0 1-16,1 0-3 0,-8 0 3 0,0 0 15 15,-1 0 15-15,-13 0 10 0,21 0 3 16,-21 0 7-16,17 0 3 0,-17 0 0 0,18 0 2 16,-18 0-6-16,12 0-5 0,-12 0-3 15,0 0 17-15,18-2-4 0,-18 2-1 0,11-1 2 16,-11 1 0-16,0 0 3 0,0 0-13 15,16-2-3-15,-16 2-8 0,0 0-7 16,0 0-9-16,0 0-38 0,3-5-81 16,-3 5-111-16,0 0-138 0,-21-7-155 0,10 3-287 15,2-1 67-15,-5 0 83 0,7 0-506 16,-3 0-613-16</inkml:trace>
  <inkml:trace contextRef="#ctx0" brushRef="#br0" timeOffset="26710.16">13283 10077 3355 0,'-7'-14'31'16,"3"4"21"-16,4 1 34 0,-3 5 26 15,3-2 20-15,0 6 1 0,-4-8-8 0,4 8-11 16,0 0 19-16,0 0 42 0,0 0 13 16,-2 25 9-16,0-2-18 0,0 13-10 0,-1 0-13 15,-1 3 13-15,-1 2-8 0,0 1-12 16,-1-5-12-16,5-2-11 0,-5-6 10 0,4-4-20 16,-2-1 3-16,3-7-11 0,-2-1 16 15,1-3 3-15,-2-1 10 0,4-3 13 0,-2 1 13 16,1-3 8-16,-1-2-4 15,2-5-19-15,-8 3-15 0,8-3-5 0,-12-15-19 0,7 1-33 16,-1-8-76-16,4-12 0 16,4-10 0-16,9-15 0 0,3-7 0 0,13-17 0 15,3 2 0-15,7 5 0 0,0 3 0 16,-2 20 0-16,2 5 0 0,0 2 0 0,-2 7 0 16,2 8 0-16,-8 8 0 0,2 7-19 15,-5 5-238-15,-1 5-60 0,-3 6-89 0,-6 6-84 16,-2 0-90-16,-1 6-226 0,-2 5 23 15,-4 6 81-15,-10 0-601 0,-8 18-761 0</inkml:trace>
  <inkml:trace contextRef="#ctx0" brushRef="#br0" timeOffset="27146.44">13208 10175 3759 0,'-20'-7'-30'0,"7"3"48"0,2 2 55 0,1-1 49 16,3 0 33-16,7 3 8 0,-11-5-5 15,7 1 0-15,4 4-14 0,-5-7-15 0,5 7-17 16,12-10-7-16,3 3-8 0,17-5-10 16,5 2-13-16,1-1-11 0,8 3-3 15,2 3-6-15,-3 0-9 0,-1 2-5 16,-10 3-5-16,2 6-4 0,-11 3-5 0,-7 1-2 16,-1 0-2-16,-8 3-3 0,-3 0 0 15,-4-1-2-15,-4 3-1 0,0 1 0 16,-6 3-1-16,3-4-1 0,-3 0-3 0,3 2 2 15,1-5 1-15,2 1 9 0,4-1 12 16,0-1 3-16,3 1 2 0,6-1-1 0,7-1-3 16,12 0-1-16,3 0-4 0,5-6-3 15,1 0-7-15,-3-6 2 0,1 0-5 0,-6-2 0 16,-4 2-2-16,-2-2-3 0,-5-4 0 16,-2 4 0-16,-4-4 0 0,-2-3-3 0,-4-3-1 15,-5-1-2-15,-3-3-3 16,-3-3 4-16,-7-8-2 0,-3 1 3 0,-6 2-4 15,0 4-2-15,-3 5-1 0,-1 5 0 16,7 3-5-16,-4 6 3 0,4 3-3 0,-6 1-3 16,5 5-49-16,0-1-64 0,3 0-100 15,1 2-104-15,6 1-92 0,2-1-128 0,2 0-153 16,6 2 44-16,0-1-492 0,10 1-610 16</inkml:trace>
  <inkml:trace contextRef="#ctx0" brushRef="#br0" timeOffset="27544.49">14061 10326 3310 0,'0'0'47'0,"0"0"21"0,0 0 42 16,0 0 37-16,0 0 28 0,0 0 19 15,0 0 4-15,0 0-5 0,0 0-6 16,0 0-19-16,0 0-13 0,0 0-17 0,0 0-13 16,0 0-14-16,0 0-6 0,0 0-14 15,0 0-12-15,0 0-1 0,0 0-13 0,0 0-6 16,0 0-6-16,0 0-6 0,-9-23-4 15,7 14-3-15,0-3-5 0,4-2-2 0,-2-5-6 16,4-4 0-16,0 1-7 0,-1-1 2 16,8-7-5-16,-4 7 5 0,4-4 0 0,-2 7-3 15,1 2-1-15,1 6 3 0,-1 1 0 16,-2 2-3-16,-1 2-6 0,5 5 6 0,-2 0-15 16,-10 2 1-16,20 11 2 15,-10-2 6-15,1 6 1 0,0 2 2 0,1 1 2 16,-1 9-3-16,1-2 1 0,1 2 1 15,-3-4-6-15,-2-1 3 0,-1-1-2 0,1 0 2 16,-5 1-5-16,1-3-3 0,3-1 0 16,-6-1-3-16,1 1-2 0,0-3-47 15,0-3-61-15,0 1-65 0,-2-2-91 0,0-1-93 16,0-3-94-16,0-2-188 0,0-5-58 16,-4 9 77-16,4-9-456 0,0 0-548 0</inkml:trace>
  <inkml:trace contextRef="#ctx0" brushRef="#br0" timeOffset="28396.29">14972 9881 3068 0,'-14'-8'-80'0,"-4"4"32"0,3 6 22 0,-2 3 37 15,-14 9 36-15,2 6 47 0,-8 13 30 0,2 9 27 16,-1 1 16-16,6 6-4 16,5-3 10-16,6 2-11 0,6 2 12 0,6-7-16 15,7 2 2-15,9-4-15 0,3 5-10 16,12-2-12-16,0-4-14 0,5-2-9 0,3-7-12 15,-3-10-9-15,0-1-10 0,-2-3-8 16,-4-3-25-16,1-7-59 0,-7-1-68 16,-2-1-86-16,-3-4-81 0,-1-2-68 15,-11 1-86-15,21-7-145 0,-11 1-43 0,-1-5 53 0,-6-1-287 16,6-1-320-16</inkml:trace>
  <inkml:trace contextRef="#ctx0" brushRef="#br0" timeOffset="29227.12">15283 10186 2279 0,'-10'-5'1'0,"5"2"22"0,-1 0 13 0,6 3 10 0,-14-7 19 16,5 3 22-16,4 1 0 0,-3-2 8 15,8 5-4-15,-12-5 0 0,9 1 6 0,3 4 2 16,-8-5 2-16,8 5-8 16,-3-5 2-16,3 5-21 0,0-7-3 0,0 7-14 15,3-9-6-15,3 5 0 0,-1-5-8 16,3 4-2-16,4-4-3 0,-5 1-5 0,4 3-3 15,-1 1-4-15,1-1-1 0,3 2-2 16,-1 3-3-16,3 0-1 0,1 3-2 0,2 4-1 16,-1 0 0-16,-2 8 2 15,-1-1 12-15,-5 3 19 0,-1 3 16 0,-7 1 16 0,-2-1 19 16,-3 5 15-16,-9 4 10 0,-7 0 17 16,0-2 11-16,-2-2 13 0,4-1 4 0,-1-7-2 15,7-2-5-15,2-5-7 16,3-1 13-16,-2-1 8 0,2 1-3 0,5-4-7 0,-3 2 0 15,4-7-12-15,4 8-15 16,1-4-13-16,7 1-10 0,1-2-12 0,7-1-12 16,-2 1-7-16,3-1-10 0,0-2-6 15,4 0-8-15,-1-2-6 0,1 2-6 0,-3 0-5 16,-1-1-8-16,-3 1-5 0,-2 0-1 16,1 0-11-16,-2 0-20 0,-2-2-30 0,-1 0-47 15,-2 2-54-15,-10 0-54 0,16-1-65 16,-6-1-103-16,0-1-114 0,1-1-159 0,-3-1-187 15,1 1 59-15,0 1 98 0,-2 0-552 16,2-3-672-16</inkml:trace>
  <inkml:trace contextRef="#ctx0" brushRef="#br0" timeOffset="29993.15">17057 9774 3511 0,'2'-14'-14'0,"-2"1"31"0,2 6 17 0,-2-1 3 0,0 2-10 0,0 6 1 16,0 0 60-16,0 0 51 0,-7 21 1 0,-1 1 29 15,-2 12 1-15,-1 3 9 16,-3 15 3-16,3 3-3 0,0-1 2 0,1 1-15 15,2-1-7-15,1-2-10 0,3-8-11 16,-1-1-12-16,0-3-11 0,5-3-17 0,0-6-4 16,0-4-11-16,0-5-6 0,2-3 1 15,-2-4-20-15,3-1-2 0,-6-1-3 0,6-4-1 16,-6 0-7-16,3-2 0 16,0-7-7-16,-2 5-10 0,2-5 0 0,0 0-9 15,0 0 2-15,-15-24-5 0,10 10-8 0,-7-5 1 16,-5-6-5-16,-2-1 3 0,-4 0 0 0,-6 3-2 15,3 3 0-15,-4 1 2 16,-4 0-4-16,0 5-6 0,2 2 2 0,0-1 5 16,5 5-6-16,7 0 9 0,2 3-3 15,5 2 0-15,1 0 16 0,5-3 8 0,-3 6 4 16,10 0 13-16,-5-6-1 0,5 6 23 16,0 0-24-16,0 0-10 0,45 0 2 0,-1 0 0 15,7 0-8-15,22 0-2 0,3-2 2 16,4 0-24-16,-2-1 11 0,-1-2-1 0,-11-2 5 15,-7 3 0-15,-15-2-11 0,-5 2 1 16,-14 1-5-16,-1 1 3 0,-7 2-2 16,-4 0-2-16,-3 2-2 0,-2 1 12 0,-7 4 0 15,-1 0 3-15,-1 3 14 0,-7 1-6 16,2 1-3-16,-4 1 8 0,1-1 0 16,4 1-1-16,-4 1 2 0,6-3 4 0,-3 1 4 15,4-2 6-15,4 1 5 0,2-1-1 16,1-2-7-16,6 0-1 0,1 2-4 0,10-5-5 15,3 0-2-15,1-2-1 0,0-3-6 16,1 0-4-16,2-2 0 0,-4-2-2 16,0 2 1-16,-7-5-4 0,0-1-2 0,-1-2 1 15,-6 2-3-15,2-7-8 0,-3-1 0 16,-2-1 0-16,-6-1 0 0,0 1 0 0,-4 0 0 16,0 1 0-16,-6 0 0 0,0 4 0 15,-3 2 0-15,-2 1 0 0,-3 4 0 16,2 2-3-16,-4 3-105 0,0 1-73 0,0 3-81 15,0 1-109-15,7 0-120 0,0 0-134 16,7 0-205-16,2 0 52 0,2-5 95 16,0 0-630-16,16 12-769 0</inkml:trace>
  <inkml:trace contextRef="#ctx0" brushRef="#br0" timeOffset="30393.32">18268 10241 3870 0,'0'0'52'0,"2"-8"41"0,-2 8 52 0,1-7 17 0,-1 7 17 0,6-7-2 15,-6 7-14-15,5-3-11 0,-5 3-1 16,0 0-9-16,22 5-13 0,-15 0-11 0,0 2-6 16,4 3-9-16,-6 3 0 0,3-1-1 15,-7 2-5-15,-1 1 16 0,-1 3-10 0,-7 3-8 16,-5 8 9-16,-2-4-20 0,-7 0 6 15,6-3-19-15,4-7 1 0,1-3 44 0,3-5 32 16,6-3-10-16,2-4-13 0,0 0-14 16,17-18-8-16,10-4-10 0,9-10-9 0,4 1-9 15,2 2-8-15,1 3 3 16,0 3-5-16,-9 9-6 0,0 2 0 0,0 0-3 16,-5 9-16-16,-2 1-40 0,-2 4 0 15,0 1 0-15,0 5 0 0,5 2 0 0,1 2 0 16,-5 1 0-16,-2 5 0 0,1-3 0 15,-5 1 0-15,-5-4 0 0,0 2 0 0,0-4 0 16,-3 0 0-16,1-1-266 0,-4-4-88 16,1 0-82-16,-2-3-83 0,-8-2-58 0,0 0-69 15,16-9-52-15,-11 1 7 16,1-3-671-16,-3-7-816 0</inkml:trace>
  <inkml:trace contextRef="#ctx0" brushRef="#br0" timeOffset="30578.19">19049 10206 3420 0,'13'-52'-162'15,"7"1"61"-15,2-1 75 0,1 8 69 0,0 5 59 16,-6 10 62-16,0 7 40 0,1 7 39 15,-4 8 50-15,2 4 40 0,3 3 9 16,2 6 11-16,9 11-21 0,6 11-17 0,-1 10-24 16,-9 1-26-16,-3 6-29 0,-1 0-18 15,-9 2-19-15,-8-6-21 0,-5 2-15 16,-4 1-15-16,-3-3-17 0,-9 7-12 0,-4-5-20 16,-7-6-32-16,-1-1-84 0,-7-4-122 0,-2-5-133 15,-6-2-175-15,2-5-192 16,-6 0-246-16,11-8 85 0,-2 1 87 0,0-2-667 0,2-3-833 15</inkml:trace>
  <inkml:trace contextRef="#ctx0" brushRef="#br0" timeOffset="38874.21">11104 14141 3095 0,'-19'0'157'0,"0"0"-53"0,0 0-36 16,3 1-32-16,3-1 23 15,-3 0 51-15,16 0 13 0,-22 2 20 0,8-2-2 0,14 0-1 16,-16 0-3-16,16 0-10 16,0 0-7-16,-20-2-8 0,20 2-11 0,0 0-9 15,-9-3-13-15,9 3-3 0,0 0-8 16,0 0-6-16,33-12 16 0,-19 8-1 16,9-1 2-16,13-2 12 0,3 3 1 0,7-2 8 15,13-1 4-15,3 2 0 0,5 2-2 16,6-3-3-16,1 2-1 0,3 2-13 0,-4 0-2 15,8 2 8-15,-4 2-9 0,-2 0-5 16,-3 2-13-16,-1 2-2 0,-6-1-3 0,-4 2-6 16,-3-2-3-16,0 1-13 15,-12 2-6-15,-3-3-3 0,2 0 3 0,-6-2-3 16,1 1-9-16,1-1 3 0,-11 1-2 16,1-4-2-16,-5 0 1 0,3 0-4 0,-3 0 3 15,3 0-3-15,-3 0-3 0,-1-2 8 16,-3 2-15-16,-4-2-2 0,3 2 3 0,-5 0-1 15,1-1 6-15,-2 1-6 0,-2 1 1 16,1-1-4-16,1 0-2 0,-15 0 6 16,27 0-5-16,-14 2 4 0,-1 0-1 0,-12-2-1 15,20 0-2-15,-8 0-2 0,-12 0 6 16,20 0-4-16,-20 0 2 0,23 0 2 16,-23 0-2-16,18-2 1 0,-18 2-8 15,17 0 1-15,-17 0 10 0,13 2-8 0,-13-2 0 16,0 0-2-16,17 0 4 0,-17 0-1 15,12 1-4-15,-12-1 12 0,0 0-5 0,15 0 2 16,-15 0 31-16,0 0 12 0,16 0 0 16,-16 0 2-16,0 0 3 0,12 2-4 0,-12-2-2 15,0 0-6-15,0 0-8 0,16 0 0 16,-16 0-4-16,0 0-3 0,0 0-2 0,11 2-2 16,-11-2 6-16,0 0 4 15,0 0-5-15,0 0 2 0,11 3-1 0,-11-3 9 16,0 0 3-16,0 0 4 0,0 0 6 15,0 0-17-15,0 0-33 0,0 0 0 0,14 2 0 16,-14-2 0-16,0 0 0 0,0 0 0 16,0 0 0-16,20-2 0 0,-20 2 0 0,13 0 0 15,-13 0 0-15,17-2 0 0,-17 2 0 16,19-1 0-16,-19 1 0 0,19 0 0 16,-19 0 0-16,18-2 0 0,-6 2 0 0,-12 0 0 15,17 0 0-15,-17 0 0 0,20-2 0 16,-20 2 0-16,17 0 0 0,-17 0 0 0,20-1 0 15,-8 1 0-15,-12 0 0 16,19-2 0-16,-9 0 0 0,-10 2 0 0,18 0 0 0,-18 0 0 16,20-1 0-16,-20 1 0 0,18 1 0 15,-18-1 0-15,16 0 0 0,-16 0 0 16,13 0 0-16,-13 0 0 0,0 0 0 16,16 2 0-16,-16-2 0 0,0 0 0 0,0 0 0 15,14 0 0-15,-14 0 0 0,0 0 0 16,0 0 0-16,14-3 0 0,-14 3 0 0,0 0 0 15,0 0 0-15,8-6 0 0,-8 6 0 16,2-3-278-16,-2 3-200 0,0 0-146 0,0 0-193 16,0 0-49-16,0 0 99 0,-25-2-716 15,25 2-931-15</inkml:trace>
  <inkml:trace contextRef="#ctx0" brushRef="#br0" timeOffset="40057.91">15971 14188 3931 0,'-15'2'-105'0,"1"0"36"0,3 0 31 16,-3-1 20-16,14-1 25 0,-18 2 34 16,18-2 43-16,-20 3 30 0,9-3 9 0,11 0 7 15,-15 0 4-15,15 0-7 0,-13 2-15 16,13-2 2-16,0 0-4 0,-16 0 4 16,16 0 6-16,0 0-1 0,0 0 0 0,0 0 14 15,0 0 9-15,0 0 12 0,0 0-4 16,25 12 0-16,-7-9-5 0,7 1 2 0,11 1 0 15,5-2 6-15,11-1-21 16,-1 0-9-16,14-4-13 0,9 0 3 0,3-4-13 0,-1 0-9 16,-3 1-10-16,1-1-2 0,-8 0-12 15,-5-2-7-15,-15 4-5 0,-2 1-5 16,-14 1-7-16,-3 1-2 0,-8-1-8 16,2 0 0-16,-8 1-3 0,0 1-3 0,-2-2-3 15,-11 2 27-15,22-2 10 0,-22 2 3 16,15-2-2-16,-15 2 0 0,15 0-53 15,-15 0-9-15,14-1 0 0,-14 1 0 0,0 0 0 16,17 0 0-16,-17 0 0 0,0 0 0 16,0 0 0-16,15-2 0 0,-15 2 0 0,0 0 0 15,0 0 0-15,11-2 0 0,-11 2 0 16,0 0 0-16,0 0-177 0,6-1-218 0,-6 1-150 16,0 0-165-16,0 0-177 0,6-6 82 15,-6 6-784-15,0 0-1030 0</inkml:trace>
  <inkml:trace contextRef="#ctx0" brushRef="#br0" timeOffset="41194.06">18051 14541 4053 0,'-20'2'-69'0,"3"0"49"16,2 0 40-16,-1 0 44 0,3-2 15 15,6 1 22-15,-5-1 29 0,12 0 30 0,-19 2 15 16,19-2 8-16,-12 2-11 0,12-2-1 16,0 0-10-16,-14 1-8 0,14-1-12 0,0 0-12 15,0 0-11-15,0 0 7 0,0 0-1 16,48 3-4-16,-3-3-12 0,0 0-8 15,9 0-7-15,17 0-32 0,1 0-4 16,5-4-12-16,8 0-7 0,0-1-1 16,1-1-2-16,21-4 3 0,-21 4-11 0,17-5-2 15,-20 3 1-15,-4-4-6 0,-7 3-4 16,-5-3-1-16,-2 4-3 0,-4-1 7 0,-18 4-4 16,3-2 1-16,-10 2-7 0,-3 2-1 15,-8-1 0-15,0 1 0 0,-9 1-1 0,2 0 4 16,-2-1-3-16,-2 3-5 0,1-2 1 15,3 1 0-15,-2-1-2 0,6 2 19 0,-1-2-21 16,6 1 5-16,3 1-3 0,14 0-2 16,2-2 9-16,3 2-10 0,4-2 4 15,14 2 2-15,-4 0-7 0,-10 0 1 16,12 0 13-16,-15-1-6 0,-1 1-8 0,-5 0 6 16,-2-2-3-16,-12 0 0 0,-1 2 0 0,-10-2 4 15,1 2-7-15,0-1 5 16,-3 1-2-16,-2 0 1 0,-1-2 0 0,3 0-2 15,-2 0 1-15,-2 2 0 0,3-1 2 16,-1-1 3-16,1 0-8 0,-2 1 2 0,6-1 0 16,-6 2-1-16,6 0 9 0,-4 0-3 15,0-2-7-15,4 2 3 0,-6 0-1 0,-1 0-5 16,-13 0 3-16,25 0 33 0,-11-2 23 16,-1 2 21-16,-13 0-3 0,29-2-2 0,-15 2 8 15,0-1 0-15,-1-1 8 0,1 2 11 16,1-1 2-16,1-1 12 0,-5 2-24 15,-11 0-87-15,23-2 0 0,-12 2 0 0,-11 0 0 16,16-1 0-16,-16 1 0 0,13-2 0 16,-13 2 0-16,0 0 0 0,13-2 0 15,-13 2 0-15,0 0 0 0,11-2 0 16,-11 2 0-16,0 0 0 0,0 0 0 0,11-1 0 16,-11 1 0-16,0 0 0 0,0 0 0 15,0 0 0-15,0 0-314 0,0 0-616 0,0 0-27 16,-37 7 113-16,24-2-906 15,-1-1-1182-15</inkml:trace>
  <inkml:trace contextRef="#ctx0" brushRef="#br0" timeOffset="42957.05">23272 14887 1591 0,'-10'0'325'0,"1"0"-105"0,0 0-44 15,9 0-18-15,-22 0 6 0,22 0-9 0,-21 3 1 16,21-3-2-16,-20 0 11 0,20 0-2 16,-22 0-1-16,22 0-4 0,-15 0-7 0,15 0-9 15,-13 0-5-15,13 0-7 0,0 0-11 16,0 0-10-16,-18-3-12 0,18 3-9 15,0 0-2-15,0 0 10 0,0 0 2 16,57 0-7-16,-12-3-2 0,16 2-7 0,11-4-7 16,5-1-7-16,6 2-5 0,3-3-3 15,21-7-14-15,-5 4-1 0,-18-1-1 0,21 1-3 16,-4-4-7-16,-2 0-1 0,-16 5-6 16,0 0-2-16,-1 0-4 0,-4 0 3 15,2 1 11-15,-3 0 6 0,-4 1 0 16,-1 0-3-16,-2-2-3 0,-2 4 4 15,0-2 6-15,4 4 5 0,-6-2-2 0,3 1 6 16,2 1-1-16,1 1 8 0,3 1-1 16,4 1-2-16,0 1-7 0,-4 1-8 0,4 3 3 15,-2-2-8-15,-2 3-7 0,-3 1 0 16,0-2-2-16,-4 2-6 0,-3-3-3 0,-6 2-3 16,-12-1 1-16,-1-2 3 0,-5 1-7 15,2-1-6-15,-5 1 8 0,0-2-1 0,-6-1-6 16,-5 0 0-16,2-1-1 0,-6 0-3 15,3 2 0-15,-3-2 1 0,0 0-2 0,-2 0 3 16,-3 0-3-16,4 0 3 0,-1 3-10 16,0-3 2-16,3 0 5 0,5 1 0 15,-1-1 4-15,15 3-4 0,0 1-3 0,2-1-2 16,-4 4 7-16,5-2-6 16,0 1 4-16,-1 0-1 0,-2-1-4 0,-2 0 7 0,-1 1-3 15,0-2 17-15,-4 4-17 16,-9-3-5-16,-2-4-1 0,-1 2 7 0,-3 0 0 15,-1-2-6-15,-2 1 10 0,2 0-10 16,-3-2 2-16,0 2-4 0,1 0 8 0,-6-2 2 16,4 0-6-16,-1 0-2 0,2 2 3 15,0 0-1-15,-1 0-2 0,0 2 0 0,2-2 1 16,0 0 2-16,0 1 0 0,0 1-6 16,0 2 2-16,3-2 4 0,1 2-6 0,-4-1 4 15,0-1 2-15,-2 2-4 16,2-2 0-16,-1-1 10 0,4 2-10 0,-4 1 5 15,4-4 0-15,0 3-6 0,4-2 1 16,0 0 1-16,1 1 1 0,1-2 1 0,2 2 3 16,-3 0-5-16,2-1 0 0,8 3 0 15,-6-3 3-15,-6 1-6 0,13 0 4 16,-8 3 4-16,5 0-3 0,-7-2-2 0,-5 1 3 16,-1-1 3-16,2 0-5 0,-4-2 3 15,0 1 1-15,4 1 0 0,2-2-1 0,-1 2 1 16,3-1-3-16,0-1 0 15,10 2-8-15,0-1 13 0,-6-1 11 0,-2 1-25 0,-4 0 6 16,0-2 2-16,0 2 9 16,-3-2-12-16,-4 0 0 0,1-1 0 0,-1 2 2 0,-5 0 3 15,0-3 2-15,1 1 37 16,-5-1 25-16,-9 0 14 0,16 3 12 0,-7-3 5 16,-9 0 6-16,13 2 2 0,-13-2-3 15,14 0 0-15,-14 0 7 0,11 0-5 0,-11 0 0 16,12 2-73-16,-12-2-30 0,0 0 0 15,13 0 0-15,-13 0 0 0,0 0 0 16,11 0 0-16,-11 0 0 0,0 0 0 0,0 0 0 16,0 0 0-16,0 0 0 0,0 0 0 15,19 0 0-15,-19 0 0 0,0 0 0 0,0 0 0 16,0 0 0-16,0 0 0 16,9-4 0-16,-9 4 0 0,0 0 0 0,0 0 0 15,0 0 0-15,0 0-69 0,0 0-813 16,-39-2-111-16,17 4 110 0,0 0-941 0,-3 1-1252 0</inkml:trace>
  <inkml:trace contextRef="#ctx0" brushRef="#br0" timeOffset="65269.2">14192 6449 1810 0,'0'0'523'0,"5"3"-124"15,-5-3-41-15,0 0-54 0,6 5-39 16,-6-5-14-16,0 0-8 0,0 0-11 15,3 4 11-15,-3-4 1 0,0 0-5 0,0 0 2 16,0 0-19-16,0 0-20 0,0 0-15 16,0 0-12-16,0 0-24 0,0 0-9 0,0 0-19 15,6-16-7-15,-6 16-14 0,0 0-5 16,-6-16-14-16,3 12-2 0,3 4-11 0,-9-9-2 16,0 6-11-16,4 1-5 0,5 2-4 15,-20 0-5-15,20 0 12 0,-18 9 3 16,9-6 3-16,-4 3 8 0,6 0 0 0,3 1-4 15,-1 0-1-15,0-2-2 0,2 2 0 16,1-1-7-16,2 1 2 0,0-7-1 16,3 12 1-16,-1-7-27 0,5-1-30 15,-2 1 0-15,-5-5 0 0,15 5 0 0,-15-5 0 16,16 2 0-16,-16-2 0 0,9 1 0 16,-9-1 0-16,0 0 0 0,0 0 0 0,0 0 0 15,18-5 0-15,-18 5 0 0,0 0 0 16,0-10 0-16,0 10 0 0,0 0 0 0,-9-14 0 15,9 14 0-15,-3-7 0 16,3 7 0-16,-8-5 0 0,8 5 0 0,0 0 0 0,0 0 0 16,-25 11 0-16,20-6-305 15,-3 0-212-15,-1 2-140 0,1 0-260 0,0-1 96 16,5 0 77-16,3-6-695 0,0 0-888 16</inkml:trace>
  <inkml:trace contextRef="#ctx0" brushRef="#br0" timeOffset="66901.43">19537 6607 3939 0,'6'2'19'0,"-6"-2"72"15,0 0 49-15,3 6 32 0,-3-6 29 16,0 0 25-16,0 0 17 0,0 0 8 0,0 0-15 15,0 0-15-15,0 0-18 0,9-16-5 16,-7 12-7-16,0-3-6 0,2-1-12 0,-4 2-5 16,3-2-1-16,-1 3-2 0,-2 5-13 15,1-12-10-15,-1 6-5 0,0 6-10 0,-1-12-10 16,1 7-3-16,0 5-7 0,0-11-9 16,0 11-90-16,-5-7-8 0,5 7 0 0,0 0 0 15,-8-3 0-15,8 3 0 16,0 0 0-16,-14 17 0 0,5-7 0 0,2 3 0 0,1 1 0 15,-1-1 0-15,3 1 0 16,3-1 0-16,1-1 0 0,-2 1 0 0,4-1 0 16,-1-2 0-16,1 0 0 0,0-1 0 15,4 1 0-15,-5-3 0 0,5-2 0 0,0-1 0 16,-6-4 0-16,12 3 0 0,-12-3 0 16,0 0 0-16,18-7 0 0,-10-1 0 0,-4 0 0 15,0-3 0-15,-1-1 0 0,-3 0 0 16,2 0 0-16,-2-1 0 0,0 5 0 0,0 0 0 15,0-1 0-15,-2 1 0 0,2 8 0 16,-3-4 0-16,3 4 0 0,0 0 0 0,-22 14 0 16,11-6 0-16,6 3 0 15,-2-3 0-15,4 2 0 0,-3-1 0 0,6-1 0 16,-2-1 0-16,4 2 0 0,0-2 0 16,2-2 0-16,-1 0 0 0,2-1 0 0,-5-4 0 15,11 5 0-15,-11-5 0 0,11 0 0 16,-11 0 0-16,0 0 0 0,18-7 0 0,-15 3 0 15,-3 4 0-15,6-8 0 0,-4 1 0 16,-2 2 0-16,0 5 0 0,-2-11 0 0,2 11 0 16,-4-10 0-16,1 7 0 0,3 3 0 15,0 0-612-15,0 0-391 0,0 0 101 16,-31 11 99-16,27-2-854 0,-3 2-1093 0</inkml:trace>
  <inkml:trace contextRef="#ctx0" brushRef="#br0" timeOffset="75616.1">12725 15895 4382 0,'-23'1'-167'15,"-1"-1"36"-15,3 0 37 0,2 4 16 0,-2-4 17 16,8 0 38-16,-2 2 46 0,1-2 33 15,14 0 22-15,-19 0 13 0,19 0 9 16,0 0-12-16,-10-6-3 0,10 6-11 0,46-13-8 16,10-3-8-16,14 2-7 0,33-3-2 15,9 0-1-15,10 2-16 0,4-1 8 16,3 3-11-16,-9 1-2 0,-14 2-18 16,-32 2-24-16,-12 4 0 0,-15-2-5 0,-10 3-1 15,-10 1 4-15,-4 1 5 0,-6-3-3 16,-7 4 4-16,-10 0 3 0,9-3-3 0,-9 3 2 15,0 0 2-15,0 0-3 0,-55-2 4 16,13 4-6-16,-7 0 5 0,-14 1 1 16,-4 2 3-16,-5 0-5 0,-5 5 5 0,-1-3 0 15,-2 0 3-15,2 2-2 0,0 3 6 16,5-4 6-16,5-1 5 0,11 1 2 0,17-4 4 16,10-1 1-16,6 1 1 15,10-1 2-15,3-1-9 0,11-2 7 0,0 0 4 0,0 0 4 16,0 0-3-16,92-2-1 15,-19-5-3-15,8-1-1 0,28-6-2 0,4 0-6 16,-1 3 3-16,-9-1-2 0,-29 3-2 16,-4-1-10-16,-11 1-6 0,-16 2-11 15,-7 1 1-15,-9 2-1 0,-9 2-5 0,-6-2 5 16,-4 2 5-16,-8 2-4 0,0 0 12 16,0 0-14-16,-42-2 4 0,-2 4-3 0,-19 2 0 15,-9 4 3-15,-9-2 3 0,-3 3 7 16,-22 2-4-16,4 2 0 0,-4-1 4 15,24-2 1-15,6-1 2 0,10-1 12 0,9-1-2 16,14 0 2-16,7-2 0 0,11-2 0 16,12-2-1-16,8 5 6 0,3-2-5 15,2-4 4-15,20 8-2 0,5-3 0 16,16 0-3-16,6-3 1 0,12 3-3 0,6-3 2 16,-3 0-5-16,1-2-5 0,-7 0 8 15,-6 0-2-15,-5-2-7 0,-5 0 4 0,0 2-2 16,-9-1 0-16,-6 1 7 0,-9-2-7 15,0 2 0-15,-3 0-2 0,1-2 4 16,-14 2-1-16,16 0 0 0,-16 0 0 0,16-2-1 16,-16 2 1-16,13-1 0 0,-13 1 2 15,0 0-4-15,19-2-4 0,-19 2 0 0,15-2 1 16,-1-1 2-16,3 1-2 16,6-3 1-16,4 0-1 0,9-3-1 0,1 0 4 15,2 2-4-15,-1-1 3 0,0-2-4 16,-4 1 3-16,3 1-1 0,1 0-1 0,-11 0 2 15,-7 2-1-15,5 0 4 0,-6-2 0 16,-2 4-2-16,-1-4-1 0,-1 2 11 16,-2-2-10-16,0-2 2 0,1 1-3 0,-1-1 2 15,1-3-1-15,-3 1-1 0,0-3 2 16,3-1-1-16,-5 1 3 0,2-2 1 0,1 4 13 16,-2-4 17-16,-3 4 13 0,1 0 6 15,0-2 15-15,-1 3-8 0,0-1 6 16,0-1-2-16,0 2 5 0,1-1 13 15,-3 0-3-15,5-3-2 0,-4 4-4 0,1-4-4 16,3-2-4-16,0 3-6 0,-3-4-7 16,2 1-4-16,3 0-7 0,1 0 1 15,-2 0-11-15,1-1-1 0,0 0 1 0,-3 1-2 16,-1 1 16-16,1-1-5 0,-1 3-2 16,0-3 0-16,-1 2-5 0,-1-4 1 0,0 2-1 15,-3-2-4-15,3-2-1 0,-2 3 16 16,-2 1-18-16,2-1 1 0,0-1-9 0,-3 2 6 15,1 0-7-15,-2-2 0 0,0 2-1 16,2 0-3-16,-4-2 8 0,0 2-1 16,1-5-3-16,-5 5 5 0,2-2-8 15,-4-3-4-15,1 5 4 0,-3-1-3 0,3-1-4 16,-3 2 1-16,1 0-3 0,-2-1 4 16,-1 2 0-16,0-2-4 0,2 1-1 15,-1 0-2-15,2 2 3 0,-3-1-3 0,5 3 2 16,-3 1 1-16,1 0-8 0,1 0-3 15,-3 1 5-15,0 2-5 0,-1-1 3 0,1 2 0 16,-5 0-3-16,1 0 8 0,1-1-6 16,-1 3 5-16,-4 0-7 0,1-2 10 0,2 1-8 15,-4-1 1-15,0 1-2 16,1 2 12-16,-3-2-14 0,4 1 0 0,0 2 1 0,0 0 3 16,0-1-1-16,-3 3-8 15,-1-3 6-15,-5 2 0 0,0 1 9 0,1-2-13 16,-5 4 3-16,2-1-1 0,-1 1-3 15,-12 0 13-15,10 1-11 0,-10 1 2 0,4 2 1 16,-4-1-2-16,3 2 4 0,1 2-4 16,12-2 6-16,-12 3-1 0,5-2-9 15,-1 2 10-15,9-2-4 0,0 0 1 0,4-1-3 16,1 2 2-16,-1-2 3 0,1 1 0 16,2 0-1-16,-2-2 1 0,6 1 4 0,-10 0-9 15,9-2 3-15,-2 3 7 0,3 0-5 16,-2-2-3-16,-6 3 23 0,3-1-24 0,-1 0 2 15,0 0-2-15,-1 2 2 0,2-2 0 16,0-1 0-16,2 1 4 0,0-1-2 16,-1 0-1-16,2 1 0 0,-2-1 1 15,3-1-3-15,1 2 3 0,-2-2 1 0,2 0-4 16,-1 0 0-16,-1 1 4 0,2 0-3 16,-2-2 6-16,1 3-6 0,1-1 0 0,0-2 0 15,-4 3 11-15,5-1-12 0,-3-2 0 16,2 2 0-16,-6 0 5 0,4 0-10 15,-2 1 5-15,-2-1 4 0,0 1 0 0,1 0-1 16,-3-1 0-16,1 0 1 0,-3 2-4 16,1 0 6-16,3 0-9 0,1-1 4 15,-3 1 4-15,8 0-12 0,0 0 9 16,-5-2 0-16,5 2-5 0,1 0 2 0,0-1-1 16,-2 0 11-16,6 0-13 0,-2 2 2 15,2-3 6-15,0 2-8 0,1 0 3 0,-2-1-3 16,3 4 2-16,0 3 2 0,-4-1 1 15,4 1-5-15,-2 5 6 0,-1 1 1 0,0 1-4 16,7 2 2-16,-8 7-2 0,0 0 10 16,2 0-8-16,4 4 6 0,-6-1-4 0,6-7-2 15,1-2 1-15,2 0 1 16,-1 1 6-16,-1 0-12 0,4 0 9 0,0 3-2 16,2-2 7-16,0 0-13 0,3 8 9 15,4-1-6-15,4 0 1 0,-1 0 1 16,10-1 4-16,6 3 2 0,8-2-5 0,6 1 1 15,6-4 0-15,6-3-1 0,-1-1 2 16,2-4 1-16,0-1 1 0,-1-6-2 0,-15-3 12 16,0 1-5-16,-5-3 4 0,-5-3 16 15,-9 0 12-15,-2-1 4 0,-3-2 13 0,-1 1 14 16,-3-1 9-16,-2 1 7 0,1-3 3 16,-3 1-4-16,-7-2-7 0,11 1-4 0,-11-1-67 15,13 4-10-15,-13-4 0 16,5 2 0-16,-5-2 0 0,0 0 0 0,9 1 0 0,-9-1-122 15,9 4-242-15,-9-4-144 16,3 8-139-16,3 1-278 0,-1-1 87 0,1 4 96 16,-1 4-634-16,4 5-829 0</inkml:trace>
  <inkml:trace contextRef="#ctx0" brushRef="#br0" timeOffset="86063.83">9648 12172 2414 0,'0'0'364'0,"4"-7"-56"15,-4 7-18-15,4-5-31 0,-4 5-11 0,0 0-8 16,0 0-9-16,0 0-9 0,0 0 12 16,1-9-9-16,-1 9 3 0,0 0-9 0,0 0-2 15,0 0-3-15,0 0-27 0,0 0-9 16,0 0-3-16,0-8-7 0,0 8-8 0,0 0-15 16,0 0-5-16,0 0-5 0,0 0-10 15,0 0-8-15,0 0-14 0,0 0-10 0,-14-9-6 16,5 8-13-16,9 1-12 15,-22-4-3-15,8 4-7 0,-4-1-5 0,-2 1-5 16,1 0-7-16,-1 1-5 0,-2 1-4 16,-3 1-3-16,2 3-8 0,-1 0-15 0,1-1 0 15,-7 6 0-15,5-2 0 0,5-1 0 16,-6 5 0-16,3 0 0 0,6-3 0 16,2 2 0-16,-1 0 0 0,2 1 0 0,-2 1 0 15,5 0 0-15,-3 2 0 0,3-1 0 16,4 2 0-16,-4 1 0 0,4-1 0 15,1-2 0-15,-1 4 0 0,3-4 0 16,-2 2 0-16,2 0 0 0,2 0 0 0,-1 1 0 0,1-1 0 16,0 1 0-16,2-5 0 0,-2 5 0 15,2-3 0-15,0-1 0 0,-2 1 0 16,4 2 0-16,0-3 0 0,0 3 0 16,0-3 0-16,-1-1 0 0,-1 1 0 0,6-1 0 15,-4 1 0-15,3-2 0 0,-2-2 0 16,1 2 0-16,1 2 0 0,1-2 0 0,-2 0 0 15,1 0 0-15,2 1 0 0,-2-1 0 16,3 1 0-16,-3-1 0 0,2 2 0 0,0-5 0 16,0 6 0-16,-1-3 0 0,1 2 0 15,2-1 0-15,-4 1 0 0,3 0 0 0,-5 1 0 16,7 2 0-16,-4-2 0 0,1 3 0 16,-1 2 0-16,-1-1 0 0,2-2 0 15,-2 3 0-15,1-3 0 0,1 5 0 16,-3-1 0-16,2-2 0 0,-2 3 0 0,0-2 0 15,2 2 0-15,-5 1 0 0,1-1 0 16,-2-1 0-16,0 2 0 0,0 4 0 16,-2-4 0-16,2 3 0 0,-3 0 0 0,-1-2 0 15,-2 10 0-15,-2-2 0 0,4-4 0 16,-3 2 0-16,0 3 0 0,-4-4 0 0,0 4 0 16,0-2 0-16,-3 2 0 0,2-2 0 15,-8 11 0-15,-1-1 0 0,2 0 0 16,-4-1 0-16,0 1 0 0,-2-1 0 15,7-10 0-15,-2 0 0 0,2-5 0 0,0 1 0 0,3-9 0 16,5-3 0-16,1-4 0 16,0 0 0-16,1-1 0 0,0-4 0 0,1-2 0 15,-1-1 0-15,8-2 0 0,0 0 0 16,0 0 0-16,-21-14 0 0,17 4 0 0,4 0 0 16,2-2 0-16,4-5 0 0,-1-2 0 15,5 2 0-15,0 2 0 0,5 3 0 0,-2-2 0 16,0 5 0-16,3 3 0 0,-5 4 0 15,5 4 0-15,-3 2 0 0,3 4 0 0,-4 5 0 16,1 6 0-16,-1 7 0 0,-1 8 0 16,-3 3 0-16,2 13 0 0,-3 8 0 15,-3 1 0-15,0 1 0 0,-1-1 0 16,-1 0 0-16,0-5 0 0,1-6 0 0,-1-2 0 16,3-2 0-16,-3-1 0 0,2 1 0 15,1 0 0-15,1-3 0 0,-1-3 0 0,2-1 0 16,0-4 0-16,3 1 0 0,-2-2 0 15,5-3 0-15,0-3 0 0,4 2 0 0,-2-4 0 16,6 2 0-16,1-4 0 0,3-2 0 16,-1 1 0-16,-3-6 0 0,0-1 0 0,-1-3 0 15,-6-1 0-15,1-3 0 0,-1-1 0 16,-1 1 0-16,-3-2 0 0,1-1 0 16,-4 1 0-16,2-2 0 0,-2 1 0 15,-7-4 0-15,9 5 0 0,-3-3 0 0,-6-2 0 16,8 6 0-16,-8-6 0 0,10 3 0 15,-10-3 0-15,3 3 0 0,-3-3 0 0,0 0 0 16,9 5 0-16,-9-5 0 0,7 4 0 16,-7-4 0-16,0 0 0 0,9 2 0 15,-9-2 0-15,0 0 0 0,8 4 0 0,-8-4 0 16,0 0 0-16,0 0 0 0,0 0 0 16,0 0 0-16,0 0 0 0,0 0 0 0,0 0-822 15,0 0-169-15,-17-21-1178 16,9 8-1576-16</inkml:trace>
  <inkml:trace contextRef="#ctx0" brushRef="#br0" timeOffset="88030.22">11327 13997 5484 0,'-17'2'-259'0,"1"-1"62"0,-3 0 59 0,4 3 50 16,-2-1 46-16,-2 1 40 0,0-2 40 16,-1 0 37-16,8-2 32 0,-3 0 15 0,-1 2 15 15,3 1 24-15,1-2-5 0,12-1-6 16,-17 4-10-16,7-4-15 0,10 0-12 16,-13 4-7-16,13-4-9 0,0 0-14 15,-14 0-11-15,14 0-4 0,0 0-3 0,0 0-2 16,0 0-7-16,0 0 11 0,29 17-1 15,-8-17 4-15,4 4-1 0,17-2 12 0,6 0-10 16,13 2-4-16,4-1-3 0,-1-6-7 16,6 6-6-16,-2-6-4 0,0 1-8 0,-3 0 0 15,0-2-6-15,-8-2-4 0,-5 4 6 16,-7-1-11-16,-1 1 0 0,0 0-6 0,-5-1 6 16,-3 0-8-16,-8 3-3 0,8-2 2 15,-3-2 3-15,3-4-5 0,1 0 20 0,2 1 10 16,1-5 7-16,14 2-5 0,-4-3 0 15,6 1 1-15,-5-1-3 0,-3 5-6 16,1-2-3-16,-2 1-2 0,-8 2-4 16,1 0-15-16,-4 3-13 0,-7 0 0 0,-4 0 0 15,-8 3 0-15,4-1 0 0,-4 0 0 16,-2 2 0-16,4-1 0 0,-6-1 0 16,1 0 0-16,-1 0 0 0,1 1 0 0,1-1 0 15,0 0 0-15,2-1 0 0,2 0 0 16,-1-1 0-16,0 2 0 0,0-1 0 0,0 1 0 15,-2-1 0-15,-1 1 0 16,1 0 0-16,-3 2 0 0,1-1 0 0,-3-1 0 0,-11 2 0 16,26-2 0-16,-10 2 0 15,3 0 0-15,0-2 0 0,6 1 0 0,-1-2 0 16,5 1 0-16,-3-2 0 0,13 1 0 16,1-1 0-16,-8 3 0 0,-1-3 0 0,-3 4 0 15,1-1 0-15,0-1 0 0,-3 4 0 16,3-2 0-16,-3 0 0 0,1 1 0 0,-2 1 0 15,0 0 0-15,-2-1 0 0,-5 3 0 16,3-2 0-16,3 1 0 0,-4 1 0 0,5-1 0 16,0 0 0-16,2 1 0 0,-1-1 0 15,10 2 0-15,2 2 0 0,1-2 0 16,1 0 0-16,-1 0 0 0,1 1 0 0,3-1 0 16,-4 0 0-16,-3-1 0 0,5 0 0 15,-3 0 0-15,-8-2 0 0,8 1 0 16,-3 0 0-16,-7-1 0 0,3 0 0 15,7-1 0-15,-3-1 0 0,-9 2 0 0,3-2 0 16,-1 0 0-16,-3 2 0 0,-4-2 0 16,0 0 0-16,0 0 0 0,-8 0 0 0,0 0 0 15,1 2 0-15,-14-2 0 0,22 0 0 16,-10 2 0-16,-12-2 0 0,21 0 0 0,-21 0 0 16,19 0 0-16,-19 0 0 15,21-2 0-15,-10 2 0 0,-11 0 0 0,27 0 0 0,-9 0 0 16,0 2 0-16,5-2 0 15,2 0 0-15,2 1 0 0,2-1 0 0,-1 3 0 16,-2-3 0-16,5 0 0 0,-5 0 0 16,3 0 0-16,0 2 0 0,-1-2 0 0,-1 0 0 15,4 0 0-15,-3-2 0 0,12 2 0 16,-8-3 0-16,-5 2 0 0,4-1 0 0,-5 0 0 16,1 0 0-16,-4 2 0 0,-2 0 0 15,-4-2 0-15,3 2 0 0,-6-1 0 0,0 1 0 16,-1 0 0-16,-2 0 0 15,-11 0 0-15,23 0 0 0,-13 0 0 0,-2 1 0 0,-8-1 0 16,18 2 0-16,-7 0 0 16,-4 0 0-16,2 0 0 0,1-1 0 0,3-1 0 15,0 3 0-15,1-3 0 0,6 0 0 16,-4 0 0-16,5 0 0 0,3 0 0 0,-2 0 0 16,4 0 0-16,-1 0 0 0,0 0 0 15,0 2 0-15,-1-2 0 0,1 2 0 16,-3 0 0-16,-1-2 0 0,-5 2 0 0,4 2 0 15,-7-4 0-15,1 2 0 0,-2 1 0 16,0-3 0-16,-12 0 0 0,23 2 0 0,-13-2 0 16,-10 0 0-16,20 2 0 0,-6 0 0 15,1-2 0-15,1 2 0 0,2 2 0 0,1-4 0 16,3 6 0-16,-2-2 0 0,-1-1 0 16,1-2 0-16,-4 2 0 0,-4 1 0 15,1-2 0-15,0 0 0 0,-3-1 0 16,2 2 0-16,-7-1 0 0,5 0 0 0,-10-2 0 15,13 0 0-15,-13 0 0 0,9 2 0 16,-9-2 0-16,11 2 0 0,-11-2 0 0,0 0 0 16,0 0 0-16,12 2-71 0,-12-2-108 15,0 0-95-15,0 0-153 0,0 0-202 0,0 0-235 16,-23 8 50-16,23-8 89 0,-34 3-706 16,19 1-882-16</inkml:trace>
  <inkml:trace contextRef="#ctx0" brushRef="#br0" timeOffset="88913.84">18671 14350 1799 0,'-16'5'242'0,"-2"-1"-59"0,2 2-9 0,2 0-16 0,-2 0 0 0,-1-1 6 0,2 1 10 16,2-1-4-16,0-2 16 0,3 1 1 0,0 1 3 15,1-3-10-15,3-1-15 0,6-1-16 16,-10 7-11-16,10-7-11 0,4 8-11 0,5-4-8 15,11 1-10-15,18-3-5 0,10 1-9 16,24-6-12-16,16-4-7 0,30-3-8 16,7-2-34-16,8-2-45 0,0-1-43 15,1 4-4-15,6 3 10 0,-2 1 8 0,-5 2 9 16,-4-2 39-16,-7 3 16 0,-31 3 15 16,-7-3 2-16,-5 3 17 0,-12-1 3 15,-19 0 2-15,-11 2-2 0,-11 2 13 0,-3-2 17 16,-1-2 29-16,-8 2 18 0,4-2 11 15,-5 2-5-15,-13 0-3 0,19-2 4 0,-19 2-25 16,18 0-7-16,-18 0-9 0,11 0-12 16,-11 0-12-16,13-2-26 0,-13 2-44 0,0 0-58 15,16 0-71-15,-16 0-80 16,7 2-108-16,-7-2-116 0,0 0-175 0,12 4-109 0,-6-2 52 16,-6-2-519-16,12 3-651 15</inkml:trace>
  <inkml:trace contextRef="#ctx0" brushRef="#br0" timeOffset="90213.05">23742 14882 3374 0,'-25'-4'82'16,"0"1"25"-16,5-2-2 0,1 3-1 0,-3 0 3 16,2 0-4-16,1 0 12 0,0 2 20 15,4-4 15-15,2 4 8 0,13 0-4 0,-22 0-8 16,22 0-14-16,-13-3-13 0,13 3-10 16,0 0-9-16,0 0-10 0,0 0-9 0,49 3-11 15,3-3-3-15,22 0-11 0,14 0-5 16,32-4-2-16,9-1-35 0,13 1-34 0,6 4-9 15,10-4 0-15,4 6 3 16,6 2 5-16,-1-2 1 0,5 4 3 0,-5 3-4 16,-8-1 4-16,-14 2 3 0,-12-5 1 15,-11 3 0-15,-36-2 6 0,-8 0-1 0,-9-1 1 16,-10 1 2-16,-19 0 12 0,-8-4 5 16,-9 0 8-16,-1-2 7 0,-8 0 3 0,2 1 4 15,1-1-1-15,-3 0-3 0,-14 0 4 16,22 0-1-16,-10 1 6 0,-12-1-7 15,18 3 2-15,-18-3-4 0,20-4-2 16,-9 3-1-16,3-3-5 0,0 1-4 16,8 0-1-16,3-2-7 0,11-1-9 0,3-1-17 0,4 0-12 15,4 1-15-15,10-3-5 16,4 6-5-16,0-2-1 0,2 3-2 0,-13-2 4 16,-1 4 8-16,1 0 6 0,-2 0 0 15,-5 0 7-15,-3 0 1 0,-10 2 7 0,-3-2 4 16,-4 0 10-16,0 0 11 0,-2 0 12 15,-4-2 8-15,5 2 12 0,-4 0 8 0,1-2 1 16,6 1 14-16,2-2-3 0,2 3-4 16,1 0 2-16,10-3-4 0,-6 3-7 0,11 3-5 15,-2 0 0-15,0-2-5 0,2 1-2 16,-2-2-2-16,2 6-8 0,-2-4-3 16,-1 4 0-16,4-1-4 0,-2-1 1 0,-1 4 0 15,3-6-3-15,4 2 1 0,-2 2-2 16,-1-4-3-16,3-2-1 0,1 2 2 15,-2 0 0-15,-1-2-1 0,0 3-4 16,-2-1 1-16,-1-2 0 0,-1 1-4 0,0 6 2 16,-4-5-1-16,4-1 0 0,-4 0-2 15,-2 2-2-15,2 0 0 0,-8-3 3 0,8-2 0 16,-8 4 0-16,-1-2 3 0,-1-2-3 16,-1 4 4-16,0-2-1 0,-1 0 3 0,1 2-8 15,-4 0 0-15,-2 1 9 16,-3-3 14-16,0 0 14 0,-3 0 17 0,-6 2 21 0,7-2 23 15,-18 0 23-15,22 0 38 0,-8 2-17 16,-14-2-7-16,18 0-6 0,-4 3 6 16,-14-3 3-16,19 0 3 0,-9 4-3 15,-10-4-8-15,18 1-6 0,-18-1-11 0,14 0-11 16,-14 0-69-16,0 0-30 0,17 0 0 16,-17 0 0-16,0 0 0 0,12-1 0 15,-12 1 0-15,6-4-22 0,-6 4-244 0,0 0-96 16,0 0-128-16,0 0-159 0,0 0-209 15,0 0 48-15,0 0 98 0,0 0-656 16,0 0-822-16</inkml:trace>
  <inkml:trace contextRef="#ctx0" brushRef="#br0" timeOffset="92395.68">12702 16124 3922 0,'-13'2'-59'0,"13"-2"52"0,0 0 29 15,0 0 18-15,-21-3 12 0,21 3 17 0,0 0 24 16,0 0 10-16,0 0 4 0,-11 1 4 16,11-1-7-16,0 0 10 0,0 0 21 15,0 0 15-15,0 0 19 0,42 2-8 16,-12-2-6-16,20-2-10 0,18 1-15 0,11-1-4 15,7 0-13-15,4 2-10 0,-1 0-13 16,3 0-9-16,-7 5-8 0,-7-1-6 0,-8 1-8 16,-7-2-7-16,-17 1-3 0,-6-1-3 15,-9 1-2-15,-8-3-7 0,-4 3-3 16,-2-3-2-16,-2-1-2 0,-4 2-1 0,2 0 12 16,-13-2 31-16,16 0 10 0,-16 0 10 15,15 0 9-15,-15 0-9 0,10 2-8 16,-10-2-7-16,0 0-7 0,17 2-9 0,-17-2-6 15,0 0-7-15,12 0-8 0,-12 0-5 16,0 0 0-16,14 0-36 0,-14 0-55 0,0 0-64 16,0 0-70-16,18 4-76 0,-12-3-98 15,-6-1-118-15,7 1-159 0,-7-1-175 0,10 2 81 16,-10-2-658-16,0 0-845 0</inkml:trace>
  <inkml:trace contextRef="#ctx0" brushRef="#br0" timeOffset="92913.14">15763 15872 3997 0,'-29'0'85'0,"1"0"30"0,2 0 29 16,5 0 18-16,-2 0-2 0,1 0 13 15,8 2 30-15,-2-2 41 0,16 0 15 0,-22 0 8 16,22 0-7-16,-18 0-18 16,18 0-13-16,0 0-12 0,0 0-13 0,0 0-16 15,0 0-15-15,111-7-17 0,-35 2-18 16,6 0-15-16,4-2-15 0,-2 2-13 16,-6-2-13-16,-8 5-12 0,-7-3-21 0,-12 4-6 15,-6-3-38-15,-6 1-5 0,-10 1 0 16,-6 0 0-16,-4 2 0 0,-5 0 0 0,-2-1 0 15,-12 1 0-15,20-2 0 0,-20 2 0 16,16 0 0-16,-16 0 0 0,12 0 0 0,-12 0 0 16,0 0 0-16,12-3 0 0,-12 3 0 15,0 0 0-15,9-1-28 0,-9 1-299 16,0 0-144-16,0 0-174 0,8-3-257 0,-8 3 67 16,8-5 84-16,-8 5-688 0,16-9-890 15</inkml:trace>
  <inkml:trace contextRef="#ctx0" brushRef="#br0" timeOffset="93495.84">18757 15876 4350 0,'-38'-10'129'0,"-2"3"-13"16,-4 0-4-16,-2 0-8 0,6 3-11 0,3 1-9 0,6 1-2 15,6-1 24-15,6 1 28 16,-2 2 12-16,8-1 1 0,-2 1 1 0,15 0-2 16,-23-2-9-16,23 2-11 0,-16 2-8 15,16-2 11-15,0 0 13 0,0 0-5 0,54 20-8 16,5-13-9-16,14 1-28 0,13-6-12 15,35 0-8-15,14-1-5 0,-2-1-9 0,3-1-7 16,3-1-4-16,-5 0 1 0,-9-1-8 16,-6 2-6-16,-33-1-2 0,-9 0 0 0,-7 0 16 15,-18 0 31-15,-6 1 16 0,-8-1 23 16,-9 2 17-16,-6-2-7 0,-5 1-128 16,-6 1 0-16,1-2 0 0,-13 2 0 15,18-2 0-15,-18 2 0 0,15 0 0 0,-15 0 0 16,0 0 0-16,15-3 0 0,-15 3 0 15,10-2 0-15,-10 2 0 0,0 0 0 16,11-2 0-16,-11 2-75 0,0 0-624 0,12 2-238 16,-12-2 31-16,14 3 97 0,0 1-812 15,9 1-1059-15</inkml:trace>
  <inkml:trace contextRef="#ctx0" brushRef="#br0" timeOffset="93912.63">21933 16030 4639 0,'-16'6'89'0,"8"-4"16"0,-4 1-2 0,3 0 4 0,9-3 8 15,-7 3 7-15,7-3 16 0,0 0 33 0,0 0 34 16,0 0-2-16,57-3-5 0,-12 0-14 16,14-1-18-16,4-1-13 0,6 5-22 0,-4-2-15 15,4 1-10-15,-7-3-10 0,-10 1-9 16,-3 1-6-16,1 0-5 0,-7 0-11 0,0 1-6 15,-13-2-8-15,-3 3-5 0,-5 0-4 16,-2 0-4-16,-4 0-3 0,-4 0-3 0,-12 0-10 16,22 0-41-16,-15-2-75 0,-7 2-93 15,0 0-121-15,20 0-151 0,-20 0-197 16,0 0-181-16,7 2 55 0,-7-2 93 16,0 0-586-16,0 0-736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01:14.821"/>
    </inkml:context>
    <inkml:brush xml:id="br0">
      <inkml:brushProperty name="width" value="0.035" units="cm"/>
      <inkml:brushProperty name="height" value="0.035" units="cm"/>
    </inkml:brush>
  </inkml:definitions>
  <inkml:trace contextRef="#ctx0" brushRef="#br0">479 271 1328 0 0,'-10'-44'1086'0'0,"10"42"-954"0"0,-7-61 2814 0 0,-8-30 3128 0 0,15 91-4869 0 0,-9 9-785 0 0,-38 41 124 0 0,1 2 1 0 0,3 1-1 0 0,-37 59 1 0 0,24-34-25 0 0,-93 140 1627 0 0,149-215-2124 0 0,0-1 1 0 0,-1 1-1 0 0,1 0 1 0 0,0-1-1 0 0,-1 1 1 0 0,1 0-1 0 0,0-1 1 0 0,-1 1-1 0 0,1 0 0 0 0,-1-1 1 0 0,1 1-1 0 0,-1-1 1 0 0,0 1-1 0 0,1-1 1 0 0,-1 1-1 0 0,1-1 1 0 0,-1 1-1 0 0,0-1 1 0 0,1 0-1 0 0,-1 1 1 0 0,0-1-1 0 0,0 0 1 0 0,-1 1-1 0 0,0-18 98 0 0,12-54-479 0 0,-6 46 246 0 0,50-415-1292 0 0,-52 426 1361 0 0,-2 8 3 0 0,0 0 0 0 0,1-1 0 0 0,0 1-1 0 0,0 0 1 0 0,0 0 0 0 0,1 0 0 0 0,0 0-1 0 0,0 0 1 0 0,6-9 0 0 0,-1 20 91 0 0,24 23 83 0 0,-1 2 1 0 0,-2 1-1 0 0,50 70 1 0 0,25 28 133 0 0,-66-85-165 0 0,24 24 419 0 0,-59-67 185 0 0,-1-7-609 0 0,-2-17-48 0 0,-1-1-1 0 0,-1 0 0 0 0,-1 1 1 0 0,-14-45-1 0 0,4 10-4 0 0,13 54-42 0 0,-1-8-1 0 0,-1 0 0 0 0,0 0 0 0 0,-1 0 0 0 0,0 1 0 0 0,0 0 0 0 0,-13-21-1 0 0,16 31-2 0 0,-1 0 0 0 0,1 0 0 0 0,-1 0 0 0 0,0 0 0 0 0,1 1 0 0 0,-1-1 0 0 0,0 1 0 0 0,0-1 0 0 0,1 1 0 0 0,-1 0 0 0 0,0-1 1 0 0,0 1-1 0 0,1 0 0 0 0,-1 0 0 0 0,0 0 0 0 0,0 1 0 0 0,0-1 0 0 0,1 0 0 0 0,-1 1 0 0 0,0-1 0 0 0,0 1 0 0 0,1-1 0 0 0,-1 1 0 0 0,-2 1 0 0 0,-41 19 45 0 0,32-15-22 0 0,0 1 0 0 0,0 1 0 0 0,0 0 0 0 0,1 1 0 0 0,0 0 0 0 0,1 1 0 0 0,0 0 0 0 0,-11 15 0 0 0,20-23 34 0 0,10 3 1 0 0,-8-4-72 0 0,0-1 0 0 0,0 1 0 0 0,1-1 0 0 0,-1 1 0 0 0,1-1 0 0 0,-1 0 0 0 0,0 1 0 0 0,1-1 0 0 0,-1 0 0 0 0,1 1 0 0 0,-1-1 0 0 0,0 0 0 0 0,1 0 0 0 0,-1 1 0 0 0,1-1 0 0 0,-1 0 0 0 0,1 0 0 0 0,-1 0 0 0 0,1 0 0 0 0,-1 1 0 0 0,1-1 0 0 0,-1 0 0 0 0,1 0 0 0 0,0 0 0 0 0,-1 0 0 0 0,1 0 0 0 0,-1-1 0 0 0,1 1 0 0 0,-1 0 0 0 0,1 0 0 0 0,-1 0 0 0 0,1 0 0 0 0,-1 0 0 0 0,1-1-1 0 0,-1 1 1 0 0,0 0 0 0 0,2-1 0 0 0,3-1-197 0 0,37-21-2108 0 0,-40 22 1534 0 0,-1 0-1 0 0,1-1 1 0 0,0 1-1 0 0,-1-1 0 0 0,1 1 1 0 0,-1-1-1 0 0,0 0 1 0 0,1 0-1 0 0,-1 0 0 0 0,0 0 1 0 0,0 1-1 0 0,1-5 1 0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01:16.453"/>
    </inkml:context>
    <inkml:brush xml:id="br0">
      <inkml:brushProperty name="width" value="0.035" units="cm"/>
      <inkml:brushProperty name="height" value="0.035" units="cm"/>
    </inkml:brush>
  </inkml:definitions>
  <inkml:trace contextRef="#ctx0" brushRef="#br0">408 250 8661 0 0,'-164'-35'823'0'0,"60"7"2495"0"0,100 27-2491 0 0,13-2-475 0 0,14-5-213 0 0,1 1 0 0 0,0 1 0 0 0,0 1 0 0 0,29-1 1 0 0,116-3 191 0 0,-111 7-242 0 0,781 11 716 0 0,9 45-335 0 0,-512-31-392 0 0,-272-19-92 0 0,-16-3 51 0 0,51 10-1 0 0,-188-24-71 0 0,-172-3 1 0 0,139 12 28 0 0,-220-11-29 0 0,-802-50 6 0 0,511 8 1448 0 0,805 48-397 0 0,1559 60-306 0 0,-1506-41-814 0 0,-372-9-19 0 0,-307-18 102 0 0,-774-46 152 0 0,768 26 1080 0 0,460 37-1187 0 0,0 0 1 0 0,0 0 0 0 0,0 0-1 0 0,0-1 1 0 0,0 1 0 0 0,0 0-1 0 0,0 0 1 0 0,0 0 0 0 0,0 0 0 0 0,-1 0-1 0 0,1 0 1 0 0,0 0 0 0 0,0 0-1 0 0,0-1 1 0 0,0 1 0 0 0,0 0-1 0 0,0 0 1 0 0,0 0 0 0 0,0 0-1 0 0,0 0 1 0 0,0 0 0 0 0,0 0 0 0 0,0 0-1 0 0,24-3 113 0 0,45 1-148 0 0,700 75 23 0 0,-703-64-157 0 0,252 41-1481 0 0,-164-14-1794 0 0,-6 13-6141 0 0,-127-40 4596 0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01:17.102"/>
    </inkml:context>
    <inkml:brush xml:id="br0">
      <inkml:brushProperty name="width" value="0.035" units="cm"/>
      <inkml:brushProperty name="height" value="0.035" units="cm"/>
    </inkml:brush>
  </inkml:definitions>
  <inkml:trace contextRef="#ctx0" brushRef="#br0">289 107 10725 0 0,'-111'-19'145'0'0,"54"10"1694"0"0,-61-17 1 0 0,116 25-758 0 0,11-2-628 0 0,35-8-195 0 0,0 1-1 0 0,0 3 1 0 0,1 2-1 0 0,73 0 1 0 0,-67 3-139 0 0,981-3 1003 0 0,-1007 6-1109 0 0,-17 0-11 0 0,-14 0-1 0 0,-515-1 121 0 0,214-4 489 0 0,211 1-47 0 0,92 3-453 0 0,21 1-685 0 0,253 2-5897 0 0,-50 0-938 0 0,-135-1 3663 0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01:17.736"/>
    </inkml:context>
    <inkml:brush xml:id="br0">
      <inkml:brushProperty name="width" value="0.035" units="cm"/>
      <inkml:brushProperty name="height" value="0.035" units="cm"/>
    </inkml:brush>
  </inkml:definitions>
  <inkml:trace contextRef="#ctx0" brushRef="#br0">260 108 8377 0 0,'-44'-13'-42'0'0,"-18"-5"1772"0"0,-64-28-1 0 0,119 43-1043 0 0,-11-3-246 0 0,18 6-398 0 0,0 0 1 0 0,0 0-1 0 0,0-1 1 0 0,0 1-1 0 0,0 0 1 0 0,0 0-1 0 0,0 0 1 0 0,0 0-1 0 0,1 0 1 0 0,-1 0 0 0 0,0 0-1 0 0,0-1 1 0 0,0 1-1 0 0,0 0 1 0 0,0 0-1 0 0,0 0 1 0 0,0 0-1 0 0,0 0 1 0 0,0 0-1 0 0,0-1 1 0 0,0 1-1 0 0,0 0 1 0 0,0 0-1 0 0,0 0 1 0 0,0 0-1 0 0,0 0 1 0 0,0 0 0 0 0,0-1-1 0 0,0 1 1 0 0,0 0-1 0 0,0 0 1 0 0,0 0-1 0 0,0 0 1 0 0,0 0-1 0 0,0 0 1 0 0,-1-1-1 0 0,1 1 1 0 0,0 0-1 0 0,0 0 1 0 0,0 0-1 0 0,0 0 1 0 0,0 0 0 0 0,0 0-1 0 0,0 0 1 0 0,0 0-1 0 0,-1 0 1 0 0,1 0-1 0 0,0-1 1 0 0,0 1-1 0 0,0 0 1 0 0,0 0-1 0 0,0 0 1 0 0,0 0-1 0 0,-1 0 1 0 0,1 0-1 0 0,0 0 1 0 0,0 0-1 0 0,0 0 1 0 0,0 0 0 0 0,0 0-1 0 0,48-7 129 0 0,0 2 0 0 0,1 2 1 0 0,-1 3-1 0 0,67 7 0 0 0,-63-5-94 0 0,142 8 139 0 0,384 26 197 0 0,652 89 158 0 0,-1108-112-399 0 0,185-5 1 0 0,-234-7 25 0 0,-71-1-142 0 0,4 0-6 0 0,10 0-149 0 0,-17-1-737 0 0,-28 0-1292 0 0,6 0 1918 0 0,-182-11-10098 0 0,162 10 7449 0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01:18.419"/>
    </inkml:context>
    <inkml:brush xml:id="br0">
      <inkml:brushProperty name="width" value="0.035" units="cm"/>
      <inkml:brushProperty name="height" value="0.035" units="cm"/>
    </inkml:brush>
  </inkml:definitions>
  <inkml:trace contextRef="#ctx0" brushRef="#br0">237 167 7129 0 0,'-46'-17'945'0'0,"-1"1"1"0"0,-76-14-1 0 0,103 25 183 0 0,20 5-1075 0 0,0 0-1 0 0,0 0 1 0 0,0 0 0 0 0,0 0-1 0 0,0 0 1 0 0,0 0-1 0 0,1 0 1 0 0,-1 0 0 0 0,0 0-1 0 0,0 0 1 0 0,0-1 0 0 0,0 1-1 0 0,0 0 1 0 0,0 0 0 0 0,0 0-1 0 0,0 0 1 0 0,0 0 0 0 0,0 0-1 0 0,0 0 1 0 0,0 0-1 0 0,0 0 1 0 0,0 0 0 0 0,0 0-1 0 0,0-1 1 0 0,0 1 0 0 0,0 0-1 0 0,0 0 1 0 0,0 0 0 0 0,0 0-1 0 0,0 0 1 0 0,0 0-1 0 0,0 0 1 0 0,0 0 0 0 0,0 0-1 0 0,-1 0 1 0 0,1 0 0 0 0,0 0-1 0 0,0-1 1 0 0,0 1 0 0 0,0 0-1 0 0,0 0 1 0 0,0 0 0 0 0,0 0-1 0 0,0 0 1 0 0,0 0-1 0 0,0 0 1 0 0,0 0 0 0 0,16-4 478 0 0,28 0-444 0 0,565 12 1981 0 0,-180 4-1167 0 0,-294-7-588 0 0,-82-2 8 0 0,0-1 1 0 0,82-10 0 0 0,-121 4-33 0 0,-21-2-76 0 0,-27-3-33 0 0,29 8-189 0 0,-390-55 624 0 0,248 41-253 0 0,-69-3 287 0 0,285 19-3196 0 0,56-2-8956 0 0,-96 0 6625 0 0</inkml:trace>
</inkml:ink>
</file>

<file path=ppt/ink/ink4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5-09-20T03:54:13.050"/>
    </inkml:context>
    <inkml:brush xml:id="br0">
      <inkml:brushProperty name="width" value="0.05292" units="cm"/>
      <inkml:brushProperty name="height" value="0.05292" units="cm"/>
      <inkml:brushProperty name="color" value="#FF0000"/>
    </inkml:brush>
  </inkml:definitions>
  <inkml:trace contextRef="#ctx0" brushRef="#br0">14678 1855 2434 0,'0'0'260'0,"0"0"-29"16,0 0-40-16,0 0 3 0,-32 15-10 15,14 4-9-15,-5 5 3 0,-8 9-15 16,2 3 1-16,1 1-8 0,1 4-23 0,0 1-10 16,3-5-13-16,7-6-8 15,-3-2-13-15,5-1-8 0,4-8-6 0,3-2-8 0,3-5-5 16,-3-3-6-16,4 2 6 15,3-5-9-15,-3 3 15 0,2-6 15 16,2-4 0-16,0 0-9 0,0 0-6 0,0 0-9 16,0 0-2-16,-19-27-10 0,13 4-7 15,1-9-4-15,-2-6-6 0,3 1-5 0,1 1-3 16,1 5-2-16,-2 7 1 0,2-1-4 16,2 8 0-16,-1-3 9 0,1 6 8 0,0 2 5 15,0 0 3-15,0 2-5 16,0 2 1-16,0 0-9 0,0 8 4 0,5-8 43 15,4 6 18-15,-9 2 10 0,0 0-8 0,45 12-13 16,-19 2 1-16,7 1-9 16,-1 3-10-16,8 3-8 0,-8-4 7 0,8 9-18 15,-10-9-2-15,-1 0-12 0,-4-2-16 16,-6-1-11-16,-6-2-14 0,-1-2-7 0,-1-2 3 16,-3-1 2-16,0-3-1 0,-2 2 9 15,-6-6-6-15,0 0-16 0,0 0-21 16,0 0 2-16,0 0-3 0,0 0-10 0,-27-25 3 15,15 10 6-15,-3 1 5 16,4-2 3-16,1 3 8 0,1 1 4 0,-3 0 14 16,6 7 13-16,-1-2 6 0,-1 2-5 15,8 5 0-15,-14-4 2 0,14 4 4 0,0 0 13 16,-24 10-7-16,16-2 0 0,2-3-1 16,-3 1 2-16,4 0 0 0,-2 0 1 15,7-6 13-15,-5 6 6 0,5-6 8 0,0 0 14 16,0 0 22-16,0 0-1 0,0 0-7 15,0 0-4-15,21-12-9 0,-16 8-13 0,-5 4-44 16,14-8-89-16,-14 8-119 0,6-2-136 16,-6 2-174-16,0 0-234 0,0 0-57 15,0 0 83-15,0 0-624 0,16 12-806 0</inkml:trace>
  <inkml:trace contextRef="#ctx0" brushRef="#br0" timeOffset="3096.26">16833 2885 1370 0,'-23'0'675'0,"2"-1"-214"0,-3 1-65 0,4 0-71 0,-7 1-47 16,4-1-16-16,0 0-11 0,-2 0-3 16,3 3 15-16,1-3 25 0,1 0 3 0,6 0 0 15,0 0-10-15,1 2-19 16,13-2-11-16,-20 2-19 0,20-2-19 0,-12 2-15 16,12-2-19-16,0 0-11 0,0 0-8 15,0 0-8-15,73 0-15 0,-21-2-14 16,18 0-15-16,3 2-8 0,1-2-10 0,-5 2-11 15,-18 0-20-15,-3-3-59 0,-8 2 0 16,-8 1 0-16,-5 0 0 0,-5 0 0 0,-8 0 0 16,4 0 0-16,-5 0 0 0,-13 0 0 15,19 0 0-15,-19 0 0 0,17 0 0 16,-17 0 0-16,0 0 0 0,17-2 0 16,-17 2 0-16,0 0 0 0,13 0 0 0,-13 0 0 15,0 0 0-15,0 0 0 0,16 0 0 16,-16 0-8-16,0 0-440 0,0 0-175 15,7 3-242-15,-7-3-22 0,8 5 89 0,-8-5-754 16,12 8-994-16</inkml:trace>
  <inkml:trace contextRef="#ctx0" brushRef="#br0" timeOffset="3695.51">18221 2798 4482 0,'-25'2'-5'0,"2"-2"46"0,-1 1 31 0,7 1 35 0,2-2 33 15,-1 2 53-15,3-2 20 0,13 0 35 16,-21 2 9-16,21-2-18 0,-15 0-18 16,15 0-16-16,-12 1-19 0,12-1-17 15,0 0-17-15,0 0-7 0,0 0-17 16,59 0-13-16,-10-1-13 0,-1-1-11 0,16 0-9 15,3-1-8-15,-4 1-4 0,-2 0-10 16,-16 1-3-16,-4-1-6 0,-11 2-6 0,-6 0-3 16,-5-2-3-16,-5 2-1 0,-1 0-7 15,-13 0-2-15,21 0-3 0,-21 0-5 0,13-2-5 16,-13 2-7-16,11 0-9 0,-11 0-22 16,0 0-66-16,0 0-74 0,0 0-77 15,0 0-94-15,16 0-135 0,-16 0-192 0,8-1-228 16,-8 1 85-16,17-6 89 0,-2 1-583 15,15-5-756-15</inkml:trace>
  <inkml:trace contextRef="#ctx0" brushRef="#br0" timeOffset="4232.85">19908 2842 3820 0,'-23'5'71'0,"-2"-3"41"0,9-2 25 0,-4 2 26 16,7 0 31-16,13-2 31 0,-23 2 32 0,14-2 27 15,9 0 3-15,-17 1-6 0,17-1-16 16,-12 0-17-16,12 0-24 0,0 0-21 15,0 0-16-15,0 0-17 0,0 0-18 0,80-1-16 16,-30-1-14-16,18-2-11 0,2 2-13 16,1 1-9-16,-2-3-9 0,-5 4-10 15,-15-3-7-15,-6 2-5 0,-11 1-3 0,-7-2-26 16,-3 0-29-16,-10 2 0 0,4 0 0 16,-16 0 0-16,20-2 0 0,-20 2 0 0,18 0 0 15,-18 0 0-15,13-2 0 16,-13 2 0-16,0 0 0 0,10 0 0 0,-10 0-120 0,0 0-220 15,0 0-141-15,0 0-193 16,11 0-253-16,-11 0 99 0,11-5 82 0,1 4-640 16,5-5-839-16</inkml:trace>
  <inkml:trace contextRef="#ctx0" brushRef="#br0" timeOffset="4745.32">21363 2859 3820 0,'-14'0'0'0,"14"0"71"15,-22-3 45-15,11 2 29 0,11 1 30 16,0 0 32-16,0 0 25 0,-18 0 33 16,18 0 15-16,0 0 3 0,0 0-14 0,0 0-30 15,0 0-16-15,0 0-22 0,0 0-22 16,66-4-16-16,-20 4-13 0,2 0-19 0,-1 2-12 16,-3-2-12-16,0-2-10 15,-10 4-9-15,-9-2-6 0,-4 0-10 0,-6 0-6 16,0 0-4-16,-4 0-8 0,-11 0-7 0,22 0-6 15,-22 0-9-15,17 0-36 0,-17 0-60 16,11-2-81-16,-11 2-88 0,0 0-109 16,11-2-148-16,-11 2-203 0,9-3-178 15,-9 3 90-15,0 0-713 0,11-7-941 0</inkml:trace>
  <inkml:trace contextRef="#ctx0" brushRef="#br0" timeOffset="5544.96">22801 2836 3860 0,'-18'0'-52'0,"-2"0"60"0,3-2 52 15,2 2 32-15,1 0 29 0,14 0 37 0,-22 0 32 16,22 0 29-16,-20 0 34 16,20 0 18-16,-15-2 5 0,15 2-6 0,0 0-20 15,0 0-16-15,0 0-16 0,0 0-11 16,0 0-6-16,74-5-16 0,-5 2-16 16,6-1-14-16,2 1-19 0,2 1-12 0,-5-1-13 15,-6 1-7-15,-14 0-16 0,-6 1-6 16,-9 1-10-16,-6-4-4 0,-8 4-8 0,-6 0-59 15,-2 0-1-15,-3 0 0 0,-14 0 0 16,20-2 0-16,-20 2 0 0,17 0 0 0,-17 0 0 16,12 0 0-16,-12 0 0 0,0 0 0 15,15-1 0-15,-15 1 0 0,0 0 0 16,11-2 0-16,-11 2 0 0,0 0-281 16,14-2-302-16,-6-1-264 0,1-2-69 15,5-1 99-15,0 0-797 0,8-3-1055 0</inkml:trace>
  <inkml:trace contextRef="#ctx0" brushRef="#br0" timeOffset="6094.76">24478 2863 4394 0,'-19'0'-37'0,"4"0"69"0,2 0 33 0,13 0 45 0,-23-1 43 16,23 1 48-16,-15 0 49 0,15 0 33 15,-14 0 9-15,14 0-5 0,0 0-4 16,0 0-18-16,0 0-21 0,0 0-20 0,0 0-24 15,0 0-20-15,48-7-20 0,-5 5-16 16,9 2-15-16,2 2-15 0,-4-1-8 0,0 2-14 16,-3-3-72-16,-2 3-20 0,-11-3 0 15,-7 1 0-15,-6 1 0 0,-1 0 0 16,-6 0 0-16,1-2 0 0,-1 0 0 0,-14 0 0 16,16 0 0-16,-16 0 0 0,14 2 0 15,-14-2 0-15,0 0 0 0,17-2 0 16,-17 2 0-16,0 0 0 0,14 0-323 0,-14 0-243 15,7-6-244-15,-1 5-106 0,6-5 94 16,3 1-795-16,4 0-1056 0</inkml:trace>
  <inkml:trace contextRef="#ctx0" brushRef="#br0" timeOffset="6613.21">25835 2970 4208 0,'-23'0'-96'15,"2"-4"59"-15,2 4 47 0,1-2 34 0,7 1 43 16,-1-2 47-16,12 3 37 0,-22 0 34 15,22 0 21-15,-15-1 22 0,15 1 5 0,-13-1-8 16,13 1-5-16,0 0-11 0,0 0-13 16,0 0-10-16,0 0-14 0,0 0-15 15,61-2-21-15,-15 4-15 0,3-2-14 0,2 1-14 16,5-1-9-16,-5 0-10 0,-3 0-8 16,-3 1-10-16,-4-1-9 0,-9 3-6 0,-12-3-4 15,2 0-4-15,-9 0-4 16,0 0-7-16,-13 0-35 0,20 0-7 0,-20 0 0 15,13 0 0-15,-13 0-93 0,0 0-118 16,0 0-98-16,0 0-132 0,0 0-175 0,0 0-242 16,0 0 28-16,0 0 85 0,0 0-645 15,0 0-844-15</inkml:trace>
  <inkml:trace contextRef="#ctx0" brushRef="#br0" timeOffset="7011.96">27066 3060 4160 0,'-23'2'148'0,"6"0"59"0,0-2 17 16,3 0 45-16,14 0 50 0,-18 2 31 15,18-2 20-15,-14 0 13 0,14 0-9 0,0 0-14 16,0 0-34-16,0 0-33 0,0 0-30 16,50-7-118-16,-9 3-145 0,7 2 0 0,6 2 0 15,-1-1 0-15,-3 1 0 0,-2-2 0 16,-5 2 0-16,-13 0 0 0,-3 2 0 0,-4-2 0 15,-4 1 0-15,-3-1 0 0,-2 0 0 16,-2 0 0-16,-1 0 0 0,0 0 0 16,-11 0-373-16,24-5-147 0,-12 2-172 0,1-4-224 15,1 2 84-15,4-2 85 0,-1-1-651 16,6 2-851-16</inkml:trace>
  <inkml:trace contextRef="#ctx0" brushRef="#br0" timeOffset="7411.53">28947 3060 4025 0,'-32'2'91'0,"7"-4"70"0,6 1 39 0,2 1 28 0,1-2 69 16,7 0 39-16,9 2 26 0,-19-2 19 15,19 2 6-15,-11 0-18 0,11 0-24 0,0 0-29 16,0 0-26-16,0 0-27 0,47 2-123 15,-7 0-140-15,2 1 0 0,-1-1 0 0,2-2 0 16,-1 2 0-16,-10 0 0 0,-5-1 0 16,-1 1 0-16,-6 0 0 0,-5-2 0 15,0 1 0-15,-4-1-107 0,-1 0-372 16,-10 0-133-16,14-5-215 0,-14 5-50 0,1-5 95 16,-1 5-751-16,0 0-977 0</inkml:trace>
  <inkml:trace contextRef="#ctx0" brushRef="#br0" timeOffset="15459.75">8451 2046 1355 0,'6'-2'296'0,"-6"2"-48"15,0 0-33-15,15-4-23 0,-15 4-25 0,0 0-9 16,9-2-4-16,-9 2-9 16,0 0 19-16,0 0 8 0,0 0-10 0,11-4-16 0,-11 4-6 15,0 0-6-15,0 0-11 16,0 0-5-16,-6-11-5 0,6 11-7 0,0 0-12 15,-7-10-8-15,7 10-10 0,-9-6-6 16,9 6-7-16,-13-8-10 0,1 5-4 16,5 1-6-16,7 2-9 0,-27 0-4 0,12 2-5 15,-6 3 2-15,-2-1-6 0,-7 12-4 16,-3-1-1-16,-1 16-2 0,0-1-5 0,5 4 1 16,2 2 1-16,4 0-3 0,9-4 7 15,0 3 1-15,6-3 19 0,6-3 4 16,4-6 13-16,4-2 9 0,10 5 14 0,-4-6-9 15,10-3 0-15,-1-3-12 0,-3-4-1 16,6-3-8-16,-1-4 2 0,-5 1-1 0,3-3-12 16,2-1 0-16,-6 0-5 15,2 0-1-15,-4 0-5 0,1 0 0 16,-16 0-2-16,23-1-5 0,-23 1-8 0,18 0-13 16,-18 0-22-16,13 0-28 0,-13 0-39 15,0 0-59-15,14 0-67 0,-14 0-86 0,0 0-102 16,12-6-145-16,-12 6-144 0,0-6 61 15,0 6-315-15,0-9-430 0</inkml:trace>
  <inkml:trace contextRef="#ctx0" brushRef="#br0" timeOffset="16076.8">9086 1944 2412 0,'0'0'-65'0,"12"-5"44"0,-12 5 39 0,0 0 29 0,7-4 29 0,-7 4 19 0,0 0 19 0,0 0 7 16,0 0 7-16,7-5-3 0,-7 5-2 0,0 0 1 16,0 0-5-16,0 0-14 0,0 0-3 15,0 0-4-15,-9-13-3 0,9 13-4 16,0 0-13-16,-7-9-8 0,7 9-4 0,-10-7-6 16,10 7-5-16,-13-3-5 0,-1 1-13 15,14 2-6-15,-33 5 5 0,9-1-9 16,1 1 1-16,-7 3-3 0,5 1-2 0,-6 5-3 15,-1 4 2-15,7-4-1 0,0 1-16 16,9 2 5-16,0-5-5 0,5 2 3 16,2-3 1-16,2 1 0 0,3-1 4 15,4 1 4-15,4 0-9 0,4 3 35 0,7-1 9 16,6 3-9-16,6 0-5 0,2-2-5 16,1 0 0-16,1-2-4 0,1 0 0 15,-1 1-10-15,-5-1-1 0,-7 1 0 0,-2-2-1 16,-4 0-2-16,-1 0 4 0,-2 3 19 15,-7-2 3-15,-1-1 17 0,0-1 8 0,-4 1 5 16,-2 3 8-16,-1-1 2 16,-2-2-6-16,-7 3 3 0,1-3-8 0,1-2 1 15,1-1-6-15,-1-1-7 0,1-3-4 0,1 0-6 16,-2 1-3-16,3-3-8 16,0-1-29-16,9-2-41 0,-18 3-63 0,18-3-75 0,-18-1-83 15,11-1-97-15,7 2-130 16,-13-11-244-16,13 3 40 0,0-2 81 0,4-2-311 15,7-5-395-15</inkml:trace>
  <inkml:trace contextRef="#ctx0" brushRef="#br0" timeOffset="16309.5">9446 2077 2756 0,'0'0'118'0,"0"0"34"0,0 0 6 0,0 0 12 16,0 0 9-16,0 0-6 0,0 0-11 15,0 0-20-15,25-17-7 0,-8 11-25 0,-2-2-4 16,6 2-18-16,0 0-45 0,-4 3-53 16,1-3-74-16,0 2-94 0,-2 2-107 15,-1 0-143-15,-5 2-207 0,-3 0 56 0,-7 0-201 16,0 0-269-16</inkml:trace>
  <inkml:trace contextRef="#ctx0" brushRef="#br0" timeOffset="16496.08">9476 2263 2090 0,'-11'10'96'16,"-1"-3"60"-16,5-2 28 0,1 0 24 16,6-5 20-16,-9 8 22 0,5-5 28 0,4-3 10 15,0 0 4-15,-8 6-5 0,8-6-25 16,0 0-42-16,0 0-22 0,0 0-20 15,46-15-36-15,-13 3-70 0,-1 0-70 0,4 0-93 16,-4 0-97-16,2 0-108 0,-7 0-158 16,-4 2-263-16,-3 1 65 0,-5 3 73 0,-4-1-256 15,2 1-320-15</inkml:trace>
  <inkml:trace contextRef="#ctx0" brushRef="#br0" timeOffset="17459.62">10176 1915 2152 0,'-8'5'7'16,"5"-1"44"-16,3-4 37 0,0 0 22 15,-8 6 28-15,8-6 9 0,0 0 34 16,-6 5 21-16,6-5 18 0,0 0 7 0,0 0 9 16,0 0 23-16,0 0 1 15,0 0-13-15,0 0-19 0,42-3-26 0,-19-3-15 16,-1 0-25-16,11-2-15 0,-5 1-12 16,-6 1-17-16,-1 0-19 0,-1 1-32 0,2-2-42 15,-7 3-46-15,2 1-66 0,-1-1-66 16,-5 1-70-16,0 0-81 0,-1-2-114 15,-1-1-172-15,0 1-110 0,-2-2 78 0,-3 1-323 16,-3-3-423-16</inkml:trace>
  <inkml:trace contextRef="#ctx0" brushRef="#br0" timeOffset="17826.5">10629 1659 2612 0,'2'-12'0'0,"4"2"23"0,-5 0 5 16,6 3 5-16,0-1 10 0,-1 1 8 16,3-2 2-16,1 4 2 0,1 0-4 0,0 2 0 15,-11 3-3-15,25 3-8 0,-11 2 3 16,5 5 7-16,-4 4 15 0,0 10 5 16,-1 0 34-16,-6 1 33 0,-5-4-1 0,-3 4-6 15,-2 1 5-15,1-3 10 16,-9 8-6-16,7-7 3 0,-4-3-10 0,5-4-13 15,0-4-8-15,2 3 0 0,4-3 16 16,4 1 11-16,4-2-1 0,5 0-8 16,12 0-28-16,3-4-7 0,4-2-4 0,2-4-19 15,-4-2-8-15,9 0-23 0,-4-4-29 16,-1 0-28-16,-9 1-25 0,-2 0-26 0,-4-3-14 16,-3 1-38-16,-1 2-25 0,-3 0-23 15,-3-3-43-15,3 3-52 0,-7-2-72 16,0 1-125-16,-3 1-219 0,-6 3 60 0,5-5-282 15,-5 5-383-15</inkml:trace>
  <inkml:trace contextRef="#ctx0" brushRef="#br0" timeOffset="18792.41">8318 3147 2370 0,'0'0'34'0,"-2"-8"41"0,2 8 13 0,0 0 8 15,-2-9-4-15,2 9-10 0,0 0-9 16,0 0 34-16,0 0 38 0,0 0 4 16,0 0 15-16,23 29 3 0,-14-8 4 0,1-1 10 15,-2-1 4-15,5 10-11 16,-4-2 3-16,1-3-13 0,-6-4-9 0,3-2-14 16,-3-3-18-16,0 3-6 0,-1-4-11 15,-1-3-6-15,3 1-14 0,-3-6-2 0,0 3 0 16,1-1 44-16,-3-8 15 0,2 9 16 15,-2-9-20-15,0 0-15 0,0 0-15 16,0 0-11-16,-2-29-12 0,2 12-3 0,0-4-16 16,0 1-7-16,2-2-7 0,2 4-3 15,-4 1-6-15,2 4-12 0,0 3-2 0,-1-2-16 16,3 6 14-16,0 2-6 16,-4 4-11-16,17-4 4 0,-17 4-1 0,24 2 0 15,-12 0-2-15,4 6 1 0,-3-3 1 16,3 2-10-16,-3 1 2 0,0-1-4 0,-3 0 14 15,-3-2-12-15,2 2 5 0,2 1 1 16,-8-6 12-16,-3-2-2 0,11 5 28 16,-11-5 16-16,0 0-9 0,0 0-5 0,12-13-8 15,-8 1-8-15,0-9-2 0,1-2-14 16,5-6-5-16,2 0-5 0,-3 8-2 0,0 5-9 16,3 0 2-16,-1 7-8 0,0-1 5 15,5 6 1-15,-3 1 2 0,3 6-3 16,3 1 0-16,-1 6-2 0,2 2 6 15,3 5 0-15,-1 1 6 0,-1 1-8 0,-6-2 5 16,-1-3-2-16,-3 1 5 0,1-5-7 16,-3 1 2-16,1-1 0 0,-5-1-7 15,3-3-49-15,-2 1-48 0,0-1-48 0,-3-1-80 16,-3-5-118-16,8 3-141 0,-8-3-158 16,0 0-178-16,0 0 69 0,15-14-630 0,-7 1-841 15</inkml:trace>
  <inkml:trace contextRef="#ctx0" brushRef="#br0" timeOffset="19177.3">9404 2800 3583 0,'0'0'-69'0,"0"0"36"0,0 0 11 0,0 0 13 0,-23 1 11 0,23-1 25 0,-15 11 17 16,2-3 33-16,1 2 0 0,-1 2 18 15,0 2 10-15,1 1-3 0,2 2-10 16,1-5-3-16,7 1-6 0,0 1-7 0,4-2-1 16,8 1 5-16,1-1-4 0,3 1-4 15,2-1-11-15,9 3-6 0,0-1 0 16,4-1-6-16,-10-2-18 0,1-1 0 16,-4 0-5-16,1 0 10 0,-3 0 22 0,-5 1 18 15,3 3 31-15,-5-1 26 0,1-1 6 16,-7 0 8-16,1 3-1 0,-4-1 4 15,-3 1-18-15,-2-3-13 0,-6 5-12 0,1-3-17 16,-4 3 5-16,1-6-20 0,-2 2 2 16,0-5-10-16,-1-3-10 0,4-2-29 0,-4-2-29 15,1-1-36-15,-2-1-35 0,5 0-36 16,-2-3-44-16,2 3-54 0,-5-1-67 16,5 0-93-16,1-1-130 0,4 0-212 0,-1-3 3 15,4 3 75-15,6-6-396 0,2-3-499 16</inkml:trace>
  <inkml:trace contextRef="#ctx0" brushRef="#br0" timeOffset="19392.57">9863 2959 3150 0,'0'0'179'0,"0"-9"18"15,0 9-5-15,0 0-2 0,0-9-22 0,0 9-14 16,10-10-14-16,-3 4-13 0,9-2-16 15,3-3-11-15,5-3-23 0,1 4-52 0,-4 1-47 16,2 1-60-16,-4-1-57 0,2 2-47 16,-3 2-55-16,-3 3-60 0,-2-2-43 15,-5 5-43-15,-8-1-89 0,3 7-54 16,-3 2-185-16,-5-1-208 0</inkml:trace>
  <inkml:trace contextRef="#ctx0" brushRef="#br0" timeOffset="19541.75">9887 3091 1999 0,'-20'19'39'0,"5"-5"28"0,3-4 13 0,3 2 19 15,4-5 24-15,-4-1 41 16,6 2 35-16,-3-4 34 0,6-4 28 0,0 9 13 0,0-9-10 16,0 0-24-16,21 4-7 0,-4-6-26 15,6-5-30-15,7-5-55 0,6 0-81 16,-1-3-113-16,2 1-151 0,-5-1-173 0,10-5-243 16,-10 4 13-16,-5 2 73 15,-4 4-234-15,-5 0-275 0</inkml:trace>
  <inkml:trace contextRef="#ctx0" brushRef="#br0" timeOffset="20244.45">10576 2875 2294 0,'0'0'97'16,"-11"5"46"-16,11-5 42 0,0 0 22 0,-10 4 15 16,10-4 19-16,0 0 7 0,0 0-6 15,0 0 5-15,0 0 6 0,0 0-16 0,0 0-1 16,0 0-16-16,42-11-23 0,-19 3-22 16,0 2-14-16,8-6-3 0,-7 4-24 15,-3 1-23-15,-4 0 3 0,0 4-22 16,-5-2-11-16,1 1-9 0,-4 1-18 15,3-2-38-15,-12 5-47 0,15-5-55 0,-8 1-75 16,-7 4-95-16,14-7-119 0,-4 2-165 16,-2 0-219-16,-1-2 65 0,1-1 79 0,-3-3-378 15,4 5-470-15</inkml:trace>
  <inkml:trace contextRef="#ctx0" brushRef="#br0" timeOffset="20608.57">10965 2627 3024 0,'-4'-8'143'0,"-2"2"27"0,5-2-9 0,1-1-9 15,3 1-4-15,5-2 1 0,2 1 1 16,1-1-10-16,8 2-10 0,-4 3-13 16,6 3-18-16,0 2-9 0,4 3-9 15,3 9-4-15,-1 2-8 0,0 9 23 0,-8 2 12 16,-4 2 1-16,-6 2 12 0,0 4 27 15,-8-3 23-15,-2-4 48 0,-8 6 11 0,4 0 0 16,-1-6-2-16,2-6-6 0,3-4-15 16,-1-2-8-16,0-3 1 0,0 2-4 0,2-4 7 15,0-2 8-15,4-1-4 16,-4-6-145-16,13 8-58 0,-3-4 0 0,5-4 0 16,-1 0 0-16,4 0 0 0,3-1 0 15,0-3 0-15,3 1 0 0,0-3 0 0,-1 2 0 16,-7 2 0-16,2-1 0 0,-2-3 0 15,-2 2 0-15,-3 0-336 0,1-2-206 0,-4 2-169 16,-3-2-208-16,-1 3 70 0,-4 3 104 16,0 0-646-16,0 0-843 0</inkml:trace>
  <inkml:trace contextRef="#ctx0" brushRef="#br0" timeOffset="23174.64">16476 4083 3566 0,'0'0'-175'0,"-17"-2"29"16,6 2 28-16,-3-2 17 0,14 2 27 15,-26 0 24-15,10-2 23 0,0 0 18 0,-2 2 12 16,-3 2 16-16,-2-2 7 0,-6 0 5 0,-11 2 12 16,1 4 5-16,-6 0 6 15,0 3 3-15,-7 1 0 0,11-2 5 0,-4 1-6 16,6-1 5-16,1 3-6 0,-3 1-6 15,5-2-2-15,0 0-10 0,4 1 6 0,-1 2 8 16,1-1-4-16,2-1 7 0,-3 0 3 16,5 2-3-16,-5 1 12 0,3-1-3 0,-3 7-4 15,-7 1 6-15,7-2-15 0,5 4 2 16,-6 4-1-16,1 4-6 0,10-6 9 16,1 3-6-16,3 2-1 0,-3 2-6 15,6-1-1-15,0-1-5 0,3 2-1 16,2 0-3-16,1 0-6 0,6-4-3 0,-1 6 3 15,-1-7 3-15,4 0-4 0,2-2-5 16,2 0-6-16,2 0 2 0,-1 8-1 0,3-6 1 16,1-5-2-16,2-1-1 0,-2-2 1 15,2-1-3-15,3-2 2 0,-2-3-7 0,-3-4-12 16,0 1-35-16,2-4-50 0,-4-3-72 16,3-2-89-16,-8-1-134 0,0 0-235 0,0 0 32 15,0 0 61-15,0 0-232 16,0 0-251-16</inkml:trace>
  <inkml:trace contextRef="#ctx0" brushRef="#br0" timeOffset="27556.87">18601 1870 2035 0,'0'0'-28'0,"0"0"24"16,0 0 27-16,6-3 16 0,-6 3 18 0,0 0 18 0,0 0 19 16,0 0 14-16,0 0 18 15,0 0-2-15,0 0-7 0,-8-10-1 0,8 10 1 16,0 0-1-16,-5-7-9 15,5 7 12-15,0 0 0 0,-10-9-13 0,6 7 9 16,4 2-4-16,-6-6-5 0,6 6-8 0,-12-6-3 16,9 3-14-16,-5 0-2 0,1 0-6 15,0-3 0-15,-6 0-5 0,2 0-4 0,-2 2-9 16,0 0-6-16,0 1-8 0,1-3-2 16,-1 4-3-16,1-2-9 0,1 4-1 15,0-2-3-15,0 0-2 0,11 2-4 16,-22-2-3-16,10 4 7 0,-1-2-5 15,-1 2-7-15,1 0 1 0,0-2 0 0,0 3 0 16,-3 0 1-16,1-1-3 0,-1 2-3 16,2-1 2-16,-4 3 0 0,3 0-6 0,-2-1 5 15,0 0-4-15,1 0-5 0,4 0 4 16,-4 2 1-16,3 0-2 0,-1-2-1 16,1 2-2-16,4 0 7 0,-1-2-3 0,0 2-2 15,-1 0 0-15,3 1-1 0,-1 1 2 16,1-1-1-16,-1 3 4 0,-1 1-3 15,3-1 1-15,-1 1-3 0,3 0 0 16,-4 0 4-16,4 1-2 0,-3 2 1 0,5-1 0 16,-3-2-1-16,0 1 4 0,-2 0-4 15,5 1-1-15,-1-2 6 0,0 0-3 16,2-1-2-16,-1 1 0 0,-2 0 2 0,3-1 5 16,2 1-7-16,-2 0 5 0,1-1-3 15,-1 1-1-15,0 1 0 0,0-2 2 0,2 1 5 16,-2 0-3-16,0-1-2 15,2 1 0-15,0-2-4 0,-1 3 4 0,1-4 0 16,-2 4 1-16,2-6 0 0,0 5 0 0,0 0-2 16,0-3-2-16,-2-1 3 15,2 4-4-15,0-2 1 0,0-2 0 0,0 3 6 16,0-1-4-16,0-1 6 0,0 3-4 16,-2-2 4-16,0 3 1 0,2 1 9 0,-2-2 4 15,2 0 1-15,0 0-4 0,0 0-4 16,0 2 0-16,0-1 2 0,0-1-5 15,2-1 0-15,0 3-1 0,0-3-6 0,0 1 6 16,0 0-1-16,-2 0 0 16,1 1-4-16,1-1-2 0,-2 0 1 0,2-3 0 0,0 3-6 15,0-1 5-15,0 0-3 0,-1-3 3 16,-1 0 0-16,2 1 0 0,0-2-1 16,0 0 1-16,3 0 0 0,-4 0-1 0,1-1-1 15,-2-6-1-15,8 13 2 16,-5-7 3-16,5 1-4 0,-2 0 5 0,3 0-2 15,-1 0-5-15,-1 0 1 0,3-1 3 16,-2 1 2-16,5 0-5 0,-5 0 2 0,1-2 1 16,2 2 1-16,1-2-3 0,-1 0-1 15,-1 1 3-15,2-1-1 0,-3-1 2 16,5 3-1-16,-3-3 0 0,0 2 1 0,1-4-1 16,-1 2-1-16,0 0 4 0,1-2-5 15,1 3 3-15,1-4 3 0,-3 1-5 0,-11-2 3 16,21 3-2-16,-8-1 5 15,-1-2-5-15,-12 0 3 0,22 0-3 0,-6 0-9 16,-3 0-5-16,3-2 9 0,-1 2-6 16,-2-1 2-16,0-1 3 0,3 0 2 15,-1 1 4-15,1-2 3 0,-2 1 1 0,0-2 2 16,3 2 3-16,-3-2 3 0,0 2 4 16,2-1 10-16,-1-2 5 0,-1 1 7 0,-1 3 5 15,-2-3 3-15,3 0-1 0,-5 2 3 16,2-1 10-16,-1 0 10 0,1-3 6 15,1 2 9-15,-1-1 4 0,-1 0 1 0,2 0 0 16,-1 1 2-16,-4-4 2 0,3 3-1 16,-1-2-6-16,3 0-2 0,-5-1-2 0,1 1-5 15,1 0 2-15,1 0 2 16,-2 0-5-16,-1 0-2 0,1-1-4 0,-1-1-2 16,2 3-7-16,-4-3-3 0,2 0-6 15,-1 0-2-15,1 3-3 0,0-3 0 0,-2 1-8 16,3-4 2-16,-5 5 6 0,5-3 3 15,-2-2 2-15,-2 5 5 0,2-5-27 16,-3 2-33-16,3-2 0 0,-3 1 0 0,4 1 0 16,-3-3 0-16,-1 1 0 0,1 0 0 15,2 3 0-15,-3-3 0 0,3-1 0 16,-1 1 0-16,-2 2 0 0,1-2 0 16,0 2 0-16,-1 0 0 0,-1-1 0 0,4-2 0 15,-5 4 0-15,4-1 0 0,-1-2 0 16,-2 2 0-16,1-1 0 0,-3-1 0 0,4-1 0 15,0 1 0-15,-2-3 0 0,-1-2 0 16,1 1 0-16,0 0 0 0,3-1 0 16,-3 5 0-16,-1-2 0 0,-1 1 0 0,0 0 0 15,0-1 0-15,0 3 0 0,0 0 0 16,-1 1 0-16,1-2 0 0,-2 2 0 0,-3 0 0 16,3-1 0-16,0 1 0 0,-1-2 0 15,-1 4 0-15,0-3 0 0,1 1 0 16,-1 0 0-16,-1-1 0 0,2 3 0 15,-1-2 0-15,0 1 0 0,1 1 0 0,-1 2 0 16,0 0 0-16,1 0 0 0,-2-1 0 16,1 0 0-16,0 0 0 0,-1 2 0 15,-1-2 0-15,1 0 0 0,-4 1 0 0,4-1 0 16,-2-2 0-16,-1 2 0 0,0 1 0 16,0-1 0-16,1-2 0 0,2 2 0 0,-3 1 0 15,2 0 0-15,-2 1 0 0,3 0 0 16,-1 2 0-16,1-1 0 0,-4-1 0 0,9 5 0 15,-13-5 0-15,1 0 0 0,3 1 0 16,-2 1 0-16,-1 0 0 0,1-1 0 16,-2 2 0-16,1-1 0 0,3 0 0 0,-2 1 0 15,11 2 0-15,-18-4 0 0,11 2 0 16,7 2 0-16,-18-3 0 0,11 2 0 16,7 1 0-16,-20-2 0 0,11 2 0 15,9 0 0-15,-25 0 0 0,12 2 0 0,-1-4 0 16,0 4 0-16,0-2 0 0,-1 0 0 15,5 0 0-15,10 0 0 0,-20 0 0 0,9 0 0 16,11 0 0-16,-14-2 0 16,14 2 0-16,-13 0 0 0,13 0 0 0,0 0 0 15,-18 2 0-15,18-2 0 0,-13 1 0 16,5-1 0-16,8 0 0 0,-22 3 0 16,4-1 0-16,2 2 0 0,-2-2-358 0,-3 6-298 15,-2-4-231-15,-3 2-35 0,3 0 94 16,1-1-716-16,3 5-988 0</inkml:trace>
  <inkml:trace contextRef="#ctx0" brushRef="#br0" timeOffset="29259.2">19165 6073 4029 0,'-19'4'-164'16,"4"-2"52"-16,2 4 44 0,-1-6 36 0,4 2 33 0,1 0 27 0,9-2 31 16,-15 2 32-16,15-2 15 0,-13 1 9 15,13-1 4-15,-11 0-3 0,11 0-1 16,0 0-11-16,-11 0-14 0,11 0-9 0,0 0-12 16,0 0-1-16,0 0-1 0,0 0-3 15,0 0-2-15,0 0-3 0,48 0-2 0,-25 0-3 16,5-1 1-16,15 1 1 15,0-4 2-15,3 4-4 0,3-2-6 0,5 1-2 0,9 1-4 16,3 0-8-16,4-5 0 16,-4 5-4-16,2-4-2 0,1 0-3 0,2 0-3 0,-5 2-1 15,5-2-2-15,-7 0-1 16,3 3-3-16,-3-2-3 0,-16 0 0 0,2 1 0 16,-3 0-2-16,3 0-3 0,-2-1 1 15,-4 0-3-15,-3 1 3 0,0 2-1 0,-1-4 0 16,-12 2 0-16,-3 2 1 0,-1-2 7 15,-4 2 10-15,-1-2 5 0,1 0 1 0,-4 2-4 16,4-3 4-16,-6 3-4 0,6-2-3 16,-4 0 3-16,6-2-6 0,-3 0 2 0,3 2-8 15,5-2 0-15,7-4-1 0,3 4 0 16,1-1-4-16,-2-1 1 0,2 1-3 0,1 0 1 16,-1 1-2-16,-8 1-1 0,8 0 1 15,0-2 0-15,-1 1 1 0,-1-1-3 16,-6 4-1-16,-3-3 3 0,11-3-3 15,0 2 0-15,3-2-2 0,-4 2 0 0,5-2-2 16,1 0 4-16,-4 2-1 0,5 0 1 16,-4-2 1-16,-4 2 7 0,-11 3 7 15,-4-1 7-15,-6 3 8 0,-4-2 16 0,1 0 11 16,-12 2 15-16,19-1 10 0,-12-1 1 16,-7 2-1-16,14-2-10 0,-14 2 3 0,0 0-12 15,15-3-4-15,-15 3-10 0,0 0 0 16,14-2-10-16,-14 2-29 0,5-2-53 0,-5 2-75 15,0 0-91-15,0 0-129 16,0 0-135-16,0 0-159 0,0 0-155 0,-28-10 54 16,15 10-640-16,-7-1-824 0</inkml:trace>
  <inkml:trace contextRef="#ctx0" brushRef="#br0" timeOffset="31506.51">18390 7037 3616 0,'-20'1'-106'0,"5"1"41"0,2-2 29 15,0 2 27-15,1-2 25 0,12 0 38 16,-23 0 27-16,13-2 31 0,10 2 15 15,-14 0 6-15,14 0 0 0,-14 0-8 16,14 0-7-16,0 0-6 0,-15 0-8 16,15 0-6-16,0 0-6 0,-11-2-3 0,11 2-5 15,0 0 3-15,0 0 5 0,0 0 2 16,0 0-2-16,0 0-3 0,30-5-3 0,-11 3-10 16,-2-1-4-16,10 0-4 0,11-1-7 15,4 1-4-15,6-2-6 0,13 0-3 0,0 0-10 16,3-1-1-16,-3 3-4 0,2 0-5 15,-13 1 0-15,-5-2-4 0,1 4-1 16,-6-1-1-16,-9 1-6 0,-6-2 3 16,-4 2-2-16,-5 0 3 0,0-3 23 0,-1 3 15 15,-1-1 11-15,-1 1 8 0,-2-1 10 16,-3-1 16-16,1 0-10 0,-9 2 1 0,17 0-5 16,-17 0-11-16,16-2 2 0,-16 2 3 15,11-1 3-15,-11 1-9 0,12 0-10 0,-12 0-1 16,7-2-6-16,-7 2-5 0,0 0-8 15,11-1-6-15,-11 1-2 0,9-4-9 0,-9 4-32 16,0 0-32-16,0 0-60 0,0 0-67 16,0 0-102-16,0 0-121 0,0 0-133 0,0 0-180 15,0 0-87-15,-31 0 61 0,31 0-644 16,-18-1-821-16</inkml:trace>
  <inkml:trace contextRef="#ctx0" brushRef="#br0" timeOffset="32891.41">20749 7059 3534 0,'-12'3'-117'0,"-1"1"38"0,5-2 36 0,-3 0 35 15,3-1 28-15,8-1 34 0,-14 1 30 0,14-1 30 16,-11 0 20-16,11 0 9 15,-11 2 9-15,11-2 5 0,-10 4-5 0,10-4-3 16,0 0-7-16,-7 1-9 0,7-1-10 16,0 0-5-16,0 0-9 0,0 0-2 0,0 0 3 15,0 0 2-15,0 0 1 0,28 6-2 16,-3-6-11-16,13-2-5 0,10 0-9 0,15-1-9 16,7-4-6-16,4 2-12 0,8-4-1 15,1 1-7-15,-3 1-3 0,-2-2-7 16,-6 1-3-16,-5 4-7 0,-2-1-5 15,-16 2-2-15,-7-1-3 0,-4 1 1 0,-9 1-1 16,-6 1 2-16,-7 0-7 0,2 1-2 16,-3-3-1-16,-1 3 0 0,-1-2 5 0,1 2 3 15,-3-1 6-15,-11 1 9 0,23-2-5 16,-12 2 6-16,-11 0-5 0,16-2-5 0,-16 2-1 16,14 0-8-16,-14 0 7 0,14 0-5 15,-14 0-2-15,0 0-2 0,0 0 0 0,19 0 1 16,-19 0 3-16,0 0-3 0,0 0-2 15,0 0 7-15,15 0-3 0,-15 0-2 0,0 0-1 16,0 0-4-16,0 0-5 16,8-1-34-16,-8 1-46 0,0 0-58 0,0 0-92 15,0 0-129-15,0 0-135 0,0 0-216 16,-27 8-54-16,18-5 84 0,9-3-577 0,-18 2-712 16</inkml:trace>
  <inkml:trace contextRef="#ctx0" brushRef="#br0" timeOffset="34505.8">23179 7052 3279 0,'-9'4'-97'0,"9"-4"38"0,-11 5 32 16,11-5 39-16,-9 3 25 0,9-3 32 0,-6 2 25 16,6-2 22-16,0 0 13 15,-8 4 6-15,8-4 7 0,0 0-2 0,0 0 3 16,0 0 0-16,0 0-1 0,0 0-9 16,34-2-9-16,-10-4-11 0,1 1-15 0,11-2-7 15,1 0-8-15,0-1-9 0,-2 0-7 16,-1 1-6-16,-7 1-6 0,-7 1-5 0,-3 2-5 15,-4 0-2-15,-1-1-7 0,-4 2 2 16,-1 1-5-16,-7 1 1 0,10-2-8 0,-10 2 4 16,0 0-7-16,0 0-3 0,0 0 0 15,0 0-3-15,-37 0-1 0,23 3-3 0,-4-1 1 16,0 1-2-16,-4-2-2 16,3-1-3-16,-1 1 3 0,-3 1-1 0,1 0 0 15,2-1-2-15,-1 1 1 0,1 1 4 16,4-3 0-16,0 2 3 0,3-2 1 0,1 4 4 15,3-4 3-15,0 1 3 0,9-1 5 16,-20 2 3-16,20-2-1 0,-13 0 4 0,13 0-3 16,0 0-1-16,0 0-3 0,0 0 0 15,0 0-1-15,0 0-7 0,38-10-3 0,-20 6 2 16,4 3-4-16,-3-3-6 0,1 3 0 16,5 0 3-16,-3-2-2 0,-5 1-4 0,-2 2-3 15,1-1-2-15,-3 1-1 0,-4 0 2 16,-9 0-3-16,17-2 3 0,-17 2-3 15,0 0 4-15,8 3 2 0,-8-3 0 16,0 0 1-16,-23 7-3 0,8-3-1 0,-4-1 0 16,-2 0 1-16,2-1-6 0,-1 2 4 15,-2-1-2-15,5 2 1 0,-5-1 4 0,8-1-3 16,-4 0 0-16,5 1-2 0,-1-1-3 16,7-1 4-16,7-2 0 0,-15 5 1 0,15-5 0 15,-10 5 1-15,10-5 4 0,0 0 0 16,0 0-4-16,0 0-1 0,0 0 8 0,32 0-2 15,-14 0-6-15,-2-1-1 0,2 1-2 16,0-2 6-16,-4 0-3 0,0 2 1 16,-1-2 2-16,-4 2-2 0,-9 0-5 0,20 0 0 15,-13-1 4-15,-7 1 0 0,0 0-4 16,0 0 3-16,12 1-1 0,-12-1 3 16,0 0-2-16,0 0 2 0,0 0-7 0,0 0 14 15,-27 7-9-15,27-7 0 0,-10 2 0 16,10-2 0-16,-7 2 0 0,7-2 4 15,0 0-8-15,-11 3-19 0,11-3-36 0,0 0-53 16,0 0-72-16,-10 2-95 0,10-2-115 16,0 0-138-16,0 0-195 0,0 0 51 0,0 0 83 15,0 0-437-15,0 0-502 16</inkml:trace>
  <inkml:trace contextRef="#ctx0" brushRef="#br0" timeOffset="37054.94">25090 7002 2781 0,'0'0'-55'0,"-12"2"27"0,12-2 30 0,-7 4 23 15,7-4 29-15,-9 0 29 0,9 0 20 16,0 0 24-16,-12 1 7 0,12-1 15 0,0 0-7 16,0 0 5-16,0 0-7 0,0 0-3 15,0 0-8-15,0 0-7 0,-11 2-5 16,11-2-12-16,0 0 7 0,0 0 13 0,0 0-4 15,0 0 6-15,0 0-6 0,30 3-4 16,-17-1-1-16,8-2-5 0,6 0-7 0,2 0-2 16,1 0-7-16,14-2-8 0,2 2-10 15,-1-1-4-15,1-1-12 0,-1 2-4 0,5-2 1 16,-4 2-12-16,-2 0-5 16,-2 0-3-16,-2 0-6 0,-7 0-4 0,-8 0-1 15,-2 0-6-15,1 2 5 0,1 0-7 16,-1-1-5-16,-3 1-1 0,4 0 5 0,-2 0 2 15,2-1-4-15,-5 1 6 0,7 0-4 16,0 0 1-16,-1-1 3 0,1-2-1 0,2 1-2 16,0 0 0-16,-1-2 2 0,1 0-2 15,-2 0 2-15,-2 1-7 0,-1-1 0 0,-3 0-6 16,-3 0 4-16,2 1 0 0,-5-1-1 16,-2 2 5-16,1-2-7 0,-3 2-5 0,0-1 3 15,-11 1 4-15,23 0-1 16,-11 0-3-16,1 0 5 0,0 0-5 0,3-2 1 15,-1 4 3-15,2-4-1 0,2 2 5 16,-2-2-11-16,5 1 3 0,-2-3 1 0,-1 2-1 16,-1 1-6-16,-1-1 0 0,-4 2 1 15,4 0 0-15,-3-2 0 0,-1 2-3 0,-4-1 3 16,-9 1 5-16,19-2-3 0,-7 0-2 16,-2 0 0-16,1 1-4 0,3-1 7 0,-1 2 0 15,0-4-2-15,4 3-1 0,3-1 7 16,-2-2-6-16,1 3-3 0,5-4 0 0,-6 3 0 15,5-3 2-15,-5 1-1 0,-4 3-3 16,6-3 5-16,-5 4-4 0,-2-3-1 16,0 1 5-16,-2 0 3 0,0 2 14 15,0-2 6-15,-11 2 5 0,17-2 9 0,-8 0-5 16,3 2-5-16,0-2-5 0,-1 1 0 16,3-1-4-16,-2 0-2 0,1 0-4 0,1 2 11 15,-1-2 20-15,-1 2 4 0,-1-1-4 16,-11 1-3-16,20 0 5 0,-11 0 5 0,-9 0 5 15,13-3 4-15,-13 3 1 0,0 0 2 16,16 0 4-16,-16 0-3 0,0 0-1 0,11 3-5 16,-11-3-10-16,0 0-1 0,0 0-9 15,12-3-16-15,-12 3-24 0,0 0 0 0,0 0-5 16,9-1-108-16,-9 1-98 16,0 0-110-16,0 0-142 0,0 0-150 0,0 0-246 15,0 0 51-15,0 0 88 0,0 0-667 16,-29-9-840-16</inkml:trace>
  <inkml:trace contextRef="#ctx0" brushRef="#br0" timeOffset="40672.39">29938 6272 3612 0,'-6'-23'-101'0,"-1"-2"30"16,-5-4 24-16,-1-4 19 0,-7 4 18 0,-2-8 23 16,-3 0 24-16,-1 2 18 0,-9 3 17 15,3 3 13-15,3 5 5 0,-3 5 3 16,0 2-7-16,-1 3-4 0,-5 4-2 16,0 3-7-16,0 6-6 0,-5 2 1 0,-2 5-6 15,-10 4-2-15,-3 5-3 0,1 6-3 16,0 6 5-16,0 6 4 0,-10 19 3 15,4 8 15-15,4 1 6 0,6 9 10 0,9 6 7 16,8 5 0-16,4 1 8 0,14-14 6 16,7 2-5-16,5 3-7 0,10-3 1 0,9 0 2 15,14 9 21-15,11-8-5 16,15-10 2-16,14-10-15 0,11-6-8 0,8-10-12 0,13-12-12 16,2-9-5-16,-12-8-5 15,20-12-6-15,1-6-21 0,-8-11-10 0,-7-6-15 16,-5-12-3-16,-13-5-2 0,-13-5-5 15,-9-9 0-15,-15-11 1 0,-11-7-9 0,-18 9 3 16,-9-11-6-16,-17-17-2 0,-17-7-3 16,-13 5-3-16,-12-1-7 0,-11 9-9 0,-13 9-6 15,-6 14-15-15,-9 18-18 0,-2 15-32 16,-9 16-50-16,21 17-76 0,-23 16-112 0,5 17-155 16,6 9-239-16,7 7 11 0,6 7 85 15,10 4-504-15,5-3-605 0</inkml:trace>
  <inkml:trace contextRef="#ctx0" brushRef="#br0" timeOffset="43003.92">18609 8414 3155 0,'-13'5'-30'16,"-3"-2"31"-16,5-1 25 0,-1-2 21 0,3 1 18 15,9-1 27-15,-15 4 23 0,15-4 16 16,-14 0 8-16,14 0-2 0,-9 2-3 0,9-2-7 15,0 0-14-15,-12 1-4 0,12-1-8 16,0 0-3-16,0 0 0 0,30-7-1 0,11 3-5 16,14-3-11-16,12-7-5 15,3 0-8-15,9 2-6 0,-2-1-10 0,-2 1-4 16,-7 1-1-16,-1 3-10 0,-8-1-1 16,-16 3-2-16,-4 2-7 0,-6 0-4 0,-12 3-3 15,-3-2 0-15,-4 3-4 0,-1 0 2 16,-4 0 0-16,-9 0-3 0,20-2-2 15,-13 2 1-15,-7 0 0 0,12-2-5 0,-12 2-15 16,0 0-33-16,15 2-41 0,-15-2-76 16,0 0-93-16,5 5-102 0,-5-5-172 0,4 7-137 15,-4-7 69-15,2 5-409 16,-2-5-476-16</inkml:trace>
  <inkml:trace contextRef="#ctx0" brushRef="#br0" timeOffset="43670.83">20873 8453 3041 0,'-27'4'112'16,"6"-3"20"-16,1 1 0 0,4-1-2 0,2-1 13 15,1 2 29-15,0 0 19 0,5-2 13 16,8 0 0-16,-19 0-8 0,19 0-14 0,-14 0-19 15,14 0-11-15,0 0-22 0,-11 2-13 16,11-2-9-16,0 0-8 0,0 0-7 16,36-4-5-16,11 1-7 0,17-4-12 15,14 0-5-15,29-7-6 0,3 4-6 0,-1-2-6 16,-6 2-3-16,-21 0-7 0,-6 5-2 16,-5-4-4-16,-9 4-5 0,-16 1-2 0,-4 1-6 15,-9-3 5-15,-8 5 1 0,-7-2-3 16,-2 1 2-16,-3 0 1 0,1 1 19 0,-5-1 23 15,0 2 15-15,-9 0 3 0,16-2-5 16,-16 2 3-16,11-1-13 0,-11 1-5 16,0 0-7-16,14-2-10 0,-14 2-18 0,0 0-29 15,9-2-44-15,-9 2-47 0,0 0-76 16,0 0-87-16,11 0-120 0,-11 0-175 0,0 0-231 16,6-5 56-16,0 0 81 0,-6 5-557 15,9-10-666-15</inkml:trace>
  <inkml:trace contextRef="#ctx0" brushRef="#br0" timeOffset="44187.06">23045 8390 3671 0,'-15'3'161'0,"3"0"32"0,5-1 22 0,-1-2 10 15,8 0 7-15,-10 2 18 16,10-2 8-16,0 0-6 0,0 0-22 0,0 0-25 15,0 0-21-15,0 0-21 0,0 0-20 16,31-12-6-16,-6 7-17 0,9 0-12 0,3-2-11 16,-3 1-19-16,-4 2-17 0,-8 0-23 15,0 1-36-15,-5-1-9 0,-2 3-22 0,-1-1-23 16,-3 0-37-16,-2 1-42 0,1 1-46 16,-10 0-79-16,13-4-91 0,-13 4-114 0,12-4-156 15,-10 0-107-15,-2 4 74 16,6-6-535-16,-6 6-649 0</inkml:trace>
  <inkml:trace contextRef="#ctx0" brushRef="#br0" timeOffset="44572.1">24409 8350 3551 0,'-11'7'97'0,"6"-3"30"0,-4-1 39 15,9-3 10-15,-5 3 7 0,5-3 9 0,0 0-2 16,0 0-3-16,0 0-9 0,30-6-15 15,-7 1-15-15,14-2-15 0,0 2-11 0,2-3-14 16,1 0-9-16,-2 3-12 0,-2 0-7 16,-9 0-6-16,-4 1-9 0,-6 1-7 0,0 0-5 15,-6 1-1-15,1-2-11 16,-3 4-5-16,0-2-9 0,-9 2-20 0,16-4-31 16,-16 4-38-16,9-1-61 0,-9 1-98 15,11-4-113-15,-11 4-150 0,3-3-254 0,-3 3 60 16,4-5 74-16,-4 5-461 0,0 0-538 15</inkml:trace>
  <inkml:trace contextRef="#ctx0" brushRef="#br0" timeOffset="45270.27">27407 7568 2792 0,'-9'-15'10'0,"-3"0"26"0,1-2 14 0,-5 3 28 0,-6-5 8 0,-3 0 4 16,-4-1 12-16,-1 3 15 0,-4-1 5 15,-5 3 5-15,-10 1-5 0,-5 3-6 16,11 3-6-16,-5 4-14 0,0 2-2 0,1 4 5 0,-9 10 7 16,1 0 6-16,1 11 4 0,5 4 7 15,1 10 12-15,1 5 2 0,1 22 8 16,1 2 5-16,8 7 14 0,6 5 0 15,20-9 1-15,4 5-3 0,7 0 0 0,5-1-15 16,17 14-25-16,6-3 6 0,12-9-12 16,12-5-9-16,7-11-13 0,13-6-1 0,5-10-19 15,0-10-10-15,-7-10-2 0,0-8-12 16,0-5-4-16,-4-4-9 0,6-12-5 0,-8-4-1 16,-1-9-8-16,-2-6 1 0,-4-6 5 15,4-16-13-15,-14 2 5 0,0-16 0 0,-11-13-2 16,-13 9 0-16,-7-23-1 0,-10 10-2 15,-12-27-9-15,-8-2-3 0,-13-1-1 16,-11 4-6-16,-16 8 4 0,-3 11-4 16,-11 17-4-16,-11 16-26 0,-10 17-47 0,9 23-54 15,-6 12-79-15,-25 17-124 0,2 14-156 16,9 10-261-16,4 8-30 0,1 3 93 0,9 0-663 16,0 1-808-16</inkml:trace>
  <inkml:trace contextRef="#ctx0" brushRef="#br0" timeOffset="48570.78">20102 2694 1470 0,'-7'5'263'0,"1"-2"-59"0,6-3-24 15,-12 4-33-15,12-4-23 0,0 0-10 0,-9 3 0 16,9-3-8-16,0 0 18 0,0 0 7 16,0 0 11-16,0 0 18 0,0 0 7 15,0 0-2-15,38 1-11 0,-9-2-16 16,15-4-15-16,3-2-15 0,10 2-6 16,1-2-8-16,-14 2-13 0,0 0-4 0,-7 2-14 15,-10-1-5-15,-4 2-9 0,-6 2 3 16,-3-2-10-16,-7 1-6 0,-7 1-6 0,0 0-1 15,0 0-3-15,0 0 1 0,-52 17 1 16,13-8 15-16,1-3 21 0,0 1 21 16,3-3 19-16,11 2 8 0,4-2-2 0,6-1 0 15,2-3-4-15,2 2-1 16,10-2-13-16,-13 2-9 0,13-2-12 0,0 0-6 16,0 0 0-16,0 0-32 0,0 0-83 15,51-4-94-15,-29 4-110 0,-2 2-127 0,1-2-187 16,-1 0-182-16,-6 2 76 0,-4-1-467 15,-10-1-609-15</inkml:trace>
  <inkml:trace contextRef="#ctx0" brushRef="#br0" timeOffset="51420.02">18460 10638 3133 0,'-15'0'-41'0,"-1"-2"20"0,3 2 14 16,-2-2 15-16,2 4 6 0,-5 0 7 15,2-1 7-15,-4 0 17 0,3 2 13 0,2-2 6 16,-1 1 3-16,5 0 2 0,2 0-8 15,-1 0 5-15,10-2-9 0,-13 3-2 16,13-3-2-16,0 0 11 0,0 0 5 16,0 0-1-16,27 8 0 0,-3-6-3 15,20-2-6-15,6 2-5 0,14-4-1 0,8 2-6 16,1 0-4-16,1-2-6 0,7 2-6 16,-2-2 7-16,0 2-13 0,-4 0 2 0,0-1-6 15,-3-1-3-15,-5 1 1 0,-1-1-2 16,-18 2-1-16,1-2-1 0,-4-1-3 0,-1 1-1 15,0-3-3-15,0 1 3 16,-3 1 0-16,-3-3-4 0,1 2 4 0,-7 1-7 0,-6-1 1 16,-1 0 1-16,4 0-8 15,0 2 8-15,-5-2-4 0,1-2 3 0,2 4-1 16,-2-1-3-16,3 0-2 0,-3 2 3 16,3-3 5-16,-3 0-7 0,11-2 3 0,2 2-1 15,1-3-2-15,1 0 4 0,0 0-4 16,-2 1 4-16,2 0-5 0,0-2 3 0,-1 3 5 15,-1 1-7-15,-8 0 1 0,-1 2-2 16,-3-2 2-16,0 4 2 0,5 0-5 0,-4 0 0 16,-3 2 2-16,5 0 4 0,0-2-1 15,-1 0-3-15,3 2 2 0,-1-2-2 16,10 0 3-16,-3 0-2 0,-5 0 0 0,8-2 1 16,2 0 1-16,-2 0-7 0,-2 0 4 15,-4 2 1-15,-3 0-2 0,9-3 1 16,-8 1 3-16,-2 2-6 0,9-3 4 15,-5 1 2-15,-3 0-3 0,9 1-4 0,-2-3 7 16,-6 1-6-16,5 0 8 0,-7-1-4 16,6 1-2-16,-5-1 4 0,-4-1 1 0,-1 2-3 15,-2-3 5-15,1 1-5 16,-2-1 2-16,1 2-3 0,-4-3-1 0,-1 2 7 0,1 0-10 16,-4 0 7-16,0-2 0 0,2 0 1 15,0 0-1-15,1-1 1 0,0 1 4 0,0-1-7 16,0-1 0-16,-2 0 0 0,3 1 6 15,-4-4 1-15,2 3 1 0,-3-3 2 16,0 0 4-16,-2-1 2 0,1-2 7 16,-3 1-3-16,0-3 3 0,1 1-7 0,-4-3 8 15,-3-2 5-15,3-1 2 0,-5-2 1 16,-2 0-4-16,1-3-1 0,-2 1-2 0,0-2-5 16,0-9-3-16,0 6 2 0,-2-6-5 15,2 0-5-15,0 8 3 0,-1 2-7 0,-2 2 6 16,1 2-3-16,-2 0-2 0,2 3-1 15,0-1 0-15,-3 3-2 0,1 1 2 16,1 3-2-16,-6-1-1 0,4 3-3 16,-5 0 6-16,1 1-3 0,-3 0-3 0,1 1 1 15,0 2 2-15,-5 0-2 0,5 2-1 16,-3-1 0-16,1 0 4 0,0 2-1 16,3 0 0-16,-3-1 3 0,1 1-4 0,3 0 0 15,-3 2 2-15,1-2-1 0,0 1 1 16,1-1-3-16,-1 2 6 0,2-1-6 0,-4 1 3 15,6-1-1-15,0 1 2 0,-1 0 5 16,8 3 7-16,-14-6-3 0,11 5-1 0,3 1-2 16,-11-4-1-16,2 1 1 0,9 3-4 15,-11-3-1-15,11 3 0 0,-14-4-2 16,1 4 2-16,4-2-3 0,9 2-2 0,-21 0 1 16,10 0 3-16,-3-2 0 0,1 2 2 0,2-1 1 15,-3-2 5-15,1 3 2 16,-1-2 1-16,0-2 2 0,-2-2-1 0,-1 4 1 15,2-3 4-15,-2-1-3 0,-2 0-3 16,-1 0 0-16,0 0-5 0,-1-1 3 0,-12-1-7 16,6 0 3-16,-7 2-3 0,-2-2 2 15,-3 1-3-15,0 2 1 0,-3-2 0 0,-2 2-2 16,-1-2-2-16,-15 0 3 0,1 3-2 16,2-4-1-16,0-2 1 0,-1 5-4 15,-3 0-1-15,0 2 0 0,-1 1 1 0,-1 0 2 16,-6-3-5-16,5 5 2 0,-6 0 4 0,0 2-4 15,2-1 1-15,-3 1-1 16,-3 2 1-16,2-2 0 0,-1-2 0 0,3 0-1 16,-1 0 2-16,4 0 0 0,0-2 1 15,5 2-2-15,-1-2 0 0,9 0-1 0,3 0 2 16,2-1-1-16,0 1 1 0,2 1-2 16,-1-3 1-16,7 4-1 0,-4-2 1 15,4 4-3-15,-1-2 0 0,3-2 1 0,3 4 2 16,-3-2-2-16,-1 2-1 0,-1 0 5 15,11 1-2-15,-1-1 1 0,3-1-3 0,1 1 7 16,3 2-5-16,3-4-1 16,-1 2 1-16,4-1-1 0,0-1 0 0,4 3 3 15,-2-3 0-15,1 0-1 0,1 2 1 16,3 1-1-16,4-1 0 0,7-2-1 0,-21 2-1 16,10-2 1-16,0 0 3 0,11 0 1 15,-27-2-2-15,13 2 0 0,-6-2 3 0,-1 1-4 16,-1-3-2-16,-3 4 2 0,-2-6 1 15,-5-3 0-15,3 4-2 0,4 0 3 0,2-1-1 16,7 5 1-16,0-2 0 0,-1-3 1 16,3 3-1-16,3 0-1 0,0-1 1 0,1 1 3 15,3 1-4-15,7 2 4 16,-13-4-3-16,13 4-3 0,-12-3 3 0,12 3 1 16,-10-3 3-16,10 3-3 0,-7-4-2 15,7 4 4-15,0 0-3 0,0 0 5 0,-12-1 0 16,12 1 6-16,0 0 0 0,-7-5-4 15,7 5 4-15,-4-4-2 0,4 4-1 0,-4-5 0 16,4 5-4-16,-3-7 0 0,3 7 0 16,-2-7 5-16,2 7-5 0,-5-8-3 15,3 3 4-15,2 5-2 0,-2-8 1 0,2 8-5 16,-1-4 2-16,1 4-3 0,0 0 3 16,-2-9-3-16,2 9-3 0,0 0 2 0,0 0-2 15,0 0-1-15,-2-7-5 16,2 7 0-16,0 0-1 0,0 0 3 0,0 0 0 0,-2 29-2 15,0-7 0-15,-2 20 7 0,1 14 4 16,-6 7 1-16,0 10 6 0,-2 0 3 16,-5 20 7-16,5-19-5 0,-4 15 5 15,5-17 8-15,1-6-3 0,4-2 2 0,-2-4-2 16,3-3 4-16,1-14 10 0,1-4-1 16,4-2-1-16,-6-8-4 0,4-8 0 0,0-3 5 15,0-5 0-15,-2 1 6 0,2-3 5 16,0 1 5-16,0-6 4 0,0 3 15 0,0-3 1 15,0 2 8-15,0-8 4 0,-2 10 8 16,2-10-4-16,0 9-4 0,0-9-8 0,0 8-3 16,0-8-9-16,0 0-2 15,0 0-11-15,0 0-9 0,0 0-33 0,-1 7-45 16,1-7-63-16,0 0-85 0,0 0-100 16,0 5-140-16,0-5-124 0,-6 9-149 0,-1-3-96 15,2 3 79-15,-2 1-609 0,-3 0-777 16</inkml:trace>
  <inkml:trace contextRef="#ctx0" brushRef="#br0" timeOffset="52519.98">18083 12025 3560 0,'-20'-6'-79'0,"1"3"29"16,2-2 26-16,4 2 27 0,0 0 27 16,-5-1 38-16,7 2 42 0,2-1 26 0,-1 0 17 15,0 3 2-15,10 0-9 0,-11-6-11 16,11 6-18-16,0-6-12 0,0 6-9 0,33-13-11 16,6 3-10-16,20-4-7 0,10-1-5 15,2 4-7-15,3 3-4 0,3-1-4 16,-4 2-10-16,0 0-13 0,-11 0-13 15,-10 4-10-15,-4 1-10 0,-8-2-8 0,-10 2-7 16,-7 0 2-16,-1 0 4 0,-9 0 0 16,-2 1-2-16,-3-1 2 0,-8 2 4 0,0 0-2 15,-2-7 7-15,2 7-1 0,-21-5-1 16,2 3-1-16,-10-1 2 0,-11 1 2 0,-1 2 2 16,-4 2 2-16,0 1 2 0,1-1 5 15,0 1 5-15,4-1 10 0,7 2-4 0,11-3 3 16,3-1-2-16,1 2 2 0,7-2-5 15,2 0 1-15,9 0-2 0,0 0-2 0,0 0 3 16,0 0-2-16,39-7-2 0,1 4-3 16,6-4-7-16,3 2-10 0,-1 3-8 15,0-3-9-15,0 2-7 0,-11 1-8 16,-8-1-2-16,-6 2-5 0,-5 1 8 0,-5 0 2 16,-13 0 8-16,5 1 1 0,-5-1 4 15,0 0 3-15,-32 13 16 0,-6-6 13 16,-2 1 8-16,-2 1 6 0,-3-2 5 0,0 1 0 15,5-3 2-15,4 1-4 0,11-1-2 16,4-3 0-16,6-1-3 0,3 1-9 0,3 0-35 16,2 0-45-16,7-2-64 0,0 0-84 15,-4 5-115-15,4-5-178 0,0 0-111 16,34 1 72-16,-21-1-273 0,8 2-312 0</inkml:trace>
  <inkml:trace contextRef="#ctx0" brushRef="#br0" timeOffset="53334.78">20163 11850 2465 0,'-28'0'80'0,"3"0"15"15,-1-2 16-15,-1 2 9 0,0 0 9 0,1 0 14 16,2 0 20-16,6 0 20 0,0 0 14 16,6 0-5-16,12 0-9 0,-24 0-12 0,19-2-15 15,5 2-13-15,0 0-17 16,0 0-10-16,51-8-12 0,13-2-7 0,19-1-11 15,27 1-10-15,11 0-8 0,0-1-8 16,3 0-1-16,-2 0-6 0,-7 2-18 0,-32 5-17 16,-6-2-6-16,-13 1-7 0,-18 4-1 15,-6-3 1-15,-9 3 0 0,-8-1 2 0,-7 0 1 16,-4 2 0-16,-2-2-1 0,-10 2-3 16,5-3 0-16,-5 3-4 0,0 0 0 15,0 0-16-15,0 0-41 0,0 0-71 0,-15-13-82 16,15 13-91-16,-6-2-119 0,6 2-217 15,0 0 5-15,-7-5 80 0,7 5-314 0,0 0-349 16</inkml:trace>
  <inkml:trace contextRef="#ctx0" brushRef="#br0" timeOffset="54603.59">22881 11798 2462 0,'-14'2'18'0,"2"-2"24"15,1 2 11-15,-2-2 19 0,4 0 20 0,9 0 35 16,-16 2 41-16,16-2 24 16,0 0 11-16,-14 0-5 0,14 0-9 0,0 0-14 15,0 0-19-15,0 0-18 0,0 0-13 16,30-16-13-16,10 6-10 0,15-5-9 0,6 3-10 16,4 0-8-16,5-2-7 0,1 1-8 15,0 2-4-15,-7 0-8 0,-3 2-8 0,-13 3-3 16,-6 3-2-16,-8-2-4 15,-7 2-4-15,-8-1-3 0,-2 2 1 0,-3 0-2 0,-5 0 2 16,-2 0-4-16,-7 2-3 0,0 0-2 16,0 0-3-16,0 0-4 0,0 0 1 15,0 0-3-15,-52 8 0 0,13-1 3 16,-5 1 3-16,-2-2 2 0,-6 6 2 0,5-2 7 16,10-3 3-16,-1-1 1 0,7 0 0 15,12-3 8-15,1-2 2 0,5 3 3 0,2-2 1 16,3-2-5-16,8 0-3 0,0 0-1 15,0 0-4-15,0 0-3 0,34-6-2 0,3 2-3 16,6-4-2-16,13-1-2 0,5 1-3 16,-16 1-2-16,-1 2-5 0,-6-1-7 0,-5 2-2 15,-10 1-2-15,-6 1 3 16,-2 0 0-16,-2 1-1 0,-5 1 6 0,-8 0-3 16,10-3-2-16,-10 3 2 0,0 0-1 15,0 0-3-15,-36-2-1 0,12 2 3 0,-1 2-3 16,1-2-6-16,0 4-28 0,-1 0-49 15,3-3-68-15,6 1-103 0,2 2-110 16,1-3-150-16,3 2-191 0,10-3 67 0,-11 0-469 16,11 0-579-16</inkml:trace>
  <inkml:trace contextRef="#ctx0" brushRef="#br0" timeOffset="55350.83">25496 11716 3268 0,'0'0'8'0,"-20"-6"5"0,20 6 2 16,-7-5-5-16,7 5 0 0,-5-2-4 0,5 2-19 15,-6-6-36-15,6 6-67 0,-7-4-115 16,7 4-226-16,13-10-39 0,-2 3-174 0,8-1-164 16</inkml:trace>
  <inkml:trace contextRef="#ctx0" brushRef="#br0" timeOffset="56668.88">30737 11904 2082 0,'-20'0'114'0,"9"0"14"0,3 1 17 0,8-1 31 15,-11 0 29-15,11 0-4 16,0 0-20-16,0-9-7 0,0 9-16 0,25-14-17 16,5 3-15-16,5-2-10 0,6 3-13 15,11-4-12-15,1 3-5 0,-2 0-12 0,-6 3-5 16,-4-2-11-16,0 6-1 0,-5-1-14 16,-6 0 1-16,-9 5-6 0,-4-2-8 0,-4-1-3 15,-1 1-3-15,-6 2-3 0,-6 0 2 16,0 0 3-16,0 0-1 0,-42 7 7 15,-2-1 6-15,-14-2 5 0,-10 0 6 0,7 4 11 16,-4-5 7-16,6 2 2 0,18-1-7 16,7-1-5-16,12-1-8 0,3 0 0 0,4-1 3 15,1 0 5-15,5 2 4 0,9-3-1 16,0 0-6-16,0 0-5 0,0 0-5 16,63-12-3-16,-22 3-7 0,8 2-4 15,8-5-15-15,0 4-10 0,-1-1 2 0,-13 3-3 16,-7-2-1-16,-6 4-2 0,-8 1-1 15,-8 0-6-15,0 1-6 0,-6 2 7 0,-8 0 2 16,0 0 3-16,0 0 3 16,-42 2 5-16,0 1 5 0,-5 0 6 0,-14 1 5 0,0-2 11 15,11 4 1-15,3-4-2 16,8 6-3-16,8-5-8 0,8 1-3 0,5-4 1 16,4 3-4-16,1 0-2 0,4-1-5 15,9-2 6-15,0 0-3 0,0 0-28 0,18 10-28 16,3-8-32-16,8 2-29 0,9-1-26 15,-6-3-17-15,-3 2-1 0,0-1 0 0,-3-1 9 16,-4 2 15-16,-6-2 2 0,0 0 9 16,-5 0 1-16,-4 2 17 0,-7-2 8 0,0 0 8 15,0 0-5-15,0 0-11 0,0 0-38 16,0 0-64-16,-39-2-101 0,24 2-188 16,-1 0-88-16,0 0 48 0,4 0-194 0,12 0-212 15</inkml:trace>
  <inkml:trace contextRef="#ctx0" brushRef="#br0" timeOffset="57966.89">26337 13075 2305 0,'-11'9'197'0,"6"0"-3"16,-3-4-12-16,7 1-10 0,-3-2 5 15,4-4 24-15,0 6 30 0,0-6 28 16,0 0 1-16,0 0-17 0,24-4-21 15,-7 0-22-15,7-2-18 0,8-5-21 0,0-1-17 16,2 4-14-16,-7 1-16 0,6-3-22 16,-10 4-31-16,-7 1-24 0,0 0-26 0,-5 2-21 15,-2-1-10-15,0 4-7 0,-9 0 5 16,0 0 2-16,0 0 1 0,-18 12 3 0,0-3 1 16,-16 4 3-16,4-1 3 0,-1 2 2 15,7-7 1-15,7 1 0 0,2-4 7 0,1 2 3 16,5-2 6-16,2-1 6 0,0-2 20 15,7-1 17-15,0 0 10 0,0 0 1 16,0 0-4-16,50-8-6 0,-14-6-4 16,0 3-3-16,1-6-3 0,1 3-9 0,-8-1-1 0,3 1-1 15,-7 2-9-15,-4 4 0 16,-8-1-3-16,-1 4-6 0,-2 2-4 0,-4 1-2 16,-3-3-7-16,-4 5-5 0,0 0-8 15,0 0-16-15,0 0-25 0,-27-7-44 0,8 9-60 16,-6 0-91-16,-1 1-99 0,-14 2-116 15,5 3-178-15,1 1-33 0,-1 3 63 0,-1-2-401 16,8 4-487-16</inkml:trace>
</inkml:ink>
</file>

<file path=ppt/ink/ink4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5-09-21T02:39:49.719"/>
    </inkml:context>
    <inkml:brush xml:id="br0">
      <inkml:brushProperty name="width" value="0.05292" units="cm"/>
      <inkml:brushProperty name="height" value="0.05292" units="cm"/>
      <inkml:brushProperty name="color" value="#FF0000"/>
    </inkml:brush>
    <inkml:context xml:id="ctx1">
      <inkml:inkSource xml:id="inkSrc21">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1" timeString="2025-09-21T02:40:13.458"/>
    </inkml:context>
  </inkml:definitions>
  <inkml:trace contextRef="#ctx0" brushRef="#br0">4918 1775 878 0,'0'0'143'0,"0"0"-28"0,6-6-1 0,-6 6-8 0,0 0 2 0,0 0-1 0,0 0-4 0,0 0-1 16,0 0-1-16,0 0 1 0,0 0-1 0,3-6-4 16,-3 6-10-16,0 0-1 0,0 0-2 15,0 0-6-15,0 0-9 0,0 0-2 0,0 0-3 16,0 0 6-16,0 0-8 0,0 0-1 16,0 0 8-16,0 0-3 15,0 0-2-15,0 0 1 0,0 0 6 0,0 0-8 16,0 0 14-16,0 0-6 0,0 0-5 15,0 0 3-15,0 0-5 0,0 0 4 0,0 0 4 16,0 0-10-16,0 0-8 0,0 0-2 16,0 0-11-16,0 0-1 0,0 0 13 15,-18 17 2-15,9-8 5 0,-2 8 22 0,-8 4 11 16,1 7 6-16,-9 6 8 0,0 5 16 16,-2 4 7-16,3 0-4 0,-5 3-10 15,4 0-7-15,3-2-4 0,3-3-2 0,3-8 1 16,4-2-9-16,2-2-3 0,2-8-10 15,3-3-12-15,0-1-3 0,0-3-5 0,3 0-7 16,1-5-9-16,-1 3-1 0,0-6-4 16,3 1-3-16,-3 0-4 0,0-2-9 15,4-5-4-15,-5 9-8 0,5-9-50 16,0 0-76-16,-7 3-83 0,7-3-91 16,0 0-78-16,0 0-91 0,0 0-95 0,10-25-136 15,-4 16 40-15,-1-2-357 0,3 3-479 16</inkml:trace>
  <inkml:trace contextRef="#ctx0" brushRef="#br0" timeOffset="330.4">4817 1947 2545 0,'8'-15'-68'0,"-1"3"45"0,1 0 29 0,-4 2 31 0,0 1 31 0,0 3 23 0,-3 0 17 16,-1 6-9-16,4-8-2 0,0 3-15 0,-4 5-8 15,0 0-3-15,0 0 18 0,0 0 21 16,0 0 15-16,21 22-15 0,-15-10 10 0,1 7-6 16,-2-1-4-16,9 11-13 0,-3 3 16 15,3 1-6-15,-1 1-11 0,1-2-9 16,1 1-10-16,-1-4-7 0,2 3-6 0,-5-4-8 16,1-3-2-16,-2-4-9 15,-3-4-4-15,0-3-4 0,-4-1 1 0,1-3-8 0,0 4 4 16,-3-9-11-16,3 5-4 15,-2-4 1-15,-2-6-1 0,2 11-4 16,-2-11-22-16,2 6-65 0,-2-6-63 0,0 0-75 16,0 0-86-16,0 0-108 0,0 0-183 15,0 0-21-15,-24-17 55 0,17 11-207 0,4 2-251 16</inkml:trace>
  <inkml:trace contextRef="#ctx0" brushRef="#br0" timeOffset="597.38">4783 2226 2124 0,'0'0'67'0,"0"0"25"0,-12-2 19 16,12 2 15-16,0 0 11 0,0 0 19 16,0 0 16-16,0 0 5 0,0 0-2 0,0 0-13 15,0 0-15-15,0 0-12 0,0 0-14 16,34-11-17-16,-22 10-7 0,1 1-9 15,3-2-12-15,-16 2-8 0,27 0-7 0,-14-2-10 16,-2 0-19-16,-11 2-46 0,19-1-47 16,-10 1-59-16,-9 0-59 0,14 0-70 0,-8-2-116 15,-6 2-188-15,13-5-21 0,-7 2 66 16,-6 3-124-16,11-7-128 0</inkml:trace>
  <inkml:trace contextRef="#ctx0" brushRef="#br0" timeOffset="998.76">5558 2112 1717 0,'-11'4'80'0,"3"-2"39"16,8-2 36-16,-9 5 33 0,9-5 22 0,0 0 27 15,-13 3 22-15,13-3 8 0,0 0 2 16,-10 4-3-16,10-4-11 0,0 0-10 15,0 0-14-15,0 0-9 0,0 0-10 0,0 0-19 16,0 0-25-16,0 0-16 16,0 0-15-16,44-7-15 0,-28 3-16 0,4-1-10 15,-1 1-22-15,-2 0-49 0,2-2-63 16,-4 1-69-16,1-1-81 0,-3 4-69 0,-1-2-73 16,-3-2-103-16,0 4-138 0,-2 0-112 15,-7 2 52-15,0 0-310 0,7-4-421 16</inkml:trace>
  <inkml:trace contextRef="#ctx0" brushRef="#br0" timeOffset="1266.65">5492 2317 2604 0,'0'0'72'0,"-8"4"26"15,8-4 20-15,0 0 13 0,0 0 5 0,0 0 30 16,0 0 12-16,0 0-10 0,0 0-19 15,0 0-9-15,0 0-16 0,38-4-8 16,-38 4-17-16,23 0-4 0,-12-3-8 0,-11 3-17 16,25-3-1-16,-14 1-11 0,0 2-6 15,0-4-6-15,-11 4-4 0,16 0-8 0,-16 0-4 16,16-4 0-16,-12 1-46 0,-4 3-60 16,9-4-61-16,-9 4-76 0,10-6-85 15,-6 3-131-15,1-2-197 0,-3 1 33 16,-2 4-266-16,8-9-342 0</inkml:trace>
  <inkml:trace contextRef="#ctx0" brushRef="#br0" timeOffset="1896.99">6290 1692 2398 0,'-4'-12'27'0,"-1"2"36"0,1-1 15 0,0 5 21 0,3-1 29 0,1 7 28 15,-7-11 12-15,7 11-2 0,-4-8-9 16,4 8-11-16,-2-9-22 0,2 9-4 16,0 0-20-16,-3-5-4 0,3 5 29 15,0 0 16-15,0 0 18 0,-2 24 16 0,0-6 6 16,-2 0 17-16,1 16 14 0,-3 5 10 15,2 0-7-15,-4 3-2 0,-1 12-16 0,3 2-14 16,-4-1-14-16,3 1-16 0,1 0-15 16,4-10-9-16,-3-3-15 0,1-1-12 15,1-1-6-15,3-6-6 0,0-6 11 0,0-5-2 16,0-5-3-16,0-1-1 0,5-1 1 16,-3-4 10-16,2 3-1 0,-1-3-5 0,3-3 9 15,1-1-63-15,3 1-46 16,3-3 0-16,1-2 0 0,1 0 0 0,3-1 0 15,-6-2 0-15,4-1 0 0,-3-1 0 16,2 0 0-16,-1 2 0 0,-1-2 0 16,-13 0 0-16,21 0 0 0,-21 0 0 0,17 2 0 15,-17-2 0-15,13 0 0 0,-13 0 0 16,10 1 0-16,-10-1 0 0,0 0 0 0,12 4 0 16,-12-4 0-16,0 0 0 0,0 0 0 15,0 0-408-15,0 0-107 0,0 0-117 0,0 0-235 16,0 0 15-16,0 0 91 0,0 0-653 15,-27-10-864-15</inkml:trace>
  <inkml:trace contextRef="#ctx0" brushRef="#br0" timeOffset="2381.05">6320 1651 3703 0,'0'0'-104'0,"-12"-4"51"0,12 4 39 0,-11-1 36 15,11 1 38-15,0 0 27 0,-11-4 16 16,11 4 8-16,0 0-6 0,0 0-5 0,0 0-9 16,0 0-5-16,0 0-5 0,9-14-11 15,4 10-9-15,1 0-10 0,4-1-1 0,0 0-5 16,0 1-7-16,-1-1-4 15,-2 2 2-15,3 1-5 0,-7 0-7 0,0 1-4 16,-11 1-1-16,19-4 3 0,-19 4-5 16,11-3-1-16,-11 3-5 0,12-2 1 15,-12 2-3-15,0 0 2 0,12-1-6 0,-12 1-5 16,0 0-17-16,0 0-37 0,0 0-49 16,0 0-56-16,12-4-72 0,-12 4-68 15,0 0-124-15,0 0-219 0,0 0 49 0,0 0-237 16,0 0-315-16</inkml:trace>
  <inkml:trace contextRef="#ctx0" brushRef="#br0" timeOffset="3563.29">6717 2109 2379 0,'-15'1'73'0,"15"-1"27"0,0 0 23 0,-19 2 37 0,19-2 23 0,0 0 24 15,-15 0 4-15,15 0-4 0,0 0-12 16,0 0-15-16,0 0-16 0,0 0-17 15,0 0-17-15,0 0-5 0,0 0-16 16,0 0-12-16,41-8-8 0,-23 6-9 0,0 2-10 0,0-2-4 16,-3 0-11-16,4 1 0 15,-4-1-5-15,-1 2-7 0,-3-1-1 0,1 1-2 16,-12 0 8-16,18-5 10 0,-7 5 6 16,-11 0 2-16,12 0-1 0,-12 0-6 15,10 0-8-15,-10 0-4 0,0 0-6 0,14-2-2 16,-14 2-7-16,0 0-7 0,9-2-26 15,-9 2-39-15,0 0-47 0,0 0-66 0,0 0-70 16,0 0-93-16,0 0-128 0,0 0-172 16,0 0-80-16,0 0 79 15,0 0-329-15,0 0-426 0</inkml:trace>
  <inkml:trace contextRef="#ctx0" brushRef="#br0" timeOffset="4150.34">7206 1996 2631 0,'-5'-6'31'0,"5"6"39"0,-8-6 40 0,3-2 26 0,3 3 45 0,2 5 17 0,-4-12 15 0,3 8 7 16,1 4-7-16,1-14-15 0,1 7-9 15,2 0-15-15,1-2-18 0,3 1-15 16,4 1-10-16,3-1-10 0,0 2-13 0,0 1-10 16,5 4-12-16,-6-1-8 0,2 4-9 15,3-1-7-15,-4 4-7 0,2 4-4 16,0 3-4-16,-2 0-7 0,-3 3-3 15,-3 3 3-15,-5-2-2 0,-4 5 14 0,-2 4 20 16,-1-2 10-16,-8 10 12 0,-5 0 21 0,3-4 16 16,-3 0 20-16,0 0 15 15,-4-5 14-15,7-4 4 0,1-4-8 0,3-4-9 16,3-1-11-16,-1-3-15 0,2 0-6 16,0-2-5-16,1 1-9 0,4-7-105 15,-4 6-16-15,4-6 0 0,0 0 0 0,8 12 0 16,-8-12 0-16,19 4 0 0,-4-4 0 15,1 0 0-15,0 2 0 0,0-2 0 0,2 0 0 16,-4 0 0-16,1 0 0 0,-15 0 0 16,23 0 0-16,-11 0 0 0,-12 0 0 15,15 2 0-15,-15-2 0 0,14 0 0 16,-14 0 0-16,0 0 0 0,17 0 0 0,-17 0 0 16,0 0 0-16,13 0 0 0,-13 0 0 15,0 0-312-15,0 0-122 0,10-2-91 16,-10 2-117-16,0 0-254 0,0 0 83 0,0 0 86 15,0 0-580-15,0 0-764 0</inkml:trace>
  <inkml:trace contextRef="#ctx0" brushRef="#br0" timeOffset="4478.92">7849 2331 3420 0,'0'0'-44'0,"0"0"34"0,0 0 33 0,15 0 34 15,-15 0 44-15,0 0 33 0,18 5 29 0,-9 1 7 16,-3 0 9-16,1 4 5 0,-1 1 5 16,-2 3 1-16,-4 0-6 0,0 3-6 15,-2 0-4-15,-1 4-11 0,-8-3-6 0,-2 8-11 16,1-5-37-16,1-2-10 15,0-4-9-15,-1 1-8 0,-1-1-12 0,-1-1 0 16,0-3-19-16,3-1-35 0,-1-2-37 16,2-3-43-16,-2-1-65 0,3-3-73 0,0-1-90 15,9 0-90-15,-16-5-134 0,11-4-215 16,1-1 58-16,0-1 69 0,4-5-325 16,2-1-409-16</inkml:trace>
  <inkml:trace contextRef="#ctx0" brushRef="#br0" timeOffset="5316.22">8432 1961 2434 0,'0'0'-34'0,"0"0"51"0,0 0 38 0,0 0 35 0,0 0 36 0,0 0 29 0,0 0 12 15,0 0 12-15,0 0 2 0,4-12-9 16,-4 12-9-16,7-5-6 0,-7 5-13 0,13-7-6 15,-8 4-11-15,-5 3-10 0,9-8-11 16,-3 4-6-16,-6 4-10 0,10-7-3 0,-10 7-2 16,7-5-6-16,-7 5-5 0,0 0-2 15,8-5 1-15,-8 5-3 0,0 0-5 16,0 0-5-16,5-4-11 0,-5 4-6 16,0 0 14-16,0 0 18 0,4 16 9 15,-4-7-1-15,0 2 8 0,-2 3 4 0,2 5 4 16,0-1 19-16,0 8-10 0,2-2-9 15,0 1-11-15,2 1-3 0,-4-1-6 0,2-1-6 16,0-5-10-16,0-2 0 16,0 0 4-16,2-2 6 0,-4-3 9 15,0 0 2-15,0-3 4 0,0-1 6 0,1 1 2 16,-1-9 5-16,-1 14 2 0,1-8-1 16,0-6 1-16,-6 12-4 0,0-4-9 0,-2-3-6 15,-1-1-10-15,2 2-24 0,-4 0-50 16,2-4 0-16,2 4 0 0,-1-2 0 0,8-4 0 15,-12 5 0-15,12-5 0 0,-9 6 0 16,9-6 0-16,-5 4 0 0,5-4 0 16,0 0 0-16,0 0 0 0,0 0 0 0,0 0 0 15,0 0 0-15,0 0 0 0,28 2 0 16,-28-2 0-16,20-2 0 0,-20 2 0 16,20 0 0-16,-20 0 0 0,17-2 0 15,-17 2 0-15,15-2 0 0,-15 2 0 0,13-4 0 16,-13 4 0-16,0 0 0 0,14-2 0 15,-14 2 0-15,7-3 0 0,-7 3 0 16,0 0-102-16,12 0-347 0,-12 0-100 0,0 0-146 16,0 0-196-16,0 0 64 0,0 0 88 15,0 0-601-15,0 0-795 0</inkml:trace>
  <inkml:trace contextRef="#ctx0" brushRef="#br0" timeOffset="5598.78">8802 2284 3574 0,'0'0'-81'0,"0"0"41"0,11 0 46 0,-11 0 32 0,14 6 43 0,-5 2 29 0,-3-1 30 16,4 5-2-16,-1 2 5 0,-2 1-1 0,1 5 0 15,-2 1 5-15,-2-2 5 0,-4 3-5 16,-2-3 3-16,-2 4-3 0,-4-2-8 0,-3 8-11 15,2-7-12-15,-5 3-10 0,1-4 0 16,-1-7-18-16,1 1-19 0,-3-2-42 16,4-1-44-16,-4-3-54 0,3-2-73 15,2-2-88-15,1 0-92 0,-1-5-105 16,1-2-172-16,10 2-76 0,-14-8 51 0,7-2-324 16,5 1-430-16</inkml:trace>
  <inkml:trace contextRef="#ctx0" brushRef="#br0" timeOffset="5979.23">9360 2089 2505 0,'-15'3'50'0,"15"-3"48"0,0 0 24 0,-14 0 37 15,14 0 34-15,0 0 33 0,0 0 27 16,0 0 14-16,0 0-3 0,0 0-3 0,0 0 3 16,0 0 2-16,0 0-16 0,35-9-22 15,-12 6-16-15,1 0-27 16,1-3-30-16,13 2-21 0,-9 0-15 0,-2 1-1 0,-4 1-14 15,-3 0-10-15,-2 0-18 16,-4 0-9-16,0 1-16 0,-14 1-20 0,20-3-20 0,-11 1-19 16,-9 2-26-16,13 0-43 15,-13 0-51-15,0 0-53 0,14-2-87 0,-14 2-89 16,0 0-117-16,2-8-182 0,-2 8-86 16,0 0 71-16,0 0-406 0,-22-7-549 15</inkml:trace>
  <inkml:trace contextRef="#ctx0" brushRef="#br0" timeOffset="6512.96">9876 1877 2872 0,'-2'-8'77'0,"2"8"44"0,2-16 5 0,0 8 9 15,7-2 2-15,-2 2 15 0,4 0 8 16,3 1-2-16,1-1-12 0,0 0-17 16,0 4-12-16,3 1-15 0,-4 1-7 0,4 2-12 15,-3 2-6-15,2 1-13 0,-2 1-6 16,-1 4-4-16,-1 0-5 0,-3 3-6 0,-1 1-4 16,-1 0-6-16,-5 0 0 0,1 1-4 15,-4 1 0-15,-2-1 8 16,0 5 6-16,-3-3 5 0,-3 4 8 0,1 0 14 15,1-1 9-15,-2-4 4 0,5 1-9 0,-3-5-1 16,2-3-9-16,1 3-3 0,1-3-1 16,0 0-1-16,2-7 8 0,0 11 18 15,2-3 0-15,0-2 6 0,-1 0 1 16,3 3 14-16,2-1 6 0,-3 2 7 0,3 0 1 16,0 2-9-16,2 0-5 0,-5-2-17 15,1 2-8-15,-2 0 4 0,2-1 1 16,-2-1 2-16,-2 0 1 0,-4 1-2 15,2 0-1-15,-2-1 0 0,1 2 2 0,-3-3-6 16,0-1-4-16,-2 1-6 0,-1-2-5 0,0 1-59 16,-1-3-8-16,-2-3 0 0,0 2 0 15,3-2 0-15,9-2 0 0,-20 1 0 16,20-1 0-16,-23-1-198 0,14-1-106 16,-2 0-94-16,11 2-108 0,-14 0-135 0,14 0-237 15,-12-2 74-15,12 2 88 0,0 0-558 16,0 0-734-16</inkml:trace>
  <inkml:trace contextRef="#ctx0" brushRef="#br0" timeOffset="6765.07">10330 2369 3573 0,'16'-5'48'0,"-16"5"52"0,0 0 34 0,16 4 38 0,-4-1 27 0,-1 1 4 0,3 1-5 16,-1 4-11-16,-2-1-11 0,-1 1-10 0,2 4-2 16,-7 1-5-16,2 1-5 0,-7 1 6 15,0 1-17-15,-5 3-22 0,-1-1-3 0,-10 5-13 16,-6 1-10-16,3-4-15 0,-1-2-59 16,0-3-78-16,3-2-82 15,2-5-84-15,1 1-95 0,1-4-105 0,2 0-168 16,-1-4-152-16,3 1 67 0,9-3-449 15,-16-3-592-15</inkml:trace>
  <inkml:trace contextRef="#ctx0" brushRef="#br0" timeOffset="7830.45">11180 1771 2898 0,'4'-8'-112'0,"-4"8"37"0,0 0 42 0,1-9 31 0,-1 9 29 0,0 0 26 0,0-8 21 0,0 8 30 16,0 0 15-16,0-12 20 0,0 12 21 15,3-6 11-15,-3 6 0 0,0 0-8 0,0 0-19 16,0 0-16-16,0 0-6 0,0 0 26 16,0 0 5-16,8 28-4 0,-8-9 7 15,0 6 6-15,1 2 6 0,-2 10 5 0,-1 4-22 16,0-2-9-16,0 1-5 0,0-5-16 16,-1 2-10-16,3-8-4 0,-1-8-17 0,1-1-4 15,-4-3-11-15,4-1-12 0,-2-3-1 16,2-1-11-16,0-3-25 15,-2-1-39-15,0 1-41 0,2-9-38 0,0 10-60 16,-3-6-66-16,3-4-63 0,0 0-44 16,0 0-47-16,0 0-74 0,-11-19-99 0,11 5-119 15,0-7 41-15,0-4-328 0,3-11-431 16</inkml:trace>
  <inkml:trace contextRef="#ctx0" brushRef="#br0" timeOffset="8078.67">11239 1719 2562 0,'-6'-12'7'0,"-1"10"29"0,2-2 27 15,5 4 29-15,-22 1 21 0,22-1 52 16,-32 15 27-16,7-2 21 16,0 5 12-16,-2 3 10 0,0 2 15 0,5 3 2 0,-3-3 2 15,6 3-1-15,2-4-22 16,3-3 2-16,3-1-21 0,6-3 4 0,1-1-6 16,2-3-2-16,2 1-9 0,2 0-4 15,6-1-12-15,3-1-15 0,1-4-16 16,2 2-16-16,4-2-15 0,2-3-20 0,2-1-65 15,-1-2-75-15,-1 0-73 0,7-2-70 16,-2-1-82-16,2 1-81 0,-1 0-85 16,-1 0-111-16,-2 0-162 0,0 2-65 15,-2 2 74-15,-3 0-474 0,5 2-635 0</inkml:trace>
  <inkml:trace contextRef="#ctx0" brushRef="#br0" timeOffset="8346.37">11609 2203 3545 0,'0'0'162'0,"0"0"23"0,0 0 24 16,0 0 17-16,-2 9 15 0,2-9 4 15,0 0 39-15,3 10 15 0,2-2-7 0,1 1 5 16,-3 5 8-16,3 1-12 16,-3 5-17-16,1 3-25 0,-2-3-18 0,1 3-24 0,-1 0-13 15,-7 1-11-15,1-2-19 16,1 0-74-16,-5 0-92 0,-1-1 0 0,-3 4 0 15,-3 0 0-15,-2-4 0 0,0-4 0 16,1-3 0-16,-3-2 0 0,0-1 0 0,-2-3 0 16,5-4 0-16,-4 0-248 0,4-3-253 15,0-1-113-15,-2-5-184 0,5-3-70 16,-1 0 81-16,3-3-701 0,2-3-935 0</inkml:trace>
  <inkml:trace contextRef="#ctx0" brushRef="#br0" timeOffset="8716.52">12046 2054 3845 0,'0'0'-51'0,"-31"9"77"15,31-9 72-15,0 0 49 0,-12 2 49 0,12-2 48 16,0 0 35-16,0 0 40 0,0 0 10 16,0 0-5-16,0 0-11 0,0 0-19 15,0 0-22-15,0 0-21 0,0 0-29 0,44-9-24 16,-22 5-21-16,-6 0-20 0,6 2-16 15,-4-2-51-15,1 2-56 0,-3-2-74 16,3 2-80-16,-6-1-77 0,-1 3-67 0,-3-2-76 16,1 0-72-16,-10 2-85 0,18-2-139 15,-12 0-171-15,-6 2 60 0,12-4-561 0,-12 4-765 16</inkml:trace>
  <inkml:trace contextRef="#ctx0" brushRef="#br0" timeOffset="9295.66">12482 1928 3470 0,'0'-10'-10'0,"0"10"39"0,0 0 21 0,1-12 5 15,1 7 23-15,2 0 18 0,2-3 11 16,2 3 6-16,-1-2 6 0,-1 1-10 15,-6 6-9-15,10-8-10 0,-5 5-8 0,-5 3-12 16,6-6-8-16,-6 6-11 16,0 0-2-16,0 0 9 0,0 0 10 0,0 0 18 15,19 9 18-15,-15-1 22 0,0 1 21 16,0 3 18-16,-3-2 25 0,1 4 0 0,0 1 4 16,4 6 5-16,-3-1-9 0,2 1-13 15,0 0-12-15,-1 0-8 0,2 3-9 16,-3-5-14-16,3-1-9 0,-1-3-14 0,-4 1-12 15,1-4-9-15,2 0-10 0,-2-2-3 16,0-3-7-16,-1 2-5 0,-1-3-2 0,0-6 2 16,0 11-4-16,0-11 4 0,0 10-63 15,0-10-2-15,-9 14 0 0,-1-7 0 16,-5 1 0-16,1-1 0 0,-4 3 0 16,0-3 0-16,5 2 0 0,0-3 0 15,3-1 0-15,1-1 0 0,2 0 0 0,7-4 0 16,-14 6 0-16,10-2 0 0,4-4 0 15,0 0 0-15,-11 6 0 0,11-6 0 0,0 0 0 16,0 0 0-16,0 0 0 0,22 5 0 16,-22-5 0-16,23 0 0 0,-23 0 0 0,25-3 0 15,-10 3 0-15,-1 0 0 0,-14 0 0 16,27 0 0-16,-18 0 0 0,-9 0 0 16,19 0 0-16,-19 0 0 0,13 0 0 0,-13 0 0 15,0 0 0-15,18-1 0 0,-13 0 0 16,-5 1 0-16,12-2 0 0,-12 2-325 15,13-2-325-15,-13 2-177 0,11-2-86 16,-11 2 92-16,0 0-762 0,0 0-1025 0</inkml:trace>
  <inkml:trace contextRef="#ctx0" brushRef="#br0" timeOffset="9561.89">12983 2296 4588 0,'0'0'-1'0,"0"0"27"0,0 0 18 0,0 0 65 0,0 0 85 0,8 13 96 15,-7-3-11-15,-1 2-18 0,2-1-1 0,-2 5-14 16,-2 1-18-16,2 0-20 0,-1 0-13 16,-5 4-12-16,2-1-18 0,1 0-16 0,-6-1-13 15,6-3-15-15,-5-1-11 0,3 1-9 16,-4-3-13-16,4-1-38 0,-2 0-58 0,-3-3-86 15,0-1-87-15,3 0-74 0,-4-4-79 16,0-1-86-16,2-1-85 0,9-2-126 16,-16 0-190-16,16 0 66 0,-12-6-614 15,8 1-824-15</inkml:trace>
  <inkml:trace contextRef="#ctx1" brushRef="#br0">12030 6524 0</inkml:trace>
  <inkml:trace contextRef="#ctx0" brushRef="#br0" timeOffset="36990.15">12939 3425 1298 0,'0'0'218'0,"-7"2"-50"0,7-2-23 0,0 0-9 0,-12 0-4 0,12 0-9 0,0 0-4 16,0 0-1-16,0 0 10 0,0 0-2 0,-21 0 8 16,21 0 11-16,0 0 4 0,0 0 5 15,0 0 1-15,-9-7 2 0,9 7-6 0,0 0-8 16,-2-10-4-16,2 10-6 16,4-12-13-16,-1 5-9 0,-1 0-8 0,4-3-15 15,-1 2-8-15,6-3-9 0,0 3-9 16,2-1-9-16,0 4-2 0,2-2-9 0,1 5-8 15,-1 2-4-15,0 2 3 0,0 5-7 16,-3 1-5-16,-1 3 4 0,-1 1-4 16,-6 5 0-16,4 2-5 0,-5 3 1 0,-3 2 0 15,-3 9 7-15,-8 1 5 0,2 1 5 16,-4-3 2-16,-1 1 12 0,0-4 7 0,-6-1 4 16,5-2 1-16,0-1 6 0,2-8 5 15,3-1 4-15,0-7-3 0,5 2 11 16,-1-4 5-16,3 1 19 0,-4-3 0 15,7-5 0-15,-4 11 3 0,4-11-10 0,0 7 3 16,0-7-5-16,0 0-11 0,14 6-11 16,-3-4-5-16,2 0-8 0,7 1-11 15,-1-1-28-15,6 0 1 0,1-1-2 0,3 0-5 16,-5 2-7-16,3 0 7 0,0-1-4 16,-2 1-1-16,-7-2-5 0,0 2 3 0,-3-1 3 15,-1-1-3-15,-1-1 5 0,-13 0-2 16,19 2-1-16,-19-2-4 0,18 2-3 0,-18-2 3 15,11 2 3-15,-11-2-7 16,0 0 4-16,14 1-7 0,-14-1 4 0,0 0-11 16,0 0-29-16,16-1-32 0,-16 1-31 15,8-2-36-15,-8 2-46 0,0 0-63 0,12-5-77 16,-12 5-93-16,3-6-121 0,-3 6-183 16,6-5-13-16,-1-1 78 0,-1 4-461 15,-4 2-581-15</inkml:trace>
  <inkml:trace contextRef="#ctx0" brushRef="#br0" timeOffset="37556.17">13587 3880 2985 0,'2'5'18'0,"-2"-5"43"0,0 0 16 0,0 0 28 0,8 7 47 0,-8-7 28 0,7 5 16 16,-1 0 8-16,-6-5 5 0,13 11-6 0,-5-3-5 15,-3 1-12-15,6 2-4 0,-6 1-2 16,1-1-5-16,-3 3-7 0,-3 0-15 0,-1-1-13 16,-1 3-29-16,-4 1-6 0,-2 0-13 15,0-1-8-15,-3 2-5 0,-1-2-23 0,1-3-42 16,2-1-43-16,-3-1-54 0,5-3-65 15,-3-1-82-15,3-1-86 0,-1-6-88 0,8 0-116 16,0 0-172-16,-19-14 44 0,17 1-455 16,2 0-573-16</inkml:trace>
  <inkml:trace contextRef="#ctx0" brushRef="#br0" timeOffset="39040.19">14145 3364 2745 0,'0'0'-137'0,"0"0"50"0,0 0 47 0,0 0 41 16,0 0 40-16,0 0 42 0,0 0 36 0,0 0 34 16,0 0 22-16,0 0 18 15,0 0 1-15,18-4 8 0,-18 4 1 0,7-5-3 16,-1 0-13-16,-1 0-9 0,-5 5-16 15,16-10-8-15,-8 5-8 0,-3-1-8 16,2 3-10-16,-7 3-9 0,11-7-8 0,-11 7-12 16,11-7-6-16,-11 7-10 0,5-3-9 15,-5 3-10-15,9-3-6 0,-9 3-11 0,0 0-7 16,0 0-4-16,0 0 3 0,0 0 12 16,11 18 5-16,-9-6-1 0,-2 4 9 0,1 3-1 15,-1 6 12-15,0 1 13 0,0 2 3 16,0 8-4-16,0-5-38 0,0-4 5 15,0-2-10-15,0 0 4 0,2 0-9 0,-2-4 1 16,0-1-2-16,2-3-2 16,-2 0 0-16,0-3-8 0,0-4-3 0,0 2 1 15,0-1-1-15,0-2 0 0,0-2-2 16,0-7 13-16,0 11 2 0,0-11 8 0,-4 11-5 16,3-6-2-16,1-5-6 0,-10 9 11 15,10-9 2-15,-10 4 4 0,10-4 1 0,-4 6-2 16,4-6 2-16,-9 2-3 0,9-2-4 15,0 0 0-15,0 0-6 0,-3 8-8 16,3-8-3-16,0 0 0 0,0 0 1 16,0 0-7-16,18 5 3 0,-18-5-6 0,25-1-10 15,-9-1-7-15,-2 0-23 0,0 0-29 16,1 1-11-16,1-2-11 0,-3 1-22 16,1 2-4-16,-2-4-16 0,-2 2-16 0,-2 0-22 15,1 1-35-15,-9 1-43 0,17-3-66 16,-11 0-86-16,-6 3-89 0,13-2-124 0,-5 0-164 15,-8 2 62-15,8-2-534 0,-8 2-695 16</inkml:trace>
  <inkml:trace contextRef="#ctx0" brushRef="#br0" timeOffset="39290.48">14646 3771 3739 0,'0'0'160'0,"0"0"13"0,0 0 4 0,-2-9 2 0,2 9-5 0,0 0 10 0,0 0-1 0,0 0-11 0,0 0-17 16,16 17-14-16,-12-8-10 0,-1 1-15 15,-3 2-7-15,0 0-12 0,0 3-11 0,-1 3-6 16,-5-2-7-16,2 0-10 0,-6 1-9 16,3 3-27-16,-2-2-33 0,-3-3-40 0,0 0-43 15,3-3-50-15,-3 0-64 0,3-3-74 16,0 2-70-16,0-6-101 0,0-1-122 0,4-4-91 15,5 0 52-15,0 0-370 16,0 0-456-16</inkml:trace>
  <inkml:trace contextRef="#ctx0" brushRef="#br0" timeOffset="39706.48">15108 3491 2871 0,'-21'0'138'0,"21"0"48"16,-16-3 46-16,16 3 34 0,0 0 32 0,0 0 24 16,-15 0-2-16,15 0-5 0,0 0-19 15,0 0-30-15,0 0-20 0,0 0-27 0,31-13-15 16,-14 9-26-16,6 0-11 16,-4 2-23-16,2-1-16 0,3 0-33 0,1 0-25 15,0 2-25-15,-5-1-35 0,-2 2-23 16,0-2-19-16,-7 1-10 0,3-1-15 15,-5 2-2-15,-2-2-14 0,-7 2-8 0,16 0-11 16,-16 0-12-16,13-1-20 0,-13 1-25 16,10-3-51-16,-10 3-76 0,0 0-78 0,7-3-111 15,-7 3-175-15,0 0-46 0,2-7 63 16,-2 7-379-16,0 0-478 0</inkml:trace>
  <inkml:trace contextRef="#ctx0" brushRef="#br0" timeOffset="40121.89">15783 3188 2817 0,'-8'-9'33'0,"2"1"38"0,0 4 21 15,6 4 21-15,-13-8 9 0,13 8 19 0,-17 4 10 16,4 4 0-16,-7 1-5 0,4 3-10 15,-9 6-8-15,0 1-5 0,0 2-7 0,2 1-11 16,2-2-11-16,4 2-6 16,6-5-14-16,3-1-5 0,4-3-8 0,-2 1-5 15,6-1-2-15,4-2-3 0,4 4-3 16,1-4-4-16,6 1 16 0,8 5 1 0,2-2-6 16,0 1-3-16,-3-4-2 0,-8-2 2 15,-1-2 11-15,-1 1 11 0,-1-1 11 16,-1 3 19-16,-4-4 16 0,0 2 10 0,-5-1 11 15,-1 1 10-15,0 0 4 0,-3-1-17 16,-5 2-10-16,2 0-16 0,-3-1-4 0,-1 1-16 16,-4 0-9-16,2-4-6 0,-4 2-13 15,1-4-13-15,1 1-42 0,-1-3-48 0,4-1-63 16,-1-1-67-16,12 0-75 0,-23-1-84 16,14-3-92-16,3 2-105 0,6 2-141 15,-9-8-81-15,9 8 72 0,0-5-476 16,0 5-618-16</inkml:trace>
  <inkml:trace contextRef="#ctx0" brushRef="#br0" timeOffset="40389.12">15976 3607 2952 0,'0'0'-7'0,"11"-5"68"0,-11 5 34 0,0 0 33 16,0 0 39-16,0 0 33 0,0 0 17 15,14 11 8-15,-12-4-12 0,2 1-3 16,0 2-4-16,-1 2-8 0,-3 0-8 0,-3 2-6 16,-3 1-2-16,2 1-17 0,-3-1-10 15,-2 5-16-15,-1-3-20 0,-1-1-6 0,-3 1-10 16,1-3-17-16,-5 0-35 0,3 0-55 16,3-2-60-16,-2-3-72 0,1-4-88 15,-1 3-106-15,3-5-122 0,1-1-150 0,0-2-101 16,10 0 58-16,0 0-441 0,-14-14-556 15</inkml:trace>
  <inkml:trace contextRef="#ctx0" brushRef="#br0" timeOffset="40989.12">16365 3162 3018 0,'2'-9'75'16,"-2"0"63"-16,0 3 35 0,0 0 20 15,0 6 6-15,0 0-11 0,0 0-12 0,0 0 12 16,0 0 20-16,0 0-2 16,0 0-7-16,-2 41-12 0,1-14 18 0,-5 10-4 15,1-1-15-15,-4 0-16 0,4 2-17 16,-5-1-15-16,3-3-16 0,2-1-13 0,-6-1-5 15,6-7-9-15,-1-4-10 0,3-7-8 16,-4 2-2-16,3-2-10 0,1-3-4 16,-1 0-6-16,0-2-5 0,2-1 0 0,1-2-7 15,1-6-18-15,-4 6-27 0,4-6-32 16,0 0-14-16,0 0-19 0,0 0-16 0,5-32-24 16,5 3-10-16,4-3-13 0,-2 1-2 15,4-14 8-15,1 0 15 0,-1-1 9 0,-4 8 12 16,-2 4 12-16,-6 8 8 15,0 6 22-15,0 3 16 0,-2 2 11 0,-2 6 1 16,0 0 8-16,-8 1 15 0,8 8 19 16,-16-3 16-16,16 3 12 0,-30 7 17 0,12 3 15 15,-9 2 16-15,-2 5 18 0,2-2-1 16,6-3-2-16,4 0 6 0,2-2 1 16,4-1-6-16,-1 1-3 0,4-2 4 0,5 1 4 15,-1-1 1-15,4 1-1 0,2 0-6 16,1-2-3-16,7-3-13 0,2 2-9 0,1-1-4 15,2-2-14-15,6 1-8 0,-4-4-10 16,4 1-41-16,0-2-13 0,-2 1-48 0,2-1-51 16,1-3-47-16,-2 2-38 15,-4-2-43-15,0 3-43 0,-3-3-64 0,1 2-64 16,-3-1-70-16,1 0-99 0,-3 1-153 16,-9 2-16-16,10-3 63 0,-10 3-457 0,10-4-597 15</inkml:trace>
  <inkml:trace contextRef="#ctx0" brushRef="#br0" timeOffset="41422.78">16607 2921 2994 0,'-9'-4'21'0,"9"4"63"0,-14-4 37 0,14 4 24 0,-7-7 9 0,7 7-4 15,0 0-10-15,7-12-6 0,2 6-15 16,4 2-13-16,2 0-11 0,0 2-7 0,3 4-11 16,-2 3-5-16,6 2-8 0,3 9-4 15,-3 6 3-15,3 2 30 0,-2 16 29 0,0 4 23 16,-7 2 6-16,4 4 22 0,-5 4 28 16,-2-1 3-16,-1 3 19 0,-2-3 23 15,-1 2-9-15,0-4-2 0,-1-9-15 0,4 6 8 16,-5-14-18-16,0-1-18 15,-5-8-20-15,5-4-11 0,-5-4-21 0,-1 0-5 16,-1-5-119-16,0 2-16 0,-1-3 0 16,-8 4 0-16,-2-1 0 0,-4-2 0 0,-11 5 0 15,-1-3 0-15,-6 2 0 0,1-3 0 16,2-1 0-16,-3 1 0 0,10-3 0 0,4 1 0 16,2-4 0-16,1 0 0 0,4-3 0 15,0 0 0-15,0 1 0 0,3-3 0 0,5 1 0 16,4-3-251-16,0 0-182 0,-15 0-68 15,15 0-83-15,0 0-117 0,0 0-117 16,-11-7 63-16,11 7-656 0,-7-5-862 16</inkml:trace>
  <inkml:trace contextRef="#ctx0" brushRef="#br0" timeOffset="45304.47">7333 1245 3551 0,'0'0'-163'0,"0"0"48"0,-3-10 44 0,3 10 31 0,0 0 29 0,0-8 28 0,0 8 14 16,0 0 15-16,0 0 18 0,0-9 3 15,0 9 5-15,0 0-9 0,0 0 4 0,0 0 5 16,0-9 1-16,0 9 10 0,0 0-5 16,0 0-3-16,0 0-7 0,0 0 0 15,0 0-7-15,0 0-13 0,0 0-9 16,0 0-13-16,0 0 6 0,0 0-1 15,0 0-4-15,0 0-1 0,-2 30-5 0,2-17 3 16,-1-1-1-16,-1 3-1 0,0-3 0 16,2 3-1-16,0-1 8 0,-2 0-15 0,2-2-6 15,0 1 9-15,-2-1-5 0,2-3-6 16,0-1 2-16,-2 3 1 0,4-5-2 16,-2-6 4-16,0 12-2 0,0-12-6 0,-2 7 10 15,2-7-8-15,0 10-3 0,0-10-27 16,0 0-36-16,0 12-35 0,0-12-46 15,0 0-61-15,0 2-71 0,0-2-97 0,0 0-157 16,0 0-48-16,0 0 56 16,0 0-118-16,0 0-135 0</inkml:trace>
  <inkml:trace contextRef="#ctx0" brushRef="#br0" timeOffset="46204.59">8395 1430 1702 0,'-20'-2'25'0,"20"2"27"0,-5-6 17 0,5 6 20 0,-11-5 14 0,11 5 11 0,-5-8 6 0,5 8-2 0,-6-8-1 0,6 8-11 16,-2-9-6-16,2 9-12 0,0-8-9 15,0 8-12-15,2-11-9 0,-2 11-1 0,6-9-6 16,-1 4-9-16,-5 5-2 16,12-5-3-16,-4 4-4 0,-8 1-12 0,0 0 0 15,21 1-3-15,-21-1 1 0,15 9-4 16,-8-1-5-16,-2 1 8 0,0 1-4 16,-1 2 4-16,-4 3 14 0,0-2 11 0,-2 5 22 15,0-2 16-15,-1 1 26 0,-4-2 6 16,3-1-8-16,-1-1-4 0,3-1-1 15,-2 0 3-15,3-3 2 0,-1-1 5 0,0 0 4 16,2-8-1-16,-2 12-3 0,2-12-7 16,0 10-3-16,4-5-1 0,-4-5-10 0,9 7-6 15,0-3-8-15,1-2-4 0,1-1-11 16,-11-1-9-16,25 4-3 0,-14-3-5 16,3-1-3-16,-14 0-4 0,19 2-1 15,-19-2-8-15,16 2-1 0,-16-2-6 16,12 2 0-16,-12-2-6 0,0 0-13 0,16 0-15 15,-16 0-25-15,0 0-25 0,0 0-37 16,13 1-47-16,-13-1-27 0,0 0-31 16,0 0-38-16,0 0-45 0,0 0-73 0,12 2-123 15,-12-2-154-15,0 0 46 0,0 0-259 16,13-7-337-16</inkml:trace>
  <inkml:trace contextRef="#ctx0" brushRef="#br0" timeOffset="46988.14">9756 1298 2320 0,'2'-5'-15'0,"-2"5"30"0,0-10 18 0,0 10 9 0,3-11 14 0,2 3 13 0,-3 2 1 16,4 0-3-16,-6 6-13 0,11-9-4 15,-1 5-6-15,-3 0-5 0,-7 4-5 0,17 0-1 16,-17 0-7-16,21 0 1 0,-9 4-3 16,-1 0 0-16,-3 1-1 0,-1 2-4 15,2 0-1-15,-6 1-3 0,1 1-3 0,-4-1 12 16,4 3 12-16,-8 1 11 0,2-2 14 16,-2 4 2-16,-4-1 24 0,1-1-1 0,-3 0 14 15,3 1 8-15,-3-2 1 0,4-1-10 16,3-2-5-16,-5 0-10 0,6-1-12 15,-1-1-4-15,3-6-8 0,-5 12-8 16,5-12 0-16,0 9-6 0,0-9-4 16,8 12-3-16,-2-2-7 0,-1-4 2 0,3 3-6 15,-2-3-6-15,0 2-3 0,-1 2-2 16,1-3 0-16,-1 1 5 0,-1-1-8 0,1 0 1 16,0 0 7-16,-5 1 18 0,2-1 18 15,-2-7 16-15,-2 16 13 0,-3-10 5 16,-2 1 3-16,2 0 1 0,-3 0 1 0,-1-2-3 15,-3-2-4-15,1 1-6 0,-1-2-7 16,1-2-12-16,11 0-2 0,-21-2-9 0,21 2-26 16,-21-5-40-16,9 1-37 15,5 1-64-15,-2-4-60 0,-1 2-88 0,2 3-97 16,8 2-143-16,-11-5-220 0,11 5 62 16,-4-5-401-16,4 5-533 0</inkml:trace>
  <inkml:trace contextRef="#ctx0" brushRef="#br0" timeOffset="47970.88">10801 1373 2707 0,'4'-9'-67'0,"-2"3"51"0,1-3 41 0,-3 2 26 0,0 7 37 0,6-14 29 0,-2 8 30 16,-3-1 18-16,-1 7 14 0,5-10-3 0,-3 4-9 15,-2 6-7-15,4-8-21 0,-4 8-17 16,0 0-15-16,1-7-8 0,-1 7-12 16,0 0-9-16,0 0-5 0,0 0-8 15,0 0-4-15,0 0-5 0,0 0-8 16,0 0-1-16,0 0-6 0,0 0 0 0,0 0-8 16,0 0-2-16,0 0 2 0,0 0-6 15,0 0 1-15,0 0 3 0,20 1-1 0,-20-1-1 16,0 0-5-16,0 0-4 0,0 0 2 15,0 0-8-15,5-4 0 0,-5 4 0 16,0 0-2-16,0 0 1 0,0 0-1 0,2-11 0 16,-2 11 10-16,0 0-1 0,2-6 2 15,-2 6-1-15,0 0 2 0,0 0-2 0,0 0 1 16,2-9-4-16,-2 9 0 0,0 0-5 16,0 0-3-16,0 0-5 0,0 0-4 15,0 0 0-15,0 0 0 0,0 0 0 0,0 0-1 16,0 0 0-16,0 0 2 15,0 26 2-15,0-14-2 0,0 1-1 0,0-1 0 16,0 2 2-16,0 0-1 0,2-1-3 16,0 1 1-16,-1-2 6 0,1 0-2 0,0 0 6 15,0-2-6-15,0-1 4 0,3-1 0 16,-2 0 5-16,-1-4-1 0,-2-4 5 16,9 7-5-16,0-5-4 0,-9-2 1 0,18 0 1 15,-18 0-1-15,21-9-1 0,-11 5-3 16,1-4 3-16,1 0-2 0,-3-1-4 0,0 3 1 15,-2-2-2-15,2 2 4 16,-4 0-6-16,-5 6-4 0,11-5 3 0,-11 5-8 16,9-4 2-16,-9 4 2 0,0 0 3 15,0 0 0-15,11 17 2 0,-9-9 1 16,0 2 0-16,-1 2 2 0,-1 1-2 0,2-2 1 16,-2 1 1-16,2 2 1 0,0-1-1 15,2-1 1-15,-3 1-5 0,-1-3 0 0,3 0 3 16,-1-1-1-16,-2-1-1 0,2 0-2 15,-2 0-5-15,0-8-20 0,4 11-29 16,-2-6-32-16,-2-5-42 0,1 8-35 0,-1-8-38 16,0 9-26-16,2-4-43 0,-2-5-69 15,2 8-103-15,-2-8-174 0,2 6 16 16,-2-6-289-16,5 3-374 0</inkml:trace>
  <inkml:trace contextRef="#ctx0" brushRef="#br0" timeOffset="48820.49">12030 1467 2144 0,'12'0'-194'0,"-12"0"23"0,0 0 16 0,0 0 15 0,0 0 18 0,11 0 21 0,-11 0 12 0,0 0 16 15,0 0 17-15,0 0 20 0,0 0 30 16,14-2 19-16,-14 2 21 0,0 0 15 0,0 0 16 16,9-2 12-16,-9 2-2 15,0 0 5-15,0 0 5 0,0 0-4 0,7-4 1 16,-7 4-2-16,4-5-2 0,-4 5-2 16,0 0-4-16,6-6 3 0,-6 6-2 15,0 0-1-15,3-4 0 0,-3 4 2 0,0 0 7 16,0 0 3-16,3-10 12 0,-3 10 0 15,0 0 0-15,0 0 1 0,-3-12-9 0,3 12-12 16,-3-5-8-16,3 5-6 0,-10-6-9 16,10 6-6-16,-14-4 4 0,14 4-14 15,-22 0 1-15,22 0-6 0,-23 6-4 0,14-2-3 16,2-2 0-16,-4 3-3 0,2 1-3 16,6-2-6-16,-3 2 2 0,1 2 1 15,4-2 25-15,1-6 4 0,-2 15-2 16,4-7 12-16,-1 4 2 0,4-3 3 15,2 2 11-15,1 1 2 0,6-2-4 0,-3 4-14 16,2-3 10-16,2 5-2 0,-4-2 10 16,3-1-6-16,-3 1-6 0,0 0-4 0,2-2-9 15,-6-2-3-15,0 0-1 0,2-1-6 16,-6-1 3-16,3 1-8 0,-4-2 3 16,0 0 14-16,-2-7 13 0,-2 14 18 15,-4-8 9-15,2-2 9 0,-6 3-4 0,-1-3-4 16,0-2-11-16,-3 2-6 0,1-4-14 15,-1 2-3-15,0 0-27 0,14-2-54 16,-29-2-71-16,13 2-83 0,5-2-94 0,-3 0-87 16,1 0-118-16,4 0-179 0,-3-1 13 15,12 3-372-15,-15-3-491 0</inkml:trace>
  <inkml:trace contextRef="#ctx0" brushRef="#br0" timeOffset="49903.62">12890 2972 2557 0,'0'0'-99'0,"0"-8"28"0,0 8 31 15,-7-5 16-15,7 5 16 0,-5-5 10 0,5 5 12 16,-9-2 10-16,9 2 10 0,0 0 8 15,-33 11 13-15,14-2 10 0,-8 8 7 16,-2 6 11-16,-5 7 13 0,2-1-6 0,3 3 21 16,-3 1 9-16,9-7-1 0,4 0 6 15,2 0-2-15,2-1-10 0,3-6-3 0,7 0-10 16,-3-7 6-16,4 5-7 0,3-6 2 16,2 2-2-16,1-2-10 0,0-2-3 15,4 0-8-15,-3-2-5 0,3-2 0 16,2 0-9-16,0-1-3 0,-8-4-7 15,14 4-1-15,-14-4-1 0,14 3 6 0,-14-3 1 16,0 0-7-16,0 0-4 0,15-7 3 16,-15 7-10-16,5-9-3 0,-5 9-6 0,2-14-4 15,-4 7-2-15,2 7-5 0,-5-12-7 16,3 5-7-16,2 7-23 0,-3-8-30 16,3 8-31-16,-8-4-27 0,8 4-30 0,0 0-38 15,0 0-37-15,0 0-53 0,-27 7-73 16,24-3-120-16,3-4-154 0,-8 7 48 0,8-7-254 15,0 0-302-15</inkml:trace>
  <inkml:trace contextRef="#ctx0" brushRef="#br0" timeOffset="50504.08">14036 2709 2083 0,'-14'-3'-5'0,"14"3"48"0,-11 0 38 0,11 0 30 0,-11-2 25 0,11 2 33 0,0 0 7 0,-9-5 17 15,9 5-20-15,0-7-6 0,0 7-23 0,9-12-14 16,2 5-7-16,-4-2-15 0,6 3-13 16,1-1-8-16,-5 0-9 0,2 3-16 15,-1 1-4-15,-10 3-8 0,19 0 2 0,-19 0 6 16,14 9-6-16,-11 1 5 0,-1 2 13 16,0 3 11-16,-2 3 2 0,-2 0 10 0,-2 4 2 15,-1 11 2-15,0-7 0 0,0-4-5 16,-1 0 0-16,1 9-9 0,-1-6-7 15,1-6-7-15,-2-1-6 0,3-1-5 0,3-1-9 16,-1-5-6-16,-2 5-7 0,2-4 1 16,-2-2-15-16,4 2-32 0,-3-3-32 0,1-1-37 15,0-1-38-15,2-7-33 16,-5 12-47-16,5-12-54 0,-1 9-65 0,1-9-93 16,0 0-123-16,0 0-102 0,0 0 60 15,0 0-279-15,0 0-336 0</inkml:trace>
  <inkml:trace contextRef="#ctx0" brushRef="#br0" timeOffset="50737.71">14052 2956 2383 0,'-14'-2'37'0,"14"2"37"0,0 0 27 16,-9-4 22-16,9 4 38 0,0 0 1 15,0 0 3-15,-6-6-16 0,6 6-9 0,0 0-16 16,18-10-10-16,-7 6-13 0,0 1 0 16,7-3-31-16,-3 2-29 0,0 0-35 15,4-1-48-15,-4 2-39 0,3-2-44 0,-3 1-43 16,2 0-38-16,-6 0-51 16,-1 0-58-16,-2 2-87 0,-1-2-101 0,1 2-162 15,-8 2-159-15</inkml:trace>
  <inkml:trace contextRef="#ctx0" brushRef="#br0" timeOffset="51487.22">15119 2607 1712 0,'0'-5'-30'0,"0"5"37"0,2-8 14 0,-2 8 14 0,2-6 9 0,-2 6-1 0,4-6 3 16,-4 6-7-16,0 0-1 0,3-6-1 16,-3 6-3-16,0 0 7 0,0 0 13 0,0 0 9 15,0 0 7-15,7 24 7 16,-11-15 9-16,1 3 3 0,1 4 8 16,1 1 3-16,-1 2 3 0,-2-3-7 0,2 1 4 15,4 3-8-15,-4-5-4 0,2 1-12 16,2-2 4-16,2 3-13 0,-2-4-6 0,-1-1-4 15,8 0-6-15,-6-3 5 0,3-1-14 0,1-1-2 16,1 0 4-16,0-1-8 16,-8-6 2-16,13 5 6 0,-7-3 30 0,-6-2 29 15,0 0 23-15,0 0 29 0,0 0 23 16,10-16 19-16,-10 16 12 0,-18-23 25 0,-1 0 22 16,-3 2-3-16,-5 1-2 0,0-3 1 15,2 4-8-15,0 1-17 0,0 1-15 0,9 3-15 16,2 5-18-16,3 1-13 0,3 1-16 15,1 2-14-15,0-1-14 0,4 1-14 16,3 5-14-16,-4-12-15 0,8 6-32 0,4-2-45 16,3-1-67-16,8-3-79 15,2 2-81-15,7-1-68 0,1 0-62 0,0 2-73 16,5 1-79-16,0 3-110 0,5-2-155 16,-1 2 21-16,1 1-599 0,4 1-804 0</inkml:trace>
  <inkml:trace contextRef="#ctx0" brushRef="#br0" timeOffset="52570.33">16280 2513 3377 0,'0'0'-147'0,"3"-5"56"0,-3 5 49 0,5-5 40 0,-5 5 20 0,5-5 15 16,-5 5 27-16,4-7 7 0,-4 7-2 16,7-9-2-16,-5 4-11 0,-2 5 10 0,12-8-3 15,-8 3 11-15,-4 5 2 0,7-9 5 16,-3 4 3-16,2 0-4 0,-5-2 5 0,-1 7 3 15,9-14-7-15,-5 6 8 0,-4-2-6 16,1 3-4-16,-1-3 4 0,-1-2-5 0,1 3-6 16,-2-1-6-16,-3-2-3 15,3 4-12-15,-2 1-5 0,-3 1-9 16,2 0 1-16,-3 4-6 0,8 2 0 0,-21-3-3 16,7 3-4-16,-3 3 3 0,4 3-3 15,-2 0-6-15,2-1 4 0,-1 1-8 0,7 0-5 16,-3 2 6-16,2 1-1 0,3-3-2 15,-1 0 3-15,2 0-8 0,2 2 7 0,1-3 0 16,-1 2-2-16,2-7 11 0,0 9 6 16,0-9 11-16,3 9-1 0,-3-9 4 15,6 9 2-15,0-6-2 0,-6-3 0 16,11 4 2-16,-11-4 12 0,12 6 1 0,-12-6 0 16,14 4-4-16,-14-4-6 0,14 2 1 15,-14-2-8-15,17 1-3 0,-17-1 2 16,17 0 8-16,-17 0 9 0,15 0 18 0,-15 0 14 15,0 0 16-15,18 0 16 0,-18 0 5 16,0 0-5-16,11-3-11 0,-11 3-10 16,0 0-10-16,10-6-2 0,-10 6-17 0,0 0-10 15,7-4-4-15,-7 4-4 0,0 0-4 16,8-5-9-16,-8 5 0 0,0 0-3 0,3-6-2 16,-3 6-3-16,0 0-4 0,2-6-4 15,-2 6 4-15,0 0-7 0,4-9-3 16,-4 9 1-16,0 0-4 0,5-8-1 15,-5 8-4-15,0 0-3 0,3-7-9 0,-3 7 1 16,0 0-8-16,0 0-3 0,0 0 2 16,0 0 8-16,0 0-6 0,0 0 10 15,-10 27 1-15,6-13-6 0,1 3 6 0,-3 5 0 16,4 0 3-16,-3 0-4 0,1 4 2 16,2-1 10-16,-2 0-11 0,2-2 3 0,0 0-4 15,0-3 9-15,2-5 2 0,0 4-2 16,0-7 1-16,0 1 11 0,0-1 13 0,2-2 23 15,-4-3 15-15,2 2 12 0,0-9 7 16,0 14 2-16,-2-9 0 0,2-5-54 16,-3 8-38-16,-3-3 0 0,6-5 0 15,-16 9 0-15,3-6 0 0,2 4 0 16,-3-3 0-16,0 1 0 0,0-2 0 0,1 2 0 16,1-3 0-16,3 3 0 0,-1-3 0 15,-2 2 0-15,12-4 0 0,-11 4 0 0,11-4 0 16,-13 2 0-16,13-2 0 0,0 0 0 15,-13 2 0-15,13-2 0 0,0 0-6 0,0 0-338 16,-15-2-109-16,15 2-129 0,0 0-168 16,0 0-124-16,-10-2 86 0,10 2-706 15,0 0-942-15</inkml:trace>
  <inkml:trace contextRef="#ctx0" brushRef="#br0" timeOffset="57786.16">2496 5691 890 0,'0'0'456'0,"0"0"-106"0,0 0-62 0,14 0-27 0,-14 0-34 0,0 0-19 0,0 0-8 0,0 0-11 16,0 0 6-16,0 0-1 0,0 0-10 16,0 0-13-16,0 0-3 0,0 0-15 0,14-6-6 15,-14 6-5-15,0 0-9 0,0 0-2 16,0 0-2-16,0 0-1 0,0 0 6 15,8-3-1-15,-8 3 1 0,0 0 2 0,0 0-12 16,0 0-2-16,4-8-6 16,-4 8-6-16,0 0-10 0,2-8-8 0,-2 8-6 15,0 0-5-15,0 0-8 0,-2-13 3 16,2 13-17-16,0 0-5 0,-6-10-8 0,6 10 4 16,-4-7-18-16,4 7 0 0,-5-5-5 15,5 5-7-15,-10-6-1 0,10 6-3 16,-12-3-3-16,12 3 0 0,-14 0-2 0,14 0-4 15,-20 5 2-15,9 0-6 0,-5 2 5 16,2 3-2-16,-6 2-4 0,6 2-1 0,-10 6 1 16,5 2-4-16,6-5-1 0,-1 2 2 15,7-1-4-15,1 1 3 0,3 2 0 0,-1-3-1 16,4 0 6-16,0 1 5 0,5 1 4 16,1 1 5-16,3-4-1 15,3-2 5-15,7 6-3 0,0-6 4 0,1-4-1 16,0-2 3-16,1-1 7 0,2-4 16 15,-4 0 18-15,0 0 9 0,-3-4 7 0,0 2 5 16,0-2 8-16,-1-2 1 0,-15 2-2 16,25 0-5-16,-16 0-7 0,-9 0-8 0,19 0-8 15,-19 0-5-15,15 0-8 0,-15 0-5 16,0 0-23-16,16 0-24 0,-16 0 0 16,0 0 0-16,13 0 0 0,-13 0-68 15,0 0-56-15,0 0-45 0,0 0-44 16,14 2-38-16,-14-2-57 0,0 0-59 0,0 0-73 15,0 0-102-15,0 0-132 0,0 0-80 16,0 0 65-16,0 0-533 0,0 0-684 0</inkml:trace>
  <inkml:trace contextRef="#ctx0" brushRef="#br0" timeOffset="58569.11">3300 5682 3179 0,'0'0'-71'0,"4"-4"59"0,-4 4 56 0,0 0 50 0,0 0 13 0,9-6 33 0,-9 6 11 0,0 0-2 16,4-6 5-16,-4 6-5 0,8-5-1 16,-8 5-6-16,0 0-7 0,6-7-5 15,-6 7-12-15,0 0-8 0,5-5-5 0,-5 5-8 16,0 0-12-16,0 0 1 0,4-8-11 15,-4 8-3-15,0 0-8 0,2-10 1 0,-2 10-3 16,0-9-3-16,0 9-2 0,-7-12-3 16,5 5 2-16,-2 0-2 0,0 0-4 0,-2-1-4 15,0 1-5-15,-1-1-4 0,1-1-1 16,-6 1-12-16,-1-1-2 0,2 2-3 16,-4 2-4-16,0 2-1 0,-1 1-2 0,-3 0-3 15,0 6-3-15,-4-1 0 16,0 4-2-16,-4 7 1 0,0-1-2 0,5 4-5 15,3-1-3-15,8-3 4 0,-1 1-4 16,1 1 1-16,3 1 0 0,3-3 1 0,2-1-1 16,3 1 4-16,3-1 0 0,4 0 2 15,2-3 0-15,5 5-1 0,-1-2 2 0,7-1 0 16,-2-1 1-16,13 3 4 0,-8-3-1 16,-2 0 2-16,6 2-2 0,-3-3-2 0,-3 1 3 15,0 0 1-15,-2-1-1 0,-5 1 3 16,0 0 1-16,-2 1 2 0,-4-1 15 15,-3 2 23-15,3-2 21 0,-4 2 22 0,-4-2-1 16,0 0 11-16,-2 2 5 16,-6 2 7-16,-1-1 2 0,0-2 1 0,-5 1 3 15,-1 1 1-15,-1-5 0 0,-2 1-8 16,2-4-4-16,-1-1 0 0,2-1-5 0,2-6-11 16,13 3-25-16,-32-2-71 0,16-4 0 15,3 0 0-15,3 0 0 0,-1 0 0 0,0 3 0 16,2-5 0-16,2 2 0 0,-2 2-1 15,2-4-232-15,2 5-69 0,-1-3-87 0,2 2-100 16,4 4-130-16,0-8-214 0,0 8 46 16,4-8 76-16,3 3-591 0,-7 5-759 15</inkml:trace>
  <inkml:trace contextRef="#ctx0" brushRef="#br0" timeOffset="59004.3">3826 5823 3552 0,'0'0'22'0,"0"0"69"0,0 0 52 0,-18-3 46 0,18 3 32 0,0 0 27 0,0 0 22 0,-12-2 6 16,12 2 5-16,0 0-12 0,0 0-9 0,0 0-31 15,0 0-14-15,0 0-18 0,19-14-27 16,-4 10-17-16,0 0-13 0,2 2-20 0,3-2-30 16,-6 0-50-16,2 2-56 15,-1 0-49-15,0-1-48 0,-3 1-44 0,1 0-48 16,-1 0-37-16,-3 0-49 0,-9 2-51 16,15-1-51-16,-15 1-78 0,13 0-82 15,-13 0-102-15,7 3 28 0,-7-3-409 0,0 9-510 16</inkml:trace>
  <inkml:trace contextRef="#ctx0" brushRef="#br0" timeOffset="59286.21">3799 5974 2756 0,'-7'4'73'0,"-2"-4"73"16,9 0 59-16,0 0 40 0,-14 4 39 16,14-4 26-16,0 0 21 0,0 0-6 0,0 0-4 15,0 0-12-15,0 0-13 16,0 0-19-16,0 0-27 0,0 0-22 0,0 0-21 15,55-4-19-15,-34 1-21 0,-2 2-16 16,0-1-19-16,-2-2-11 0,2 2-13 0,-5 2-11 16,-1-3-10-16,0 3-9 0,-1-2-7 15,-12 2-9-15,17-1-5 0,-17 1-12 16,12-2-3-16,-12 2-13 0,0 0-18 0,15-2-23 16,-15 2-33-16,0 0-30 15,0 0-45-15,0 0-40 0,0 0-45 0,0 0-54 16,0 0-65-16,0 0-82 0,0 0-83 15,0 0-120-15,0 0-148 0,0 0 48 0,0 0-597 16,0 0-763-16</inkml:trace>
  <inkml:trace contextRef="#ctx0" brushRef="#br0" timeOffset="60786.47">4541 5773 3547 0,'-5'-10'-45'16,"4"0"50"-16,-3-1 48 0,0 1 41 0,1-1 40 0,-1 3 34 0,0-2 26 0,2 2 22 16,1 0 17-16,-1-1 8 0,0 1 11 15,-1 1-12-15,3 7-4 0,-4-14 3 0,2 10-1 16,2 4 0-16,0-9-25 0,0 9-23 16,-3-7-18-16,3 7-22 0,0 0-16 15,0 0-9-15,0 0 15 0,0 0-2 0,-2 31-12 16,2-13 0-16,0 7-9 0,0 0-3 15,2 2 0-15,-2 10-65 0,2-6-49 16,-2-5 0-16,0 1 0 0,1-3 0 0,-1 0 0 16,0-5 0-16,0-1 0 0,0-1 0 15,0-3 0-15,0-2 0 0,0-1 0 0,0-2 0 16,0-3 0-16,0-6 0 0,0 6 0 16,0-6 0-16,0 0 0 0,0 0 0 0,0 0 0 15,0 0 0-15,-1-33 0 0,2 16 0 16,-1-3 0-16,4-5 0 0,5-11 0 0,-6 0 0 15,6 0 0-15,-3 3 0 0,-1 10 0 16,0 1 0-16,-1 8 0 0,0-1 0 16,-3 4 0-16,1 0 0 0,0 4 0 15,2 2 0-15,-1 2 0 0,-3 3 0 0,0 0 0 16,14 0 0-16,-14 0 0 0,13 6 0 16,-5-2 0-16,0 1 0 0,-1 0 0 15,-1 1 0-15,1-3 0 0,0 0 0 0,0 0 0 16,-7-3 0-16,11 6 0 0,-11-6 0 15,14-2 0-15,-5-2 0 0,4-3 0 0,3-3 0 16,1-5 0-16,4-5 0 0,4-3 0 16,0-1 0-16,-5 1 0 0,3 0 0 0,-2 4 0 15,-1 4 0-15,-4 3 0 16,-5 4 0-16,0 2 0 0,-2 1 0 0,0 5 0 16,-9 0 0-16,18 11 0 0,-9-1 0 15,-1 4 0-15,2 6 0 0,-5 0 0 0,2 9 0 16,-1-1 0-16,4 4 0 0,-2-3 0 15,-3 2 0-15,2-4 0 0,-2-6 0 0,2 2 0 16,-3-3 0-16,0 1 0 0,0-5 0 16,-1-1 0-16,-1-3 0 0,0 0 0 0,3-1 0 15,-4-3 0-15,1-1 0 0,0-1 0 16,0 0 0-16,0 0 0 0,-2-6 0 16,2 6 0-16,-2-6 0 0,0 0 0 15,3 5 0-15,-3-5 0 0,0 0 0 0,0 0-14 16,0 0-536-16,0 0-124 0,11-21-178 15,-8 13 0-15,1-3 87 0,-2-1-760 0,3-1-970 16</inkml:trace>
  <inkml:trace contextRef="#ctx0" brushRef="#br0" timeOffset="61435.1">5655 5629 3962 0,'0'0'-157'0,"0"0"47"0,10-7 47 0,-10 7 36 0,0 0 45 0,0 0 31 0,0 0 26 0,6-8 14 0,-6 8 17 0,0 0 8 0,0 0 3 16,0 0 11-16,9-4 0 0,-9 4 8 15,0 0-2-15,0 0 2 0,4-7-3 0,-4 7-2 16,0 0-5-16,5-5-7 0,-5 5-9 16,0 0-5-16,5-9-11 0,-5 9-5 0,4-8-12 15,-4 8-5-15,3-12 4 0,-1 5-6 16,-2-1-1-16,0-1-4 0,0 1-5 0,0-4-5 16,-2 3-1-16,1-1-7 0,-1 0 0 15,-2 0-2-15,-1 3-8 0,-2-1-9 16,2 4-5-16,-7-2-3 0,0 6 0 15,12 0-4-15,-34 4 1 0,13 2-7 16,3 2 2-16,0 3-2 0,1 1-1 0,2 2-4 16,2-1 0-16,-1 1-1 0,6 0 3 15,1 0-1-15,3-1 12 0,4-1-16 16,0 2 3-16,6 1-2 0,3 1 1 0,3 1 8 16,8 5-15-16,2-3 26 0,1 0-8 0,6-1 4 15,-6-1-3-15,2 1 6 16,2-3-4-16,-4 3-4 0,-3-4 7 0,-5-3 6 15,-6 0 21-15,1 1 35 0,-1 0 25 16,-1-2 19-16,-5 2 21 0,-1-2 14 0,-2 1 5 16,-4 2 8-16,-1-2 0 0,-3-1-101 15,-4 2-74-15,-4-2 0 0,0-1 0 16,-1-1 0-16,2 0 0 0,-2-4 0 0,1-1 0 16,4-1 0-16,-6-4 0 0,1 2 0 15,0-4 0-15,2-1 0 0,1-1 0 0,3 1 0 16,1 0 0-16,1 1 0 0,-1-4 0 15,3 3 0-15,1 1 0 0,0-2-523 16,2-1-171-16,4 2-194 0,0 5 35 16,10-15 79-16,-2 6-743 0,5-2-961 0</inkml:trace>
  <inkml:trace contextRef="#ctx0" brushRef="#br0" timeOffset="61651.69">6202 5736 4049 0,'0'0'67'0,"0"0"76"0,-15-8 45 0,15 8 44 0,0 0 29 0,0 0 2 0,0 0-1 0,0 0-17 16,0 0-24-16,6-11-17 0,-6 11-25 16,18-6-13-16,-9 4-30 0,-9 2-60 0,21-5-78 15,-8 4-71-15,0-3-93 0,4 0-110 16,-1 0-116-16,-1 0-127 0,3 1-173 0,-4-3-21 15,4 2 78-15,-7 2-462 0,0-2-566 16</inkml:trace>
  <inkml:trace contextRef="#ctx0" brushRef="#br0" timeOffset="61885.39">6267 5814 3146 0,'-13'7'176'0,"0"-3"65"0,3 2 51 15,2-2 55-15,3-1 55 0,5-3 30 16,0 0 13-16,-14 5-8 0,14-5-21 15,0 0-5-15,-4 6-12 0,4-6-16 0,0 0-32 16,0 0-39-16,23 5-311 0,-10-5-1 16,3 3 0-16,-1-3 0 0,2 2 0 0,1-1 0 15,-3 1 0-15,1-2 0 0,-2 0 0 16,-14 0 0-16,25 0 0 0,-16 0 0 16,3 0 0-16,-12 0-242 0,13 0-280 0,-13 0-100 15,16 0-138-15,-16 0-86 0,0 0 70 16,0 0-728-16,11-2-951 0</inkml:trace>
  <inkml:trace contextRef="#ctx0" brushRef="#br0" timeOffset="62603.23">7123 5663 4026 0,'0'-14'-47'0,"0"4"59"0,-2 0 58 0,2 1 36 0,0 9 39 0,0-13 27 0,0 13 11 0,0-9-6 15,0 9-21-15,0 0-14 0,0 0-15 16,0 0 19-16,0 0 21 0,-15 29-8 0,6 0-20 16,-2 2-6-16,-2 2-6 0,2 0-8 15,-1-1 11-15,1-1-3 0,2 0 0 0,-5-2-1 16,7-5-7-16,-1-4-12 0,-2-3 7 15,3 2-12-15,3-5-15 0,0 0-3 16,-3-3-13-16,2 1-16 0,0 0-52 16,-1-5-70-16,4 1-73 0,-1-1-77 0,1 0-94 0,0-1-114 15,2-6-118-15,-2 5-128 0,2-5-84 16,0 0 65-16,0 0-566 0,0 0-716 16</inkml:trace>
  <inkml:trace contextRef="#ctx0" brushRef="#br0" timeOffset="62868.52">7072 5622 3214 0,'-4'-17'-37'16,"2"1"54"-16,0 3 46 0,2 1 35 15,0 0 25-15,2 0 10 0,5-3 10 0,1 4-3 16,0-1-8-16,3 2-12 0,4 0-11 16,3 1-7-16,-4 6-15 0,2 0-8 15,-1 3-6-15,0 6-10 0,5 3-3 16,2 8-5-16,-3 3 1 0,-4 6-10 15,3 0-2-15,-5 1-1 0,-1 0-7 0,-5-3-1 0,1-1-3 16,-2 0-3-16,0-1-6 16,-5-1 1-16,3 2-2 0,-2-5-3 0,0-1 0 15,0-4-18-15,-2 1-35 0,1-2-40 16,-1 0-61-16,0-5-65 0,0 5-60 0,0-6-67 16,-1 1-113-16,-1 0-138 0,2-7 11 15,-4 7-313-15,4-7-364 0</inkml:trace>
  <inkml:trace contextRef="#ctx0" brushRef="#br0" timeOffset="63067.89">7208 5821 2558 0,'-15'2'93'0,"15"-2"50"16,-21 0 38-16,21 0 28 0,-13-2 27 16,13 2 13-16,0 0 4 0,-14-1-15 15,14 1-21-15,0 0-20 0,0 0-20 0,0 0-14 16,0 0-20-16,0 0-15 0,0 0-41 15,36-12-57-15,-24 10-79 0,1-2-108 0,3-2-124 16,-1 2-141-16,6-3-191 0,0 1-25 16,3 2 75-16,-4-4-314 0,1 0-361 0</inkml:trace>
  <inkml:trace contextRef="#ctx0" brushRef="#br0" timeOffset="63436.59">7609 5516 2638 0,'-12'-14'109'0,"3"6"42"15,3-2 26-15,3 5 17 0,3 5 5 0,-7-9-10 16,7 9-18-16,0 0-8 0,0 0 14 16,0 0 5-16,0 0-11 0,18 30 6 15,-13-7 10-15,1 11 12 0,0 2 18 16,-6 3 36-16,0 3 14 0,-4 1-1 0,0-1-5 15,0 3-1-15,-1-2 0 0,1-2-10 16,-1 2-9-16,-1-4-11 0,1-2-20 16,5-10-22-16,-3-5-16 0,3-3-140 0,2 0-32 15,-2-5 0-15,1-2 0 0,6-3 0 16,0-1 0-16,3-2 0 0,-1-2 0 0,3-1 0 16,-1-3 0-16,5 0 0 0,-5 0 0 15,3-3 0-15,-2 1 0 0,-1 0 0 0,-2 1 0 16,2-3 0-16,-2 1 0 15,1-1-87-15,1-2-300 0,-5 2-86 0,1-1-99 16,4-2-132-16,-6 0-134 0,1-1 72 16,-5 1-718-16,3-5-932 0</inkml:trace>
  <inkml:trace contextRef="#ctx0" brushRef="#br0" timeOffset="63652">7592 5583 4326 0,'0'0'21'0,"0"0"24"0,-4-7 16 0,4 7 22 0,0 0 16 16,13-14 2-16,-3 9-8 16,3 0-13-16,-1-2-6 0,3 0-10 0,2 0-34 15,2 1-50-15,-2 0-65 0,-2 0-92 16,3 1-89-16,-4-1-118 0,4 0-151 0,0 2-79 15,-4 0 64-15,-1 2-282 0,-1 0-318 16</inkml:trace>
  <inkml:trace contextRef="#ctx0" brushRef="#br0" timeOffset="64201.4">7977 5631 2634 0,'-7'-6'228'0,"-4"5"18"0,4-3 4 0,7 4 0 15,0 0 0-15,-11-4-4 0,11 4-21 16,0 0-25-16,-5-8-22 0,5 8-20 16,0 0-15-16,0 0-18 0,0 0-13 0,0 0-10 15,22-3-12-15,-22 3-5 0,0 0-10 16,17 11-7-16,-11-3 3 0,-1-1 9 15,-1 1 19-15,1 4 13 0,0 0 13 0,1 0 14 16,-5 0 11-16,1 2 6 0,0 3 1 0,0 1 1 16,2-1 0-16,-3 0-13 0,3-1-13 15,-2 0-12-15,0 0-15 0,3-1-3 16,-4-3-10-16,-1 0-15 0,2-2-6 16,0-1-8-16,0 0-5 0,0-1-5 0,0-1 2 15,-2-7-7-15,1 10-48 0,-1-10 0 16,0 10 0-16,0-10 0 0,0 9 0 15,0-9 0-15,2 7 0 0,-2-7 0 0,-3 9 0 16,3-9 0-16,-8 6 0 0,8-6 0 16,-6 9 0-16,6-9 0 0,-6 6 0 0,6-6 0 15,-4 6 0-15,4-6 0 16,0 0 0-16,0 0 0 0,0 0 0 0,0 0 0 16,0 0 0-16,0 0 0 0,18 6 0 15,-9-6 0-15,-9 0 0 0,23-4 0 0,-8 0 0 16,-1 0 0-16,-1 4 0 0,1-5 0 15,1 2 0-15,-2 0 0 0,0-1 0 0,0-1 0 16,-1 2-237-16,-1-1-309 0,1-1-107 16,1-2-145-16,-2 0-48 0,3-1 86 0,1-1-720 15,-1-3-927-15</inkml:trace>
  <inkml:trace contextRef="#ctx0" brushRef="#br0" timeOffset="64584.29">8318 5378 3935 0,'-8'-10'-36'0,"1"3"71"0,2 4 31 0,0-1 4 0,5 4 6 0,-4-6-2 0,4 6 3 0,0 0 16 16,0 0 18-16,0 0 8 0,0 0-2 16,0 0-15-16,40 12-8 0,-24-6-4 0,-2 6 0 15,9 5 11-15,1 6 14 0,-3 3 1 16,-1 3 30-16,5 9 23 0,-2 1 15 15,-2 0-4-15,-8-4 5 0,-2 2 8 16,1-1 7-16,-4 5 14 0,-3-4 23 16,3 4 8-16,-4-3 13 0,0 1-22 0,-4-3-4 15,0-5-165-15,-2-5-67 0,0-5 0 16,-2 2 0-16,-2-3 0 0,3 1 0 0,-7-3 0 16,3-5 0-16,-5 1 0 0,-1-1 0 15,-1 1 0-15,-2-1 0 0,-2-5 0 0,0 2 0 16,-2-3 0-16,2-2 0 15,6 0 0-15,-4-5 0 0,1 0 0 0,-1 0 0 0,7 2 0 16,9-2 0-16,-23-2 0 0,16-1 0 16,-1 0 0-16,-1-1-102 0,3-3-500 0,0-1-92 15,2-2-162-15,4-1 6 16,0-3 93-16,4 1-716 0,2-3-920 0</inkml:trace>
  <inkml:trace contextRef="#ctx0" brushRef="#br0" timeOffset="64887.86">8832 5784 4216 0,'0'0'115'0,"-9"-5"58"0,9 5 30 0,0 0 30 0,0 0 25 0,-12 0 21 16,12 0 8-16,0 0 3 0,0 0-7 0,0 0-24 15,0 0-17-15,36-8-31 0,-16 7-22 16,3-2-17-16,-2-1-19 0,3 0-20 0,-3 2-31 16,-1 0-35-16,-2 0-42 0,1-1-48 15,-2 1-72-15,1-2-57 0,-4 2-53 0,-2 1-49 16,1-2-63-16,-2 3-60 0,-2 0-55 16,-9 0-65-16,11-2-42 0,-11 2-70 0,0 0-68 15,0 0 51-15,0 0-424 0,0 0-523 16</inkml:trace>
  <inkml:trace contextRef="#ctx0" brushRef="#br0" timeOffset="65100.91">8856 5910 2811 0,'-18'10'31'0,"7"-5"71"15,4 1 54-15,-2-1 41 0,2-2 42 16,7-3 29-16,-9 7 32 0,9-7 51 0,0 0 8 16,-9 3 17-16,9-3 10 0,0 0-4 15,0 0-22-15,0 0-30 0,0 0-32 0,41 0-21 16,-25 0-33-16,2-3-24 0,1 0-26 15,4-1-21-15,-4 1-36 0,0-1-137 0,-2 3 0 16,1-3 0-16,-5 2 0 0,-2-1 0 16,1 1 0-16,-3 2 0 0,-2-3-202 15,-7 3-70-15,14 0-77 0,-14 0-102 16,11-1-104-16,-11 1-131 0,0 0-121 0,9-4 63 16,-9 4-659-16,0 0-855 0</inkml:trace>
  <inkml:trace contextRef="#ctx0" brushRef="#br0" timeOffset="65385.16">9704 5785 4427 0,'-12'-3'343'0,"2"0"17"0,7 1 5 15,3 2 14-15,-8-7-6 0,8 7-18 16,0 0-37-16,0 0-31 0,0 0-25 0,13-15-33 16,-2 13-22-16,3-1-20 0,5 1-88 15,0-2-99-15,0 2 0 0,2-2 0 0,-2 4 0 16,2-4 0-16,-4 2-83 0,2-2-188 16,-2 2-76-16,-1 0-92 0,-3-2-78 0,-1 1-99 15,-1-1-121-15,-2 0-32 0,1-1 78 16,-1 0-575-16,-3 1-725 0</inkml:trace>
  <inkml:trace contextRef="#ctx0" brushRef="#br0" timeOffset="65851.91">10190 5424 3788 0,'0'-11'123'15,"0"1"28"-15,1 2 16 0,3 2 10 0,3 0 9 16,-1 1 0-16,-6 5-13 16,21-4-12-16,-6 5-14 0,4 2-14 0,1-1-9 0,2 7-15 15,5 3-9-15,-4 3-11 0,0 5-4 16,-6 1 8-16,-4 6 20 0,-7-3 32 16,-4-1 15-16,-2 0 33 0,-8 9 17 15,-4 0 15-15,-2 1 21 0,-4 0 5 0,0-2 5 16,-4-2 10-16,1-2-132 0,3-2-134 15,-2-3 0-15,7-5 0 0,1-5 0 16,5-2 0-16,1-3 0 0,5 0 0 0,-1-2 0 16,2-5 0-16,0 0 0 0,14 12 0 15,0-11 0-15,5-1 0 0,2 0 0 0,6-1 0 16,0-1 0-16,-1-1 0 0,1 1 0 16,2 0 0-16,-3-1 0 0,-1 1 0 0,-4 0 0 15,-2-1 0-15,-2 1 0 16,-3 1 0-16,-1-1 0 0,0 0 0 0,-13 2 0 15,15-2 0-15,-15 2 0 0,15-1 0 16,-15 1 0-16,12-2 0 0,-12 2 0 0,0 0 0 16,11-3 0-16,-11 3 0 0,0 0 0 15,0 0 0-15,0 0 0 0,0 0 0 0,0 0 0 16,0 0-390-16,-27-4-621 0,13 4 84 16,-6 2-1067-16,-5 0-1411 0</inkml:trace>
  <inkml:trace contextRef="#ctx0" brushRef="#br0" timeOffset="80347.85">19034 3360 1646 0,'-12'4'450'0,"12"-4"-82"0,0 0-66 0,0 0-6 16,-21-2-25-16,21 2-18 0,0 0-16 0,0 0-19 16,-17-2-2-16,17 2-3 0,0 0-3 15,0 0-5-15,-10-5-14 0,10 5-17 16,0 0-18-16,0-12-13 0,0 12-21 0,8-10-7 15,-5 3-16-15,6-2-10 0,-2 4-10 16,2-3-4-16,2 1-10 0,-2 2-11 0,2 1-7 16,-3 1-6-16,3 0-3 0,-11 3-2 15,20 1-4-15,-11 4 9 0,-2 4 10 0,1 3 8 16,-5 2 17-16,0 1 16 0,-3 2 16 16,-4 6 16-16,-4 8 15 0,-3-1 9 15,-1-1 2-15,-1 1 0 0,0-1 0 16,3-7 2-16,3-3-5 0,-3-3-4 15,4-3-123-15,2-1-20 0,1-1 0 0,-1-3 0 16,0-1 0-16,4 0 0 0,0-7 0 16,2 10 0-16,-2-10 0 0,9 7 0 0,1-6 0 15,-10-1 0-15,29 2 0 0,-10-4 0 16,0 1 0-16,-1-1 0 0,4 0 0 0,-3 2 0 16,0-3 0-16,-4 1 0 0,-2 1 0 15,1 1 0-15,-14 0 0 0,20 0 0 16,-20 0 0-16,16-2 0 0,-16 2 0 15,15 0 0-15,-15 0 0 0,0 0 0 0,0 0 0 16,17 0 0-16,-17 0 0 0,0 0 0 16,11 0 0-16,-11 0-193 0,0 0-299 15,0 0-95-15,0 0-144 0,13 0-138 0,-13 0 67 16,0 0-734-16,11-4-981 0</inkml:trace>
  <inkml:trace contextRef="#ctx0" brushRef="#br0" timeOffset="81098.71">20059 2977 4422 0,'0'-11'-38'0,"0"3"28"0,0 0 14 0,0 8-4 0,0 0 7 0,0 0 43 0,0 0 44 15,0 0 28-15,4 33 9 0,-2-9 4 0,-1 16 9 16,1 2 8-16,0 3 11 16,0 0-8-16,0 3-11 0,0 0-16 0,-2-2-5 15,0-1 7-15,-2-1 10 0,2-3 10 0,-4-4-1 16,0-2 7-16,4-7-5 16,-1-8-5-16,-1-3-10 0,0-1-12 0,0-4-12 15,0 0-5-15,0-2-11 0,2-3-6 16,0-7-11-16,-2 10-33 0,2-10-43 0,0 0-37 15,0 0-42-15,0 0-22 0,0 0-13 16,-13-20-10-16,9 9-5 0,-2 0-1 0,1-3 5 16,-4 2 7-16,4 0 12 0,-2 0 8 15,-3 2 10-15,0 0 8 0,3 2 10 16,-1 2 9-16,-1 0 18 0,1 0 17 0,0 2 18 16,3-1 19-16,5 5 20 0,-9-6 13 15,9 6 11-15,-9-6 2 0,9 6 3 16,0 0-4-16,-2-11-3 0,2 11-3 15,8-10-4-15,4 3-9 0,3-2 0 0,10-4-9 16,3-3-5-16,5 3-2 0,-3 1 3 16,1-2-12-16,-5 7 5 0,-4 1-8 0,-8 0-2 15,2 1 3-15,-1 4-4 0,-1-1-3 16,-14 2 18-16,18 2 14 0,-8 2 23 16,0 2 17-16,-3 2 11 0,-1 3 14 0,-3-1 14 15,4 3-6-15,-4 3-1 0,-1 0 0 16,2-1-9-16,0 1-8 0,1-1-5 0,2 1-44 15,-4-3-44-15,5-1 0 0,-1 0 0 16,2-1 0-16,3-1 0 0,-1-2 0 0,3-2 0 16,3-3 0-16,-1-2 0 0,2-2 0 15,5-2 0-15,0-3 0 0,10-6 0 16,-5 0 0-16,3-3 0 0,-4-1 0 16,-4-1 0-16,-9-1 0 0,8-3 0 15,-8-1 0-15,-3-1 0 0,-2-6 0 0,-4 6 0 16,-6-2 0-16,-1 1 0 0,-4 4 0 15,-2-3 0-15,-7-3 0 0,-1 4 0 0,2 5 0 16,-2 6 0-16,-3 3 0 0,4 2 0 16,-4 3 0-16,0 2 0 0,-1 1 0 0,2 4 0 15,0-4-267-15,2 6-272 16,-2-2-104-16,5 0-158 0,1 0-51 0,5 2 73 16,1-4-687-16,6-2-914 0</inkml:trace>
  <inkml:trace contextRef="#ctx0" brushRef="#br0" timeOffset="81681.34">21011 3277 4089 0,'-5'-11'57'0,"-1"3"38"0,6-2 38 0,-1-1 23 0,2 3 25 0,-1-2 12 0,2 3 2 0,2-3-23 0,1 2-11 0,-1 2-15 0,5 0-16 16,-9 6-6-16,12-3-2 0,-12 3-11 16,0 0 1-16,25 12 11 0,-14-3 4 0,0 4-2 15,-2 3 5-15,2 1 14 0,-4 1 16 16,2 1 16-16,-6 2 20 0,3-1 14 0,-6-1 10 15,0-2 2-15,0 3-41 16,-2-4-181-16,0-2 0 0,0-2 0 0,2 0 0 0,-1-1 0 16,1-3 0-16,0-2 0 15,0-6 0-15,1 9 0 0,-1-9 0 0,0 0 0 16,0 0 0-16,27-26 0 0,-7 2 0 0,5-1 0 16,6-8 0-16,-1 1 0 0,-7 8 0 15,1 5 0-15,-10 4 0 0,2 4 0 16,-5 2 0-16,0 5 0 0,3 2 0 0,-3 2 0 15,5 4 0-15,-3 6 0 0,3 0 0 16,-4 2 0-16,2 2 0 0,-1 1 0 16,0-1 0-16,1 0 0 0,-5-4 0 0,3 2 0 15,-1-1 0-15,-3-5 0 0,0 2 0 16,-1-3 0-16,3 1 0 0,-1-3 0 16,-9-3 0-16,17 2 0 0,-17-2 0 15,22-5 0-15,-11-3 0 0,0-1 0 0,3-5 0 0,2-8 0 16,-2-11 0-16,-1 4 0 15,1-1 0-15,-3 3 0 0,-2 6-76 0,-2 4-974 16,-7 5 75-16,-7 2 100 0,-2 6-899 16,-7 1-1203-16</inkml:trace>
  <inkml:trace contextRef="#ctx0" brushRef="#br0" timeOffset="82547.44">18490 2526 4655 0,'2'-8'-166'0,"-2"8"34"0,-2-10 29 0,2 10 17 0,-2-7 17 0,2 7 23 0,0 0 11 16,0 0 5-16,0-6 3 0,0 6 1 15,0 0 34-15,-3 32 35 0,-1 4 16 0,0 8 20 16,1 15 30-16,-6 10 26 0,4 9 33 16,-3 26 20-16,3 5 30 0,-3 4 9 0,-2 7 0 15,5 2-10-15,-3 2-16 0,5 2-38 16,-2 8-9-16,1 1 14 0,-3 7-18 0,1 1-10 15,-1 0-11-15,1-8 11 0,2-2 17 16,-4-4 17-16,3-5 8 0,-1-7 3 0,3-9-10 16,-6-7-5-16,6-22 1 15,-5-2-52-15,5-7-119 0,-5-8 0 0,4-8 0 16,0-11 0-16,0-8 0 0,2-8 0 16,1-6 0-16,-1-4 0 0,0-3 0 0,2-6 0 15,-2 1 0-15,0-8 0 0,2-1 0 16,0 0-326-16,0 0-227 0,-2-32-141 15,2 4-203-15,2-13 79 0,2-13 86 0,-2-6-687 16,1-8-869-16</inkml:trace>
  <inkml:trace contextRef="#ctx0" brushRef="#br0" timeOffset="83531.05">18673 2830 3572 0,'0'0'-186'0,"20"-10"26"0,-19 5 14 0,7 2 14 0,-3-4 13 0,4 0 24 0,-2 0 19 15,6-2 8-15,-1 3 11 0,7-3 4 16,0 1 7-16,10-4 3 0,3 0 3 0,4 3 4 16,5-1 5-16,4 0 0 0,10 1 5 15,4-1 1-15,4-2 3 0,4 1-1 16,7-1 7-16,2-1-3 0,27-5 4 0,0 2 2 15,5 3 0-15,1-1 2 0,1 1 3 16,1-1-4-16,2 2 2 0,-3 3 0 0,-1-1 1 16,0 3 1-16,1 0 5 0,1 2 2 15,-3-1 10-15,1 0 14 0,2 1 11 16,0-3 5-16,0 2-5 0,-2-2-1 16,-1 1-4-16,3-1-2 0,-1 0-3 0,-1 0 1 15,-3 0-7-15,-20 1-7 0,22 0-14 16,-21 0-5-16,-1 6-8 0,-3-3-4 15,1 4-4-15,-7 0 6 0,-1-2-5 0,-8 4 5 16,3 0 5-16,-6-2-1 16,-9 0 5-16,-8-2 1 0,1 0 5 0,-4 1 8 0,-5-6 6 15,-2 3 6-15,-2-3 7 0,0 0 1 16,-3 1 6-16,-3-5 2 0,2 1 1 16,2 2-5-16,-4-5-1 0,4 5-6 15,1-4 3-15,4 3-7 0,4-1 1 16,11 4-4-16,7-5-1 0,7 5-4 0,-2 0-1 15,14 2-1-15,2-1 0 0,4 2 2 16,4-1-2-16,22-1-4 0,6 3 2 0,0-1-1 16,2-2-2-16,-2-4-1 0,2 4-5 15,4 2 3-15,-2-3-1 0,0-2-1 0,4 1 3 16,2 0-3-16,1 6 0 0,4-5-2 16,1 8 4-16,-1 3-3 0,0-3 3 15,0 1 2-15,-6 3-3 0,-1-5 1 16,-6 5 3-16,-8-2-4 0,-22-2 2 15,-9 0-1-15,3-6 4 0,-9 0 0 0,-5-2-4 16,-1-1 0-16,-5 1-1 0,4 0 1 16,-5 0 0-16,0 1 0 0,-4 1 1 0,-10-1 13 15,-1 3 3-15,-3 1 9 0,-1-3 1 16,-4 4 1-16,-8-2 3 0,-5-1 0 0,0 3 7 16,-2-3-5-16,0 1-2 0,-1-1-5 15,-1-3-4-15,-2 3 2 0,-1 0-6 16,-2-1 0-16,2 0-2 0,-2 0-1 0,1 2-5 15,1-2 0-15,-4 1-2 0,6 3 0 16,-3-2 0-16,0 1-2 0,2 1-4 0,0 0 2 16,-1 1 0-16,0 1-1 15,-4-1 1-15,-4 1 1 0,1-2-5 0,-1 2-5 16,-1-4 10-16,-11 2 1 0,15 4-1 16,-6-4-1-16,-9 0 3 0,11 2 1 15,-11-2-3-15,0 0-11 0,14 0-27 0,-14 0-54 16,0 0-65-16,9 0-83 0,-9 0-144 15,0 0-115-15,0 0-82 0,-16 13-77 0</inkml:trace>
  <inkml:trace contextRef="#ctx0" brushRef="#br0" timeOffset="84946.45">28154 2056 1552 0,'0'0'27'0,"0"0"9"0,-2-10 2 0,2 10-5 16,8-6-4-16,1 2 3 0,9-1 4 16,4 1 9-16,19-6-5 0,4 4 5 15,18-3-9-15,8-1-1 0,5 0 20 16,24-2 8-16,-14 3-1 0,22-3-5 0,-21 4 7 16,-5 1 4-16,-6 0 5 0,-7 2 3 15,-8 0-5-15,-22 1 8 0,-8 1 16 0,-6 1 12 16,-8 2 4-16,0-2-10 0,-3 1 5 15,-1-1-8-15,-13 2 5 0,17-2 0 16,-17 2 3-16,15-2 1 0,-15 2-2 0,16-1 0 16,-16 1-3-16,0 0-10 0,13 0-9 15,-13 0-3-15,0 0-9 0,14-2-12 16,-14 2-8-16,0 0-5 0,0 0-11 16,0 0 0-16,0 0-4 0,14 2-7 0,-14-2-1 15,0 0-3-15,4 8 1 0,-4-8 1 16,0 12-5-16,-4-3 0 0,4 3 0 15,-1 4 5-15,1 2-3 0,-2 8 10 0,0 9 6 16,2 8 4-16,-2 3-3 0,0 13 11 16,2 8 16-16,0 3 0 0,2 6 0 0,-2 5 2 15,2-1 22-15,2 24 9 0,3-4-1 16,-1 2-16-16,7 2 20 0,0-1-6 16,5-3 6-16,1 1 4 0,2-4 17 0,-2 1 19 15,2-3 14-15,0 2 20 16,2 1 11-16,-4 2 2 0,-2-5 13 0,-2 0 8 15,-4-1 8-15,-3-15 7 0,4 16-8 16,-5-17-12-16,1-3-202 0,-3 1 0 0,4-1 0 16,-4-1 0-16,1-4 0 0,-3-6 0 15,3-5 0-15,0-5 0 0,0-13 0 0,-4-5 0 16,1-9 0-16,-1-6 0 0,2-6 0 16,-4-1 0-16,4-3 0 0,-4-2 0 0,1-1 0 15,1-2 0-15,-2-6 0 0,0 0 0 16,9 6 0-16,-9-6 0 0,0 0 0 0,0 0 0 15,13-20 0-15,-12 12 0 0,5-1 0 16,-2-4 0-16,-2-1-634 0,-2 0-350 0,-2-3 75 16,-4-3 94-16,-1-9-834 15,-6 1-1087-15</inkml:trace>
  <inkml:trace contextRef="#ctx0" brushRef="#br0" timeOffset="87514.34">18363 5691 4236 0,'15'4'-236'0,"-15"-4"37"0,1 8 40 0,-1 0 30 0,0 5 34 0,-3 1 27 16,-1 3 30-16,-2 5 18 0,3-3 27 15,-3 6 11-15,1-3 4 0,-2-1 10 16,5 3 6-16,-3-5 2 0,3-1 0 0,0-2 2 16,0-1-3-16,0 1 2 0,2-4 1 15,0-4-2-15,2 4-1 0,0-1-2 0,2-2 9 16,0 3 2-16,-1-2 7 0,7 1-7 15,-2 2-2-15,-1-4 4 0,5 3-3 0,1-1 2 16,7 1-3-16,-4-1 3 0,16 2 2 16,1-1 0-16,8-2 0 0,-2-1-4 15,20 1-5-15,2-1-3 0,8-2-3 0,6-2-3 16,0-5-7-16,6-2 3 0,-4 0-3 16,7 1-5-16,0-3-5 0,21-11 5 0,0 3 11 15,-1-3 7-15,2-6-3 16,-4 2-4-16,6-1 0 0,-2-2-7 0,1-1 4 15,-5 0-2-15,6 1-4 0,-4 1-1 16,2 1-5-16,1 1 3 0,2 0-3 0,-2 4 2 16,0-1-6-16,1 1 0 0,3 1-2 15,-7 3-1-15,0 0 1 0,-2-2-6 0,1 2 2 16,-21 3 2-16,22-6 0 0,-4 1 2 16,-18 1-6-16,21-2 2 0,-21 5 0 0,-1 1-1 15,5 0 7-15,-3 0 7 0,-1 1 5 16,-3 1 5-16,7-2-1 0,-2 4 2 0,2 0-1 15,-3-2 1-15,1 1-5 0,6 0-2 16,19-2-2-16,-5-1 0 0,-18 1-4 16,2 0 0-16,0 0-3 0,-5-1-4 15,5 1 0-15,-2 0 1 0,-2 0 0 0,-2 2-3 16,-3 0 0-16,0 1-3 0,-3 1 0 16,-1 1 1-16,-3 0 0 0,-4 1-2 15,-1-1-1-15,0 4 0 0,-4-4-1 0,0 4 1 16,-1-4-2-16,3 2 3 0,0-2 0 15,-1-1 3-15,8 3 8 0,0-3 0 0,1-1 4 16,4 1-1-16,2 3 1 0,-4-4 0 16,8 6 1-16,-8-2-6 0,8 4 0 0,-7-1-2 15,2-1 2-15,-7 3-7 16,-1 1 4-16,-5 1-4 0,5 0 0 0,1-2 1 0,0 3-1 16,-1-2-2-16,1 3 2 15,1-4-2-15,-2 0 0 0,3-1-2 0,1-3-1 16,-1 2 2-16,1-1-1 0,-8 0-1 15,1-1 2-15,-13-1-1 0,-3 2-5 0,1-2 6 16,-9 2-2-16,4 0-1 0,-6-1-3 16,1 4 4-16,-8-5-2 0,7 4 0 0,-3 0-2 15,1 0 1-15,0 2 2 0,1-1-2 16,-2-2 4-16,1 4-3 0,-4-3 4 16,5 0-1-16,0 0 1 0,-2-2 2 0,2 2 1 15,-2-3-1-15,6 2-4 0,-9-3 3 16,3 3-2-16,0-1 0 0,-6 2-2 0,10-2 3 15,-9 0-5-15,-5 0 1 0,8 3 5 16,4-2-2-16,0 3-3 0,6-3 4 16,-3 3 2-16,4 2 4 0,6 2-2 15,2-1 2-15,-13 1-2 0,5-2 1 0,-6 2-5 16,-1-4 4-16,-4-1-1 0,-11 1-4 16,-4-2 1-16,-3-1 7 0,-4-1-1 0,-1 1 17 15,1-1 3-15,-1-2 4 0,1 2-4 16,1-2-3-16,0 0-2 0,2 0-5 0,-1 0-2 15,0-2-2-15,2 0-4 0,-1 2 0 16,2 0 2-16,0 0-3 0,-2 0 1 0,-1 2-3 16,-3-2-2-16,1 2 0 15,-2 0-3-15,-1-1-1 0,3 1 2 0,-3 0 1 16,-1 1-2-16,0-1-2 0,1-1-1 16,-2 3 3-16,3-1 1 0,3 1 7 0,1-1-2 15,-2 2 8-15,6 1-4 0,-3-2-5 16,2 2 5-16,-3-3-5 0,0 2-4 0,0 0 1 15,-1-1-2-15,-3 1 4 0,-3-2 1 16,-2-1 2-16,1 1 5 0,0-1 17 0,-8-2 7 16,11 5 6-16,-4-3-6 0,-7-2 2 15,11 2 4-15,-11-2 4 0,9 3 3 0,-9-3 5 16,11 4 1-16,-4-2 1 0,-7-2 2 16,9 4-8-16,-9-4-1 0,7 2-1 15,-7-2-5-15,7 2-3 0,-7-2-3 16,11 3 1-16,-11-3-3 0,0 0-4 0,7 2 8 15,-7-2 1-15,0 0 4 0,7 3-3 16,-7-3-4-16,6 5-3 0,-6-5 1 16,8 2-3-16,-8-2-3 0,11 6-6 0,-3-2-12 15,-8-4-16-15,14 2 0 0,-9 0 0 16,-5-2 0-16,13 4 0 0,-13-4 0 0,12 2 0 16,-12-2 0-16,0 0 0 0,9 3 0 15,-9-3 0-15,8 1 0 0,-8-1 0 0,0 0 0 16,17 0 0-16,-17 0 0 15,19-1 0-15,-5 1 0 0,-1-2 0 0,0 2 0 16,0-1 0-16,3 1 0 0,-7 0 0 16,-9 0 0-16,22-2 0 0,-22 2 0 0,12 0 0 15,-12 0 0-15,14-2 0 0,-14 2 0 16,0 0 0-16,17-2 0 0,-17 2 0 0,0 0 0 16,14-4 0-16,-14 4 0 0,7-3 0 15,-7 3 0-15,13-9 0 0,-7-1 0 0,2 0 0 16,-1-5 0-16,1-6 0 0,2-8 0 15,1-7 0-15,-4-5 0 0,4-10 0 0,0-1 0 16,-4-3 0-16,2 2 0 0,0 0 0 16,-6 12 0-16,3-1 0 0,-1 5 0 15,1 0 0-15,-4 10 0 0,2 2 0 16,-4 7 0-16,4 1 0 0,-2 4 0 0,-2-1 0 16,2-1 0-16,-4 4-20 0,2-3-570 15,-6 4-123-15,2-1-201 0,-4 2 67 0,1 2 94 16,0-1-728-16,-4 2-928 0</inkml:trace>
  <inkml:trace contextRef="#ctx0" brushRef="#br0" timeOffset="89716.02">20425 4113 3746 0,'5'4'-126'0,"-1"-1"64"0,-4-3 47 0,0 0 49 0,6 7 47 0,-6-7 37 0,0 0 32 0,0 0 20 0,0 0 13 15,0 0 3-15,0 0 4 0,0 0-15 16,0 0-5-16,0 0-6 0,0 0-12 0,0 0-12 16,0 0-15-16,0 0-12 15,0 0-8-15,0 0-10 0,0 0-13 0,0 0-4 16,0 0 1-16,0 0-10 0,0 0-12 16,0 0-2-16,0 0-8 0,0 0 1 0,0 0-7 15,-8-27-1-15,3 23-8 0,-5-3-5 16,0 3-3-16,-1 3-2 0,-3 0-5 15,14 1-2-15,-36 5 1 0,8 5-8 0,-3 4 3 16,4 1 0-16,3 6-2 0,1-1-2 16,2 1-2-16,4 1 5 0,5 0-3 0,3-5-1 15,4 3-1-15,1-4 0 0,4 3 3 16,2-1 4-16,1-2 11 0,7 4-8 16,2-4 5-16,-1 0-4 0,12 3 4 15,1-2-6-15,-3-7 0 0,0-1 1 0,1-2 3 16,-4-2-5-16,3 0-3 0,-6 0 2 15,3-2-2-15,-5-3-4 0,1 2 2 0,-3 0-1 16,-11-2-19-16,19 0-31 0,-12 2-35 16,-7-2-51-16,16 0-59 0,-16 0-76 0,11 1-88 15,-11-1-85-15,11 2-114 0,-11-2-178 16,0 0 59-16,12 0-526 0,-12 0-659 16</inkml:trace>
  <inkml:trace contextRef="#ctx0" brushRef="#br0" timeOffset="90379.04">20918 4171 3167 0,'0'0'-38'0,"8"-3"52"0,-8 3 39 0,3-6 33 0,-3 6 30 0,7-4 11 0,-7 4 14 0,0 0 1 0,3-5-2 15,-3 5-7-15,0 0-13 0,4-5-8 16,-4 5-7-16,0 0-5 0,0 0-10 0,4-6 1 16,-4 6-10-16,0 0 7 0,0 0-1 15,0 0 9-15,0 0 3 0,5-8 6 0,-5 8-1 16,0 0-9-16,0-10-4 0,0 4-7 15,2 0 3-15,-2 6-6 0,-2-14-3 0,2 7-6 16,-2-1-3-16,2-1-7 0,-1 0 0 16,-1-1 1-16,-6 1-7 0,7 2-2 0,-3-2-5 15,-3 2-6-15,2 0-7 0,-1 1 9 16,1-1-19-16,-4 4-5 0,9 3-2 16,-20 0 1-16,20 0-7 0,-27 10 1 15,10 1-2-15,2 0-4 0,-1 3-3 0,3 0 2 16,0 0-3-16,1 3-5 0,5 0-3 15,2-3-1-15,3-2-3 0,0 0-2 16,4 0-1-16,3 0 2 0,4 0 3 0,2-2-1 16,3 0-3-16,-3-1 4 0,7 4 0 15,-3-6 5-15,1 4 0 0,-2 0-4 0,4-1 2 16,-5-2 5-16,-1 1 2 0,-1-1 9 16,-1 0 12-16,-3 5 13 0,1-5 18 0,-3 0 25 15,-1 3 17-15,0-2 18 0,-1 0 4 16,-6-1 4-16,3 1 0 0,-6 1 3 15,2 0-5-15,-3-1 4 0,0 1-1 16,-5-2 4-16,1 1-13 0,-3-4-13 0,3 0-103 16,0 0 0-16,-1-4 0 0,12-1 0 15,-21 0 0-15,21 0 0 0,-19-4 0 0,10 0 0 16,-2 1 0-16,6 0 0 0,-2-1-157 16,7 4-167-16,-12-5-106 0,8 2-116 0,4 3-158 15,-4-7-156-15,4 7 100 0,0 0-740 16,10-10-946-16</inkml:trace>
  <inkml:trace contextRef="#ctx0" brushRef="#br0" timeOffset="90613.36">21359 4266 4267 0,'-5'-5'95'0,"5"5"65"0,-5-11 49 0,5 11 42 0,-6-8 36 0,6 8 2 0,0-11-4 0,0 11-30 16,6-7-26-16,-1 1-25 0,5 1-16 0,0-1-26 16,-1 3-36-16,5-2-56 15,-3 1-88-15,3 4-74 0,-1 0-84 0,0-3-94 0,0 3-118 16,0 0-109-16,3 0-122 16,-3-1-134-16,-13 1 75 0,23 1-542 0,-14 2-682 15</inkml:trace>
  <inkml:trace contextRef="#ctx0" brushRef="#br0" timeOffset="90812.11">21397 4381 3479 0,'-12'5'119'15,"2"0"62"-15,3-3 44 0,7-2 47 16,-9 5 36-16,9-5 5 0,0 0 11 0,0 0-11 16,0 0-29-16,-14 0-26 0,14 0-22 15,0 0-25-15,0 0-24 0,0 0-17 0,0 0-19 16,0 0-44-16,46-9-68 15,-31 6-71-15,3 0-98 0,-4-1-89 0,4 0-105 16,-2 0-110-16,2 0-110 0,1-1-143 16,-2 0-47-16,1 0 74 0,-5 1-501 0,0-2-627 15</inkml:trace>
  <inkml:trace contextRef="#ctx0" brushRef="#br0" timeOffset="91499.88">22089 4017 3355 0,'-9'-10'138'0,"9"10"32"0,-3-7 18 0,3 7 17 16,-6-5 11-16,6 5 5 0,0 0-11 16,0 0 0-16,0 0 3 0,0 0-13 15,-16 14-3-15,11-2 8 0,-3 1-16 0,5 5-7 16,-3 1-9-16,3 3-3 0,-6-1-7 15,4 0-3-15,1 0 0 0,-2 0 1 0,3-1 4 16,-3-3-2-16,3-2 0 0,0-2-9 16,-1-2-6-16,2-3-10 0,0 2-8 15,2-1-86-15,0-9-44 0,-1 10 0 16,1-10 0-16,0 0 0 0,0 0 0 0,0 0 0 16,0 0 0-16,13-23 0 0,-3 5 0 15,-1-2 0-15,5-7 0 0,-1-2 0 0,-2 9 0 16,1 1 0-16,-3 2 0 0,-2 3 0 15,2 2 0-15,-2 2 0 0,-1 0 0 0,-1 4 0 16,4 0 0-16,-4 1 0 0,2 1 0 16,1 2 0-16,-8 2 0 0,0 0 0 0,19 4 0 15,-11-1 0-15,-1 2 0 0,1 0 0 16,0 5 0-16,-1 0 0 0,-1 1 0 0,-3-1 0 16,4 2 0-16,-4-1 0 0,-3 1 0 15,2-5 0-15,-2 3 0 0,2-2 0 16,-4 1 0-16,4-2 0 0,-2 0 0 15,0-7 0-15,2 10 0 0,-2-10 0 0,4 3 0 16,-4-3 0-16,0 0 0 0,13-17 0 16,-1 0 0-16,2-8 0 0,6 0 0 15,-1-2 0-15,0 3 0 0,-2 3 0 0,-2 5 0 16,-3 2 0-16,-3 3 0 0,1 2 0 16,-2 5 0-16,-3-1 0 0,3 2 0 0,-8 3 0 15,0 0 0-15,17 11 0 0,-11-3 0 16,-2 2 0-16,1 5 0 0,1-1 0 0,-3 4 0 15,4-1 0-15,-3 4 0 0,-1-2 0 16,3 1 0-16,-3-3 0 0,1 0 0 0,0 1 0 16,-2-5 0-16,1-1 0 15,-2 0 0-15,-1-2 0 0,0-1 0 0,2 1 0 16,0-4-167-16,0 0-80 0,0-2-78 16,-2-4-98-16,0 0-106 0,0 0-115 0,0 0-164 15,0 0 54-15,0 0 82 0,0 0-560 16,11-18-694-16</inkml:trace>
  <inkml:trace contextRef="#ctx0" brushRef="#br0" timeOffset="91978.91">22662 4030 3556 0,'-4'-5'104'0,"4"-3"40"0,0 1 30 0,0 7 24 0,2-9 20 0,-2 9 14 0,10-8 7 15,-10 8-6-15,15-3-13 0,-5 3-10 0,-10 0-10 16,18 5-18-16,-6 0-13 0,-1 2-17 16,0 2-11-16,0 3-13 0,-2-1-6 15,-4 2 11-15,3-2 8 0,-4 3 14 0,-2 0 8 16,0-2 3-16,-4 2 4 0,0-2-2 16,-2 1-6-16,-2 1-10 0,1 0-9 0,-5-2-127 15,0-2-16-15,3-2 0 0,-4 1 0 16,2-4 0-16,-4 1 0 0,4-6 0 15,9 0 0-15,0 0 0 0,-28-14 0 16,20 3 0-16,2-11 0 0,0 0 0 0,4 1 0 16,2 3 0-16,0-3 0 0,2 4 0 15,-2 0 0-15,2 2 0 0,0 3 0 0,0 5 0 16,0-3 0-16,2 6 0 0,2-2 0 16,-6 6 0-16,13-3 0 0,-13 3 0 0,0 0 0 15,26 9-1-15,-12-5-13 0,-1 6 5 16,5-3-3-16,-2 1 4 0,0 2-2 0,1-1 6 15,0 1 4-15,-2-2-4 0,-1 2-1 16,1 3 6-16,-3-5-3 0,1 3-6 0,-4-4-25 16,-3-1-45-16,4-1-56 15,-7 1-58-15,5-1-71 0,-3 0-92 0,2-3-111 16,-7-2-111-16,0 0-139 0,0 0-66 16,20-5 75-16,-14 0-590 0,-6 5-754 15</inkml:trace>
  <inkml:trace contextRef="#ctx0" brushRef="#br0" timeOffset="92279.43">23022 3949 3874 0,'-8'-7'105'0,"5"2"35"0,1-1 20 0,2 6 24 0,0 0 22 0,9-13 6 0,-9 13 9 0,18-4-9 0,-9 4-6 0,-9 0-5 0,30 4-16 16,-12 2-7-16,-3-2-12 0,2 6 3 15,-2 1-1-15,1 0 14 0,-3 5-4 0,-3 0 7 16,-5-3 3-16,3 3 9 0,-5-1 5 16,-1 3-8-16,-2-4-12 0,0 2-86 15,-3 0-96-15,-1-2 0 0,-2 2 0 0,3-4 0 16,-6-1 0-16,6-1 0 0,-5-2 0 16,3-1 0-16,-3-3 0 0,2-1 0 0,6-3 0 15,-11 2-178-15,11-2-270 0,-11-10-103 16,4 3-112-16,4-3-152 0,1-2-2 15,4-1 89-15,-1-2-629 0,6-2-813 16</inkml:trace>
  <inkml:trace contextRef="#ctx0" brushRef="#br0" timeOffset="92529.05">23396 3775 3433 0,'0'-8'-45'0,"0"0"68"15,-2 4 44-15,2 4 29 0,-2-7 17 0,2 7 12 16,0 0 23-16,0 0 18 0,0 0 3 15,-19 27-3-15,11-8-7 0,-2 0-3 0,-1 10-1 16,2 2-17-16,1-2-4 0,0-1-12 16,5-5-24-16,-1 0 0 0,4-4-5 15,0-1-7-15,2 1-9 0,1-1-4 16,-1-3-10-16,6 4-6 0,0-5-6 0,-1-2-4 16,3 0-11-16,0-2-39 0,-1 0-48 15,0-4-62-15,1-1-77 0,1 0-122 0,-1-1-120 16,0-2-154-16,-3-2-106 0,-7 0 67 15,19-1-429-15,-9 0-528 0</inkml:trace>
  <inkml:trace contextRef="#ctx0" brushRef="#br0" timeOffset="93245.51">24128 3693 2814 0,'3'-6'-31'0,"-3"6"39"0,6-7 32 15,-2 1 29-15,-4 6 19 0,3-12 13 0,2 5 10 16,-3-1 17-16,0 2 4 15,-1-2 5-15,-1 8 6 0,0-15 7 0,0 6 6 0,0 9 2 16,-3-14-4-16,-4 7-9 16,4 3-12-16,-7-3-12 0,3 3-9 0,-7 2-1 15,14 2-5-15,-29 0-4 0,13 4 0 16,-5 1-5-16,-3 3-4 0,-2 5-7 0,0 2-12 16,6-3-10-16,-5 5-5 0,11-2-4 15,0-1-6-15,5-1-3 0,-1-1-9 16,4 2-1-16,4-5-3 0,0 3-2 0,2-1-2 15,2-2 0-15,4 2-7 0,0-1 7 16,1 0-9-16,4 3-4 0,0-1 2 0,0 0 4 16,-2-3 7-16,1 3 17 0,-1 3 15 15,-1-2 13-15,-5 0 32 0,-1-2 19 16,2 3 22-16,-6 2 14 0,0 0 4 16,-1 0 2-16,-5 3-6 0,1 1-8 0,-9 9-8 15,1-2-10-15,0-4-12 0,2-4-11 16,1-3-66-16,4-4-46 0,3-4 0 0,-3 1 0 15,5 0 0-15,-2-3 0 0,1 2 0 16,3-2 0-16,1-6 0 0,-4 9 0 0,4-9 0 16,2 12 0-16,0-6 0 0,-1 5 0 15,3-1 0-15,1 2 0 0,-2 1 0 16,5 1 0-16,-3 1 0 0,3-1 0 0,-4 2 0 16,2 0 0-16,-1-2 0 15,1 2 0-15,-1 0 0 0,1-1 0 0,1-1 0 16,-4-2 0-16,1-3 0 0,1 1 0 15,1-1 0-15,-2-3 0 0,-3-1 0 0,6 1 0 16,-1-1 0-16,-6-5 0 0,9 7 0 16,-9-7 0-16,12 6 0 0,-12-6 0 0,7 0 0 15,-7 0 0-15,9 2 0 0,-9-2 0 16,0 0 0-16,10 2 0 0,-10-2 0 0,0 0 0 16,0 0-668-16,15-4-145 0,-15 4-102 15,8-3 88-15,-8 3-863 0,0 0-1124 0</inkml:trace>
  <inkml:trace contextRef="#ctx0" brushRef="#br0" timeOffset="94262.4">24564 3752 4215 0,'0'0'-188'0,"0"0"79"0,0 0 58 0,0 0 60 16,0 0 46-16,0 0 41 0,0 0 30 0,0 0 17 16,0 0 10-16,12 3-3 0,-12-3-7 0,0 0-6 0,0 0-11 15,0 0-5-15,0 0-11 16,0 0-13-16,0 0-6 0,0 0-7 0,0 0-6 15,0 0 1-15,0 0-7 0,0 0-7 16,0 0-9-16,0 0-1 0,0 0-6 16,-34-10 3-16,34 10-2 0,-27 14 8 0,7-5 4 15,-3 7-4-15,-2 2-2 16,9 2 6-16,-6 1-4 0,9 6-14 0,1-6 8 16,5 0 2-16,2-3-1 0,-1 5-3 15,-1-6-3-15,6 0 6 0,-1-1 17 0,0 2 2 16,2-1-9-16,4-1 4 0,-3-3 0 15,8 1-7-15,-2-2-2 0,2-2-8 0,0-1 2 16,2-3-3-16,0 3-4 0,1-4-6 16,-3-2-4-16,2 1-7 0,-1-2 1 0,0 0-1 15,-10-2-24-15,14 5-33 0,-3-4-40 16,-4 1-41-16,-7-2-60 0,16 3-68 0,-11-1-105 16,-5-2-119-16,13 4-151 0,-13-4-182 15,9-2 68-15,-9 2 81 0,0 0-505 16,0 0-619-16</inkml:trace>
  <inkml:trace contextRef="#ctx0" brushRef="#br0" timeOffset="94795.46">25037 3924 3109 0,'0'0'44'0,"0"0"56"0,0 0 27 0,0 0 27 0,-12-4 13 0,12 4 15 16,0 0 1-16,0 0 2 0,0 0-6 16,0 0-14-16,0 0-13 0,0 0-6 0,0 0-11 15,17-13-1-15,-17 13-3 0,11-5-5 16,-11 5-3-16,20-5 0 0,-11 3 0 15,3-2 12-15,-3-2-19 0,0 1 12 0,3-2 7 16,0 0 4-16,-3-1 11 0,-3-1 6 16,2 1-4-16,-5-3-2 0,3 1-2 0,-1 0-6 15,-5 0-4-15,2-2-14 0,-4 3-14 16,1 1-11-16,-5-1-17 0,-1 2-4 16,-5 2-11-16,-3 0-2 0,-5 5-12 15,2 0-17-15,-7 5-36 0,-9 1 0 0,2 6 0 16,1 3 0-16,4 2 0 0,2 3 0 15,8 2 0-15,-2 2 0 0,7-3 0 0,3-1 0 16,2-1 0-16,1 4 0 0,1-1 0 16,5-3 0-16,0 1 0 0,3-2 0 0,3 2 0 15,1-3 0-15,2 1 0 0,5-3 0 16,1-1 0-16,1-4 0 0,0 0 0 0,2-3 0 16,-1-4 0-16,-2 3 0 0,0-5 0 15,1 1 0-15,-3-4 0 0,-13 2 0 16,26-3 0-16,-14-1 0 0,1 1 0 0,-2-1 0 15,0 1-539-15,0 0-250 0,1-1-144 16,-1 1 85-16,2-1-880 0,-1 4-1162 16</inkml:trace>
  <inkml:trace contextRef="#ctx0" brushRef="#br0" timeOffset="95029.45">25326 4175 5019 0,'5'7'19'0,"0"-2"66"0,-5-5 78 0,11 10 81 0,-4-3 33 0,4 3 21 0,-4 2 8 0,-1 4-1 0,-5-1-2 15,1 2-18-15,-4 2-16 0,-3 1-23 16,-6 9-21-16,-3-3-78 0,-5-1-147 16,2-4 0-16,-4 0 0 0,2-2 0 0,3-3 0 15,4-6 0-15,0 1-82 0,0-6-358 16,3-1-162-16,3 0-180 0,-2-1-88 15,8-3 79-15,-13 2-782 0,13-2-1014 0</inkml:trace>
  <inkml:trace contextRef="#ctx0" brushRef="#br0" timeOffset="96260.87">26023 3620 4166 0,'-2'-11'-107'0,"2"11"46"0,-9-10 47 16,6 4 49-16,3 6 38 0,-11-6 10 0,11 6 4 0,-11-3 1 0,11 3 11 0,-25 9 11 15,11 5 16-15,-11 12 10 0,-4 7 6 16,0 6 1-16,3 4 5 0,1 1 14 15,4 3 6-15,6-4-3 0,4-4-32 0,3 0 18 16,5-3-26-16,1-4-5 0,4-5-10 16,5-3-9-16,-2 7-13 0,3-6-11 0,-3-4-5 15,4 0-10-15,-4-6-6 0,1-1-20 16,-1 0-30-16,3-5-33 0,-5 3-35 0,6-4-47 16,-2-2-59-16,-1 0-88 0,4-4-108 15,-3-1-90-15,-7-1-159 0,20-5-127 16,-6 1 83-16,1-4-512 0,-1-1-634 15</inkml:trace>
  <inkml:trace contextRef="#ctx0" brushRef="#br0" timeOffset="96777.65">26434 3810 3042 0,'11'-2'-54'0,"-11"2"53"0,0 0 50 16,0 0 46-16,7-6 40 0,-7 6 27 15,0 0 26-15,0 0 13 0,8-4 4 0,-8 4-3 16,0 0-8-16,0 0-4 0,6-7-12 16,-6 7-15-16,0 0-12 0,4-8-10 0,-4 8-13 15,1-9-7-15,-1 9-14 0,-1-9-8 16,1 9-7-16,-4-10-13 0,4 10-9 16,-14-7-11-16,5 5-3 0,9 2-4 15,-31 4-9-15,10 2-4 0,-1 3-6 16,-7 3 4-16,4 3 0 0,2 5-1 0,2-2-2 15,6 0 5-15,4-2 14 0,1 2 2 16,3-1-6-16,-1 4-7 0,4-4 4 0,4-1-2 16,0-3 2-16,2 2-6 0,4-1-1 15,-1 1-5-15,6-2 19 0,1 0-10 0,1-4 0 16,-1 0-9-16,1-4-20 16,-2-1-28-16,1 0-36 0,1-3-43 0,-1 2-61 0,1-3-74 15,-2-3-93-15,3 3-103 16,-3-5-110-16,5 1-147 0,-3-1-30 0,5-7 74 15,-6 4-448-15,8-1-556 0</inkml:trace>
  <inkml:trace contextRef="#ctx0" brushRef="#br0" timeOffset="97261.14">26799 3798 2767 0,'0'0'-86'0,"10"-7"43"0,-7 1 32 0,3 4 28 0,-6 2 25 0,10-9 25 16,-6 3 27-16,-4 6 24 15,3-5 18-15,-3 5 12 0,6-8-1 0,-6 8-1 16,2-7 9-16,-2 7-6 0,2-9-5 16,-2 9-1-16,0 0-9 0,-4-9-10 0,4 9-10 15,-6-8-7-15,6 8-9 0,-14-1-8 16,14 1-8-16,-22 0-4 0,22 0-4 0,-25 6-1 15,11-1-3-15,0 5 1 0,-3 0-2 16,1 0-6-16,4 3-3 0,0-3 5 16,2 3-4-16,5-1-3 0,-2-2 0 0,5 4-2 15,4-5 6-15,5 4-2 0,-2-1-3 16,6 2 3-16,3-3 8 0,3 3 8 16,0 0-2-16,0-2-4 0,1 0 7 15,-4 2 30-15,4-2-19 0,-2 1 6 0,-5-1 17 16,0-1 23-16,-6 3 18 0,4-3 15 15,-6 5 7-15,-3-4-2 0,0 2-5 0,-1 1-5 16,-3-1-10-16,-5 0-12 0,0-1-111 16,0 0-29-16,-3-2 0 0,-1-2 0 0,2-2 0 15,-5 0 0-15,3-2 0 0,1-4 0 16,-1-1 0-16,13 0 0 0,-26-10 0 16,15 1-246-16,-3-4-162 0,4 1-114 0,3-2-125 15,-1 1-199-15,6 1 39 0,0 0 79 16,4-1-628-16,3 0-811 0</inkml:trace>
  <inkml:trace contextRef="#ctx0" brushRef="#br0" timeOffset="97478.11">27015 3942 3974 0,'0'0'176'0,"0"0"56"0,0 0 60 0,0 0 43 0,0 0 12 0,0 0 0 0,23-1-18 16,-12-2-30-16,5 0-30 0,-2 1-40 15,4-1-21-15,-3 1-31 0,-1 0-55 0,0 1-72 16,4 0-85-16,-5-2-80 0,3 2-89 16,-4-3-89-16,4 2-101 0,1-3-98 15,-6 0-84-15,1 1-124 0,-3-1-19 16,-2 1 71-16,2-2-444 0,-4 3-562 0</inkml:trace>
  <inkml:trace contextRef="#ctx0" brushRef="#br0" timeOffset="97727.81">27221 3745 2989 0,'-6'-9'100'16,"0"0"62"-16,2 4 36 0,-2 0 30 0,6 5 18 16,0 0 11-16,-5-7-9 0,5 7-21 15,0 0 11-15,0 0 28 0,0 0 9 0,-9 28-11 16,6-12-12-16,-1 1-27 0,2 6-16 16,0 3-17-16,2 0-34 0,-3 12-12 15,1-2-16-15,2-1-18 0,-2-3-3 16,2-6-17-16,0 0-4 0,0-2-9 15,2-3-9-15,-4-2-7 0,4 0-3 0,-2-4-28 16,0-1-25-16,0-2-35 0,0-4-34 16,0 1-55-16,0 0-59 0,0-3-79 0,0 1-107 15,0-7-124-15,0 0-136 0,0 0-177 16,0 0 70-16,0 0 77 0,0 0-516 0,0 0-634 16</inkml:trace>
  <inkml:trace contextRef="#ctx0" brushRef="#br0" timeOffset="98064.3">27594 3835 3029 0,'0'0'-65'0,"0"0"42"0,-7-5 31 16,7 5 30-16,0 0 31 0,-27 7 30 0,16-1 20 16,-5 7 17-16,-2 1 3 15,5-2 0-15,1 1-1 0,-1 5 2 0,4 0 11 16,2 0 2-16,-1 4-2 0,2-3 0 16,0 4-6-16,5-6-16 0,-1 3-7 15,2-2-13-15,2-2-6 0,1 0-14 0,3-3-5 16,-2-1-8-16,2 0-9 0,0-1-25 15,-1-5-38-15,4 2-44 0,3-4-78 0,-1 0-87 16,0-4-105-16,3-2-122 0,-1 0-157 16,7-4-52-16,-6 0 70 0,8-2-326 0,-5-3-378 15</inkml:trace>
  <inkml:trace contextRef="#ctx0" brushRef="#br0" timeOffset="98578.97">27874 3892 2371 0,'0'0'44'16,"0"0"46"-16,0 0 33 0,0 0 44 0,0 0 31 15,0 0 23-15,0 0 1 16,0 0-3-16,0 0-11 0,0 0-18 0,0 0-18 15,0 0-19-15,0 0-10 0,39 5-13 0,-28-7-13 16,0-1-11-16,1 0-11 16,1-1-6-16,-2 1 8 0,1-2 8 0,-1-2 9 15,1-3 8-15,-5 5 9 0,4-7 2 16,-5 4 7-16,-1-4 5 0,-2 2 5 0,-1-3 1 16,0 5-12-16,-6 0-10 0,1-1-18 15,-4 1-8-15,-4 4-12 0,-5 0-8 0,-2 4-7 16,-5 3-1-16,-2 2 3 0,-9 5 5 15,-1 5-8-15,9 3 10 0,-1-1-2 16,2 5 0-16,5 2 3 0,0 0-14 0,5 0 2 16,7-2 6-16,1-1 2 15,5-5 4-15,0 3-15 0,4-5-71 0,2 3 0 16,1-1 0-16,3 1 0 0,3-5 0 16,2 1 0-16,5-1 0 0,0-4 0 0,0-2 0 15,1 0 0-15,3-2 0 0,-4-3 0 16,0-1 0-16,-2-1 0 0,2 1 0 0,-3-2 0 15,-1 0 0-15,-14 2 0 0,20-3 0 16,-8 0 0-16,-12 3 0 0,15-1-143 0,-9 1-278 16,-6 0-97-16,9-3-109 0,-1-1-147 15,-5-2-61-15,-3 6 95 0,8-6-666 16,-5 1-857-16</inkml:trace>
  <inkml:trace contextRef="#ctx0" brushRef="#br0" timeOffset="99026.92">28278 3488 3576 0,'-1'-7'-39'0,"-4"-1"70"0,5 8 39 0,-4-8 38 0,4 8 30 0,0 0 24 15,0-10 13-15,0 10-5 0,0 0-5 16,10-5-9-16,-10 5 2 0,0 0 5 0,0 0-4 16,33 17-7-16,-20-3-2 0,2 7-12 0,2 6-6 15,-3 3 26-15,-3 3 1 0,2 1 3 16,-3 4-7-16,-3-1-4 0,-3 0 0 0,-2 0 3 15,-2 2-10-15,-4-2 0 0,2-1 7 16,-3-2-2-16,-1 2 6 0,0-9-9 0,-1-6-3 16,1 2-12-16,0-3-10 15,1-1-68-15,-2-5-53 0,2-1 0 0,1-1 0 16,1-1 0-16,-1-3 0 0,-2 1 0 16,4-2 0-16,-2-2 0 0,2 0 0 0,2-5-229 15,-2 12-103-15,0-7-87 0,2-5-92 16,0 0-109-16,-2 7-150 0,2-7-13 15,0 0 76-15,0 0-592 0,0 0-758 0</inkml:trace>
  <inkml:trace contextRef="#ctx0" brushRef="#br0" timeOffset="99443.28">28604 3479 3545 0,'1'-11'12'0,"-1"11"43"0,0 0 37 0,4-9 31 0,-4 9 33 0,14-4 18 0,-5 2 0 16,1 2-13-16,-10 0-7 0,31 6-6 0,-14 3 0 15,6 11 12-15,-5 4 31 16,2 3 26-16,-7 7 21 0,4 11-5 0,-6-6-5 16,-4 3-12-16,-6 1-11 0,-2 0-10 15,-8 13-4-15,0-5-18 0,0-1-8 0,-5 0-5 16,3-3-2-16,2-12 6 0,-5-1-2 16,5-5-5-16,1-4-121 0,3-9-36 15,-2 1 0-15,2-3 0 0,1-2 0 0,-2 0 0 16,5-3 0-16,-3-1 0 0,-5 1 0 15,4-1 0-15,-1-1 0 0,-5 3 0 0,5-2 0 16,-2-1-94-16,5-1-410 0,-5 0-136 16,5-1-158-16,-1-2-63 0,-3 3 79 15,7-6-753-15,-5 7-978 0</inkml:trace>
  <inkml:trace contextRef="#ctx0" brushRef="#br0" timeOffset="101043.69">20438 5136 4189 0,'0'-6'-45'0,"0"6"42"0,0-6 26 0,0 6 16 0,-2-8 19 0,2 8 5 16,0 0 3-16,0 0 2 0,0 0 29 16,0 0 14-16,0 0 3 0,-2 25-1 0,4-12-6 15,-2 4 0-15,2 0 5 0,0 3 1 16,-1-3-14-16,1 4-3 0,1-1-6 16,1-2-15-16,-2 0-6 0,-2-2-7 15,1-3-4-15,-1-1-4 0,2-1 2 0,0-2 21 16,-2-2 6-16,2 1 18 0,-2-8 13 15,2 9 8-15,-2-9-12 0,0 0-2 0,0 0-16 16,0 0-4-16,0 0-20 0,21-29-4 16,-13 8-10-16,3-9-4 0,2-1-4 0,0 0-5 15,3 3-9-15,-7 7-1 0,2 3-6 16,1 3-6-16,-2 5-5 0,2-1-5 0,1 7-1 16,1-2-3-16,-2 6-2 0,1 6 5 15,5-2-1-15,-2 7-5 0,0-1 5 0,-1 4-3 16,1 1-3-16,-5 1 5 15,1 1-6-15,-3 0 4 0,0-2 1 0,0 1 0 16,-4-3 4-16,1 1-1 0,-3-2-3 16,-1-2 3-16,2-1 2 0,-2-3-4 0,0 3 5 15,-1-4 10-15,-1 0 9 0,0-5-4 16,0 0-2-16,0 0-5 0,0 0-3 0,0 0-5 16,16-15-1-16,-8-1-3 0,-1-1-6 15,7-8-2-15,1 1-7 0,-3 3-5 16,-3 4-3-16,2 4-7 0,-1 1 4 0,-1 0-3 15,2 7 7-15,0 3 0 0,-2 0-2 16,-9 2 1-16,19 9 5 0,-8 1 4 0,2 4 0 16,-3 3 3-16,1 0-6 15,0 1 4-15,-4 1 2 0,0 2-5 0,3-1 5 16,-5 1-3-16,4-1-1 0,-6 1 7 16,3-6-4-16,-3 1-29 0,3-3-22 0,-1-1-27 15,-2-1-33-15,-1-3-36 0,4 2-36 16,-4-4-52-16,-1-2-49 0,-1-4-66 0,6 5-61 15,-6-5-73-15,0 0-83 0,0 0-118 16,9-15 76-16,0 7-435 0,-4-1-522 0</inkml:trace>
  <inkml:trace contextRef="#ctx0" brushRef="#br0" timeOffset="101476.74">21515 5155 2909 0,'0'0'33'0,"-2"-12"48"0,2 12 47 0,-2-9 30 0,0 3 24 0,1-1 12 0,1 7 11 15,-7-10 2-15,7 10-4 0,-5-8-14 16,1 4-16-16,4 4-15 0,0 0-18 0,-20-2-11 16,20 2-15-16,-20 7-9 0,6-2-10 15,1 2-9-15,-1 5-9 0,2 1-10 0,1-1-7 16,0-2-5-16,6 2-7 15,1-3-2-15,2-1-9 0,2 0 1 0,4 1-1 16,1-1-1-16,3 0-5 0,0 0 1 16,3 1 9-16,0-1 4 0,1-1 5 15,1 3 9-15,-1-3 11 0,-1 2 5 0,-1-4 16 16,0 3 11-16,-5-2 5 0,3 0 12 16,-3 1 9-16,1 0 6 0,-2 0-2 0,-4-7-5 15,4 12-5-15,-4-5-2 0,0-7-10 16,-2 13-10-16,-1-6-9 0,-4 0-5 0,2-2-12 15,-5 2-7-15,3-2-7 16,-1 0-32-16,8-5-28 0,-21 6 0 0,11-6-3 0,10 0-104 16,-22-2-58-16,10-4-62 15,5 2-67-15,-3-2-92 0,2 1-89 0,2-1-95 16,1-2-184-16,3 2-18 0,2 6 85 16,2-12-589-16,2 5-735 0</inkml:trace>
  <inkml:trace contextRef="#ctx0" brushRef="#br0" timeOffset="101710.12">21838 5192 3898 0,'0'0'211'0,"-13"-8"50"0,13 8 41 0,0 0 30 15,-3-7 15-15,3 7-9 0,0 0-26 0,-2-10-35 0,2 10-28 16,0 0-24-16,9-10-25 15,-9 10-25-15,18-3-56 0,-5-1-73 0,-1 3-82 16,2-3-85-16,-1 2-85 0,1 0-106 16,1-1-90-16,-1 3-82 0,-1-2-109 0,1-2-147 15,0 4 44-15,-2-4-563 0,-12 4-720 16</inkml:trace>
  <inkml:trace contextRef="#ctx0" brushRef="#br0" timeOffset="101910.14">21906 5283 3279 0,'-14'8'41'0,"3"-3"87"0,2 1 58 16,-2-1 51-16,2-2 45 0,9-3 46 16,-14 3 21-16,14-3 7 0,-9 4-13 15,9-4-22-15,0 0-29 0,-9 5-26 0,9-5-31 16,0 0-21-16,0 0-21 0,0 0-23 16,0 0-29-16,0 0-57 0,30 2-72 0,-15-4-87 15,5 0-98-15,-1-3-99 0,1 2-126 16,3-4-140-16,10-3-158 0,-3 1-84 0,-3-1 85 15,-8 3-608-15,3 2-760 0</inkml:trace>
  <inkml:trace contextRef="#ctx0" brushRef="#br0" timeOffset="102560.15">22685 4969 3630 0,'0'0'-17'16,"0"0"34"-16,0 0 37 0,0 0 47 0,0 0 17 15,5 15 22-15,-5-3 1 0,3 4-5 16,-3 3-4-16,-3 1-1 0,6 4 2 16,-3-4 4-16,-5 5 4 0,3-3 7 15,2 3 7-15,-1-8 11 0,-3 3 8 0,0-3 4 16,0 0 20-16,3-3 0 0,-3-2 2 15,2-2-11-15,0-1-4 0,0-1-3 16,2-8-8-16,0 11-6 0,0-11-9 0,0 6-14 16,0-6-15-16,0 0-17 0,0 0-15 15,13-24-8-15,-5 11-11 0,2-8-11 0,5-4-68 16,-1-1 0-16,-3 6 0 0,-2 4 0 16,-2 2 0-16,2 3 0 0,-4 1 0 15,1 3 0-15,-3 2 0 0,-3 5 0 16,12-5 0-16,-12 5 0 0,0 0 0 0,0 0 0 15,24 13 0-15,-13-7 0 0,-6 2 0 16,2-1 0-16,-1 2 0 0,1 2 0 0,-4-3 0 16,1 3 0-16,0-3 0 0,-3 0 0 15,-1 0 0-15,2-3 0 0,-2-5 0 0,4 12 0 16,-2-6 0-16,-2-6 0 0,2 7 0 16,-2-7 0-16,0 0 0 0,0 0 0 0,0 0 0 15,10-17 0-15,-5 2 0 0,5-5 0 16,-1 1 0-16,8-6 0 0,-4 1 0 15,1 3 0-15,-3 7 0 0,-1 3 0 0,0-1 0 16,-1 3 0-16,-2 2 0 0,2 4 0 0,-9 3 0 16,14 1 0-16,-14-1 0 15,18 7 0-15,-13 2 0 0,3 5 0 0,-3-3 0 16,6 5 0-16,-6-1 0 0,1-1 0 16,-3 1 0-16,5 1 0 0,-4 0 0 0,2-3 0 15,-4-1 0-15,1-1 0 0,-1-1-80 16,2-3-71-16,0 3-49 0,-1-3-60 15,-1 0-84-15,0-5-105 0,-2-2-111 0,0 0-135 16,0 0-92-16,0 0 72 0,0 0-628 16,21-6-800-16</inkml:trace>
  <inkml:trace contextRef="#ctx0" brushRef="#br0" timeOffset="103010.16">23281 5132 3535 0,'-9'-11'55'0,"3"1"44"0,-2 0 36 0,5 1 31 0,-1 2 33 16,0 0 14-16,4 1 4 0,0 6-11 0,2-11-12 15,2 8-19-15,-4 3-12 0,9-5-10 16,-9 5-18-16,14-2-6 0,-14 2-17 16,0 0-8-16,23 9-8 0,-16-3-9 0,3 0-10 15,-5 2-6-15,3-1-5 0,-2 1 14 16,-4 1 21-16,2 1 3 0,-4 0 9 0,0 0 5 15,-2-2 1-15,-2 3 4 16,-2-3-6-16,-2 1-9 0,1 0-7 0,-3-2-11 16,0 1-12-16,1-2-3 0,0-2-23 15,0 0-18-15,9-4-19 0,-18 1-20 0,18-1-14 16,-18-13-2-16,17 1-9 0,-3-5 3 16,4-1 5-16,2 1-5 0,0-1 3 0,-1 3 4 15,3 1 14-15,1 4 8 0,-1 1 8 16,-1 3 23-16,3 2 10 0,-6 4 1 0,13-3 3 15,-13 3 4-15,0 0-2 16,25 8-4-16,-13 1-4 0,-1-1-4 0,0 3-3 0,3-3-7 16,-3 4-12-16,1-3-25 15,-1 1-20-15,0 0-21 0,-3-5-29 0,1 2-50 16,1 0-48-16,0-1-52 0,-3-2-67 16,2 0-85-16,-1 0-79 0,-8-4-101 0,14 2-131 15,-14-2-49-15,11 0 74 0,-11 0-549 16,0 0-680-16</inkml:trace>
  <inkml:trace contextRef="#ctx0" brushRef="#br0" timeOffset="103260.01">23559 4993 3202 0,'2'-5'26'0,"-2"5"72"0,4-5 52 0,-4 5 37 0,5-6 27 0,-5 6 18 16,0 0 16-16,0 0-4 0,27 7 0 15,-15-2 7-15,-4 4 3 0,1 0-20 16,-1-1-13-16,2 4-19 0,-3 2-12 15,-2-1-15-15,-1 1-10 0,-1-2-14 0,-1 3-10 16,0-1-11-16,-4-3-15 0,0 3-9 16,-3-3-15-16,3 1-11 0,-1 1-30 0,-1-4-37 15,0 0-41-15,-1-1-53 0,-4-2-56 16,6 0-68-16,-5-5-78 0,8-1-88 0,0 0-92 16,0 0-93-16,-12-9-141 0,10 1-9 15,4-5 69-15,-1 1-468 0,7-5-576 16</inkml:trace>
  <inkml:trace contextRef="#ctx0" brushRef="#br0" timeOffset="103493.53">23848 4906 2969 0,'0'0'68'0,"-7"-12"58"16,7 12 28-16,0 0 20 0,0 0 36 16,0 0 19-16,-20 15 9 0,10-5-12 0,0 4-14 15,1 5-16-15,4 0-15 0,-4-1-22 16,0 11-10-16,4-5-17 0,3-3-10 0,0-2-17 15,0-2-11-15,2-2-5 0,2 1-9 16,2 1-5-16,-3-5-6 0,-1-1-11 16,6-2-2-16,-2 2-19 0,-1-5-16 15,4 2-31-15,-2-3-51 0,1-1-60 0,-2 0-81 16,-4-4-111-16,13 2-115 0,-13-2-159 16,12 0-107-16,-12 0 73 0,13-6-465 15,-8 4-556-15</inkml:trace>
  <inkml:trace contextRef="#ctx0" brushRef="#br0" timeOffset="103844.46">24341 4805 2966 0,'0'0'-14'0,"-16"-2"31"16,16 2 26-16,-20 6 40 0,4 1 39 0,2 3 35 15,-11 7 7-15,3 7 8 0,4 1 7 16,-2 0-6-16,7 6 2 0,0 4 5 16,2-3 21-16,2 1 2 0,2-3-2 0,3-1-14 15,0-8-8-15,3 0-18 0,2-3-14 16,-1 1-12-16,2-1-12 0,4-1-14 15,-1-3-11-15,2-1-14 0,-2-2-24 16,3-3-43-16,-1 1-43 0,3-2-64 0,1-1-81 16,1 0-104-16,0-5-113 0,-3-1-133 15,0 2-161-15,-9-2 20 0,21-3 65 0,-12 1-393 16,0 0-466-16</inkml:trace>
  <inkml:trace contextRef="#ctx0" brushRef="#br0" timeOffset="108611.24">24928 4983 2267 0,'0'0'287'0,"0"0"-55"0,3-6-27 0,-3 6 14 0,0 0-26 0,0 0-9 0,0 0-14 0,4-6-12 0,-4 6-5 0,0 0-7 0,0 0-11 0,0 0-12 15,0 0-10-15,0 0-11 0,0 0-4 0,0 0-10 16,0 0-9-16,0 0-10 0,-7-11-7 16,7 11-6-16,-4-6-7 0,4 6-4 0,-7-8-4 15,3 4-2-15,-3 2-2 0,7 2 3 16,-14-7-4-16,4 5-5 0,10 2-2 15,-23 4 0-15,8 1 1 0,-14 7-7 0,1 2 3 16,-5 4 1-16,5 5 5 0,3 1 5 16,0 1-5-16,2 1 2 0,9 1-4 15,1-6 0-15,4-1-1 0,6-3-1 16,3 0 1-16,0-2-2 0,1-1 0 0,7-2-2 16,6 3-2-16,-3-1-2 0,2-4 2 15,4 0-2-15,1-1-2 0,-3-4 0 0,0 2-1 16,-2-4 4-16,2-1 0 0,-1 1 3 15,-3-1-2-15,-3 0-3 0,-8-2-2 0,19 1-1 16,-19-1-5-16,15 0-6 0,-15 0-24 16,12 2-35-16,-12-2-41 0,11 3-52 0,-11-3-70 15,10 2-84-15,-10-2-88 16,9 2-115-16,-9-2-156 0,9 1 21 0,-9-1 65 16,10 2-346-16,-10-2-400 0</inkml:trace>
  <inkml:trace contextRef="#ctx0" brushRef="#br0" timeOffset="109308.83">25439 4998 2494 0,'0'0'35'0,"0"0"42"0,9-3 25 0,-9 3 32 0,0 0 14 0,0 0 15 0,3-6 4 16,-3 6 4-16,0 0-8 0,0 0-11 15,0 0-9-15,0 0-14 0,5-6-11 0,-5 6-1 16,0 0-6-16,0 0-1 0,0 0 0 16,0 0-4-16,2-9-15 0,-2 9-4 0,0-7-9 15,0 7-3-15,-7-13-6 0,6 5-6 16,-3 2-5-16,-2-3-8 0,3 1-3 0,-5 1-7 15,0 0-7-15,1 0-2 0,-4 4-5 16,-2 0-2-16,2 1-3 0,11 2-5 0,-30 2 0 16,11 6 1-16,-2-1-4 0,2 1-2 15,-8 10-2-15,2-1 0 0,7 6-2 16,-2 0 1-16,9-3 0 0,4-3-2 0,-2 2-2 16,8-1 0-16,1-1-1 0,1 1-1 15,10-2-2-15,-2 1-1 0,2-4 0 16,3 3 4-16,1-3-2 0,6 5-2 15,-5-4 2-15,0-5-1 0,-5 3 0 0,5-6 3 16,-3 3 4-16,-3-1 14 0,-3-1 19 16,1 0 23-16,-3 2 24 0,2-3 19 0,-3 1 23 15,-4 2 31-15,1-2 5 0,-1-7 7 16,-5 15-14-16,-4-8 2 0,4 0-9 0,-4 1-13 16,-1-3-9-16,-2 1-14 15,0 0-14-15,-1-2-6 0,-1-2-14 0,2 0-22 0,-3-2-35 16,15 0-52-16,-27 0-56 15,18-2-77-15,9 2-83 0,-19-4-106 0,11 4-115 16,8 0-118-16,-14-2-151 0,14 2-37 16,0 0 82-16,0 0-581 0,0 0-729 0</inkml:trace>
  <inkml:trace contextRef="#ctx0" brushRef="#br0" timeOffset="109558.5">25756 5276 3533 0,'0'0'100'0,"0"0"39"0,0 0 28 0,0 0 20 0,0 0 18 0,0 0 33 0,0 0 11 0,0 0 11 15,0 0 1-15,-5 19-14 0,-1-9-26 16,1 3-12-16,-1 1-18 0,-4 2-17 16,1-1-16-16,-2 2-18 0,-1-2-13 0,-1 1-13 15,-1-3-12-15,1 1-14 0,0 1-29 16,-3-3-26-16,5-4-48 0,-3-2-43 0,1 1-51 15,1-1-64-15,1-2-75 0,0-1-100 16,1-3-100-16,-1 0-128 0,0-3-191 16,1-3 72-16,1 0 73 0,-1 1-447 0,5-4-541 15</inkml:trace>
  <inkml:trace contextRef="#ctx0" brushRef="#br0" timeOffset="110725.19">26213 4971 2791 0,'3'-7'34'0,"-1"0"60"0,-2 7 48 0,2-11 34 0,0 7 27 0,-2 4 34 0,0 0 23 16,0 0 13-16,0-12-3 0,0 12-11 15,0 0-23-15,0 0-17 0,0 0 24 0,0 0 32 16,0 0 2-16,0 0-11 0,4 36-17 16,-4-18-14-16,-2 1-4 0,0 5-8 0,-2 0-9 15,2-1-9-15,-1-2-9 16,-4 0-9-16,5-5-9 0,-1 1-160 0,1-5-18 15,-2 0 0-15,2-1 0 0,1-1 0 0,-1-2 0 16,2-1 0-16,0-7 0 0,-2 10 0 16,2-10 0-16,0 0 0 0,0 0 0 15,0 0 0-15,0 0 0 0,0 0 0 0,2-29 0 16,1 9 0-16,7-1 0 0,3-10 0 16,0 5 0-16,7 2 0 0,-7 5 0 0,-1 4 0 15,-3 3 0-15,0 0 0 0,0 7 0 16,2 0 0-16,-4 3 0 0,-7 2 0 15,18 4 0-15,-18-4 0 0,18 11 0 0,-11-2 0 16,4 1 0-16,-4 4 0 0,0-2 0 16,2 2 0-16,-4-1 0 0,1 1 0 15,-3-4 0-15,-1 2 0 0,0-3 0 0,0 2 0 16,0-5 0-16,0 1 0 0,-2-7 0 16,3 13 0-16,-3-7 0 0,0-6 0 0,0 0 0 15,7 6 0-15,-7-6 0 0,0 0 0 16,0 0 0-16,16-25 0 0,-5 9 0 0,3-11 0 15,6 3 0-15,-4 0 0 0,6 2 0 16,-1-1 0-16,-4 8 0 0,-4 3 0 0,0 4 0 16,0 0 0-16,-1 6 0 0,-1 0 0 15,-2 2 0-15,-9 0 0 0,16 8 0 0,-8-1 0 16,-3 5 0-16,4 3 0 0,-8 1 0 16,3 1 0-16,0 0 0 0,-2 2 0 0,0 0 0 15,-1-2 0-15,3 3 0 16,-4-4 0-16,2 1 0 0,-2-2 0 0,3-1 0 15,-1-1 0-15,-2-1 0 0,0-4 0 16,0 1 0-16,1-5 0 0,-1 4 0 0,0-2 0 16,0-6 0-16,2 9 0 0,-2-9 0 15,6 4-292-15,-6-4-315 0,0 0-139 0,0 0-147 16,0 0 82-16,16-19-836 0,-9 11-1084 16</inkml:trace>
  <inkml:trace contextRef="#ctx0" brushRef="#br0" timeOffset="111308.43">27156 5024 4325 0,'2'-9'-91'0,"-2"9"50"0,0 0 28 0,0 0 39 0,-2-8 27 0,2 8 27 0,0 0 12 0,0 0 2 16,0 0-8-16,0 0-4 0,0-9-9 16,0 9-2-16,0 0-2 0,0 0 1 15,6-5-1-15,-6 5 4 0,3-5 12 16,-3 5 13-16,4-5 15 0,-4 5 11 0,0 0 19 16,5-10 3-16,-5 10 16 0,2-11 4 15,-2 3 3-15,0 8-5 0,-2-14-5 16,2 7-9-16,-3-3-15 0,-1 0-13 0,0 3-11 15,-3-3-17-15,-3 6-11 0,1-2-6 16,-1 2-9-16,-4 0-12 0,3 4 1 0,-4 2-11 16,-2 2-8-16,-2 2-3 0,2 3-3 15,-1 1-8-15,7 0-4 0,-1 1 2 0,5-1-2 16,3 2-6-16,2-2 8 0,4 2-9 16,4-2-1-16,1 4 2 0,5 0-1 15,3 1 5-15,6 6 1 0,2-1 17 16,0 1 6-16,-2 1-7 0,0-3 16 0,-3 0 14 15,-2-1-65-15,-5-3 0 0,1-1 0 16,-6 1 0-16,-2-1 0 0,-3-1 0 0,-1-1 0 16,0 0 0-16,-3 2 0 0,-5-1 0 15,0 1 0-15,-1-2 0 0,-4 0 0 0,-1 0 0 16,-3-2 0-16,0 1 0 0,-3-3 0 16,6-2 0-16,-4-2 0 0,3-2 0 15,1-2 0-15,0-2 0 0,-2-2 0 0,5 0 0 16,0-3 0-16,1 0 0 0,0 0 0 15,3-1-223-15,0 1-537 0,0-2-201 16,3 4 93-16,3 0 100 0,1 5-800 0,0-8-1011 16</inkml:trace>
  <inkml:trace contextRef="#ctx0" brushRef="#br0" timeOffset="112025.18">27522 4724 4259 0,'-9'-7'-71'0,"0"0"32"0,6 3 22 0,3 4 39 0,-6-6 37 0,6 6 46 15,-7-5 32-15,7 5 23 0,0 0 13 16,-11-6 13-16,11 6 8 0,0 0 13 0,0 0-2 16,-5-5-1-16,5 5 18 0,0 0 39 15,0 0 24-15,7 26 1 0,4-7 4 0,1 10 12 16,1 5 15-16,9 12-9 15,-3 4-172-15,-1 2-136 0,0-1 0 0,-3 0 0 16,1 2 0-16,-7-5 0 0,-4-7 0 16,0 0 0-16,-3-6 0 0,-4 1 0 0,-3-1 0 15,0-8 0-15,1-5 0 0,0-5 0 16,1 0 0-16,1-3 0 0,-4-1 0 0,4-1 0 16,-2-2 0-16,0-2 0 0,-1 0 0 15,1-3 0-15,-2-1 0 0,-1 0 0 0,-1 0 0 16,8-4-2-16,-13 0-1069 0,13 0 124 15,-20-2-1152-15,20 2-1509 0</inkml:trace>
  <inkml:trace contextRef="#ctx0" brushRef="#br0" timeOffset="115941.02">968 8415 5243 0,'3'6'-262'0,"-3"-6"71"0,2 6 64 0,-2-6 61 16,2 11 70-16,-2-11 41 0,2 12 36 0,0-6 26 0,-2-6 13 0,2 7 5 0,-2-7-2 0,0 0 9 16,3 9 0-16,-3-9 7 0,9 5 4 15,-9-5 0-15,11 0-30 0,-11 0-16 16,0 0-3-16,27-5-7 0,-18 1-2 15,1-1-12-15,-3 0 6 0,3-2-7 0,-3-1-5 16,3-2-1-16,-3 1-3 0,1-3-9 16,-3-2-4-16,0 1-8 0,-1-5-7 0,-2 0 2 15,-1-1-10-15,-1-2-3 0,-3-5-13 16,-1-8 0-16,-2 0-4 0,-4 1-8 16,3 2-7-16,1 7-2 0,0 4-1 15,2 3 2-15,1 5-3 0,-3-1 0 0,2 3-3 16,1 2 0-16,1 3-2 0,-2-1-3 15,4 6 1-15,0 0-1 0,0 0 3 16,0 0 3-16,-14 22 1 0,14-7 1 0,2 2-3 16,2 7 3-16,8 6 6 0,-1 3 8 15,5 0-4-15,6 4 3 0,3-2-2 16,-4-8 0-16,-1 0-1 0,3-5 5 0,0 1-5 16,-8-6 4-16,1-3 1 0,-3-1-1 15,-1-2 3-15,-3-3-9 0,0-1 4 0,0 0-8 16,-4-4-10-16,1 3-40 15,-1-5-44-15,-5-1-72 0,6 5-76 0,-6-5-96 16,0 0-102-16,0 0-140 0,0 0-152 16,8-12 63-16,-8 12-488 0,-4-15-630 15</inkml:trace>
  <inkml:trace contextRef="#ctx0" brushRef="#br0" timeOffset="116191.54">1057 7908 3175 0,'-7'-11'105'0,"-1"1"51"0,0 2 46 0,3 3 50 0,1-2 46 0,4 7 46 0,-10-9 11 0,6 4-6 0,4 5-16 16,-7-9-22-16,7 9-25 16,-6-6-31-16,6 6-28 0,-3-6-20 0,3 6-26 15,0 0-20-15,-6-5-35 0,6 5-45 16,0 0-55-16,0 0-74 0,0 0-61 0,0 0-54 15,0 0-71-15,0 0-86 0,0 0-100 16,0 0-122-16,11 26-191 0,-4-14-23 16,-1 2 81-16,2-1-492 0,3 5-632 0</inkml:trace>
  <inkml:trace contextRef="#ctx0" brushRef="#br0" timeOffset="116423.56">1400 8122 3539 0,'0'0'220'16,"0"0"43"-16,0 0 48 0,0 0 38 15,0 0 22-15,0 0 6 0,0 0-12 0,0 0-24 16,0 0-36-16,0 0-29 0,7-12-30 16,2 5-24-16,2-1-27 0,0-1-35 15,3 1-52-15,-3-1-64 0,3 1-84 0,-3 0-107 16,0 4-85-16,-1-1-81 15,1 1-76-15,0 0-77 0,1 0-99 0,-3 4-138 16,-9 0-39-16,16 0 71 0,-16 0-494 16,11 4-630-16</inkml:trace>
  <inkml:trace contextRef="#ctx0" brushRef="#br0" timeOffset="116608.21">1518 8225 3297 0,'-11'10'106'15,"3"-2"69"-15,2-2 53 0,-1-1 52 16,3-2 48-16,4-3 16 0,-7 7 4 0,7-7-11 15,-7 6-19-15,7-6-33 0,0 0-27 16,0 0-30-16,0 0-22 0,0 0-28 16,0 0-58-16,0 0-94 0,0 0-123 0,39-14-118 15,-24 9-112-15,4-3-106 16,-2-2-126-16,2 0-170 0,1 1-6 0,-4-2 83 16,2-2-476-16,-3 4-595 0</inkml:trace>
  <inkml:trace contextRef="#ctx0" brushRef="#br0" timeOffset="116940.77">1737 7989 3122 0,'0'-9'37'0,"-2"-1"42"0,2 1 29 15,2 0 31-15,0 2 26 0,0-6 21 0,4 4 0 16,-2 0-3-16,2-1-13 0,-1 2-11 16,3 1-15-16,0 3-9 0,-8 4-5 15,18-3 9-15,-18 3 8 0,20 7 12 16,-11 0-7-16,0 5 10 0,1-1 19 15,-4 5 5-15,1 1 12 0,-1 3 11 0,0-1 13 0,-2 3 13 16,0-6 13-16,-1 2 9 16,1-4-4-16,0-1-1 0,0-1-17 0,-3-2-222 15,4 1-13-15,-1-6 0 0,1 2 0 16,1-4 0-16,-6-3 0 0,17 3 0 16,-4-3 0-16,-2-3 0 0,3-2 0 0,1 0 0 15,1-3 0-15,2 0 0 0,-6 0 0 16,-1 3 0-16,1-3 0 0,-1 2-123 15,0-2-321-15,-2 4-45 0,-4-1-39 16,1 0-54-16,-6 5-69 0,5-2-108 0,-5 2 31 16,0 0-594-16,0 0-779 0</inkml:trace>
  <inkml:trace contextRef="#ctx0" brushRef="#br0" timeOffset="117306.6">995 9073 3555 0,'-35'21'71'16,"-5"3"30"-16,-2 1 16 0,2-1 25 15,2-1 43-15,7-2 49 0,2-5 56 0,9-5 34 16,6 0 6-16,1-4-17 16,4-2-30-16,4-2-29 0,5-3-22 0,0 0-19 15,39-17-18-15,20-11-18 0,37-19-18 16,13-9-14-16,42-21-18 0,12 1-32 0,2-1-6 15,3-3-11-15,-2 1-8 0,-2 2-3 16,-4 7-8-16,-40 18-6 0,-7 3-3 0,-13 8-5 16,-16 6 0-16,-27 11-2 0,-9 3 7 15,-16 8-50-15,-9 3 0 0,-6 3 0 16,-1 0 0-16,-7 1 0 0,-2 2 0 0,0 0 0 16,-7 4 0-16,3-6 0 0,-3 6 0 15,0 0 0-15,0 0 0 0,2-10 0 0,-2 10 0 16,0 0 0-16,0 0-38 15,0 0-413-15,0 0-99 0,0 0-121 0,0 0-199 16,0 0 45-16,0 0 92 0,-21 18-646 16,14-12-831-16</inkml:trace>
  <inkml:trace contextRef="#ctx0" brushRef="#br0" timeOffset="121073.15">4373 7858 3654 0,'0'0'-72'0,"0"0"62"0,0 0 44 0,0 0 41 15,9-4 41-15,-9 4 33 0,0 0 33 0,0 0 24 16,0 0 19-16,0 0 8 15,0 0 11-15,0 0 6 0,0 0-5 0,0 0-9 16,0 0-11-16,0 0-20 0,0 0-17 16,0 0-17-16,0 0-17 0,0 0-13 0,0 0-19 15,0 0-8-15,0 0-8 0,0 0-7 16,0 0-4-16,0 0-8 0,0 0-9 0,0 0-7 16,-13-13-7-16,13 13-9 0,-14-3-6 15,14 3-6-15,-18-5-8 0,4 8-6 0,-3-1-1 16,-6 4-7-16,-5 4-3 0,-1 6-2 15,2 1-4-15,0 2-2 0,4 3 1 16,-1 1-3-16,7 3-6 0,6 0 4 16,3-3 0-16,3 0 5 0,2-5 1 0,6 1 8 15,2 2 13-15,3-1 7 0,9 4-1 16,2-2-39-16,2-3 0 0,4-1 0 16,-5-8 0-16,3-2 0 0,1-1 0 0,-3-2 0 15,3 0 0-15,-5-5 0 0,-1 2 0 16,-4-2 0-16,4 2 0 0,-5-4 0 0,-2 2 0 15,-11 0 0-15,21 0 0 0,-10-2 0 16,-2 2-138-16,-9 0-234 0,14 0-128 0,-14 0-145 16,0 0-187-16,11-2 13 0,-11 2 82 15,0 0-674-15,0 0-862 0</inkml:trace>
  <inkml:trace contextRef="#ctx0" brushRef="#br0" timeOffset="121588.84">4922 8040 3966 0,'0'0'79'0,"0"0"48"0,0 0 35 0,0 0 26 0,0 0 23 0,0 0 8 0,3-11 30 16,-3 11-19-16,0 0-22 0,0 0-20 15,0 0-1-15,6-3-32 0,-6 3-13 0,0 0-14 16,14-6-13-16,-14 6-10 16,13-5-17-16,-13 5-10 0,14-2-15 0,-9-2-18 15,-5 4-7-15,11-9-6 0,-7 4-13 16,2-1 6-16,-2-5-5 0,-2 5-4 0,-2-4-1 16,0 10-8-16,-4-19 6 0,2 8-5 15,-6 2-7-15,1 1 10 0,-4-1-8 16,-3 2 19-16,-1 2-23 0,-3 3-3 0,4 2-5 15,-6 2 1-15,-3 3 0 0,5 2 3 16,-4 3-5-16,6 2 3 0,0 3 4 16,3 2-6-16,1 0 1 0,5 1 6 15,1 2 0-15,6 0-2 0,2 2 13 0,2 0-7 16,3-1 13-16,7 4-6 0,4 1-1 16,2-4 5-16,1-1 17 0,-1-1 9 0,0-8 11 15,-5-1 10-15,2-3 12 0,-2 0 4 16,1-1 1-16,-2-5 0 0,0 2-11 0,-3 0-4 15,1 0-2-15,-12-4-18 0,19 0-34 16,-19 0-48-16,19-2-57 0,-9 0-68 0,-3 0-74 16,-7 2-89-16,14-6-115 0,-7 4-115 15,-1-4-152-15,0 3-50 0,0-3 64 16,-1 0-604-16,3 0-758 0</inkml:trace>
  <inkml:trace contextRef="#ctx0" brushRef="#br0" timeOffset="121840.24">5454 8015 3931 0,'0'0'273'0,"-12"-8"52"0,12 8 32 0,0 0 17 0,0 0 7 0,-8-4-6 0,8 4-22 0,0 0-28 16,0 0-36-16,0 0-40 0,0 0-27 15,22-10-27-15,-9 8-51 0,1 1-62 0,-2 0-68 16,1-2-103-16,-1-1-91 0,3 4-93 16,-3-4-116-16,1 0-105 0,1 4-102 15,-5-4-150-15,0 2-6 0,-9 2 67 0,14 0-568 16,-14 0-715-16</inkml:trace>
  <inkml:trace contextRef="#ctx0" brushRef="#br0" timeOffset="122073.54">5446 8131 3539 0,'-13'5'134'0,"5"-5"60"0,8 0 46 0,-10 7 31 16,10-7 30-16,0 0 26 15,-9 3 1-15,9-3-5 0,0 0-13 0,0 0-11 16,0 0-26-16,0 0-28 0,23 5-39 16,-23-5-22-16,25 0-28 0,-8-1-35 15,0 1-35-15,3-4-47 0,-2 4-50 0,0-2-30 16,-6 2-26-16,1-1-18 0,-1 1-21 15,-1 1-27-15,-11-1-26 0,18 0-34 0,-18 0-49 16,13-1-65-16,-13 1-66 0,10-5-71 16,-10 5-116-16,8-2-142 0,-8 2 42 0,0 0-528 15,0 0-653-15</inkml:trace>
  <inkml:trace contextRef="#ctx0" brushRef="#br0" timeOffset="122756.49">6096 7879 3584 0,'-4'-5'157'16,"4"5"41"-16,0 0 27 0,-8-7 20 15,8 7 14-15,0 0 10 0,-6-7 2 16,6 7-12-16,0 0-24 0,0-10-23 16,0 10-25-16,6-12-18 0,0 6-19 0,-2-1-8 15,4 2-18-15,-8 5-5 0,11-12-2 16,-10 8-1-16,-1 4-5 0,9-6-4 16,-9 6-7-16,5-5-7 0,-5 5-4 0,0 0 16 15,0 0 7-15,0 0-1 0,11 15-5 16,-9-4-6-16,2 2-9 0,-1 3-63 0,0 1-28 15,1 5 0-15,-2 2 0 0,3 0 0 16,-3-2 0-16,2 1 0 0,0 0 0 16,-2-2 0-16,2-1 0 0,-4-6 0 15,2 1 0-15,0-2 0 0,0-1 0 0,1-2 0 16,-3-1 0-16,2-2 0 0,0 1 0 16,-2-1 0-16,0-7 0 0,2 9 0 0,-2-9 0 15,0 0 0-15,-4 12 0 0,4-12 0 16,-9 5 0-16,3-2 0 0,-4 2 0 0,1-1 0 15,-1 1 0-15,-1-1 0 0,2-1 0 16,-2 0 0-16,4 1 0 0,7-4 0 0,-11 5 0 16,5-3 0-16,6-2 0 0,-6 5 0 15,6-5 0-15,0 0 0 0,0 0 0 16,0 0 0-16,0 0 0 0,0 0 0 16,37 0 0-16,-19-2 0 0,2-1 0 0,1-3 0 15,-3 3 0-15,6-1 0 0,-5 0 0 16,-1 0 0-16,0 1 0 0,-3-3 0 0,2 3 0 15,-6 1 0-15,2-1 0 0,-6-1 0 16,-7 4 0-16,16-5 0 0,-16 5 0 0,13-3 0 16,-13 3 0-16,7-5 0 0,-2 3 0 15,-5 2 0-15,4-5 0 0,-4 5 0 0,0 0 0 16,0 0 0-16,0 0 0 0,0 0 0 16,0 0-533-16,0 0-454 0,0 0 76 15,-45 13 101-15,20 1-873 0,-6 5-1120 16</inkml:trace>
  <inkml:trace contextRef="#ctx0" brushRef="#br0" timeOffset="123907.58">4497 9343 4504 0,'7'-4'-74'0,"-7"4"70"0,0 0 47 0,7-6 37 0,-7 6 33 0,0 0 17 0,3-9 8 0,-3 9 3 16,0 0-3-16,2-10-3 0,-2 10-12 0,0-9-14 15,0 9-3-15,0-10-8 0,0 10-11 16,0-12 9-16,0 5-5 0,0 7-9 16,-2-13-9-16,-3 4 0 0,-2-1-2 0,2 1-11 15,-3 2-13-15,-3 0-2 0,-3 4 13 16,0 3-6-16,-6 0-6 0,-3 7-13 0,3 0 3 16,-12 5 1-16,5 5-9 0,2 3-5 15,2 1 0-15,1 3 4 0,8 3-2 0,-2-1-1 16,7-4 6-16,3 1 9 15,4-2 6-15,0 1 0 0,6-3 9 0,0 4 0 16,1-2 20-16,9 6-5 0,3-5 11 16,0-4-1-16,-2-5 0 0,6-4-8 0,-4 1-7 15,6-3 2-15,0-2-6 0,0 0-8 16,-4-3-4-16,2-2-5 0,-1-2-4 0,-4 0-6 16,4-1-10-16,-4 1-29 0,0-4-36 15,-5 0-56-15,3 1-63 0,-1-2-78 16,-4 2-98-16,1-1-125 0,-1-3-124 0,-3 0-162 15,4-1-27-15,-1 0 71 0,-3-2-625 16,3 0-784-16</inkml:trace>
  <inkml:trace contextRef="#ctx0" brushRef="#br0" timeOffset="124522.5">5266 9110 3512 0,'5'-6'13'0,"-3"1"80"0,-2 5 40 0,5-5 38 0,-5 5 32 0,0 0 26 0,2-5 22 0,-2 5 10 16,0 0 3-16,4-7 6 15,-4 7-6-15,5-5-7 0,-5 5-15 0,0 0-11 16,0 0-16-16,4-5-19 0,-4 5-19 15,0 0-19-15,0 0-18 0,0 0-11 0,5-4-13 16,-5 4-10-16,0 0-7 0,0 0 1 16,0 0-17-16,0 0-7 0,0 0-6 0,-7-12-8 15,7 12-11-15,-7-6-32 0,1 2-19 16,-3-1 0-16,-3 0 0 0,1 2 0 0,-3 1 0 16,-1 0 0-16,1 2 0 0,-4 2 0 15,-3 3 0-15,0 2 0 0,-8 6 0 0,7-1 0 16,-3 5 0-16,5 4 0 15,0 1 0-15,4 5 0 0,5-2 0 0,3-2 0 16,6-3 0-16,2-1-35 0,5-2-10 16,2 2 5-16,4-2 3 0,10 3 5 0,1-2 8 15,-4-5 0-15,3-3-1 0,6 4 8 16,-5-5 4-16,1-1 14 0,-1-1 12 0,-1 0 15 16,-6 0 10-16,2-1 14 0,-4 0 11 15,-2 0 5-15,0 0-39 0,-4 2-29 0,0-1 0 16,-5 3 0-16,0 0 0 0,-2 1 0 15,-2 1 0-15,-2-1 0 0,-3 1 0 16,-2 0 0-16,0 0 0 0,-5 0 0 16,3-4 0-16,-5 1 0 0,3-2 0 15,1-1 0-15,1-2 0 0,-1-1 0 0,-1-3 0 16,4 0 0-16,9 0 0 0,-25-1 0 16,16-3 0-16,-2 1 0 0,2 0 0 0,2-1 0 15,1 1 0-15,6 3-565 0,-10-9-133 16,8 4-175-16,2-2 25 0,0 7 78 0,9-17-739 15,3 8-955-15</inkml:trace>
  <inkml:trace contextRef="#ctx0" brushRef="#br0" timeOffset="124723.13">5459 9358 3966 0,'2'-5'83'0,"-2"5"77"0,0 0 48 0,0 0 26 0,2-10 47 0,-2 10-5 0,4-4 3 0,-4 4-11 0,9-10-21 0,-1 7-30 0,3-1-23 0,-1 1-19 0,-10 3-29 0,23-4-54 0,-12 1-68 0,3-1-75 0,-3 3-91 0,5-2-104 0,-4 1-133 15,2 0-121-15,1-1-151 0,-3 1-84 16,1 0 71-16,-2 1-520 0,-11 1-650 0</inkml:trace>
  <inkml:trace contextRef="#ctx0" brushRef="#br0" timeOffset="124906.1">5551 9486 3391 0,'-20'10'131'16,"4"-2"62"-16,2-1 48 0,3-3 46 16,-1 2 50-16,3 1 34 0,-1-3 4 15,5 1-8-15,5-5-22 0,-12 7-33 0,6-4-26 16,6-3-24-16,0 0-20 0,0 0-27 16,0 0-22-16,0 0-18 0,23 9-39 0,-10-11-60 15,-13 2-87-15,31-7-107 0,-12 4-110 16,3-4-141-16,-2 0-151 0,1 0-168 0,2-3-149 15,-3 3 77-15,9-5-738 0,0 0-944 16</inkml:trace>
  <inkml:trace contextRef="#ctx0" brushRef="#br0" timeOffset="125572.13">6439 9190 4311 0,'-6'-8'95'16,"2"2"26"-16,1 4 12 0,3 2 8 0,-7-7-3 15,7 7 2-15,0 0 36 0,0 0 40 16,0 0 18-16,0 0-3 0,3 25-12 0,1-14-11 16,-1 5 2-16,-1 0-2 15,2 3-6-15,-2-2-9 0,2 2-4 0,-3-1-17 16,1 1 1-16,-2 0-2 0,0-1-4 15,0-1-24-15,0-4-143 0,-2 1 0 0,2-2 0 16,0-4 0-16,2 2 0 0,-2-5 0 16,0-5 0-16,2 12 0 0,-2-12 0 0,0 0 0 15,0 0 0-15,0 0 0 0,0 0 0 16,12-35 0-16,-3 6 0 0,1 2 0 16,2-1 0-16,-3 7 0 0,0 3 0 0,1 2 0 15,-4 3 0-15,1 1 0 0,1 3 0 0,0 2 0 16,1 0 0-16,-2 6 0 0,1-1 0 15,-8 2 0-15,19 2 0 0,-8 1 0 16,-2 2 0-16,-2 2 0 0,2 0 0 16,0 2 0-16,-2-1 0 0,0 0 0 0,-3 1 0 15,2 0 0-15,-3-1 0 0,2-1 0 16,-1 0 0-16,-1-2 0 0,1 0 0 0,-4-5 0 16,4 10 0-16,-1-8 0 0,-3-2 0 15,0 0 0-15,0 0 0 0,0 0 0 0,24-17 0 16,-15 7 0-16,3-4 0 0,1 0 0 15,1-1 0-15,0 1 0 0,-3 4 0 16,1 1 0-16,0 1 0 0,-5 3 0 16,3-1 0-16,-1 6 0 0,-9 0 0 0,18 4 0 15,-11 3 0-15,4 3 0 0,0 0 0 16,-6 4 0-16,2-2 0 0,-1 4 0 0,1-1 0 16,-2-1 0-16,2 1 0 0,-3 0 0 15,2-1 0-15,-3 2 0 0,1-6 0 0,3 0 0 16,-6 0 0-16,3-1 0 0,0-1 0 15,-1 0 0-15,-1-4 0 0,-2-4 0 16,6 5-432-16,-6-5-217 0,0 0-119 0,0 0-94 16,0 0 72-16,16-13-805 0,-13 5-1036 15</inkml:trace>
  <inkml:trace contextRef="#ctx0" brushRef="#br0" timeOffset="126006.18">7098 9233 4138 0,'2'-6'6'0,"-2"6"84"0,4-9 50 0,1 6 42 0,-5 3 36 0,12-6 38 0,-12 6 46 0,17 0 10 15,-17 0-3-15,21 4-16 0,-10-2-17 0,1 6-14 16,-1 1-9-16,2-1-17 0,-1 2-21 16,-4 3-15-16,-1 0-11 0,2-1-8 0,-4 2-48 15,-1-2-133-15,-4 0 0 0,0 1 0 16,-4-2 0-16,0 4 0 0,-2-3 0 15,-1 0 0-15,-5 0 0 0,-1 1 0 0,-6 1 0 16,2-4 0-16,-2-3 0 0,0 1 0 16,1-4 0-16,5-4 0 0,2 0 0 15,-1-6 0-15,5-5 0 0,3-7 0 16,2-1 0-16,6-14 0 0,5 2 0 0,5 2 0 16,-1 2 0-16,0 8 0 0,-1 4 0 15,-3 3 0-15,0 3 0 0,3 4 0 0,-2 3 0 16,-10 2 0-16,19 2 0 0,-8 2 0 15,1 2 0-15,-1 3 0 0,2 1 0 0,-1 1 0 16,-1-1 0-16,0 2 0 0,-1-2 0 16,1 0 0-16,-3 0 0 0,2-3 0 15,-3 2 0-15,1-1 0 0,-3-4 0 16,2 1 0-16,-2-2 0 0,-5-3 0 0,11 5 0 16,-11-5 0-16,14 0 0 0,-14 0-385 15,15-6-350-15,-8-1-188 0,6-1 72 0,1-5 87 16,-4 3-778-16,2 0-985 0</inkml:trace>
  <inkml:trace contextRef="#ctx0" brushRef="#br0" timeOffset="126289.18">7622 9085 4622 0,'-5'-8'148'0,"1"3"41"0,0 1 38 0,1-2 27 0,3 6 14 0,0-6 13 0,0 6 8 16,0 0 12-16,0 0-4 0,32 12-9 15,-17-7-27-15,-1 4-26 0,0 3-18 16,2 0-18-16,-5 4-84 0,0-1-115 0,-1 1 0 16,-2 3 0-16,-3-5 0 0,-3 3 0 15,-2 1 0-15,0 1 0 0,-4-2 0 0,-1 2 0 16,-1 2 0-16,-4-4 0 0,-1-2 0 16,4-1 0-16,-4-4 0 0,2 2 0 0,0-5 0 15,-1-2 0-15,2 0 0 0,1-2 0 16,7-3 0-16,0 0 0 0,-16-12-531 0,16 1-183 15,2-7-110-15,7-14-20 0,3-4 78 16,12-7-769-16,1 0-978 0</inkml:trace>
  <inkml:trace contextRef="#ctx0" brushRef="#br0" timeOffset="126521.95">7872 8956 3871 0,'1'-6'-63'0,"-1"6"109"0,0 0 79 16,0 0 69-16,0 0 54 0,0 0 38 0,-16 23 16 15,10-11 2-15,-4 8-12 0,5 1-21 16,-6 9-23-16,-2-1-26 0,6-4-20 0,3-3-22 15,3 3-16-15,1-8-20 0,1 1-10 16,-1-1-16-16,4 1-11 0,2-5-12 0,-3 1-10 16,6-2-9-16,-2-2-5 15,0-1-6-15,1-1-7 0,2-1-8 0,-3-2-13 16,1 0-11-16,-3 0-32 0,-5-5-30 16,10 6-59-16,-6-3-50 0,-4-3-68 0,9 3-88 15,-9-3-109-15,0 0-113 0,0 0-153 16,0 0-101-16,0 0 53 0,0 0-654 0,0 0-832 15</inkml:trace>
  <inkml:trace contextRef="#ctx0" brushRef="#br0" timeOffset="127572.28">9082 8806 3744 0,'0'0'-16'0,"4"-7"55"0,-4 7 44 0,1-8 30 0,-1 8 33 0,0-10 28 0,0 2 16 0,0 8 1 16,-1-11-2-16,-1 5-16 0,-2-2-9 16,0-1 0-16,1 1-16 0,-3 1-5 15,2 0-7-15,-4 0-20 0,2 2-6 16,-5 2-11-16,-1-1-12 0,1 2-12 0,-2 2-9 0,-4 4-7 16,-1 1-4-16,0 4-7 15,-9 4 4-15,0 3-11 0,2-3-1 0,7 1-2 16,0-2 1-16,5 0-5 0,3-2-8 15,1 1 11-15,3-2-8 0,6-2-1 0,-1 1 7 16,2 0 11-16,3 2 10 0,5-1-3 16,5 3 1-16,5 0 4 0,-4 4 1 15,8 3 3-15,-2 0 3 0,-4 3-1 0,2 2 10 16,-5-7 14-16,-5 2 11 0,3-4 14 16,-5 2 14-16,-1-2 11 0,-1 3 2 0,-5-5-140 15,2 1 0-15,-4 0 0 0,1 3 0 16,-7 3 0-16,4-5 0 0,-6 2 0 15,5-3 0-15,-3-1 0 0,1-1 0 16,3-3 0-16,2-1 0 0,-4-2 0 0,4 0 0 16,2-6 0-16,-4 9 0 0,4-9 0 15,-3 7 0-15,3-7 0 0,0 0 0 0,-2 8 0 16,2-8 0-16,-2 5 0 0,2-5 0 16,-2 6 0-16,2-6 0 0,-2 8 0 0,0-3 0 15,2-5 0-15,0 16 0 0,0-8 0 16,0 4 0-16,0 3 0 0,-1-4 0 0,-1 1 0 15,2 2 0-15,0-3 0 0,0 1 0 16,-2-2 0-16,4-3 0 0,-2 3 0 0,2 0 0 16,-1-1 0-16,3-1 0 15,5 0 0-15,1 0 0 0,2 0 0 0,2-1 0 16,4 1 0-16,-1-1 0 0,2 0 0 16,2-2 0-16,-2-1 0 0,-2 1 0 0,1-2 0 15,-5-1 0-15,-2 0 0 0,1-1 0 16,-1 1 0-16,-4 0 0 0,-7-2 0 0,16 1 0 15,-16-1 0-15,13-3 0 0,-13 3 0 16,5-5-343-16,-5 5-387 0,0-10-161 0,0 10 38 16,-9-12 71-16,2 5-780 0,1 0-1004 15</inkml:trace>
  <inkml:trace contextRef="#ctx0" brushRef="#br0" timeOffset="128221.28">9541 9077 4148 0,'-2'-9'7'0,"2"9"74"0,0 0 53 0,0 0 42 0,-2-8 28 0,2 8 16 0,0 0 27 16,0-12 15-16,0 8-6 0,0 4-7 16,2-10-13-16,-2 5-12 0,0 5-10 0,6-8-4 15,-6 8-12-15,1-9-12 0,-1 9-16 16,0-5-15-16,0 5-16 0,0 0-13 0,3-7-13 15,-3 7-12-15,0 0 4 16,0 0-75-16,0 0-30 0,0 0 0 0,0 0 0 0,8 24 0 16,-5-12 0-16,-1 2 0 15,0 1 0-15,2 2 0 0,-2 0 0 0,-1 2 0 16,3-1 0-16,-1-1 0 0,-1-1 0 16,2 1 0-16,-1-2 0 0,-3-1 0 0,2-4 0 0,0 2 0 15,-2 0 0-15,0-4 0 16,2-1 0-16,-2-7 0 0,0 12 0 0,0-5 0 15,-2 0 0-15,0 0 0 0,-2 0 0 16,-1-3 0-16,-2 3 0 0,2 0 0 0,-1-2 0 16,-1 1 0-16,1 0 0 0,0-4 0 15,0 3 0-15,6-5 0 0,-9 7 0 0,5-4 0 16,4-3 0-16,0 0 0 0,-10 8 0 16,10-8 0-16,0 0 0 0,0 0 0 15,0 0 0-15,0 0 0 0,0 0 0 16,0 0 0-16,27 1 0 0,-27-1 0 0,30-7 0 15,-12 2 0-15,-1 0 0 0,0 0 0 16,3 1 0-16,-4 1 0 0,0-2 0 0,-3 1 0 16,-1 3 0-16,-1-1 0 0,-2 0 0 15,1 1-71-15,-10 1-659 0,13-2-94 0,-13 2-49 16,15 0 70-16,-15 0-860 0,19 2-1100 16</inkml:trace>
  <inkml:trace contextRef="#ctx0" brushRef="#br0" timeOffset="128456.33">9962 9319 4930 0,'0'0'122'0,"0"0"66"0,9-5 58 0,-9 5 32 0,0 0 38 0,0 0 28 0,0 0 16 0,24 12 9 16,-19-7-2-16,2 3-5 0,-2 3-53 15,-1-1-309-15,0 2 0 0,-3 1 0 0,-1 1 0 16,0 1 0-16,-1-1 0 0,-3 1 0 15,0-1 0-15,-1-2 0 0,-6 3 0 0,0 0 0 16,4-3 0-16,-1-2 0 0,-2-1 0 16,-2-2-14-16,-1-2-679 0,6-3-141 15,0 3-47-15,1-4 74 0,6-1-881 16,0 0-1122-16</inkml:trace>
  <inkml:trace contextRef="#ctx0" brushRef="#br0" timeOffset="130571.25">10663 8722 4261 0,'0'0'-164'0,"0"0"80"0,0 0 60 0,0 0 63 0,0 0 34 0,9-1 24 0,-9 1 21 0,0 0 11 0,0 0 4 15,0 0 1-15,0 0 1 0,0 0-2 16,0 0-6-16,0 0 1 0,0 0-8 16,0 0 2-16,0 0 0 0,0 0-1 15,0 0 2-15,0 0 1 0,0 0-9 0,0 0-8 16,0 0-10-16,0 0-10 0,0 0-14 16,0 0-1-16,0 0-4 0,-29 5-13 0,13 7-6 15,-7 6-4-15,3 3-3 0,1 4-6 16,-3 4-5-16,4 5 9 0,0 7-2 0,7-7-11 15,1 4-9-15,6 1 14 0,3 0 1 16,2 2-5-16,6-6 2 0,2-2 2 16,2 0-1-16,3-6-10 0,1-2 6 0,-1-4 16 15,0-6 11-15,0-3 16 0,1 0 15 16,3-3 12-16,-4-2 9 0,2-2 1 16,-3 3 4-16,0-6-4 0,-1 0-8 0,-3 1-6 15,-9-3-75-15,18 2-18 0,-18-2 0 16,15 3 0-16,-15-3 0 0,12 2 0 15,-12-2 0-15,7 3 0 0,-7-3-12 0,11 2-266 16,-11-2-106-16,0 0-109 0,0 0-109 16,0 0-139-16,0 0-41 0,10 0 63 15,-10 0-703-15,0 0-872 0</inkml:trace>
  <inkml:trace contextRef="#ctx0" brushRef="#br0" timeOffset="132007.01">10122 6416 3907 0,'-17'0'-48'0,"2"0"31"0,2 0 18 0,2 0 31 0,11 0 32 15,-20-2 43-15,13 1 39 0,7 1 28 16,-12-2 16-16,12 2 5 0,-7-3-13 15,7 3-19-15,0 0-19 0,12-13-17 0,8 5-11 0,12-4-10 16,9 0-12-16,13-1-8 16,5-1-9-16,-1-1-13 0,-3 7-17 0,1-2-26 15,-15 2-25-15,-3 1-21 0,-11 1-17 16,-4 2-12-16,-5 1-6 0,-6 2 4 0,-2 1 10 16,-10 0 1-16,0 0 6 0,0 0 6 15,0 0 1-15,-35 16 4 0,-1-9 5 0,-5 3 2 16,-2-2 2-16,-2-2 4 0,1 0 10 15,2 1 21-15,6-3 26 0,9 0 22 16,4-4 19-16,9 4 13 0,-2-4 7 0,3 2-3 16,13-2 0-16,-16 0-11 0,16 0-5 15,0 0-10-15,0 0-13 0,0 0-2 16,0 0-8-16,31-14-24 0,-17 10-46 16,2 1-62-16,4 0-81 0,-4 0-113 0,4-3-122 15,-5 2-146-15,0 0-175 0,-2-2 53 16,-1 0 69-16,-3 3-433 0,-9 3-502 0</inkml:trace>
  <inkml:trace contextRef="#ctx0" brushRef="#br0" timeOffset="132871.56">11047 9039 2785 0,'-9'4'89'0,"-2"-3"65"0,2 3 44 0,9-4 40 0,-13 3 35 0,13-3 34 0,-12 0 44 0,12 0 14 16,0 0 1-16,0 0-10 0,-11 0-15 16,11 0-14-16,0 0-28 0,0 0-27 0,27-7-28 15,-10 2-22-15,2-1-22 16,2 0-22-16,1 1-19 0,2 0-15 0,-3 0-15 0,-5 1-15 15,2 1-34-15,-5 0-80 16,3 1 0-16,-5-1 0 0,-4 1 0 0,3 0 0 16,-10 2 0-16,13-1 0 0,-13 1 0 15,9-4 0-15,-9 4 0 0,0 0-49 0,11-2-196 16,-11 2-77-16,0 0-96 0,0 0-98 16,0 0-109-16,0 0-181 0,0 0 61 0,0 0 78 15,-20 14-625-15,20-14-750 0</inkml:trace>
  <inkml:trace contextRef="#ctx0" brushRef="#br0" timeOffset="133337.9">11477 8894 3826 0,'0'-10'153'0,"-1"-2"29"0,-1 3 15 15,4-3 13-15,1-4 7 0,5 3 3 0,0 1-10 16,1-1-12-16,2 1-14 0,3 0-18 15,-1 6-17-15,1 1-19 0,1 1-12 0,-1 2-14 16,-2 2 0-16,0 2-8 0,1 5-15 16,-3-2-5-16,-5 4-3 0,5 3-6 0,-8-1-2 15,0 3-4-15,-4 1 19 16,-1 7 11-16,-6-1 13 0,-2 8 14 0,-2-4 13 0,-3 3 9 16,2-3 8-16,2-4 10 0,1-6 6 15,0-1 6-15,6-2-170 0,-3 1 0 16,3-4 0-16,1-1 0 0,2 0 0 15,2-4 0-15,0-4 0 0,6 12 0 0,-1-10 0 16,-5-2 0-16,24 2 0 0,-10-2 0 16,4-2 0-16,0 2 0 0,0-5 0 0,7 0 0 15,0 1 0-15,-3 0 0 0,1-2 0 16,-3 3 0-16,-4-1 0 0,-4 1 0 0,-1 2 0 16,1-1 0-16,-2 0 0 0,-10 2 0 15,14 0 0-15,-14 0 0 0,12-2 0 0,-12 2 0 16,0 0 0-16,11 4 0 15,-11-4 0-15,0 0 0 0,2 6 0 0,-2-6 0 0,0 5 0 16,0-5 0-16,0 0 0 16,0 0 0-16,0 0-345 0,0 0-441 0,0 0-127 15,0 0 80-15,0 0-974 0,0 0-1236 16</inkml:trace>
  <inkml:trace contextRef="#ctx0" brushRef="#br0" timeOffset="133871.01">12196 8944 4651 0,'-12'0'-93'0,"-1"0"77"0,2 0 51 0,11 0 37 0,-17 0 43 0,7 0 39 0,10 0 38 0,-15 0 39 0,15 0 34 16,0 0 10-16,0 0 8 0,0 0 1 15,-11 0-13-15,11 0-19 0,0 0-21 0,0 0-20 16,43-4-25-16,-22 0-18 0,2 0-15 15,-1 2-16-15,3-1-13 0,-3 1-114 16,-5 0-10-16,2-2 0 0,-4 3 0 0,-2 1 0 16,1-3 0-16,-5 1 0 0,1 0 0 15,-10 2-86-15,17-2-137 0,-8 0-50 0,-9 2-60 16,11-1-58-16,-11 1-56 0,7-3-58 16,-7 3-69-16,0 0-98 0,6-5-14 15,-6 5 65-15,0 0-529 0,0 0-616 0</inkml:trace>
  <inkml:trace contextRef="#ctx0" brushRef="#br0" timeOffset="134153.59">12276 8739 3199 0,'-4'-12'63'15,"-2"4"59"-15,4 1 34 0,-3 2 33 16,3 0 28-16,2 5 21 0,0 0 9 0,-4-10 9 16,4 10-6-16,0 0-1 0,0 0 18 15,0 0 12-15,0 0-2 0,-6 27-15 0,9-8-17 16,0 5-21-16,-3 1-13 0,0 14-17 15,0 1-17-15,0 0-17 0,0-2-14 0,0 3-15 16,0-4-12-16,0-3-12 0,0-9-9 16,-1-2-13-16,1 1-62 0,-2-3-23 0,-1-1 0 15,3-3 0-15,0-4 0 16,-2 1 0-16,2-4 0 0,0-1 0 0,0-1 0 0,0-8 0 16,2 12 0-16,-2-8 0 15,0-4-99-15,0 0-206 0,0 0-93 0,0 0-98 0,0 0-99 16,0 0-150-16,21-21-24 15,-12 9 74-15,3 0-696 0,1-5-843 0</inkml:trace>
  <inkml:trace contextRef="#ctx0" brushRef="#br0" timeOffset="134337.26">12519 8880 3632 0,'0'0'-91'15,"-3"-6"41"-15,3 6 23 0,0 0 6 0,-4-6 2 16,4 6 2-16,0 0-8 0,-4-7-30 16,4 7-38-16,0 0-39 0,0 0-50 15,0 0-54-15,0 0-61 0,6-8-78 0,-6 8-44 16,0 0-123-16,0 0-45 0</inkml:trace>
  <inkml:trace contextRef="#ctx0" brushRef="#br0" timeOffset="134870.85">12531 8847 1538 0,'0'0'85'0,"0"0"42"0,0 0 34 15,0 0 26-15,0 0 27 0,0 0 17 16,0 0 5-16,0 0 4 0,0 0-7 0,0 0-1 16,0 0-11-16,0 0-3 15,0 0-8-15,0 0-1 0,0 0-4 0,-1-10-9 16,1 10-1-16,0 0-5 0,0 0-3 16,0 0-11-16,11-6-14 0,-6 3-18 0,4-3-12 15,-2 0-14-15,0 0-13 0,3-2-2 16,-2 3 2-16,1-3 11 0,-1 4 1 15,-5 0 0-15,-3 4 3 0,12-8-7 0,-12 8-14 16,9-3-4-16,-9 3 1 0,0 0 0 16,0 0 1-16,10 15-7 0,-10-6-5 0,2 3-12 15,-2 2-20-15,1-1 6 0,-1 5-8 16,3 0-11-16,-3-1-4 0,2 3-4 16,-2-1-7-16,2 0 3 0,-2 0-6 15,4-3 0-15,-4 2-1 0,0-3-2 0,1-1-2 16,-2-1 15-16,2-2 5 0,-2-1-14 15,1-2-23-15,0 1 0 0,0-1 0 0,-4 0 0 16,4-8 0-16,-4 13 0 0,0-5 0 16,0-4 0-16,4-4 0 0,-11 10 0 0,5-4 0 15,6-6 0-15,-10 9 0 0,6-7 0 16,-1 4 0-16,5-6 0 0,-8 6 0 0,8-6 0 16,-7 3 0-16,7-3 0 0,0 0 0 15,-3 5 0-15,3-5 0 0,0 0 0 16,0 0 0-16,0 0 0 0,23 2 0 15,-23-2 0-15,14-2 0 0,-14 2 0 0,0 0 0 0,22-2 0 16,-22 2 0-16,14-2 0 16,-4 1 0-16,-10 1 0 0,0 0 0 0,13-3 0 15,-13 3 0-15,11-4 0 0,-7 2 0 16,-4 2 0-16,12-7 0 0,-6 3 0 0,-3-2-438 16,1 0-296-16,2 0-157 0,-5-2 64 15,3 4 85-15,0-5-809 0,1 5-993 0</inkml:trace>
  <inkml:trace contextRef="#ctx0" brushRef="#br0" timeOffset="135223.19">12819 8613 4058 0,'-2'-6'7'0,"2"6"80"0,0 0 28 0,0 0 21 0,0 0 33 0,0 0 41 16,0 0 27-16,0 0 13 0,18 20 13 16,-13-9 1-16,4 8 1 0,1 10-8 0,2 4 8 15,-5 1-5-15,-2 6-5 0,4 11-19 16,-7-5-9-16,-2 2-1 0,-4 9-12 0,-3-1-24 16,6-3-190-16,-3-10 0 0,-2-1 0 15,3-3 0-15,-3-3 0 0,2-7 0 16,3-7 0-16,-2-1 0 0,1-4 0 15,0-2 0-15,0-4 0 0,2-1 0 0,0 0 0 16,-2-3 0-16,2 1 0 0,0-8 0 16,-1 6 0-16,1-6 0 0,0 0 0 0,0 0 0 15,0 0 0-15,0 0-202 0,-10-19-580 16,9 12-147-16,-1 0 88 0,-2 1 81 0,-1-3-831 16,5 9-1031-16</inkml:trace>
  <inkml:trace contextRef="#ctx0" brushRef="#br0" timeOffset="136170.67">13107 8439 4434 0,'0'0'27'0,"-5"-7"44"0,5 7 36 0,-9-5 32 0,9 5 22 0,0 0 15 0,-4-6 6 0,4 6-10 0,0 0-14 16,0 0-17-16,0 0-11 0,0 0-16 15,0 0-11-15,36 20-7 0,-25-3-5 0,2 11-6 16,-1 4-14-16,-9 7 7 0,7-2 9 16,-7 1 23-16,1 4 10 0,0 1 20 15,-4 0 4-15,0-6 23 0,-2 5-1 16,0-5 4-16,6 2 0 0,-3-4 1 0,4 0-3 16,4-5-126-16,-1 1-42 0,-3-7 0 15,7 5 0-15,-1 0 0 0,0-8 0 0,-2-1 0 16,-2 1 0-16,4 7 0 0,1 1 0 15,-1 0 0-15,-3 2 0 0,-5-5 0 0,2-3 0 16,-3 3 0-16,2 2 0 0,-4-2 0 16,0 3 0-16,-4 5 0 0,-3-1 0 0,2-3 0 15,-1-2 0-15,3-6 0 16,-5-1 0-16,2-1 0 0,0-5 0 0,3 2 0 16,-3-5 0-16,0 2 0 0,1-3 0 15,0-2 0-15,3 0 0 0,-1-4 0 0,-1 1 0 16,4-6 0-16,-4 6 0 0,4-6 0 15,0 0 0-15,0 0-664 0,0 0-298 0,-3-21 92 16,5 11-1067-16,-1 0-1357 0</inkml:trace>
  <inkml:trace contextRef="#ctx0" brushRef="#br0" timeOffset="136853.39">13494 9024 5294 0,'0'0'-22'0,"-14"3"70"0,14-3 63 0,0 0 63 0,-14 4 64 16,14-4 43-16,-13 2 38 15,13-2 19-15,0 0 11 0,0 0-12 0,0 0-30 0,0 0-33 16,31-9-131-16,-15 7-143 15,-2-1 0-15,4-1 0 0,-1 3 0 0,-3-1 0 16,-2 2 0-16,4-2 0 0,-5 0 0 16,3 2 0-16,-3-1 0 0,-2-1 0 0,-9 2 0 15,22-2-255-15,-15 1-250 0,-7 1-66 16,12 0-73-16,-12 0-136 0,0 0 23 0,0 0 75 16,9 5-677-16,-9-5-815 0</inkml:trace>
  <inkml:trace contextRef="#ctx0" brushRef="#br0" timeOffset="137053.54">13505 9169 3665 0,'-9'5'138'0,"1"1"93"16,0-2 69-16,8-4 61 0,-9 5 56 0,9-5 52 15,-5 5 31-15,5-5 27 0,-5 5-10 16,5-5-33-16,0 0-38 0,0 0-310 16,12 7-136-16,-12-7 0 0,16 1 0 0,-3-1 0 15,-1-1 0-15,2-2 0 0,-1 3 0 0,3-2 0 16,-5 0 0-16,-2 2 0 0,-9 0 0 15,23 0 0-15,-15-1 0 0,-8 1 0 0,15-2-131 16,-15 2-538-16,10 0-105 0,-10 0-92 16,0 0 79-16,0 0-901 0,0 0-1124 0</inkml:trace>
  <inkml:trace contextRef="#ctx0" brushRef="#br0" timeOffset="138853.5">14170 8863 4236 0,'0'0'-163'0,"0"0"62"0,0 0 61 0,0 0 70 0,0 0 47 0,0 0 51 16,0 0 47-16,0 0 37 0,0 0 36 16,0 0 7-16,0 0 30 0,0 0 0 15,0 0-10-15,0 0-17 0,0 0-13 16,0 0-26-16,4-6-22 0,3 0-20 0,1 0-15 16,-2 0-20-16,2 0-14 0,-5 1-9 15,7-1-13-15,-5-1-10 0,4 0-7 0,-8 1-10 16,3 1-5-16,2 2-8 0,-5-2-10 15,-1 5-4-15,4-7-28 0,-4 7-24 0,8-5 0 16,-8 5 0-16,2-5 0 0,-2 5 0 16,0 0 0-16,0 0 0 0,0 0 0 15,0 0 0-15,0 0 0 0,-2 21 0 16,1-8 0-16,-6 3 0 0,5-1 0 0,0 5 0 16,2-1 0-16,-3 4 0 0,-1 3 0 15,4-2 0-15,4 0 0 0,-6 1 0 0,4-1 0 16,-2-5 0-16,0 0 0 0,2-2 0 15,-1 0 0-15,-1-5 0 0,0 0 0 0,0-2 0 16,2 1 0-16,-2-3 0 0,-2 2 0 16,2-10 0-16,0 12 0 0,0-5 0 0,0-7 0 15,0 13 0-15,0-8 0 0,-1 0 0 16,1-5 0-16,-6 12 0 0,4-8 0 0,-1 0 0 16,3-4 0-16,-11 9 0 0,8-5 0 15,-5-1 0-15,1 0 0 0,0 1 0 16,-2-2 0-16,9-2 0 0,-13 8 0 15,13-8 0-15,-14 5 0 0,11-3 0 0,3-2 0 16,-10 4 0-16,10-4 0 0,0 0 0 16,0 0 0-16,0 0 0 0,0 0 0 0,0 0 0 15,22 8 0-15,-8-8 0 0,8-2 0 16,-1 2 0-16,1-1 0 0,3-1 0 0,0 0 0 16,-6 1 0-16,2-1 0 0,-4 0 0 15,-2 0 0-15,-1 2 0 0,-1-1 0 16,-3 1 0-16,-10 0 0 0,19-2 0 15,-19 2 0-15,13-2 0 0,-13 2 0 0,10-2 0 16,-10 2 0-16,9-1 0 0,-9 1 0 16,7-5 0-16,-7 5 0 0,7-4 0 0,-7 4 0 15,3-5 0-15,-3 5 0 0,0 0 0 16,0 0-69-16,0 0-952 0,0 0 101 0,0 0 86 16,-40 9-984-16,21 3-1247 0</inkml:trace>
  <inkml:trace contextRef="#ctx0" brushRef="#br0" timeOffset="140351.91">4464 10580 4550 0,'0'0'-222'0,"-3"-8"66"0,3 8 57 0,-6-7 46 16,6 7 42-16,-2-7 43 0,2 7 35 0,0 0 33 15,-5-7 23-15,5 7 8 0,0 0 1 16,0 0-2-16,0 0 7 0,0 0 23 0,-14 17 24 16,14 1 10-16,-2 1 15 0,2 4 10 15,0 6-1-15,2 8-12 0,0-1-20 0,1 1-14 16,-3 1-16-16,2-10 3 15,0-2-19-15,-2-5-15 0,2 2-9 0,-2-4-16 0,3-2-10 16,-3-4-4-16,2-3-9 0,-2-3-5 16,2 3-2-16,-1-3 8 0,-1-7-6 15,0 0-10-15,0 0-6 0,0 0-7 16,0 0-5-16,0 0-14 0,2-26-30 0,2 6 0 16,-2-3 0-16,1-12 0 0,1 0 0 15,4 0 0-15,-2 6 0 0,1 4 0 16,-1 4 0-16,-1 2 0 0,4 5 0 0,0 2 0 15,-2 6 0-15,4 1 0 0,3 3 0 16,-1 2 0-16,3 5 0 0,1 0 0 0,2 4 0 16,0 1 0-16,-2 0 0 15,1 2 0-15,-4 0 0 0,2 2 0 0,-3-1 0 0,-1 3 0 16,-3-1 0-16,-3-1 0 0,-1-2 0 16,-1 1 0-16,-2-1 0 0,1-4 0 15,-1-2 0-15,-1 1 0 0,-1-7 0 16,0 8 0-16,0-8 0 0,0 0 0 0,0 0 0 15,0 0 0-15,0 0 0 0,0-29 0 16,4 7 0-16,0 0 0 0,1 0 0 0,3-1 0 16,0 3 0-16,1 3 0 0,-1 3 0 15,2 2 0-15,-1 5 0 0,2 2 0 16,-2 4 0-16,-9 1 0 0,23 6 0 0,-9 3 0 16,-1 3 0-16,3 0 0 0,-3 2 0 15,6 7 0-15,-6-5 0 0,-1 1 0 0,-1-3 0 16,0 3 0-16,1-2 0 15,-4-1 0-15,-1 1 0 0,-1-3 0 0,0 2 0 16,0-5 0-16,-3 2 0 0,1-3 0 16,0-2-89-16,0 2-104 0,-3-4-57 0,-1-4-67 15,0 0-84-15,4 6-79 0,-4-6-92 16,0 0-134-16,0 0-36 0,0 0 74 0,7-24-615 16,-2 16-743-16</inkml:trace>
  <inkml:trace contextRef="#ctx0" brushRef="#br0" timeOffset="140886.32">5508 10677 3449 0,'0'0'7'0,"0"0"54"0,0 0 38 0,-13-10 29 0,13 10 15 0,0 0 11 0,4-10 5 16,-4 10-6-16,2-11-9 0,0 4-13 0,3 2-13 15,-2-3-13-15,1 5-12 0,0-5-8 16,-3 2-7-16,3-2-8 0,0 1-7 0,-1-1-5 16,-1 0 16-16,-2 0 2 0,2-2 2 15,-4 1-3-15,2-3 4 0,-2 2-6 0,-3 0-7 16,1 1-5-16,-1-3-6 16,-4 6-2-16,2-1-8 0,0 0-6 0,-3 4-5 15,-2-1-4-15,12 4-5 0,-22 5 1 16,8 0-4-16,3 3-2 0,-3 0 0 0,3 2-5 15,2 1-1-15,1 0-3 0,0 2 0 16,5-2-1-16,1 4-3 0,4-3-2 0,1 2 3 16,5 2-3-16,4 0 6 0,6 4-7 15,3 2 4-15,-3-6-5 0,-1-2 1 16,2 3 2-16,0-2-4 0,-6 1 10 16,-2-2 7-16,2-3 22 0,-6 3 33 0,0-2 32 15,-1 1 20-15,-3-1 15 0,-1-1 13 16,1 1 12-16,-6-2-4 0,1 3 0 15,1-3-5-15,-3 0-4 0,-2-1-6 0,-1-1-10 16,2-2-76-16,-9 4-61 0,3-3 0 16,-1-5 0-16,0 2 0 0,-2-4 0 0,14 0 0 15,-29-6 0-15,11 2 0 0,4-6 0 16,-4-1 0-16,2 0 0 0,5 1 0 0,2 0-174 16,2 3-225-16,0-1-114 0,5 2-135 15,2 0-191-15,0 6 50 0,4-16 85 0,4 9-699 16,5-5-855-16</inkml:trace>
  <inkml:trace contextRef="#ctx0" brushRef="#br0" timeOffset="141086.38">5945 10699 3924 0,'0'0'147'0,"0"0"70"0,0 0 40 0,0 0 40 0,0 0 11 0,0 0 2 16,0 0-13-16,0 0-27 0,0 0-31 0,0-22-28 15,0 22-18-15,11-5-20 0,2 2-38 16,-13 3-90-16,18-2-91 0,-8 2-99 0,-10 0-113 16,26 1-133-16,-14-1-135 0,3 1-165 15,0 2-24-15,-2-3 62 0,1 2-571 0,1 1-686 16</inkml:trace>
  <inkml:trace contextRef="#ctx0" brushRef="#br0" timeOffset="141268.38">6044 10871 3270 0,'-11'9'63'0,"-1"-3"73"0,3 0 46 16,2-1 45-16,-1-3 30 0,8-2 19 16,-10 6 15-16,10-6 10 0,0 0-18 0,-11 2-13 15,11-2-27-15,0 0-17 0,0 0-28 16,0 0-16-16,0 0-19 0,0 0-22 0,0 0-73 16,49-8-88-16,-33 6-100 0,-2-1-126 15,6 1-140-15,-3-2-139 0,5-2-183 0,2 2 4 16,-3-3 80-16,2 0-547 15,9-6-638-15</inkml:trace>
  <inkml:trace contextRef="#ctx0" brushRef="#br0" timeOffset="141902.32">6980 10639 3608 0,'-14'-3'204'0,"3"-1"37"15,2 0 22-15,9 4 9 0,-16-2 10 16,16 2 5-16,0 0-5 0,0 0 2 0,-20 8 7 16,15-2-3-16,2 6-13 0,-1-3-16 15,2 4-24-15,0 0-21 0,0 4-6 16,0 1-14-16,2-1-16 0,-3 2-14 16,1-2-11-16,-2 1-144 0,2-1-9 0,1-3 0 15,-4 1 0-15,3-3 0 0,0-1 0 16,2-2 0-16,0-2 0 0,0 1 0 0,0-8 0 15,0 0 0-15,0 0 0 0,0 0 0 16,0 0 0-16,0 0 0 0,0 0 0 0,10-39 0 16,-2 18 0-16,-1-1 0 0,2 1 0 15,2 2 0-15,-4 1 0 0,2 0 0 16,1 5 0-16,-2 1 0 0,1 1 0 0,-2 5 0 16,5 2 0-16,-4 3 0 0,1 1 0 15,-9 0 0-15,19 6 0 0,-6-1 0 16,-2 2 0-16,0 2 0 0,-4 4 0 15,1-4 0-15,0 3 0 0,-3 0 0 0,-1-2 0 16,0 1 0-16,-3 1 0 0,1-6 0 16,1 3 0-16,-1-1 0 0,-2-8 0 0,2 12 0 15,-2-12 0-15,4 4 0 0,-4-4 0 16,0 0 0-16,0 0 0 0,16-21 0 0,-8 9 0 16,4-3 0-16,-1-2 0 0,2 0 0 15,-1 0 0-15,1 1 0 0,-2 3 0 0,-1 2 0 16,0 3 0-16,-1 1 0 15,0 3 0-15,-1 1 0 0,-8 3 0 0,17 3 0 0,-6 3 0 16,-2 1 0-16,0 4 0 16,0-2 0-16,3 3 0 0,-3 0 0 0,1 0 0 15,0 3 0-15,-1 1 0 0,0-4 0 16,2 4 0-16,-6-2 0 0,2-2 0 0,-3-1 0 16,2-1 0-16,-3 0 0 0,-1-2 0 15,3-1 0-15,-5-1-341 0,2 0-157 0,-2-6-117 16,0 0-162-16,0 0-37 0,0 0 80 15,0 0-767-15,0 0-946 0</inkml:trace>
  <inkml:trace contextRef="#ctx0" brushRef="#br0" timeOffset="142369.17">7464 10634 3894 0,'4'-11'-27'0,"0"-1"60"0,-3 2 45 0,5 3 33 0,0 3 29 0,-6 4 25 15,13-5 23-15,-13 5 15 0,0 0 10 16,23 6 2-16,-11 4 3 0,-5 3 1 0,5-1 5 16,-3 6-12-16,0 1-14 0,-7-1-7 15,3 2 1-15,-1 0-4 0,-4-1 6 0,0 2 5 16,-4-1-2-16,-3 3-2 0,2-1-6 16,-3-3-9-16,-1 0-10 0,-5 5-158 15,1-9-12-15,1-3 0 0,1-1 0 16,-2-3 0-16,0-2 0 0,2-2 0 0,-3-2 0 15,1-5 0-15,2-1 0 0,-1-5 0 16,-1-4 0-16,2-7 0 0,2-9 0 0,6-3 0 16,3 1 0-16,1 7 0 0,1 1 0 15,4 0 0-15,-3 5 0 0,6 2 0 0,-4 7 0 16,3 1 0-16,-1 3 0 16,3 1 0-16,1 4 0 0,-11 0 0 0,18 7 0 15,-9 0 0-15,6 2 0 0,-3 1 0 16,1 3 0-16,4-2 0 0,-4 3 0 0,-1-2 0 15,1-1 0-15,-3 1 0 0,2 3 0 16,-5-6 0-16,2 0 0 0,1-1 0 0,-2-1 0 16,-1 0 0-16,1-1 0 0,-2-1 0 15,0-1 0-15,-1-2 0 0,-5-2-84 0,9 2-312 16,-9-2-103-16,12 2-98 0,-12-2-157 16,0 0-44-16,13-6 79 0,-5 2-758 0,-3-1-926 15</inkml:trace>
  <inkml:trace contextRef="#ctx0" brushRef="#br0" timeOffset="142652.14">7751 10617 4284 0,'-9'-6'118'0,"2"2"41"0,3-2 30 0,1 2 22 0,3 4 30 16,-5-7 21-16,5 7 12 0,0 0 0 15,10-8-4-15,-10 8-20 0,0 0-12 0,25 11-11 16,-16-5-19-16,2 4-17 0,-1 0-14 15,-2 1-12-15,-1 3-12 0,1 2-13 0,-3-1-8 16,0 2-104-16,-3 1-28 0,-2 0 0 16,-2 0 0-16,-3-2 0 0,1 2 0 0,-1 0 0 15,-1 0 0-15,-1-3 0 16,1-3 0-16,2 0 0 0,-2-2 0 0,3-1 0 0,-1-3 0 16,0 0 0-16,4-6 0 15,-9 6 0-15,9-6 0 0,0 0-192 0,0 0-327 16,-3-24-90-16,8 9-115 0,0-5-104 15,3-1 81-15,7-4-808 0,-2-2-998 0</inkml:trace>
  <inkml:trace contextRef="#ctx0" brushRef="#br0" timeOffset="142902.1">7973 10531 3958 0,'0'-7'-66'0,"-2"1"85"0,2 6 68 16,-1-8 43-16,1 8 27 0,-5-5 0 15,5 5-2-15,0 0 16 0,0 0 13 0,-15 17 15 16,10-8 11-16,-4 7-5 15,0 1 4-15,3 5-7 0,-1 9-12 0,2 2-2 16,-2-1-3-16,5-4-14 0,0-5-10 16,2 4 0-16,0-2-3 0,4 0-7 0,4 7-11 15,-2-9-10-15,-1-6-21 0,1-2-8 16,1-2-14-16,0-2-11 0,0-4-40 16,3 1-57-16,-5-6-76 0,5-1-77 0,-10-1-77 15,21-3-90-15,-11-1-102 0,1-2-96 16,6-5-110-16,-4-1-111 0,3-1 72 0,2-9-692 15,0 1-834-15</inkml:trace>
  <inkml:trace contextRef="#ctx0" brushRef="#br0" timeOffset="143587.24">8619 10483 3552 0,'2'-5'-65'0,"2"-2"49"0,-3 0 41 16,1 0 38-16,2 1 34 0,2-1 21 15,-4 0 16-15,2 0 7 0,0 2 4 16,-3 0 1-16,3-2 6 0,-2 2 3 0,-2 5 5 16,6-12-2-16,-5 6-5 0,-1 6 6 15,0-13 3-15,0 5 6 0,0 8 3 16,-7-14-5-16,1 7-16 0,-3 2-3 15,-3-2-7-15,1 1-13 0,-3 2 7 0,0 4-13 16,-2 0 4-16,-3 4-4 0,-4 4-10 16,4 0-17-16,0 1-3 0,-6 8-7 0,8-2-15 15,4 1 1-15,2-1-9 0,4 0-5 16,2-1 0-16,3-2 2 0,2 2-2 16,2-2-5-16,1-2 0 0,4 5-2 15,0-3 5-15,-1-1 2 0,3 1 7 0,1-2-11 0,0 3-52 16,1-1 0-16,-3 2 0 15,1 1 0-15,-1 2 0 0,-5-3 0 0,1 4 0 16,-2-1 0-16,-2 0 0 0,-6 6 0 16,3-1 0-16,-8 8 0 0,-2-4 0 0,1 3 0 15,-6-2 0-15,3-2 0 0,1-6 0 16,3-3 0-16,2-3 0 0,1-3 0 0,0 1 0 16,5-2 0-16,-3-3 0 0,4-2 0 15,2-4 0-15,0 0 0 0,0 0 0 0,0 0 0 16,8 6 0-16,-8-6 0 0,7 4 0 15,0-1 0-15,-7-3 0 0,11 14 0 0,-6-6 0 16,2 6 0-16,-3 2 0 0,1 4 0 16,0 1 0-16,-1 0 0 0,2 0 0 15,-3 2 0-15,1-1 0 0,3-1 0 16,-2-3 0-16,1-2 0 0,-1-3 0 0,1 0 0 16,-1-3 0-16,4-5 0 0,-2 1 0 15,4-3 0-15,-1-3 0 0,-10 0 0 0,22-5 0 16,-6 0 0-16,-3-2 0 0,1 2 0 15,-1-4 0-15,1 2 0 0,-9 2 0 0,4 2 0 16,-3-2 0-16,0 1 0 0,-6 4 0 16,10-5 0-16,-10 5 0 0,0 0-35 0,3-3-911 15,-3 3 9-15,0 0 107 0,0 0-1021 16,0 0-1277-16</inkml:trace>
  <inkml:trace contextRef="#ctx0" brushRef="#br0" timeOffset="146801.78">8895 10730 2952 0,'0'0'615'0,"8"3"-164"0,-8-3-74 0,0 0-10 0,0 0-25 0,0 0-21 0,10 4-11 0,-10-4-24 16,0 0 0-16,0 0-10 0,0 0-15 0,0 0-23 15,0 0-25-15,0 0-23 0,18-9-17 16,-10 4-15-16,-8 5-17 0,14-10-12 16,-9 3-24-16,1 2-105 0,-3 0 0 0,6 1 0 15,-9 4 0-15,9-10 0 0,-9 10 0 16,5-7 0-16,-5 7 0 0,4-6 0 16,-4 6 0-16,0 0 0 0,0 0 0 15,0 0 0-15,0 0 0 0,0 0 0 0,0 29 0 16,-4-17 0-16,4 5 0 0,-5-2 0 15,3 4 0-15,2 0 0 0,-4 5 0 0,4-4 0 16,0-1 0-16,-2 0 0 0,2-1 0 16,2-1 0-16,-4-3 0 0,2-1 0 0,0-3 0 15,2 0 0-15,-2-1 0 0,0 0 0 16,0-9 0-16,0 12 0 0,0-12 0 0,-2 10 0 16,2-10 0-16,-5 5 0 15,5-5 0-15,-7 5 0 0,7-5 0 0,-9 3 0 16,9-3 0-16,-11 6 0 0,5-5 0 15,6-1 0-15,-10 4 0 0,10-4 0 0,0 0 0 16,-7 3 0-16,7-3 0 0,0 0 0 16,0 0 0-16,0 0 0 0,0 0 0 0,0 0 0 15,0 0 0-15,34 0 0 0,-21-1 0 16,5-1 0-16,-1-2 0 0,-4 1 0 0,7-1 0 16,-4 3 0-16,0-2 0 15,1-1 0-15,-2 2 0 0,-2-1 0 0,1 1 0 16,-3 1 0-16,-2-3 0 0,3 2 0 15,-1 1 0-15,-11 1 0 0,14-2-608 0,-4 2-240 16,-10 0-42-16,12-3 75 0,-12 3-896 16,20 3-1144-16</inkml:trace>
  <inkml:trace contextRef="#ctx0" brushRef="#br0" timeOffset="147052.04">9446 10968 4715 0,'5'-6'41'0,"-5"6"48"0,4-4 34 0,-4 4 22 0,0 0 19 16,0 0 29-16,19-1 14 0,-19 1-16 16,14 8-2-16,-4-1-6 0,-5 5-14 15,2 0-9-15,2 2-7 0,-4 1-19 16,-3 2-3-16,0 2-11 0,-4-2-10 0,0 2-11 16,-1 2-12-16,-6 0-8 0,2 1-9 15,-6 2-13-15,1-4-24 0,1-4-46 0,0-1-70 16,-3-1-67-16,3-4-78 0,1-1-109 15,0 1-121-15,-1-5-147 0,3-2-188 16,1 2 73-16,7-5 77 0,0 0-586 0,0 0-690 16</inkml:trace>
  <inkml:trace contextRef="#ctx0" brushRef="#br0" timeOffset="149000.82">9852 10767 3521 0,'-14'0'87'0,"3"1"42"0,1 0 41 0,1 1 40 0,9-2 37 0,-13 2 38 0,13-2 31 16,-12 2 17-16,12-2 7 0,0 0 4 16,-13 1-16-16,13-1-19 0,0 0-27 0,0 0-21 15,0 0-25-15,0 0-25 0,0 0-17 16,0 0-20-16,45-12-18 0,-9 6-98 15,-9 0-58-15,-2 1 0 0,0 2 0 16,-4-2 0-16,0 1 0 0,-6 1 0 0,-2-1 0 16,-1 3 0-16,-1-1 0 0,-1 0 0 15,-2 0-102-15,-8 2-82 0,15-3-23 0,-15 3-25 16,14-1-37-16,-14 1-40 0,7-4-51 16,-7 4-45-16,0 0-74 0,7-3-106 15,-7 3-145-15,0 0 72 0,0 0-591 0,0 0-709 16</inkml:trace>
  <inkml:trace contextRef="#ctx0" brushRef="#br0" timeOffset="149434.16">10214 10630 3602 0,'0'-11'131'0,"-2"2"39"15,4-2 24-15,0 5 14 0,0-5 6 16,4 3-2-16,-1-1-12 0,3 2-19 15,-1 2-16-15,3 3-15 0,-1 2-16 0,-9 0-13 16,25 4-8-16,-10 3-12 0,1 3-11 16,-1 4-6-16,-3 1-10 0,-3 1-9 0,-4 1-5 15,-1-1 5-15,-4 2 10 0,-4 6 17 16,-1-1 30-16,-8 6 15 0,-1-2 13 16,-2 0 19-16,0-1 0 0,3-5 18 0,3-5 8 15,2-5 12-15,3-1 9 0,-1 0-78 16,3-5-138-16,-1 1 0 0,4-6 0 15,0 0 0-15,0 0 0 0,11 8 0 0,-11-8 0 16,23 0 0-16,-5-1 0 0,2-2 0 16,1 1 0-16,3-2 0 0,3 0 0 0,-4 1 0 15,2 1 0-15,-7 0 0 0,2 0 0 16,-4 0 0-16,-4 2 0 0,2 0 0 16,-14 0 0-16,22-1 0 0,-22 1 0 0,16-3 0 15,-16 3 0-15,13 0 0 0,-13 0 0 16,10-2 0-16,-10 2 0 0,0 0 0 0,13 0 0 15,-13 0 0-15,0 0 0 0,0 0 0 16,9 2-351-16,-9-2-461 0,0 0-116 0,0 0 102 16,0 0-968-16,0 0-1222 0</inkml:trace>
  <inkml:trace contextRef="#ctx0" brushRef="#br0" timeOffset="149850.84">10759 10384 4538 0,'-6'-10'-89'0,"4"1"85"0,0 1 44 0,2 4 28 0,0 4 9 0,0 0 2 0,0-9 6 0,0 9 0 16,0 0 0-16,0 0-6 0,0 0-8 16,27 21-3-16,-16-7-6 0,-1 3-9 15,3 8-1-15,-3 5 5 0,-6-5 22 0,5 4 0 16,1 2-2-16,-5 1 13 0,5-3 9 15,-4 2 17-15,-1-4 11 0,3-7 18 16,0 9-18-16,1-3 12 0,-3-4 11 0,3 7-8 16,1-5 2-16,1 6-2 0,1-3 1 15,0 3-1-15,-1-3-8 0,1 0 5 0,-1 2 3 16,-2-1 2-16,-1-4 2 0,-4-5-7 16,2-1-139-16,-5-2 0 0,1 1 0 15,0-2 0-15,-2 1 0 0,-2-5 0 16,0 5 0-16,2 1 0 0,-5-3 0 0,1 1 0 15,-1-1 0-15,-2 2 0 0,-2-1 0 0,3 3 0 16,-6-1 0-16,3 0 0 0,2-4 0 16,-1 1 0-16,-2-2 0 0,6 1 0 15,-1-3 0-15,-1-1 0 0,6-2-174 0,0-2-496 16,0-5-117-16,0 0-77 0,0 0 76 16,0 0-881-16,36-17-1106 0</inkml:trace>
  <inkml:trace contextRef="#ctx0" brushRef="#br0" timeOffset="150101.13">11599 10872 4833 0,'-7'-4'230'0,"0"0"86"0,-2 2 59 0,9 2 21 0,0 0 9 0,-13-5 3 0,13 5-24 16,-3-4-30-16,3 4-37 0,0 0-144 0,0 0-173 15,0 0 0-15,28-10 0 0,-15 9 0 16,1-2 0-16,-1 3 0 0,5-3 0 0,-6 0 0 16,4-1 0-16,-3 2-44 0,3-1-533 15,-5 1-113-15,5-4-134 0,-3 4 4 16,-2-2 84-16,1 4-794 0,-5 0-976 16</inkml:trace>
  <inkml:trace contextRef="#ctx0" brushRef="#br0" timeOffset="150351.82">11576 11013 4381 0,'-11'8'136'0,"2"-4"67"0,1-2 49 0,8-2 40 15,-12 3 22-15,12-3 22 0,0 0-10 16,-5 5-24-16,5-5-28 0,0 0-27 16,0 0-29-16,29 2-16 0,-29-2-23 0,32-4-23 15,-15 4-14-15,0 2-18 0,1-2-17 16,0 0-107-16,2 0 0 0,-4 0 0 15,-2 0 0-15,3 0 0 0,-17 0 0 0,21-2 0 16,-21 2 0-16,19 0 0 0,-19 0 0 16,13 2-4-16,-13-2-107 0,9 0-50 0,-9 0-54 15,0 0-68-15,13-2-103 0,-13 2-109 16,0 0-135-16,0 0-168 0,1-4 64 0,-1 4 86 16,0 0-619-16,0 0-728 0</inkml:trace>
  <inkml:trace contextRef="#ctx0" brushRef="#br0" timeOffset="151302.01">12747 10696 3680 0,'-8'-4'144'0,"0"1"34"0,1 0 38 0,-1-1 41 0,8 4 48 0,-11-5 34 0,5 2 16 0,6 3-6 16,-10-7-26-16,7 3-32 0,3 4-30 0,-4-8-25 15,4 8-22-15,2-11-26 0,-2 11-20 16,7-14-16-16,-1 8-14 0,-1-1-17 0,2 0-12 15,-2 2-10-15,-1-1-31 0,-4 6-68 16,7-5 0-16,-7 5 0 0,6-4 0 0,-6 4 0 16,0 0 0-16,0 0 0 15,0 0 0-15,2 20 0 0,-2-7 0 0,-2 2 0 16,2 2 0-16,2 2 0 0,1 3 0 16,-1 0 0-16,1 0 0 0,3 2 0 15,-3-1 0-15,5-3 0 0,-3 2 0 0,4-6 0 16,-4 0 0-16,-1-1 0 0,1-3 0 0,-1-3 0 15,0 3 0-15,1-4 0 0,-4 1 0 16,-1-3 0-16,2 1 0 0,-2-7 0 16,2 13 0-16,-2-8 0 0,-2 1 0 0,0-1 0 15,-1 1 0-15,-6 1 0 0,2-1 0 16,0 1 0-16,-6 2 0 0,2-1 0 0,0 2 0 16,1-6 0-16,1 1 0 0,3-2 0 15,6-3 0-15,-12 7 0 0,12-7 0 16,-9 6 0-16,9-6 0 0,0 0 0 0,0 0 0 15,0 0 0-15,0 0 0 0,0 0 0 16,0 0 0-16,50-11 0 0,-32 9 0 0,2-1 0 16,-1 0 0-16,2 1 0 0,-2 0 0 15,0 1 0-15,-4 0 0 0,-4-2 0 0,3 3 0 16,-1-1 0-16,-13 1 0 0,18-4 0 16,-11 4 0-16,-7 0 0 0,14-2 0 0,-14 2 0 15,9-3 0-15,-9 3 0 16,9-4 0-16,-9 4 0 0,9-7 0 0,-7 4 0 15,-2 3 0-15,3-7 0 0,-3 7 0 16,2-6-243-16,-2 6-777 0,0 0 117 0,0 0-1146 16,-14-6-1463-16</inkml:trace>
  <inkml:trace contextRef="#ctx0" brushRef="#br0" timeOffset="152866.5">966 13151 5243 0,'2'8'-292'0,"0"-3"36"0,-1-1 28 16,-1-4 52-16,2 6 57 0,-2-6 60 0,0 0 54 0,6 6 40 0,-6-6 29 0,0 0 23 16,0 0 9-16,0 0-5 0,0 0-5 15,0 0-10-15,27-16 5 0,-20 11 1 16,3-7-11-16,1-2-8 0,3-1-4 15,-3-3-1-15,4-7-8 0,1-2-6 0,-2 0-5 16,-2-4 0-16,-2-3-12 0,4 1-2 16,-9-1-2-16,1 0-4 0,-1 6-1 0,-3 5-3 15,0 8 0-15,-2 1-2 0,0 1-5 16,-2 3-4-16,2 1 1 0,-2 2-3 0,2 7 2 16,0 0-2-16,0 0 0 15,0 0 2-15,-23 18 0 0,19-9 0 0,1 7 0 16,1 1 4-16,4 3-1 0,3 1-1 15,1 0 2-15,9 7 4 0,-2-1-1 16,3 0-5-16,1-1 3 0,0-2-1 0,3-2 0 16,-6-5-1-16,2 0-2 0,-3-5-1 15,-2-1-3-15,-1-1-30 0,0-2-42 16,-3-4-56-16,1 3-66 0,0-1-58 0,-3-4-97 16,-5-2-135-16,0 0-175 0,0 0 52 15,0 0-333-15,8-15-419 0</inkml:trace>
  <inkml:trace contextRef="#ctx0" brushRef="#br0" timeOffset="153100.16">1192 12485 2908 0,'-9'-14'160'0,"3"1"22"16,1 1 19-16,-2 2 17 0,2 0 35 0,-1-2 17 15,3 2 2-15,-1-2-30 0,0 2-25 16,2 1-16-16,-2 0-23 0,0 2-19 15,2 1-20-15,2 6-15 0,-3-11-18 0,3 11-10 16,0 0-10-16,-2-6-10 0,2 6-102 16,0 0-73-16,0 0-90 0,0 0-81 0,15 23-78 15,-13-11-94-15,4 4-184 0,-1-1-59 16,3 6 78-16,-5-2-344 16,4-2-430-16</inkml:trace>
  <inkml:trace contextRef="#ctx0" brushRef="#br0" timeOffset="153333.13">1463 12771 3037 0,'0'0'263'0,"-9"4"9"0,9-4 23 16,0 0 34-16,0 0-12 15,0 0-33-15,0 0-15 0,0 0-31 0,0 0-20 16,0 0-28-16,26-25-17 0,-11 16-14 15,3 1-16-15,0 1-17 0,3-2-13 16,-1 3-50-16,-4 0-95 0,0 1-91 0,1 0-93 16,-3 3-87-16,-1 1-71 0,-1 1-78 15,-12 0-111-15,18 3-142 0,-12 0 70 0,-2 3-415 16,-2 1-522-16</inkml:trace>
  <inkml:trace contextRef="#ctx0" brushRef="#br0" timeOffset="153499.75">1558 12944 2909 0,'-6'9'59'0,"1"-3"45"0,-1-2 43 16,6-4 49-16,-5 5 43 0,5-5 23 0,0 0-19 16,0 0-24-16,0 0-25 15,0 0-17-15,0 0-17 0,24-22-20 0,-10 13-15 16,0-2-30-16,6 2-69 0,7-7-89 16,-2-1-107-16,1 1-111 0,-2-1-140 0,1 0-182 15,0-3-26-15,-2 0 54 0,1-2-294 16,-6 0-351-16</inkml:trace>
  <inkml:trace contextRef="#ctx0" brushRef="#br0" timeOffset="153885.35">1947 12460 2566 0,'2'-9'24'0,"-2"4"15"16,2-3 8-16,-2 8 1 0,5-9-1 0,-5 9-4 15,9-5 1-15,-9 5-7 0,11-3-2 0,-11 3-8 16,0 0 1-16,25 10 0 0,-18 0 21 15,0 0 15-15,0 4 14 0,-2 2 7 16,1-3 17-16,-2 7 1 0,-6-1 1 16,4-1-9-16,-2 1-6 0,-2 0-12 0,4-3 18 15,-1 1-2-15,-1-2-3 0,0-1 1 16,4 1 1-16,2-1 10 0,0-1 6 0,2 1 7 16,3 0 7-16,1-1-22 15,-1 1-11-15,4 0-3 0,-2-1 10 0,-2 1 9 16,0-2 10-16,-2-1 10 0,-2 1 15 15,-1-1 27-15,0 1 9 0,-2 0 2 16,-2 1 3-16,-2-1-7 0,0 0-14 0,-2 0-7 16,0 0-16-16,-6 0-8 0,2 2-12 15,-3-2-9-15,0-1-12 0,-1 0-16 0,0-1-34 16,-1-2-53-16,-3 1-85 0,3-2-100 16,-3 0-106-16,0-2-131 0,-6-2-153 0,6 2-212 15,-6-1 14-15,-1 1 88 0,-8 7-553 16,-1 0-705-16</inkml:trace>
  <inkml:trace contextRef="#ctx0" brushRef="#br0" timeOffset="154233.6">749 13662 3588 0,'-39'10'-61'0,"5"2"21"0,-2-1 36 0,3-2 36 0,8 1 37 16,7-3 38-16,2-2 18 0,5-1-7 16,1 2-10-16,4-3-12 0,6-3-3 0,0 0-2 15,0 0 1-15,36 0-6 0,18-9-10 16,14-9-5-16,36-11-8 0,14-4-3 0,15-6-9 16,52-18-9-16,-44 14-10 0,3 2-22 15,-2 1 17-15,-1 1-7 16,-8 0 4-16,-9 4-3 0,-9 5 1 0,-26 2-3 15,-24 11-3-15,-13 4 5 0,-18 2 3 16,-9 4 14-16,-7 1 10 0,-4 4 4 0,-5-2 3 16,-3 1-7-16,-6 3-4 0,8-5-3 15,-8 5-7-15,0 0-17 0,0 0-50 0,2-7-85 16,-2 7-118-16,0 0-151 0,0 0-256 16,0 0-32-16,0 0 74 0,0 0-346 15,0 0-425-15</inkml:trace>
  <inkml:trace contextRef="#ctx0" brushRef="#br0" timeOffset="155250.46">4301 12816 2707 0,'0'0'56'0,"0"0"11"0,0 0 17 0,0 0 26 0,0 0 25 16,0 0 17-16,11 6 16 0,-11-6 9 15,0 0-5-15,0 0-17 0,0 0-9 16,0 0-7-16,0 0-2 0,0 0 0 16,0 0 1-16,0 0 3 0,0 0 2 0,0 0 4 15,0 0 7-15,0 0 4 0,0 0-4 16,0 0 5-16,0 0-16 0,0 0-15 0,0 0-15 15,0 0-10-15,0 0-15 0,0 0-11 16,-25-18 1-16,16 18-16 0,-5 0-7 16,14 0-3-16,-38 2-12 0,15 6-2 0,-11 2-7 15,-2 3 5-15,3 3-6 16,1 3-10-16,3 2 0 0,5 3-2 0,3-1-1 0,7 3-1 16,7-4-2-16,5-1-1 15,4 1 8-15,4 1 1 0,6 4 3 0,6-2-4 16,5 2 0-16,2-5 19 0,2-3-22 15,1 0 0-15,-2-4 3 0,1-1-7 0,-4-4-1 16,-2-2-2-16,0-1 1 0,-7-3 15 16,2 1-14-16,-4-3-7 0,-1 1 3 0,-3-1-2 15,-8-2-3-15,19 1-25 0,-19-1-48 16,13-1-71-16,-13 1-78 0,18-4-105 16,-11 3-123-16,0-3-161 0,0 1-173 15,-7 3 63-15,9-5-620 0,-9 5-792 16</inkml:trace>
  <inkml:trace contextRef="#ctx0" brushRef="#br0" timeOffset="155750.37">4651 13071 3994 0,'0'0'71'0,"0"-8"11"0,0 8 13 0,2-5 20 0,-2 5 14 16,2-8 9-16,1 4-3 0,-3 4-13 16,14-8-12-16,-6 3-13 0,1 0-8 0,3 0-10 15,-1-1-6-15,1 3-4 16,1-4-12-16,-4 2-1 0,1 0-4 0,1 0-7 16,1 0-4-16,-2 0-2 0,-1-6-1 15,-2 4-9-15,0 1 0 0,-2 1-6 0,-1-4 1 16,-2-1 3-16,-2 1-4 0,0 1-2 15,-4-4-5-15,1 6 0 0,-6-2-4 0,-4 1-4 16,-1 2 4-16,-6 2 1 0,-1-1-6 16,-4 6 6-16,0 0 5 0,-9 8 8 0,0 0 11 15,5 3 3-15,4 1 7 0,1 5 19 16,6 2 21-16,6-1 9 0,3-1 28 16,4 2 13-16,3-1 11 0,2 0 2 15,3 6 6-15,6 3-3 0,2 0-5 0,2-2-12 16,6-4-12-16,2 0-12 0,0-4-8 15,4-4-10-15,-4-3-9 0,0-3-9 16,1-4-48-16,0 0-28 0,-3-2 0 0,0-1 0 16,-2-2 0-16,-2 0 0 0,1 0 0 15,-4-2 0-15,1 1 0 0,-4-6 0 0,2 5-152 16,-3-1-174-16,0-1-128 0,-3 1-137 16,2-1-171-16,-3-1-66 0,5 2 65 15,-6-2-705-15,3 1-915 0</inkml:trace>
  <inkml:trace contextRef="#ctx0" brushRef="#br0" timeOffset="155999.75">5189 13033 4355 0,'-8'-4'178'0,"8"4"22"0,-10-6 30 0,10 6 22 0,-2-9 9 0,2 9-5 0,0 0-18 0,12-10-25 0,-1 4-18 16,2 0-21-16,3 1-16 16,5-2-18-16,-2 3-14 0,2 1-16 0,2-2-42 0,0 1-84 15,-1 1-96-15,0 1-100 16,-5-1-117-16,-2 1-110 0,-4 1-118 0,3-3-135 16,-5 2-34-16,-9 2 63 0,12 0-496 15,-12 0-626-15</inkml:trace>
  <inkml:trace contextRef="#ctx0" brushRef="#br0" timeOffset="156232.12">5173 13133 3548 0,'-15'4'189'15,"6"-2"40"-15,3 0 39 0,6-2 34 0,-12 6 48 16,12-6 23-16,0 0 13 16,-5 4-2-16,5-4-12 0,0 0-21 0,0 0-25 15,21 8-21-15,-6-8-40 0,4 0-28 16,3 0-20-16,5-2-128 0,0 2-89 0,-2-2 0 15,2 0 0-15,-2 0 0 0,-5-2 0 16,0 4 0-16,-8 0 0 0,2-2 0 0,-3 0 0 16,-11 2 0-16,18-2 0 0,-18 2-102 15,11-2-207-15,-11 2-98 0,0 0-94 0,0 0-120 16,0 0-195-16,0 0 24 0,0 0 74 16,0 0-617-16,0 0-791 0</inkml:trace>
  <inkml:trace contextRef="#ctx0" brushRef="#br0" timeOffset="157198.72">6023 13005 3466 0,'-13'-1'-82'0,"13"1"34"0,-21 1 32 0,12 1 35 0,9-2 42 0,-18 2 26 0,18-2 36 0,-15 2 16 0,15-2 0 0,-11 0 2 16,11 0-11-16,0 0-2 0,0 0-2 16,0 0-14-16,0 0-9 0,0 0-6 0,0 0-12 15,53-6-10-15,-28 3-7 16,3 1-8-16,-1-1-5 0,0-1-4 0,0 1-8 16,-2 0-2-16,-5-1-5 0,-1 3-1 0,-2-1-7 15,-3 0 0-15,-3 0-6 0,-1 2 2 16,-10 0-4-16,17-3-4 0,-17 3-2 15,14 0-5-15,-14 0 2 0,0 0-3 0,14 0-2 16,-14 0-14-16,11 3-64 0,-11-3-91 16,9 4-112-16,-9-4-125 0,7 2-197 15,-7-2-42-15,6 6 56 0,-6-6-343 0,0 0-407 16</inkml:trace>
  <inkml:trace contextRef="#ctx0" brushRef="#br0" timeOffset="157816.47">6600 12796 2909 0,'-9'-9'176'0,"5"-1"12"16,1 2 14-16,3-1 24 0,0 1 12 0,0-1-1 16,5-1-23-16,1 1-23 15,-1-1-18-15,7 1-17 0,-1 1-17 0,3 1-18 16,-1 4-10-16,1-1-15 0,-1 3-9 16,2 1-9-16,1 1-7 0,-4 3-7 0,4-1-6 15,-3 2-8-15,1 2-4 0,-1 2-9 16,-3-3 1-16,-1 3-4 0,-1-1 0 0,-5 1-3 15,1 3-1-15,-4-4-5 0,-2 4 4 16,-1 2 9-16,-9 1-3 0,0 3 4 16,-6 3-5-16,0 0 0 0,2-3 8 0,2-4 8 15,5-2 5-15,-1-2-3 0,2-2 5 16,3 0-3-16,1 0-5 0,2 1 4 0,2-9 2 16,2 12-12-16,3-6-5 15,3 1-3-15,4-1-7 0,-1 0-6 0,3 1 4 16,1 0-7-16,-2 2 2 0,0-1 2 15,-2-1-7-15,3 1-4 0,-3 1 0 0,-3 2 3 16,-2-3 19-16,-2 1 19 0,-2 3 22 16,-2-4 21-16,-4 2 13 0,0 3 15 0,-6-1 7 15,3 1 3-15,-8-1-1 0,1-1-4 16,-5 1-7-16,0-4-117 0,0 1-5 0,-4-1 0 16,4-2 0-16,0-2 0 15,2 0 0-15,3 0 0 0,3-1 0 0,-1-1 0 0,3 1 0 16,9-3 0-16,-13 2 0 15,5 0 0-15,8-2 0 0,-8 3-285 0,8-3-189 16,0 0-103-16,-11 2-133 0,11-2-135 16,0 0 59-16,-10 0-749 0,10 0-980 0</inkml:trace>
  <inkml:trace contextRef="#ctx0" brushRef="#br0" timeOffset="159316.26">4649 14229 4419 0,'0'0'-70'0,"0"0"19"0,0 0 28 0,0 0 50 0,0 0 29 0,0 12 25 15,0-12 10-15,0 0 11 0,0 0 7 0,0 0-7 16,0 0-7-16,0 0-6 16,0 0-6-16,0 0-5 0,0 0-1 0,0 0-10 0,0 0-5 15,0 0-2-15,0 0-8 16,0 0-4-16,0 0-8 0,0 0 0 0,-21-4-6 16,21 4-5-16,0 0-2 0,-22 0-3 15,8 2-6-15,-3 4 0 0,-4 3-3 16,-9 7 3-16,-3 1-4 0,-8 9-1 0,6-1 2 15,0 2 0-15,10-1 5 0,3 0 10 16,5-1 5-16,4 1 5 0,4-6 8 0,4 0 11 16,5-2 9-16,4-3 8 0,2 5 7 15,7-3-2-15,12 2-9 0,5-3-2 0,3-3-3 16,1-3-15-16,2-1-1 0,0-6-4 16,-3 0-2-16,-5-3-6 0,-1 0-8 15,1-1 1-15,-3-2-16 0,-5 1-30 0,-4-3-52 16,2 1-70-16,-3 1-75 15,0-2-107-15,-3-1-115 0,-5 0-149 0,3 1-180 16,-3-1 46-16,-3 1-542 0,4 0-718 16</inkml:trace>
  <inkml:trace contextRef="#ctx0" brushRef="#br0" timeOffset="159865.5">5180 14320 3642 0,'3'-4'-44'0,"3"-1"15"0,-3-1 21 0,-3 6 34 0,6-8 28 16,-6 8 36-16,4-6 7 0,-4 6-6 0,3-7-10 15,-3 7-8-15,7-5-6 0,-7 5-4 16,0 0-9-16,5-9 4 0,-5 9 6 15,0 0 10-15,4-10-6 0,-4 10-3 0,0-10-6 16,0 10-9-16,-2-11 1 0,0 1-9 16,-3 2-5-16,1-1-2 0,-2 1-6 0,-2-1-2 15,-3-1-3-15,-1 3-4 16,1-1 0-16,-2 1-4 0,-1 3-1 0,1 1-5 0,-4 1 2 16,2 2-2-16,-1 2-4 15,2 1 3-15,-4 4 0 0,3 2-1 0,1 1 6 16,0 5-4-16,2-1 5 0,2 5-2 15,5 2-1-15,3-5 0 0,4 3 0 16,2 3 0-16,1-3 3 0,6 1-6 0,5 4 4 16,3 0-1-16,2-4-2 0,-6-2 5 15,0-5-6-15,3 1 2 0,-4-2 24 0,-2 1 1 16,1-1 15-16,-2 0 10 0,-2-3 21 16,-2 2 22-16,-1-2 17 0,-3 0 16 15,-1 2 7-15,-2-2 11 0,0 1 8 0,-2-1-1 16,-3 2-13-16,-1 0-1 0,-1-4-16 15,-5 4-7-15,1-2-10 0,-3 0-18 0,-1-3-7 16,-1 0-6-16,3 0-11 16,-1 0-8-16,0-3-7 0,5 0-10 0,-5-3-17 15,14 0-71-15,-21 0-85 0,11-1-74 16,10 1-79-16,-14-4-109 0,4 1-123 0,4-1-183 16,0 1-106-16,6 3 60 0,-3-9-610 15,3 9-803-15</inkml:trace>
  <inkml:trace contextRef="#ctx0" brushRef="#br0" timeOffset="160072.32">5454 14504 4049 0,'0'0'99'0,"0"0"20"0,5-4 31 0,-5 4 19 0,0 0-4 0,0 0-17 16,8-8-17-16,-8 8-12 0,17-5-11 0,-6 0-17 15,1 2-13-15,1-1-45 0,2 0-84 16,1 1-93-16,-3 0-113 0,3 1-115 16,-4 0-150-16,1 0-128 0,-1 1 33 15,-12 1-351-15,16 1-446 0</inkml:trace>
  <inkml:trace contextRef="#ctx0" brushRef="#br0" timeOffset="160250.84">5459 14671 3048 0,'-9'1'246'0,"1"3"36"16,8-4 27-16,-9 3 46 0,9-3 0 0,0 0 7 16,0 0-18-16,-11 4-19 0,11-4-34 15,0 0-30-15,0 0-23 0,0 0-30 0,0 0-25 16,39-12-38-16,-24 8-110 16,4 1-116-16,-1-3-122 0,2 1-152 0,3 0-193 0,1 0-262 15,-4 0 52-15,1 1 83 0,-1 3-535 16,-2-2-673-16</inkml:trace>
  <inkml:trace contextRef="#ctx0" brushRef="#br0" timeOffset="160899.18">6166 14393 3749 0,'-5'-7'188'0,"1"1"-5"0,4 6-4 0,-4-4-4 16,4 4-9-16,0 0 37 0,0 0 34 16,0 0 4-16,0 27-21 0,2-10-17 15,-2 2-22-15,2 5 28 0,2 0-14 0,-3 1 4 16,-1 2 7-16,0-2-10 0,-3 0-5 16,3 0-1-16,-4-3-5 0,2 0-7 0,0-4-10 15,-1-3-7-15,0-1-13 0,-1-4-108 16,2 0-40-16,2-1 0 0,-1-2 0 0,1-7 0 15,-2 7 0-15,2-7 0 0,0 0 0 16,0 0 0-16,0 0 0 0,3-31 0 16,1 14 0-16,4-14 0 0,2-4 0 0,-1 2 0 15,5 2 0-15,-1 2 0 16,1 2 0-16,-2 7 0 0,-2 5 0 0,0 4 0 16,1 2 0-16,-2 4 0 0,1 0 0 15,1 5 0-15,-11 0 0 0,20 5 0 0,-11-1 0 16,0 3 0-16,3 1 0 0,-2 2 0 15,-3-1 0-15,-2 1 0 0,2 0 0 0,-1-1 0 16,-5 2 0-16,3-4 0 0,-2-1 0 16,2 1 0-16,-4-7 0 0,3 10 0 0,-1-4 0 15,-2-6 0-15,0 0 0 0,8 4 0 16,-8-4 0-16,0 0 0 0,0 0 0 16,13-20 0-16,-3 9 0 0,0-1 0 15,-3-1 0-15,4 1 0 0,-1 2 0 0,0-1 0 16,-3 3 0-16,0 3 0 0,2 1 0 15,-9 4 0-15,0 0 0 0,25 5 0 16,-18 4 0-16,0 1 0 0,1 4 0 0,-3-1 0 16,4 7 0-16,-4-5 0 0,3 3 0 15,-3-1 0-15,5 0 0 0,-4-5 0 0,-1 2 0 16,3 1 0-16,-3-5 0 0,0-1 0 16,-1-2 0-16,-2-1 0 0,1 0-36 0,1-2-348 15,-4-4-115-15,5 4-155 0,-5-4-227 16,0 0 54-16,0 0 85 0,0 0-676 0,0 0-868 15</inkml:trace>
  <inkml:trace contextRef="#ctx0" brushRef="#br0" timeOffset="161331.97">6781 14434 4007 0,'0'-9'12'0,"0"9"32"0,2-12 14 0,-2 12 36 0,7-8 31 0,-7 8 16 15,5-4 7-15,-5 4 7 0,0 0 1 16,0 0 3-16,23 11-13 0,-15-1 8 0,-3 2-3 16,1 0 8-16,-2 3 10 15,-4 3 10-15,0-2 0 0,0 3 10 0,-6 2-8 16,2-1-8-16,-3 0-6 0,1-2-7 16,-6 0-24-16,3-1-16 0,-5 0-11 0,1-3-10 15,2-1-8-15,-3-2-12 0,2-5-7 16,-4-1-10-16,5-3-7 0,0 0-9 0,11-2-27 15,-22-11-36-15,13 0-27 0,1-8-30 16,2-4-10-16,4-2-4 0,6-9 6 0,2 0 14 16,2 2 5-16,-1 10 0 0,1 3 11 15,-3 8 5-15,5-2-1 0,-4 6 10 16,3 2 4-16,0 3 6 0,-9 2 1 0,18 2 34 16,-7 3 18-16,3 0 1 0,-1 4 3 15,3 3-1-15,-2 0-7 0,0 0 1 0,1 1 12 16,1-1-17-16,-1 1-2 15,-3-3-4-15,-3 0-4 0,2 0-2 0,-1-1-9 16,-3-3-75-16,3 0-78 0,-3 0-94 16,1-1-122-16,-2-3-140 0,-6-2-199 0,9 4-66 15,-9-4 73-15,9 4-592 0,-9-4-754 16</inkml:trace>
  <inkml:trace contextRef="#ctx0" brushRef="#br0" timeOffset="161598.43">6978 14401 3895 0,'0'0'100'0,"-2"-3"11"0,2 3 18 0,0 0 33 0,0 0 37 0,0 0 2 0,22-5 0 0,-22 5-12 16,24 3-11-16,-9 4-17 0,-2 2 5 16,3 1-7-16,-1 2-14 0,-3 3 3 0,-1 2-9 15,-4 2-6-15,-1 2-5 0,-2-1-2 16,-2-3 1-16,-4 2-5 0,-4 2-10 15,0 0-17-15,-1-1-13 0,-2-1-9 0,-1-3-7 16,-1 1-7-16,-2-2-50 0,1-5-61 16,1 0-83-16,-3-2-94 0,3-4-108 15,1 0-130-15,0-4-150 0,10 0-182 16,-15-7 66-16,15 0 72 0,-1-6-490 0,2-5-619 16</inkml:trace>
  <inkml:trace contextRef="#ctx0" brushRef="#br0" timeOffset="161815.04">7294 14305 3311 0,'0'0'59'16,"0"0"12"-16,0 0 47 0,0 0 32 15,-27 23 27-15,18-9 17 0,0 1 9 0,-1 4-13 16,1-1-14-16,1 5-19 0,1-3-4 16,3 1-13-16,-1-2-17 0,4-2-9 15,1 1-15-15,0-5-10 0,1 1-4 16,-1-3-11-16,5 1-5 0,-3-2-7 0,3 0-7 15,-1-3-16-15,0 1-56 0,1-4-82 16,-3 2-120-16,2 1-152 0,2-3-203 16,-4 2-135-16,-2-6 56 0,4 9-458 0,-4-9-580 15</inkml:trace>
  <inkml:trace contextRef="#ctx0" brushRef="#br0" timeOffset="162851.03">8074 14091 2978 0,'0'0'-39'16,"4"-5"18"-16,-4 5 17 0,0 0 21 0,1-10 21 0,-1 10 18 0,0 0 12 0,-1-5 5 16,1 5-3-16,0 0-18 0,-6-9 2 0,4 6-8 15,2 3-1-15,-9-9 11 0,2 4 18 16,0-2-2-16,-2 2 4 0,2 0 10 0,-9 1 5 15,1-2 2-15,-4 6 10 16,-3 3 9-16,-4 0 10 0,-10 3 3 0,0 0 9 0,0 4 11 16,1 3 0-16,3 0-8 15,3 3-7-15,3-4-4 0,4 1-4 0,9-1-9 16,1-1-8-16,5 0-3 0,3 1 4 16,2-1-15-16,6 1-6 0,2 0-8 0,3 0-7 15,7 3 2-15,9 3-14 0,0-2-7 16,-2 1-6-16,-3-2 2 0,1 2-17 15,1 1 4-15,-4-2-2 0,-2-1 16 0,-3 1 10 16,-6 3 25-16,0 0 28 0,-2-3 17 16,-3 3 19-16,-4 2 6 0,-3-1 2 15,2 5 3-15,-10 2-7 0,-3 0-8 16,1 0-12-16,-1 0-7 0,-2-7-23 0,4-1-101 16,3-5 0-16,6-4 0 0,-4 0 0 15,5-3 0-15,-1 0 0 0,3-2 0 0,2-5 0 16,0 0 0-16,9 9 0 0,-2-6 0 15,0 0 0-15,2 1 0 0,-1-1 0 0,2 4 0 16,-3-2 0-16,4 4 0 0,2 3 0 16,-6 2 0-16,2 3 0 0,-1 1 0 0,-2 3 0 15,0 4 0-15,-5-1 0 0,-1-1 0 16,0 2 0-16,-1-1 0 0,1-6 0 0,0 1 0 16,0-3 0-16,1-4 0 15,1 1 0-15,0-3 0 0,4 2 0 0,0-7 0 16,3 1 0-16,2-1 0 0,1-4 0 15,1-1 0-15,0 2 0 0,3-2 0 0,2-2 0 16,-2 1 0-16,4 0 0 0,-8-3 0 16,2 2 0-16,-1 0 0 0,-4 0 0 15,2 1 0-15,-11 1 0 0,14-1-179 0,-14 1-597 16,8-3-166-16,-8 3 53 0,0 0 88 16,0 0-765-16,8-3-1008 0</inkml:trace>
  <inkml:trace contextRef="#ctx0" brushRef="#br0" timeOffset="164182.13">8522 14410 4105 0,'-12'0'-119'0,"12"0"44"0,0 0 54 0,0 0 48 0,-18-2 59 0,18 2 46 0,0 0 33 0,0 0 30 0,0 0 15 0,0 0 6 16,-16 2 15-16,16-2-11 0,0 0-40 16,0 0 12-16,0 0-22 0,0 0-20 0,0 0-12 15,0 0-14-15,44 2-6 16,-44-2-20-16,24 3-11 0,-10-1-6 0,-1-1-14 16,1 1-6-16,4 0-3 0,-2-1-11 15,-3-1-3-15,-13 0-2 0,25 0-5 0,-9 0-12 16,-16 0-69-16,25-1-61 0,-16 1-70 15,0 0-102-15,3-2-125 0,-12 2-164 0,13 0-217 16,-13 0 45-16,0 0 98 0,15 2-503 16,-15-2-611-16</inkml:trace>
  <inkml:trace contextRef="#ctx0" brushRef="#br0" timeOffset="164631.1">8949 14255 3151 0,'-4'-3'-11'0,"4"3"1"0,-4-9 8 16,4 9 0-16,0 0-1 0,13-8 2 15,-5 4 0-15,2 2-1 0,-1 2 2 0,0-3 0 16,-9 3 0-16,25 3 0 0,-14-3 2 16,1 4 3-16,-1 2 0 0,-3-2 10 0,2 5 34 15,-3-3 44-15,-3 4 24 0,0 0 22 16,-4-1 22-16,-2 4 10 0,0 0 9 15,-3-2 4-15,-3 3-10 0,2-1-11 0,2 0-11 16,0-3-12-16,2 0-5 16,-1-1-3-16,1-1-7 0,2-1-5 0,0 2-3 15,4-3-8-15,-3 3 0 0,3-4 6 16,5 2 4-16,-4 0 5 0,2 0-4 0,1 0-8 16,-3-1 1-16,6 2-12 0,-6 0-2 15,2-1 7-15,-1 1 1 0,1 2 14 0,-4 1 13 16,-1-1 0-16,0 2 4 0,-4 1 0 15,0-1-9-15,0 1-11 0,-4 1-8 0,-2 0-9 16,-1-1-13-16,2 1-3 0,-1-2-22 16,-4-3-63-16,1 1 0 0,1-2 0 15,-1-1 0-15,-1 0 0 0,5-4 0 0,-3 1-78 16,1-2-149-16,1 1-74 0,8-3-90 16,-15 2-117-16,10 0-149 0,5-2-184 15,-20 1 64-15,15 3 93 0,5-4-584 16,-12 5-727-16</inkml:trace>
  <inkml:trace contextRef="#ctx0" brushRef="#br0" timeOffset="165681">9406 14804 3195 0,'0'0'-112'0,"0"0"22"0,-2-7 14 0,2 7 24 0,0 0 23 16,0 0 23-16,0 0 18 0,0 0 10 0,0 0 4 16,0 0-1-16,0 0-2 0,0 0 0 15,0 0 15-15,0 0 12 0,0 0 14 0,0 0 1 16,0 0 11-16,0 0 10 0,0 0 1 15,0 0 5-15,0 0-1 0,0 0-1 0,0 0 2 16,0 0-1-16,0 0 4 0,0 0 0 16,0 0-6-16,0 0-2 0,0 0-6 15,0 0 0-15,-7 12-6 0,7-12 3 16,0 0 5-16,0 0-10 0,9 20 17 16,-9-12 8-16,2 0 10 0,-2 5 6 0,0-1 1 15,-4 1-2-15,2 4-10 0,-3 4-12 16,-3-2-10-16,-4 0-7 0,1 6-11 0,-8 2-24 15,1-4-63-15,0 0-98 0,-5-3-138 16,-2 0-183-16,-4 1-252 0,4-2 10 0,3-1 79 16,-3 2-406-16,2-2-486 0</inkml:trace>
  <inkml:trace contextRef="#ctx0" brushRef="#br0" timeOffset="167231.22">9987 14094 2599 0,'-5'-5'-47'0,"-1"0"24"0,6 5 12 0,-8-8 18 0,2 6 29 0,6 2 23 16,-11-3 24-16,11 3 46 0,-21 5 35 0,8 10 23 15,-10 7 18-15,3 7 6 0,-2 12 0 16,-1 7 10-16,6 0 7 0,2 3 0 16,3 1 0-16,8-11-2 0,4 2-4 15,8-3-7-15,-2-1-8 0,7-2-8 0,1-3-13 16,2-2-15-16,4-4-15 0,-2-3-14 15,4-3-14-15,-5-1-13 0,-2-6-10 0,-1-3-16 16,-5 0-10-16,-2-7-10 0,3 2-7 16,-4-2-67-16,2 1-77 0,-5 0-85 15,3-3-121-15,-6-3-134 0,7 3-146 0,-7-3-210 16,0 0 44-16,0 0 80 0,0 0-498 16,0 0-620-16</inkml:trace>
  <inkml:trace contextRef="#ctx0" brushRef="#br0" timeOffset="170847.46">10396 14284 3461 0,'0'0'102'0,"0"0"-2"0,0 0 10 0,-3 21 18 0,3-21 38 0,0 0 32 0,0 0 28 16,0 0 10-16,0 0-7 0,0 0-6 15,0 0-10-15,0 0-16 0,0 0-22 0,0 0-15 16,0 0 0-16,23-16-22 0,-18 10-9 15,4-1-31-15,-4 1-3 0,-1 2-12 16,3-2-6-16,-7 6-12 0,8-8-5 16,-8 8 2-16,6-7-12 0,-6 7-3 0,6-6-4 15,-6 6 3-15,0 0-6 0,5-8-3 16,-5 8-7-16,0 0-2 0,0 0 0 16,0 0 0-16,0 0 8 0,0 0 1 0,0 23 9 15,-2-13 4-15,2 4 7 0,0 1-2 16,0 3-1-16,2 0-4 0,2 4 4 0,0 1-7 15,-1-3 5-15,4 3-7 16,-2-4-8-16,-3-3-4 0,2 0 4 0,1-1-9 16,-3-3-3-16,0-1 0 0,0-1-2 15,2-1-2-15,-2-1-1 0,0 0 2 0,-2-2 7 0,0-6 11 16,0 15-40-16,0-7 0 16,-6-2 0-16,2 2 0 0,0 1 0 0,-5-1 0 15,2 0 0-15,-1-1 0 0,-2-1 0 16,1 1 0-16,3-2 0 0,-2 1 0 0,8-6 0 15,-11 7 0-15,11-7 0 0,-7 6 0 16,7-6 0-16,-7 4 0 0,7-4 0 16,0 0 0-16,0 0 0 0,0 0 0 0,0 0 0 15,0 0 0-15,34-2 0 0,-34 2 0 16,32-4 0-16,-14 3 0 0,0-2 0 0,-2-1 0 16,4 3 0-16,-5-1 0 0,-1 0 0 15,-2 0 0-15,-12 2 0 0,18-2 0 0,-18 2 0 16,17-4 0-16,-17 4 0 0,14-1 0 15,-14 1 0-15,0 0 0 0,12-3 0 16,-12 3 0-16,6-2 0 0,-6 2 0 16,0 0 0-16,0 0 0 0,8-8 0 0,-8 8 0 15,0 0 0-15,4 0-491 0,-4 0-376 16,0 0-61-16,0 0 85 0,0 0-879 0,0 0-1154 16</inkml:trace>
  <inkml:trace contextRef="#ctx0" brushRef="#br0" timeOffset="172030.98">11056 14494 4676 0,'0'0'-71'0,"-18"-2"34"0,18 2 23 0,-18-2 42 0,18 2 45 15,0 0 46-15,-15-2 44 0,15 2 24 16,0 0 15-16,0 0-14 0,-10-3-14 0,10 3-23 15,0 0-14-15,0 0-14 0,41-12-8 16,-23 9-13-16,5-2-16 0,2 1-1 0,-3 1-6 16,3-1-12-16,-3 2-8 0,-5-1-3 15,4 0-16-15,-8 3-2 0,0-2 1 0,-2 0-8 16,-11 2-7-16,18-1 0 16,-18 1 6-16,18-2-25 0,-15 0-53 0,-3 2-58 15,11 0-80-15,-11 0-106 0,10-3-123 16,-10 3-161-16,0 0-203 0,0 0 58 0,0 0 87 15,0 0-462-15,0 0-566 0</inkml:trace>
  <inkml:trace contextRef="#ctx0" brushRef="#br0" timeOffset="172446.17">11495 14289 3198 0,'-4'-6'47'16,"4"6"-13"-16,0-13 12 0,0 13 14 15,8-12 3-15,-5 6 18 0,7 0-12 0,-3 1-6 16,5 3 0-16,-1 0-9 0,-11 2-14 16,19 0 5-16,-19 0 1 0,24 4-8 0,-17 1-3 15,2 3-6-15,-1 0 2 0,-4 0 14 16,0 5 16-16,-4-1 20 0,-2 0 14 16,-3 3 3-16,-4 5 5 0,-4 5-2 15,1-4-5-15,1-2-4 0,2-3-4 16,1 2 0-16,0-5-1 0,3 1-2 0,-1-2 2 15,4 0 4-15,0-2 2 0,4 0-2 0,0 1-5 16,2-1-6-16,-1 2 10 0,5-3-7 16,0 1-7-16,1 2-2 0,-1-1-18 15,-1 1 2-15,3-2-8 0,-2-1-3 0,-3 2 2 16,5 0-8-16,-4-1 6 0,0-1 11 16,-5 3 9-16,3-1 9 0,-4-4 1 0,0 4 1 15,-2-3-6-15,0 3-1 0,-1-1-10 16,-3 0-6-16,-2 1 9 0,0-2-21 15,1 0-15-15,-3-4-25 0,3 2-50 16,-3-1-69-16,5-4-82 0,-4 2-103 0,9-4-124 16,-13 2-144-16,13-2-212 0,0 0 54 15,-12-7 82-15,12 7-479 0,0-8-593 16</inkml:trace>
  <inkml:trace contextRef="#ctx0" brushRef="#br0" timeOffset="172896.62">11771 14127 3034 0,'4'-4'-53'0,"-4"4"6"0,4-5 10 0,-4 5 5 0,0 0 20 16,0 0 14-16,0 0 21 0,0 0 14 0,12 12-1 15,-7-5 13-15,-1 2 18 0,0 1 10 16,-3 2 0-16,5 3 1 0,-2 2 1 0,-1-3-1 16,1 7-4-16,2-1-1 0,-2 1 5 15,0 2 8-15,0-2 3 0,-3 4 3 0,-1-3 3 16,2 2 5-16,-2-3-2 0,2 1-15 16,-2-4-1-16,2 3-3 0,-2-2-12 15,2-2-3-15,0 3-2 0,-1-4-12 0,2 3 0 16,1-1-8-16,0-3-4 15,-1 2 1-15,1-2-7 0,2 3-6 0,-5-3-2 16,3 0 0-16,-2 1 12 0,1 2 21 0,-1-6 11 16,-2 2 2-16,0-1-1 0,-2-2 0 15,-1 1-10-15,1-2-1 0,0-1-8 16,0-1-7-16,1 4-5 0,-3-4-14 0,0-2-35 16,0 1-46-16,3 1-72 0,-5-2-90 15,1-2-99-15,5-4-130 0,-5 3-187 0,5-3-2 16,0 0 68-16,0 0-323 0,0 0-373 15</inkml:trace>
  <inkml:trace contextRef="#ctx0" brushRef="#br0" timeOffset="173778.66">11843 14030 2707 0,'-2'-12'86'0,"1"1"-8"0,-1 3 19 0,2-2 18 0,0 2 40 0,3-1 24 0,1 3 16 0,2 0-9 0,0 1-20 0,1 2-16 0,-7 3-16 15,19 2-11-15,-3 4-2 0,5 11 1 16,-3 6-2-16,0 3 8 0,-1 3-4 0,-4 4 8 16,-2 1 9-16,0 7 3 15,-4-4 5-15,0 4 7 0,-3 2 11 0,2 1 1 0,-5-3-2 16,4 0 4-16,-1-2 3 0,1-1-12 16,-1-2-3-16,2-1-10 0,1 2-12 15,3-6-13-15,-1 1-10 0,2 1-11 16,2-1-14-16,-2-1-6 0,1 2-10 0,-5 0-4 15,0 0 7-15,-1-2 11 0,-1 3 4 16,-3-5 7-16,-4-5-57 0,2 1-40 16,-1-1 0-16,-5 0 0 0,2-2 0 0,-1 1 0 15,-3-3 0-15,7 0 0 0,-6-4 0 16,3-3 0-16,3-1 0 0,-3 1 0 0,0-3 0 16,2 1 0-16,-1-3 0 15,-1-1 0-15,2 0 0 0,-1 0-290 0,1-2-202 16,2-5-116-16,-1 9-131 0,-3-6-110 15,4-3 66-15,-4 5-724 0,4-5-952 0</inkml:trace>
  <inkml:trace contextRef="#ctx0" brushRef="#br0" timeOffset="178129.31">12675 14570 4364 0,'-14'-4'-28'0,"5"2"27"0,9 2 21 0,-12-2 40 0,12 2 44 0,0 0 42 0,0 0 36 0,0 0 10 15,-10-4-20-15,10 4-17 0,0 0-13 16,33-8-18-16,-16 3-8 0,5 1-10 0,3 0-15 16,-2 0-7-16,-1 0-10 0,-4 4-8 15,3-3-8-15,-5 0-8 0,-1 1-6 16,1 2-51-16,-5-2-52 0,-11 2-62 16,19-2-75-16,-12 1-81 0,-7 1-86 0,12 0-107 15,-12 0-134-15,0 0-70 0,0 0 57 16,0 0-381-16,0 0-473 0</inkml:trace>
  <inkml:trace contextRef="#ctx0" brushRef="#br0" timeOffset="178394.64">12604 14775 3025 0,'-4'5'124'0,"4"-5"13"0,-4 6 10 16,4-6 22-16,0 0 32 0,0 0 25 15,21 2 12-15,-21-2-7 0,24-1-22 0,-4-3-18 16,-1 4-22-16,6-3-19 0,-1 0-13 15,1 1-13-15,2-2-13 0,-4 1-8 16,-3 1-9-16,0 1-14 0,-3-1-8 16,-2 0-10-16,-1 0-5 0,-3 1-6 0,-11 1-3 15,19-4-9-15,-9 2-9 0,-10 2-20 16,13-1-34-16,-13 1-43 0,12-1-47 16,-12 1-60-16,7-2-74 0,-7 2-95 0,0 0-132 15,9-4-184-15,-9 4-8 0,9-3 64 16,-9 3-370-16,0 0-451 0</inkml:trace>
  <inkml:trace contextRef="#ctx0" brushRef="#br0" timeOffset="179778.95">13366 14541 2668 0,'0'0'91'0,"-15"-9"26"0,15 9 1 0,0 0 23 0,-9-3 22 15,9 3 26-15,-12-4 33 0,12 4 21 16,0 0 17-16,-11-4 4 0,11 4-25 16,0 0-4-16,0 0 5 0,0 0 4 0,0 0-20 15,0 0-20-15,0 0-16 0,0 0-24 16,0 0-13-16,32-4-16 0,-15 6-12 15,-4-2-12-15,6 0-14 0,-2 2-6 0,-4-2-8 16,1 2-9-16,-14-2-12 0,23 2 2 16,-12-2-12-16,-11 0-8 0,20 0-3 0,-20 0-4 15,16 0-4-15,-16 0-4 0,16 0-3 16,-16 0-6-16,15 0-5 0,-15 0-14 0,18-2-31 16,-18 2-40-16,11-2-38 15,-11 2-48-15,13 0-55 0,-13 0-74 0,0 0-92 0,12 0-70 16,-12 0-109-16,0 0-184 15,1 8 31-15,-1-8 63 0,0 0-432 0,-11 10-548 16</inkml:trace>
  <inkml:trace contextRef="#ctx0" brushRef="#br0" timeOffset="180528.28">13875 14314 3020 0,'0'0'9'0,"-13"0"9"0,13 0 9 0,-12-1 25 0,12 1 34 15,0 0 39-15,-15-2 22 0,15 2 16 0,0 0-4 16,-14-4-11-16,14 4-11 0,0 0 8 16,-13-2 2-16,13 2 3 0,-12-4-4 15,12 4-7-15,-9-2-4 0,9 2 0 16,-9-8 0-16,1 4-9 0,8 4-4 0,-10-8-8 15,8 4 1-15,2 4-10 0,-7-13 0 16,7 6-3-16,-2-2-15 0,2 9-4 16,6-17-8-16,-1 5-10 0,4 3-6 15,2-4-6-15,2 0-5 0,0 1-4 0,4 0-4 16,1 1-2-16,-6 5-8 0,2-1 6 0,1 2-19 16,-3 1 3-16,1 4-1 15,-13 0 8-15,21 2-11 0,-10 3 3 0,0 2-2 16,-4 1-6-16,-1 3-1 0,-3 2 10 15,-3 4-1-15,-2 3 13 0,-1 1 3 0,-8 10 14 16,-11 10 3-16,-1 0 2 0,-5 3-4 16,-7-1-4-16,3-2-2 0,-2-3-7 0,3-5 1 15,8-8-5-15,2-4 3 0,6-4 11 16,3-5 17-16,7 0 26 0,-3-4 12 0,7-2 3 16,-1-3-9-16,2-3-6 0,0 0-11 15,21 2 0-15,-3-4-11 0,5-3-68 16,2-1 0-16,10-2 0 0,-3-2 0 0,2 5 0 15,-5-1 0-15,-4 0 0 16,-4 2 0-16,1 0 0 0,-2 0 0 0,-3 1 0 0,0 1 0 16,-3 0 0-16,-2 0 0 15,0 0 0-15,-4 1 0 0,-8 1 0 0,17-5 0 16,-17 5 0-16,13 0 0 0,-13 0 0 16,11-2 0-16,-11 2 0 0,0 0 0 0,13 0 0 15,-13 0 0-15,0 0-143 0,0 0-296 16,5 4-140-16,-5-4-186 0,0 0-113 0,0 0 83 15,-23 15-767-15,16-11-1004 0</inkml:trace>
  <inkml:trace contextRef="#ctx0" brushRef="#br0" timeOffset="182027.14">4169 16049 3862 0,'0'0'-220'0,"0"0"52"0,0 0 35 0,2-11 30 0,-2 11 33 0,0 0 32 0,0 0 28 0,0 0 23 0,0 0 8 15,0 0-2-15,4-4 15 0,-4 4-1 16,0 0 43-16,0 0 24 0,0 0 48 16,11 29 18-16,-7-14-5 0,-2 8-8 0,3 0 11 15,-5 5 14-15,6 6-16 16,0-1-12-16,-2-4-15 0,-2-5 13 0,4-3-14 16,-3-4-7-16,-1-2 2 0,0-3-7 15,2 0 6-15,-3-2 3 0,2-1 11 0,-1-2 20 16,-2-7-11-16,0 8-12 0,0-8-15 15,0 0-12-15,0 0-14 0,0 0-13 16,8-30-3-16,-8 13-9 0,1-7-15 0,1-1-4 16,0-10 0-16,0 6-11 0,0 1-3 15,0 2-4-15,-1 2-7 0,1 3-1 0,2-1 2 16,-1 5-3-16,0 0-8 0,-1 3 0 16,0 1-4-16,0 4-2 0,2-1-3 0,-2 3-1 15,-1-2 2-15,-1 9-7 0,8-11 0 16,-5 9 5-16,-3 2-3 0,16-2 6 15,-16 2 10-15,0 0-16 0,21 7-2 16,-13-2 2-16,1-2 4 0,-2 3-5 16,2 0 2-16,-4-2 5 0,-5-4-2 0,13 7-8 15,-8-2 6-15,-5-5-4 0,7 4-4 16,-7-4 0-16,9 3 2 0,-9-3-1 0,16-7-1 16,-8-2-1-16,1-1-5 0,3-2 7 15,1-2-6-15,0 2 6 0,-1 1-3 0,-1 1-3 16,1 2 2-16,-5 1-1 0,2 3 0 15,2 1-5-15,-11 3 11 0,20 3-3 0,-9 1-3 16,1 5 5-16,-1 1-1 0,1 0 8 16,-1 6-8-16,0-2 3 0,1 1 0 15,-1 0-5-15,0 0 8 0,-2-1 3 16,-2 0-9-16,1-2 4 0,-3 2-3 16,3-4 6-16,-2 0-6 0,-1 1-10 0,-1-1-51 15,0-2-65-15,1 1-76 0,-2 0-86 16,-1-2-109-16,0-1-126 0,0 1-179 0,-2-7-86 15,0 8 64-15,0-8-549 0,0 0-731 16</inkml:trace>
  <inkml:trace contextRef="#ctx0" brushRef="#br0" timeOffset="182579.24">5156 15954 3499 0,'0'0'-48'0,"8"-6"15"0,-8 6 19 15,0 0 28-15,7-7 23 0,-7 7 18 0,7-4 12 0,-7 4 2 0,3-8-5 16,-3 8-2-16,6-6 0 16,-6 6-1-16,5-8 5 0,-5 8 1 0,2-9-6 0,-2 9-2 15,2-8-4-15,-2 8-8 0,0-12-2 16,0 12-2-16,-4-16-6 0,-1 8-4 15,1-1-4-15,-4 1-5 0,-1-1-4 16,-2-1-3-16,-7 0 0 0,3 3-1 0,-4-1 0 16,-2 2-11-16,-2 3 8 0,0-1-2 15,2 6 1-15,-4 0-8 0,3 5 4 16,-1-2-4-16,2 3-5 0,4 1 0 0,1 0 3 16,5 1 4-16,4 0-5 0,0-1 0 15,5-1-2-15,4 2 4 0,5-1 1 0,4 1 5 16,4 5-5-16,8 1-1 15,5 3-1-15,-3-2 13 0,4 1-15 0,-4-4 8 0,-3 3-4 16,-3-2 20-16,-3-1 6 0,-1-1 18 16,-4 1 22-16,1 0 39 0,-3-1 17 15,-3 1 17-15,-1-2 15 0,0 3 16 16,-5-6 12-16,0 1 9 0,0 2-2 16,-5 0-4-16,0 0-7 0,-1-1-8 0,1 0-18 15,-3 1-5-15,-2-6-15 0,3 0-12 16,-2-1-15-16,-2 1-10 0,4-2-9 0,7-4-17 15,-17 2-10-15,17-2-34 0,-19-4-80 16,19 4-97-16,-18-6-79 0,7 2-90 0,6 1-95 16,-1-1-94-16,6 4-160 15,-5-10-126-15,5 2 51 0,3-1-563 0,1-1-762 16</inkml:trace>
  <inkml:trace contextRef="#ctx0" brushRef="#br0" timeOffset="182765.32">5330 16018 3782 0,'0'0'78'0,"0"0"9"0,6-6 15 0,-6 6 22 0,0 0 42 0,0 0 27 0,0 0-10 15,11 0-19-15,-11 0-15 0,12-6-15 0,-12 6-11 16,20-5-13-16,-1 2 1 16,-6-2-28-16,7 1-76 0,-1-2-87 0,-2 2-115 15,2 0-136-15,-2 0-142 0,0 3-204 16,-6 1 28-16,3 0 67 0,-8 5-306 0,-1 1-369 15</inkml:trace>
  <inkml:trace contextRef="#ctx0" brushRef="#br0" timeOffset="182962.25">5425 16242 2872 0,'-3'4'283'0,"3"-4"7"16,-11 8 5-16,11-8 13 0,-1 4 28 15,1-4 13-15,0 0-8 0,0 0-26 0,0 0-32 16,0 0-33-16,0 0-23 0,26 2-22 15,-26-2-22-15,29-6-14 0,-13 4-27 16,0-4-60-16,2 1-104 0,-2 1-115 0,0 0-106 16,1-2-118-16,-1 2-128 0,-4 0-210 15,1-2-58-15,-6 4 66 0,2-1-510 16,-9 3-665-16</inkml:trace>
  <inkml:trace contextRef="#ctx0" brushRef="#br0" timeOffset="183611.07">6448 16088 3523 0,'-4'-8'132'16,"4"8"-10"-16,-3-7-14 0,3 7-1 0,0 0 7 15,0 0 15-15,-6-5 17 0,6 5 28 16,0 0 27-16,0 0 6 0,-4 26 12 16,2-14-2-16,2 1 17 0,-1 4 3 0,-1 0 1 15,-2 1-4-15,1-1-10 0,3 1-13 16,-2-4-18-16,-1 3-16 0,1-6-19 0,0 1-13 16,0-2-14-16,0-1-12 15,2-1-8-15,0 0-9 0,0-8-10 0,-1 10-9 0,1-10-12 16,0 0-39-16,0 0-32 15,0 0 0-15,0 0 0 0,5-31 0 0,-1 13 0 16,1-1 0-16,5-1 0 0,-2-1 0 16,5-2 0-16,-1 2 0 0,-1 5 0 0,-1 4 0 15,1 1 0-15,0 2 0 0,1 2 0 16,-1 4 0-16,0-1 0 0,1 1 0 0,-12 3 0 16,19 5 0-16,-7-2 0 0,-3 4 0 15,0 0 0-15,2 2 0 0,-6-1 0 16,2 2 0-16,-1 2 0 0,1-3 0 0,-4 0 0 15,1 1 0-15,0-4 0 16,-3 2 0-16,-1-8 0 0,4 8 0 0,-4-8 0 0,2 6 0 16,-2-6 0-16,0 0 0 15,0 0 0-15,12-22 0 0,-6 7 0 0,6-11 0 16,0-2 0-16,3 2 0 0,3 2-6 16,-5 5-49-16,-4 4-1 0,1 4-1 0,-1 3 5 15,-3 2 9-15,1 2 16 0,3 2-8 16,-10 2 5-16,0 0 4 0,25 10 8 0,-17-3 2 15,3 3 1-15,-1 1 1 0,-1 0 4 16,2 1 2-16,0 4-6 0,-2-3 7 0,0 1-1 16,-2 0-2-16,4-4 0 0,-4 2-15 15,-2-2-71-15,1-1-82 0,2 0-88 16,-2-2-120-16,-1-3-123 0,-1 0-163 16,-4-4-129-16,8 5 58 0,-8-5-617 15,8 4-814-15</inkml:trace>
  <inkml:trace contextRef="#ctx0" brushRef="#br0" timeOffset="184044.68">7111 16012 3571 0,'2'-9'42'0,"-2"9"22"0,-2-8 1 0,2 8 15 0,4-8 25 0,-4 8 34 0,10-6 24 0,-10 6 22 0,11-2 8 0,-11 2 13 15,16 8 8-15,-7 0 5 16,0 1-6-16,2-1 1 0,-6 5 0 0,2 0 14 15,-3 2 14-15,0-2-1 0,-2 1-6 16,-2 0-10-16,-2 1-15 0,-2-1-12 0,-1 1-16 16,-5 2-23-16,0 1-12 0,-3-5-16 15,-1-1-25-15,0-2-106 0,-4 1 0 0,3-5 0 16,1-2 0-16,2-2 0 0,-1-4 0 16,13 2 0-16,-23-16 0 0,10 5 0 15,6-9 0-15,3 4 0 0,4-3 0 16,0-5 0-16,4 3 0 0,3 2 0 15,2 2 0-15,0 0 0 0,0 5 0 0,3 2 0 16,-1 3 0-16,0-1 0 0,2 6-12 0,-2 0-7 16,-11 2 15-16,25 4-9 0,-13 2 6 0,2 1-5 15,-3 4 3-15,5-2 7 16,-1 4 0-16,2 1-6 0,-4-1 1 0,1-1 0 16,-3 0-2-16,0-2 2 0,1 1-2 15,-4-3-47-15,-1-1-67 0,2-2-74 0,-4 2-72 16,1-3-91-16,-1 0-104 0,-5-4-132 15,9 1-168-15,-9-1-14 0,0 0 71 16,0 0-568-16,12-14-736 0</inkml:trace>
  <inkml:trace contextRef="#ctx0" brushRef="#br0" timeOffset="184294.27">7391 15861 3577 0,'0'0'28'0,"0"0"5"0,0 0 23 0,0 0 38 0,0 0 38 0,0 0 46 0,27 9 27 0,-15 0 1 16,1 2-7-16,-1 2 10 0,1 4-14 16,-2 0-3-16,1 0-1 0,-3 2-14 0,-1 3 10 15,-5-1-11-15,2 1-18 0,-3-2-6 16,-2-2-6-16,-2 1-18 0,0-1-16 0,-4 5-6 16,-2-4-19-16,1 0-17 0,-1-2-23 15,-4-4-40-15,3-2-60 0,2-1-62 16,-2-2-79-16,0-6-107 0,4 0-108 15,5-2-124-15,0 0-157 0,-14-20-40 0,14 7 63 16,0-7-475-16,6 1-608 0</inkml:trace>
  <inkml:trace contextRef="#ctx0" brushRef="#br0" timeOffset="184527.55">7694 15848 3015 0,'3'-5'25'15,"-3"5"31"-15,0 0 5 0,0 0 8 16,-10-7 38-16,10 7 35 0,0 0 39 15,-19 14 30-15,9-3 8 0,-1 4 6 16,-3 3 20-16,-1 7-7 0,4 0-7 0,-2 1-11 16,3-1-25-16,7-5-14 0,-3-1-11 15,3-2-25-15,1 0 0 0,2 0-27 16,0-1-15-16,5-4-10 0,-3 1 5 0,3-3-22 16,-3 1-17-16,4-3-49 0,-1-2-70 15,1-1-99-15,0 0-119 0,5-5-151 0,-11 0-183 16,18-2-148-16,-18 2 56 0,18-8-533 15,-8 2-698-15</inkml:trace>
  <inkml:trace contextRef="#ctx0" brushRef="#br0" timeOffset="185094.28">8190 15841 3237 0,'0'-5'-28'0,"0"5"32"0,0-13 19 0,0 13 29 15,-2-10 33-15,2 10 21 0,-5-6 16 16,5 6 6-16,-7-6 6 0,7 6 2 0,0 0 5 16,-22 4 11-16,8 2 2 0,3 2 11 15,-6 3 1-15,2-1-5 0,1 3-8 16,3 3-11-16,0-2-11 0,1-1-13 15,2 2-5-15,5-1-16 0,-3 1-2 0,4-1-20 16,2-2-2-16,0 1-7 0,4 3-6 16,0-1-8-16,-1 0-4 0,5-2-6 0,-3 3-1 15,6 2-9-15,-6-2 2 0,2-2-5 16,1 5-2-16,0-2-4 0,0 2-3 16,-5-2-2-16,1 4 4 0,-2-3 1 0,0 4 14 15,-1-3 14-15,-2 1 26 0,-3 4 20 16,-2-2 16-16,3 1 7 0,-5-3-4 0,4 2-8 15,-2-3-9-15,2-4 7 0,-1 2-6 16,1-5-4-16,2 1-4 0,2-1-6 0,-1-3-4 16,1 3-9-16,0-2-5 15,0-3-5-15,1 2-8 0,-1 2 2 0,2-1-34 16,0 1-23-16,0 1 0 0,2 0 0 16,-3-1 0-16,1 1 0 0,2 2 0 0,0-3 0 15,0 1 0-15,0-1 0 0,-2 0 0 16,3-1 0-16,-1 0 0 0,3-1 0 15,-5-1 0-15,3-2 0 0,-5-6 0 0,7 10 0 16,-3-5 0-16,-4-5 0 0,6 5 0 16,-6-5 0-16,3 2 0 0,-3-2-72 0,0 0-391 15,0 0-145-15,0 0-185 0,0 0-91 16,0 0 77-16,0 0-745 0,0 0-996 16</inkml:trace>
  <inkml:trace contextRef="#ctx0" brushRef="#br0" timeOffset="186710.16">8457 16179 4216 0,'-10'3'-45'0,"10"-3"53"0,0 0 29 0,-9 4 52 0,9-4 48 0,0 0 45 0,0 0 31 0,0 0 28 16,0 0 5-16,-11 2 4 15,11-2-6-15,0 0-10 0,0 0-21 0,0 0-20 16,0 0-17-16,0 0-17 0,0 0-13 16,43-7-17-16,-25 3-10 0,4 0-14 0,1-3-10 15,2 2-8-15,0-3-10 0,-3 2 0 16,-1-1-16-16,2 3-4 0,-8-2-9 15,1 2-7-15,-5-1-5 0,1 3-25 0,-5-1-39 16,-7 3-65-16,13-4-59 0,-13 4-70 16,12-3-84-16,-8 1-101 0,-4 2-115 0,7-3-167 15,-7 3-114-15,0 0 68 0,13-3-600 16,-13 3-791-16</inkml:trace>
  <inkml:trace contextRef="#ctx0" brushRef="#br0" timeOffset="187067.18">8901 16018 3552 0,'-9'-10'50'16,"3"2"6"-16,4 1-4 0,2 0 6 15,0 7 22-15,8-17 22 0,-3 8 22 0,6 1 10 16,-1-2-8-16,3 2-8 0,-1 1-14 16,1 5-13-16,-2-4-8 0,1 4-7 0,-12 2-7 15,23 2 16-15,-12 4 15 0,-3 0 15 16,-3 3 22-16,2 5 22 0,-5-2 24 15,-4 5 29-15,-5 4 13 0,2 2 12 16,-4 4 11-16,1-5 8 0,0-1 1 16,1-5-3-16,1-1-8 0,2-2-8 0,2-1-7 15,-3-3-98-15,5 0-133 0,2-1 0 16,1 1 0-16,1-3 0 0,5-2 0 0,3 0 0 16,-1 0 0-16,2-2 0 0,3-2 0 15,-16 0 0-15,31-4 0 0,-15 2 0 0,4-2 0 16,-5 1 0-16,0-2 0 0,5-1 0 15,-8-1 0-15,4 3 0 0,-3-2 0 0,1 1 0 16,-5 0-448-16,2 0-151 0,-1 0-132 16,-4 1-159-16,0-1 71 0,-6 5-781 0,5-2-1040 15</inkml:trace>
  <inkml:trace contextRef="#ctx0" brushRef="#br0" timeOffset="187360.17">9507 16215 4632 0,'0'0'-51'0,"0"0"17"0,0 0 24 0,0 0 37 16,0 0 28-16,0 0 26 0,0 0 7 16,0 0 4-16,21 4 4 0,-15 4 9 15,-1 2 7-15,-1 1 12 0,-2 1 18 0,-1 2 9 16,-1 1 6-16,-3 3 3 15,-3-1-11-15,1 3-10 0,-4 1-14 0,-7 4-11 16,-1-1-16-16,-4-2-8 0,-2 1-13 16,3-3-15-16,-7-3-42 0,2 0-71 0,0-1-96 15,4-8-108-15,4 1-131 0,3-1-162 16,1-6-239-16,6-2 58 0,7 0 71 0,0 0-444 16,0 0-572-16</inkml:trace>
  <inkml:trace contextRef="#ctx0" brushRef="#br0" timeOffset="188210.01">10003 16015 2863 0,'0'0'35'0,"-5"-7"53"0,5 7 20 0,0 0 29 0,0 0 25 0,0 0 41 16,0 0 35-16,-7-5 23 0,7 5 16 15,0 0 0-15,0 0-1 0,0 0-32 16,0 0 2-16,0 0-16 0,0 0-8 0,2-12-20 16,-2 12-10-16,0 0-22 0,3-10-14 15,-3 10-14-15,4-8 7 0,-4 8-8 0,5-7 4 16,-5 7-2-16,3-10-3 0,-3 10-2 16,0 0-2-16,4-8 0 0,-4 8-5 0,2-7-14 15,-2 7-31-15,0 0-86 16,0 0 0-16,0 0 0 0,0 0 0 0,0 0 0 15,0 0 0-15,0 0 0 0,2 22 0 0,-2-8 0 16,0 4 0-16,2 2 0 0,1 2 0 0,1 4 0 16,-2-2 0-16,3-2 0 15,0 2 0-15,-1-2 0 0,-1 0 0 0,-1-4 0 16,2-2 0-16,-2-2 0 0,0-2 0 16,0-1 0-16,-2-3 0 0,0 2 0 15,0-4 0-15,0-6 0 0,-2 11 0 0,2-11 0 16,-4 10 0-16,0-5 0 0,4-5 0 15,-11 9 0-15,1-6 0 0,-1 2 0 0,-3-2 0 16,3 3 0-16,0-3 0 0,-1 0 0 16,3 1 0-16,9-4 0 0,-18 5 0 15,18-5 0-15,-7 4 0 0,7-4 0 0,0 0 0 16,0 0 0-16,0 0 0 0,0 0 0 16,0 0 0-16,34 2 0 0,-34-2 0 15,30-2 0-15,-14-2 0 0,1 2 0 0,0 1 0 16,1-1 0-16,-3 0 0 0,-2-1 0 15,0 1 0-15,-1 0 0 0,0 1 0 0,-1-3 0 16,-4 2 0-16,-7 2 0 0,18-3 0 16,-11 0 0-16,0 3 0 0,-7 0-306 0,12-9-723 15,-8 6 82-15,2-2 100 0,-6 5-875 16,3-9-1154-16</inkml:trace>
  <inkml:trace contextRef="#ctx0" brushRef="#br0" timeOffset="188511.89">10181 15872 4732 0,'-2'-13'-36'0,"2"2"27"0,0 4 39 0,0 2 37 0,0 5 38 0,9-10 34 0,-9 10 37 16,14 0 21-16,-14 0 27 0,24 10 5 0,-12 4-7 15,8 6-7-15,-1 10-14 16,-2 1-3-16,2 9-14 0,-8-1-12 0,-1-2-15 15,-2 4-14-15,-1-1-13 0,-3 1-15 16,0 1-9-16,-2-5-8 0,-1-2-8 0,-1-3-10 16,0-8-5-16,-1-2-7 0,-3-3-7 15,2-2-39-15,0-2-22 0,0-3 0 16,-1 0 0-16,-3-1 0 0,4-3-155 0,-2 2-94 16,-2-4-95-16,2 0-110 0,3-2-131 15,-7-1-181-15,8-3-56 0,0 0 77 0,-12 2-640 16,12-2-837-16</inkml:trace>
  <inkml:trace contextRef="#ctx0" brushRef="#br0" timeOffset="190226.25">10858 16034 3938 0,'-8'3'81'0,"8"-3"17"0,-13 4 9 0,13-4 23 0,0 0 32 0,0 0 40 15,0 0 24-15,0 0 12 16,0 0-17-16,0 0-11 0,0 0-42 0,0 0-23 15,31-25-5-15,-17 19-19 0,6-1-12 16,-1-1-12-16,0 0-14 0,0 2-19 0,2-2-5 16,-6 4-77-16,5-2-67 0,-6 1-96 15,2 1-99-15,-3 0-115 0,-1 0-119 0,-1 0-159 16,-2 3-27-16,1 0 55 0,-10 1-412 16,0 0-530-16</inkml:trace>
  <inkml:trace contextRef="#ctx0" brushRef="#br0" timeOffset="190443.52">10905 16208 3226 0,'-7'5'169'0,"3"1"29"0,4-6 29 0,-5 6 47 15,5-6 54-15,0 0 40 0,-4 8 14 16,4-8-7-16,0 0-12 0,0 0-24 0,0 0-30 16,26 4-31-16,-10-6-27 0,3 0-28 15,1 2-20-15,5-4-24 0,0 2-18 16,0 0-20-16,-3 0-21 0,2-1-67 0,-7 0-77 15,2-1-101-15,-6 2-96 16,-1 2-83-16,0 0-96 0,-5-3-118 0,-7 3-143 0,9-2-177 16,-9 2 66-16,0 0-692 0,0 0-912 15</inkml:trace>
  <inkml:trace contextRef="#ctx0" brushRef="#br0" timeOffset="192826.58">11913 15838 4319 0,'3'-7'34'0,"-3"7"2"0,0 0 24 0,0 0 29 0,4-8 40 0,-4 8 36 16,0 0 27-16,2-7-12 0,-2 7-19 15,3-7-11-15,-3 7-17 0,2-10-13 0,2 5-12 16,-4 5-8-16,4-10-13 16,-4 10-5-16,3-9-7 0,-3 9-5 0,4-9-10 15,-4 9-8-15,7-7-1 0,-7 7-8 16,1-5-4-16,-1 5-4 0,0 0-6 16,0 0-1-16,0 0 37 0,0 0 42 0,0 0 23 15,13 19 3-15,-11-4 4 0,2 2-5 16,0 8 7-16,0 6-5 0,4 3-3 0,-5 2 0 15,5-1-12-15,-3-1-9 0,2-2-14 16,0 1-96-16,-1-10 0 0,-1-4 0 0,2 0 0 16,-2-2 0-16,1-3 0 0,-3-4 0 15,-1 2 0-15,0-5 0 0,-2 2 0 16,0-9 0-16,0 13 0 0,0-10 0 16,0-3 0-16,0 0 0 0,-4 12 0 0,4-12 0 15,-12 6 0-15,5-2 0 0,7-4 0 16,-17 4 0-16,5 0 0 0,1-1 0 0,2 1 0 15,9-4 0-15,-16 6 0 0,16-6 0 16,-11 4 0-16,11-4 0 0,-10 6 0 0,10-6 0 16,0 0 0-16,-2 5 0 0,2-5 0 15,0 0 0-15,25 3 0 0,-5-3 0 0,0-2 0 16,5 1 0-16,2-2 0 0,-1-1 0 16,1 0 0-16,-2 0 0 0,-3 2 0 15,0-2 0-15,-7 2 0 0,-2-2 0 16,1 3 0-16,-3-3 0 0,-2 4 0 0,-9 0 0 15,14-4 0-15,-14 4 0 0,9-6 0 16,-9 6 0-16,6-2 0 0,-6 2 0 0,0 0 0 16,0 0 0-16,0 0-198 0,0 0-849 15,0 0 84-15,0 0 105 0,-30 6-885 16,17 3-1175-16</inkml:trace>
  <inkml:trace contextRef="#ctx0" brushRef="#br0" timeOffset="194975.28">15819 8020 4775 0,'-2'12'5'0,"0"-6"62"0,0 0 50 0,2-6 45 0,0 0 36 16,-2 9 40-16,2-9 22 0,0 0 15 15,0 0 7-15,6 5-8 0,-6-5-26 16,0 0-20-16,15-1-24 0,-15 1-20 0,21-5-18 16,-14 3-16-16,3 1-14 0,3-3-13 15,-3-1-24-15,1 0-99 0,-1-2 0 0,-3 1 0 16,1-1 0-16,2-2 0 0,-3-4 0 16,1 2 0-16,2-3 0 0,-5 0 0 15,-3-5 0-15,2-2 0 0,-4-6 0 0,0 1 0 16,-2 1 0-16,0-9 0 0,-2-1 0 15,1 6 0-15,1 6 0 0,-4-1 0 16,3 7 0-16,-2-1 0 0,-1 2 0 0,4 3 0 16,1 0 0-16,-3 5 0 0,2-1 0 15,0 4 0-15,2 5 0 0,0 0 0 0,0 0 0 16,0 0 0-16,-5 22 0 0,7-11 0 16,1 11 0-16,3 1 0 0,5 6 0 0,5 1 0 15,-4-1 0-15,6 1 0 0,-3-3 0 16,2-1 0-16,1 1 0 0,-7-8 0 0,0-2 0 15,-1 0 0-15,1 1 0 16,-1-6 0-16,-2-1 0 0,-3-1 0 0,3-2 0 0,-3-2 0 16,1-1 0-16,-2 1 0 15,-4-6-163-15,10 2-270 0,-10-2-100 0,0 0-114 16,13-13-171-16,-10 4 25 0,1-4 78 16,1-2-676-16,-3-3-843 0</inkml:trace>
  <inkml:trace contextRef="#ctx0" brushRef="#br0" timeOffset="195192.09">16055 7473 3902 0,'-14'-12'101'0,"7"3"54"0,-2-1 47 0,-1 0 42 0,2 2 29 0,2-4 27 16,-1 3-4-16,3-1-6 0,1 2-18 16,-1 0-25-16,1 1-21 0,1-1-25 15,2 8-22-15,-3-12-24 0,3 12-18 16,-2-7-23-16,2 7-56 0,0 0-75 0,0 0-82 15,0 0-89-15,0 0-104 0,0 0-127 16,0 0-128-16,21 21-197 0,-15-11-3 0,-3 1 76 16,5 3-563-16,0 1-696 0</inkml:trace>
  <inkml:trace contextRef="#ctx0" brushRef="#br0" timeOffset="195429.79">16236 7715 3817 0,'-5'3'260'0,"5"-3"56"16,0 0 33-16,0 0 18 0,0 0 10 0,0 0 3 15,0 0-23-15,0 0-32 0,0 0-30 16,0 0-35-16,0 0-27 0,0 0-26 0,0 0-23 16,30-12-23-16,-17 9-59 0,1 3-75 15,-14 0-88-15,20-3-82 0,-8 3-85 0,-12 0-85 16,20 3-98-16,-9-3-86 15,-2 0-98-15,0 3-155 0,-2 0 14 0,0 1 69 0,-1 1-563 16,-6-5-692-16</inkml:trace>
  <inkml:trace contextRef="#ctx0" brushRef="#br0" timeOffset="195626.34">16257 7904 3467 0,'-12'6'120'0,"3"-1"70"0,4-2 52 15,5-3 52-15,-12 3 48 0,12-3 27 0,-10 2 11 16,10-2-9-16,0 0-21 0,0 0-16 15,0 0-33-15,0 0-30 0,0 0-25 0,0 0-25 16,0 0-25-16,0 0-23 0,48-8-20 16,-37 7-20-16,4-2-95 0,5 2-38 0,-6-1 0 15,-2 0-87-15,1 0-102 16,1 1-67-16,-1 0-77 0,-3-2-77 0,0 3-63 16,-10 0-78-16,14-3-119 0,-3 3-71 15,-11 0 49-15,12-2-597 0,-12 2-747 0</inkml:trace>
  <inkml:trace contextRef="#ctx0" brushRef="#br0" timeOffset="196408.5">16642 7662 3463 0,'-2'-12'89'15,"-2"7"67"-15,2-1 47 0,2 6 37 0,-3-12 25 16,1 5 5-16,2 7 0 0,-4-12 11 16,2 7-15-16,2 5-24 0,-2-9-27 0,2 9-19 15,0 0-16-15,0-9-21 0,0 9-18 16,0 0-15-16,0-8-9 0,0 8-12 0,0 0-13 16,4-9-9-16,-4 9-6 0,4-5-6 15,-4 5-9-15,5-9 3 0,-3 5-3 0,-2 4 13 16,4-7 10-16,-2 2 12 0,-2 5 5 15,3-6 10-15,-3 6 2 0,0 0-4 16,2-8-110-16,-2 8 0 0,0 0 0 16,2-9 0-16,-2 9 0 0,0 0 0 0,3-8 0 15,-3 8 0-15,0 0 0 0,0 0 0 16,4-7 0-16,-4 7 0 0,0 0 0 0,0 0 0 16,0 0 0-16,0 0 0 0,1-5 0 15,-1 5 0-15,0 0 0 0,0 0 0 16,0 0 0-16,0 0 0 0,0 0 0 0,0 0 0 15,4-5 0-15,-4 5 0 0,0 0 0 16,0 0 0-16,0 0 0 0,0 0 0 0,0 0 0 16,0 0 0-16,0 0 0 0,0 0 0 15,0 0 0-15,-4 27 0 0,3-15 0 0,-1 2 0 16,2-1 0-16,-5 6 0 16,3 0 0-16,2 1 0 0,2-2 0 0,-2 0 0 0,3 2 0 15,1-4 0-15,-3 1 0 16,7 0 0-16,-5-5 0 0,1 2 0 0,4-3 0 15,-2-1 0-15,1-3 0 0,4 0 0 16,-2-2 0-16,0-1 0 0,2-4 0 0,-11 0 0 16,21-2 0-16,-10 0 0 0,2-3 0 15,-2-3 0-15,1 0 0 0,2-4 0 16,-3 3 0-16,1-6 0 0,0 4 0 0,-5-1 0 16,1 1 0-16,0 2 0 0,-3 3 0 0,1 0 0 15,-3 2 0-15,-3 4 0 16,0 0 0-16,0 0 0 0,0 0 0 0,0 0 0 0,4 19 0 15,-6-9 0-15,0 2 0 16,1 1 0-16,-1 5 0 0,0-2 0 0,0 1 0 16,2 3 0-16,0-3 0 0,0 0 0 15,0-3 0-15,0 3 0 0,4-3 0 0,-4-3 0 16,2 1 0-16,-2-3 0 0,1 0 0 16,-1-3 0-16,0 1 0 0,0-2 0 0,0-5 0 15,2 12 0-15,-2-12 0 0,2 4 0 16,-2-4-480-16,0 0-248 0,0 0-175 0,0 0 52 15,8 5 99-15,-8-5-771 16,0 0-967-16</inkml:trace>
  <inkml:trace contextRef="#ctx0" brushRef="#br0" timeOffset="196774.97">17212 7952 3893 0,'2'-5'-34'0,"-2"5"90"0,1-4 43 0,-1 4 24 0,0 0 13 0,0 0 18 0,0 0 22 15,-25 2 21-15,3 4-1 0,-20 11 2 0,-14 5 19 16,-3 3 15-16,-20 10-5 16,-9 3 5-16,-3-2-2 0,-5 1 13 0,-1 1-7 0,-8 3-11 15,3-1-15-15,-4 0-6 16,6-2-12-16,4 2-15 0,5-2-15 0,10-2-13 15,22-7-88-15,2-4-61 0,6 4 0 16,9-8 0-16,0 2 0 0,15-9 0 0,6-2 0 16,5-2 0-16,2-3 0 15,4-2 0-15,1 0 0 0,-1 0 0 0,5-1 0 0,-1 0 0 16,6-4 0-16,-4 6 0 16,4-6 0-16,0 7 0 0,0-7 0 0,0 0 0 15,13 5 0-15,-13-5-357 0,14-2-171 16,-14 2-116-16,15-2-165 0,-15 2-3 0,17-1 70 15,-9-1-720-15,-8 2-911 0</inkml:trace>
  <inkml:trace contextRef="#ctx0" brushRef="#br0" timeOffset="198691.08">16678 8613 3872 0,'10'2'-71'0,"-10"-2"58"0,0 0 53 0,7 3 47 0,-7-3 22 0,0 0 32 0,0 0 21 0,8 3 14 15,-8-3 4-15,0 0-2 0,0 0-4 16,0 0-19-16,0 0-8 0,0 0-15 0,0 0-12 16,0 0 0-16,0 0-15 15,0 0-6-15,0 0-11 0,0 0-6 0,0 0 13 16,0 0 2-16,0 0-11 0,0 0 1 16,0 0-15-16,0 0-7 0,0 0-7 0,0 0-7 15,0 0-5-15,-33-10-5 0,33 10-6 16,-28 9-1-16,9-1 4 0,-8 8-12 0,2-1 1 15,2 4 0-15,0 1 1 16,7 3 0-16,0-5-2 0,3 8 0 0,6-6 18 0,-2 1-6 16,7-1 1-16,2-2-4 0,4 4-7 15,3-2 8-15,0 0-4 0,2-1-5 16,3-2-3-16,-1-3-1 0,0-1-5 0,1-4 4 16,1-1 0-16,1-1-4 0,3 0-1 15,-1-2 0-15,-4-3-3 0,4-1 0 16,-3-1-5-16,0 2-4 0,3-4-52 0,-5 1-67 15,1-1-75-15,-1 0-99 0,-2 1-119 16,1-1-125-16,0-3-164 0,-1 2-56 0,-1-1 61 16,0 2-616-16,1 1-764 0</inkml:trace>
  <inkml:trace contextRef="#ctx0" brushRef="#br0" timeOffset="199176.5">17093 8738 3784 0,'0'0'146'0,"0"0"38"0,-11-4 20 0,11 4 14 0,0 0 4 0,0 0 12 16,0 0 0-16,0 0-1 0,0 0-16 0,0 0-19 15,0 0-21-15,0 0-13 0,0 0-20 16,0 0-17-16,0 0-3 0,25-7-20 0,-25 7-12 15,13-1-8-15,-13 1-10 0,13-2-7 16,-13 2-4-16,16-5-6 0,-16 5-9 16,13-7-3-16,-10 2-4 0,6-2-5 15,-5-1 3-15,-3 1-11 0,1-2-1 0,-2-2-8 16,0 2 4-16,-2-2-6 0,-1 2-5 16,-5 3 4-16,0-1-9 0,-1 2 3 0,-4 5 4 15,13 0-6-15,-34 3 4 0,12 4 1 16,1 0 2-16,2 3 5 0,-5 6 0 0,2 1-1 15,9-3 4-15,1 1 0 0,1 2 12 16,8-2-7-16,-4 2 4 0,7 2 4 0,2-1 2 16,5 3 1-16,-2-4-2 0,4 5 4 15,7 3-5-15,1-5 3 0,-3-5-2 0,6 4-3 16,-3-4-7-16,3-3 3 0,-4-5-14 16,2 0-16-16,-1-1 0 0,0-2 0 15,-4-2 0-15,3 1 0 0,-3-3 0 16,2 0 0-16,-3-2-26 0,0-1-162 0,0-1-82 15,0 1-116-15,1-2-115 0,-3 0-125 16,3-2-188-16,-1 2 41 0,-3 0 77 0,0 0-634 16,1-3-787-16</inkml:trace>
  <inkml:trace contextRef="#ctx0" brushRef="#br0" timeOffset="199425.17">17612 8743 4153 0,'-11'-5'306'0,"5"-1"44"0,6 6 31 0,-5-6 7 0,5 6-4 0,-1-9-13 0,1 9-30 16,1-7-20-16,8 2-30 0,-4 2-33 16,6-1-28-16,1 1-24 0,3-2-27 0,-1 3-147 15,1 0-32-15,1 1 0 16,-4-1-92-16,1 0-187 0,3 0-110 0,-3 1-99 0,3-1-93 15,-5 0-87-15,3 2-110 0,-5-1 46 16,-9 1-691-16,19 0-874 0</inkml:trace>
  <inkml:trace contextRef="#ctx0" brushRef="#br0" timeOffset="199675.13">17648 8831 3780 0,'-17'4'37'15,"3"4"87"-15,5-4 60 0,2 0 50 16,-4 0 43-16,2-2 42 0,9-2 41 0,0 0 2 15,-11 4-4-15,11-4-12 0,0 0-12 16,0 0-6-16,0 0-23 0,0 0-26 0,19 8-25 16,-7-5-27-16,1-3-144 0,0 0-83 15,2 0 0-15,-1 0 0 0,3 0 0 16,-2 0 0-16,-2 0 0 0,1 0 0 0,-1-3 0 16,0 3 0-16,-3-1 0 0,-10 1 0 15,19 0 0-15,-19 0 0 0,14 0 0 16,-14 0 0-16,9-2 0 0,-9 2 0 0,0 0-322 15,0 0-117-15,0 0-73 0,0 0-83 16,0 0-139-16,0 0-51 0,0 0 64 0,0 0-668 16,0 0-841-16</inkml:trace>
  <inkml:trace contextRef="#ctx0" brushRef="#br0" timeOffset="201944.13">18374 8557 3712 0,'0'-6'-43'0,"0"6"46"0,0-11 45 0,2 6 48 0,-2 5 31 0,2-11 29 0,-2 5 31 0,0 6 17 16,0-10 6-16,0 10-7 0,0 0-10 16,1-9-22-16,-1 9 17 0,0 0 30 15,0 0 19-15,3 32 1 0,-3-14-14 0,-3 7-11 16,0 12-6-16,-1 2-7 0,0-1-11 15,1 0-15-15,-1-1-10 0,-2-1-6 16,3-4-10-16,-2-3-7 0,1-7-5 0,1-5-47 16,-3-1-89-16,2 1 0 0,3-5 0 15,-3-2 0-15,0 0 0 0,1-3 0 0,3 0 0 16,0-7 0-16,-5 8 0 0,5-8 0 16,-4 4 0-16,4-4 0 0,0 0 0 15,0 0 0-15,-5-19 0 0,5 11 0 0,2-8 0 16,-1-3 0-16,5-11 0 0,-1-5 0 15,4-4 0-15,-2 0-142 0,2-12-16 16,3 13 18-16,-4 3 13 0,-3 10 11 0,1 4 15 16,-2 5 11-16,-3 1 12 0,-1 5 21 15,0 0 16-15,-1 3 28 0,-3 5 28 0,4 2 32 16,-19-2 32-16,19 2 30 0,-28 11 16 16,-3 1 18-16,3 6 14 0,-5 3 10 0,3-1 7 15,-1-1-127-15,5 0-47 0,1-2 0 16,7-2 0-16,7-5 0 0,2 1 0 0,3-3 0 15,3 1 0-15,3-9 0 0,14 13 0 16,4-7 0-16,4-3 0 0,17 0 0 16,1 1 0-16,1-3 0 0,3-1 0 0,4-1 0 15,-2-3 0-15,-1 3 0 0,-2-1 0 16,-11 0 0-16,-5 1 0 0,-7 1 0 0,-1-2 0 16,-2 0 0-16,-3 2 0 0,-1 0 0 15,-13 0 0-15,19-2 0 0,-19 2 0 0,15-3 0 16,-9 1 0-16,-6 2 0 0,12-1 0 15,-12 1 0-15,5-4 0 0,-5 4 0 16,6-3 0-16,-6 3 0 0,1-7-651 0,-1 7-326 16,3-7 79-16,-3 7-1029 0,0 0-1347 15</inkml:trace>
  <inkml:trace contextRef="#ctx0" brushRef="#br0" timeOffset="213422.2">16874 9635 1376 0,'8'-4'572'0,"-8"4"-79"0,5-4-39 0,-5 4-33 0,7-3-34 0,-7 3-25 0,0 0-18 0,0 0-28 15,0 0 2-15,0 0-6 16,0 0-16-16,5-7-21 0,-5 7-22 0,0 0-22 16,0 0-22-16,0 0-19 0,0 0-18 15,0 0-20-15,0 0-10 0,0 0-18 0,0 0-13 16,0 0-10-16,2-7-10 0,-2 7-2 15,0 0-7-15,0 0-10 0,0 0-5 0,0 0-5 16,-5-15-5-16,-2 12-7 0,7 3-40 16,-11-9-10-16,6 5 0 0,5 4 0 15,-22-1 0-15,22 1 0 0,-28 5 0 0,6 2 0 16,-1 5 0-16,-4 5 0 0,-2 0 0 16,6 3 0-16,0 1 0 0,4 1 0 0,4 5 0 15,4-9 0-15,1 3 0 0,8-4 0 16,-2 0 0-16,4 2 0 0,4 0 0 15,2 1 0-15,3-1 0 0,2 0 0 16,9 1 0-16,-3-4 0 0,5 0 0 0,2-7 0 16,-5 0 0-16,-1 0 0 0,6-2 0 15,-7-3 0-15,2-2 0 0,-2-2 0 0,-4 2 0 16,3-2 0-16,-16 0 0 0,25-2 0 16,-14 0 0-16,-11 2 0 0,17-3 0 0,-17 3 0 15,13-1 0-15,-13 1 0 0,11-1-6 16,-4-3-263-16,-7 4-95 0,7-2-103 15,-7 2-115-15,8-6-147 0,-8 6-82 16,5-8 76-16,1 4-703 0,-6 4-888 0</inkml:trace>
  <inkml:trace contextRef="#ctx0" brushRef="#br0" timeOffset="214056.62">17324 9693 3885 0,'0'0'22'0,"4"-6"66"0,-4 6 51 0,0 0 38 0,0 0 24 0,0 0 22 0,4-6 10 0,-4 6 2 16,0 0-6-16,0 0-14 0,7-5-15 15,-7 5-13-15,0 0-6 0,0 0-16 16,10-4-10-16,-10 4-8 0,0 0-3 0,0 0-2 15,8-4 5-15,-8 4-5 0,0 0 9 16,0 0 4-16,0 0 6 0,0 0-5 0,0 0-12 16,3-8-13-16,-3 8-95 0,0 0-36 15,-11-16 0-15,7 11 0 0,-4-3 0 0,3-1 0 16,-3 1 0-16,0-2 0 0,1-1 0 16,-1 3 0-16,3-1 0 0,-5 2 0 15,0 0 0-15,1 4 0 0,0 0 0 16,-1 3 0-16,10 0 0 0,-27 3 0 0,12 2 0 15,1 4 0-15,1 1 0 0,2 2 0 16,-1 3 0-16,3 1 0 0,5-3 0 0,1 4 0 16,3-3 0-16,3 1 0 0,3 5 0 15,1-3 0-15,5 1 0 0,1-3 0 0,0-1 0 16,3 3 0-16,3 3 0 0,-2-3 0 16,-1-5 0-16,-2 3 0 0,0-1 0 0,-1 3 0 15,0-3 0-15,-3 1 0 0,1-1 0 16,-3 1 0-16,-2-3 0 0,0 5 0 0,-3-4 0 15,-3 0 0-15,0 2 0 16,-1-4 0-16,-5 1 0 0,0 2 0 0,-2-3 0 0,3 4 0 16,-5-5 0-16,0-3 0 15,-1 3 0-15,4-5 0 0,-3 1 0 0,0-1 0 16,-1-3 0-16,1-2 0 0,10 0 0 16,-18-6 0-16,6 5 0 0,1-3 0 0,-1-1 0 15,2 0 0-15,1-1 0 0,0 2 0 16,0-1 0-16,2 1 0 0,2-1 0 0,-3 2 0 15,6-3 0-15,2 6 0 0,0-12-199 16,6 5-658-16,-1-1-84 0,6-2 81 0,3 2-954 16,8-1-1242-16</inkml:trace>
  <inkml:trace contextRef="#ctx0" brushRef="#br0" timeOffset="214305.5">17606 9833 4964 0,'0'0'61'0,"0"0"81"0,-16-3 77 0,16 3 81 0,0 0 28 0,-12-3 20 16,12 3 0-16,0 0-8 0,-10-2-15 15,10 2-36-15,0 0-26 0,0 0-19 0,0 0-224 16,0 0-20-16,0 0 0 16,25-10 0-16,-16 10 0 0,-1-2 0 0,3 0 0 15,3-1 0-15,-5 1 0 0,1-1 0 16,1-1 0-16,0 3-57 0,1-5-334 0,-2 3-68 15,1-2-58-15,-5 1-61 0,3 3-52 16,-1-1-49-16,-8 2-39 0,0 0-698 0,0 0-866 16</inkml:trace>
  <inkml:trace contextRef="#ctx0" brushRef="#br0" timeOffset="214505.36">17615 9910 3709 0,'-14'9'-19'16,"0"-1"101"-16,5 0 81 0,-1-4 66 15,5 2 55-15,-4-3 62 0,2 0 43 0,2 2 21 16,5-5 9-16,-13 6-5 0,13-6-9 15,-5 6-31-15,3-2-21 0,2-4-27 0,0 0-39 16,7 10-267-16,-7-10-20 0,13 3 0 16,-4-1 0-16,0-2 0 0,-9 0 0 15,27-2 0-15,-13 2 0 0,-1-3 0 0,2 2 0 16,-2-2 0-16,1 1 0 0,1-2-91 16,-3 0-424-16,1-2-106 0,0 0-89 0,2-2-133 15,-4 3 61-15,3-3-792 0,-3 2-1017 16</inkml:trace>
  <inkml:trace contextRef="#ctx0" brushRef="#br0" timeOffset="-214308.72">18260 9806 4602 0,'-4'-3'150'0,"4"3"50"0,-8-7 23 16,8 7 18-16,0 0 12 0,0 0 5 0,-5-7-10 16,5 7 8-16,0 0 0 0,0 0-15 15,-4 19-21-15,6-9-18 0,-4 4-19 16,2 0 3-16,0 1-18 0,-4 5-8 16,2 1-16-16,1 3-144 0,-4-3 0 0,1 0 0 15,-1-2 0-15,1-1 0 0,0-3 0 16,1-3 0-16,-1 0 0 0,0-1 0 0,1-3 0 15,2-2 0-15,-1 0 0 0,2-6 0 16,0 0 0-16,0 0 0 0,0 0 0 0,0 0 0 16,0 0 0-16,-8-29 0 0,10 14 0 15,2-5 0-15,0 0 0 0,2-1 0 0,2 2 0 16,-5 1 0-16,5 2 0 0,-5 3 0 16,6-1 0-16,-6 5 0 0,3-1 0 0,-1 3 0 15,3 0 0-15,0 2 0 0,0 2 0 16,-8 3 0-16,12-2 0 0,-12 2 0 15,16 3 0-15,-7 1 0 0,1 1 0 0,-2 0 0 16,-1 4 0-16,3-1 0 0,-5 1 0 16,2-1 0-16,-4 4 0 0,1-5 0 15,-2 2 0-15,1 0 0 0,-3-3 0 0,2 1 0 16,-2-7 0-16,2 10 0 0,-2-10 0 16,4 7 0-16,-4-7 0 0,0 0 0 0,0 0 0 15,14-18 0-15,-7 6 0 0,4-8 0 16,7-3 0-16,-2-1 0 0,2 3 0 0,-2 2 0 15,-5 6 0-15,0 1 0 0,1 3 0 16,-3 1 0-16,-2 4 0 0,4 2 0 16,-4 1 0-16,-7 1 0 0,17 5 0 0,-9 1 0 15,-1 2 0-15,3 0 0 0,0 1 0 16,-5 4 0-16,5 1 0 0,-5 0 0 16,1-1 0-16,-2 3 0 0,2-3 0 0,-4 4 0 15,1-3 0-15,-1 0 0 0,2-4 0 16,-2 2 0-16,0-1 0 0,-1-2 0 0,-1 0 0 15,2-2 0-15,-2-7 0 0,0 4-340 16,0-4-267-16,0 0-103 0,0 0-159 0,12-12 60 16,-2 1 98-16,-1 1-699 0,-1-2-861 15</inkml:trace>
  <inkml:trace contextRef="#ctx0" brushRef="#br0" timeOffset="-213825.58">18815 9798 3700 0,'-6'-8'106'0,"1"2"68"0,4 2 46 0,1 4 28 0,-4-11 26 0,4 11 28 0,4-8 10 0,-4 8 5 15,6-4-7-15,-6 4-21 0,15-2-26 0,-15 2-22 16,16 5-18-16,-9 0-16 0,0 4-16 16,1-1-15-16,-2 2-16 0,2 4-11 0,-5-1 7 15,3 1 9-15,-3 0-157 0,-3 3-8 16,2-3 0-16,-4 3 0 0,1-2 0 15,-5-1 0-15,1 1 0 0,-3-3 0 0,-2 5 0 16,-1-3 0-16,-1-3 0 0,-3 1 0 16,2-3 0-16,-3-3 0 0,2 0 0 15,0-1 0-15,-1-5 0 0,1-5 0 0,1-1 0 16,5-7 0-16,1-5 0 0,1-3 0 16,6-6 0-16,6-4 0 0,1-3 0 0,-1 8 0 15,5-1 0-15,1 7 0 0,-2 3 0 16,-3 6 0-16,2 5 0 0,2-2 0 0,-4 7 0 15,2-2 0-15,-9 3 0 0,21 4 0 16,-11 4 0-16,2-2 0 0,-1 3 0 0,2 6 0 16,1-1 0-16,-3 0 0 15,1-1 0-15,-1 3 0 0,0-3 0 0,-1 3 0 16,-1 1 0-16,0-5 0 0,0 0 0 16,-4-2 0-16,3-1 0 0,-3-3 0 0,1 3 0 15,-1-1 0-15,4-4 0 0,-6 2 0 16,3-3 0-16,-6-3 0 0,5 4-70 0,-5-4-535 15,0 0-140-15,0 0-146 0,0 0 61 16,24-7 96-16,-19 1-734 0,1 4-916 0</inkml:trace>
  <inkml:trace contextRef="#ctx0" brushRef="#br0" timeOffset="-213525.22">19083 9744 4098 0,'-10'-4'113'0,"5"-4"56"0,-1 2 51 0,6 6 40 0,-5-12 30 0,5 9 35 0,0 3 3 0,0 0-8 16,9-14-12-16,-2 14-5 0,-7 0-9 15,23 0-24-15,-23 0-27 0,29 6-16 0,-13 2-13 16,-3-1-17-16,-2 6-185 0,3 0-12 16,-5 0 0-16,0 5 0 0,-1-1 0 0,-4 1 0 15,-2-1 0-15,-4 2 0 0,0 3 0 16,-1-2 0-16,-4 2 0 0,1-5 0 0,-1 3 0 15,-2-3 0-15,-1-1 0 16,0-5 0-16,1 1 0 0,-1-4 0 0,1 1 0 16,1-3 0-16,1-4 0 0,7-2 0 15,0 0 0-15,-18-10-451 0,15 3-269 0,-1-7-115 16,6 2-11-16,3-5 82 0,1-3-792 16,10-6-999-16</inkml:trace>
  <inkml:trace contextRef="#ctx0" brushRef="#br0" timeOffset="-213258.68">19401 9676 3992 0,'4'-6'-63'0,"-4"6"74"16,2-10 72-16,-2 10 47 0,-2-9 33 0,2 9 21 15,-2-7 2-15,2 7-6 0,0 0-11 16,0 0 1-16,0 0 3 0,0 0 3 16,-29 21-10-16,18-4 0 0,2 2-20 0,-7 6 10 15,3 4-13-15,1 0-2 0,7-5-13 16,-1-2-14-16,3-2-8 0,-1 3 1 0,4-4 5 15,-2-4-7-15,2 4 3 0,2-6-8 16,2 1-9-16,-2-2-10 0,1-1-12 0,3-2-10 16,-1-1-21-16,4-4-48 0,-4 0-54 15,4-4-82-15,-9 0-80 0,20-4-103 16,-11 1-105-16,2-4-101 0,5 0-117 0,-5-3-92 16,3 0 47-16,-1-3-614 0,1 1-767 15</inkml:trace>
  <inkml:trace contextRef="#ctx0" brushRef="#br0" timeOffset="-212473.23">19744 9537 3386 0,'6'-5'-57'0,"-6"5"62"16,0 0 48-16,2-5 45 0,-2 5 31 0,0 0 25 15,6-8 17-15,-6 8 11 0,5-6 4 16,-5 6-6-16,6-7-8 0,-2 4-6 0,-4 3-2 16,6-9-10-16,-2 5-8 0,-4 4-6 15,3-8-2-15,-3 8-1 0,0-10-5 0,0 10 0 16,0-15-1-16,0 9-10 0,0 6 4 15,-1-15-12-15,-1 7-6 0,-5-2-11 0,4 6-17 16,-1-4-6-16,-5 3-8 0,9 5-6 16,-22-2-8-16,8 2-3 0,0 4-8 15,-5 1-5-15,2 5 2 0,-8 6-1 16,6-3-12-16,-2 7 3 0,3-1-6 0,2 4 10 16,4-4-2-16,3-3-5 0,1 2 1 15,3-4 2-15,1 2 2 0,2-6-4 0,2 3-1 16,4-1 4-16,-2 0 4 0,1 0-4 15,3 2 4-15,-1-2 6 0,6-2 7 0,-2 2 13 16,-4 0 10-16,3-3 11 0,0 2 20 16,0 2 23-16,-7 0-30 0,5 4-92 0,-2-1 0 15,-4 2 0-15,0-1 0 0,-4 2 0 16,-2-4 0-16,-3 14 0 0,1-5 0 16,-1-5 0-16,-2 8 0 0,-5-3 0 0,5-3 0 15,1-4 0-15,2-3 0 0,1-2 0 16,1-3 0-16,3-1 0 0,-2-2 0 0,-1 2 0 15,5-3 0-15,-1-1 0 0,2-4 0 16,0 8 0-16,0-8 0 0,0 0 0 0,2 12 0 16,-2-7 0-16,1 1 0 0,1 2 0 15,2 4 0-15,1 0 0 0,-4 5 0 0,1 0 0 16,0 2 0-16,-2 1 0 0,0 5 0 16,0-2 0-16,0 1 0 0,-2 1 0 0,2-4 0 15,2-4 0-15,-2 1 0 0,0-1 0 16,4-5 0-16,-1 1 0 0,1-5 0 15,2 0 0-15,4-1 0 0,-3-1 0 16,4-3 0-16,1-1 0 0,-1-1 0 0,-1 1 0 0,-10-2 0 16,21 0 0-16,-12 0 0 15,-9 0 0-15,20-2 0 0,-15 1 0 0,-5 1 0 16,18-2 0-16,-18 2 0 0,9-2 0 16,-9 2 0-16,0 0 0 0,7-3 0 0,-7 3 0 15,0 0 0-15,0 0 0 0,-2-11 0 16,2 11-907-16,-14-3-49 0,2 1-1196 0,-3 1-1560 15</inkml:trace>
  <inkml:trace contextRef="#ctx0" brushRef="#br0" timeOffset="-199476.74">20219 9668 6090 0,'0'0'-145'0,"-8"-6"63"0,8 6 50 0,0 0 42 0,0 0 37 0,0 0 29 0,-5-6 17 15,5 6 11-15,0 0-8 0,0 0-11 16,0 0-6-16,-5-8-8 0,5 8-9 0,0 0-4 16,0 0 0-16,0 0-14 0,0 0-9 15,0 0-5-15,-2-9 12 0,2 9 2 0,0 0 10 16,0 0 6-16,0 0 8 0,0 0 7 16,0 0 8-16,0 0 0 0,0 0-1 15,0 0-4-15,0 0-4 0,0 0-5 16,0 0-8-16,0 0-5 0,0 0-5 0,-5-4-8 15,5 4 1-15,0 0-4 0,0 0-14 16,0 0 3-16,0 0-4 0,0 0-5 0,0 0-6 16,0 0-6-16,0 0 0 0,0 0-4 15,0 0 0-15,0 0-2 0,0 0-12 0,0 0 0 16,0 0-11-16,0 0-8 0,0 0-3 16,0 0-6-16,0 0-2 0,0 0-7 15,0 0-2-15,0 0 10 0,0 0-19 16,0 0 0-16,0 0 5 0,0 0-7 0,0 0-3 15,0 0-3-15,0 0 0 0,0 0-1 16,0 0 4-16,0 0-4 0,0 0 6 0,0 0 4 16,0 0 8-16,0 0 2 0,0 0 2 15,0 0 8-15,0 0 10 0,0 0-3 0,0 0 6 16,0 0-1-16,0 0 6 0,0 0 2 16,0 0 1-16,0 0 5 0,0 0 0 0,0 0 1 15,0 0 4-15,0 0 1 16,0 0 3-16,0 0 0 0,0 0 4 0,0 0 8 0,0 0-2 15,0 0 11-15,0 0 4 0,0 0 4 16,0 0 9-16,0 0 1 0,0 0 6 16,0 0 6-16,0 0 5 0,0 0 0 15,0 0 3-15,5-11-6 0,-5 11 2 0,0 0-6 16,0 0 6-16,0 0-1 0,0 0 4 16,0 0 3-16,0 0-12 0,0-9 2 0,0 9-3 15,0 0-6-15,0 0-7 0,0 0-9 16,0 0-6-16,0 0-5 0,0 0 5 0,0 0-5 15,0 0 3-15,0 33 4 0,2-13-6 16,-2 1-10-16,-2 4 5 0,2 5-1 0,0 10-5 16,-1-1 10-16,1 0-6 0,-2 1 4 15,2-3 2-15,-4 0 3 0,2-8 15 16,0-6 4-16,2-3 6 0,0-1 3 16,-2-4 1-16,2-1 0 0,0-2-4 0,0-2-3 15,0-1-5-15,-1-1-9 0,2 1-24 16,-1-9 0-16,0 10 0 0,0-10 0 0,0 0 0 15,-1 8 0-15,1-8 0 0,0 0 0 16,0 0 0-16,0 0 0 0,0-25 0 16,1 7-68-16,1-3-42 0,4-2-17 0,-1-12-4 15,6 2 0-15,-2-2-2 0,0 2 8 16,1 1 14-16,-1 3 10 0,-3 7 12 0,0 3 7 16,-5 3 20-16,6 5 29 0,-5 0 29 15,0 2 18-15,-2 1 23 0,1 1 14 16,-1 1 22-16,0 6-10 0,-1-12 13 15,-1 8 13-15,2 4 11 0,0 0 12 0,0 0 5 16,-29 4 3-16,17 4 10 0,-3 4 7 16,0 1 11-16,-8 8-108 0,-2-2-40 0,2 3 0 15,2 1 0-15,4-1 0 0,2-5 0 16,2-2 0-16,4 1 0 0,0-5 0 0,4 1 0 16,3-2 0-16,-2-3 0 0,4 1 0 15,0-8 0-15,9 10 0 0,2-4 0 0,2-4 0 16,1-2 0-16,8 3 0 0,-1-3 0 15,0 0 0-15,1 0 0 0,3-3 0 0,-4 3 0 16,1-4 0-16,-4 2 0 0,2 0 0 16,-4-2 0-16,0 2 0 0,-3-1 0 15,-1 2 0-15,1-3 0 0,-6 2 0 0,3 0 0 16,0 2 0-16,-10 0 0 0,14-4 0 16,-5 4 0-16,-9 0 0 0,9-1 0 0,-9 1 0 15,0 0-254-15,11-2-331 0,-11 2-112 16,0 0-174-16,0 0 71 0,-4 11 65 0,4-11-710 15,-3 16-895-15</inkml:trace>
  <inkml:trace contextRef="#ctx0" brushRef="#br0" timeOffset="-199159.76">20602 10055 3974 0,'0'0'50'0,"0"0"63"0,2-7 52 0,-2 7 48 0,0 0 42 0,0 0 38 0,0 0 12 0,0 0 7 0,17 12 0 0,-14-3-8 15,6-1-7-15,-4 1-15 0,1 4-10 0,-3-2-8 16,3 2-8-16,-1 3-4 0,-2 1-4 16,-3 0-224-16,0 0-24 0,0-1 0 0,-3-1 0 15,0 3 0-15,-5-1 0 16,5-1 0-16,-3 1 0 0,3-3 0 0,-6 0 0 0,4-1 0 15,-3-3 0-15,5 0 0 16,-5 0 0-16,3-3 0 0,-4-2 0 0,4 0 0 16,-3-1-602-16,8-4-179 0,-12 1-122 15,12-1 77-15,0 0-901 0,0 0-1161 0</inkml:trace>
  <inkml:trace contextRef="#ctx0" brushRef="#br0" timeOffset="-197778.55">21200 9600 4497 0,'-4'-10'-142'0,"2"3"51"0,-1 0 39 15,-1 2 40-15,4 5 28 0,-6-7 23 0,6 7 25 0,0 0 33 16,0 0 23-16,-26 19 17 0,15-2 10 16,-5 12 1-16,0 0 7 0,3 6 7 0,2 0 4 15,3 2 4-15,0 2-8 16,5 1 17-16,3 2-13 0,3-2-4 0,1-1-10 0,4-3-5 16,2-1 4-16,1-2 6 15,3-3 0-15,-5-8 2 0,2 6-4 0,-1-9-5 0,-2-2-8 16,3-2-14-16,-3-1-11 15,-1-4-10-15,1-1-15 0,-1-1-7 0,0-2-83 16,-2 0-2-16,2-1 0 0,1 1 0 16,-3-5-116-16,4 2-121 0,-9-3-84 0,13 4-94 15,-13-4-93-15,0 0-105 0,17-4-151 16,-17 4 6-16,11 0 86 0,-11 0-616 0,11-4-747 16</inkml:trace>
  <inkml:trace contextRef="#ctx0" brushRef="#br0" timeOffset="-195945.61">21436 9978 3919 0,'0'0'170'0,"-11"3"28"0,11-3 13 0,0 0 6 0,0 0 24 0,0 0 16 16,0 0 1-16,0 0-12 0,33-13-27 15,-19 7-19-15,2 2-23 0,-1 2-21 16,3-3-14-16,-4 2-10 0,2 2-14 16,-3-3-31-16,1 2-33 0,-3 0-49 0,-1 2-43 15,-1-4-38-15,1 2-40 16,-10 2-47-16,13-2-58 0,-3 0-75 0,-10 2-75 0,11-3-96 15,-11 3-129-15,12-4-98 0,-12 4 64 16,7-3-506-16,-7 3-603 0</inkml:trace>
  <inkml:trace contextRef="#ctx0" brushRef="#br0" timeOffset="-195545.62">21838 9769 3428 0,'0'-12'127'0,"0"2"29"16,2 3 22-16,5-1 6 0,-4 2 12 0,3 0 2 16,1 2-10-16,3 2-16 0,2 2-13 15,-12 0-14-15,23 2-15 0,-10 6-14 0,0 0-12 16,-2 4-1-16,2 5-1 0,-4 2 15 16,-6 4 22-16,1-1 35 0,-4 3 16 0,-5 8 22 15,-4 3 18-15,0-2 14 16,-2-2 16-16,1-2 9 0,-3-1 12 0,5-6-23 15,3-8-127-15,-2-1-131 0,4-4 0 0,-1 1 0 16,2-5 0-16,0 1 0 0,2-7 0 16,4 12 0-16,3-7 0 0,2-1 0 15,2-1 0-15,-11-3 0 0,27 2 0 0,-13-4 0 16,2 2 0-16,4-3 0 0,-2 1 0 16,0-1 0-16,-2 1 0 0,0 0 0 0,-1 2 0 15,-3-2 0-15,-3 1 0 0,-9 1 0 16,19-2 0-16,-11 2 0 0,-8 0 0 0,14-2 0 15,-14 2 0-15,13 0 0 16,-13 0 0-16,0 0 0 0,12-2 0 0,-12 2 0 0,0 0-470 16,10-1-151-16,-10 1-137 15,8-4-107-15,-8 4 88 0,9-1-821 0,-9 1-1040 16</inkml:trace>
  <inkml:trace contextRef="#ctx0" brushRef="#br0" timeOffset="-195162.28">22629 9950 4110 0,'-18'1'15'0,"2"1"78"0,1-2 53 0,-1 3 46 0,4-3 56 0,-2 0 53 0,1 0 41 0,13 0 28 0,-20 0 9 15,20 0-4-15,0 0-4 0,-16 0-14 16,16 0-9-16,0 0-21 0,-9-5-110 0,9 5-217 16,0 0 0-16,0 0 0 0,36-12 0 15,-18 6 0-15,5 2 0 0,0 1 0 16,4-2 0-16,-2-1 0 0,-1 3 0 15,-1 1 0-15,0-2 0 0,-3 2 0 0,-4 0 0 16,0-2 0-16,-3 3 0 0,0-1-17 16,-1 0-405-16,-1-1-54 0,-1-1-38 0,1 1-43 15,-4 1-59-15,1-3-83 0,-3 0-21 16,-5 5 75-16,9-5-554 0,-9 5-663 0</inkml:trace>
  <inkml:trace contextRef="#ctx0" brushRef="#br0" timeOffset="-193862.09">22685 9744 3173 0,'0'0'-35'0,"-2"-8"51"0,2 8 48 0,-4-10 32 16,4 10 55-16,-4-6 26 0,4 6 17 15,-2-6 11-15,2 6 6 0,-1-7 2 16,1 7-6-16,-4-8-3 0,4 8-6 0,0 0-23 16,-6-6-8-16,6 6-13 0,0 0 22 0,0 0 19 15,2 23 9-15,0-5-3 0,-2 3-7 16,2 3-6-16,0 12-10 0,-4 5-6 16,0 1 10-16,2-1-3 0,0 0-5 0,0-1 4 15,0-3 9-15,2-5 14 0,-2-4-189 16,0-5-12-16,2-2 0 0,-2-1 0 15,0-8 0-15,0 2 0 0,0-2 0 0,0 0 0 16,0-2 0-16,0 0 0 0,0-5 0 16,0 3 0-16,0-4 0 0,0-4 0 0,0 0 0 15,0 13 0-15,0-13 0 0,0 0 0 16,-2 5 0-16,2-5 0 0,0 0 0 0,0 0 0 16,0 0 0-16,0 0 0 0,0 0-249 15,0 0-551-15,0 0-140 0,0 0 81 16,0 0-958-16,0 0-1245 0</inkml:trace>
  <inkml:trace contextRef="#ctx0" brushRef="#br0" timeOffset="-192476.35">23377 9747 4632 0,'-4'-7'-45'0,"2"1"85"0,-2 0 47 0,4 6 34 0,-3-10 24 0,-1 6 24 15,4 4 14-15,-7-5 4 0,7 5-2 16,0 0 29-16,0 0 14 0,-11 13 6 15,10 5-6-15,-1-1-17 0,-2 8-15 0,0 12-17 16,2 1-18-16,-4 2-2 0,6-2-15 16,-4-3-14-16,2 2-13 0,1-8-9 0,-1-5-15 15,0-3-8-15,2-4-85 0,-2 0 0 16,0-4 0-16,0-1 0 0,2-1 0 0,-2-3 0 16,2 1 0-16,-1-1 0 0,1-3 0 15,0-5 0-15,0 0 0 0,0 0 0 16,0 0 0-16,0 0 0 0,0 0 0 15,3-27 0-15,3 6-30 0,1-9-173 0,3-6-8 16,0 0 9-16,-1-4 18 0,-4 2 17 16,6 6 22-16,-8 4 21 0,3 10 36 0,-4 0 39 15,-2 7 38-15,0 0 26 0,-2 3 30 16,-6 0 34-16,3 4 24 0,-7 4 20 0,12 0 15 16,-31 8 16-16,3 4 12 0,-1 2 11 15,2 1 3-15,9-1 4 0,0-2-134 0,5 2-50 16,3-4 0-16,3 0 0 0,-1 2 0 15,5-1 0-15,1-2 0 0,4 3 0 16,1-4 0-16,7 1 0 0,4 0 0 0,0 2 0 16,4-5 0-16,-2-3 0 0,4-1 0 15,-4 2 0-15,4-2 0 0,-3 0 0 0,-2 0 0 16,1-2 0-16,-1 0 0 0,0 0 0 16,-3-2 0-16,1 2 0 0,-2-2 0 0,1-2-240 15,-2 1-217-15,1-1-65 0,-4 2-91 16,3-4-101-16,0 2-79 0,-3 2 66 0,0-2-676 15,0-2-855-15</inkml:trace>
  <inkml:trace contextRef="#ctx0" brushRef="#br0" timeOffset="-192075.6">23475 9581 3850 0,'0'-10'-7'0,"-1"3"51"0,1 2 27 0,0 5 26 0,-2-9 12 0,2 9 18 0,0 0 8 16,2-6 14-16,-2 6 15 0,0 0 14 0,0 0 0 15,30 24-10-15,-16-11-11 0,4 10-19 16,2 2-14-16,-3 6 4 0,2 0 3 0,0 9 15 16,-4-6 9-16,-1 11 23 0,1 1 36 15,-5 4 30-15,-5-9 22 0,-3 3 15 16,2-1 41-16,-8 0 8 0,0-1-216 0,-1 0-114 15,-3-1 0-15,-2-4 0 0,5-4 0 16,-5 0 0-16,4-10 0 0,2-1 0 0,1-7 0 16,-1 1 0-16,0-5 0 0,3 1 0 15,1-3 0-15,-2-1 0 0,0-1 0 0,2 0 0 16,-3 0 0-16,3-7 0 0,-2 10 0 16,0-5 0-16,2-5 0 0,-2 10 0 0,2-10 0 15,0 0 0-15,0 0 0 0,0 0 0 16,0 0 0-16,0 0-279 0,0 0-368 0,0 0-115 15,13-23-103-15,-10 12 65 16,5-2-845-16,1-3-1084 0</inkml:trace>
  <inkml:trace contextRef="#ctx0" brushRef="#br0" timeOffset="-191413.27">24055 9353 4365 0,'-4'-5'-78'0,"0"0"64"0,4 5 49 0,-2-7 46 0,2 7 27 0,-3-5 28 0,3 5 17 16,0 0 13-16,0 0 8 0,0 0 0 0,25 15-6 15,-16 1-6-15,7 7-12 0,-2 6-3 16,0 4-5-16,-1 4-4 0,-2 0 12 0,-2 3 3 16,0-1 5-16,-6 4 18 0,5 1 25 15,-4 0 11-15,-2-1 0 0,-2 1-4 0,0-1-8 16,0-2-6-16,0 0-74 0,0-4-120 15,-2-1 0-15,2-6 0 0,0-4 0 0,2 0 0 16,-2-3 0-16,0 2 0 0,2-2 0 16,0 1 0-16,0 1 0 0,0-4 0 0,1 2 0 15,-3 0 0-15,2-3 0 0,-2 1 0 16,4 1 0-16,-4 2 0 0,0-4 0 16,0-1 0-16,0 2 0 0,0-2 0 0,0-2 0 15,0 0 0-15,0-2 0 0,0-1 0 16,-2-2 0-16,2-2 0 0,0-1 0 0,-2-1 0 15,2-1 0-15,0 1 0 0,0-2 0 16,0-6 0-16,-2 11 0 0,2-11 0 16,0 0-192-16,-3 3-514 0,3-3-160 0,0 0-12 15,0 0 94-15,0 0-837 0,0 0-1059 16</inkml:trace>
  <inkml:trace contextRef="#ctx0" brushRef="#br0" timeOffset="-191028.32">24781 9964 4580 0,'0'0'83'0,"0"0"66"0,-15 0 58 0,15 0 59 0,-9-4 39 0,9 4 27 0,0 0 8 0,0 0 1 15,0 0-17-15,0 0-30 0,0 0-32 0,20-13-24 16,-8 9-18-16,-1 2-34 15,0 0-122-15,1-1-64 0,1 0 0 0,-1-1 0 0,-1 1 0 16,0 1-166-16,1-1-101 16,-1-1-65-16,-1 2-75 0,-2 1-65 0,-8 1-55 15,15-2-58-15,-15 2-92 0,9-2-28 16,-9 2 69-16,0 0-526 0,0 0-629 0</inkml:trace>
  <inkml:trace contextRef="#ctx0" brushRef="#br0" timeOffset="-190779.48">24720 10157 3614 0,'-9'4'295'0,"-1"-3"87"0,5 3 69 0,5-4 50 16,0 0 44-16,-12 3 25 0,12-3 6 15,0 0-15-15,0 0-29 0,0 0-368 16,0 0-164-16,34 0 0 0,-16-1 0 0,0-3 0 16,1 1 0-16,3-1 0 0,-2 1 0 15,-1 0 0-15,1 1 0 0,-4 0 0 0,2 1 0 0,-5-1 0 16,1 0 0-16,-5 2 0 15,-9 0 0-15,16 0 0 0,-16 0 0 0,13 0 0 16,-13 0 0-16,7 4 0 0,-7-4 0 16,0 0 0-16,6 3-47 0,-6-3-535 0,0 0-131 15,0 0-183-15,0 0 79 0,-12 13 77 16,9-9-755-16,-3-1-942 0</inkml:trace>
  <inkml:trace contextRef="#ctx0" brushRef="#br0" timeOffset="-189563.2">25578 9804 4004 0,'0'-6'-43'0,"0"-2"43"0,0 8 25 0,2-15 35 0,-2 9 33 0,2 0 42 16,0 0 40-16,-2-2 33 0,0 8 22 0,1-9 25 15,-1 9 10-15,0 0 28 16,0 0 29-16,0 0 20 0,0 0 1 0,10 27 7 15,-7-8-10-15,-1 6-2 0,0 11-17 0,-2 3-186 16,2 2-135-16,-2 0 0 0,3 2 0 16,-1-3 0-16,-1-5 0 0,-1-3 0 15,0-4 0-15,2-3 0 0,-2-1 0 0,0-3 0 16,0-2 0-16,-2-3 0 0,2-2 0 16,0 1 0-16,-1-6 0 0,1 1 0 0,0 0 0 15,-2-4 0-15,2-6 0 0,-5 5 0 16,5-5 0-16,0 0 0 0,0 0-448 15,-4-21-98-15,4 8-37 0,0-11-21 0,4-12-23 16,1-5-11-16,-2-2 13 0,3-10-776 16,-1 0-854-16</inkml:trace>
  <inkml:trace contextRef="#ctx0" brushRef="#br0" timeOffset="-189262.85">25656 9743 3578 0,'0'-29'-126'16,"0"8"74"-16,0 2 63 0,-2 3 69 16,0 2 56-16,2 3 40 0,-4 0 31 0,2 4 20 15,-1 2 21-15,3 5 26 0,-12-3 29 16,12 3 5-16,-24 12 14 0,6 0 8 0,-3 10 6 15,1 4 4-15,-9 9 4 0,2 4 8 16,4 0-2-16,4-8-14 0,2 3-225 16,3-1-111-16,3-2 0 0,6-5 0 0,1-5 0 15,4-2 0-15,0 1 0 0,5-1 0 16,3-1 0-16,6-5 0 0,0-1 0 16,13 3 0-16,6-7 0 0,3-2 0 0,-4-6 0 15,10-2 0-15,0-4 0 0,-2 2 0 16,0-3 0-16,-4-3 0 0,-1 6 0 0,-9-1 0 15,-3 1 0-15,-6 3 0 0,-1-3 0 0,-3 2 0 16,-4 1 0-16,1-1 0 0,-10 2 0 16,17-3 0-16,-11 0 0 0,-6 3 0 0,11 0 0 15,-11 0 0-15,10-4-351 0,-10 4-203 16,5-5-114-16,-5 5-155 0,5-5 16 0,-5 5 80 16,0 0-722-16,0 0-899 0</inkml:trace>
  <inkml:trace contextRef="#ctx0" brushRef="#br0" timeOffset="-187292.53">16758 11013 3796 0,'-4'-3'15'0,"4"3"80"0,-7-11 38 0,3 6 41 0,4 5 29 16,-4-7 23-16,4 7 21 0,-8-5 22 15,8 5 7-15,0 0-12 0,0 0 8 0,0 0 21 16,-11 22 8-16,9 1-10 0,-1 11-21 16,-2 3-19-16,3 4-19 0,0-2-22 0,2 4-15 15,0-7-21-15,2 3-170 16,0-10-4-16,1-3 0 0,-1-1 0 0,0-5 0 15,-1-2 0-15,-1 0 0 0,0-3 0 16,0-3 0-16,2-2 0 0,0 1 0 0,-2-3 0 16,0-2 0-16,0-6 0 0,4 8 0 15,-4-8 0-15,0 0 0 0,0 0 0 0,3-26 0 16,-3 9 0-16,4-7 0 0,2-14 0 16,0-1 0-16,2 2 0 0,-3-2 0 0,2 5 0 15,4 1 0-15,-6 11 0 0,-1 5 0 16,0 4 0-16,-3-2 0 0,1 6 0 0,2 3 0 15,0-1 0-15,-4 7 0 0,10-4 0 16,-10 4 0-16,0 0 0 0,0 0 0 0,27 10 0 16,-22-3 0-16,3-1 0 0,-1 0 0 15,-2 2 0-15,4-3 0 0,-6-1 0 16,3 2 0-16,-6-6 0 0,11 6 0 16,-4 0 0-16,-7-6 0 0,5 4 0 0,-5-4 0 15,0 0 0-15,21-12 0 0,-11-1 0 16,1-1 0-16,6-5 0 0,-2 1 0 0,-1 4 0 15,-1 3 0-15,-4 0 0 0,1 6 0 16,-1 1 0-16,-9 4 0 0,0 0 0 16,29 14 0-16,-20 0 0 0,3 3 0 0,-1 8 0 15,0 4 0-15,2 0 0 0,-4 2 0 16,0-2 0-16,-1-4 0 0,0 6 0 0,-3-5 0 16,3-4 0-16,-4-2 0 0,0-2 0 15,2-1 0-15,-5-1 0 0,3-5 0 16,0 0 0-16,-2-1 0 0,-1-3 0 15,3 0 0-15,-2 0 0 0,1-2 0 0,-3-5 0 16,0 0-84-16,0 0-155 0,0 0-56 16,0 0-81-16,13-18-77 0,-10 9-77 0,-1-3-97 15,6 0-140-15,-2-2 40 0,3-1-665 16,2-2-845-16</inkml:trace>
  <inkml:trace contextRef="#ctx0" brushRef="#br0" timeOffset="-186697.72">17560 11032 3622 0,'0'0'-56'0,"-2"-7"60"0,2 7 36 0,0 0 40 0,0 0 42 0,0 0 40 0,0 0 27 16,5-8 12-16,-5 8 7 0,0 0-3 15,0 0 2-15,0 0-9 0,0 0 0 0,0 0 2 16,0 0-11-16,18 1-8 0,-18-1-14 16,0 0-7-16,0 0-9 0,14-3-12 15,-14 3-10-15,0 0-14 0,0 0-11 16,13-5-10-16,-13 5-4 0,7-9-19 0,-5 4-1 16,0-2-6-16,0-3-7 0,-2 10-7 15,0-17-4-15,-4 5 6 0,2 1-8 0,-3 0-3 16,-3-2 1-16,5 3-8 0,-7-1-1 15,0 5-7-15,1-2-3 0,-3 2-6 0,1 3 0 16,2 3-2-16,9 0-3 0,-29 7-1 16,13 0-4-16,0 2-2 0,0 6 1 0,3 2-2 15,1 0-4-15,5 2 1 16,-1 3-9-16,5-3-9 0,5 0-11 0,1 3-10 16,10 3-9-16,5 2-5 0,-1-4-4 15,-6-3 7-15,11 5 2 0,-4-7 7 0,3 3 1 16,1-1 12-16,-8-3 19 0,-3 0 34 15,3-5 23-15,-3 5 38 0,0-5 36 0,-6-2 28 16,3 3 21-16,-5 1 10 0,3-3-172 16,-4-1-10-16,-2 2 0 0,-2 0 0 0,-2 1 0 15,0-3 0-15,-5 1 0 0,4 1 0 16,-6-2 0-16,0 1 0 0,2-4 0 0,-3 2 0 16,3-4 0-16,0-2 0 0,-5-2 0 15,5-1 0-15,9 0 0 0,-24-1 0 16,13-2 0-16,-1-1 0 0,5-1 0 15,0 1 0-15,-1 0-282 0,8 4-524 0,-5-9-126 16,4 3 73-16,1 6-948 0,6-11-1234 16</inkml:trace>
  <inkml:trace contextRef="#ctx0" brushRef="#br0" timeOffset="-186497.42">18018 11251 5347 0,'0'0'114'0,"0"0"54"0,-6-15 30 0,6 15 8 0,2-8 0 0,-2 8 2 16,8-11-16-16,-3 8-22 0,7-1-19 0,-2 3-9 15,-10 1-43-15,22-8-86 16,-12 5-96-16,5 2-105 0,1-4-139 0,-4-1-142 16,6 0-155-16,-3 4-151 0,2-5 57 15,-4 4-653-15,-1-1-824 0</inkml:trace>
  <inkml:trace contextRef="#ctx0" brushRef="#br0" timeOffset="-186330.56">18049 11393 4298 0,'-16'11'381'15,"7"-3"59"-15,0-1 50 0,6-1 41 0,-1-1 21 16,2 0-13-16,2-5-30 0,0 0-58 16,12 10-451-16,-3-8 0 0,1-2 0 0,4 0 0 15,-2-4 0-15,1 0 0 0,7 0 0 16,-6-1 0-16,0 0 0 0,-1 2 0 15,-1-1-420-15,-1 2-503 0,2 0-6 16,-13 2 95-16,11 0-895 0,-11 0-1163 0</inkml:trace>
  <inkml:trace contextRef="#ctx0" brushRef="#br0" timeOffset="-172283.62">18404 11116 1630 0,'-1'-12'274'0,"1"6"-54"0,0 6-17 0,1-9-3 0,-1 3-10 0,0 6 8 0,0-8 2 15,0 8-2-15,0 0 32 0,0 0 28 16,0 0 17-16,0 0 11 0,16 18 4 16,-9-4 14-16,-3 4-10 0,2 2-3 15,0 3-7-15,-2-1-4 0,1 2-18 0,-1 0-18 16,0 0-23-16,-1-4-14 0,-1-1-7 15,0-2-7-15,0-3-5 0,0-2-9 0,1-2-1 16,-3 0-11-16,2-1-120 0,-1-2-47 16,-1 0 0-16,0-7 0 0,0 6 0 15,0-6 0-15,0 0 0 0,0 0 0 0,0 0 0 16,-3-32 0-16,5 8 0 0,-1-3 0 16,3-11 0-16,0 0 0 0,3 4 0 0,2 2 0 15,-4 9 0-15,1 6 0 0,-3 1 0 16,5 4 0-16,-3 2 0 0,4 1 0 0,-4 6 0 15,2 0 0-15,-7 3 0 0,0 0 0 16,27 6 0-16,-18 2 0 0,3 1 0 16,1 3 0-16,-2 0 0 0,3 5 0 0,-3-3 0 15,0 4 0-15,-4-1 0 0,0-2 0 16,-5-1 0-16,4 2 0 0,-3-3 0 0,0-2 0 16,-1 0 0-16,0-2 0 0,0-2 0 15,0 1 0-15,-1-4 0 0,1 1 0 0,-2-5 0 16,0 0 0-16,0 0 0 0,0 0 0 15,11-24 0-15,-5 5 0 0,8-8 0 0,-3-3 0 16,3 3 0-16,1 0 0 0,-3 8 0 16,-5 3 0-16,0 6 0 0,4 4 0 15,-2 3 0-15,-2 0 0 0,-7 3 0 16,20 8 0-16,-11 4 0 0,-2 0 0 0,2 8 0 16,2 1 0-16,-6-2 0 0,2 4 0 15,6 6 0-15,-6 1 0 0,0-5 0 0,1-4 0 16,-2-1 0-16,0 1 0 0,-3-5 0 15,3-2 0-15,-2-2 0 0,-3 0 0 0,3-3 0 16,1-1 0-16,-3 0 0 0,-1-4 0 16,-1-4 0-16,0 0 0 0,0 0 0 0,0 0-91 15,12-18-626-15,-7 7-154 0,2-1-12 16,4-5 81-16,-2 5-840 0,-2-1-1079 0</inkml:trace>
  <inkml:trace contextRef="#ctx0" brushRef="#br0" timeOffset="-171816.44">19083 11219 4541 0,'-1'-8'15'0,"1"2"33"0,1-1 32 0,-1 7 41 0,4-8 40 0,-4 8 38 16,11-5 21-16,-11 5-2 0,0 0-4 16,23 3 1-16,-13 3-10 0,2 3-4 0,-3 3 5 15,0 2 8-15,-2 3 7 0,4 4 8 16,-8-1 6-16,3 3 7 0,-4-4 2 0,-1-1-82 15,-1 3-162-15,-1-4 0 0,-1 2 0 16,-4-1 0-16,3-1 0 0,-5-2 0 0,2-4 0 16,-4 2 0-16,1-3 0 15,-1-1 0-15,-1-6 0 0,0 1 0 0,11-4 0 16,-23-4 0-16,12-4 0 0,-3-8 0 16,3-1 0-16,1-10 0 0,2-6 0 0,8 5 0 15,0 3 0-15,6-8 0 0,0 7 0 16,2 7 0-16,-3 4 0 0,3 1 0 0,-1 3 0 15,1 4 0-15,1 3 0 0,1 2 0 16,-10 2 0-16,21 6 0 0,-8 2 0 0,1 3 0 16,-1 4 0-16,4 7 0 15,0 2 0-15,-1 0 0 0,-2 5 0 0,4 2 0 0,1-2 0 16,0-1 0-16,0-2 0 16,2-2 0-16,-8-7 0 0,0-5 0 0,-2 0 0 15,-2-6 0-15,-4 3 0 0,4-4 0 16,-6 0 0-16,3-1 0 0,-1-1 0 0,-5-3 0 15,0 0 0-15,0 0 0 0,0 0-286 16,0 0-387-16,20-7-124 0,-20 7-76 0,2-5 79 16,-2 5-828-16,1-9-1060 0</inkml:trace>
  <inkml:trace contextRef="#ctx0" brushRef="#br0" timeOffset="-171434.19">19476 11233 4033 0,'0'0'-273'0,"4"-10"39"16,-2 6 21-16,-2 4 32 0,1-8 29 0,-1 8 38 0,6-4 28 0,-6 4 32 0,6-7 29 0,-6 7 29 0,3-6 34 15,-3 6 35-15,7-6 46 0,-7 6 38 0,3-8 30 16,-3 8 28-16,4-8 28 15,-4 8 26-15,2-7 14 0,-2 7-2 0,0 0-2 16,2-6-8-16,-2 6-6 0,0 0 5 0,0 0 0 16,-25 21-3-16,16-7 5 0,-3 6-9 15,0 5-11-15,1 3-18 0,-1 1-14 16,7-4-20-16,-1-4-12 0,6 1-9 0,0-5-16 16,2 5-135-16,2-6-28 0,1 1 0 15,1-2 0-15,0 2 0 0,0-5 0 0,-1 1 0 16,5-2 0-16,-4-4 0 0,3-1 0 15,-1-2 0-15,-3-3 0 0,-5-1-58 0,22-1-406 16,-11-5-111-16,1 1-114 16,-1-1-182-16,-2-4 89 0,1 2 73 0,-1 0-666 0,1-1-829 15</inkml:trace>
  <inkml:trace contextRef="#ctx0" brushRef="#br0" timeOffset="-170917.65">19315 11139 3681 0,'-2'-3'52'0,"2"3"63"0,-3-8 31 0,3 8 26 0,0 0 21 0,5-9 20 15,-5 9 17-15,0 0 15 0,20 3-7 16,-20-3 0-16,16 10 0 0,-5 0-4 0,0 1-2 16,-1 7 1-16,-3-1-3 0,1 2-6 15,-3 2-7-15,1 2-12 0,-5 1-15 0,-1 1-16 16,0 0-20-16,-1 1-15 0,-1-2-16 15,-4 2-48-15,4-5-75 0,-3 0 0 0,1-1 0 16,0-5-65-16,3-1-124 16,-6-2-64-16,3-1-81 0,1-3-99 0,-3 0-114 15,3-1-125-15,-5-5-114 0,3 2 50 0,5-4-684 16,-11 4-872-16</inkml:trace>
  <inkml:trace contextRef="#ctx0" brushRef="#br0" timeOffset="-170281.43">19919 10968 3602 0,'0'-6'-53'0,"0"1"82"0,0 5 60 0,0-11 46 15,0 11 33-15,0 0 26 0,-3-8 16 16,3 8 1-16,0 0-10 0,-9-6-11 0,9 6-3 16,0 0-7-16,0 0 3 0,-36 12 16 15,22-4 8-15,-6 3-1 0,0 7-6 0,2-2-6 16,0 4-11-16,0-4-10 15,7 2-21-15,3-1-18 0,1 0-8 0,1-2-12 16,2 1-4-16,2 0-11 0,1-1-6 0,2 1-6 16,3-1-4-16,2 0 0 0,1 2 8 15,3 1 12-15,0-2-75 0,-1 4-28 16,-1-2 0-16,1 1 0 0,-1 3 0 0,-3 1 0 16,-1-1 0-16,-4 3 0 0,-2 0 0 15,-2 0 0-15,-1 8 0 0,-3-2 0 0,-2 0 0 16,-1-4 0-16,4-5 0 0,-1-3 0 15,4-3 0-15,-2-1 0 0,3-1 0 0,1-1 0 16,0-4 0-16,2 1 0 0,0 0 0 16,2 0 0-16,1-1 0 0,-1 1 0 15,4 2 0-15,-2-4 0 0,4 1 0 16,-3 1 0-16,1-2 0 0,-1 3 0 0,4-5 0 0,-4 2 0 16,3 0 0-16,-3-1 0 15,5-2 0-15,-4 0 0 0,-1-1 0 0,1 2 0 16,0-1 0-16,-3-1 0 0,6 1 0 15,-9-5 0-15,9 7 0 0,-4-2 0 0,-1-2 0 16,3 1 0-16,-7-4 0 0,9 7 0 16,-6-5 0-16,-3-2 0 0,8 5 0 0,-3-2 0 15,-5-3-321-15,0 0-695 0,11 3 103 16,-11-3-1107-16,0 0-1437 0</inkml:trace>
  <inkml:trace contextRef="#ctx0" brushRef="#br0" timeOffset="-162818.48">20409 11294 5109 0,'2'-8'-272'0,"-2"1"42"0,0 0 33 0,0 0 51 0,0 7 53 0,0-14 47 0,0 7 41 16,-2-1 40-16,2 8 22 0,2-14 10 15,-2 9 12-15,0 5 4 0,2-10 8 0,-2 10-3 16,0 0-9-16,-2-9-7 0,2 9-7 15,0 0 23-15,0 0 39 0,-2 24 14 16,-2 0 11-16,1 14 7 0,-5 13-4 0,3 3-13 16,-4 0 24-16,4 1-9 0,1-9-14 15,2-1-11-15,1-1-14 0,-3-4-13 0,0-1-12 16,2-3-6-16,1-8-7 0,-4-4-6 16,1-2-4-16,-1-3-9 0,1-3-3 0,-2-1-7 15,3-5 1-15,-6 2-7 0,6-2-3 16,-1-4-3-16,-2-3-7 0,6-3-4 15,0 0-14-15,-14 0-36 0,14 0-42 0,-12-17-41 16,8 3-47-16,2-6-32 0,4-6-37 16,3-16-32-16,6-12-20 0,2-1 7 15,1-1 27-15,2 2 19 0,-1 2 28 0,-5 14 15 16,-1 1 18-16,-1 5 23 0,-2 6 13 16,0 5 36-16,-4 6 38 0,-1 1 28 0,-1 4 10 15,0 1 2-15,0-1 1 0,0 5 13 16,-3 0 53-16,3 5 35 0,-16 0 7 0,16 0 27 15,-31 16 15-15,8 2 18 0,1 3-1 16,-1 4 15-16,2 1 12 0,2 3 0 16,2-1-7-16,-1 0-17 0,9-6-14 0,2-1 11 15,3-6-7-15,2 2 5 0,2-2 3 16,6 3-6-16,1-5-11 0,9 1-14 16,9-1-11-16,2-2-12 0,4-4-12 15,2-1-7-15,1-3-8 0,-5-6-26 0,0 3-65 16,7-8-72-16,-8 3-72 0,-4 0-73 15,1-1-75-15,-4 1-82 0,-1 5-79 0,-5-5-78 16,0 4-122-16,-7 1-87 0,-8 0 55 16,13 4-546-16,-10 0-703 0</inkml:trace>
  <inkml:trace contextRef="#ctx0" brushRef="#br0" timeOffset="-162568.39">20690 11822 3539 0,'13'0'28'0,"-13"0"2"0,0 0-3 0,9 4 37 0,-9-4 49 0,10 5 47 0,-4 0 25 0,-1 2 15 15,3 1 2-15,-3 6 4 0,4 0-4 0,-6 3 3 16,-1 0-6-16,-2 3-3 0,-2-1-19 16,-1 5-9-16,-3-3-20 0,-2 1-8 0,-3 7-23 15,-7-1-8-15,2-4-8 0,-8-1-18 16,3 1-2-16,1-6-41 0,-3-1-64 0,1-3-75 15,8-5-80-15,-4-2-119 0,3-4-135 16,2-2-167-16,1-1-151 0,-1-4 61 16,3-3-550-16,-1-2-702 0</inkml:trace>
  <inkml:trace contextRef="#ctx0" brushRef="#br0" timeOffset="-160401.18">21058 11222 3271 0,'0'0'-45'0,"-2"6"13"0,2-6 10 0,-2 5 28 0,2-5 53 0,0 0 49 0,0 0 33 16,-5 5 20-16,5-5 5 0,0 0-5 15,0 0 1-15,0 0 0 0,0 0-3 0,0 0-8 16,0 0-18-16,0 0-9 0,0 0-13 16,0 0-15-16,0 0-10 0,0 0-6 0,18-15-7 15,-13 11-7-15,-3-1-5 0,4 0-10 16,-2-1-2-16,2 1-5 0,0-1-5 16,-3 0-7-16,1 0 2 0,-4 6-5 15,5-6 19-15,-1 3-5 0,-4 3-7 0,5-7-1 16,-5 7 0-16,0 0-8 0,0 0 1 15,0 0 29-15,0 0 5 0,0 18-6 0,-2-3 21 16,-1 3 16-16,1 6-5 0,0 2-5 16,4 12-8-16,-2 1 36 0,2 0-8 0,3-1-10 15,-3-3-9-15,0-6-11 0,-1-5 24 16,-1-5-1-16,0-1-7 0,2 0-6 0,-2-5-13 16,2-1 1-16,-2-1-2 0,0-1 9 15,-2-1 5-15,2-3 8 0,-2 1 3 0,2 0 2 16,0-7-6-16,-5 10-29 0,-2-5-61 15,-2 1 0-15,2-2 0 0,-3-2 0 0,-2 1 0 16,5 0 0-16,7-3 0 16,-16 5 0-16,11-4 0 0,5-1 0 0,-11 5 0 15,11-5 0-15,0 0 0 0,-8 6 0 16,8-6 0-16,0 0 0 0,0 0 0 0,21 3 0 16,-7-3 0-16,0 0 0 0,9-1 0 15,-1 1 0-15,0 0 0 0,3-2 0 0,2 0 0 16,-6 0 0-16,-3 0 0 0,2 2 0 15,-5-1 0-15,0 1 0 0,-4-1 0 16,1 1 0-16,-3-3 0 0,-9 3 0 0,16-3 0 16,-8 2 0-16,-8 1 0 0,11-4 0 15,-11 4-287-15,5-4-256 0,-5 4-121 0,0 0-235 16,3-4 65-16,-3 4 86 16,0 0-686-16,0 0-884 0</inkml:trace>
  <inkml:trace contextRef="#ctx0" brushRef="#br0" timeOffset="-159569.25">21476 10957 3779 0,'-5'-7'-144'0,"-1"1"32"0,1 1 20 0,5 5 37 0,-8-7 40 0,8 7 34 0,-4-4 28 0,4 4 21 0,-8-7 8 16,8 7 3-16,-4-6 3 0,4 6 2 15,-1-5-9-15,1 5-5 0,0 0-1 16,0 0-7-16,-2-7-8 0,2 7-4 16,0 0-8-16,0 0-2 0,0 0-4 0,0 0-4 15,0 0-3-15,0 0-5 0,0 0 2 16,30 14-5-16,-21-3-4 0,4-1-5 0,-1 5 0 15,4 9 2-15,-1 2 0 0,-3 1 3 16,-7-1 19-16,-3-2-3 0,0 0 13 0,-4 0 12 16,0-1-1-16,-1 2-2 0,-4-1-8 15,5-3-2-15,1-3 18 0,1 1 10 0,0-4 4 16,1 4-1-16,4-3 3 0,2 3-10 16,3-2-3-16,-1 3-8 0,7 3-3 0,-2 0 14 15,2 2-2-15,-3 1-6 16,-3-2 12-16,1 5-3 0,-5-4 13 0,-1 7-9 15,0-5 15-15,-3-3-4 0,-4 1-7 16,-1 3-2-16,1-2-7 0,1-1-7 0,-3 0-13 16,0-3 2-16,2-1-6 0,2 0 3 15,-2-2-8-15,2-2-1 0,0 1-20 0,0-1 11 16,0-3-3-16,0-1-1 0,-1-1-4 16,1 0-7-16,0 2-3 0,-2-1 4 0,0-4-6 15,-4 3-1-15,5-1-1 0,-6-2 3 16,2-2-6-16,-3 3-30 0,3-4-57 15,-4 1-70-15,4-3-99 0,-3-1-116 0,3 1-127 16,5-4-210-16,0 0-32 0,-18-7 79 0,18 7-532 16,-2-13-653-16</inkml:trace>
  <inkml:trace contextRef="#ctx0" brushRef="#br0" timeOffset="-159336.6">22159 11642 3637 0,'-4'-7'147'0,"4"7"-6"0,4-8-13 0,1 4 16 0,3-2 23 0,2 0-5 0,3 1-10 0,3-1-17 0,-2-1-16 0,2 1-9 0,6 1-14 0,1 0-13 0,-3 3-76 16,-2 0-101-16,2 1-124 0,-3 0-126 0,-2-1-151 15,-1 2-147-15,-3-2 42 0,-11 2-364 16,15 4-443-16</inkml:trace>
  <inkml:trace contextRef="#ctx0" brushRef="#br0" timeOffset="-159136.58">22191 11785 2911 0,'-11'5'117'15,"3"-1"54"-15,0 0 50 0,8-4 52 0,-9 4 46 0,9-4 36 16,0 0 15-16,-5 5-9 15,5-5-37-15,0 0-30 0,0 0-33 0,0 0-24 16,0 0-26-16,38-7-21 0,-26 5-16 16,4-2-24-16,1 4-15 0,0 0-65 0,3-1-92 15,-5 1-100-15,0 0-105 0,-2-1-125 16,0 1-123-16,1 0-154 0,-5-2-130 0,-9 2 53 16,21-2-604-16,-13 0-768 0</inkml:trace>
  <inkml:trace contextRef="#ctx0" brushRef="#br0" timeOffset="-158653.24">23122 11281 3595 0,'1'-17'-57'0,"1"1"29"16,2 4 25-16,-2 2 28 0,1-2 27 0,-1 1 49 15,4 1 21-15,-1-1 14 0,-4 5-7 16,3-2-17-16,0 5-12 0,-4 3 10 0,0 0 40 16,0 0 24-16,16 25-5 0,-9-6 20 15,-2 15 12-15,-3 4 10 0,0 3-7 0,0 4 2 16,-6 0 3-16,2 11-15 0,-3-3-18 16,0-9-16-16,1-3-18 0,1-1-12 15,-3-3-12-15,3-2-12 0,-1-6-10 16,-2-7-9-16,2-1-9 0,0-4-6 0,0-2-9 0,1-1-3 15,-1-2-13-15,0-2-9 16,1-3-4-16,1 0-31 0,-5-2-58 0,7-5-66 16,-9 2-71-16,9-2-69 0,-15-10-79 15,11-1-67-15,2-7-66 0,0-7-81 0,8-15-130 16,2-13-19-16,5-5 54 0,2 3-464 16,0 1-582-16</inkml:trace>
  <inkml:trace contextRef="#ctx0" brushRef="#br0" timeOffset="-158353.48">23219 11226 3016 0,'1'-17'-49'0,"-2"2"35"0,-1 7 20 15,0 0 24-15,-2 1 27 16,4 7 38-16,-14-7 48 0,14 7 33 0,-27 4 22 16,-5 6 23-16,0 6 19 0,-8 7 20 15,0 3 20-15,0 4 17 0,-2 3 10 0,6 1 0 16,2-1-5-16,4-2-14 0,6-3-11 16,7-3-13-16,4 1-13 0,1-4-1 0,8-4-2 15,6-1-5-15,5 0-35 0,5-1-20 16,15 4-86-16,7-5-102 0,4-2 0 15,16-1 0-15,-13-6 0 0,7-1 0 16,-4-2 0-16,-2 0 0 0,4-3 0 0,-10 0 0 16,-8 1 0-16,3-2 0 0,-4-2 0 0,-4 3 0 15,-2-1 0-15,-3 1 0 0,-2-2 0 16,-1 2 0-16,-3-2 0 0,-3 0-23 16,0 1-292-16,-9 1-87 0,14-2-100 15,-14 2-109-15,0 0-209 0,0 0 15 0,0 0 86 16,0 0-639-16,0 0-814 0</inkml:trace>
  <inkml:trace contextRef="#ctx0" brushRef="#br0" timeOffset="-155135.75">16471 10663 3428 0,'-14'-6'-160'0,"1"1"18"0,1 1 31 0,3-1 16 0,0 1 16 0,-4-1 29 15,4 1 36-15,0 0 30 0,1 2 26 16,0-1 16-16,8 3 5 0,-11-6-3 0,11 6-3 16,-5-4-4-16,5 4-2 0,0 0-10 15,0 0 2-15,0 0-9 0,0 0-4 0,34 4 3 16,-7 0-7-16,11 3 0 0,1-3 0 16,20 5-3-16,6 2-7 0,6-3 1 15,7-1 2-15,4 0-3 0,2-2 1 16,6-1-2-16,-4-3-3 0,4-4 1 0,2-1 5 15,-5 1-8-15,21-8 1 0,-26 3 0 16,-3-1 1-16,-2 1-3 0,-3-2 1 0,-8 1-2 16,-3 2 1-16,-6 2-6 0,-10-1 1 15,-6 4 0-15,0-2 1 0,-9 4 0 0,-1 0-6 16,-1 0 5-16,12 1-1 0,-3 2 5 16,6-1-1-16,-2 0-8 0,3 2 2 0,1 0 2 15,5-3-1-15,7 4 2 0,-7-3 1 16,11 2-1-16,-4-1 0 0,0-1-2 15,-8 2 3-15,-1 0-2 0,0 0-5 16,-1-2 7-16,-5 2-2 0,1 0 2 0,0 0-9 16,-6-3 5-16,1 1 2 0,-8 0 1 15,-1-2-3-15,-1 1-1 0,-1-1-2 16,2 0 3-16,1 0 4 0,-2-1-9 0,13 1 7 16,-3 0-2-16,1 0-1 0,2 0 0 15,-4 1 0-15,-1 2 0 0,1 1 5 0,-1-1-6 16,0 3 1-16,0-3 2 15,1 1-1-15,-2-3 1 0,7 3-3 0,-2-1 5 0,5 0-4 16,3-3 3-16,-3 2-5 16,5-2 4-16,-2 0 1 0,-1 2-3 0,1-2 3 15,-4 2-1-15,-1-2-1 0,3 1-1 16,-2-1 2-16,2 2-1 0,-1-2 3 0,1 2-5 16,1-1 1-16,1-1 2 0,0 0 1 15,-1 0-6-15,2 2 6 0,3-2-3 0,0 0 0 16,-4 0-2-16,4-2 1 0,-2 2 2 15,-5 2-4-15,-1-2 2 0,-6 2 0 0,-6-2 5 16,-7 0-4-16,-1 2 0 0,-2-2-3 16,0 1 0-16,2-1 8 0,3 0-4 0,0 0-2 15,-1 0 1-15,13-1-4 0,-1-1-1 16,1 2 4-16,4-2 4 0,-2 0-4 0,1 1 1 16,2-1-1-16,-5 0 0 15,3 1 6-15,-4-1-3 0,5 0-2 0,-6 2 4 16,5-2-4-16,-2 2 0 0,5 2-4 15,7-2 3-15,7 2-2 0,5-2 1 0,4 2 1 16,0-1 3-16,2-1-3 0,-1 2 3 16,3 1-5-16,-4-1 8 0,1 0-7 15,-2 0 2-15,-8-1 4 0,-10 1-4 0,-5 0-1 16,-4 0 4-16,0-1-1 0,-8-1-1 16,-5 0 0-16,-3-1-6 0,5-1 6 0,-4 0 0 15,1 0 0-15,16-1-1 16,-4-1 0-16,6 1-4 0,0 0 5 0,-3-1 0 15,2 2-3-15,0-4 2 0,-4 4-4 0,-8 0 5 16,-6 2 2-16,-4 0 0 0,-4-1-2 16,-2 1-6-16,-3-2 2 0,-2 2 3 15,0-2 4-15,-12 2-5 0,19 0 2 0,-10-2-1 16,1 2 0-16,0-1 4 0,-10 1-6 16,19-2-1-16,-10-1 1 0,-9 3 1 0,15-1 2 15,-15 1-2-15,14 0-3 0,-14 0-7 16,9 4 5-16,-5 1 4 0,-1 2-3 0,0 3-2 15,-1 4 5-15,0 5-1 16,-2 6 7-16,0 13 1 0,-2 7 34 0,0 13 4 0,-1 4-6 16,3 5 43-16,0 4-11 15,3 7 31-15,1 2 6 0,0 1-11 0,1-1-5 16,3 17-6-16,-1-20 32 0,-1-3-6 16,2-4-13-16,-3-6-4 0,5 2-2 0,-4-10 12 15,1-4-8-15,-3-10-8 0,2-8-10 16,-4-9-6-16,-1-2-9 0,1-8-6 0,3 1-1 15,-5-3 8-15,2-3 5 0,-2-3 3 16,0 0 3-16,-2 0-2 0,2-7-4 0,0 12-3 16,0-9-8-16,0-3 1 0,-3 9-5 15,3-9-5-15,0 0-5 0,-4 7-8 16,4-7 3-16,-7 2-13 0,7-2 2 16,-15 1-1-16,3-1-7 0,-3 0-1 0,-4 0-1 15,-8 3-4-15,-1-2-6 0,-16-1 6 16,-4 1-5-16,-3-2 0 0,0 2 4 15,-18 1-10-15,0-2 4 0,-3 2 0 0,0-2 1 16,-7 0-5-16,3 0 3 0,-4 2-2 16,2-2-3-16,-2 2 4 0,-2-1 0 0,-4 0-1 15,-2 1-3-15,4 2-1 0,1 1 3 16,3-2-5-16,1 2 4 0,7-1-4 0,2 2 4 16,-1-1-3-16,2-1 0 15,7 2 2-15,8-6 1 0,3 4-2 0,1-4-1 16,2 0 0-16,1 0-2 0,1 0 5 15,1 0-3-15,-2 0-1 0,0-2 3 0,1 0 3 16,1 0-2-16,-1 2-1 0,-1-2 0 16,0 0 0-16,2 0 1 0,-1 1 1 0,-1 0 2 15,1-2-6-15,0 1 1 0,0 0 1 16,3-2-3-16,-3 0 2 0,-2-1 1 0,0 2 1 16,0 1-2-16,1-1 3 0,-3-3-4 15,1 4 2-15,0 0-4 0,-3 4 4 16,3-4-4-16,-3 0 8 0,2 2 0 0,-1 0-5 15,0 0-3-15,-12 4 3 0,13-3-1 0,1 0-1 16,-1 1 3-16,2 1-2 16,3-2 1-16,-3-1 2 0,2 0 1 0,-2 0-1 15,3-1-2-15,1-2 2 0,-3 0 1 16,2 0-5-16,0 1-2 0,-1-2-2 0,2 3 6 16,-2-3-7-16,5 1 4 0,-6 1 4 15,4-2-2-15,2 3-3 0,-6-1 1 0,2 2-1 16,3-2-5-16,-4 1 10 0,6 1-5 15,-2 0 3-15,2-4 0 0,-2 3-2 0,2-1 1 16,10 2-1-16,-3 0 3 0,-5-2 1 16,3 2-1-16,-4-1-1 0,-3 1-2 15,-1 0 3-15,0 0-2 0,2 1-1 16,-4 3 1-16,5-3 4 0,-2-1-1 0,0 7 2 16,1-4-2-16,-2 1 1 0,2-2-5 15,-1 1 5-15,0 0 0 0,0-1-5 0,0-2 3 16,2 2 2-16,6-2-3 0,-6 2 2 15,6-2-3-15,2 2 1 0,-9-2 0 16,-1 0 2-16,2 0 2 0,-2 0-2 0,0-4-1 16,-2 4 2-16,3 2 2 0,-4-4-2 15,4 2 0-15,-6 0-2 0,6 0 2 0,-1 0-3 16,2 2 2-16,-2 2 1 16,2-2-3-16,0 3 2 0,2-4 2 0,4 0-5 0,3-1 6 15,1 2-3-15,-10 0-1 16,-1 0-3-16,2-1 5 0,-1 2-3 0,-3-1-1 15,4 0 2-15,-1 0-1 0,-1 0 2 16,5 0 0-16,-2 0-3 0,4 0 3 0,5-2-4 16,1 3 6-16,1-2-2 0,0 0-3 15,2 3 0-15,5-4 2 0,-1 4 1 0,1-2-2 16,6 0 1-16,0-2 0 0,1 0-1 16,-5 2 3-16,5 0-1 0,0 0 1 0,-2 0-1 15,-3 2 0-15,1-4 1 0,-4 4 0 16,5-1-1-16,-6 1 0 0,1 0-4 15,1-2 2-15,-1 2 2 0,-1-2 2 16,4 2-5-16,-2-2 0 0,3-2 2 0,2 3 7 0,-1-1-3 16,5-1-5-16,2 1 1 15,-1-2 3-15,10 0 5 0,-15 2-5 0,15-2-1 16,-14 2-2-16,14-2 4 0,0 0-2 16,-13 0-3-16,13 0 2 0,0 0 2 0,0 0-1 15,-11 0-3-15,11 0 4 0,0 0 2 16,0 0-2-16,0 0-5 0,0 0 3 0,-10-4 0 15,10 4 3-15,0 0-2 0,-2-10-1 16,0 3 0-16,2-2 2 0,0 1-4 0,0-7-3 16,0-6 2-16,2-18 3 0,-2 0-3 15,4-5-6-15,0-11-7 0,2-6 2 16,1-3-13-16,-1-1 4 0,1-4 0 16,2-1 4-16,-4 5 0 0,3-1 1 0,-3 4-1 15,1 1 4-15,0 0 2 0,3 3 1 16,-5 2 0-16,2 12 4 0,-5-1-3 15,3 2 1-15,3-1 2 0,-5 8 0 0,-1 0-2 16,3 6 3-16,-2 6 0 0,2 2 2 16,-3 5 0-16,1 0 0 0,0 3 2 0,-2 2-2 15,4 2-1-15,-2 1 0 0,-2 1 2 16,1 1-4-16,-1 2 0 0,0 5 2 0,3-9-1 16,-3 9 0-16,2-8 5 15,-2 8-2-15,0 0 2 0,0-6-1 0,0 6 0 16,0 0 5-16,4-7-6 0,-4 7 5 15,0 0 0-15,0 0-1 0,0 0 0 0,0-6 2 16,0 6 1-16,0 0-4 0,0 0 3 16,0 0-2-16,0 0 2 0,-2-10-2 0,2 10-4 15,0 0 0-15,0 0-4 0,0 0-51 16,0 0-75-16,-27 12-111 0,22-6-133 0,-6 1-180 16,4 0-149-16,0 0 60 15,-2-3-509-15,-2 2-624 0</inkml:trace>
  <inkml:trace contextRef="#ctx0" brushRef="#br0" timeOffset="-150904.73">4247 10332 736 0,'0'0'260'0,"0"0"-122"0,0 0-34 0,-17-6-43 0,17 6-16 0,-4-4-6 0,4 4-8 0,-4-7 13 16,4 7 8-16,-3-8 1 0,3 8 7 0,-2-8-11 15,2 8 2-15,-2-5-10 0,2 5-7 16,0 0 0-16,0 0 0 0,0 0-6 15,0 0-2-15,17-1-4 0,-17 1-1 0,26 6-1 16,-6-2-4-16,16 3 4 0,5-2-5 16,4 2 3-16,14 1-4 0,4 2-1 0,3 3-1 15,4-3 2-15,3 4-4 16,-1-1 1-16,0 3 0 0,-2-2 2 0,-2 1-2 16,5-3 0-16,-3 0-1 0,2-2 1 15,3 1 1-15,1-2-6 0,4-3 3 0,3-3-1 16,0-1-2-16,5-2 0 0,-3 0 2 15,1-2-4-15,-3 4 0 0,-6-4 3 0,-2 4-4 16,-7 0-1-16,-3 1 4 0,-4 2-2 16,-2-3 2-16,-12 2-4 0,0-1 3 15,-4 0-1-15,-1 1-2 0,-2-1 4 0,5-1-4 16,-4-2 2-16,2 0 1 16,4 0-2-16,3-2-1 0,0-1 0 0,9-1 0 15,1-2 1-15,-3 0 1 0,-7 1 0 16,-5 0-3-16,-1 0 4 0,-4-1-3 0,-2 0 0 15,-8 1 1-15,-5 2-3 0,-1-1 3 16,-6 1 0-16,1-1-2 0,-1 2-2 0,-1-1 3 16,-2 1-2-16,2 1 4 0,2-3-3 15,4 3-2-15,3-3 3 0,13 1-4 16,3-1 5-16,2 1-1 0,1 1-2 0,5 0 1 16,-1 1 1-16,3-1-2 15,1 2 0-15,-4 0 0 0,14-3-1 0,-11 3 3 16,-2-2 0-16,-1 0-3 0,-1 0 0 15,2 1 2-15,-1-1-1 0,1 1 2 0,0-1-2 16,-2 0 0-16,4 0 0 0,11-1 5 16,-2-1-2-16,-11 1 1 0,-1 0-6 0,10-3 0 15,-11 1-1-15,1 0 3 0,-1 2-2 16,-3-2 3-16,1 0-3 0,-2-1 2 16,-2 3 0-16,-4-4-2 0,-2 2 3 0,-7 1-2 15,-4 0 2-15,0 2-2 0,0-2-2 16,-3 0 1-16,3 0-1 0,0 2 3 0,11-3-1 15,-4 1 3-15,9 3-1 16,2-2 1-16,5 2-1 0,3 0 0 0,14 1-1 0,2-2-1 16,-2 2 0-16,1 0-7 0,-1 3 1 15,3-2-2-15,-5 2 1 0,0 0 3 16,5 0-2-16,-6 1 2 0,3-2 0 16,-2 0 1-16,0 2-2 0,-1 0-1 15,1-2-8-15,2-2-8 0,1 2-11 0,0-2-9 16,1 0-12-16,-5 0-12 0,5 3 3 15,-1-2-3-15,-1-1 9 0,-2 4 9 0,3-2 5 16,-5 1 3-16,-13-1 3 0,1 0 3 16,-4 2 3-16,1 2 4 0,-1-4 3 0,1 3 3 15,2-2 8-15,0 1 0 16,3-1 2-16,10 0-3 0,8 0 7 0,-5 1-1 16,1 1-3-16,1-1 8 0,0-1-4 15,-5-1 1-15,0 1-1 0,-14 1 0 16,-1-2 4-16,-4 1-4 0,-12-2 2 0,-5-1 0 15,-1 0 14-15,-8-1 0 0,4 1 7 16,-4-3-1-16,2 1-4 0,-4-2 2 0,4 1 3 16,1-1-2-16,-2-1-8 0,1 2 2 15,-2-3 4-15,4 2 0 0,-3-1 2 0,4-1-7 16,-4 0 0-16,-2 2-4 0,2 0 4 16,-4-2-6-16,1 4 5 0,-3-1-2 0,3-1-1 15,-3 2 6-15,-2 1-8 16,-9 1 7-16,20-3-3 0,-11 1 7 0,-9 2 1 15,20 0 1-15,-20 0 0 0,18 5-4 16,-6 0 2-16,1 2 1 0,-1 3-2 16,1 6 5-16,4 6 33 0,-4 3-2 0,3 4-5 15,-3 3-3-15,3-2-3 0,-3 6-2 16,-2 0-5-16,-1-1 0 0,1 4-5 0,0-1 0 16,1-2 0-16,3 8-2 0,-5-8 31 15,1 0 0-15,0-1-9 0,3-1-2 0,-1 0-3 16,-3 1-2-16,3-3 48 0,-2 1-2 15,1-2-14-15,-3 2-4 0,-3 0 16 16,4 0-6-16,-4 0-4 0,-1-1-9 16,-1-4-1-16,0-3-6 0,-1 9-8 0,1-6 2 15,1-3-8-15,-4-2-3 0,-1-3-8 16,2-1 0-16,-2 0-5 0,0-5 3 16,0 2-9-16,2-5 0 0,-2 2 2 0,0-3-8 15,0 0 4-15,-2-3-1 0,0 2-1 16,2-4-3-16,-4 1 4 0,4-6-2 0,-11 9-1 15,0-6-1-15,-5-1 0 0,-2 1 0 16,-6-3-6-16,-13-3 2 0,-8 1-1 0,-14-3-2 16,-6-4 5-16,-3 3-7 0,-11 1-2 15,-25-6 2-15,-7 3-3 0,-7 1 5 16,-6-3-5-16,-5 1 3 0,0-1 3 16,-7 1-4-16,-1 1-1 0,1-2 4 0,3 1-2 15,-5 1 0-15,4-1-5 0,-4 2 5 16,1-1-5-16,3 3 0 0,3 1 2 15,5 2 1-15,4 0-4 0,6 2 6 0,25 2 0 16,-26 0-2-16,29 0 0 0,-3 0 8 16,1 0-8-16,3 1 1 0,0 0 1 0,-1-2-2 15,4 3 2-15,5-4-5 0,5 1 4 16,6 2 0-16,5-3-1 0,13 0-1 0,7 0 5 16,0 0-1-16,9 0-1 0,7 0-6 15,3 0 3-15,-5-3 3 0,7 3-2 16,1 0 1-16,-8 0 1 0,0-1-4 0,4-1 8 15,-2 0-7-15,4 1 3 16,-6 1-4-16,4-3-2 0,-2 3 5 0,-2 0-8 16,3 0 10-16,-3 0-7 0,0 0 3 15,-3 0 2-15,-8 3-1 0,-2-3 1 0,-2 0 2 16,1 1-5-16,-3 3 4 0,-2 0-8 16,-1-1 4-16,-3-2-4 0,2 1 9 0,-13 2-1 15,2-2 2-15,0-1-3 0,12 3-3 16,-4-4 1-16,-10 3 1 0,2-2-1 0,11 3 1 15,1 0 3-15,-1-4-4 0,0 5 3 16,-9-2-3-16,10 1 1 0,1-3-2 16,-1 3 2-16,-1-3 0 0,1 1-1 0,-12 2-3 15,10-3 2-15,-1-1-1 16,0 2 0-16,-9 1 6 0,2 2-10 0,-2-1 7 16,2-1-2-16,10-2 0 0,-10 5 6 15,9 0-5-15,1-5 0 0,1 3 5 0,0 0-7 16,5 0 4-16,-4-2-1 0,8-1-2 15,-3 1 0-15,8-2 0 0,5 0 1 0,-1 0 0 16,-1 0 2-16,1 0-5 0,-11-2 4 16,7 1 3-16,-6-1-5 0,8 2 2 0,-9-2-2 15,0 0 0-15,7 2 1 16,-8-1 1-16,0 2 2 0,-4 1-9 0,2 0 9 16,0 0-3-16,-2-1 2 0,3 1-2 15,0-2-1-15,9 0 3 0,6 2-1 16,-3-2-3-16,5 0 3 0,-1-2-2 0,2 2 1 15,2 0-2-15,0-2 5 0,3 1 0 16,1-1-6-16,-3 2-1 0,4-2 1 0,-2 0 3 16,4 2 0-16,-4 2 1 0,-3-2-1 15,2 2-3-15,1 0-2 0,-7-1 9 0,2 1-5 16,0 2 1-16,0-1-1 0,1-1 3 16,3 1 0-16,-2-1-1 0,1 2 4 0,4-3-4 15,-1 0-3-15,0-1 2 0,-2 2 1 16,1 0-1-16,-3 0 0 0,3-2 0 15,-7 1-2-15,0 1 3 0,-1 0-6 0,-10 1 6 16,0 2-7-16,-1-3 6 16,1 0 4-16,4 0-2 0,7 0-1 0,-1-2-2 15,1 1 0-15,5-1 5 0,2 0-1 16,-3-3-2-16,5 1 6 0,-2 0-7 0,1 1 5 16,2-5-6-16,0 3 2 0,0-2 3 15,2-1-1-15,-5 2 0 0,4-1 1 0,-4-1-3 16,2 1-2-16,0-2-1 0,0 1 2 15,2 1 4-15,0-1-2 0,3-2 42 0,2 1 17 16,1-3-12-16,1-4-3 0,1-4-2 16,5-3-2-16,-2-5-8 0,5-10-1 15,3-6-4-15,2-11-4 0,6-3-1 16,-1-2 0-16,2 0-9 0,2 0 3 16,0-2-6-16,1 4-5 0,-1 5 6 0,-1 1-3 0,-6 10-4 15,3 1 5-15,-2 1-6 16,-4 2 2-16,-1 7-1 0,-1 4-5 0,-2 2 1 15,0 3 2-15,-2 1-5 0,0 1 2 16,-1 3-2-16,-1-1-2 0,-2 6-8 0,0 1-39 16,-1 4-54-16,-3 4-59 0,10 1-74 15,-19 6-138-15,6-2-185 0,-1 4 41 0,-1 6-171 16,-10 6-184-16</inkml:trace>
  <inkml:trace contextRef="#ctx0" brushRef="#br0" timeOffset="-149553.27">10073 17036 5997 0,'-9'8'130'0,"2"-4"-50"0,6 0 48 0,1-4 64 0,0 0-66 0,0 0-47 16,0 0-12-16,23-26-11 0,0 4-7 15,11-9-12-15,4 2-7 0,6 0 2 0,1 0-3 16,2 1-8-16,-6 1-3 0,1 2-29 15,-2 1-72-15,-9 4-73 0,-4 3-73 16,-5 0-80-16,-3 5-96 0,-6 0-117 0,-3 3-188 16,-4 1-18-16,-2 3 58 0,-3 0-435 15,-1 5-574-15</inkml:trace>
  <inkml:trace contextRef="#ctx0" brushRef="#br0" timeOffset="-149337.74">10294 17044 3531 0,'-6'8'295'0,"3"1"-3"16,-1-3 32-16,4-6 32 0,-4 10 18 0,4-10 10 16,0 0 12-16,0 0-23 0,0 0-32 15,0 0-34-15,0 0-31 0,51-25-25 16,-22 9-29-16,3-4-21 0,4-4-24 16,-1 5-86-16,-2 0-91 0,-7 2 0 15,0 0 0-15,-5 4-5 0,-5 4-276 0,-1-3-99 16,-1 5-101-16,-5 0-107 0,-2 1-188 15,3-2-57-15,-6 4 76 0,2-1-634 0,-1 3-844 16</inkml:trace>
  <inkml:trace contextRef="#ctx0" brushRef="#br0" timeOffset="-143906">15322 13921 3610 0,'3'8'-35'0,"3"-4"7"0,-6 0 3 0,0-4 8 16,3 6 23-16,-3-6 62 0,12 3 54 16,-12-3 23-16,12 0 3 0,-12 0-7 15,12 0-12-15,-12 0-11 0,22-7-10 0,-13 3-11 16,1 0-9-16,1-1-8 0,0 0-8 16,1-2-5-16,-1-1-6 0,1-1-8 0,-1 0-6 15,-1-4-4-15,-3-1-3 16,3-3-3-16,-2-5-7 0,-3-9-5 0,4-1-2 0,-8-9-2 15,3 0-1-15,-2-1-6 0,-4-1 1 16,0 7-2-16,0 0-1 0,1 10-4 16,-2 6 3-16,1 3-4 0,0 5-1 15,0 0-2-15,2 3-1 0,-2 3 4 0,2 6 4 16,-7-2-1-16,7 2 1 0,-7 17 9 16,0-3 9-16,5 9 7 0,0 1 4 0,6 12 9 15,4 0-1-15,2 0-4 0,1 0-8 16,3 1 0-16,0-4-2 0,6-2-1 15,-3-1-5-15,4-1-4 0,-4-2-3 0,2-5-1 16,-4-4-4-16,-4-5-6 0,2-3-10 16,-4 2-47-16,-2-6-46 0,1-3-76 0,-2-1-104 15,-6-2-107-15,15-4-146 0,-10-1-160 16,4-3 51-16,-6-1-433 0,1-5-541 0</inkml:trace>
  <inkml:trace contextRef="#ctx0" brushRef="#br0" timeOffset="-143689.28">15614 13297 3180 0,'-5'-12'50'0,"-1"3"22"0,3 2 25 0,-1 1 18 0,0 1 18 0,2-2 7 0,2 7-12 0,-1-7-15 15,1 7-17-15,-3-7-8 16,3 7-13-16,0 0-6 0,0 0-23 0,0 0-53 15,0 0-75-15,0 0-86 0,0 0-96 16,0 0-132-16,17 12-188 0,-11-5 29 0,-3 3-243 16,1 0-286-16</inkml:trace>
  <inkml:trace contextRef="#ctx0" brushRef="#br0" timeOffset="-143488.31">15870 13666 2624 0,'-5'2'222'0,"5"-2"5"0,-10 3 10 16,10-3 21-16,0 0-19 0,0 0-8 0,0 0-14 15,0 0-20-15,0 0-25 0,24-16-16 16,-10 9-17-16,1 2-15 0,3 0-34 0,-4 0-77 16,2 1-88-16,-1-2-120 0,1 2-129 15,-3 1-165-15,-2 1-162 0,-3 2 49 0,-8 0-354 16,17 3-434-16</inkml:trace>
  <inkml:trace contextRef="#ctx0" brushRef="#br0" timeOffset="-143303.64">15933 13839 2817 0,'-12'3'163'0,"7"2"28"16,-3-3 29-16,8-2 23 0,-11 5 30 16,11-5 23-16,0 0 25 0,0 0 6 15,0 0-32-15,0 0-34 0,0 0-25 16,0 0-21-16,0 0-30 0,0 0-18 0,34-18-79 15,-19 11-95-15,6-2-102 0,1 0-128 16,6-2-142-16,1-1-145 0,1-2-211 0,3-1 42 16,1 3 80-16,-4 1-408 0,3-1-495 15</inkml:trace>
  <inkml:trace contextRef="#ctx0" brushRef="#br0" timeOffset="-142971.39">16581 13381 2757 0,'-4'-12'-8'16,"2"3"28"-16,-2 4 29 0,-3 0 22 16,7 5 29-16,-14-4 32 0,14 4 9 0,-23 0 3 15,10 2 5-15,-2 2-2 0,0 2-2 16,-5 5-7-16,7-1-14 0,-2 6-1 0,4-1-6 16,1 3-11-16,7-3-1 0,-1 1-10 15,6 1-11-15,2 0-5 0,1 1-7 0,4 0-10 16,7 5-3-16,1 1-8 15,-4-4-5-15,-1-4-7 0,-1 1-1 0,1-3-5 16,-3 3 2-16,-4-2 8 0,-1-1 12 16,3 1 18-16,-7-1 15 0,-2 1 7 15,-5-1 9-15,2 1-12 0,-3-1 17 0,-3-2-9 16,-3 0-14-16,1-1-10 0,-2 1-5 16,-4-1-12-16,0-5-21 0,1 0-52 0,2-1-86 15,-4 0-122-15,-1 0-144 0,3-3-159 16,-2 1-226-16,4 2 57 0,-4-1 76 0,3 1-420 15,-4 2-512-15</inkml:trace>
  <inkml:trace contextRef="#ctx0" brushRef="#br0" timeOffset="-142623.06">14982 14561 3121 0,'-40'7'129'0,"-2"-3"13"16,6 4 1-16,8-5 32 0,6 1 56 16,8-4 60-16,2 2-2 0,12-2-17 0,0 0-39 15,0 0-22-15,36-23-25 0,13 6-16 16,16-3-31-16,30-7-8 0,11 0-5 0,2-2-40 16,1 0-58-16,-5 0-56 15,3 5-54-15,-8 0-34 0,-9 0-17 0,-24 5 14 0,-7 1 15 16,-5 1 11-16,-9-2 13 15,-8 7 22-15,-6-2 37 0,-9 5 35 0,-5 1 27 16,-4 2 19-16,-1 0 12 0,-2 1-3 16,-3 0-9-16,-1 2-5 0,-6 3-3 0,13-7-10 15,-9 4-13-15,-4 3-36 0,7-6-62 16,-7 6-100-16,7-3-124 0,-7 3-146 16,0 0-257-16,0 0 26 0,0 0 75 0,0 0-366 15,0 0-439-15</inkml:trace>
  <inkml:trace contextRef="#ctx0" brushRef="#br0" timeOffset="-141905.48">17896 13459 2760 0,'-6'-12'7'0,"-2"2"9"0,-3 6 3 0,-1-1 13 0,-1 3 27 15,-6 2 25-15,-3 4 39 0,-11 5 28 16,-4 9 6-16,-6 5 10 0,2 6-5 0,5 4 8 16,2 3-9-16,11 0-3 0,8-4-4 15,4 3-13-15,7-2-13 0,2-4-11 0,5-3-12 16,6 6-11-16,-2-3-8 0,6 0-9 15,5-1-10-15,-4-4-7 0,6-2-3 0,-4-5-10 16,-2-5-14-16,2-2-56 0,-1-1-53 16,-1-3-71-16,0-4-83 0,-1 0-92 15,1-2-128-15,-1-2-195 0,1 4 39 16,3-6 61-16,-3-2-254 0,-2 0-286 0</inkml:trace>
  <inkml:trace contextRef="#ctx0" brushRef="#br0" timeOffset="-141422.52">18164 13737 2678 0,'0'0'230'0,"-7"-4"-21"15,7 4-7-15,0 0-6 0,0 0-15 16,0 0 2-16,0 0-2 0,0 0-3 15,23-9-15-15,-14 7-20 0,-9 2-8 16,29-1-12-16,-14 1-14 0,-2-3-9 0,1 3-9 16,5-2-11-16,-4 2-9 0,-2-4-6 15,1 2-7-15,-3-2-4 0,0-1-6 0,0 1-4 16,-4-2-1-16,0 2-8 0,-1-4-3 16,-2 0-6-16,-3-1-4 0,-2-1-3 15,-1-1-3-15,-6 3 0 0,-1-2-3 0,-5 1-1 16,-4 2-5-16,-5 4 4 0,1 1-5 15,-4 4 1-15,0 1-1 0,-9 4 2 16,0 2 5-16,12 1 8 0,3 0 15 16,-5 5 20-16,9-1 18 0,3 1 28 0,2 2 49 15,8-3 2-15,-4 4 26 0,7-1 4 16,2 2-7-16,6 2-10 0,3 6-14 0,5-3-13 16,3 0-14-16,0-4-4 0,6 1-14 15,-1-4-11-15,5-2-11 0,-6-4-11 0,0-5-7 16,0 4-11-16,-3-7-23 0,2 1-59 15,-5-4-75-15,0 0-63 0,-2 0-87 0,-2-3-97 16,7 1-129-16,-7-6-125 0,2 1-210 16,-2-2 19-16,-2-2 77 0,3 2-602 0,-3-3-776 15</inkml:trace>
  <inkml:trace contextRef="#ctx0" brushRef="#br0" timeOffset="-141190.14">18791 13718 3953 0,'0'0'154'0,"-3"-4"24"0,3 4 14 0,0 0-13 0,0 0 9 0,0 0 14 0,7-15-3 16,2 9-23-16,0 2-22 0,2-1-12 0,3 0-13 15,-1 1-17-15,1 0-17 0,0 1-20 16,3-1-76-16,-3 0-94 0,-1 2-120 15,2-1-135-15,-5 2-142 0,3-3-217 16,-3 2 29-16,-3 0 67 0,-7 2-398 0,0 0-487 16</inkml:trace>
  <inkml:trace contextRef="#ctx0" brushRef="#br0" timeOffset="-140956.59">18652 13882 3210 0,'-13'3'265'16,"8"0"26"-16,5-3 40 15,-13 4 69-15,13-4 35 0,0 0-7 0,0 0-17 0,0 0-28 16,0 0-41-16,0 0-37 16,47-17-29-16,-22 13-27 0,5-6-26 0,6 3-23 0,-2 2-20 15,-1 0-13-15,-8 0-72 16,0 2-95-16,-9-1 0 0,4 2 0 0,-8 1 0 16,2-1 0-16,-3 0 0 0,0 0 0 15,-11 2 0-15,13-3 0 0,-13 3 0 0,0 0-197 16,0 0-138-16,0 0-115 0,0 0-105 15,0 0-179-15,0 0-103 0,0 0 68 0,-35 12-698 16,21-7-916-16</inkml:trace>
  <inkml:trace contextRef="#ctx0" brushRef="#br0" timeOffset="-139773.16">19593 13782 4268 0,'0'0'94'0,"0"0"23"0,0 0 24 0,0 0 36 0,0 0 42 16,0 0 55-16,0 0 20 0,0 0-27 0,0 0-26 16,0 0-19-16,12-13-24 0,10 6-22 15,14-4-17-15,2 3-16 0,-1-1-16 16,-2 3-15-16,2-1-14 0,-12 2-8 15,0 3-13-15,-5 0-16 0,-4 0-7 0,2 2-59 16,-5-2-52-16,1 2-44 0,-3 2-43 16,-11-2-44-16,17 2-62 0,-7-2-80 0,-10 0-90 15,9 4-89-15,-9-4-176 0,0 0-59 16,8 0 73-16,-8 0-521 0,0 0-657 0</inkml:trace>
  <inkml:trace contextRef="#ctx0" brushRef="#br0" timeOffset="-139240.27">20150 13681 3540 0,'2'-10'82'0,"-2"5"25"0,0 5 27 0,0 0 14 16,2-14 6-16,0 8 8 0,2-2-1 16,-1 1-10-16,-1 1-11 0,7-3-17 0,-2 0-10 15,2 2-15-15,0-1-9 0,2 1-8 16,-6 2-8-16,2 1-10 0,-7 4-3 0,18 0-6 15,-18 0-5-15,15 12 14 0,-8 0 13 16,2 0 16-16,-6 7 25 0,3 2 29 16,-3 2 9-16,-1-1 20 0,0 3-10 15,0 3-4-15,-2-2 7 0,2 3-12 0,-2-2-2 16,0-1 4-16,3-2-13 0,-3 0-15 16,2-5-8-16,-1-3-11 0,-1 1-10 0,2-5-9 15,-2-1-10-15,0-3-42 0,0 2-40 16,2-2 0-16,-2-8 0 0,-2 11 0 0,2-11 0 15,0 10 0-15,0-10 0 0,-2 6 0 16,2-6 0-16,-12 9 0 0,3-6 0 16,-2 1 0-16,-3-1 0 0,3 1 0 0,1-2 0 15,1 3 0-15,9-5 0 0,-13 5 0 16,4-2 0-16,9-3 0 0,0 0 0 0,-9 7 0 16,9-7 0-16,0 0 0 15,0 0 0-15,0 0 0 0,32 1 0 0,-16-1 0 16,5-4 0-16,0 4 0 0,4-2 0 15,0-1 0-15,0 1 0 0,-1-2 0 0,-3 3 0 16,-2-1 0-16,0-1 0 0,-5 1 0 16,-1 2 0-16,-13 0 0 0,19-2 0 0,-12 0 0 15,-7 2 0-15,0 0 0 16,18-3 0-16,-14 0 0 0,-4 3 0 0,0 0 0 16,0 0 0-16,0 0 0 0,0 0-76 15,0 0-759-15,-29 18-133 0,13-11 80 0,-9 9-957 0,-1 1-1270 16</inkml:trace>
  <inkml:trace contextRef="#ctx0" brushRef="#br0" timeOffset="-129841.6">17938 14541 1808 0,'9'-4'275'0,"-2"2"-96"0,-7 2-46 0,12-3 2 0,-12 3 21 16,0 0 11-16,8-3 6 0,-8 3 3 16,0 0 14-16,0 0-3 0,0 0 0 0,0 0 5 15,0 0 5-15,0 0 2 0,0 0-6 16,14 0-10-16,-14 0-10 0,0 0-10 15,0 0-11-15,0 0-12 0,0 0-11 16,0 0-12-16,9-4-8 0,-9 4 1 0,0 0-3 16,0 0 0-16,0 0-10 0,0 0-4 15,0 0-18-15,0 0-8 0,-18-19-8 16,11 17-11-16,7 2 4 0,-23 0-13 0,6 5-6 16,-2 3-7-16,-12 10 4 0,3 2-4 15,-6 9-4-15,-1 0-11 0,10-2-7 0,2 0 12 16,3 2-5-16,4 0 6 0,5 0 0 15,1 3 12-15,6-6 13 0,6-5 11 0,0 0 29 16,6 1-1-16,2-3-7 0,7 5 3 16,3-5-15-16,4 0-3 0,-5-7-7 15,12 2-7-15,1-6 1 0,-5-1-7 16,-3-4-7-16,1-1-6 0,0 0-8 0,-4 0-40 16,-3-4-50-16,2 2-62 0,-3-4-66 15,-2 4-91-15,-2-3-104 0,1-1-111 16,-1 1-140-16,-3 0-125 0,-1 1 54 0,-2-1-590 15,4 2-765-15</inkml:trace>
  <inkml:trace contextRef="#ctx0" brushRef="#br0" timeOffset="-129325.56">18574 14703 3800 0,'0'-7'-28'0,"0"0"20"0,0 7 24 0,0-10 30 0,0 10 23 0,2-10 17 0,-2 6 8 16,0 4-5-16,2-8-10 0,-2 8-10 0,2-7 2 16,-2 7 0-16,0-8-4 0,0 8-2 15,-6-9-6-15,5 4-9 0,-3-1-3 0,-5 0-5 16,2 3-4-16,0-5-6 0,-6 3-5 15,-3-2 0-15,3 3-4 0,-3 2 0 16,2-1-6-16,-6 3 7 0,1 3 6 16,-3-1 10-16,-1 6 12 0,-12 2 4 0,7 1 4 15,7 1-1-15,3 1-1 0,3 1-5 16,4 1 0-16,3-1 1 0,4 1-2 0,6 1-1 16,3 4-4-16,6-3-3 0,3 8-4 15,4-4 1-15,0 0-7 0,4-1 1 0,-3 0-4 16,0-5-5-16,-6-1 3 0,0 0 5 15,-1-2 21-15,-1-2 29 0,-1 0 16 16,-4 2 37-16,0-3 25 0,-3 1 27 0,-3 2 7 16,0-3 6-16,-1 3-4 0,-5-1-9 15,1-3-12-15,0 3-18 0,-4 0-14 0,-1-2-17 16,-2-1-32-16,-1-1-96 16,1-1 0-16,-2 0 0 0,1-3 0 0,-1 0 0 15,-1-3 0-15,-1 0 0 0,2 3 0 16,-4-2-185-16,5 1-152 0,-1 0-98 0,5-1-125 15,0 1-156-15,9-2-136 0,-12 1 84 16,12-1-707-16,0 0-924 0</inkml:trace>
  <inkml:trace contextRef="#ctx0" brushRef="#br0" timeOffset="-129125.56">18831 14940 4231 0,'-4'-6'292'0,"1"2"42"0,-3 0 32 0,6 4 11 0,-2-8-19 0,2 8-39 0,0-9-35 0,6 4-29 0,1-2-27 0,5 0-27 15,1-1-75-15,3 1-126 0,-1 2-134 16,2-1-136-16,-2 0-160 0,3 1-195 0,-4 1-202 16,0 2 52-16,-4 4 95 0,1 0-555 15,-1 2-696-15</inkml:trace>
  <inkml:trace contextRef="#ctx0" brushRef="#br0" timeOffset="-128942.33">18841 15137 3974 0,'-14'4'371'0,"5"-4"21"0,9 0 32 16,-14 3 23-16,14-3 2 0,-11 1-10 16,11-1-25-16,0 0-37 0,0 0-38 0,0 0-30 15,0 0-53-15,0 0-256 0,0 0 0 16,36-16 0-16,-18 9 0 0,0 1 0 0,5-2 0 15,6-3-59-15,-4 1-458 0,-4 2-172 16,8-2-204-16,-5 0 33 0,-3 5 103 0,0-3-745 16,-2 4-948-16</inkml:trace>
  <inkml:trace contextRef="#ctx0" brushRef="#br0" timeOffset="-128342.33">19663 14783 4433 0,'-6'-10'174'0,"1"5"2"15,2 0-8-15,3 5 0 0,-8-6 17 16,8 6 17-16,0 0 28 0,0 0 13 0,0 0-15 16,-9 29-22-16,7-15-17 15,1 7-19-15,1 1-15 0,-2 3 0 0,-1-2 4 16,-1 2-2-16,0 0-6 0,4-1-12 0,-1-5-4 15,-5 2-19-15,2-4-3 0,4 1-18 16,-1-7-51-16,-1-1-44 0,0 0 0 16,2-1 0-16,-4-2 0 0,4-2 0 0,0-5 0 15,0 0 0-15,0 0 0 0,0 0 0 16,9-21 0-16,-5 4 0 0,7-15 0 0,1 1 0 16,5 2 0-16,0-3 0 0,-4 7 0 15,7 0 0-15,-6 3 0 0,0 5 0 16,-3 8 0-16,1-2 0 0,0 5 0 0,-3 3 0 15,1 0 0-15,-10 3 0 0,17 0 0 16,-17 0 0-16,15 9 0 0,-7-2 0 0,-3 1 0 16,4 2 0-16,-2 5 0 15,-3-3 0-15,-1 2 0 0,-1-1 0 0,2 1 0 16,-4-6 0-16,0 2 0 0,2-1 0 16,0 0 0-16,-2-2 0 0,0-7 0 0,3 8 0 15,-3-8 0-15,0 0 0 0,0 0 0 16,21-21 0-16,-9 6 0 0,1 0 0 0,6-9 0 15,0 7 0-15,-1 1 0 0,-5 3 0 16,-2 5 0-16,-3 1 0 0,1 2 0 0,1 2 0 16,0 3 0-16,-10 0 0 0,15 3 0 15,-6 2 0-15,-3 4 0 0,4 1 0 0,-3 3 0 16,0 4 0-16,2-5 0 16,-4 5 0-16,1-2 0 0,-1 0 0 0,1 1 0 15,-2-1 0-15,-2-3 0 0,4-1-153 16,-4 1-208-16,1-1-119 0,-3-2-131 0,2 0-179 15,2-4-42-15,-2 1 85 0,0-2-687 16,-2-4-885-16</inkml:trace>
  <inkml:trace contextRef="#ctx0" brushRef="#br0" timeOffset="-127909.22">20368 14821 4176 0,'0'0'105'0,"0"-13"8"0,1 7 16 0,-1 6 34 0,10-10 35 0,-4 6 37 16,3 3 27-16,-9 1-1 0,19 0-9 16,-19 0-15-16,23 10-7 0,-13-1-9 0,-1 3-5 15,1 2 13-15,-3 3-1 0,-1 4 10 16,-6 0 2-16,0 0-4 0,-1 3-14 16,-4-2-222-16,-1 2 0 0,1-5 0 0,-4 0 0 15,-2 1 0-15,0-3 0 0,-2-4 0 16,1 0 0-16,0-2 0 0,-1-5 0 15,-1 0 0-15,0-3 0 0,1-3 0 16,0-3 0-16,-1-3 0 0,7-8 0 0,-1-3 0 0,2-4 0 16,6 0 0-16,3-1 0 15,0 0 0-15,5 2 0 0,-1 2 0 0,2 1 0 16,3 1 0-16,-2 5 0 0,2 1 0 16,1 2 0-16,-2 3-32 0,1 2 0 0,1 0 4 15,-1 3 4-15,1 0 16 0,-1 4 6 16,4 2-3-16,-1-1 4 0,-1 5-2 0,-1 0-4 15,2 4 7-15,-5-5 0 0,-1 4-3 16,1-1-13-16,-3-2-31 0,3 1-58 0,-7-3-60 16,8 2-68-16,-4-3-95 0,0-1-109 15,2-2-136-15,-4-2-156 0,4 2-54 0,-1-1 69 16,-1-1-618-16,-7-2-788 16</inkml:trace>
  <inkml:trace contextRef="#ctx0" brushRef="#br0" timeOffset="-127292.58">20743 14792 3947 0,'3'-9'77'0,"-3"9"26"0,11-4 37 0,-11 4 32 0,12-6 32 0,-12 6 21 0,20 4 11 0,-20-4 15 0,18 9 3 15,-6-1-7-15,-2 4-13 0,2 2 3 0,-3-1-12 16,-4 3-7-16,1 1-9 16,-1 1-11-16,-5 2-8 0,0-2-19 0,0 1-13 15,-1-1-15-15,-1 0-13 0,-4-1-10 16,1 1-18-16,-3-3-102 0,0-1 0 0,1-4 0 15,-3 0 0-15,1-1 0 0,-1 0 0 16,1-5 0-16,-1 0-261 0,2-2-124 0,8-2-131 16,0 0-129-16,-15-14-177 15,14 2 7-15,1-1 90 0,3-3-643 0,3-3-822 0</inkml:trace>
  <inkml:trace contextRef="#ctx0" brushRef="#br0" timeOffset="-127085.66">20941 14720 3587 0,'-2'-7'42'0,"1"2"39"0,1 5 1 16,0 0 13-16,0 0 45 0,0 0 45 16,0 0 23-16,-25 26 7 0,15-12-11 0,2 4-20 15,-1 13-13-15,0 1-16 0,0 0-19 16,6-6-6-16,1-4-16 0,-2 2-11 0,6-3-10 16,-2-3-8-16,2-2-11 0,0 1-2 15,-1-2-17-15,-1-1-15 0,5-2-56 0,2 0-87 16,-3-4-115-16,4-1-154 0,1-1-186 15,-3-2-168-15,5-4 46 0,0 3-537 0,-11-3-680 16</inkml:trace>
  <inkml:trace contextRef="#ctx0" brushRef="#br0" timeOffset="-126624.71">21361 14479 3115 0,'-4'-2'-28'0,"4"2"48"15,0 0 31-15,0 0 44 0,0 0 40 0,-25 18 32 16,17-5 24-16,-2 4 10 16,-1-1 1-16,4 1-1 0,-1 3-4 0,-2-1-10 15,5 0-18-15,-1 3-12 0,5-2-10 16,-2-1-11-16,1 0-14 0,2 2-5 0,0-2-14 15,0 4-11-15,2-3-7 0,1 3-14 16,-2 4 4-16,1-2-12 0,-2 1 2 16,4 1 12-16,-2-1-12 0,-2 0 10 0,0 3 8 15,2 0 6-15,-4-4 22 0,0 4 18 16,2-3 27-16,-2 1 14 0,0-2 26 16,2-2 6-16,0-2 2 0,0-2 6 0,2-1 0 15,2-1-132-15,-1-2-78 0,1-3 0 16,4 0 0-16,-2 0 0 0,1-2 0 15,-1-1 0-15,1 1 0 0,4 0 0 0,-4 1 0 16,0-1 0-16,3 2 0 0,0-2 0 16,-5-1 0-16,3-3 0 0,-5 1 0 0,3-1 0 15,0-2 0-15,-4 2-5 0,4-2-260 16,-6-4-52-16,7 3-78 0,-7-3-102 0,0 0-131 16,0 0-212-16,0 0 57 0,18-13 94 15,-18 13-594-15,5-4-742 0</inkml:trace>
  <inkml:trace contextRef="#ctx0" brushRef="#br0" timeOffset="-125458.35">21856 14861 3385 0,'0'0'15'0,"-9"-3"72"0,9 3 32 0,-14 0 30 0,14 0 33 0,0 0 36 0,-17 0 34 15,17 0 28-15,0 0 13 0,-14-3-4 16,14 3-4-16,0 0-11 0,0 0-25 0,0 0-14 15,0 0-13-15,0 0-11 0,34-8-23 16,-12 6-15-16,-1-2-18 0,6 4-16 16,-3-4-15-16,-3 2-12 0,-2 0-13 15,0 1-10-15,-3-2-12 0,-2 3-5 0,-14 0-13 16,23 0-7-16,-13 0-9 0,-10 0-18 16,15-3-22-16,-15 3-35 0,13-1-45 0,-13 1-52 15,12-2-48-15,-12 2-58 0,10-2-84 16,-10 2-112-16,9-1-145 0,-3-3-216 0,-6 4 1 15,0 0 84-15,11-4-616 0,-11 4-779 16</inkml:trace>
  <inkml:trace contextRef="#ctx0" brushRef="#br0" timeOffset="-125009.35">22419 14658 4045 0,'-11'-7'175'0,"8"-1"9"15,-1 1 17-15,0 1 35 0,4 6 44 0,-3-12 20 16,3 12-6-16,0-7-22 0,0 7-28 16,3-10-22-16,3 6-21 0,-6 4-22 0,17-4-17 15,-6 2-17-15,-11 2 1 0,24 4 6 16,-13 0 2-16,3 2 6 0,-5 3 11 16,2 1 8-16,-6 2-90 0,6 2-89 15,-6 0 0-15,2 5 0 0,-1-1 0 0,0 0 0 16,-2-3 0-16,2 3 0 0,-3 0 0 15,3-2 0-15,-1 0 0 0,-1 0 0 0,1-2 0 16,-2-5 0-16,-1 3 0 0,0-4 0 16,2 1 0-16,-2-1 0 0,-2-2 0 15,0-6 0-15,-2 13 0 0,-2-9 0 0,0 4 0 16,-4-4 0-16,1 2 0 0,-1-1 0 16,8-5 0-16,-15 9 0 0,9-8 0 0,6-1 0 15,-7 6 0-15,7-6 0 0,0 0 0 16,0 0 0-16,0 0 0 0,0 0 0 0,0 0 0 15,0 0 0-15,36-11 0 16,-19 6 0-16,4-1 0 0,2-1 0 0,-4 0 0 16,2 3 0-16,-2 1 0 0,-2-1 0 15,2-2 0-15,-3 6 0 0,-3-3 0 0,0 2 0 16,-2 1 0-16,-11 0 0 0,22 1 0 16,-13 2-696-16,-2-3-293 0,-7 0 80 0,18 3-994 15,-11 0-1327-15</inkml:trace>
  <inkml:trace contextRef="#ctx0" brushRef="#br0" timeOffset="-124757.72">22939 14926 5534 0,'0'0'-10'0,"0"-7"36"0,0 7 38 0,0 0 43 0,0 0 42 0,0 0 27 15,0 0 17-15,14 21 7 0,-6-7-8 16,-4-1-6-16,-4 6-8 0,2 6-2 0,-4-2-12 15,0 1-9-15,-6 10-12 0,1 0-17 16,-4-2-11-16,-3-2-15 0,-1 0-12 16,-1-3-15-16,2-3-45 0,-2 1-56 0,3-8-86 15,1-3-86-15,5-5-101 0,-3-1-131 16,5-2-118-16,-4-3-185 0,4 0-100 16,5-3 83-16,0 0-682 0,0 0-884 15</inkml:trace>
  <inkml:trace contextRef="#ctx0" brushRef="#br0" timeOffset="-124141.65">23624 14448 4007 0,'-7'-7'19'0,"-4"2"29"0,-3 5 30 0,-3 5 49 0,-8 13 56 0,-5 13 62 15,-6 8 64-15,1 7 44 0,0 1 28 16,7 3 15-16,4 1 6 0,4 1-16 0,9-1-35 16,9-11-27-16,4 1-28 0,8-3-21 15,9 3-264-15,5-5-11 0,6-4 0 0,5-3 0 16,-5-8 0-16,3-3 0 0,0-3 0 15,-3-5 0-15,1 1 0 0,-7-5 0 0,-5-2 0 16,-3 0 0-16,-3 0 0 16,-2-2 0-16,-3 2 0 0,-1-3 0 0,1 0-40 15,-8-1-346-15,12 4-75 0,-12-4-86 16,0 0-93-16,0 0-154 0,0 0 11 0,0 0 83 16,0 0-606-16,0 0-764 0</inkml:trace>
  <inkml:trace contextRef="#ctx0" brushRef="#br0" timeOffset="-119425.81">23998 14558 3447 0,'0'0'-45'0,"2"-9"37"0,0 1 17 0,-2 2 26 0,2 0 37 0,-2-2 40 0,2 1 30 0,-2 1 17 0,2-2 21 0,-2 8 0 0,1-8-5 16,-1 8-6-16,2-9-14 15,-2 9-8-15,0 0 24 0,0 0 23 0,0 0 22 16,9 25 2-16,-9-7-3 0,0 3-6 15,0 4-9-15,-1 3-3 0,-1 10-1 0,2-7-3 16,-2-4-9-16,-2-1-13 0,2 0-11 16,1-3-14-16,-3 0-8 0,0-1-14 0,-1-5-5 15,2-1-18-15,-3-1-9 16,4 1-74-16,-1-6-18 0,-1 0 0 0,0-3 0 16,3-1 0-16,1-6 0 0,-11 8 0 0,11-8 0 15,0 0 0-15,0 0 0 0,0 0-118 16,-11-24-45-16,13 10-15 0,2-8-17 15,1-10-3-15,6-5 4 0,-2 2 3 16,2-11 14-16,3 7 14 0,-5 5 21 0,-2 1 13 16,3 4 9-16,-4 5 16 0,0 9 16 15,-5 1 23-15,3 3 20 0,-6 1 21 0,2 2 30 16,0 8 23-16,-2-7 20 0,2 7 14 16,0 0 23-16,0 0 25 0,-37 15 28 0,19-3 21 15,-4 7 16-15,-1 0 12 0,0 4 4 16,1-3 1-16,4 1-2 0,4-3-11 0,5-2-6 15,1-2-8-15,3-2-7 0,0 1-127 16,3-1-32-16,4 0 0 0,5-3 0 0,-2 1 0 16,6-1 0-16,3-2 0 15,3-3 0-15,4 2 0 0,0-3 0 0,3-1 0 16,-1 0 0-16,1-2 0 0,-1 0 0 16,-3 0 0-16,1 1 0 0,-1-1 0 0,-6 0 0 15,0 0 0-15,-1 2 0 0,-13-2 0 16,21 2 0-16,-21-2 0 0,13 0 0 0,-13 0 0 15,0 0 0-15,14 0 0 0,-14 0-74 16,9 1-258-16,-9-1-86 0,4 8-93 16,-4-8-113-16,-2 4-165 0,2-4-4 0,0 0 82 15,-5 12-629-15,3-7-795 16</inkml:trace>
  <inkml:trace contextRef="#ctx0" brushRef="#br0" timeOffset="-118608.61">24508 14818 3519 0,'-9'-2'31'0,"9"2"65"0,-9-4 22 0,9 4 22 0,0 0 37 0,-14-3 42 0,14 3 43 0,0 0 25 15,-11-3 15-15,11 3 3 16,0 0-15-16,-8-6-12 0,8 6-26 0,0 0-24 15,0 0-14-15,0 0-27 0,24-6-18 16,-12 2-19-16,1 2-15 0,-1 0-15 0,1 2-9 16,5-6-13-16,-2 5-11 0,-2-1-12 15,-3 0-14-15,3-2-21 0,-14 4-38 0,19 0-45 16,-19 0-40-16,16-1-47 0,-16 1-39 16,12-2-49-16,-12 2-61 0,10 0-82 0,-10 0-103 15,0 0-129-15,0 0-213 0,14 0 80 16,-14 0 68-16,0 0-506 0,0 0-631 0</inkml:trace>
  <inkml:trace contextRef="#ctx0" brushRef="#br0" timeOffset="-118107.89">24856 14609 3175 0,'-4'-8'124'16,"4"8"30"-16,-8-8 8 0,8 8 7 15,-6-6 20-15,6 6 14 0,-4-5 6 0,4 5-10 16,0 0-21-16,0 0-20 0,0 0-13 16,8-12-16-16,-8 12-18 0,0 0-5 0,0 0 9 15,0 0 13-15,0 0 31 16,25 14 5-16,-23-7 24 0,-1 6 28 0,1-1 13 16,-2 1 16-16,0 6 2 0,-2-2-5 15,2 2-10-15,-1 0-15 0,1 1-22 0,0-1-18 16,0 2-151-16,0-1-26 0,0-3 0 0,0 1 0 15,0-3 0-15,0-1 0 16,1-3 0-16,-1 3 0 0,2-3 0 0,-2-3 0 16,0 1 0-16,0 0 0 0,0-9 0 15,0 12 0-15,0-12 0 0,-2 8 0 16,2-8 0-16,-1 11 0 0,-5-6 0 0,0 0 0 16,-1 2 0-16,7-7 0 0,-10 6 0 0,4 0 0 15,6-6 0-15,-7 7 0 16,7-7 0-16,-6 6 0 0,6-6 0 0,0 0 0 15,0 0 0-15,0 0 0 0,0 0 0 16,0 0 0-16,29 1 0 0,-29-1 0 0,20-4 0 16,-20 4 0-16,20-3 0 0,-11 1 0 15,-9 2 0-15,19-3 0 0,-9 1 0 0,-3 0 0 16,-7 2 0-16,14-2 0 0,-9-1 0 16,-5 3 0-16,12 0 0 0,-12 0 0 0,0 0-241 15,13-4-461-15,-13 4-161 0,0 0-22 16,0 0 84-16,0 0-797 0,10 0-1039 15</inkml:trace>
  <inkml:trace contextRef="#ctx0" brushRef="#br0" timeOffset="-117444.58">24967 14442 4220 0,'-5'-12'-127'0,"-1"2"22"0,3 2 16 0,-1 1 18 0,0 0 34 0,2 2 45 15,2 5 35-15,-3-9 12 0,3 9 4 0,-5-8 6 16,5 8-1-16,-4-7 4 0,4 7 14 15,-2-5 14-15,2 5 6 0,0 0 9 16,0 0 2-16,-1-11 2 0,1 11 3 16,0 0-2-16,0 0 2 0,-2-6 4 0,2 6-4 15,0 0-1-15,0 0 3 0,0 0 37 16,0 0 18-16,0 0 13 0,0 0 5 0,0 0 1 16,17 30-9-16,-7-14-9 0,4 6-9 15,6 2-6-15,-1 3-3 0,1 4-3 0,4 7-5 16,1 2-4-16,-2 1-13 0,-9 1-4 15,6 0-9-15,-5 2-117 0,-5-5-3 0,-5-1 0 16,3 2 0-16,-5-1 0 16,1-1 0-16,-2-2 0 0,-8 1 0 0,5-11 0 15,-1-2 0-15,-2-2 0 0,-2-1 0 16,6-3 0-16,-3-2 0 0,1-1 0 16,0-4 0-16,0 1 0 0,-1-1 0 0,3-3 0 15,0 1 0-15,0-2 0 0,0 0 0 0,0 0 0 16,0-7 0-16,0 9 0 0,0-9 0 15,0 9 0-15,0-9-635 0,0 0-152 0,0 0-131 16,7 4 78-16,-7-4-864 0,0 0-1139 16</inkml:trace>
  <inkml:trace contextRef="#ctx0" brushRef="#br0" timeOffset="-116610.61">25330 14316 4613 0,'0'0'-49'0,"-2"-12"24"0,2 3 11 0,0 9 37 0,0-12 48 0,0 12 48 0,2-11 28 0,-2 11 10 0,4-8-9 15,-4 8-17-15,9-4 2 0,-9 4 2 16,0 0 10-16,27 21 10 0,-18-3 9 15,2 12 1-15,2 6 5 0,-4 6-6 16,-4 0-4-16,4 9-4 0,-6 3-5 0,1-11-1 16,0 2-10-16,-1-3-3 0,1-1-12 15,2 2-10-15,2-3-10 0,-2 1-10 0,-3-3-9 16,5 1-7-16,-3-2-4 0,3 1-10 16,-2-2-65-16,0 0 0 0,-1 0 0 15,-1 0 0-15,-2 1 0 0,-1-3 0 16,2-5 0-16,-3 0 0 0,0-2 0 0,-3 8 0 15,2-5 0-15,-5 4 0 0,1-2 0 16,-1-6 0-16,0-4 0 0,3-2 0 0,-2-2 0 16,1-3 0-16,3-1 0 0,-1-4 0 15,0 0 0-15,2-1 0 0,-2-1 0 0,2-1 0 16,-4 0 0-16,4-2 0 0,0-5 0 16,0 10 0-16,0-10 0 0,-1 7 0 0,1-7-158 15,0 0-654-15,0 0-166 0,0 0 99 16,0 0-945-16,0 0-1252 0</inkml:trace>
  <inkml:trace contextRef="#ctx0" brushRef="#br0" timeOffset="-116361.29">25937 15069 5501 0,'-7'-4'169'0,"1"-2"18"0,6 6 11 0,-3-5 31 0,3 5 31 0,0 0-7 0,0 0-12 0,16-8-31 15,-4 6-22-15,0 0-25 0,1 0-62 16,0-4-77-16,5 2-108 0,-2 3-102 0,4-1-104 16,-5 2-139-16,0 0-139 15,2-4-167-15,-3 4-49 0,-3 0 67 0,-11 0-620 16,18 2-793-16</inkml:trace>
  <inkml:trace contextRef="#ctx0" brushRef="#br0" timeOffset="-116194.84">25959 15188 3522 0,'-13'4'109'0,"1"-3"72"0,2 3 45 16,10-4 35-16,-11 2 56 0,11-2 46 16,0 0 27-16,0 0 5 0,0 0-20 15,0 0-36-15,0 0-31 0,0 0-36 16,0 0-37-16,0 0-73 0,42-7-100 0,-29 3-132 0,4 3-138 15,3-3-167-15,-2 3-188 16,7-6-223-16,8 0-9 0,-7 1 76 0,-4-1-642 16,0 3-815-16</inkml:trace>
  <inkml:trace contextRef="#ctx0" brushRef="#br0" timeOffset="-115777.41">26423 14705 4218 0,'-3'-9'237'0,"1"0"-13"0,0 4-10 16,2 5 0-16,5-13-5 0,4 6-1 0,-2 2-16 15,4-1-23-15,0 5-17 16,0-1-1-16,-11 2-31 0,21 2-11 0,-10 1-14 16,-4 2-13-16,2 4-5 0,-6 1-16 15,1 2-4-15,-2 2-6 0,-4 3 21 0,-4 4 27 16,-6 8 25-16,1-2 21 0,2 2 20 15,-5-1 7-15,7-4 11 0,-2-3 6 0,2-2 2 16,2-1-180-16,3 0-11 0,-2-3 0 16,2-1 0-16,6-3 0 0,-2 2 0 0,3 2 0 15,6-1 0-15,0 1 0 16,-2-1 0-16,5 1 0 0,-3-1 0 0,3 1 0 0,-3 1 0 16,0 0 0-16,-1-3 0 15,-5 1 0-15,-1 1 0 0,0-1 0 0,-2 0 0 16,-4 0 0-16,0-1 0 0,-4 3 0 15,1-1 0-15,-3-1 0 0,-5 1 0 0,-1-1 0 16,1-1 0-16,0 2 0 0,-5-5 0 16,1 2 0-16,-2-3 0 0,2 3 0 0,-2-4 0 15,-4 1 0-15,4-3 0 0,0 0-78 16,4-2-989-16,-2 2 125 0,1 1-1134 16,2-4-1488-16</inkml:trace>
  <inkml:trace contextRef="#ctx0" brushRef="#br0" timeOffset="-107494.64">17680 15671 3065 0,'0'0'531'0,"0"0"-187"0,-7-5-120 0,7 5-47 0,0 0-16 16,0 0 0-16,0 0 11 0,0 0 25 15,0 0 45-15,-23 21 23 0,17-6-1 0,-1 5-16 16,-3 11-5-16,0 3-4 0,5 3-7 16,-5 0-11-16,5 0-10 0,-2-1-11 15,4 0-17-15,-1-6-17 0,2-6-18 16,0-7-13-16,2 1-14 0,-1-2-80 0,1-3-41 16,0-2 0-16,0-1 0 0,0-1 0 15,-2-3 0-15,2-6 0 0,2 9 0 0,-2-9 0 16,0 0 0-16,0 0 0 0,17-27 0 15,-6 8 0-15,0-9 0 0,5-6 0 0,1 2 0 16,-2-1 0-16,0 0 0 0,3 6 0 16,-4 1 0-16,-2 5 0 0,-1 6 0 0,2 3 0 15,-4 2 0-15,-2 1 0 0,5 3 0 16,-3 2 0-16,2 1 0 0,0 3 0 16,-11 0 0-16,22 5 0 0,-12-2 0 15,1 4 0-15,-4-3 0 0,4 6 0 16,-6-2 0-16,4 4 0 0,-5-3 0 0,2 1 0 15,-5 0 0-15,4-1 0 0,-1 0 0 16,-2-4 0-16,-2-5 0 0,3 10 0 0,-3-10 0 16,4 7 0-16,-4-7 0 0,0 0 0 15,0 0 0-15,19-18 0 0,-7 3 0 0,0 1 0 16,8-6 0-16,-3 5 0 0,-4 4 0 16,1 3 0-16,-3 1 0 0,2 4 0 0,-1 1 0 15,-1 2 0-15,3 3 0 0,1 4 0 16,-1 2 0-16,1 4 0 0,-2-1 0 0,6 11 0 15,-1-1 0-15,-6 2 0 16,2-3 0-16,-3-4 0 0,-1 2 0 0,0-1 0 16,-3-1 0-16,2-1 0 0,-5-2 0 0,3-3 0 15,-2 0 0-15,1-2 0 0,-3-2 0 16,-1 1 0-16,0-1 0 0,0-2-301 16,0 2-313-16,-2-7-181 0,0 0-110 15,-4 7 80-15,4-7-791 0,0 0-1055 0</inkml:trace>
  <inkml:trace contextRef="#ctx0" brushRef="#br0" timeOffset="-107029.5">18673 15811 4128 0,'9'-9'-131'0,"-4"4"37"0,2-2 25 0,-1 1 27 0,1 0 41 0,-1 1 46 15,0-2 35-15,-6 7 27 0,10-10 19 16,-9 5 16-16,3-1 7 0,-4 6-3 0,6-11 6 16,-6 11-5-16,2-10 1 0,-2 10-10 15,-2-12-9-15,-4 6-7 0,6 6-13 0,-11-11-4 16,4 9-12-16,-7 0-6 16,14 2-9-16,-38 7 3 0,15-1-3 0,-9 8-2 0,-3 2-2 15,7 1 1-15,-1 0-7 16,4 5-9-16,7 0-8 0,4-4-5 0,5 0-4 15,3-1 1-15,4-5-7 0,2 2 7 0,6 1 0 16,-1-1-2-16,6 3 12 0,1-2 10 16,3-1-14-16,3-1-1 0,-2-3 8 15,0 4 8-15,2-5 7 0,-4 4-2 16,1-2 7-16,-1-2 9 0,-3 2 21 0,1-1 16 16,-4-1 18-16,-1 3 17 0,-3-2 8 15,-3 2-48-15,1-3-117 0,-4 3 0 0,-1-2 0 16,-5 2 0-16,3 1 0 15,-5-4 0-15,-1-1 0 0,-1 1 0 0,2-2 0 0,-1-1 0 16,0-2 0-16,1-4 0 16,10 0 0-16,-20-4 0 0,9 0 0 0,0-1-40 0,2 0-528 15,1-1-123-15,4-1-182 16,0 3 11-16,4 4 85 0,-1-8-713 0,1 8-936 16</inkml:trace>
  <inkml:trace contextRef="#ctx0" brushRef="#br0" timeOffset="-106844.75">18881 15991 4402 0,'6'-4'165'0,"-6"4"23"0,0 0 25 0,5-6 50 0,-5 6 36 0,10-8 10 0,-10 8-22 0,11-7-30 16,-1 4-27-16,2 0-31 16,-1-1-62-16,1 2-99 0,-1-2-113 0,0 2-119 0,3 0-146 15,-3 0-191-15,0 0-190 16,-1 1-47-16,-10 1 68 0,20 1-544 0,-11 3-706 15</inkml:trace>
  <inkml:trace contextRef="#ctx0" brushRef="#br0" timeOffset="-106646.85">18921 16181 3930 0,'-11'9'342'0,"2"-4"37"0,2-2 26 16,7-3 41-16,-7 6 45 15,7-6 24-15,-6 4 4 0,6-4-21 0,0 0-42 0,0 0-246 16,0 0-210-16,29 3 0 15,-29-3 0-15,27-5 0 0,-13 3 0 0,6-4 0 16,-4 3 0-16,4-2 0 0,-5 1 0 16,0-1 0-16,-1 3 0 0,-3-1 0 0,-2 3 0 15,0-2 0-15,-9 2-526 0,14-1-108 16,-14 1-126-16,0 0-116 0,0 0 72 16,0 0-757-16,0 0-1005 0</inkml:trace>
  <inkml:trace contextRef="#ctx0" brushRef="#br0" timeOffset="-105830.58">19641 16018 4442 0,'0'-6'76'0,"2"0"33"0,-2 6 30 0,2-8 24 0,-2 8 27 0,0 0 50 0,0 0 34 16,0 0 41-16,0 0 15 15,-13 34-14-15,10-19-19 0,-2 1-14 0,-1 3-14 16,3 1-20-16,-3-3-15 0,2 0-23 15,4-1-157-15,-1 1-54 0,-3-2 0 0,0-3 0 16,4 0 0-16,-3-3 0 0,3-1 0 16,-2 0 0-16,2-8 0 0,0 11 0 0,0-11 0 15,0 0 0-15,0 0 0 0,0 0 0 16,0 0 0-16,25-33 0 0,-11 16 0 0,-3-3 0 16,5-2 0-16,3 0 0 0,-6 4 0 15,0 3 0-15,3 1 0 0,-5 3 0 0,0-2 0 16,1 5 0-16,-2 2 0 15,-1 2 0-15,3 0 0 0,-12 4 0 0,16-1 0 16,-16 1 0-16,0 0 0 0,23 5 0 0,-15 1 0 16,-3 0 0-16,-3 0 0 0,5 3 0 15,-4-1 0-15,-1 1 0 0,0 0 0 16,-2-1 0-16,2-1 0 0,0 0 0 16,-2-7 0-16,4 10 0 0,-4-10 0 0,1 7 0 15,-1-7 0-15,0 0 0 0,0 0 0 16,22-20 0-16,-11 8 0 0,3-4 0 0,6-8 0 15,1 4 0-15,0 1 0 0,-4 3 0 16,-1 5 0-16,-5 3 0 0,3 2 0 0,-5 0 0 16,0 4 0-16,-9 2 0 0,21 6 0 15,-11-2 0-15,0 6 0 0,-1 0 0 0,0 2 0 16,1 3 0-16,0-1 0 16,-1 0 0-16,1 1 0 0,-1 0 0 0,1-2 0 15,-3-1 0-15,1-1 0 0,0-2 0 16,-3-2 0-16,1 1 0 0,-3-1-24 0,4-1-583 15,-3-1-157-15,-4-5-173 0,3 5 88 16,-3-5-855-16,0 0-1138 0</inkml:trace>
  <inkml:trace contextRef="#ctx0" brushRef="#br0" timeOffset="-105380.64">20457 15913 4634 0,'8'-8'-25'0,"-3"3"30"0,2 0 41 0,-7 5 47 0,14-4 51 15,-14 4 46-15,18 0 23 0,-18 0 21 0,18 9 8 16,-6-1-4-16,-2 3-5 0,-1-1-5 16,-4 3-4-16,6 1 3 0,-8 1 10 0,3 3 7 15,-6-3-3-15,0 3-16 0,-4-2-19 16,2 2-94-16,-3-2-112 0,-4 2 0 0,0-1 0 16,0-1 0-16,-5-1 0 0,-1-1 0 15,1 0 0-15,-4-4 0 0,-1-2 0 16,4-2 0-16,-5-5 0 0,7-2 0 0,-4-5 0 15,-1-5 0-15,7-5 0 0,4-3 0 16,1-3 0-16,6-4 0 0,4 4 0 16,5-8 0-16,0 8 0 0,0 6-38 15,0-1-42-15,0 7 2 0,3 0 14 0,-1 1 21 16,0 3 31-16,1 2 33 0,1 4 19 16,-1 0 14-16,-12 0 5 0,29 8 0 0,-14-2 1 15,1 2-38-15,-2 7-22 0,-1-1 0 16,3 1 0-16,3 5 0 0,-6-1 0 0,0-3 0 15,-1 1 0-15,8 5 0 16,-9-5 0-16,-2-2 0 0,1-4 0 0,-1 1 0 0,-1-2 0 16,-3-2 0-16,4-1 0 0,-6 0 0 15,1-2 0-15,0 3-56 0,-1-4-354 0,-3-4-122 16,2 5-140-16,-2-5-184 16,0 0 32-16,0 0 85 0,0 0-656 0,0 0-848 15</inkml:trace>
  <inkml:trace contextRef="#ctx0" brushRef="#br0" timeOffset="-104913.47">20903 15987 3736 0,'-1'-4'-43'0,"1"4"33"0,-3-12 30 0,3 12 34 0,-2-9 44 0,2 9 34 0,-2-8 35 16,2 8 18-16,-2-10 8 0,2 10 9 16,0 0-1-16,0-7 8 0,0 7 7 0,0 0-8 15,-2-8-4-15,2 8 3 16,0 0-7-16,0 0 10 0,0 0 16 0,0 0 15 0,0 0 5 15,0 0-1-15,0 0-7 16,11 21-11-16,-8-11-4 0,1-1-67 0,1 1-156 0,1 4 0 16,1-3 0-16,2 3 0 15,-4 0 0-15,1 3 0 0,-3 0 0 0,3 0 0 16,-2 1 0-16,-1 0 0 0,-3 1 0 16,0 0 0-16,-3 1 0 0,-3 3 0 0,2-6 0 15,3 3 0-15,-7-3 0 0,3-2 0 16,-4-1 0-16,6-2 0 0,-5-2 0 0,5-3 0 15,-3 1 0-15,1-1 0 0,-6-5 0 16,6-1 0-16,5-1 0 0,0 0-275 16,-25-10-432-16,19 2-160 0,6-4-33 0,2-2 91 15,4-6-767-15,6 0-1017 0</inkml:trace>
  <inkml:trace contextRef="#ctx0" brushRef="#br0" timeOffset="-104679.53">21065 15971 4072 0,'0'0'36'0,"-4"-11"50"0,4 11 27 0,-1-8 10 16,1 8 28-16,0 0 25 0,0 0 11 16,0 0 20-16,0 0 16 0,0 0 8 0,0 0-5 15,0 0-12-15,-6 31-4 0,3-14-11 16,-1 1-7-16,3 5-17 0,-1-1-21 0,-2 2-13 16,2-4-16-16,2 4-8 15,-2-5-16-15,4 0-12 0,-2-4-9 0,2 1-16 16,2-3-46-16,-2-1-66 0,-1 0-82 15,3-3-94-15,3-1-119 0,-4-2-143 16,5-2-158-16,-5-2-201 0,-3-2 83 0,16 0 79 16,-16 0-523-16,19 0-669 0</inkml:trace>
  <inkml:trace contextRef="#ctx0" brushRef="#br0" timeOffset="-104197.29">21616 15788 3225 0,'0'-6'10'0,"0"6"27"0,0 0 31 15,0 0 44-15,0 0 42 0,0 0 43 0,0 0 22 16,-35 23 17-16,20-9 0 15,-4 7 6-15,0 4-2 0,-1-2 3 0,-3 2-3 0,1 2-8 16,6-1-17-16,0-1-17 16,7-4-20-16,-2-3-19 0,8-3-15 0,3 1-14 15,0-2-12-15,3 1-8 0,1 1-11 16,6-1-12-16,1 0-14 0,1 1-8 0,0 1-8 16,0-2-5-16,1 1-9 0,-2 1-2 15,2 7-9-15,-3-3 1 0,-5 0 3 16,-1 4 4-16,-2-1 37 0,-2 3 33 0,0-1 38 15,-6 8 30-15,3-1-101 0,-1-6-77 16,0-4 0-16,0-2 0 0,0-4 0 0,2-1 0 16,2-2 0-16,0-3 0 0,2 1 0 15,1-4 0-15,-2 3 0 0,1-3 0 0,4-1 0 16,-2 0 0-16,-1-2 0 16,3 2 0-16,-6-7 0 0,12 8 0 0,-9-3 0 0,1-1 0 15,2-1 0-15,-6-3 0 0,3 7 0 16,-3-7 0-16,8 7 0 0,-5-4 0 15,-3-3-505-15,1 5-187 0,-1-5-133 16,2 7-42-16,-2-7 69 0,0 0-734 0,0 0-976 16</inkml:trace>
  <inkml:trace contextRef="#ctx0" brushRef="#br0" timeOffset="-100478.7">21945 16076 3891 0,'0'0'-160'0,"4"-4"47"0,-4 4 36 0,8-9 38 0,-8 9 47 15,8-12 44-15,-4 8 55 0,-4 4 29 16,7-11 25-16,-1 7 6 0,-6 4-5 0,5-8-9 15,-5 8-8-15,0 0 10 0,0 0 39 16,0 0 29-16,14 25 11 0,-12-6-4 16,-4 8-6-16,2 11-11 0,-2 5-4 0,2-2-4 15,-2 2-11-15,2-2-11 0,4-3-13 16,0-4-16-16,-3-6-12 0,-1-5-11 0,0-5-14 16,0-3-5-16,0-1-6 0,0-3 6 15,0-2 0-15,0 0 0 0,0-1-46 0,0-8-66 16,0 9 0-16,0-9 0 15,0 0 0-15,0 0 0 0,0 0 0 0,0 0 0 16,-1-38 0-16,1 11 0 0,1-9 0 16,3-2 0-16,4-4-32 0,0-1-137 0,-3 2 9 15,1 0 15-15,-4 3 18 0,1 10 11 16,-1 4 18-16,-2 7 3 0,0 3 14 0,-2 2 3 16,-3 2 16-16,-2 3 17 15,-5 5 15-15,-3 1 18 0,15 1 18 0,-33 7 34 0,18-4 15 16,0 2 22-16,1 0 4 0,7 0 5 15,-1 0 31-15,5 2 13 0,3-7 12 16,0 14 9-16,3-7 13 0,8 0 5 0,3 0-137 16,3-1-32-16,2-1 0 0,3-1 0 15,-4-1 0-15,1-1 0 0,2 0 0 16,0-2 0-16,-2 0 0 0,5-2 0 16,-8 0 0-16,5 1 0 0,-2-1-101 0,-2 0-492 15,1 2-155-15,-3 0-196 0,-2 2 102 16,-3 3 83-16,-3 0-671 0,2 5-880 0</inkml:trace>
  <inkml:trace contextRef="#ctx0" brushRef="#br0" timeOffset="-100245.61">22308 16370 3779 0,'0'0'73'0,"0"0"30"15,25-5 13-15,-25 5 24 0,14 0 49 0,-2 1 51 0,-1 3 48 0,2-1 13 0,3 2 12 16,-3 4-10-16,3 1-16 0,-2 4-16 15,0-2-14-15,-6 1-12 0,-3 1-9 0,3 1-17 16,-5-1-19-16,-2 2-20 0,-1 0-22 16,-4 0-14-16,-2 3-17 0,-1 1-105 0,-6 3-22 15,-3-4 0-15,0 3 0 0,-6-1-135 16,8-7-142-16,0-2-102 0,3-4-108 0,-5 1-138 16,7-6-228-16,2-1 53 0,7-2 78 15,0 0-609-15,0 0-787 0</inkml:trace>
  <inkml:trace contextRef="#ctx0" brushRef="#br0" timeOffset="-99864.73">22742 16143 3981 0,'4'-12'61'0,"-1"4"10"0,4-2 5 16,-4 6 19-16,5-1 19 0,-8 5-1 15,13-9-13-15,-7 8-4 0,-6 1-14 0,0 0-4 16,20 7-10-16,-11 1-3 0,-5 1-3 15,-1 3 6-15,-3-1 9 0,0 5 10 16,-2 3 20-16,-1 1 21 0,-8 13 20 16,0-2 12-16,-1-2 15 0,-2 0 4 0,1-3-2 15,3-2-1-15,0-7-15 0,7 0-9 16,-1-3-11-16,2 0-2 0,2-2-4 0,2-1-2 16,2 1-11-16,-3-3-7 0,5 1-6 15,0 1-3-15,4 2 3 0,-5-4-1 0,3 1 5 16,-5 0-109-16,3-1-4 0,0 3 0 15,2 0 0-15,-5 1 0 0,3-1 0 16,-4 0 0-16,0-1 0 0,-2 1 0 0,-2 2 0 16,2-2 0-16,-4 0 0 0,0 0 0 15,1-2 0-15,-3 1 0 0,0-1 0 16,-4 0 0-16,5-3 0 0,-4 1 0 16,-1-4 0-16,-2 1 0 0,3-5-485 0,9 0-502 15,-17-3 59-15,11-3 89 0,2-2-845 16,3-5-1120-16</inkml:trace>
  <inkml:trace contextRef="#ctx0" brushRef="#br0" timeOffset="-99614.4">22991 16024 5010 0,'7'-12'82'0,"-2"1"8"16,6 3 23-16,1 2 38 0,-1 2 30 15,1 4 20-15,-12 0-25 0,24 4 2 0,-6 7 5 16,-1 3 4-16,0 10-21 15,-2 6-12-15,-1 3-10 0,-7 6-10 0,-3 4-8 16,-8 5-1-16,1 9-14 0,-7 0-13 16,-2-1-9-16,-1 0-6 0,1 0-11 0,-4-7-4 15,-4-1-8-15,4-2-10 0,-6-5-1 16,7-10-10-16,-4-2-16 0,5-5-51 0,2-5-71 16,-2-5-79-16,4-2-107 0,1-5-152 15,0-1-209-15,2-6-255 0,7 0 85 0,0 0 82 16,0 0-633-16,-9-21-821 0</inkml:trace>
  <inkml:trace contextRef="#ctx0" brushRef="#br0" timeOffset="-99379.39">23668 16495 4282 0,'-12'-9'318'0,"9"2"6"15,1 1 11-15,2 6 23 0,5-16 15 16,4 4-2-16,6 0-22 0,8-3-40 0,3-1-35 16,1 1-31-16,-1 1-52 0,3 0-58 15,-6 4-68-15,-4 4-81 0,2-1-126 16,-6 1-111-16,3 1-135 0,-5 2-146 0,0 1-166 16,-1 2-149-16,-12 0 84 0,14 5-690 15,-5 0-904-15</inkml:trace>
  <inkml:trace contextRef="#ctx0" brushRef="#br0" timeOffset="-99196.43">23716 16665 3906 0,'-17'12'159'0,"1"-4"77"0,7 1 45 15,0-4 48-15,0 0 57 0,6-2 46 16,3-3 23-16,-13 6-8 0,13-6-37 0,0 0-23 16,0 0-39-16,0 0-34 0,0 0-213 15,38-4-101-15,-21-1 0 0,5 0 0 16,3-2 0-16,10 0 0 0,-3-3-199 15,-2 1-373-15,-5 2-188 0,-2 1-168 0,-1 0 91 16,0-2-828-16,-3 3-1101 0</inkml:trace>
  <inkml:trace contextRef="#ctx0" brushRef="#br0" timeOffset="-98648.27">24165 16150 4889 0,'-1'-7'63'0,"-1"2"24"16,2 5 24-16,0 0 12 0,3-10 58 0,-3 10 54 15,0 0 30-15,0 0 12 16,16 17 0-16,-8 3-6 0,-1 10-16 0,-3 8-5 16,-1 4-4-16,-3 3 1 0,-1 0-15 15,-1 11-50-15,-6-4-182 0,1 0 0 0,1-11 0 16,-2-2 0-16,1-3 0 0,-1-2 0 15,1-2 0-15,0-8 0 0,0-3 0 0,3-6 0 16,1-3 0-16,1-1 0 0,0-3 0 16,-2 0 0-16,1-3 0 0,3-5 0 0,0 0 0 15,0 0 0-15,0 0 0 16,-3-21 0-16,3 5 0 0,2-6 0 0,-1-15 0 16,4-6 0-16,1-14 0 0,3-4 0 15,-2 2-98-15,2 2-109 0,0 4 18 0,-6 11 23 0,3 2 18 16,-4 11 29-16,0 5 23 15,-2 5 17-15,-2 1 24 0,-2 3 24 0,-1 5 26 16,-6 1 38-16,-3 4 47 0,-1 2 37 16,-4 6 35-16,-5 2 17 0,-6 6 25 0,-1 3 20 15,3 2 8-15,4 1-210 0,1 4-12 16,1 0 0-16,11-5 0 0,1 1 0 0,6 0 0 16,6-1 0-16,7 0 0 0,4 0 0 15,13-1 0-15,3-1 0 0,5-6 0 16,6-1 0-16,1-4 0 0,2-1 0 15,-1-2 0-15,-2-2 0 0,-6 2 0 0,-5 0 0 16,-2 0 0-16,-7-1 0 0,1 2 0 16,-1-1 0-16,-7 2 0 0,1 0-66 0,-1 0-424 15,-4 1-44-15,-1 0-73 0,-1 1-104 16,-7-4-111-16,6 7 65 0,-6-2-673 16,0-5-880-16</inkml:trace>
  <inkml:trace contextRef="#ctx0" brushRef="#br0" timeOffset="-94513.52">24967 7761 3917 0,'3'8'-25'0,"-1"1"81"0,0-1 57 0,0-1 46 0,1-2 47 0,-3-5 33 16,6 10 37-16,-6-10 8 0,5 7 16 15,1-3 7-15,-6-4-13 0,14 2-17 0,-14-2-23 16,15-1-20-16,-15 1-22 0,23-6-23 16,-11 0-17-16,1 2-16 0,-2-4-19 0,3 2-11 15,-3-5-13-15,-4 1-14 0,9-6-8 16,-11 3-86-16,1-7-5 0,2-11 0 15,-2 3 0-15,-4-8 0 0,-2 5 0 16,0-9 0-16,-2 5 0 0,-2 6 0 0,-1 6 0 16,4 1 0-16,-3 5 0 0,0 3 0 15,2 3 0-15,-1-1 0 0,1 6 0 0,0 0 0 16,2 6 0-16,0 0 0 0,0 0 0 16,0 0 0-16,-12 24 0 0,15-10 0 0,-3 9 0 15,3 1 0-15,9 10 0 0,-3-1 0 16,5 1 0-16,2-3 0 0,-4 1 0 0,7-3 0 15,-2-1 0-15,3-4 0 0,-4-1 0 16,2-6 0-16,-7-2 0 0,0-4 0 16,-1 0 0-16,-1-2 0 0,1-2-67 15,0-2-156-15,-1-2-85 0,-2-1-108 0,-7-2-103 16,14-5-118-16,-4-4-189 0,-7 1 65 16,3-8 85-16,-3-6-602 0,6-10-738 15</inkml:trace>
  <inkml:trace contextRef="#ctx0" brushRef="#br0" timeOffset="-94313.64">25324 7173 3717 0,'-13'-16'133'0,"1"2"69"0,3 3 59 15,0-1 34-15,-2-1 45 16,2 1 2-16,2 0 3 0,-2 1-14 0,2 1-28 0,3 4-29 16,1-1-29-16,-3 0-31 15,6 7-26-15,-5-10-31 0,5 10-66 0,-2-5-54 16,2 5-67-16,0 0-96 0,0 0-106 15,0 0-124-15,28 16-132 0,-15-2-157 0,5 0-153 16,0 6 79-16,5 3-669 0,2 1-841 16</inkml:trace>
  <inkml:trace contextRef="#ctx0" brushRef="#br0" timeOffset="-94113.37">25564 7558 3747 0,'-5'5'138'0,"1"0"77"0,4-5 59 15,-7 6 60-15,7-6 36 0,0 0 29 0,0 0 6 16,-9 5-26-16,9-5-25 0,0 0-36 16,0 0-32-16,0 0-30 0,0 0-31 15,34-16-39-15,-18 13-68 0,4-3-73 0,-4 2-91 16,4 2-99-16,-2-1-100 0,1 1-105 16,1 0-105-16,-5 4-92 0,0 0-115 0,-4-1-133 15,0 3 79-15,2 2-674 0,-6 1-844 16</inkml:trace>
  <inkml:trace contextRef="#ctx0" brushRef="#br0" timeOffset="-93931.29">25668 7732 3701 0,'-18'13'2'0,"2"-3"97"16,3-1 78-16,2-2 67 15,3 0 63-15,-1-3 60 0,1 2 16 0,3-4 15 16,5-2 0-16,-12 6-11 0,12-6-27 16,-8 4-26-16,8-4-37 0,0 0-37 0,0 0-23 15,0 0-21-15,0 0-192 0,35 3-24 16,-18-4 0-16,4-1 0 0,0 0 0 0,0-1 0 15,4-2-276-15,-3 1-149 0,1 0-111 16,0-3-119-16,0 3-170 0,0-2 42 0,-2 2 75 16,-2-4-647-16,0 4-809 0</inkml:trace>
  <inkml:trace contextRef="#ctx0" brushRef="#br0" timeOffset="-93331.93">26382 7415 3668 0,'7'-5'-20'0,"2"2"80"0,-2-1 54 15,-2 0 58-15,-5 4 43 0,6-8 41 16,-2 6 25-16,-4 2 28 0,6-10 7 0,-2 8 6 16,-4 2 0-16,5-9-15 0,-5 9-24 15,-1-8-23-15,1 8-22 0,0 0-27 0,-4-11-21 16,4 11-24-16,-10-6-20 15,10 6-17-15,-21 0-12 0,7 6-12 0,-6 1-81 0,1 3-24 16,-8 3 0-16,2 5 0 16,2 0 0-16,4-1 0 0,7-4 0 0,1 3 0 15,2-4 0-15,2 1 0 0,0 1 0 16,5-3 0-16,2 3 0 0,0-1 0 0,9-1 0 16,-4 1 0-16,6 3 0 0,0-3 0 15,7 1 0-15,-2-2 0 0,-2 2 0 0,6-1 0 16,2 2 0-16,-3-1 0 0,-3-3 0 15,-1-1 0-15,-2 1 0 0,-3-2 0 0,-3 0 0 16,3 3 0-16,-7-2 0 0,2 1 0 16,-3-1 0-16,-6 1 0 0,-2 1 0 0,-5 2 0 15,-2 1 0-15,-7-3 0 16,-5 3 0-16,0 2 0 0,0-3 0 0,3-4 0 16,1-3 0-16,2 1 0 0,2-6 0 15,-1 0 0-15,4 0 0 0,0-2 0 0,1-2 0 16,-1 2 0-16,1 0 0 0,13 0 0 15,-21 0-515-15,12 0-363 0,-1 2-38 0,-4 1 88 16,5 1-891-16,2 0-1152 0</inkml:trace>
  <inkml:trace contextRef="#ctx0" brushRef="#br0" timeOffset="-90865.85">28263 7865 4481 0,'0'0'-143'0,"0"-15"60"0,0 8 57 0,0-3 51 0,-2 2 56 16,0 2 37-16,-3-3 27 0,-1 1 16 0,-2 1 12 15,-2 2 9-15,10 5 10 0,-32 6 17 16,2 5 6-16,-3 7 13 0,-5 7-3 0,6 6-4 15,-1-1-8-15,12-4-17 0,4 1-20 16,4 4-11-16,6 0-18 0,2-5-14 0,5-4-13 16,2-3-10-16,1 0-13 15,2 0-9-15,3 0-6 0,-1-2-10 0,5-2-10 16,-5-1-38-16,4-4-49 0,1 0-61 16,-1-1-90-16,7-2-97 0,-3-2-126 0,2-3-128 15,2-2-154-15,2-4-162 0,0 0 88 16,3-2-716-16,13-4-918 0</inkml:trace>
  <inkml:trace contextRef="#ctx0" brushRef="#br0" timeOffset="-90416.6">28609 7968 4385 0,'0'0'100'0,"-5"-6"23"0,5 6 30 16,-4-2 23-16,4 2 21 0,0 0 11 0,-6-6-17 15,6 6-16-15,0 0-14 0,0 0-2 16,0 0-4-16,0 0-13 0,24 0-19 0,-24 0-6 16,20 2-16-16,-4-2 1 0,-4 0-20 15,4-4-4-15,-1 3-7 0,-1-1-7 0,-1-2 2 16,1 2-6-16,-3-4-2 0,-2 0-7 16,-3-2-4-16,2 1 3 0,-6-3-7 15,-2 0 5-15,-2-1-6 0,-6 0-9 0,2-2-7 16,-9 2-1-16,-2 2-5 0,-6 4 2 15,0 1-8-15,-3 5 6 0,-10 5 0 16,1 3 6-16,3 3 5 0,-1 2 11 0,5 2 14 16,3 4 12-16,4 2 5 0,6 0 7 15,1 4-5-15,10-3-43 0,3-2-32 16,-1-3 0-16,4 5 0 0,1-2 0 0,13 5 0 16,-1-2 0-16,4-2 0 0,3-3 0 15,5 0 0-15,2-4 0 0,-2-1 0 0,-4-6 0 16,0 2 0-16,-7-4 0 0,8-1 0 15,-5-2 0-15,-2 0 0 0,2-3 0 0,-1 0-14 16,2-4-437-16,3 1-116 0,-1-5-142 16,-1 0-168-16,8-4 75 0,0-2 80 15,-3 0-655-15,3-1-831 0</inkml:trace>
  <inkml:trace contextRef="#ctx0" brushRef="#br0" timeOffset="-90216.63">29130 7983 4192 0,'-14'-3'190'0,"14"3"40"0,-5-3 44 0,5 3 45 0,0 0 14 0,-9-3 1 0,9 3-23 0,0 0-22 0,0 0-30 16,0 0-27-16,0 0-23 0,26-4-24 0,-26 4-33 16,23 0-59-16,-10 0-73 15,0 0-101-15,3 0-106 0,-3 0-115 0,3 0-115 16,-3 2-122-16,1-2-128 0,-3 2-118 15,0-2 70-15,-3 4-621 0,-1-2-793 16</inkml:trace>
  <inkml:trace contextRef="#ctx0" brushRef="#br0" timeOffset="-90033.29">29115 8153 3839 0,'-17'5'136'16,"3"2"56"-16,5-4 43 0,-1-1 54 0,10-2 59 15,-13 3 47-15,13-3 13 0,-11 4-4 16,11-4-39-16,-7 4-32 0,7-4-33 0,0 0-30 15,0 0-30-15,0 0-25 16,0 0-24-16,16 6-160 0,-16-6-31 0,29-1 0 0,-10-3-47 16,-1 4-217-16,5-5-138 0,1 0-146 15,1 0-187-15,-1-1-129 0,-1-1 89 16,-2 1-775-16,-5 1-992 0</inkml:trace>
  <inkml:trace contextRef="#ctx0" brushRef="#br0" timeOffset="-89733.36">29661 8026 4173 0,'-12'-6'-38'0,"-2"4"47"0,3-1 36 0,1 1 49 16,0 0 53-16,10 2 57 0,0 0 43 15,-18-4 25-15,18 4 14 0,-10-1 16 0,10 1-6 16,0 0-3-16,0 0-4 0,0 0-9 16,0 0-2-16,0 0-21 0,0 0-16 0,0 0-21 15,0 0-24-15,0 0-96 0,0 0-100 16,42 1 0-16,-27-1 0 0,1 0 0 0,2 0 0 16,1-1 0-16,3 1-10 0,-2 0-343 15,1-3-116-15,0 3-113 0,4-4-145 0,-1 0-125 16,-4 2 91-16,-1-1-748 15,0-1-955-15</inkml:trace>
  <inkml:trace contextRef="#ctx0" brushRef="#br0" timeOffset="-89166.67">30090 7854 4414 0,'-9'-4'37'0,"9"4"35"0,0 0 27 0,0 0 26 0,-7-7 13 16,7 7 4-16,0 0-3 15,0 0-14-15,12-14-11 0,-4 9-12 0,0 1-7 16,-8 4-6-16,13-6 1 0,-6 4-10 16,-7 2 8-16,0 0 19 0,0 0 31 0,22 8 20 15,-19 1 27-15,1 1 22 0,-2 1 18 16,-2 4 8-16,0 3 8 0,0 2-5 0,-2 0-10 15,2 6-6-15,-2-1-154 0,2 4-66 16,-2-4 0-16,4-1 0 0,0-1 0 16,-2-3 0-16,2-1 0 0,0-2 0 15,0-4 0-15,-2-1 0 0,1 0 0 0,-1-3 0 16,0 0 0-16,3-3 0 0,-3-6 0 0,2 14 0 16,-2-14 0-16,-5 10 0 0,5-10 0 15,-5 7 0-15,-4-2 0 0,-4-2 0 16,-3-1 0-16,-2 4 0 0,4-2 0 0,1-2 0 15,1 0 0-15,3 2 0 0,9-4 0 16,-18 3 0-16,18-3 0 0,-11 3 0 16,11-3 0-16,-7 4 0 0,7-4 0 0,0 0 0 15,0 0 0-15,0 0 0 0,39 7 0 16,-17-5 0-16,6-2 0 0,-1 0 0 0,1-2 0 16,-2 2 0-16,-2 0 0 0,-3 0 0 15,2-2 0-15,-7 2 0 0,2-2 0 0,-3 2 0 16,-1-2 0-16,-14 2 0 0,18-1 0 15,-10 1 0-15,-8 0 0 0,13-1 0 0,-13 1 0 16,11-3 0-16,-11 3 0 16,0 0 0-16,4-4 0 0,-4 4-540 0,0 0-422 15,0 0 41-15,0 0 110 0,-34-4-875 16,34 4-1121-16</inkml:trace>
  <inkml:trace contextRef="#ctx0" brushRef="#br0" timeOffset="-88200.26">27538 8928 4524 0,'0'0'-18'0,"0"0"55"0,0-10 40 0,0 10 37 0,0 0 42 16,-5-5 33-16,5 5 25 0,0 0 16 15,0 0 7-15,-32 14 0 0,19-9 0 0,-1 7-15 16,1 3-12-16,-1-1-16 16,3 1-15-16,5 0-17 0,-2 3-16 0,2-5-15 15,5 1-12-15,-1 0-10 0,2-3-13 0,2 1-8 16,-1 0-9-16,1-3-5 0,4 1-9 0,-1 2 2 16,-4-6-51-16,3 0-16 15,-2 1 0-15,-2-7 0 0,4 10 0 0,-4-10 0 16,3 10 0-16,-3-10 0 0,2 7 0 15,-2-7 0-15,0 0 0 0,4 8 0 0,-4-8 0 16,0 0 0-16,4 4 0 0,-4-4 0 16,0 0 0-16,3 6 0 0,-3-6 0 0,0 0 0 15,0 0 0-15,0 0 0 0,0 0 0 16,7 7 0-16,-7-7 0 0,0 0 0 0,0 0-12 16,0 0-29-16,0 0-8 0,0 0-36 15,-2 8-30-15,2-8-42 0,0 0-44 0,2 6-40 16,-2-6-61-16,0 0-71 15,0 0-78-15,7 2-96 0,-7-2-171 0,0 0-9 16,18 0 74-16,-18 0-544 0,14 3-661 16</inkml:trace>
  <inkml:trace contextRef="#ctx0" brushRef="#br0" timeOffset="-87796.76">27695 8938 3135 0,'-4'-8'-14'0,"0"-1"30"0,1 3 26 0,-1-2 37 0,-2 2 47 0,0 1 33 16,-2-1 19-16,-3 2 12 0,2 2 2 0,-3 0-1 15,-3 4 3-15,0 3 10 0,-9 4 10 16,-4 8 8-16,-6 10 17 0,-1 4 7 0,7 1-6 16,1 2-4-16,10-5-8 15,5 2-12-15,7-2-7 0,3-6-20 0,2 0-14 16,0-3-17-16,12 9-11 0,-1-3-19 0,4-1-7 16,4-4-14-16,-1-4-5 0,-2-7-14 15,4 1-12-15,-4-1-7 0,6-3-16 16,-7-1-28-16,0-2-29 0,-1 0-27 0,-3-3-31 15,-2-1-36-15,2 3-37 0,-11-3-52 16,18-3-56-16,-11 2-73 0,-7 1-86 0,12-8-85 16,-10 2-110-16,2 0-173 0,0 1 47 15,-4 5 76-15,2-4-536 0,-2 4-648 0</inkml:trace>
  <inkml:trace contextRef="#ctx0" brushRef="#br0" timeOffset="-87267.95">28057 9128 3318 0,'3'-10'43'0,"-3"2"27"16,0-1 30-16,5 2 30 0,-5 0 18 15,2-1 15-15,-2 1-2 0,2 3-10 0,0-4-13 16,-2 1-16-16,1 0-14 15,1 0-9-15,0 1-11 0,2 0-9 0,-4 6-6 0,2-13-9 16,0 7-1-16,-2 6-8 16,0-11-3-16,-2 4-6 0,0-2-10 0,-4 2 3 15,3-1-7-15,-6-1-3 0,2 2-2 16,-2 1-5-16,-2 2 1 0,-5 0-3 0,1 4-1 16,-4 2 2-16,-3 0-2 0,-1 2 1 15,-4 11-1-15,0-3-4 0,4 5-2 0,1 2-2 16,4 3-1-16,0 2 3 0,7-4-5 15,5-2 1-15,4-1-3 0,2-3 0 0,2 3 2 16,4 1-2-16,5-1 2 16,1-2 0-16,1-1-2 0,2 1 10 0,1-1 15 15,-1-2 17-15,-1 0 27 0,-2-2 22 0,-1 0 25 16,-4-3 25-16,0 2 37 0,-1-1 22 16,-2 0 20-16,-3 3 15 0,-2-1-2 15,-3 0 1-15,-2 4-7 0,-1 1-10 0,-5-1-84 16,-5 1-139-16,-2 2 0 0,-4 1 0 15,4-7 0-15,2 1 0 0,2-6 0 0,-1 2 0 16,3-3 0-16,0-5 0 0,1 2 0 16,12-2 0-16,-19-2 0 0,12 0 0 0,-3-1 0 15,10 3-113-15,-7-12-368 0,2 6-85 16,5 0-109-16,0-3-199 0,7-1 82 16,4-5 82-16,8-7-644 0,2 3-808 0</inkml:trace>
  <inkml:trace contextRef="#ctx0" brushRef="#br0" timeOffset="-87083.89">28318 9198 4029 0,'0'0'211'0,"0"0"48"0,0 0 41 0,15-2 16 0,-15 2 24 0,0 0-8 0,0 0-20 0,0 0-34 16,0 0-31-16,16-6-24 0,-16 6-26 0,18-1-32 15,-4-2-69-15,-1 3-79 0,1-4-90 16,2 2-91-16,0 0-105 0,-1 0-118 0,1 0-110 15,-3 2-135-15,0-2-138 16,0 4 80-16,-13-2-616 0,22 0-764 0</inkml:trace>
  <inkml:trace contextRef="#ctx0" brushRef="#br0" timeOffset="-86866.56">28352 9408 4019 0,'-13'6'251'15,"5"-2"52"-15,-1 0 47 0,9-4 42 16,-9 6 30-16,9-6-1 0,0 0-38 0,-11 0-32 15,11 0-39-15,0 0-23 0,0 0-43 16,0 0-24-16,0 0-39 0,0 0-136 0,31-8-47 16,-13 4 0-16,-2-1-15 0,5 0-184 15,2 0-79-15,1 1-93 0,-6-2-84 16,1 0-75-16,-1 3-102 0,-3-2-175 16,-2 1 74-16,-1 1 81 0,-5 1-545 0,0 2-661 15</inkml:trace>
  <inkml:trace contextRef="#ctx0" brushRef="#br0" timeOffset="-86181.23">28983 9189 3632 0,'0'-9'168'0,"0"9"36"0,4-6 28 15,-4 6 33-15,0 0 22 0,0-11 19 16,0 11-12-16,0 0-17 0,2-6-25 0,-2 6 0 16,0 0 16-16,0 0 3 15,4 27-3-15,-4-12-11 0,0 1-8 0,-2 9-11 0,0-2-11 16,-2 0-11-16,1-1-188 15,1 3-28-15,-2-2 0 0,-1-7 0 0,3 1 0 0,-1-1 0 16,1-5 0-16,0 1 0 0,2-4 0 16,-2-1 0-16,0 1 0 0,2-8 0 15,0 10 0-15,0-10 0 0,0 0 0 16,0 0 0-16,0 0 0 0,0 0 0 0,13-29 0 16,-2 11 0-16,-2-2 0 0,6-4 0 15,-3 4 0-15,0 5 0 0,1-1 0 0,-6 4 0 16,-2 3 0-16,3 1 0 0,0 1 0 15,1 2 0-15,-1 1 0 0,-8 4 0 0,15 0 0 16,-15 0 0-16,19 5 0 16,-7 1 0-16,-5 1 0 0,3-1 0 0,0 4 0 0,-1 1 0 15,-3-3 0-15,-1 1 0 16,-1 1 0-16,0 0 0 0,0-1 0 0,-2-1 0 16,0 0 0-16,-2-8 0 0,3 12 0 15,-3-8 0-15,0-4 0 0,0 0 0 0,0 0 0 16,0 0 0-16,0 0 0 0,22-15 0 15,-13 1 0-15,6-10 0 0,4 1 0 0,-1-3 0 16,0 5 0-16,-2 4 0 0,-3 4 0 16,-1 2 0-16,-1 3 0 0,-2 2 0 0,1 2 0 15,0 7 0-15,-10-3 0 0,19 7 0 16,-8 3 0-16,-4-1 0 0,5 4 0 16,-2 1 0-16,-1 3 0 0,3 0 0 0,-7 2 0 15,7 0 0-15,-7 0 0 0,3-2 0 16,-2-2 0-16,-1-1 0 0,-1 0 0 15,2-4 0-15,-4-2 0 0,1 1 0 0,2-1 0 16,-1-5 0-16,-4-3-333 0,9 3-422 16,-9-3-192-16,0 0 95 0,13-12 80 0,-9 4-769 15,4-1-986-15</inkml:trace>
  <inkml:trace contextRef="#ctx0" brushRef="#br0" timeOffset="-85717.6">29675 9221 4643 0,'-1'-12'155'0,"1"12"27"0,1-13 25 0,3 6 51 0,-4 7 11 0,6-7 13 0,-6 7 3 0,12-4-10 0,-12 4-12 15,0 0-20-15,27 12-15 0,-18-3-20 16,2 3-12-16,-2 2-3 0,-4 3-17 16,4 2-48-16,-6 1-128 0,-1-1 0 0,-2 2 0 15,-2 1 0-15,-1 0 0 0,-6 0 0 16,-2 5 0-16,-3-1 0 0,-4-3 0 0,0-2 0 15,2-6 0-15,2-3 0 0,-1-4 0 16,-1 0 0-16,5-3 0 0,-1-4 0 0,-2-1 0 16,3-3 0-16,0-8 0 0,0-4 0 15,6-3 0-15,3-7 0 0,4-10 0 16,1-4 0-16,9 5 0 0,-2 2 0 16,3 4 0-16,-4 8 0 0,-1 4 0 0,3 3 0 15,-2 2 0-15,2 8 0 0,-2 1 0 16,0 2 0-16,-9 0 0 0,21 12 0 0,-10-2 0 15,2 4 0-15,-1 3 0 0,-1 7 0 16,2-2 0-16,-4-3 0 0,-2 3 0 0,5 4 0 16,-3-4 0-16,-1-4 0 0,-4 1 0 15,6-3 0-15,-5 1 0 0,3-4 0 0,-5-1 0 16,4-2 0-16,-4-1 0 0,3-2 0 16,0 0 0-16,-1-4 0 0,1 0 0 0,-6-3 0 15,0 0 0-15,0 0-302 16,23-10-414-16,-16 5-143 0,1-3-11 0,-2 0 90 0,-1 2-806 15,5-3-1028-15</inkml:trace>
  <inkml:trace contextRef="#ctx0" brushRef="#br0" timeOffset="-85450.36">30018 9344 4252 0,'-5'-8'114'0,"-2"-1"66"0,3 3 29 0,4 6 27 0,-3-11 38 0,3 11 34 0,-2-6 18 0,2 6-6 15,0 0-19-15,14-6-20 0,-14 6-20 0,0 0-21 16,30 9-17-16,-19-1-16 16,0 3-16-16,1-1-16 0,-4 5-82 0,-1 4-93 0,-3 2 0 15,-2 2 0-15,-2-3 0 16,-4 3 0-16,-3 10 0 0,-3-4 0 0,0 1 0 16,1-8 0-16,0-3 0 0,0-2 0 15,0-3 0-15,4-2 0 0,-1-2 0 0,-1-2 0 16,-2-1 0-16,6-3 0 0,3-4-309 15,0 0-266-15,0 0-112 0,-10-23-146 0,16 3 15 16,5-11 79-16,7-13-700 16,7-1-888-16</inkml:trace>
  <inkml:trace contextRef="#ctx0" brushRef="#br0" timeOffset="-85218.2">30363 9161 3812 0,'1'-4'50'0,"-1"4"89"15,0 0 44-15,-1-10 29 0,1 10 36 16,0 0 40-16,0 0 46 0,0 0 9 0,-35 20-4 15,24-7-17-15,-4 10-23 0,0 4-22 16,3 0-20-16,1 2-25 0,3-3-19 0,3-3-26 16,-2-2-16-16,6 4-16 0,-3-3-25 15,2-3-130-15,4-1 0 0,-2-1 0 0,2-5 0 16,0 3 0-16,-1-5 0 0,3 2 0 16,1-3 0-16,-2-1 0 0,3-1 0 0,-1-4-185 15,1-1-250-15,-6-2-140 0,16 0-159 16,-16 0-129-16,23-10 80 0,-8 0-787 15,0-1-1012-15</inkml:trace>
  <inkml:trace contextRef="#ctx0" brushRef="#br0" timeOffset="-84817.13">30656 9136 4397 0,'-7'-14'29'0,"3"6"45"0,0-2 38 16,0 5 34-16,4 5 27 0,-6-10 13 15,6 10-18-15,0 0 2 0,0 0 33 0,0 0 17 16,-12 19 10-16,1-5 9 16,4 4 5-16,-2 2 3 0,-3 6-7 0,3 6-14 15,-3-1-15-15,2-1-13 0,3 1-17 16,0-2-6-16,-1-4-53 0,3-4-122 0,4-5 0 16,-1 3 0-16,4-1 0 0,-1-1 0 15,-1 2 0-15,7 1 0 0,-3 1 0 0,-1 1 0 16,-3-2 0-16,4 4 0 0,3 9 0 15,-5-6 0-15,3 0 0 0,-3-1 0 0,-2 0 0 16,2 1 0-16,-1 1 0 0,-1 0 0 16,0-1 0-16,2-1 0 0,-4 1 0 15,6 0 0-15,-4-10 0 0,0 1 0 16,0-3 0-16,2-1 0 0,-2-3 0 0,0 1 0 16,2-2 0-16,0-2 0 0,0 1 0 15,-1-2 0-15,-1 0 0 0,4-2 0 0,-2 0 0 16,-2-5 0-16,10 5 0 0,-4-2 0 15,3-2 0-15,5 3 0 0,0-2 0 0,8 0-536 16,-2-2-332-16,3-4-58 0,2 0 90 16,0 0-873-16,7-5-1143 0</inkml:trace>
  <inkml:trace contextRef="#ctx0" brushRef="#br0" timeOffset="-84218.44">30883 9554 4366 0,'-9'3'-75'0,"9"-3"83"0,-15 2 61 0,15-2 48 0,-12 2 58 0,12-2 62 0,0 0 70 0,0 0 32 0,-11 1 16 16,11-1 27-16,0 0 12 0,0 0-9 0,0 0-18 16,0 0-28-16,0 0-32 0,47 2-188 15,-32-2-119-15,2-2 0 0,1 1 0 0,1-1 0 16,0 2 0-16,-4-2 0 0,0 2 0 16,1 0 0-16,-5-1 0 0,1 1 0 0,-12 0 0 15,16 0 0-15,-16 0 0 0,18 1-415 16,-11 3-247-16,-7-4-192 0,13 3-23 15,-4-1 98-15,-9-2-787 0,16 0-1008 16</inkml:trace>
  <inkml:trace contextRef="#ctx0" brushRef="#br0" timeOffset="-83784.45">31243 9410 4323 0,'-9'-7'42'0,"1"1"39"0,2 2 48 16,6 4 44-16,-7-6 53 0,7 6 53 15,-6-6 14-15,6 6-8 0,0 0-14 0,-4-8-28 16,4 8-21-16,0 0-9 0,0 0-6 16,0 0-9-16,0 0-7 0,0 0-11 15,0 0 2-15,23 26 8 0,-19-11 19 16,0 3-155-16,-2 5-54 0,0 0 0 0,-2 3 0 16,0 0 0-16,0 1 0 0,0-1 0 15,0 1 0-15,-2-2 0 0,0-7 0 0,2 3 0 16,-2-2 0-16,2-1 0 0,-2-3 0 15,2-1 0-15,-2-5 0 0,0 3 0 0,2-1 0 16,-3-3 0-16,-2 2 0 16,1 1 0-16,-1-2 0 0,-4 0 0 0,-2-1 0 15,2 2 0-15,2-3 0 0,0-2 0 16,0 2 0-16,7-7 0 0,-11 8 0 0,7-4 0 16,4-4 0-16,-5 5 0 0,5-5 0 15,0 0 0-15,-4 8 0 0,4-8 0 0,0 0 0 16,0 0 0-16,0 0 0 0,24 0 0 15,-24 0 0-15,18-3 0 0,-7 0 0 0,-11 3 0 16,23-2 0-16,-11 0 0 0,1 0 0 16,-2 1 0-16,3-3 0 0,-1 2 0 0,-3-1 0 15,1-2-533-15,2 0-482 0,1 0 108 16,0-2-1044-16,2 0-1370 0</inkml:trace>
  <inkml:trace contextRef="#ctx0" brushRef="#br0" timeOffset="-83548.48">31550 9823 5665 0,'0'0'2'0,"0"0"44"0,0 0 43 0,-19 0 71 0,19 0 79 0,0 0 48 0,-1 9 24 16,1-9 11-16,-2 12-14 0,0-4-14 0,-3 2-18 16,0 4-84-16,-1 0-192 0,-1 6 0 15,-4-4 0-15,0 3 0 0,4 0 0 0,-5-1 0 16,3 1 0-16,-2-2 0 0,1-1 0 15,-2-1 0-15,5-1 0 0,2-2 0 0,-2-3 0 16,1-1 0-16,3-1-43 16,-1-3-544-16,4-4-137 0,0 0-186 0,0 0 76 15,0 0 84-15,-2-21-727 0,10 8-925 16</inkml:trace>
  <inkml:trace contextRef="#ctx0" brushRef="#br0" timeOffset="-83117.75">31741 9443 4083 0,'4'-12'60'16,"-1"-1"43"-16,3 3 26 0,1 1 23 15,2 3 20-15,-2 0 16 0,2 1 0 0,1 2-11 16,-10 3-14-16,19-2-16 16,-19 2-2-16,18 2-17 0,-9 4-1 0,-6 0-9 15,5 2-3-15,-5 3 1 0,-3 1-5 16,0 2-4-16,-3 3 8 0,-5 2 3 0,-1 8 5 15,-7 2 6-15,5-3-2 0,-4-1-1 16,-2 3-12-16,-1-2-7 0,6-3-14 0,0-3-1 16,2-3 5-16,5-3 6 0,-1-1 2 15,3 1 8-15,-2-3-13 0,3 1-100 16,2-2 0-16,0 0 0 0,0-1 0 0,2 4 0 16,3-1 0-16,-2 0 0 0,3 2 0 15,-3-1 0-15,3 1 0 0,-2 3 0 0,-1-3 0 16,2 1 0-16,-5 2 0 0,2-1 0 15,-2-1 0-15,-2 3 0 0,-3-5 0 0,4 3 0 16,-3-1 0-16,0-3 0 0,-1 0 0 16,3-3 0-16,-2 1 0 0,-1-1 0 15,-2-2 0-15,2-2 0 0,-1 0 0 0,-1-2 0 16,-1 1 0-16,8-4 0 0,-15 0 0 16,15 0 0-16,-18-10-488 0,11 5-521 15,1-7 91-15,0-1-1046 0,3-3-1384 0</inkml:trace>
  <inkml:trace contextRef="#ctx0" brushRef="#br0" timeOffset="-82817.61">31953 9438 5325 0,'-2'-14'-44'0,"-1"1"50"0,6 3 38 0,0 2 41 0,-1 2 52 0,-2 6 42 16,13-10 37-16,-5 8 11 0,-8 2 3 15,21 4 5-15,-5 4 13 0,6 11 11 0,-1 6-3 16,-2 1-13-16,-4 6-19 0,-3 0-21 16,-3 4-85-16,-3 4-118 0,-4-4 0 0,0 5 0 15,-4-1 0-15,-2 3 0 16,0-1 0-16,-1-1 0 0,-5 9 0 0,0-11 0 16,1-3 0-16,1-2 0 0,-5-1 0 15,2-5 0-15,-3-2 0 0,-3-2 0 0,5-6 0 16,-4 5 0-16,0-6 0 0,3-4 0 15,3-2 0-15,1-1-135 0,-2 0-435 0,0-3-139 16,6-2-202-16,-1 0 76 0,6-5 95 16,0 0-719-16,0 0-909 0</inkml:trace>
  <inkml:trace contextRef="#ctx0" brushRef="#br0" timeOffset="-82584.73">32331 9749 3872 0,'-3'-5'132'0,"3"5"83"16,-6-8 53-16,6 8 46 0,-2-8 42 15,2 8 25-15,0 0 13 0,13-10-12 0,-4 8-23 16,2 0-38-16,2-1-33 0,0 1-33 16,4 0-26-16,1-2-51 0,-2 4-70 15,0-4-88-15,-3 2-108 0,3 2-124 0,-5-3-115 16,3 0-139-16,-2 1-163 0,0-2-183 15,0 4 2-15,-5-3 88 0,-7 3-641 0,0 0-816 16</inkml:trace>
  <inkml:trace contextRef="#ctx0" brushRef="#br0" timeOffset="-82400.43">32364 9876 4142 0,'-17'9'230'0,"-2"-2"85"0,6-2 65 15,1 0 50-15,1-3 39 0,0 4 41 0,2-6-7 16,9 0-20-16,-11 2-31 0,11-2-175 15,0 0-277-15,0 0 0 0,0 0 0 0,0 0 0 16,0 0 0-16,0 0 0 0,31 5 0 16,-17-7 0-16,4-1 0 0,-1-2 0 15,2 0 0-15,0-4 0 0,10-3-297 16,0-1-546-16,-3-1-116 0,-2-1 94 0,-2 3-913 16,-6 0-1207-16</inkml:trace>
  <inkml:trace contextRef="#ctx0" brushRef="#br0" timeOffset="-80901.7">32697 9561 4406 0,'0'0'-296'0,"0"0"48"0,0 0 43 0,0 0 40 0,0 0 42 0,0 0 36 0,0 0 34 0,0 0 23 15,0 0 24-15,0 0 22 0,0 0 14 0,0 0 23 16,0 0 15-16,0 0 19 0,0 0 26 15,0 0 12-15,0 0 4 0,0 0 9 16,0 0 6-16,0 0 5 0,0 0 5 0,0 0 7 16,0 0 5-16,0 0 3 0,0 0 3 15,0 0-4-15,0 0 1 0,0 0 5 0,-5-7-5 16,5 7 7-16,0 0 14 0,0 0 6 16,0 0 7-16,0 0 4 0,0 0 2 0,0 0-5 15,0 0-13-15,0 0-13 16,7-14-17-16,-3 9-16 0,-4 5-13 0,10-8-13 15,-5 2-10-15,-5 6-85 0,12-8-24 0,-7 4 0 16,-5 4 0-16,12-6 0 0,-12 6 0 16,7-4 0-16,-7 4 0 0,0 0 0 15,0 0 0-15,16 9 0 0,-12-2 0 16,-4 1 0-16,2 1 0 0,-2 3 0 0,-4 3 0 16,2-1 0-16,-1 1 0 0,0 1 0 15,-3-1 0-15,1 1 0 0,-1 0 0 0,1 1 0 16,-4-3 0-16,6 1 0 15,-3-1 0-15,2-3 0 0,2 1 0 0,1-2 0 0,-1 1 0 16,2-1 0-16,0 0 0 16,2 1 0-16,-1-1 0 0,1 2 0 0,0-1 0 0,2 2 0 15,-2 1 0-15,0-3 0 16,-1 1 0-16,1 0 0 0,-2 0 0 0,0 2 0 16,0-2 0-16,-2 4 0 0,1-3 0 15,-3 3 0-15,2-6 0 0,-4 1 0 0,3 1 0 16,-6 2 0-16,4-3 0 0,-2-1 0 15,-1-2 0-15,-2 1 0 0,1-1 0 0,-2-2 0 16,-1-2 0-16,2-2 0 0,-1 3 0 16,-3-4 0-16,7-1 0 0,7 0 0 15,-18-1 0-15,11-1-703 0,7 2-297 0,-13-7 96 16,13 7 102-16,0 0-824 16,-3-5-1066-16</inkml:trace>
  <inkml:trace contextRef="#ctx0" brushRef="#br0" timeOffset="-75685.63">27339 10818 4309 0,'0'-8'-23'0,"0"3"31"0,0 5 0 0,-7-7 0 0,7 7 21 0,0 0 40 16,-11 14 26-16,8 0 20 0,-7 7 20 0,4 10-2 15,0 2 0-15,1 2-9 0,1-6-8 16,4-1 0-16,2-4 2 0,-2 1-2 0,0 1-12 15,4-4-2-15,-4-4 1 16,2-1-7-16,-1-4 1 0,-1 0 18 0,0-3 20 0,0-1 20 16,0-1 7-16,0 1 18 0,0-5 9 15,0-4-4-15,0 8-18 0,0-8-19 16,0 0-15-16,0 0-15 0,0 0-15 16,6-35-23-16,0 14-13 0,4-10-9 0,-1-1-14 15,7 0-7-15,-5 3-33 0,0 6-4 16,-1 4 0-16,-3 4 0 0,1 1 0 0,0 2 0 15,1 4 0-15,0 2 0 0,1 2 0 16,2 4 0-16,-12 0 0 0,21 2 0 0,-8 6 0 16,-2-2 0-16,3 3 0 0,-7 1 0 15,2 1 0-15,0 1 0 0,-4-1 0 16,1 3 0-16,-1-3 0 0,-3-1 0 0,2-2 0 16,1-1 0-16,-5 0 0 0,3-1 0 15,3-2 0-15,-6-4 0 0,0 0 0 16,0 0 0-16,23-20 0 0,-8-6 0 0,2 0 0 15,4-6 0-15,4-4 0 0,-4 6 0 16,2 4 0-16,-5 3 0 0,4 2 0 0,-9 7 0 16,0 2 0-16,-2 7 0 0,2 5 0 15,-2 0 0-15,2 5 0 0,0 2 0 0,2 6 0 16,-1 2 0-16,-3 1 0 0,-2 3 0 16,3-1 0-16,-4 1 0 0,-3 0-1 15,5 1-2-15,-8-4-5 0,4-1-22 16,-2 2-29-16,-3-6-42 0,1 1-57 0,2 0-53 0,-2-2-60 15,1-1-71-15,-1-1-69 16,3-2-78-16,-1-2-100 0,-4-4-163 0,0 0 19 16,22-10 84-16,-6 0-502 0,8-11-618 15</inkml:trace>
  <inkml:trace contextRef="#ctx0" brushRef="#br0" timeOffset="-75335.82">28304 10686 3240 0,'-2'-7'10'0,"1"-3"35"0,-3 6 13 0,-2 0 21 0,6 4 28 0,-13-3 21 16,13 3 17-16,-23 3 9 0,9 3 10 16,-2 4-3-16,-9 5 0 0,0 1-3 0,2 4-6 15,3-1-14-15,4-2-10 16,3-1-14-16,3 1-8 0,4-2-12 0,4 0-9 16,2 0-6-16,6 2-7 0,4-2-5 15,3 3-8-15,6 1-8 0,2 4-3 0,2 0-6 16,0-5-4-16,-4 4-1 0,-4-6-4 15,-1 0 0-15,-3-3 5 0,-4-1 23 0,1 2 25 16,-4-1 29-16,-2-1 12 0,-2 0 14 16,-2 1 9-16,2-1-1 0,-4-3-5 15,-4 3-1-15,3 0-15 0,-4-1-12 0,-2 0-9 16,0-3-8-16,0-1-10 0,-1-2-8 16,1 0-10-16,-3-4-12 0,1-1-41 15,13 0-52-15,-28-8-60 0,13-3-74 16,5-1-86-16,-1 0-110 0,3-3-110 0,7 1-112 15,1 0-163-15,1-1-23 0,7 1 78 16,1-2-571-16,3 0-725 0</inkml:trace>
  <inkml:trace contextRef="#ctx0" brushRef="#br0" timeOffset="-75152.24">28507 10948 3607 0,'15'0'127'0,"-15"0"24"15,0 0 13-15,11-4 19 0,-11 4 39 16,0 0 14-16,0 0-8 0,8-4-24 0,-8 4-14 15,0 0-22-15,0 0-20 16,21-1-24-16,-12 1-55 0,3 0-68 0,3 0-95 16,-1 0-113-16,-1 0-124 0,0 1-131 15,3-1-183-15,-4-1-16 0,2 1 70 0,-3 0-372 16,0 1-441-16</inkml:trace>
  <inkml:trace contextRef="#ctx0" brushRef="#br0" timeOffset="-74969.1">28604 11128 2775 0,'-13'11'155'0,"1"-3"51"0,1-2 47 0,1 2 42 16,5-4 36-16,-2-1 36 0,7-3 9 16,-7 6-4-16,7-6-16 0,-7 6-27 0,7-6-27 15,0 0-28-15,0 0-24 16,0 0-27-16,16 5-24 0,-16-5-32 0,31-3-54 16,-12 1-60-16,4-4-71 0,0 0-89 15,1 2-90-15,-1-3-108 0,2 1-130 0,-2 0-131 16,10-3-194-16,-8 3 8 0,-5 2 85 15,-2 3-554-15,-4 1-683 0</inkml:trace>
  <inkml:trace contextRef="#ctx0" brushRef="#br0" timeOffset="-74036.33">29362 11068 3763 0,'0'-7'185'0,"0"7"-13"0,0-9-3 0,0 9 11 0,0-5 18 0,0 5 23 16,0 0 69-16,0 0 16 0,0 0-7 0,2 24-17 15,-2-10-27-15,2-1-23 0,-2 3-16 16,0 2-9-16,0 1-11 0,0-2-15 0,2 0-19 16,-2-2-16-16,0-1-11 0,0 0-14 15,0-2-12-15,0-1-11 0,0-2-30 0,0-1-68 16,0 1 0-16,0-2 0 0,0-2 0 16,0-5 0-16,2 9 0 0,-2-9 0 15,0 0 0-15,0 0 0 0,6-19 0 16,1 5 0-16,1-5 0 0,6-10 0 0,0 0 0 15,2 2 0-15,-5 9 0 0,-2 1 0 16,0 5 0-16,-4 2 0 0,1 2 0 0,-1-1 0 16,-1 5 0-16,-4 4 0 0,14-5 0 15,-14 5 0-15,0 0 0 0,18 9 0 0,-7-3 0 16,-6 1 0-16,1 0 0 0,-3 4 0 16,3-3 0-16,-1 2 0 0,-4 1 0 15,1-3 0-15,0 0 0 0,-2 0 0 0,2-3 0 16,0 1 0-16,0 0 0 0,-2-6 0 15,3 9 0-15,-3-9 0 0,0 0 0 0,0 0 0 16,22-15 0-16,-10 4 0 0,10-9 0 16,1 2 0-16,-1-1 0 0,-4 5 0 15,-2 4 0-15,-2 1 0 0,-1 3 0 16,-1 2 0-16,-1 2 0 0,0 6 0 0,3 3 0 16,-3 0 0-16,-1 4 0 0,1 3 0 15,-1 4 0-15,0-1 0 0,-1 0 0 0,-2 1 0 16,-1 1 0-16,2-1 0 15,-2-3 0-15,-3 1 0 0,3-2 0 0,-2-3 0 16,-1 0 0-16,4-1 0 0,-5-3 0 16,1 1 0-16,1-1 0 0,-2-2-341 0,-2-5-145 15,7 6-109-15,-7-6-145 0,0 0-107 16,20-11 83-16,-11 3-739 0,2-4-948 0</inkml:trace>
  <inkml:trace contextRef="#ctx0" brushRef="#br0" timeOffset="-73619.47">30140 11064 4192 0,'0'0'16'0,"6"-8"17"0,-6 8 17 0,0 0 38 0,0 0 38 0,0 0 34 0,0 0 12 0,26 13 7 0,-20-6-1 16,-1 2-6-16,2 3 7 16,-2-2-8-16,1 2-4 0,-2 1 1 0,-1-2 17 15,-3 1 9-15,2 1 1 0,-4-1-5 16,2 0-10-16,-3-1-8 0,-1 3-10 0,-3-2-13 15,-4-2-15-15,0 1-14 0,-3-3-6 16,2-2-16-16,-5-2-12 0,3 0-30 0,-1-4-27 16,15 0-26-16,-30-8-20 0,14-5-23 15,3-4-18-15,3-10 13 0,3 6-2 0,5-1 3 16,2 5-1-16,2 2 9 16,-1 1-7-16,3 6 8 0,2-2-2 0,0 6 18 15,3-2 23-15,2 5 12 0,-11 1 17 16,24 4 11-16,-12 0-5 0,4 3 6 0,0-1-4 15,1 6-2-15,0-1-4 0,0 1-6 16,-2 0-1-16,4 2-2 0,-3-3-5 0,-2 1-1 16,2 1-4-16,-5-3-20 0,1 1-24 15,-1-3-35-15,-1-1-39 0,0 0-50 0,-3 0-62 16,0-2-72-16,-1 0-98 0,2-3-113 16,0 1-137-16,-8-3-182 0,0 0 74 15,0 0 75-15,18-5-523 0,-18 5-655 0</inkml:trace>
  <inkml:trace contextRef="#ctx0" brushRef="#br0" timeOffset="-73334.55">30400 11155 3541 0,'3'-13'82'0,"1"1"37"0,-2 1 37 0,2 4 32 0,1 0 25 0,-5 7 1 0,7-8-7 0,-7 8-3 0,13-1-10 15,-13 1-24-15,18 6-5 0,-8 2-7 16,-2 4-21-16,1-1-13 0,-4 3-11 0,2 2-7 16,-4 1-13-16,1 1-7 15,-4-1-8-15,-2 2-5 0,0 5-13 0,-3-3 3 16,-2 0-1-16,0 0-24 0,2-5 2 16,-8 3-12-16,8-7-25 0,-4 0-29 0,1 1-36 15,0-7-50-15,2 0-67 0,1-1-92 16,-1-5-109-16,6 0-125 0,0 0-170 0,-14-7-26 15,14 0 75-15,3-4-455 0,5-3-552 16</inkml:trace>
  <inkml:trace contextRef="#ctx0" brushRef="#br0" timeOffset="-73103.42">30685 11042 3135 0,'0'-7'115'0,"2"2"4"0,-2 5 3 15,0 0 13-15,0 0 43 0,0 0 40 16,0 0 18-16,-31 21 4 0,20-4 2 15,-3 8-1-15,3 1-22 0,3-3-14 0,3-2 3 16,-1-2-20-16,0-1-18 0,6 1-12 16,0-2-18-16,0-2-9 0,0-1-12 0,0 0-14 15,4-1-15-15,-2-4-5 0,0 3-17 16,2-3-39-16,4-1-57 0,-3-1-52 0,-1 0-71 16,2-4-95-16,1 2-116 0,1-1-117 15,-8-4-166-15,11 2-96 0,-11-2 72 0,10 2-520 16,-10-2-653-16</inkml:trace>
  <inkml:trace contextRef="#ctx0" brushRef="#br0" timeOffset="-65738">25147 7471 3284 0,'-15'-10'-172'0,"7"7"26"0,-2-2 25 0,7 1 22 0,-7 0 15 0,3-3 27 0,-1 1 21 0,0 0 15 15,3-3 6-15,-3 2 16 0,3 0 18 16,-2 3 9-16,5-2 0 0,-1 2-1 16,3 4-1-16,-8-10-4 0,8 10-3 0,-3-5-5 15,3 5 0-15,-4-6-2 0,4 6 0 16,0 0-2-16,0 0 1 0,9-11-3 16,2 8 4-16,1 1-6 0,9 0-1 15,4-1 2-15,1-1-2 0,12 3 0 0,3-2-2 16,0-1 4-16,1 1-3 0,1 2-2 15,-4-2 1-15,-5 3 0 0,7 3 4 0,-9-2-8 16,-8 0 0-16,3 3 5 0,0 1-2 16,-2 0 4-16,5 4-5 0,5-1-1 0,-3 2 2 15,-2-1-2-15,5 1 2 0,-3 0 1 16,3 1 1-16,-1-1-1 0,0 1 0 0,1-1 2 16,-1-2-1-16,-2 0-4 0,2 2 4 15,-1-3-2-15,-7-1 3 0,-1 0-2 0,10 2-2 16,-9 1-1-16,7-3 4 0,-5 5-1 15,7-3-1-15,-3 5 0 0,2-4-2 16,-2 4 8-16,7-1-8 0,-3 1 0 16,9 5 1-16,4-1 0 0,-4 1 1 0,5-2 1 15,0 1 4-15,-1 2-5 0,0-1 5 16,1 2-6-16,-3-2-4 0,1 2 3 0,0-3 4 16,-4 3-4-16,-3-1 0 0,4 2-1 15,-9-6 1-15,5 5 1 0,2 3-1 16,0 1-1-16,4-2 1 0,-2 1 6 0,-4 3-5 15,6-1 1-15,-4 2-1 16,1 1 1-16,-2-3 0 0,-1-1-3 0,-4 2 3 0,1-2-2 16,-5-5 0-16,-1 0 0 15,-2 1 6-15,8 4-3 0,-2-5-2 0,1 4 1 16,-4-3 5-16,5 3-5 0,1 2-4 16,2 1 1-16,-3-1 0 0,0 3 2 0,-2 1 0 15,-1 3-1-15,-1-3-1 0,-2 2 0 16,-7-8 1-16,6 10-1 0,-7-6 6 0,-1 1-5 15,2 6-2-15,0 3 3 0,-4-8 7 16,-1 12-9-16,2-1 2 0,-3 7-2 0,-1 1 2 16,2 5 1-16,0 3-1 15,1 2 10-15,3 0 2 0,-1 5 6 0,7 14 4 0,3 0 4 16,1-4 2-16,0 0 8 0,4-1 6 16,-10-14 7-16,5-1 2 0,7 13-5 15,-9-14-4-15,-2-1 0 0,-6-2 5 16,4-3-10-16,-4-3-4 0,-3-6 1 15,-7-7-7-15,-2-5-3 0,-1-5 0 0,-3-5-1 16,1-4-5-16,-5-1 1 0,4-1-3 16,-3-1-2-16,-1-4 1 0,1-2-3 0,0 3 2 15,-4-3-2-15,3 0-3 0,-3 0-16 16,0-6-19-16,4 8-28 0,-4-8-32 0,2 9-48 16,-2-9-72-16,0 0-93 0,0 0-168 15,0 0-50-15,-31-11 68 0,20 3-93 0,-2-6-45 16</inkml:trace>
  <inkml:trace contextRef="#ctx0" brushRef="#br0" timeOffset="-65154.75">30018 7997 1460 0,'0'0'-33'0,"-7"-7"-5"0,-4 3 8 0,11 4 5 0,-16 3 1 0,-4-1 0 0,-6 10 7 0,-3 5 10 15,-5 10 22-15,-4 7 22 0,-4 9 20 0,-11 19 20 16,-4 8 18-16,-4 12 15 0,-4 7 10 16,-4 10 15-16,-27 31 5 0,-1 3 5 15,0 3 10-15,6-1 10 0,-2 4-6 16,3 1 0-16,24-36-4 0,-2-3-5 0,-2 1 0 16,0-3-12-16,5 0-3 0,0-7-2 15,6-4-9-15,6-8-4 0,-1-3-2 0,7-5 2 16,3-6-3-16,9-16-2 0,3-4-4 15,3-5-2-15,1 0-1 0,1-3-4 16,9-8-8-16,-4-4-6 0,7 0-5 0,0-3-4 16,3-2-6-16,3-3-2 0,1-5 0 15,3-1-9-15,-6 1-3 0,8-3-5 0,-1-2-2 16,0 1-7-16,1-2 0 0,-1 0-6 16,0-3 1-16,2 2-1 0,2-6 7 0,-4 8-3 15,4-8-1-15,-4 7-6 16,4-7-1-16,-4 7-1 0,4-7-7 0,0 0-1 0,-3 7 2 15,3-7-6-15,0 0-8 16,-4 5-15-16,4-5-24 0,0 0-46 0,0 0-75 16,0 0-96-16,0 0-89 0,-25-6-98 15,14-3-138-15,-5-3-129 0,-2-9 70 0,-2-3-439 16,3-3-535-16</inkml:trace>
  <inkml:trace contextRef="#ctx0" brushRef="#br0" timeOffset="-64055.17">25548 12434 3434 0,'0'9'104'0,"1"-4"-10"0,1 0 64 0,-2-5 50 0,8 7 26 0,-7-4 3 0,-1-3-6 0,0 0-21 16,18 0-25-16,-18 0-5 0,20-5-14 0,-4 0-15 15,-1-2-12-15,2-1-15 0,2-2-10 16,-2-2-14-16,3 0-7 0,2-6-7 16,-1 0-7-16,1-3 11 0,-6-1-11 15,2-6-12-15,-5 1-19 0,1-8-17 0,-5 1-11 16,-2-4 0-16,0 8-7 0,-6 1-1 15,1 8 1-15,-2 2-6 0,0 6-2 16,0-1 3-16,-2 2-9 0,-1 5 0 0,-4 3-1 16,7 4 3-16,0 0-5 0,-28 16 5 15,17 0-2-15,-1 2-1 0,0 10 8 0,7-3 10 16,3 1 4-16,4 0-3 0,3 9 1 16,4 0 5-16,2-1-8 0,2-2-5 0,3 0 6 15,-2-3-1-15,4-5-3 0,-5 2-1 16,-3-9-1-16,-3-4-5 0,1-2-11 0,-5-3-21 15,6 2-34-15,-6-4-47 0,-1-1-91 16,-2-5-134-16,0 0-141 0,0 0-158 16,0 0-128-16,0 0 71 0,8-28-548 15,-8 11-698-15</inkml:trace>
  <inkml:trace contextRef="#ctx0" brushRef="#br0" timeOffset="-63838.06">25907 11817 3722 0,'-6'-10'110'0,"1"0"14"0,-1 1 19 16,4 1 22-16,1 1 12 0,-3-1 6 0,2 4-8 15,2 4-18-15,-2-10-22 0,-1 4-15 16,3 6-19-16,0 0-31 0,7-8-39 0,-7 8-46 16,0 0-75-16,13 2-108 15,-13-2-106-15,11 9-132 0,-5 0-234 0,-2-1 46 16,0 3 81-16,-1 1-319 0,1 2-345 15</inkml:trace>
  <inkml:trace contextRef="#ctx0" brushRef="#br0" timeOffset="-63651.55">26088 12172 2925 0,'-11'4'281'0,"11"-4"6"0,0 0 8 0,0 0 27 16,0 0 23-16,0 0 0 0,0 0-21 15,0 0-25-15,0 0-38 0,0 0-25 16,0 0-27-16,27-25-23 0,-13 21-73 16,8 0-61-16,-1-1-87 0,4 1-92 0,-5-1-122 15,3 2-122-15,-1 0-125 0,-6 2-178 16,0 1-28-16,-3 1 70 0,-5 2-454 16,-2 2-558-16</inkml:trace>
  <inkml:trace contextRef="#ctx0" brushRef="#br0" timeOffset="-63471.72">26168 12335 2940 0,'-13'11'20'0,"3"-3"54"16,3-1 58-16,1-2 52 0,1-2 57 0,5-3 39 0,-9 6 29 16,9-6 8-16,0 0-17 15,0 0-11-15,0 0-31 0,0 0-22 0,0 0-29 16,0 0-20-16,0 0-17 0,33-12-28 16,-16 4-31-16,5 0-56 0,1 1-70 0,9 1-83 15,0-3-93-15,-5 2-110 0,-5 2-106 16,1-3-113-16,-3 6-196 0,-2-5 47 0,0 4 68 15,-5-1-397-15,-1 0-474 0</inkml:trace>
  <inkml:trace contextRef="#ctx0" brushRef="#br0" timeOffset="-62554.54">27034 11876 2768 0,'0'0'0'0,"6"-5"26"0,-6 5 20 0,3-6 26 0,-3 6 19 0,6-5 20 0,-6 5 9 0,3-5 0 16,-3 5-7-16,6-9-12 0,-1 6-7 15,-2-2-10-15,1-2 0 0,0 2-7 0,-1 0-5 16,3-1 2-16,-2 1 6 16,-1 0 3-16,-3 5 7 0,7-7 6 0,-5 2 11 15,-2 5 7-15,3-7 1 0,-3 7 3 16,0 0 1-16,2-6-5 0,-2 6-3 0,0 0-13 15,0 0-8-15,0 0-8 0,0 0-4 16,0 0 3-16,-41 10-2 0,9 7 9 0,-7 7 6 16,-3 8 4-16,-6 3 9 0,1 6 4 15,-14 11 12-15,5 3 12 0,3 1-2 0,19-11-3 16,-1 0-13-16,9 0-10 0,3-2-3 16,11-5-10-16,2-2-6 0,7-2-3 15,3-5-5-15,1-5-9 0,8-2-7 0,0 6-4 16,2-5-6-16,3-8-5 0,-1-1-1 15,4-3-4-15,2-1-2 0,0-4-6 0,1-2-1 16,-4-2-1-16,2-2-4 16,-3 0 2-16,-3-4-7 0,1 2 3 0,-6-4-6 15,1 0 1-15,-4-1-6 0,0-5 2 16,-4 0 0-16,0-1-11 0,-4-3-3 0,0 3-3 16,1-1-8-16,-2 0-18 0,-2 0-13 15,-1 5-19-15,1 3-28 0,-1-3-28 0,-4 6-34 16,3 1-44-16,9 2-54 0,-19 0-76 15,6 3-79-15,3 1-88 0,-1-1-107 0,1 1-189 16,0 2 58-16,5-2 96 0,1 4-505 16,4-8-601-16</inkml:trace>
  <inkml:trace contextRef="#ctx0" brushRef="#br0" timeOffset="-61937.44">27998 12376 3023 0,'0'-5'81'0,"0"5"14"0,-4-12-1 0,4 12 9 0,-7-11 7 0,1 7 15 16,6 4 5-16,-18-5 6 0,6 5-3 16,-6 5 10-16,-13 6-7 0,3 9 8 15,-6 7 11-15,1 4 2 0,5 3 7 16,1 0-1-16,10-2 1 0,2-1-7 0,2 1-19 16,2 0 0-16,8-6-12 0,1-4-11 15,2-1-13-15,4 1-3 0,2-1-15 0,1-3-9 16,3-1-4-16,-1-1-8 0,5-1-36 15,-3-3-45-15,6-1-62 0,0-3-85 0,1-2-122 16,-2-4-139-16,5-2-192 0,-1-2-115 16,-2 0 76-16,5-4-522 0,1 0-645 0</inkml:trace>
  <inkml:trace contextRef="#ctx0" brushRef="#br0" timeOffset="-61505.64">28240 12574 3638 0,'0'0'182'0,"-8"-4"-8"0,8 4-4 0,0 0 6 16,0 0 13-16,-2-8 10 0,2 8-9 16,0 0-9-16,0 0-15 0,18-8-17 15,-18 8-16-15,17-7-14 0,-8 5-9 16,3-2-11-16,-1-2-14 0,1 1-5 0,-5 0-12 15,4 1-12-15,0-3 3 0,-4-1-10 16,0 2-4-16,-1-3-4 0,-2 1-5 0,-3 0-3 16,1-2-2-16,0 2-4 0,-2 8-4 15,-7-16-6-15,-2 11-2 0,-3 2 0 0,-3 1 1 16,-5 5 1-16,-2 3 15 0,-6 4 13 16,-3 3 10-16,4 3 22 0,2 5 30 15,6 0 9-15,0 5 21 0,4-1 6 0,4-4 6 16,5 3 1-16,1-4-2 0,5 0-6 15,0 1-10-15,1 1-9 0,5-1-76 16,1-1-47-16,6 8 0 0,1-8 0 16,6 1 0-16,-4-6 0 0,2-3 0 0,-4-2 0 15,6 1 0-15,-5-5 0 0,6 0 0 16,-5 0 0-16,-3-6-96 0,-1 0-276 0,2 0-121 16,1-2-127-16,-1-4-140 0,-1 2-82 15,1-3 95-15,-1-3-702 0,2-2-899 0</inkml:trace>
  <inkml:trace contextRef="#ctx0" brushRef="#br0" timeOffset="-61272.55">28738 12597 4453 0,'-7'-4'248'0,"7"4"39"0,-7-7 32 0,7 7 35 0,0 0 16 0,-2-7-4 0,2 7-21 15,0 0-28-15,0 0-31 0,17-3-26 16,-17 3-32-16,21 0-24 0,-7-2-50 0,-1 2-154 16,0 2 0-16,2-2 0 0,1 0-72 15,-1 0-205-15,-1 0-115 0,-2 0-134 0,1 0-158 16,-1 0-182-16,-12 0 76 16,20-2 73-16,-15 4-598 0,-5-2-773 0</inkml:trace>
  <inkml:trace contextRef="#ctx0" brushRef="#br0" timeOffset="-61051.53">28726 12748 4141 0,'-11'2'304'0,"11"-2"61"15,-12 2 59-15,12-2 63 0,0 0 43 16,0 0-5-16,0 0-22 0,0 0-37 0,0 0-46 16,0 0-394-16,0 0-26 0,48-12 0 15,-29 8 0-15,-1 1 0 0,2-1 0 0,-1 1 0 16,0-1 0-16,-5 1 0 0,-2 1 0 15,1 1 0-15,-4 1 0 0,-9 0 0 0,14 0 0 16,-14 0-36-16,9 1-532 16,-9-1-97-16,0 0-176 0,0 0-17 0,0 0 91 0,-20 17-749 15,11-8-960-15</inkml:trace>
  <inkml:trace contextRef="#ctx0" brushRef="#br0" timeOffset="-59638.75">29484 12591 4254 0,'-5'-11'16'0,"5"11"38"0,-4-14 40 0,2 8 36 0,0-3 37 0,2-1 32 0,-2-1 27 16,4-1 1-16,0-1 5 0,2 0-11 16,-1-2-16-16,7 1-13 0,2-1-12 0,1 3-22 15,0 0-17-15,4 2-16 0,2 1-14 16,-4 4-10-16,5 2-8 0,-5 1-13 16,2 2-11-16,1 3-7 0,-6 4-8 15,8 2-8-15,-7 5 3 0,1 1-11 0,-5 5 2 16,-4 2-3-16,-5 1-4 0,-1 4 2 15,-9 4-4-15,-2 2 10 0,-1-2 17 16,-2-2 17-16,0 0 10 0,-3-5 18 0,9-3 2 16,2-8-81-16,1 1-24 0,3-5 0 15,0-3 0-15,1 3 0 0,2-9 0 0,10 12 0 16,1-4 0-16,2-4 0 16,6 0 0-16,3 2 0 0,3-3 0 0,-3-2 0 15,1 2 0-15,-4-3 0 0,4 2 0 16,1 0 0-16,-2-1 0 0,-3 2 0 0,-4-2 0 15,1-1 0-15,-4 1 0 0,-2 1 0 16,0-2 0-16,-10 0 0 0,17 2 0 0,-9 0 0 16,-8-2 0-16,11 2 0 0,-11-2 0 15,7 2 0-15,-7-2 0 0,4 5 0 0,-4-5 0 16,0 0-274-16,-11 14-754 0,2-6 76 16,0-1 111-16,-4 2-892 0,2-1-1166 0</inkml:trace>
  <inkml:trace contextRef="#ctx0" brushRef="#br0" timeOffset="-58938.63">28130 13846 4588 0,'5'-4'-123'15,"-5"4"32"-15,9-6 32 0,-5 0 39 0,-4 6 49 0,6-12 32 0,-2 5 22 0,-4-1 28 0,0 8 5 16,-4-14 0-16,0 7-7 0,-2 1-6 15,-3 1-4-15,-5 3 4 0,14 2 9 0,-36 7 7 16,4 5 4-16,-2 3 18 16,-8 9 11-16,2 3 18 0,4 1 7 0,5 4 9 15,10-5 0-15,2 3-8 0,6-2-9 16,5-3 3-16,4-4 2 0,4-1-2 0,4 3-6 16,5-2-13-16,5 6-15 0,6-5-12 15,0-2-12-15,3-3-76 0,-2-4-38 16,0-4 0-16,0-1 0 0,2-2 0 0,0 0-31 15,-3-2-233-15,2-4-99 0,-1 2-120 16,-3-4-151-16,0 0-198 0,0-2 14 0,0-2 89 16,-5 6-644-16,1-4-827 15</inkml:trace>
  <inkml:trace contextRef="#ctx0" brushRef="#br0" timeOffset="-58506.53">28593 13919 3760 0,'0'-10'-42'0,"-2"1"40"0,2 1 32 0,0 8 48 15,-2-16 29-15,-4 11 31 0,5-3 19 16,-4 1 3-16,5 7-15 0,-9-10-10 0,1 6-11 16,8 4-3-16,-23 0-1 0,7 4 6 15,-8 1 9-15,3 3 4 0,-9 6 6 16,1 1-2-16,4 4-7 0,3-1-2 15,4-2-11-15,7 1-18 0,3 0-4 0,2-3-6 16,6 2-7-16,4 0-6 0,4 3-4 16,4-2-9-16,7 6-10 0,1-2-3 0,1 0-9 15,4-2-3-15,0-1-5 0,-2 1-6 16,0-2 1-16,-8-3-5 0,0 0 0 0,-6-2 23 16,2-2 21-16,-4 3 33 0,-2-1 27 15,-1-1 15-15,0 1 15 0,-4-1-1 0,0 1 3 16,-2 1-76-16,-4-2-89 0,1 2 0 15,-2-2 0-15,-6 1 0 0,1-2 0 16,-4 0 0-16,-3-3 0 0,4-2 0 0,-2-1 0 16,-2-1 0-16,4-3 0 15,-1 2 0-15,1-4 0 0,3 0 0 0,-1 1-226 16,1-1-351-16,1-1-143 0,4-3-190 16,1 3 77-16,6 3 90 0,-1-10-679 0,1 10-874 15</inkml:trace>
  <inkml:trace contextRef="#ctx0" brushRef="#br0" timeOffset="-58304.79">28896 14158 4406 0,'-10'-12'268'0,"10"12"25"0,0 0 42 0,-1-9 40 0,1 9 13 0,0 0-20 0,-3-10-38 0,3 10-37 0,14-9-29 16,-3 4-32-16,4 0-45 15,2 0-76-15,2-2-95 0,-1 0-114 0,0 2-103 16,4 1-100-16,-6 0-120 0,2 4-123 16,-1-4-163-16,-2 3-110 0,-6 1 89 0,-9 0-649 15,20 1-831-15</inkml:trace>
  <inkml:trace contextRef="#ctx0" brushRef="#br0" timeOffset="-58122.87">28964 14266 4156 0,'-7'2'174'0,"1"2"56"15,6-4 65-15,-10 4 54 0,10-4 36 16,0 0 4-16,0 0-13 0,-9 3-22 0,9-3-32 16,0 0-30-16,0 0-33 0,0 0-26 15,0 0-27-15,0 0-75 0,0 0-94 0,50-7-141 16,-34 5-141-16,0 0-169 0,2 0-210 16,50-18-306-16,-46 15 90 0,-1 3 84 15,-3-2-698-15,-5 0-903 0</inkml:trace>
  <inkml:trace contextRef="#ctx0" brushRef="#br0" timeOffset="-57539.17">29444 14117 4232 0,'-5'-6'158'0,"1"3"36"0,4 3 22 15,-6-8 22-15,6 8-6 0,0 0 1 0,-4-6-25 16,4 6-21-16,0 0 15 0,0 0 11 15,-6 21-13-15,6-9-15 0,0 2-15 0,0 4 3 16,-1 1 11-16,1 0-5 0,-2 3 3 16,0 0 3-16,0-1 5 0,-2 0-5 0,1-4-140 15,1-1-45-15,-3 1 0 0,1-3 0 16,3-2 0-16,-1-2 0 0,-2-2 0 16,4 1 0-16,0-9 0 0,-4 10 0 15,4-10 0-15,0 0 0 0,0 0 0 0,0 0 0 16,0 0 0-16,8-37 0 0,4 12 0 15,3-4 0-15,0 3 0 0,0 2 0 0,1 6 0 16,-7 2 0-16,0 4 0 0,1 3 0 16,-2 1 0-16,1 1 0 0,-2 4 0 15,-7 3 0-15,20 0 0 0,-20 0 0 0,17 3 0 16,-7 2 0-16,-1 2 0 16,0 0 0-16,-1 1 0 0,3 3 0 0,-1-5 0 0,-4 4 0 15,2-4 0-15,-3 1 0 16,-1-1 0-16,-1-2 0 0,-3-4 0 0,9 8 0 0,-9-8 0 15,5 6 0-15,-5-6 0 0,0 0 0 16,0 0 0-16,0 0 0 0,21-16 0 16,-11 6 0-16,3-7 0 0,4-4 0 15,2 6 0-15,-5 3 0 0,-3 2 0 0,-1 0 0 16,-3 3 0-16,3 0 0 0,-1 3 0 16,-9 4 0-16,16 2 0 0,-16-2 0 0,12 9 0 15,-3-1 0-15,-2 4 0 0,-1 2 0 16,-3 2 0-16,3-1 0 0,0 3 0 15,0-1 0-15,-2-3 0 0,-1 3 0 16,1-1 0-16,0-3 0 0,-1-1 0 0,1 0 0 16,1-3-284-16,-3-1-145 0,-1 0-125 15,3-3-160-15,0-1-158 0,-4-4 78 16,3 4-751-16,-3-4-990 0</inkml:trace>
  <inkml:trace contextRef="#ctx0" brushRef="#br0" timeOffset="-57254.36">29978 14168 4325 0,'0'-14'35'0,"0"14"25"0,0-8 31 0,6 4 45 0,-6 4 44 0,15-5 22 15,-15 5 4-15,19 2 22 0,-19-2 1 0,25 8 6 16,-12-1-7-16,1 2 2 16,-3 5-1-16,0 1-6 0,-1 2 2 0,-2 0 1 15,-7 0 3-15,3 2 6 0,-4-2-6 16,-4 5-19-16,-1-1-210 0,-4 0 0 0,-2 7 0 15,0-6 0-15,-1-5 0 0,-4 3 0 16,-2-4 0-16,3-4 0 0,1-4 0 0,0-1 0 16,-2-1 0-16,3-3 0 0,-3-2 0 15,0-5 0-15,2-2 0 0,3-4 0 0,0-2-209 16,2-2-413-16,6 0-126 16,-1-1-164-16,4 1 96 0,0 2-845 0,2 1-1098 0</inkml:trace>
  <inkml:trace contextRef="#ctx0" brushRef="#br0" timeOffset="-56869.38">30182 14139 4340 0,'0'0'-118'0,"0"0"70"0,0 0 72 0,-11 22 67 0,9-10 52 15,0 0 41-15,0 3 25 0,2 2 16 0,-2 1 25 16,2 1 5-16,2-3-5 0,-2 3-22 16,4 1-18-16,-2-3-20 0,-1-1-17 0,5 1-13 15,-2-4-24-15,-3 3-18 0,3-6-57 16,1 2-74-16,-2-4-97 0,1 3-103 16,2-4-143-16,-1-2-157 0,3 0-187 15,0-2-75-15,-3-1 79 0,-5-2-564 0,17 0-721 16</inkml:trace>
  <inkml:trace contextRef="#ctx0" brushRef="#br0" timeOffset="-56506.74">30388 14243 3446 0,'1'-10'31'15,"-1"10"46"-15,0 0 27 0,2-10 35 16,-2 10 44-16,6-4 45 0,-6 4 14 0,0 0 11 16,17 0-13-16,-17 0-5 0,20 7-22 15,-11 0-16-15,-2 1-7 0,4 1-18 0,0 1-22 16,-2 2-11-16,0 0-19 0,-1 4-1 15,-2-2-12-15,0 1-15 0,-5 1 0 0,-1 1 0 16,0-2-3-16,-1 2-12 0,-3-1-6 16,-4-1-8-16,0-1-7 0,-3 1-6 15,2-3-34-15,-3-1-51 0,-1-3-65 16,-1-1-71-16,3-2-84 0,0-2-109 16,1-6-121-16,10 3-142 0,-15-10-148 0,11 2 72 15,2-5-579-15,6 1-740 0</inkml:trace>
  <inkml:trace contextRef="#ctx0" brushRef="#br0" timeOffset="-56272.66">30649 14076 3598 0,'-2'-5'35'0,"2"5"33"0,0 0 39 0,0 0 43 0,0 0 44 16,0 0 30-16,-19 30 10 15,13-9-8-15,-4 9-11 0,3 3-3 0,-3-2-17 16,3 1-24-16,3-4-12 0,0-3-7 15,2 0-21-15,0-1-13 0,0-2-4 0,0-1-20 16,4-4-8-16,-2-2-26 0,2-1-47 16,0-1-72-16,0 1-100 0,2-5-134 0,2-1-164 15,1-1-192-15,1-3-105 0,-3-1 76 16,5 0-515-16,-10-3-657 0</inkml:trace>
  <inkml:trace contextRef="#ctx0" brushRef="#br0" timeOffset="-55888.38">31060 13902 3442 0,'-4'-12'90'0,"1"2"25"0,-1 5 10 16,0 1 10-16,4 4 13 0,0 0 28 16,0 0 11-16,0 0 7 0,-25 19 1 0,13 0-5 15,-1 9 2-15,-1 1-4 0,-2 4-7 16,3-2-12-16,1-2-15 0,3 1-12 15,1-4-22-15,5-4-8 0,-2-1-1 16,1-1-9-16,4-1 16 0,0 0-6 16,0 2 8-16,4 0 4 0,-1 2 7 0,-1 1-2 15,1 0 0-15,1 2-2 0,-4 1 5 16,2 8-1-16,-2 2 0 0,0-1-3 0,0 3-1 16,-2-4-43-16,2-4-84 0,0-4 0 15,0 1 0-15,0-2 0 0,2-2 0 0,2-5 0 16,-2-2 0-16,-1-2 0 0,5-1 0 15,-1-2 0-15,6-2 0 0,-4-3 0 0,0-1 0 16,4 2 0-16,-4-4 0 0,0 2 0 16,1-3 0-16,-5 1 0 0,-3-4 0 0,12 8-236 15,-4-4-343-15,-3 0-108 16,2 0-147-16,0 0-18 0,2 2 91 0,1 0-682 16,4-1-892-16</inkml:trace>
  <inkml:trace contextRef="#ctx0" brushRef="#br0" timeOffset="-55506.58">31257 14304 4115 0,'-7'-13'57'0,"6"1"16"0,1 3 9 0,0 1 34 0,1 1 35 0,6-2 14 15,-2 4 0-15,5-3-13 0,-1 4-16 16,3-2-16-16,-1 4-12 0,-11 2-1 16,23 2-4-16,-14 1 7 0,3 6 19 0,-2 2 21 15,-5 5 22-15,-1 1 16 0,-4 3 20 16,-4 3 31-16,-3 8 21 0,-4 0 25 0,-3 0 21 16,3-4 11-16,-1-4-140 0,3-6-177 15,3-4 0-15,0 0 0 0,3-2 0 0,0-1 0 16,3-2 0-16,5-4 0 15,2 4 0-15,4-2 0 0,3 0 0 0,1-1 0 16,-3-1 0-16,4-2 0 0,-2 1 0 16,1-2 0-16,1 1 0 0,-3 0 0 0,-2 0 0 15,-1-2 0-15,1 2 0 0,-11-2 0 16,18 3 0-16,-9-3-519 0,-9 0-496 16,13 2 84-16,-13-2 99 0,10 8-832 0,-6-4-1102 15</inkml:trace>
  <inkml:trace contextRef="#ctx0" brushRef="#br0" timeOffset="-55271.53">31655 14593 4819 0,'11'-4'148'0,"-2"2"66"0,-9 2 80 15,24 4 72-15,-14 2 44 0,1-2 3 0,0 6 1 16,-1-1-26-16,-3 5-22 0,-1 3-32 15,-2 1-309-15,-4 0-25 0,-2 3 0 0,-4 1 0 16,-3 7 0-16,-3-1 0 0,-3 1 0 16,-2-2 0-16,0-2 0 0,-4-2 0 0,0 2 0 15,-4-5 0-15,2-2-301 0,2 0-639 16,2-4-13-16,4-4 104 0,-3 2-902 0,7 0-1182 16</inkml:trace>
  <inkml:trace contextRef="#ctx0" brushRef="#br0" timeOffset="-53640.52">32099 14134 4719 0,'0'0'-66'0,"-4"-12"43"0,4 12 17 0,2-11 41 0,-2 11 25 0,0-6 24 0,0 6 20 15,0 0 13-15,0-11 5 0,0 11-7 16,0 0-12-16,0-8-4 0,0 8-14 0,0 0-8 16,0 0-10-16,0 0 0 15,0 0 1-15,0 0-6 0,-38 15 5 0,25-7 8 0,-5 3-13 16,5 1 7-16,-2 0-7 15,2 2 8-15,3-2-19 0,0 1-2 0,3 1-4 16,3-3 4-16,1 0 2 0,3 3 11 16,1-2-3-16,3-2 0 0,4 5-9 15,1-1 2-15,3 1-8 0,-1 0-3 0,0 0-6 16,1-1-3-16,1 0-6 0,-3-2-3 16,-3-2-4-16,1 2 9 0,-3-2 4 0,-1-1 16 15,1 1 19-15,-2-1 14 0,-3 1-3 16,0-1 1-16,0-3-1 0,-1 3-4 15,-4-2-8-15,-1 2-5 0,1-3-7 16,-3 1-8-16,1-2-5 0,-1 0-21 0,0-1-37 16,8-4-61-16,-16 2-82 0,16-2-78 15,-20 0-93-15,20 0-112 0,-19-6-130 16,12 1-196-16,-1-2-34 0,3-1 91 0,-2-1-570 16,7-3-742-16</inkml:trace>
  <inkml:trace contextRef="#ctx0" brushRef="#br0" timeOffset="-53373.53">32217 13958 3913 0,'0'-12'186'15,"2"3"23"-15,-1 1 16 0,6 0 14 0,-3 3 15 16,-4 5-5-16,16-9-1 0,-2 9-21 16,5 0-19-16,0 5-22 0,8 9-16 0,-2 6-14 15,-5 4-10-15,-2 5-10 0,-5 5-20 16,-5 4-6-16,-6 2-16 0,-2 3-8 0,-9 11-8 15,-2-2-6-15,-2 4-8 0,-4-3-7 16,0-2-4-16,2-3-7 0,0-4-3 16,1-9-5-16,3-2-5 0,-1-4 1 0,-1-2-23 15,5-6-45-15,0-6-69 16,3-1-81-16,1-4-100 0,0-1-110 0,1-2-185 16,-1-2-286-16,2-2 60 0,2-3 94 15,0 0-557-15,0 0-728 0</inkml:trace>
  <inkml:trace contextRef="#ctx0" brushRef="#br0" timeOffset="-53153.68">32767 14580 3930 0,'-11'-5'234'15,"2"0"43"-15,2 1 58 0,7 4 29 0,-10-5 10 16,10 5-11-16,-6-3-29 15,6 3-33-15,0 0-36 0,0 0-27 0,0 0-28 16,0 0-45-16,19-13-68 0,-6 11-79 16,-2 0-110-16,5 0-102 0,-1-2-99 0,1 1-117 15,-3 0-119-15,0 3-169 0,0-4-102 16,-1 4 81-16,-1 4-563 0,-5-1-742 0</inkml:trace>
  <inkml:trace contextRef="#ctx0" brushRef="#br0" timeOffset="-52973.43">32764 14732 3363 0,'-13'7'28'0,"2"-2"68"0,2 1 55 16,2-4 59-16,7-2 59 0,-9 6 73 16,9-6 28-16,0 0 7 0,-12 5-12 15,12-5-26-15,0 0-33 0,0 0-26 16,0 0-25-16,0 0-28 0,0 0-30 0,0 0-37 16,0 0-79-16,21 7-102 0,-21-7-138 15,23-2-149-15,-6 2-175 0,4-3-223 0,2-1-144 16,0 1 98-16,-1-3-655 0,1 4-859 15</inkml:trace>
  <inkml:trace contextRef="#ctx0" brushRef="#br0" timeOffset="-51637.62">33341 14374 3939 0,'7'-7'65'0,"-7"7"36"0,5-5 26 0,-5 5 31 16,0 0 44-16,0 0 31 0,4-5 30 0,-4 5 13 16,0 0-11-16,0 0-31 0,0-10-21 15,0 10-22-15,0 0-24 0,0 0-22 16,0 0-7-16,0 0-22 0,0 0-10 16,-27 12-11-16,9 0-7 0,4 1-9 15,-9 6-6-15,-1 1-11 0,8 1-2 0,-4 0-4 16,8-4-1-16,-2-2-5 0,4-3 1 15,5 2-3-15,-1 0 6 0,3-2-8 16,0 0 1-16,1-1-4 0,4 4-2 0,1-2-6 16,0 3-4-16,1-2-2 0,2 1-1 15,-1-1-6-15,1 3 2 0,0-2-5 0,-2 1 0 16,1-3 2-16,-1 3 0 0,0-2 15 16,-2-1-17-16,-1-1-19 0,-1 0 0 0,-1-2 0 15,-3 2 0-15,0-1 0 0,-3-2 0 16,-3 3 0-16,-7-2 0 15,0 0 0-15,4-3 0 0,-3 1 0 0,1-4 0 16,-4-1 0-16,-1-2 0 0,-6 2 0 16,2 0 0-16,-3 2 0 0,-9 0 0 0,3 6 0 15,-1-1 0-15,4 3-320 0,-40 22-748 16,50-22 117-16,6-1 96 0,5 2-844 16,3 0-1135-16</inkml:trace>
  <inkml:trace contextRef="#ctx0" brushRef="#br0" timeOffset="-50374.43">28093 15201 4539 0,'-2'-6'-65'0,"2"6"38"0,-2-8 27 0,2 8 35 0,0 0 27 0,-4-9 35 0,4 9 24 15,0 0 15-15,0 0 17 0,0 0 63 0,0 0 18 16,0 0 5-16,-5 23-11 0,1-6-7 16,0-1-9-16,3 7-10 0,-3-1-12 15,-3 0-20-15,4 2-14 0,-3-1-16 0,1-1-14 16,1-1-13-16,-2 0-9 0,0-7-10 15,2 1-10-15,2-5-8 0,-1 0-3 16,3-1-5-16,-2-3-1 0,2-6 0 16,-2 7-7-16,2-7-60 0,0 0 0 0,0 0 0 15,11-39 0-15,-3 7 0 0,5-3 0 16,5-8 0-16,0 3 0 0,0 8 0 0,-3 4 0 16,0 5 0-16,-4 4 0 0,2 5 0 15,-4 4 0-15,2 0 0 0,-1 5 0 0,-1 3 0 16,0 0 0-16,-9 2 0 15,22 5 0-15,-13-1 0 0,3 4 0 0,-5 2 0 16,4-2 0-16,0 3 0 0,-2-1 0 16,-2-2 0-16,1 0 0 0,-3-1 0 0,2-1 0 15,0 0 0-15,-1-1 0 0,-6-5 0 16,12 9 0-16,-12-9 0 0,13-4 0 16,-13 4 0-16,21-16 0 0,-10 7 0 0,0 0 0 15,1 0 0-15,-7 2 0 0,5 4 0 16,-5-1 0-16,-5 4 0 0,0 0 0 0,22 12 0 15,-17 1 0-15,3 3 0 0,0 5 0 16,-3 1 0-16,3 9 0 0,4 2 0 0,-3-1 0 16,-2-1 0-16,5-2 0 0,-4-7 0 15,1-2 0-15,-4-5 0 0,2 0-43 0,-1-2-84 16,-1-3-84-16,1 0-80 0,-5-1-91 16,3-1-97-16,-2-1-122 0,2-4-179 15,-4-3-20-15,0 0 88 0,8 4-569 16,-8-4-739-16</inkml:trace>
  <inkml:trace contextRef="#ctx0" brushRef="#br0" timeOffset="-49974.93">29019 15162 3380 0,'0'-8'18'0,"-3"1"28"0,3 7 27 0,-8-12 20 0,4 9 26 0,4 3 26 15,-13-3 18-15,13 3 10 0,-22 3 5 16,10 2 2-16,-8 3 0 0,4 2 0 16,-2 3-1-16,-5 3-16 0,4 0-8 15,6 0-18-15,1-2-14 0,1 4-17 0,3-1-7 16,4 1-5-16,3-1-11 0,2 0-2 16,5 2-8-16,0 2-7 0,7 5-3 15,5-3-2-15,-3 3 6 0,0-3 16 0,-2-2 0 16,-2-3 15-16,1-1 9 15,-2 0 14-15,-1-2 16 0,-3 1 20 0,2-3 10 0,-5-2 7 16,1 2 2-16,-2-1-4 16,-2 0-2-16,-2-1-102 0,-2-1-68 0,1 3 0 15,-5-4 0-15,-2 1 0 0,-1 0 0 16,0-4 0-16,-3 0 0 0,1-1 0 0,-1-5 0 16,3 0 0-16,11 0 0 0,-27-9 0 15,16 1 0-15,-1 0-444 0,5-1-154 16,1 1-159-16,1-2-151 0,2-1 94 0,-1 1-774 15,6 3-1030-15</inkml:trace>
  <inkml:trace contextRef="#ctx0" brushRef="#br0" timeOffset="-49773.3">29346 15458 4717 0,'0'0'92'0,"0"0"27"16,0 0 31-16,5-5 32 0,-5 5 14 15,0 0-15-15,0 0-15 0,9-6-18 0,-9 6-17 16,18-6-47-16,-7 2-79 0,3 0-103 16,1 0-115-16,-2-3-120 0,2 1-146 15,1-1-212-15,-3 2-7 0,-2 1 69 0,-1 2-402 16,-10 2-504-16</inkml:trace>
  <inkml:trace contextRef="#ctx0" brushRef="#br0" timeOffset="-49605.06">29342 15644 3183 0,'-10'8'250'0,"2"-4"19"0,3 0 11 16,5-4 42-16,-8 6 48 0,8-6 9 0,0 0-15 15,-8 4-30-15,8-4-28 0,0 0-29 16,0 0-29-16,25 1-27 0,-25-1-59 0,27-1-85 16,-12-3-119-16,6 1-125 0,-4-2-138 15,6 1-142-15,0-2-189 0,0 0-176 0,-2 1 85 16,-4 0-602-16,4 2-784 0</inkml:trace>
  <inkml:trace contextRef="#ctx0" brushRef="#br0" timeOffset="-49090.64">29991 15426 3677 0,'-2'-14'-7'0,"2"4"31"0,0 1 45 0,0 2 45 15,0 7 54-15,2-13 35 0,-2 13 33 16,2-8 19-16,-2 8-13 0,0 0-14 0,-2-8-10 16,2 8-16-16,0 0 34 15,0 0 12-15,-7 26-3 0,1-9-15 16,-2 8-19-16,2 5-14 0,-1 3-19 0,3-8-20 15,3 0-14-15,-1-1-12 0,2-4-14 16,2-4-12-16,-1 1-7 0,7-1-8 0,-1-5-9 16,3 1-4-16,3-4-69 0,5-7-9 15,0 2 0-15,4-7 0 0,10-4 0 0,-2-6 0 16,3-3 0-16,-3-5 0 16,4-5 0-16,-1 0 0 0,-7 3 0 0,-2-2 0 0,-3-1 0 15,-5 6 0-15,-2 4 0 0,-3 3 0 16,-1 4 0-16,-3 2 0 0,0 3 0 15,-4 3 0-15,-3 2 0 0,0 0 0 0,-2 25 0 16,1-2 0-16,-8 11 0 16,2 3 0-16,-1 1 0 0,1 2 0 0,1-1 0 15,-2-2 0-15,4 1 0 0,3-1 0 16,-3-10 0-16,2-5 0 0,-2-3 0 0,4-2 0 16,-1-3 0-16,-1-2 0 0,2 1 0 15,-5-4 0-15,5 0 0 0,-4-2 0 0,4-1-105 16,-3 0-770-16,-5-2-108 0,3 2 83 15,-3-1-912-15,2-2-1240 0</inkml:trace>
  <inkml:trace contextRef="#ctx0" brushRef="#br0" timeOffset="-39009.02">30267 15620 5275 0,'0'0'-24'0,"4"-9"0"0,-4 9 4 0,0 0 7 0,0 0 25 0,2-8 27 0,-2 8 21 0,0 0 15 0,0 0 2 15,0 0-4-15,4-5-6 0,-4 5-6 16,0 0-2-16,0 0-4 0,8-4-2 0,-8 4-6 15,7-6-2-15,-1 1-5 0,1-4-4 16,2 0 0-16,-2-4-9 0,0 1 1 16,1-4-4-16,-4-1-1 0,-2 0 6 0,-2 2-7 15,0-1-2-15,-6 1-2 16,-3 4-3-16,-4 3-4 0,-5 3-2 0,-5 5 9 0,-4 4 7 16,-11 5 11-16,4 9 11 15,4 1 11-15,1 1-5 0,6 2 6 0,5 4 2 16,5 1-8-16,6-6-1 0,7-2 0 15,0-1 19-15,6-1-21 0,4-1 11 16,1-2 6-16,4-1 0 0,4-1 7 0,2-3-9 16,1-1-8-16,3-5-2 0,0-3-3 15,4 0-2-15,-4-3-5 0,0-3-2 16,-3 0-3-16,-3-1-5 0,1-3 0 0,-5-3-2 16,-1-1 4-16,-3 0-8 0,-6-1-2 0,-1-1 0 15,-2-1-2-15,-4 0-3 16,-4 2-7-16,-1 3-3 0,-4 2-1 0,-5 3-7 15,-3 4 0-15,-5 6 0 0,-9 5 2 16,0 3 1-16,7 4-1 0,-1 4 0 16,8 2 3-16,6-3-1 0,3-2 3 0,4-3 0 15,6 2 5-15,4-1 3 0,2-2 13 16,4-1 8-16,3-1 3 0,6-2 2 0,2-3-8 16,2-2-28-16,-2-3-9 0,4-2 0 15,0-1 0-15,-5-2 0 0,-2-1 0 0,-4-1 0 16,2 0 0-16,-5 0 0 0,-4-5 0 15,0 2 0-15,-5 0 0 0,-2-1 0 16,-2-1 0-16,-5-1 0 0,-2 1 0 16,0 2 0-16,-3 3 0 0,-1 0 0 15,-4 4 0-15,-2 3-120 0,-2 2-95 0,-4 3-53 16,-7 7-72-16,-1 1-89 0,3 3-86 16,1 2-130-16,-1-1-172 0,3 5 56 0,8-9-627 15,5 3-841-15</inkml:trace>
  <inkml:trace contextRef="#ctx0" brushRef="#br0" timeOffset="-36724.76">31062 15516 3578 0,'0'0'-155'0,"0"0"34"0,6-4 30 0,-6 4 31 0,0 0 36 0,0 0 33 15,10-5 26-15,-10 5 25 0,0 0 25 0,7-5 15 16,-7 5 8-16,0 0 10 0,9-3 8 15,-9 3 5-15,0 0 0 0,9-4 7 0,-9 4 1 16,0 0-1-16,0 0-1 16,0 0-1-16,0 0-4 0,11-5 0 0,-11 5-6 15,0 0 6-15,0 0-8 0,0 0 2 16,0 0-3-16,0 0 0 0,0 0 2 16,0 0 13-16,9-2 3 0,-9 2 16 0,0 0 2 15,0 0 4-15,0 0-9 0,0 0-15 16,0 0-13-16,-40-5-11 0,21 4-9 0,-1-1-14 15,-5 0-9-15,-2 2-10 0,4-2-6 16,-2 1-5-16,4 1-10 0,2 0-4 16,0-2-6-16,4 4-6 0,1-2-3 15,14 0 1-15,-22-2-7 0,22 2 0 16,-20 0-4-16,20 0 0 0,-14 0-3 0,14 0-1 0,0 0-2 16,-18 0-2-16,18 0 1 15,0 0-4-15,-18 0 4 0,18 0-4 0,0 0-5 16,0 0 0-16,-16 0 1 0,16 0-2 15,0 0-3-15,0 0 2 0,0 0-2 0,0 0-1 16,-14 0-1-16,14 0 0 0,0 0-5 16,0 0 7-16,0 0-4 0,0 0-1 15,0 0-1-15,0 0 2 0,0 0-5 0,0 0 4 16,0 0 2-16,0 0-4 16,0 0 4-16,0 0 0 0,0 0-3 0,-17 0 2 15,17 0 1-15,0 0-1 0,0 0 0 16,0 0-1-16,0 0 4 0,0 0-1 0,0 0 1 15,0 0-1-15,0 0-5 0,0 0 6 0,0 0 0 16,0 0 0-16,0 0-2 0,0 0 0 16,0 0 0-16,0 0-4 0,0 0-1 15,0 0-6-15,0 0 2 0,0 0-2 0,-3 10 3 16,-1-1 3-16,0 4 0 0,-2 1 4 16,2 1 2-16,-1 3 13 0,1-3 6 15,2 2 4-15,-2 0 0 0,3-3 8 0,-1-2-28 16,2 1-4-16,2-1 0 15,-2-4 0-15,1 1 0 0,1-1 0 0,2-2 0 0,0 0 0 16,-4-6 0-16,9 11 0 0,-3-9 0 16,4 2 0-16,-10-4 0 0,12 3 0 15,-12-3 0-15,18 3 0 0,-18-3 0 16,13 3 0-16,-5-2 0 0,-8-1 0 0,17 4 0 16,-10 0 0-16,5-1 0 0,-2 0 0 15,1 2 0-15,1 1 0 0,-1 0 0 0,3 3 0 16,-1 0 0-16,-2-4 0 0,2 7 0 15,0-4 0-15,-1 3 0 0,0-3 0 16,-3-4 0-16,-1 6 0 0,-2-2 0 0,-1 1 0 16,-1-1 0-16,-2 1 0 0,-2 1 0 15,-4 0 0-15,-2 3 0 0,-1-1 0 16,-5 3 0-16,-5-1 0 0,4-3 0 16,-12 5 0-16,4-3 0 0,4-3 0 0,4-4 0 15,-1 2 0-15,3-3 0 0,4-1 0 16,-2 0 0-16,2 0 0 0,7-4 0 0,-11 6 0 15,11-6 0-15,-11 6 0 0,11-6 0 16,-11 3 0-16,11-3 0 0,-7 3 0 0,7-3 0 16,0 0 0-16,0 0 0 0,-12 2 0 15,12-2 0-15,0 0 0 0,0 0 0 0,0 0 0 16,0 0 0-16,0 0 0 0,-11 5 0 16,11-5 0-16,0 0 0 0,-6 1 0 0,6-1 0 15,0 0 0-15,0 0 0 0,0 0 0 16,0 0-323-16,0 0-732 0,0 0 106 15,0 0-1045-15,0 0-1412 0</inkml:trace>
  <inkml:trace contextRef="#ctx0" brushRef="#br0" timeOffset="-31961.42">27945 14943 5021 0,'-19'5'-257'0,"1"-1"45"0,1-1 21 0,3 1 18 0,2-1 19 0,1 0 20 15,-2-1 48-15,2-2 55 0,4 2 48 16,7-2 38-16,-16 2 20 0,16-2 6 15,-9 0 3-15,9 0-11 0,0 0-5 0,-16-4-5 16,16 4-10-16,-2-8-7 0,2 8-3 16,0-5-4-16,0 5-6 0,0 0-3 0,13-11-4 15,-4 6 1-15,2 0-3 0,5 1-9 16,0 1 1-16,7-2-5 0,4 2 2 16,0-2-4-16,0 4 2 0,-1 0-3 15,7 1 2-15,-5 0-4 0,3 0-1 16,-2 0-1-16,-4 1 2 0,4 5 4 0,0-5-6 15,-3 4-1-15,-1-1 0 0,0-2 1 16,0 2-2-16,1 2 8 0,1-3 8 0,0 1-4 16,9-1 6-16,-3 1-1 0,5-1-5 15,-6-2-1-15,-1 0 0 0,-3-1 1 0,12 4 0 16,0-2-7-16,-10 2 1 0,-1-1 0 16,8 2 0-16,-8 0-1 0,-4-3 0 0,0 2-2 15,4 2-3-15,-4 0 1 0,11-1 2 16,-4 2 1-16,-1-2 0 0,5 0-1 0,1 2-7 15,3-2 5-15,-3 1-2 0,6-2-1 16,0 0 1-16,4 2 4 0,-2-3-5 16,1-1 5-16,-3 0-4 0,3 2-1 15,-2-3-3-15,-4 3 1 0,-8-1 2 16,-5 1-2-16,0-1 2 0,-6 0 1 0,-3-3 1 16,4 4-2-16,-3-2-2 0,-1 1 2 15,4-3 1-15,-1 3-2 0,4-1-1 0,3 1 8 16,14-3-8-16,3 0 3 0,5 0 0 15,2-3-3-15,-1 1 1 0,12 2-2 0,-12 0 1 16,3-1-3-16,-4 1 6 0,-3 1-10 16,-5 1 4-16,0-2 0 0,-10 3 2 0,-1-3 3 15,7 2-3-15,-4 0 2 0,-5 0 4 16,-3 1-2-16,7-3 0 0,7-1-1 16,2 1 2-16,-1 0-5 0,6 0 3 15,-2-2-4-15,3 0 0 0,-1 0 1 0,1 0 3 16,-3 2-2-16,0 0 0 0,-6 0 0 15,-6 0 1-15,-8 0-4 0,-4 0 6 16,-3 2-4-16,0-2-2 0,0-2 4 16,-4 4 0-16,8-2 1 0,-4-2 1 0,2 2 2 15,3 0-4-15,0-3 2 0,1-2 3 16,-3 4-1-16,-2-1-2 0,4-1 2 16,-4 0-5-16,0 0 1 0,-4 2 2 0,-1-3-5 0,-1 4 3 15,-4-2 1-15,-9 2-3 16,20 0 2-16,-13-2-3 0,-7 2 1 0,12-1 5 15,-12 1-1-15,0 0-3 0,15-1 1 16,-15 1-3-16,0 0 0 0,12 0 3 0,-12 0-6 16,0 0 5-16,7 2 0 0,-3 6-4 15,-4 0 6-15,2 5 13 0,-4 7 9 0,-6 15 9 16,-2 15 15-16,1 4 12 0,-9 2 12 16,4 4 14-16,1 0 11 0,-3 0 14 0,1 0 6 15,1 0 10-15,3-2-1 0,6-1 11 16,-4 1-5-16,8-3-5 0,-3-10 3 15,4-4-4-15,0-4-9 0,0 1-15 0,4-8-3 16,-3-6-11-16,-1-6-10 0,4 0-4 16,-4-5-5-16,2-1-4 0,-2-1-10 15,3-1 7-15,-3-2-7 0,0-1-3 16,0 0 1-16,2 0 0 0,-2 0-12 0,0-7-1 16,0 10-7-16,0-10-3 0,0 9-6 15,0-9-2-15,0 7-1 0,0-7-6 0,0 6-2 16,0-6 0-16,0 0 1 0,0 7-6 15,0-7 1-15,0 0 2 0,0 8-4 0,0-8-7 16,0 0-1-16,0 0-3 0,0 0 0 16,-2 6-2-16,2-6 6 0,-9 4-5 15,9-4-1-15,-7 4 7 0,2 0 1 0,5-4-6 16,-12 3 8-16,12-3-11 0,-10 8 8 16,5-6 3-16,5-2-7 0,-8 4-1 15,8-4 5-15,-8 6-2 0,8-6-1 0,-6 2 2 16,6-2-2-16,0 0 3 0,-9 6 0 15,9-6-3-15,-5 2 1 0,5-2-2 0,-6 3 2 16,6-3 7-16,0 0-4 0,-8 6 1 16,8-6-5-16,0 0 7 0,-8 3-2 15,8-3 0-15,0 0 4 0,0 0-1 0,-7 1-4 16,7-1 1-16,0 0-2 0,-12 4 2 16,12-4 3-16,-11 4 1 0,2-4-5 15,-1 3 2-15,-1-1 6 0,-2-2-5 0,-3 1 3 16,-4-1 3-16,0 0-7 0,-1-1-2 15,-6 1 4-15,-2-2-4 0,1-1 1 16,-10 1-1-16,-2-2 1 0,0 1-2 0,-2 0 2 16,0 1-4-16,2 0 5 0,-2-2 3 15,3 4-1-15,-4-1-6 0,1 1-5 0,3 0 8 16,2 0-11-16,-5 1-2 0,1-1-4 16,0 0 1-16,-1 2-2 0,3-2 6 0,-6-2-2 15,4 2 9-15,-5 0-7 0,0 0-9 16,-4-1 4-16,0 1-5 0,0-2-4 0,-2 0 6 15,-11 2-2-15,-2 0 3 0,12 2 9 16,-14-2-8-16,3 2 11 0,-1 1-8 16,15-1 2-16,-2 2 3 0,5-4 7 0,3 3-5 15,1 0 1-15,3-1 4 16,7 2-3-16,5-4 4 0,-3 0-5 0,3 3 1 16,-11 0 0-16,7-1-2 0,1-2-1 15,-11 2 8-15,5 1-1 0,-4-1-2 0,-1 0 4 16,3 2-6-16,-2-2-1 0,1 0 1 15,2 0 1-15,1 1 4 0,5-1 2 0,4 0-7 16,2-1 2-16,-3 1-1 0,0 0 1 16,4 0 3-16,-1-1 4 0,-1 1-4 0,4-2 3 15,2 2-4-15,-4-2-1 0,6 2 2 16,-1-1 0-16,-2 0 0 0,3 1 4 16,-1 0-1-16,-2 0-5 0,1 1 6 15,1-1 3-15,-1 0-9 0,-1 1 5 0,4-1-5 16,-1-2-2-16,-1 2 2 0,2-1 1 15,0 1 8-15,-1-2-6 0,0 2-2 0,4-2 0 16,-2 0 4-16,-1 0-4 0,4 0-1 16,-2 0 8-16,-1 2-3 0,2-2-2 15,0 0 2-15,-1 0-8 0,-1 0 3 0,2 1 2 16,0-1 0-16,-4 0 4 16,3 2-8-16,-3-2 8 0,0 0-8 0,0 2 5 15,4-1 1-15,0-1 1 0,-1 0-4 0,16 0 1 16,-23 0 4-16,14 2-6 0,9-2 4 15,-18 0 5-15,18 0-6 0,-11 0 1 16,11 0-4-16,-11 0 1 0,11 0 5 0,0 0-8 16,-14 0 5-16,14 0-6 0,0 0 6 15,0 0-3-15,0 0-1 0,-16 2 0 0,16-2 6 16,0 0 2-16,0 0-1 0,0 0-5 16,0 0 5-16,-16-5 0 0,16 5-8 0,-6-7-12 15,6 7 6-15,0-16-1 0,0 5-8 16,0-8 1-16,2-7 3 0,4-14-9 15,-1-12-3-15,6-9-11 0,-2-2-18 16,2-11-10-16,6-21-9 0,1 0-4 16,-1-7-3-16,2 11 9 0,-1 0 7 0,-4 27 9 15,-1 3 8-15,1 6 4 0,-1 6 6 16,-6 14 5-16,0 10 5 0,-3 1 2 0,-1 8-1 16,-1 1 5-16,2 1-3 0,-2 4-1 15,-2-2-16-15,3 3-31 0,-3 2-43 0,0 7-54 16,0-12-59-16,0 12-66 0,0 0-76 15,-9 3-125-15,9-3-183 0,-16 8 30 16,4-4-410-16,-4 6-531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02:07.378"/>
    </inkml:context>
    <inkml:brush xml:id="br0">
      <inkml:brushProperty name="width" value="0.035" units="cm"/>
      <inkml:brushProperty name="height" value="0.035" units="cm"/>
    </inkml:brush>
  </inkml:definitions>
  <inkml:trace contextRef="#ctx0" brushRef="#br0">811 149 2308 0 0,'0'0'1024'0'0,"13"-13"3540"0"0,-14 7 1877 0 0,-2 4-6296 0 0,-1 0 0 0 0,1 1 0 0 0,-1 0 0 0 0,1 0-1 0 0,-1 0 1 0 0,1 0 0 0 0,-1 1 0 0 0,-4-1 0 0 0,-18-4 302 0 0,24 5-212 0 0,-5 0-10 0 0,-142-11 1611 0 0,145 10-1739 0 0,-22 1 60 0 0,20 0-90 0 0,1 1-12 0 0,-33 9-8 0 0,0 2-1 0 0,0 2 1 0 0,1 1-1 0 0,1 2 0 0 0,0 1 1 0 0,2 2-1 0 0,-59 43 1 0 0,80-50-57 0 0,0 0 1 0 0,-20 28-1 0 0,-22 24 43 0 0,32-22-41 0 0,7-10-22 0 0,8-17 29 0 0,1 1 0 0 0,1 0 0 0 0,0 0 1 0 0,2 1-1 0 0,0 0 0 0 0,-3 31 0 0 0,-8 178 221 0 0,14-209-165 0 0,1 1 1 0 0,1-1-1 0 0,0 1 0 0 0,7 28 0 0 0,-4-26-17 0 0,2 6 27 0 0,3 30 244 0 0,-7-48-245 0 0,1 0-1 0 0,-1 0 1 0 0,2-1 0 0 0,-1 1-1 0 0,1 0 1 0 0,1-1 0 0 0,-1 0 0 0 0,2 0-1 0 0,-1-1 1 0 0,1 1 0 0 0,11 11 0 0 0,50 64 508 0 0,-51-60-468 0 0,1-2 0 0 0,1 0 0 0 0,1-1 0 0 0,22 19 0 0 0,-23-25-51 0 0,1-1 0 0 0,1 0 0 0 0,0-1 0 0 0,1-1 0 0 0,0-2-1 0 0,1 0 1 0 0,0-1 0 0 0,0-1 0 0 0,0 0 0 0 0,29 2 0 0 0,16-5 71 0 0,-14-5-88 0 0,13-7 8 0 0,-40 4-24 0 0,0 0 0 0 0,-1-2 0 0 0,1-1 0 0 0,-1-1 0 0 0,0-1 0 0 0,-1-1 0 0 0,0-1 0 0 0,-1-1 0 0 0,24-17 0 0 0,-27 17 12 0 0,-2-2-1 0 0,1-1 0 0 0,-2 0 0 0 0,0-1 1 0 0,-1 0-1 0 0,-1-2 0 0 0,0 0 1 0 0,14-23-1 0 0,27-88 537 0 0,-49 110-480 0 0,-1 0 1 0 0,-1-1 0 0 0,-1 1-1 0 0,-1-1 1 0 0,-1 0-1 0 0,0 0 1 0 0,-1 0 0 0 0,-5-39-1 0 0,-37-240 797 0 0,36 247-767 0 0,-1 1-1 0 0,-3 0 1 0 0,-22-73 0 0 0,23 100-71 0 0,-1 0-1 0 0,-1 0 1 0 0,-1 0 0 0 0,-1 2 0 0 0,-1-1-1 0 0,-1 2 1 0 0,-1 0 0 0 0,-34-36-1 0 0,39 47-62 0 0,-1 2 1 0 0,-1 0-1 0 0,1 0 0 0 0,-1 1 0 0 0,-1 0 0 0 0,1 1 0 0 0,-1 1 0 0 0,0 0 0 0 0,0 0 0 0 0,-1 1 0 0 0,0 1 0 0 0,1 1 0 0 0,-20-2 0 0 0,20 3-414 0 0,-1 1-1 0 0,1 0 0 0 0,-1 1 1 0 0,1 0-1 0 0,0 1 1 0 0,-16 5-1 0 0,20-5-449 0 0,1 1-1 0 0,0 0 1 0 0,-1 1-1 0 0,1 0 1 0 0,1 0-1 0 0,-1 1 1 0 0,1 0 0 0 0,-1 0-1 0 0,-10 11 1 0 0,15-13 125 0 0,1 0 0 0 0,-1 0 1 0 0,1 0-1 0 0,0 0 0 0 0,0 0 1 0 0,0 0-1 0 0,0 1 0 0 0,-1 3 1 0 0,-2 13-4823 0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02:11.155"/>
    </inkml:context>
    <inkml:brush xml:id="br0">
      <inkml:brushProperty name="width" value="0.035" units="cm"/>
      <inkml:brushProperty name="height" value="0.035" units="cm"/>
    </inkml:brush>
  </inkml:definitions>
  <inkml:trace contextRef="#ctx0" brushRef="#br0">80 194 10953 0 0,'-23'-49'-428'0'0,"18"39"707"0"0,0 1 0 0 0,0-1 0 0 0,1 0 0 0 0,1 0 0 0 0,-1 0 0 0 0,1 0 0 0 0,-2-20 0 0 0,3 25-24 0 0,0-1 1 0 0,0 1 0 0 0,0 0 0 0 0,-1-1 0 0 0,0 1-1 0 0,-5-7 1 0 0,7 11 148 0 0,4 7-253 0 0,113 271 860 0 0,-39-105-499 0 0,37 74-1120 0 0,-113-245-254 0 0,-10-5-9126 0 0,-33-15 6677 0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02:11.355"/>
    </inkml:context>
    <inkml:brush xml:id="br0">
      <inkml:brushProperty name="width" value="0.035" units="cm"/>
      <inkml:brushProperty name="height" value="0.035" units="cm"/>
    </inkml:brush>
  </inkml:definitions>
  <inkml:trace contextRef="#ctx0" brushRef="#br0">1 1 7953 0 0,'0'0'2260'0'0,"8"3"-1852"0"0,40 12 493 0 0,53 10 0 0 0,-92-23-1913 0 0,0 0-1 0 0,0 0 1 0 0,0 1 0 0 0,14 7-1 0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02:11.558"/>
    </inkml:context>
    <inkml:brush xml:id="br0">
      <inkml:brushProperty name="width" value="0.035" units="cm"/>
      <inkml:brushProperty name="height" value="0.035" units="cm"/>
    </inkml:brush>
  </inkml:definitions>
  <inkml:trace contextRef="#ctx0" brushRef="#br0">218 0 7033 0 0,'0'0'1274'0'0,"-2"5"-913"0"0,-19 36 892 0 0,-35 50 0 0 0,13-21-913 0 0,-3-4-2188 0 0,12-25-3206 0 0,19-27 2298 0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02:12.087"/>
    </inkml:context>
    <inkml:brush xml:id="br0">
      <inkml:brushProperty name="width" value="0.035" units="cm"/>
      <inkml:brushProperty name="height" value="0.035" units="cm"/>
    </inkml:brush>
  </inkml:definitions>
  <inkml:trace contextRef="#ctx0" brushRef="#br0">36 101 6593 0 0,'-11'-27'1400'0'0,"-13"-44"1"0"0,24 68-67 0 0,1 10-956 0 0,11 43 144 0 0,2-1 0 0 0,2-1 0 0 0,38 78 1 0 0,-11-25 33 0 0,18 77 219 0 0,-26-73-304 0 0,-34-102-481 0 0,4 10-281 0 0,0 1 0 0 0,-1 0 1 0 0,-1 0-1 0 0,2 17 0 0 0,-5-30-740 0 0,-7-5-6789 0 0,-28-18 4994 0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02:12.275"/>
    </inkml:context>
    <inkml:brush xml:id="br0">
      <inkml:brushProperty name="width" value="0.035" units="cm"/>
      <inkml:brushProperty name="height" value="0.035" units="cm"/>
    </inkml:brush>
  </inkml:definitions>
  <inkml:trace contextRef="#ctx0" brushRef="#br0">16 4 6981 0 0,'-16'-4'1662'0'0,"76"17"1266"0"0,100 24-3329 0 0,-140-30-128 0 0,-3-1-1461 0 0,0-1 0 0 0,34 6 0 0 0,-37-11-825 0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02:12.459"/>
    </inkml:context>
    <inkml:brush xml:id="br0">
      <inkml:brushProperty name="width" value="0.035" units="cm"/>
      <inkml:brushProperty name="height" value="0.035" units="cm"/>
    </inkml:brush>
  </inkml:definitions>
  <inkml:trace contextRef="#ctx0" brushRef="#br0">167 1 6785 0 0,'0'0'710'0'0,"0"4"-338"0"0,-7 24 310 0 0,0 0-1 0 0,-2-1 0 0 0,-1 0 0 0 0,-23 43 0 0 0,1 1-4 0 0,15-25-625 0 0,-6 16-1498 0 0,1-25-4528 0 0,16-29 3248 0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02:25.178"/>
    </inkml:context>
    <inkml:brush xml:id="br0">
      <inkml:brushProperty name="width" value="0.035" units="cm"/>
      <inkml:brushProperty name="height" value="0.035" units="cm"/>
    </inkml:brush>
  </inkml:definitions>
  <inkml:trace contextRef="#ctx0" brushRef="#br0">167 187 6833 0 0,'-77'1'881'0'0,"40"-2"-125"0"0,32 1-435 0 0,1 0-22 0 0,-15 0-25 0 0,14 0-28 0 0,-8 1 17 0 0,10-2-105 0 0,10-1 813 0 0,734-111-239 0 0,-626 96-591 0 0,-111 17-97 0 0,-17 1-25 0 0,-649 50 1509 0 0,525-43-509 0 0,84-8-336 0 0,48 0-190 0 0,14-3-344 0 0,48-15 11 0 0,0 3 0 0 0,70-9 0 0 0,134-6 81 0 0,-132 17-158 0 0,-27 2-189 0 0,-99 10 9 0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02:33.259"/>
    </inkml:context>
    <inkml:brush xml:id="br0">
      <inkml:brushProperty name="width" value="0.035" units="cm"/>
      <inkml:brushProperty name="height" value="0.035" units="cm"/>
    </inkml:brush>
  </inkml:definitions>
  <inkml:trace contextRef="#ctx0" brushRef="#br0">1788 181 6229 0 0,'-22'-19'47'0'0,"0"1"1"0"0,-2 1 0 0 0,0 1-1 0 0,-1 1 1 0 0,-34-14 0 0 0,26 15 101 0 0,-1 2 0 0 0,-1 2 0 0 0,0 1-1 0 0,0 1 1 0 0,-1 2 0 0 0,-53-2 0 0 0,14 8 170 0 0,-1 4-1 0 0,1 2 0 0 0,1 4 1 0 0,-138 36-1 0 0,183-38-220 0 0,0 1-1 0 0,1 1 1 0 0,1 2 0 0 0,-1 1 0 0 0,2 0 0 0 0,0 2-1 0 0,1 1 1 0 0,0 2 0 0 0,2 0 0 0 0,0 1 0 0 0,1 1-1 0 0,1 1 1 0 0,0 2 0 0 0,2-1 0 0 0,1 2 0 0 0,1 1-1 0 0,1 0 1 0 0,1 1 0 0 0,1 0 0 0 0,1 1 0 0 0,-17 57-1 0 0,13-24 97 0 0,3 0-1 0 0,2 1 1 0 0,3 0-1 0 0,2 0 1 0 0,4 1-1 0 0,5 91 1 0 0,2-101-114 0 0,3-1-1 0 0,1 0 1 0 0,3-1-1 0 0,2 0 1 0 0,2-1-1 0 0,3 0 1 0 0,1-1 0 0 0,30 51-1 0 0,-34-73-38 0 0,2-1 0 0 0,1 0 1 0 0,0-1-1 0 0,2-1 0 0 0,1-1 0 0 0,1 0 0 0 0,0-2 0 0 0,2-1 0 0 0,0 0 0 0 0,2-2 1 0 0,40 21-1 0 0,-36-24-6 0 0,1-1 1 0 0,1-1 0 0 0,0-2-1 0 0,1-1 1 0 0,0-1-1 0 0,0-2 1 0 0,1-2 0 0 0,-1-1-1 0 0,1-1 1 0 0,41-4 0 0 0,-30-2 35 0 0,-1-2 1 0 0,0-2 0 0 0,-1-2 0 0 0,0-2 0 0 0,0-2-1 0 0,-1-1 1 0 0,-1-3 0 0 0,-1-1 0 0 0,0-2 0 0 0,-2-1-1 0 0,0-3 1 0 0,-2-1 0 0 0,43-39 0 0 0,-53 42 9 0 0,-1-2 0 0 0,-1-1 0 0 0,-1-2 1 0 0,-1 0-1 0 0,-2-1 0 0 0,-1 0 0 0 0,-1-2 0 0 0,-2 0 1 0 0,0-1-1 0 0,-3-1 0 0 0,-1 0 0 0 0,-1-1 0 0 0,-2 0 1 0 0,-1-1-1 0 0,-1 0 0 0 0,-3 0 0 0 0,1-42 1 0 0,-5 38-24 0 0,-2 0 1 0 0,-2 1 0 0 0,-2-1-1 0 0,-1 1 1 0 0,-2 0 0 0 0,-1 0-1 0 0,-2 1 1 0 0,-2 1 0 0 0,-27-52 0 0 0,27 63-40 0 0,-1 1 1 0 0,-1 1 0 0 0,-2 0 0 0 0,0 1 0 0 0,-1 1-1 0 0,-1 0 1 0 0,-1 2 0 0 0,0 0 0 0 0,-2 2-1 0 0,0 0 1 0 0,-1 2 0 0 0,0 0 0 0 0,-43-17 0 0 0,10 11-72 0 0,-1 3 0 0 0,0 2 0 0 0,-2 3 1 0 0,1 2-1 0 0,-2 3 0 0 0,1 2 0 0 0,-1 4 1 0 0,1 2-1 0 0,-110 13 0 0 0,89-1-806 0 0,1 4-1 0 0,-114 37 1 0 0,115-25-1238 0 0,2 3 0 0 0,-92 51 0 0 0,81-28-745 0 0,9 0-669 0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02:39.870"/>
    </inkml:context>
    <inkml:brush xml:id="br0">
      <inkml:brushProperty name="width" value="0.035" units="cm"/>
      <inkml:brushProperty name="height" value="0.035" units="cm"/>
    </inkml:brush>
  </inkml:definitions>
  <inkml:trace contextRef="#ctx0" brushRef="#br0">1523 219 7709 0 0,'-23'-14'262'0'0,"-55"-33"1499"0"0,-115-52-1 0 0,164 88-1518 0 0,0 0-1 0 0,0 2 0 0 0,-1 1 0 0 0,-1 1 0 0 0,1 2 1 0 0,-1 1-1 0 0,-61 1 0 0 0,38 4-88 0 0,1 2 1 0 0,0 2-1 0 0,0 3 0 0 0,0 3 1 0 0,-101 33-1 0 0,134-34-128 0 0,0 0 0 0 0,0 2 0 0 0,1 0 0 0 0,1 1 0 0 0,0 1 0 0 0,1 1 0 0 0,1 0 0 0 0,0 1 0 0 0,1 1 1 0 0,0 1-1 0 0,2 0 0 0 0,0 0 0 0 0,1 2 0 0 0,1-1 0 0 0,0 1 0 0 0,2 1 0 0 0,0 0 0 0 0,-7 29 0 0 0,4-6 196 0 0,1 1 1 0 0,3 0-1 0 0,1 1 1 0 0,2-1-1 0 0,3 1 1 0 0,3 63-1 0 0,8-33-86 0 0,4-1-1 0 0,3-1 0 0 0,3 0 1 0 0,3-2-1 0 0,4 0 1 0 0,2-2-1 0 0,53 94 1 0 0,-70-143-70 0 0,1-1 1 0 0,1-1-1 0 0,1 0 1 0 0,1 0-1 0 0,0-2 1 0 0,2 0-1 0 0,0-1 0 0 0,0 0 1 0 0,1-2-1 0 0,35 22 1 0 0,-26-22 6 0 0,0 0 0 0 0,1-2 0 0 0,0-1 0 0 0,1-2 0 0 0,0 0 0 0 0,0-2 0 0 0,47 5-1 0 0,-18-8 0 0 0,0-2-1 0 0,1-3 0 0 0,-1-3 0 0 0,0-2 0 0 0,0-3 0 0 0,0-2 0 0 0,-1-3 0 0 0,60-23 0 0 0,-81 25-16 0 0,0-3 0 0 0,-1-1 0 0 0,0-1 0 0 0,-2-2 0 0 0,0-1 0 0 0,56-47 0 0 0,-75 55-22 0 0,0-1 1 0 0,-1-1-1 0 0,-1 0 0 0 0,0-1 0 0 0,-1 0 0 0 0,0-1 1 0 0,-1 0-1 0 0,-1-1 0 0 0,-1 0 0 0 0,-1 0 1 0 0,0-1-1 0 0,-1 0 0 0 0,0 0 0 0 0,-2 0 0 0 0,0-1 1 0 0,1-20-1 0 0,-4 3 16 0 0,-2-1-1 0 0,-1 1 1 0 0,-2 0 0 0 0,-1-1 0 0 0,-2 1-1 0 0,-22-63 1 0 0,-96-200 110 0 0,96 238-131 0 0,-2 1-1 0 0,-3 2 1 0 0,-2 2-1 0 0,-62-74 1 0 0,78 108-84 0 0,0 0 1 0 0,-2 2-1 0 0,0 0 1 0 0,-1 1-1 0 0,-1 2 1 0 0,-1 0-1 0 0,0 2 1 0 0,-1 0-1 0 0,-1 2 1 0 0,0 1 0 0 0,-1 1-1 0 0,-41-10 1 0 0,30 14-289 0 0,-1 1 0 0 0,0 2 0 0 0,0 2 0 0 0,0 2 0 0 0,0 1 0 0 0,0 2 0 0 0,0 2 0 0 0,-61 16 0 0 0,26 0-1138 0 0,1 3 0 0 0,2 3 0 0 0,-104 54 0 0 0,107-43-1207 0 0,-95 70 1 0 0,76-40-1226 0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02:51.021"/>
    </inkml:context>
    <inkml:brush xml:id="br0">
      <inkml:brushProperty name="width" value="0.035" units="cm"/>
      <inkml:brushProperty name="height" value="0.035" units="cm"/>
    </inkml:brush>
  </inkml:definitions>
  <inkml:trace contextRef="#ctx0" brushRef="#br0">170 992 7901 0 0,'-4'0'-326'0'0,"-41"8"-292"0"0,43-8 934 0 0,-8 2-172 0 0,19 0 310 0 0,151 3-41 0 0,297-29 0 0 0,-398 6 56 0 0,-56 17-299 0 0,-10-2-120 0 0,-7-2-25 0 0,0 1 0 0 0,0 1 0 0 0,0 0 0 0 0,0 1 1 0 0,0 1-1 0 0,-28 0 0 0 0,-101 11 146 0 0,44-2-28 0 0,-38 6 951 0 0,667-41-585 0 0,-494 24-436 0 0,-33 3 16 0 0,-13-1-76 0 0,-144 2 14 0 0,-193 25 1 0 0,315-24-33 0 0,12-1 2 0 0,1 1-1 0 0,-36 9 1 0 0,53-10 13 0 0,190 7 18 0 0,182-10 152 0 0,-366 1-58 0 0,-10 0-52 0 0,-28-1-34 0 0,-54-1-45 0 0,-397 44-28 0 0,716-38 57 0 0,212-18 8 0 0,-411 10 6 0 0,-28 5-38 0 0,-14-2-12 0 0,-50-4 7 0 0,-112 2 0 0 0,-72 19-14 0 0,97-1-38 0 0,143-14 56 0 0,19 0-32 0 0,609-40 27 0 0,-622 39 14 0 0,27-4 19 0 0,-28 5-21 0 0,0 0 0 0 0,0 0-1 0 0,0 0 1 0 0,0-1 0 0 0,0 1 0 0 0,0 0-1 0 0,0-1 1 0 0,0 1 0 0 0,0-1 0 0 0,0 1 0 0 0,0-1-1 0 0,0 1 1 0 0,-1-1 0 0 0,1 0 0 0 0,0 1-1 0 0,0-1 1 0 0,-1 0 0 0 0,1 1 0 0 0,0-1-1 0 0,-1 0 1 0 0,1 0 0 0 0,-1 0 0 0 0,1 0 0 0 0,-1 0-1 0 0,1-1 1 0 0,-7-1-7 0 0,-33-2-2 0 0,-1 2-1 0 0,0 1 0 0 0,1 2 1 0 0,-77 10-1 0 0,64-5 1 0 0,-70 11-2 0 0,71-8-58 0 0,-72 2-1 0 0,121-10 55 0 0,11 1-22 0 0,48 1 10 0 0,0-3 0 0 0,83-11 0 0 0,-26 2 3 0 0,-38 2 40 0 0,-72 7-22 0 0,-49 4-20 0 0,-19 3 10 0 0,-150 19-17 0 0,211-24 33 0 0,14-2-27 0 0,86-1 51 0 0,-93 2 7 0 0,-14 1-22 0 0,0 1-7 0 0,-140 16 255 0 0,126-16-44 0 0,0-1 0 0 0,0-1-1 0 0,0-2 1 0 0,-34-5 0 0 0,-41-5 933 0 0,96 12-1081 0 0,-48-14 324 0 0,14-12 459 0 0,35 22-786 0 0,-1 0 0 0 0,1 0 0 0 0,0 0 0 0 0,0-1 0 0 0,0 1 0 0 0,1 0 0 0 0,0-1 0 0 0,-1 0 1 0 0,2 1-1 0 0,-1-1 0 0 0,0 0 0 0 0,1 1 0 0 0,0-6 0 0 0,2-4 43 0 0,0 1 0 0 0,0 0 0 0 0,7-18 0 0 0,-3 10-46 0 0,27-67 292 0 0,25-22-51 0 0,-37 34-30 0 0,-5 11-145 0 0,70-210-12 0 0,-82 261-84 0 0,0 3-10 0 0,-1 0 0 0 0,1 1 1 0 0,1 0-1 0 0,7-13 0 0 0,-9 18-18 0 0,1 1-1 0 0,0-1 0 0 0,0 1 0 0 0,0 0 1 0 0,0 1-1 0 0,1-1 0 0 0,-1 1 1 0 0,1 0-1 0 0,0 0 0 0 0,0 0 1 0 0,7-2-1 0 0,21-8-9 0 0,0 1 0 0 0,1 2 0 0 0,0 2 0 0 0,0 1 0 0 0,45-3 0 0 0,175 0-7 0 0,-219 10-19 0 0,-17-1-13 0 0,1 1 0 0 0,28 4 0 0 0,-43-2 46 0 0,0 1 1 0 0,0-1 0 0 0,0 1 0 0 0,0 0-1 0 0,0 1 1 0 0,-1-1 0 0 0,1 0 0 0 0,2 6-1 0 0,0-1 3 0 0,0 0-1 0 0,0 0 0 0 0,-1 1 1 0 0,-1 0-1 0 0,0 0 0 0 0,0 1 1 0 0,0-1-1 0 0,1 12 1 0 0,-1 0 12 0 0,0 0 1 0 0,-2 0-1 0 0,-1 30 1 0 0,-1 1 7 0 0,-3 0 0 0 0,-19 97 0 0 0,-26 70 10 0 0,44-200-19 0 0,1 1 1 0 0,-2 30-1 0 0,-6 40 39 0 0,-4-10-57 0 0,13-73 17 0 0,-1 1 1 0 0,0-1 0 0 0,0 0 0 0 0,0 0-1 0 0,-1 0 1 0 0,0-1 0 0 0,0 1 0 0 0,0-1 0 0 0,-1 0-1 0 0,0 0 1 0 0,-1-1 0 0 0,1 1 0 0 0,-12 8-1 0 0,11-9 11 0 0,-1 0 16 0 0,0 0 0 0 0,0-1 1 0 0,-1 1-1 0 0,1-1 0 0 0,-1-1 0 0 0,0 1 0 0 0,0-2 0 0 0,-13 4 0 0 0,-70 11 228 0 0,83-16-259 0 0,-36 5 140 0 0,0-3 0 0 0,0-1 0 0 0,-84-7 0 0 0,69-4 66 0 0,-65-19-1 0 0,-2 0 16 0 0,55 5 526 0 0,69 22-730 0 0,-21-3-7866 0 0,7 0 655 0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02:53.672"/>
    </inkml:context>
    <inkml:brush xml:id="br0">
      <inkml:brushProperty name="width" value="0.035" units="cm"/>
      <inkml:brushProperty name="height" value="0.035" units="cm"/>
    </inkml:brush>
  </inkml:definitions>
  <inkml:trace contextRef="#ctx0" brushRef="#br0">180 0 8229 0 0,'0'0'-318'0'0,"20"25"-278"0"0,-11-1 941 0 0,1-1 0 0 0,1 0 0 0 0,13 22 0 0 0,-14-27-271 0 0,-4-7-118 0 0,-5-8 170 0 0,1 1-1 0 0,0 0 1 0 0,0-1-1 0 0,0 1 1 0 0,0-1 0 0 0,1 0-1 0 0,-1 0 1 0 0,1 0-1 0 0,5 5 1 0 0,-7-7-44 0 0,1 4-70 0 0,0 0 1 0 0,0 0-1 0 0,0 0 0 0 0,0 0 1 0 0,1 0-1 0 0,-1-1 1 0 0,1 1-1 0 0,4 4 0 0 0,7 13 37 0 0,68 137 239 0 0,81 181 178 0 0,-153-315-391 0 0,-2 1-1 0 0,0 0 1 0 0,-2 1 0 0 0,-1 0-1 0 0,-1 0 1 0 0,-2 0 0 0 0,0 48-1 0 0,-5-38-10 0 0,-2-1 0 0 0,-1 0 0 0 0,-2 0 0 0 0,-1-1-1 0 0,-17 41 1 0 0,-85 193 184 0 0,-10 26-59 0 0,36-22 7 0 0,-17 61 802 0 0,79-272-901 0 0,0-2 121 0 0,-23 99 0 0 0,17-62 1024 0 0,24-80 846 0 0,-2-7-6111 0 0,6-10 3640 0 0,0 0-1 0 0,0-1 1 0 0,0 1 0 0 0,1 0-1 0 0,-1-1 1 0 0,0 1 0 0 0,0 0-1 0 0,1-1 1 0 0,-1 1 0 0 0,0-1-1 0 0,1 0 1 0 0,-1 1 0 0 0,1-1-1 0 0,-1 1 1 0 0,0-1 0 0 0,1 0-1 0 0,0 1 1 0 0,-1-1-1 0 0,1 0 1 0 0,-1 0 0 0 0,1 0-1 0 0,-3-3-2754 0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02:53.998"/>
    </inkml:context>
    <inkml:brush xml:id="br0">
      <inkml:brushProperty name="width" value="0.035" units="cm"/>
      <inkml:brushProperty name="height" value="0.035" units="cm"/>
    </inkml:brush>
  </inkml:definitions>
  <inkml:trace contextRef="#ctx0" brushRef="#br0">1 22 7433 0 0,'0'-1'97'0'0,"0"0"0"0"0,0 0 0 0 0,1-1 1 0 0,-1 1-1 0 0,1 0 0 0 0,-1 0 0 0 0,1-1 1 0 0,0 1-1 0 0,-1 0 0 0 0,1 0 0 0 0,0 0 1 0 0,0 0-1 0 0,0 0 0 0 0,0 0 0 0 0,0 0 1 0 0,0 0-1 0 0,0 1 0 0 0,0-1 0 0 0,2-1 1 0 0,-2 3-51 0 0,-1 0 1 0 0,1 0 0 0 0,0 0 0 0 0,-1-1-1 0 0,1 1 1 0 0,-1 0 0 0 0,1 0 0 0 0,-1 0-1 0 0,0 0 1 0 0,1 0 0 0 0,-1 1 0 0 0,0-1-1 0 0,0 0 1 0 0,1 0 0 0 0,-1 0 0 0 0,0 0-1 0 0,0 0 1 0 0,-1 2 0 0 0,-1 92 509 0 0,1-58 40 0 0,0-19-286 0 0,2 0 1 0 0,0 0-1 0 0,7 30 0 0 0,-7-44-257 0 0,0 1 0 0 0,0-1 0 0 0,1 0 0 0 0,-1 0 0 0 0,1 1 0 0 0,0-1 0 0 0,0 0 0 0 0,1-1 0 0 0,-1 1 0 0 0,1 0 0 0 0,0-1 0 0 0,0 1 0 0 0,0-1 0 0 0,0 0 0 0 0,1 0-1 0 0,-1 0 1 0 0,1-1 0 0 0,0 1 0 0 0,7 3 0 0 0,3-1 45 0 0,-1-1-1 0 0,1 0 0 0 0,0-1 1 0 0,0-1-1 0 0,0 0 0 0 0,1-1 0 0 0,15-1 1 0 0,10-1-595 0 0,48-9 1 0 0,-83 9 155 0 0,1 1 0 0 0,-1 0-1 0 0,1 0 1 0 0,-1 1 0 0 0,0-1 0 0 0,1 1 0 0 0,-1 1 0 0 0,0-1 0 0 0,8 3 0 0 0,7 7-4919 0 0,-12-5 2216 0 0</inkml:trace>
</inkml:ink>
</file>

<file path=ppt/ink/ink6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5-09-21T02:47:17.062"/>
    </inkml:context>
    <inkml:brush xml:id="br0">
      <inkml:brushProperty name="width" value="0.05292" units="cm"/>
      <inkml:brushProperty name="height" value="0.05292" units="cm"/>
      <inkml:brushProperty name="color" value="#FF0000"/>
    </inkml:brush>
  </inkml:definitions>
  <inkml:trace contextRef="#ctx0" brushRef="#br0">5459 2109 1393 0,'0'0'465'0,"0"0"-110"0,0 0-77 0,6-9-10 0,-6 9-7 16,0 0-7-16,0 0-4 0,2-5-11 15,-2 5 7-15,0 0-5 0,0 0-10 0,0 0-18 16,0 0-2-16,0 0 14 0,-15 23 17 16,1 6-5-16,-2 13-4 0,-2 6-4 0,0 3-8 15,2 3-4-15,-2-1-13 0,4 2-8 16,-2-2-5-16,8-1-15 0,-5-5-14 16,7-9-1-16,0-3-12 0,-3-1-11 15,4-2-12-15,-1-7-11 0,1-5-51 0,2-5-64 16,1-3 0-16,-2 0 0 0,2-1 0 15,2-5 0-15,-3 3 0 0,3-9 0 16,-4 8 0-16,4-8 0 0,0 0-62 0,0 0-247 16,0 0-59-16,-5-29-73 0,6 7-53 15,5-14-53-15,3-1-50 0,3-15-61 0,-1-2-67 16,4-4 53-16,3 2-457 0,-3 0-596 16</inkml:trace>
  <inkml:trace contextRef="#ctx0" brushRef="#br0" timeOffset="216.2">5427 2177 2978 0,'7'-24'-37'0,"-3"4"54"16,0 3 53-16,0 5 42 15,-3 0 49-15,-1 3 33 0,3 3 21 0,-1-2 2 0,-2 8-8 16,4-6 16-16,-4 6 53 0,0 0 39 16,0 0 10-16,25 31 10 0,-11-2-11 15,6 12-9-15,2 3-18 0,-1 1-11 16,4 3-22-16,-2-1-18 0,1 4-31 16,1-5-17-16,-2 0-24 0,0-1-16 0,2-5-86 15,-10-9-74-15,3 1 0 0,-3-3 0 16,-3-2 0-16,-5-4 0 0,-2-6-8 0,-1 0-230 15,0-2-59-15,-4-3-79 0,2 0-108 16,-4-2-123-16,2-1-154 0,-2-2-49 0,0 0 80 16,2-7-590-16,-7 3-776 0</inkml:trace>
  <inkml:trace contextRef="#ctx0" brushRef="#br0" timeOffset="434.91">5517 2617 4009 0,'-22'-3'203'0,"3"3"25"0,8-1 35 16,0 1 59-16,11 0 34 0,-16-4 15 15,16 4-3-15,0 0-26 0,-15-4-32 0,15 4-41 16,0 0-27-16,0 0-23 0,0 0-24 16,0 0-22-16,40-15-33 0,-4 7-72 0,2-1-86 15,5-1-126-15,-2 3-129 0,13-3-154 16,-9 6-183-16,3-2-234 0,-5 0 3 15,-2 0 77-15,-3 0-650 0,-6 5-865 16</inkml:trace>
  <inkml:trace contextRef="#ctx0" brushRef="#br0" timeOffset="649.74">6431 2571 4409 0,'-12'2'318'0,"12"-2"-9"0,-11 0-11 0,11 0-25 0,0 0-21 16,0 0-26-16,0 0-21 15,0 0-23-15,0 0-23 0,25-14-28 0,8 2-106 16,-3 1-123-16,8 2-110 0,-4-3-116 16,3 3-113-16,-1 1-147 0,-9 3-199 15,-3 0 74-15,-7 3-530 0,-1 2-702 0</inkml:trace>
  <inkml:trace contextRef="#ctx0" brushRef="#br0" timeOffset="836.61">6523 2766 3746 0,'-14'8'158'0,"3"-3"31"0,5-2 21 16,1 3 26-16,5-6 17 16,-9 5 24-16,9-5-7 0,0 0-17 0,0 0-30 15,0 0-18-15,0 0-26 0,0 0-28 16,34-2-76-16,-16 0-95 0,5-3-111 0,2-2-147 15,6-3-180-15,-1-2-240 0,3 0-54 16,-7-1 79-16,-2 6-489 0,-1 0-627 16</inkml:trace>
  <inkml:trace contextRef="#ctx0" brushRef="#br0" timeOffset="1349.57">7584 2036 3197 0,'4'-7'5'0,"2"-3"35"0,-5 5 27 16,-1 5 43-16,2-9 34 0,-2 9 28 16,0 0 24-16,0 0 53 0,0 0 56 0,0 0 27 15,9 39 21-15,-9 4 20 16,-7 11-14-16,2 8-21 0,-3 5-3 0,-1 5 8 16,-5 2-18-16,8-1-12 0,-5 1-27 15,1-2 27-15,5-3-277 0,-1-6-36 0,2 0 0 16,4-17 0-16,0 1 0 0,0-2 0 15,4-6 0-15,2-1 0 0,-1-2 0 0,5-7 0 16,1-3 0-16,9-3 0 0,-2-2 0 16,9-5 0-16,2-4 0 0,1-3 0 0,-1-3 0 15,0 0 0-15,-3-5 0 16,3 0 0-16,2-1 0 0,-5-1 0 0,3-2 0 16,-5-1 0-16,1 0 0 0,-4-1 0 0,0-1 0 15,-6 0 0-15,1 0 0 0,-5 1 0 16,0-2 0-16,-3 0-254 0,-2 1-348 15,-2-3-98-15,-3 0-167 0,-4-2 20 16,-3-1 99-16,-4-5-671 0,-5-8-871 0</inkml:trace>
  <inkml:trace contextRef="#ctx0" brushRef="#br0" timeOffset="1565.71">7466 2167 4513 0,'-16'-8'375'0,"9"4"-4"0,1-1-4 0,6 5-8 0,-9-7 3 0,9 7-19 0,-2-8-25 16,6-1-39-16,7-3-30 0,16-4-33 0,3 1-24 16,8 1-55-16,14-1-81 0,-2 1-102 15,-9 5-131-15,1 5-119 0,-3-2-117 0,-5 8-118 16,-5 0-152-16,-11 0-200 0,2 2 91 15,-8-1-676-15,-3 5-916 0</inkml:trace>
  <inkml:trace contextRef="#ctx0" brushRef="#br0" timeOffset="2667.76">8589 2376 4199 0,'0'0'-65'0,"-37"1"56"0,37-1 70 0,-12-1 68 0,12 1 61 0,0 0 45 0,-16-1 34 0,16 1 3 16,-8-7-9-16,4 2-17 0,4 5-9 15,-4-15-19-15,4 9-16 0,0 6-15 0,8-17-18 16,-4 9-17-16,4 0-15 16,-3 1-19-16,4 3-16 0,1 2-9 0,-10 2-12 0,23 5-6 15,-8 5-4-15,0 2-5 0,6 9-8 16,-1 6-1-16,-4 3-5 0,-4 4-2 15,-4 5 2-15,-8 0-6 0,-4 3-4 0,-5 8 4 16,-5-1 28-16,-3-1-58 16,-6-2-16-16,0-5 0 0,8-8 0 0,-4-8 0 15,8-3 0-15,3-9 0 0,0 1 0 16,6-5 0-16,-3 0 0 0,1 0 0 0,2-2 0 16,2-7 0-16,4 9 0 0,-4-9 0 15,17 4 0-15,-2-4 0 0,8 0 0 0,5-2 0 16,4 0 0-16,4-2 0 15,1 0 0-15,-6 3 0 0,-6-2 0 0,-5 1 0 16,1 2 0-16,-3-2 0 0,-5 2 0 0,1-2 0 16,-3 2 0-16,-11 0 0 0,17 0 0 15,-17 0 0-15,13-2 0 0,-13 2 0 16,0 0 0-16,11 0 0 0,-11 0 0 0,0 0 0 16,12 0 0-16,-12 0 0 0,12 2 0 15,-12-2-444-15,0 0-598 0,0 0 106 0,17-4 91 16,-17 4-830-16,20-4-1110 0</inkml:trace>
  <inkml:trace contextRef="#ctx0" brushRef="#br0" timeOffset="2932.34">10071 2639 5074 0,'0'0'189'0,"-12"-4"2"0,12 4 6 0,0 0 37 0,0 0 43 0,22-18 24 0,-5 14-8 0,5-4-22 16,15 1-26-16,7-3-23 0,-3 2-28 16,2-1-23-16,-2 5-53 0,-5-2-73 0,-2 0-113 15,-5 0-148-15,-6 1-150 0,0 0-185 16,2 0-253-16,-2 1-66 0,-4 0 87 15,0-2-701-15,4 3-932 0</inkml:trace>
  <inkml:trace contextRef="#ctx0" brushRef="#br0" timeOffset="3366.05">11002 2360 4480 0,'-5'-12'163'0,"-1"4"29"15,6-1-27-15,0 1-3 0,6-1 4 0,-1 0-4 16,8 2 2-16,-1-3-15 16,6 6-13-16,0-4-14 0,4 8-14 0,-3 0-10 15,6 2-9-15,-3 4-12 0,1 2-10 16,-3 1 0-16,-4 3-4 0,-2 2-7 16,-3 1 2-16,-1 3-1 0,-9-1 19 0,-1 3 16 15,-5 2 18-15,-3 11 24 0,-1-3 20 16,4-4 4-16,-4-4-5 0,6-1-7 0,-1-1-6 15,2-3 2-15,0 0-57 0,2 3-85 16,2-5 0-16,4 3 0 0,-3-3 0 0,4 1 0 16,0-3 0-16,1 3 0 0,-3-3 0 15,3 3 0-15,-2-3 0 0,1 1 0 0,-1 1 0 16,-1-1 0-16,-3 0 0 0,0-1 0 16,-2 1 0-16,-4 1 0 0,1 1 0 15,-5 1 0-15,-7 5 0 0,-2-2 0 16,1-8 0-16,-6 10 0 0,-3-5 0 0,-2-3 0 15,4-4 0-15,0-3 0 0,3 0 0 16,1-4 0-16,-1-1 0 0,5 0 0 16,0-2 0-16,0-2 0 0,1-2 0 0,5 1-550 15,0-2-482-15,-1 1 106 0,2-4-1007 16,2 1-1353-16</inkml:trace>
  <inkml:trace contextRef="#ctx0" brushRef="#br0" timeOffset="4232.81">13002 2652 5613 0,'-15'0'0'0,"15"0"59"0,-18-1 33 0,18 1 43 0,0 0 57 0,-13-3 27 0,13 3 23 16,0 0 22-16,0 0 31 0,0 0 20 0,0 0-1 16,74-8-17-16,-26 5-143 15,17 0-154-15,3-4 0 0,-1 3 0 0,-1 0 0 16,-16 2 0-16,-2-2 0 0,-6 2 0 16,-10 0 0-16,-3 2 0 0,-2-2 0 15,-8 2 0-15,0-2 0 0,-6 2 0 0,0-3 0 16,1 2 0-16,-3 1 0 0,-1-1 0 15,-10 1 0-15,15-2 0 0,-15 2 0 0,11-2 0 16,-11 2 0-16,6-4 0 0,-6 4 0 16,5-4-102-16,-5 4-604 0,0 0-217 0,1-10 1 15,-1 10 107-15,0-7-791 0,0 7-1047 16</inkml:trace>
  <inkml:trace contextRef="#ctx0" brushRef="#br0" timeOffset="4615.87">14642 2124 4802 0,'-16'-14'134'0,"0"6"30"16,1 1 21-16,1 4 24 0,2 0 37 16,-6 3 16-16,-2 9 16 0,-11 5 17 0,-3 13-2 15,-1 8-1-15,-3 4 0 0,6 7-5 16,-1 2-2-16,7 5-118 0,1 3-167 15,6-5 0-15,7 0 0 0,5 0 0 16,1-11 0-16,6-3 0 0,8 2 0 0,4-5 0 16,-1-3 0-16,2-4 0 0,2-3 0 15,4-1 0-15,-2-8 0 0,1-3 0 0,-1-4 0 16,-2-2 0-16,2 0 0 0,-1-6 0 16,-3 0 0-16,0 0 0 0,-2-4 0 0,2-4 0 15,-1 0 0-15,-2-1 0 0,-3-3 0 16,1-5 0-16,-6 2 0 0,-2-2 0 0,0 0 0 15,-2-2 0-15,-2 4 0 0,-4-5 0 16,1 7 0-16,-2 3 0 0,-3 0 0 16,1 8 0-16,-3 0 0 0,3 2 0 15,-6 4-395-15,1 2-648 0,3 0 101 0,0 4-1034 16,3-3-1395-16</inkml:trace>
  <inkml:trace contextRef="#ctx0" brushRef="#br0" timeOffset="13830.37">16068 2817 1468 0,'0'0'247'0,"-15"0"-70"0,15 0-34 0,0 0-25 0,0 0-12 0,0 0-8 15,0 0-7-15,0 0-17 0,0 0-9 0,0 0-2 16,0 0-3-16,0 0-6 0,0 0-5 15,0 0-5-15,0 0-7 0,0 0-4 0,0 0 2 16,0 0-4-16,56-7-4 16,-38 4-2-16,7 1-7 0,0-2-1 0,4 1 2 15,7-2-7-15,-10 3 0 0,-1 0-1 16,-8 1-1-16,2-3 0 0,-6 4 2 16,-1-2 1-16,-12 2-2 0,21-1 1 0,-21 1-6 15,15-2 0-15,-15 2 0 0,11 0-1 16,-11 0-4-16,0 0-5 0,16 0-18 0,-16 0-34 15,0 0-45-15,0 0-54 0,13 0-75 16,-13 0-97-16,0 0-150 0,6 5-154 16,-6-5-128-16</inkml:trace>
  <inkml:trace contextRef="#ctx0" brushRef="#br0" timeOffset="15097.51">17190 2380 1682 0,'0'0'-7'0,"0"0"30"15,6-5 21-15,-6 5 16 0,5-6 9 0,-5 6 15 0,0 0 6 16,0 0 3-16,0 0 1 0,5-5-2 0,-5 5 7 15,0 0-2-15,0 0 2 16,0 0-1-16,0 0-9 0,0 0 6 0,0 0-8 16,0 0-11-16,-17-8 0 0,6 8-11 15,-7 0 4-15,0-2-2 0,-4 0 5 0,-5 1-7 16,2 1-11-16,3-3-4 0,-1 1-3 16,4 2-2-16,-2 0-1 0,0 0-6 15,4-2-6-15,2 2-3 0,1 0-12 0,14 0 1 16,-27 0 5-16,27 0-11 0,-16 0 0 15,16 0 4-15,-14 0-4 0,14 0-3 0,0 0 6 16,-21 0 0-16,21 0 1 16,0 0-11-16,-13 0-4 0,13 0 5 0,0 0-2 15,-11-4 0-15,11 4-3 0,0 0 4 0,0 0 1 16,0 0-7-16,-14-2 5 16,14 2-7-16,0 0 11 0,0 0 1 0,0 0 2 15,0 0-11-15,0 0 0 0,-10-4 3 16,10 4 3-16,0 0-8 0,0 0 2 0,0 0 4 15,0 0 1-15,0 0-2 0,0 0-5 16,0 0 5-16,0 0-7 0,0 0 9 16,0 0-2-16,0 0-2 0,0 0 9 0,0 0-4 15,0 0 0-15,0 0 2 16,0 0-5-16,0 0 2 0,0 0-1 0,0 0-2 0,0 0 2 16,0 0-5-16,0 0 4 15,0 0-7-15,-7 12 8 0,7-12-5 0,0 17 2 16,-2-5 4-16,4 2-1 0,-2-1 0 15,0 3 6-15,0-3-3 0,4 4 1 16,-2-1-7-16,-1-1 1 0,3 1 7 0,2-3-4 16,-2-3-11-16,4 2 8 0,-3-1 9 15,4-3-7-15,2 2-5 0,2-2 1 0,-1-4 2 16,6 5 0-16,3-1-1 0,2-2 2 16,-2 2-11-16,0 1 8 0,9 3-7 0,-3 4 6 15,-2 1 5-15,-1-1-2 0,-4-1 1 16,-5-3-9-16,-2 3 9 15,-4-1 2-15,2 1-1 0,-6 1-2 0,-1-3 8 0,-2 1 15 16,-4 3 33-16,-4 0 16 16,3 2 27-16,-8-2 14 0,-3 7 9 0,-4-6 7 15,3-3 4-15,1-3-8 0,-4 0 2 16,4-3-12-16,-1-3-11 0,2 1-6 0,0-2-13 16,-1-1-9-16,3-2-10 0,11-2-5 15,-22 0 4-15,22 0-18 0,-18-2-12 16,8-2-16-16,10 4-34 0,-21-5-35 0,9 4-45 15,1-3-48-15,0 0-52 16,11 4-67-16,-21-4-65 0,7 4-98 0,7 0-152 16,-4-2-85-16,11 2 61 0,-18-1-314 15,18 1-393-15</inkml:trace>
  <inkml:trace contextRef="#ctx0" brushRef="#br0" timeOffset="16079.72">18774 2351 2373 0,'3'-7'-18'0,"-3"7"38"0,-3-10 22 0,3 10 20 0,0-9 20 0,-2 3 13 0,2 6 1 16,-2-6-11-16,2 6-3 0,0 0-9 0,0 0 22 15,0 0 26-15,-3 29 15 16,-1-5-5-16,-5 9 2 0,3 3-13 0,0 8 3 16,-4-3-12-16,5 0 2 0,1 0-20 15,2-3-4-15,4-1-11 0,-2-5-3 0,0-4-9 16,0-3-6-16,0-1-8 0,2-3-5 16,-2-1-6-16,2-3-7 0,-2-2 1 15,0-3-5-15,0 1-19 0,0-5-35 0,2 0-43 16,-2 0-45-16,0-8-49 15,1 9-59-15,-1-9-75 0,8 2-71 0,-8-2-100 16,0 0-96-16,16-13 37 0,-7 3-151 16,5-2-172-16</inkml:trace>
  <inkml:trace contextRef="#ctx0" brushRef="#br0" timeOffset="16396.11">19205 2428 1826 0,'0'-7'67'0,"0"2"37"15,0 5 16-15,0-7 16 0,0 7 10 16,0 0 1-16,0 0 7 0,4-10-2 16,-4 10 1-16,0 0-11 0,7-7-9 0,-7 7-15 15,10-7-4-15,-4 3-20 16,3-1-6-16,2 2-5 0,2-1-20 0,-13 4-2 0,20 0-3 16,-10 6-8-16,1 2 1 15,-2 6-12-15,3 5 4 0,-2 10-3 0,-3 3 2 16,-2 4-2-16,-3 2 13 0,1 1-4 15,-3 0 7-15,0 0-13 0,-3-3-7 0,1 1 2 16,1-7-5-16,1-5-6 0,0-1-5 16,0 0 3-16,0-3-4 0,-2 4-6 15,2-7-5-15,0-3-28 0,2-1-48 0,-2-5-65 16,1 4-57-16,-1-4-63 0,0-2-92 16,0-7-116-16,2 10-113 0,-2-10 37 0,0 0-189 15,0 0-217-15</inkml:trace>
  <inkml:trace contextRef="#ctx0" brushRef="#br0" timeOffset="16612.78">19256 2905 2051 0,'0'0'165'16,"-24"-3"48"-16,16 1 14 0,8 2 18 0,-17 0 6 16,17 0 13-16,0 0 6 0,-12 0-2 15,12 0-10-15,0 0-6 0,0 0-34 16,0 0-19-16,0 0-25 0,0 0-12 15,0 0-24-15,31-16-14 0,-16 12-47 16,9-1-69-16,-4 3-74 0,1-2-76 0,0-2-67 16,1 2-60-16,0 0-64 0,-5 0-88 15,2 0-109-15,-4 1-83 0,-2 1 43 0,1-1-250 16,-1 2-307-16</inkml:trace>
  <inkml:trace contextRef="#ctx0" brushRef="#br0" timeOffset="17712.88">20631 2777 2347 0,'0'0'77'0,"-12"5"24"0,12-5 15 0,0 0 5 0,-11 2 14 0,11-2 24 16,0 0 5-16,0 0 9 0,0 0 1 0,0 0-17 16,0 0-14-16,0 0-16 15,0 0-11-15,28-10-8 0,-9 5-18 0,6 0-10 16,9-4-9-16,1 2-5 0,3 2-10 16,-8 0-8-16,8 2-5 0,-11-1-22 15,-2 3-30-15,-5-1-31 0,-2-2-26 0,-3 3-24 16,-1-1-24-16,-5 2-26 0,3 0-30 15,-12 0-32-15,16-2-41 0,-5 1-67 0,-11 1-94 16,9-4-135-16,-9 4 26 0,7-5-118 16,-1 2-127-16</inkml:trace>
  <inkml:trace contextRef="#ctx0" brushRef="#br0" timeOffset="18181.99">21361 2470 2020 0,'0'-4'159'0,"0"4"1"15,-2-7-15-15,2 7-13 0,0 0-11 16,0 0 10-16,0 0 34 0,0 0 1 16,-10 30-3-16,8-16-16 0,-2 5-15 0,2-2-12 15,0 0-9-15,2 3-11 0,2-2-3 16,4-1-14-16,-2-1-3 0,4-1-11 0,-1-1-4 15,2-4-3-15,1-1-7 16,0 1-2-16,-1-3-6 0,0-4-8 0,3 1 0 16,-12-4-4-16,23-4-8 0,-10 1 0 15,0-2-2-15,5-7-6 0,-1 1 5 0,-4-5-4 16,-2 3-2-16,3-1-4 0,-3 2-2 16,0 3 3-16,-6-1-6 0,2 5-1 15,-3 0-5-15,-4 5-3 0,0 0 5 0,0 0 0 16,9 20 2-16,-9-3 2 0,-1 6-1 15,-1 3 2-15,-4 10 6 0,1 2-5 0,-1-1 2 16,2-2 2-16,-2 0 0 0,4-6-3 16,0-3-1-16,2 1-3 0,0-4-2 15,0-3-3-15,0-3 2 0,2 0-2 16,0-5 3-16,-2 1 0 0,2-1-6 0,-2-5 0 16,0 2-15-16,3-1-28 0,-3-8-20 15,0 11-67-15,0-11-81 0,0 6-90 16,0-6-101-16,0 0-135 0,0 0-56 0,0 0 49 15,0 0-222-15,0 0-256 0</inkml:trace>
  <inkml:trace contextRef="#ctx0" brushRef="#br0" timeOffset="21129.4">22908 2553 1986 0,'0'0'-1'0,"0"0"37"0,6 3 17 0,-6-3 12 0,0 0 8 0,0 0 10 16,0 0 3-16,0 0 11 0,0 0-7 0,0 0 0 15,0 0-6-15,0 0-4 0,0 0 3 16,0 0 0-16,0 0 5 0,0 0 8 0,0 0 13 16,0 0-5-16,0 0 1 0,0 0-4 15,0 0 6-15,0 0-1 0,0 0 1 0,0 0 2 16,0 0-3-16,0 0-8 15,0 0-6-15,0 0 2 0,0 0-1 0,0 0-8 16,0 0-6-16,0 0-1 0,0 0-5 0,0 0-4 16,0 0-7-16,0 0-4 15,0 0-4-15,5-10-8 0,-5 10-4 0,0 0-6 16,2-7 9-16,-2 7-7 0,-2-9 2 16,2 9-3-16,-3-12-8 0,1 6 0 0,-4-3-5 15,2 1-1-15,0-1-2 0,-4 2-5 16,-1-2-2-16,0 5-1 0,-7-2-6 0,2 3 1 15,-4 1-2-15,-3 2-2 0,0 2-1 16,-14 3 2-16,9 2 4 0,-7 3-6 16,5 0-1-16,3 2 4 0,8-3-10 15,4-1 1-15,1 1 0 0,3-4 1 16,3 4-3-16,2-4 1 0,1 2 5 0,3-1-2 0,0-6-2 16,3 12 2-16,3-10 1 15,0 1 8-15,-6-3-7 0,19 4-1 0,-10-2 2 16,2-2 1-16,1-4 0 0,-1 2-1 15,1 2 3-15,-2-3 3 0,-10 3-3 16,14-4 2-16,-3 0-1 0,-6 2 2 0,-5 2 0 16,9-4-4-16,-9 4 0 0,0 0-3 15,12 0 0-15,-12 0-3 0,0 0-3 0,10 12 5 16,-7 1 3-16,1 3-3 0,0 3-2 16,-1 2 4-16,4 2-2 0,-5-1 1 15,1-1 3-15,3 3-3 0,-1-2 0 16,3-2 6-16,-2 1-5 0,-2-4 1 0,2-2 1 15,-1-1-3-15,1-4 1 0,-5 3 0 0,3-4 4 16,3 0-2-16,-5-1 10 16,-1-2 17-16,-1-6 20 0,2 12 24 0,-2-7 13 15,0-5 18-15,-5 12 8 0,-4-5-10 16,-2 2-8-16,-2-2-9 0,-4 3-3 0,-4-3-11 16,0 0-1-16,0 0-11 0,-2-1 1 15,4-1 3-15,2 1-11 0,4-3-4 0,1 1-4 16,3-3 0-16,9-1-7 0,-20 5-6 15,20-5-6-15,-11 2 2 0,11-2-16 0,0 0-4 16,-16 0-23-16,16 0-35 16,0 0-44-16,-12-5-51 0,12 5-59 0,-10-3-78 15,10 3-75-15,-4-6-84 0,4 6-102 16,-2-6-150-16,2 6-5 0,0 0 71 16,8-12-409-16,0 10-510 0</inkml:trace>
  <inkml:trace contextRef="#ctx0" brushRef="#br0" timeOffset="22928.6">22939 2462 2534 0,'0'0'-167'0,"0"0"38"0,0 0 28 0,-2-7 16 0,2 7 16 0,0 0 14 16,0 0 15-16,0 0 9 0,0 0 8 15,0 0 6-15,0 0 13 0,0 0 9 16,0 0 9-16,-7-5 8 0,7 5 7 16,0 0 4-16,0 0 4 0,0 0 6 0,0 0 7 15,0 0 2-15,0 0 2 0,0 0 3 16,0 0 7-16,0 0 4 0,0 0 0 0,0 0 5 15,0 0 3-15,0 0-2 0,-7-3 3 16,7 3-1-16,0 0 1 0,0 0 4 16,0 0-6-16,0 0 1 0,-6-6 1 0,6 6-9 15,0 0-10-15,0 0 1 0,0 0-12 16,-7-6-2-16,7 6-4 0,-8 0 4 0,8 0 1 16,-10-2-5-16,10 2-4 15,-11-5 8-15,11 5 2 0,-14-4 12 0,5 4-6 0,9 0-16 16,-14-3 12-16,3 3-7 15,11 0 3-15,-14-3 1 0,3 3 5 0,11 0-12 16,-16-2-2-16,8 0-2 0,8 2-7 16,-17 2-2-16,17-2 3 0,-20 3-9 15,9 2 1-15,0 2 2 0,-1 0-10 0,1 2 4 16,-3-3-4-16,3 3-1 0,2-1 7 16,-1 3-8-16,1-1 3 0,-1-3-6 0,5 5 2 15,-2-2 0-15,2 0-5 0,-1 1 8 16,3-1-7-16,-1-2-4 0,2 4 7 15,0-5-3-15,0 3 9 0,2 2-12 16,2-5-2-16,0 3 2 0,0-2-5 0,2 1 2 16,-3-1-6-16,5-2 11 0,-1 2 1 15,4-1 1-15,2 0 1 0,0-2 2 16,1 0-6-16,1-2 4 0,1 1-1 0,-1-2-7 16,1 1 9-16,-2-1-6 0,0-2-1 15,-12 0 8-15,23 1 2 0,-9-2-10 0,-3-1 8 16,0-1-8-16,-1-3 2 0,-3 3 9 15,4-2 0-15,0-2 8 0,-4-1-2 16,0 0 12-16,1-2-11 0,0 3 1 0,-1-5-2 16,-1 2 8-16,-1 2-3 0,1-3-4 15,-4 2-1-15,2 2 1 0,-2 2 2 0,0-1-5 16,-2 6 2-16,6-11 3 0,-4 6-1 16,-2 5 10-16,1-9 1 0,-1 9 3 0,2-6 0 15,-2 6-2-15,4-6-3 16,-4 6 3-16,2-8-4 0,-2 8 4 0,2-5-4 15,-2 5-2-15,0 0 4 0,0 0-4 16,-2-9-1-16,2 9-4 0,0 0 5 16,0 0-8-16,0 0-2 0,2-5-1 0,-2 5-4 15,0 0 1-15,0 0-6 0,0 0 3 16,0 0 0-16,0 0-6 0,0-8 3 0,0 8-2 16,0 0-3-16,0 0 0 15,0 0 1-15,0 0 2 0,0 0-4 0,0 0-4 0,0 0 5 16,0 0-3-16,0 0 1 15,0 0-1-15,0 0 3 0,-11 23-2 0,9-14 1 16,-4 2 1-16,4 0-1 0,-2 5 1 16,2 1-1-16,-2 6 9 0,0-1-10 15,1-1 2-15,1 4 2 0,-2-1 4 0,2 0-4 16,2 0-4-16,0 0 0 0,0-4 0 16,0 1 0-16,-1-1 2 0,2-1 0 0,-1-1 2 15,-1-5-3-15,1 5 2 0,0-6-1 16,0-3 2-16,0 2 0 0,0-2-4 15,0-2 2-15,-2 3-2 0,2-10 2 16,0 14 1-16,0-9-1 0,0-5 2 0,0 10-3 16,0-10-1-16,0 9 1 0,0-9-1 15,0 10 2-15,0-10-3 0,0 8 2 16,0-8 4-16,0 0 3 0,0 9-4 0,0-9 2 16,0 0 4-16,0 0-2 0,0 9 5 15,0-9 2-15,0 0 0 0,0 0 4 0,0 0 2 16,-2 7 6-16,2-7 0 0,0 0 22 15,0 0 6-15,0 0 7 0,0 0-5 16,0 0 9-16,-9 6 2 0,9-6 0 0,0 0 4 16,-9 4 10-16,9-4 9 15,0 0 3-15,-21 1-6 0,10 1-4 0,-5-2-3 16,0 3 0-16,-6-1-13 0,-1 2-7 16,-1-3-11-16,-1 5 4 0,0-3-7 0,4 0-6 0,-1 1-1 15,3-2-1-15,3-2-1 16,3 3 2-16,0-2 0 0,3 1-2 0,10-2 0 15,-17 4-4-15,17-4 4 0,-16 1-4 16,16-1 2-16,-11 4-3 0,11-4-7 0,0 0 1 16,-14 0-4-16,14 0-3 0,0 0-2 15,-9 3-3-15,9-3-3 0,0 0-3 16,0 0-2-16,0 0-3 0,0 0-6 0,0 0-32 16,0 0-61-16,0 0-63 15,0 0-73-15,-14-8-116 0,14 8-132 0,0 0-158 0,1-7-191 16,-1 7 49-16,0 0 96 0,13-10-565 15,-13 10-708-15</inkml:trace>
  <inkml:trace contextRef="#ctx0" brushRef="#br0" timeOffset="23595.15">23325 2226 3625 0,'-11'-4'-15'0,"0"-3"19"0,2 5 12 0,9 2 18 0,-11-3 24 0,11 3 15 0,0 0 0 0,-7-5 2 0,7 5-7 15,0 0-6-15,-4-4 0 16,4 4-9-16,0 0-5 0,0 0-7 0,24-2-3 15,-8 4-3-15,-1 2-8 0,4 3 2 16,8 8-5-16,-4 4-1 0,2 6 1 16,-1 11-1-16,1 5-2 0,-9 5-2 0,-4 3 1 15,-2 4-1-15,-6 0 2 0,2 0-8 16,-4-9 12-16,0 5-12 0,-2-4-1 0,1 1 4 16,-1-2-6-16,0-3-3 0,2 1 0 15,0 1 1-15,2-4 23 0,-1-3 0 16,-1-7 0-16,5-5-2 0,-5-1 11 0,1-5 19 15,-1-1 15-15,0-3 19 0,0-1 16 16,-2-3 13-16,0-1 23 0,0 3 30 16,-4-6 27-16,1 5 15 0,-6-3 15 15,-4 4-1-15,-4-1-6 0,-9 5-17 0,-3-2-9 16,1 0-8-16,-1-4-4 0,6 2-21 16,3-5-8-16,2 2-25 0,2-4-13 0,3-2-48 15,3 1-72-15,1-1 0 0,9-3 0 16,-15 5 0-16,15-5 0 0,-10 2 0 0,10-2 0 15,-9 0 0-15,9 0-198 16,0 0-197-16,-15-3-140 0,15 3-158 0,-14-7-186 16,10 3 71-16,1-1 101 0,3 5-645 15,-8-9-808-15</inkml:trace>
  <inkml:trace contextRef="#ctx0" brushRef="#br0" timeOffset="25128.63">3264 4857 2894 0,'0'-10'278'0,"-6"1"-76"0,4-1-5 0,-2 2-17 0,3 0 13 0,-3 2-6 0,4 6-11 15,-4-11-18-15,4 11-7 0,-4-8-9 16,4 8-15-16,-3-7-12 0,3 7-11 16,0 0 1-16,3 25 35 0,-3-2-2 0,2 4-15 15,0 14-9-15,0 0-11 0,2 3-12 16,1-3-8-16,-1-2-7 0,2-1-8 0,0-3-6 15,-1-2-11-15,1-8-1 0,-2-6-14 16,-1-5 5-16,-1-1-7 0,0-1-1 0,1-3-1 16,-1-2-2-16,1 0 0 15,-3-7-2-15,0 0-5 0,0 0-4 0,0 0-1 16,0 0-5-16,0 0-5 0,-3-42-3 16,3 17 3-16,-2-14-2 0,-1 0-2 15,6 0-3-15,1-2-3 0,-3 5 5 0,1 7-1 16,-2 6 4-16,4 5-5 0,-2 4-1 15,0 2-3-15,-1 2-4 0,-1 0-4 0,4 2 7 16,0 4-1-16,-4 4-1 0,16-4 2 16,-7 6 4-16,-9-2-2 0,25 4 4 15,-8 0 3-15,-4 2-1 0,2-2-4 0,-1 0 3 16,-3-1-2-16,3 1 4 0,-5 1-3 16,0-2-4-16,0 1-1 0,-9-4 9 0,14 2 2 15,-14-2-3-15,11 0 1 16,-11 0-3-16,14-12 0 0,-6 3-5 0,-1-3 3 15,3-4-3-15,0-5-2 0,-1-8 0 16,3 0-9-16,-1 0 2 0,1 0 0 0,-5 7 3 16,1 3 0-16,-3 5-4 0,1 4 0 15,-3 0 1-15,2 1-2 0,-3 2 2 0,0 1-1 16,-2 6 2-16,7-6 1 0,-7 6 2 16,0 0-2-16,0 0 4 0,20 10 0 15,-15-2 2-15,2-2-2 0,-1 1-1 16,2 1-2-16,-2 0-5 0,-1 0-14 15,1-1-13-15,-1 1-6 0,1-1-11 0,-1-2-13 16,-2 1-18-16,1-1-20 0,0 2-18 0,-1-2-32 16,-1 0-58-16,2 0-67 0,-4-5-87 15,0 10-114-15,2-5-186 0,-2-5 39 16,-2 12 64-16,-2-5-297 0,4-7-347 0</inkml:trace>
  <inkml:trace contextRef="#ctx0" brushRef="#br0" timeOffset="25627.52">3742 4695 2388 0,'-4'-6'32'0,"-1"3"31"0,5 3 18 0,-8-11 19 16,8 11 22-16,-10-8 20 0,6 3 20 0,1-2 12 16,3 7-10-16,-4-7-14 0,4 7-16 15,0 0-16-15,0 0-8 0,0 0 25 16,0 0 14-16,13 26-11 0,-3-9-10 0,1 9-16 16,5 0-11-16,-1 6 3 0,2 0 9 15,0-3-6-15,-1 0-15 0,0-4-6 0,2 1-9 16,-2 0-5-16,-2-8-9 0,-4-1-4 15,0-1-7-15,-3-2-7 0,-1-3-5 16,-1 2 12-16,1-5-9 0,-3-1-15 0,0 0-28 16,1 0-49-16,-2 1-54 15,-2-8-89-15,3 7-92 0,-3-7-101 0,0 0-129 16,0 0-144-16,0 0 40 0,0 0-380 16,10-21-473-16</inkml:trace>
  <inkml:trace contextRef="#ctx0" brushRef="#br0" timeOffset="26027.63">4306 4563 2664 0,'-1'-14'13'0,"-1"-1"42"0,0 1 19 16,0 0 32-16,-3 4 30 0,0-4 26 15,1 3 16-15,1 3 3 0,-5-1-4 16,6 1-6-16,-1 3-15 0,-4-2-14 0,7 7-17 15,-11-3-12-15,11 3-9 0,0 0-12 16,-32 12-3-16,16 5-12 0,3-2-5 0,-5 7-8 16,4 5-7-16,6-8-6 15,0 3-1-15,4-3-13 0,2-2 1 0,2 1-2 16,2-1-7-16,2 1-1 0,3-4-5 16,-2 1 0-16,6 2-2 0,1-4-1 0,-3-2-2 15,2-1-2-15,-2-2 1 0,-2 1 1 16,2 0 10-16,-3-3 15 0,-1 1 24 0,2 2 23 15,-3 0 19-15,-1 3 15 0,-4-4-1 16,-3 5-9-16,0-3 1 0,-1 1-19 16,-2 1-5-16,-2 1-5 0,-2-1-12 0,-1-2-11 15,-1 2-17-15,1-3-28 0,-1-3-51 16,-3 3-71-16,1 0-82 0,-8 0-99 16,5-1-102-16,-14 4-127 0,3 1-180 0,0 4-16 15,-3-1 74-15,-1 3-443 0,0-2-549 16</inkml:trace>
  <inkml:trace contextRef="#ctx0" brushRef="#br0" timeOffset="26327.6">2926 5753 3245 0,'-24'12'136'15,"1"-2"13"-15,2-3 1 0,6-1 17 0,-1 0 27 16,7-1 20-16,2-2 17 0,7-3-7 15,-10 2-21-15,10-2-20 0,0 0-18 0,44-27-22 16,9-6-9-16,33-14-19 0,19-7-2 16,13-8-24-16,40-17-55 0,-34 26-62 15,-6-1-73-15,-5 2-29 0,-3 7 6 16,-1 1 18-16,-9 3 3 0,-6 5 9 16,-12 2 1-16,-25 15-25 0,-13 2-11 0,-14 5-12 15,-9 4 12-15,-8 1 11 0,-1 5 11 16,-6 1-6-16,-6 1-23 0,0 0-44 0,0 0-69 15,0 0-103-15,0 0-182 0,0 0-5 16,-19 20 64-16,13-14-134 0,6-6-108 16</inkml:trace>
  <inkml:trace contextRef="#ctx0" brushRef="#br0" timeOffset="26696.73">5059 4668 2217 0,'-19'-20'399'0,"4"5"-6"15,1 3 3-15,7 4 3 0,0-2-23 16,-2 3-33-16,6 4-41 0,3 3 15 0,0 0 21 16,0 0-31-16,12 28-29 0,2-4-30 15,4 2-24-15,4 5-23 0,7 3-19 16,-1 1-18-16,-5-9-27 0,2-2-9 15,0 0-14-15,-3-2-13 0,2-5-15 0,-7-5-13 16,-4 1-5-16,1-5-5 0,-5 0-1 16,0-5-11-16,3-1-1 0,-12-2-9 15,15-2-2-15,-15 2-5 0,16-15-4 0,-10 8-1 16,-1-7-28-16,2-6-1 0,-3 1 0 16,4-16-58-16,-4-3-58 0,2-1-44 0,-1 1-48 15,3 3-44-15,-4 9-53 0,2 3-72 16,1 3-82-16,-1 1-91 0,1 4-140 0,1 3-60 15,-4 2 60-15,3 3-526 0,-1 5-680 16</inkml:trace>
  <inkml:trace contextRef="#ctx0" brushRef="#br0" timeOffset="26895.93">5617 4511 3582 0,'0'0'139'0,"0"-9"14"0,0 9 3 16,0-6-14-16,0 6-10 0,0 0-4 15,0 0-14-15,0 0-7 0,0 0 20 16,0 0-11-16,11 28-12 0,-4-9-8 0,-1 3-10 16,-1-3-9-16,1 6-9 0,-3-3-46 15,4 1-70-15,-2-3-79 0,-3-1-92 0,4-4-78 16,-3 1-81-16,-3-4-72 0,4 0-87 16,-4-4-36-16,2-3-352 0,0 0-406 15</inkml:trace>
  <inkml:trace contextRef="#ctx0" brushRef="#br0" timeOffset="27044.3">5757 4247 2465 0,'-4'-12'80'0,"-2"1"33"16,4 3-2-16,-2 1-9 0,2 4-9 0,-1-3-12 16,3 6-15-16,-6-5-14 0,6 5-41 15,0 0-70-15,0 0-96 0,0 0-151 16,0 0-197-16,4 25 17 0,1-16-81 15,-1 7-67-15</inkml:trace>
  <inkml:trace contextRef="#ctx0" brushRef="#br0" timeOffset="27411.85">5919 4475 1747 0,'3'8'90'0,"-1"0"26"0,0 0 18 16,0-1 25-16,0 1 17 0,-1 2 9 15,1-2 6-15,-2 2-3 0,3-2 6 0,-6 5-14 16,3-2-16-16,-2 3-11 0,-3-2-8 15,-1 1-13-15,5-1 1 0,-7 1-10 0,0-3-10 16,-1 1-12-16,-2-3-8 0,0-4-13 16,4-1-5-16,7-3-12 0,0 0-6 0,-29-14-8 15,18-4-7-15,0-11-4 16,3-2 1-16,4-4-2 0,6-1 0 0,-2 7-4 16,6 8-4-16,-5 2-3 0,2 4-4 15,3 5-1-15,-1 3 2 0,3 3 2 16,-8 4 15-16,17 4 0 0,-4 3-7 0,5 5-3 15,2 5-1-15,3 3-2 0,-2-4-1 16,4 4-1-16,-3 2-2 0,0-4-3 0,-1-1 0 16,-3-4-1-16,-6-1-6 15,1-3 1-15,1-2-1 0,-3 2-3 0,2-5-6 0,-3 0-36 16,0-2-61-16,-3 0-82 0,-7-2-109 16,0 0-130-16,16 0-193 0,-16 0-42 15,0 0 71-15,0 0-363 0,9-8-421 16</inkml:trace>
  <inkml:trace contextRef="#ctx0" brushRef="#br0" timeOffset="28183.02">6688 4305 2816 0,'-2'-17'110'0,"0"3"32"0,-1 1 22 0,1 2 26 0,2 4 18 0,0 7 14 0,-4-10-5 15,4 10-15-15,0 0-12 0,0 0 24 16,0 0 35-16,0 28-1 0,4-5-41 16,3 14-12-16,3 2-24 0,-2 1-14 0,3 8-19 15,-1-9-8-15,-1-1-15 0,2 0-10 16,-3-2-3-16,2-4-8 0,-1-3-26 0,-3-6-52 16,-1-4-53-16,2-4-59 0,-4-1-64 15,1-4-70-15,0-2-79 0,0-1-69 0,-3-2-80 16,-1-5-109-16,6 2-109 0,-6-2 40 15,0 0-426-15,12-12-535 0</inkml:trace>
  <inkml:trace contextRef="#ctx0" brushRef="#br0" timeOffset="28344.72">6862 4485 2929 0,'0'-10'50'0,"0"-2"36"0,0 3 20 0,2-2 4 16,0 5 5-16,-2-2 14 0,1-1 1 15,1-1-6-15,2-2-9 0,2 2-14 16,-2-4-17-16,2 0-5 0,-1 2-19 15,3 0-48-15,-2 1-62 0,1 2-69 0,-1 0-75 16,-1 1-81-16,-1 1-104 0,0 1-140 16,-4 6-5-16,0 0-214 0,0 0-230 0</inkml:trace>
  <inkml:trace contextRef="#ctx0" brushRef="#br0" timeOffset="28527.5">6847 4561 2239 0,'-3'10'87'16,"6"-1"22"-16,-1 1 33 0,3-1 39 0,1-1 7 15,0 1 19-15,-1-2 4 0,3 3-9 16,0-1-15-16,3 1-14 0,-1-2-20 0,-1 3-16 16,2-3-13-16,1-1-19 0,-4 0-6 15,1 0-12-15,-2-2-11 0,4 2-56 0,-4-4-60 16,-2 2-73-16,3-1-87 0,-2-1-81 16,-6-3-119-16,0 0-166 0,0 0-1 15,19-5 60-15,-14-2-192 0,2 0-191 0</inkml:trace>
  <inkml:trace contextRef="#ctx0" brushRef="#br0" timeOffset="29093.94">7266 4507 2181 0,'0'0'182'16,"0"0"4"-16,0 0 13 0,0 0-4 0,0 0-3 15,0 0-2-15,0 0 8 0,0 0 1 16,0 0-3-16,1 19-9 0,-1-19-16 16,14 8-16-16,-5-6-21 0,-3 4-9 0,2 1-11 15,0-1-9-15,-5 2-5 0,3 0-2 16,0 3-4-16,-5-3-3 0,-1 1-9 16,0 1-1-16,-5 0-7 0,-1-1-8 0,-3 1-7 15,4-2-6-15,-9 0-4 0,4-5-6 16,-3-1-6-16,13-2-1 0,-29-7-5 15,12-3-1-15,-4-9-5 0,3-3-5 0,0-1-2 16,9 6-2-16,0 3-1 0,8 1-3 16,-3 3-2-16,4 0-5 0,4 3 2 15,-4 7-4-15,10-8 5 0,-10 8-5 0,16 0 5 16,-16 0-3-16,27 10 1 0,-7-1 3 16,-2-1-2-16,11 7 0 0,-6-6 1 0,5 8-4 15,-1-6 3-15,0 1 2 0,-5-2-2 16,-1-1-2-16,-3-1-3 0,-5 0-3 0,-1-2-45 15,-1 1-56-15,-2-3-82 0,1 2-116 16,-4-2-113-16,1-2-171 0,-7-2-112 16,0 0 57-16,23-6-447 0,-15 0-558 15</inkml:trace>
  <inkml:trace contextRef="#ctx0" brushRef="#br0" timeOffset="29543.85">7715 4048 3341 0,'-9'-18'167'0,"2"7"16"0,-2 5 23 0,4-4 17 0,1 3 2 16,4 7-13-16,-3-6-15 0,3 6-11 15,0 0 12-15,0 0 24 0,5 31-2 0,-3-7-17 16,7 10-11-16,1 4-23 16,1 1-15-16,-5 0-8 0,2 1-18 0,2-1-14 15,-3-2-12-15,-2-2-3 0,4 0-15 0,-2-4-10 16,-1-6-6-16,-3-4-4 0,1-6-5 15,0-1-10-15,0-2-5 0,-2-2-9 16,-2 1-4-16,2-5 0 0,0 0-3 0,-2-6-1 16,0 0-6-16,0 0-2 0,0 0-23 15,0 0-13-15,0 0-12 0,-6-23 4 0,-2 10 1 16,-1-3 5-16,-4 2-5 0,1 1-4 16,-1 2-4-16,-3 4-4 0,-2 6 6 15,-2 1 5-15,-5 5 0 0,-5 5 3 0,1 7 6 16,4-1-4-16,5 1 10 15,3 5 0-15,4-2 2 0,2-2 1 0,6-1-1 0,1 0 10 16,4-1-1-16,0 0 1 16,4 1 7-16,1 0-7 0,2-2 3 0,2 0 2 15,2-1-7-15,5-2-5 0,2-2 3 16,0-3-28-16,1-3-62 0,-2-3-68 0,4-1-78 16,4-3-106-16,9-7-118 0,-3-4-160 15,-1 0-133-15,-1-5 59 0,0-3-571 0,-4 2-726 16</inkml:trace>
  <inkml:trace contextRef="#ctx0" brushRef="#br0" timeOffset="30445.71">8162 4448 3740 0,'0'0'60'0,"0"0"12"0,-14-2 9 0,14 2 16 0,0 0 16 0,0 0 13 0,-8-5-9 0,8 5-10 0,0 0-13 16,0 0-8-16,10-16-10 0,-6 9-10 0,2 2-3 15,-1-3-5-15,1 1-8 0,-1-2-1 16,-1 1-8-16,1-2 5 0,-2 3 8 16,-1-2 16-16,-2 0 12 0,0 1 2 15,-3-5 5-15,-1 5-1 0,-3-2-8 0,-2-1 3 16,0 3-3-16,-3 0-6 0,-1 0-2 15,2 6-6-15,-3-2-8 0,3 4-9 16,11 0-2-16,-29 4-1 0,14-2-3 0,0 6-4 16,-1 2-5-16,3 3-2 0,-1 1-1 15,7-1-3-15,-2 3-6 0,5 0-5 0,2 1 1 16,0-3-1-16,4 1-1 0,4 1-3 16,-1-3 0-16,6 1-1 0,0-2 6 0,1-2 0 15,2-1 7-15,-1 0 0 0,0-4 12 16,3-1 20-16,-3 0 8 0,3-4 5 15,-4 0 0-15,2 0-2 0,-14 0 13 16,27-4-3-16,-16 0-7 0,2 0-4 16,-1 1-8-16,-1 1-8 0,-11 2-4 0,18-4-9 15,-18 4-5-15,15 0-1 0,-15 0 2 16,13 6-5-16,-3-3 0 0,-3 2-3 0,1 0 2 16,0 0-4-16,1 2-4 0,-2 0-1 15,4-2 0-15,-4 1-10 0,0-2-3 0,4-2 8 16,-11-2 0-16,14 4 3 15,-14-4-4-15,23-4-6 0,-10 0 6 0,1-5-8 0,3-4 1 16,6-2 11-16,-4 0-29 16,-4-1-1-16,1 3 2 0,-3 2-1 0,-4 1 0 15,3 2 5-15,-5 1 0 0,-1 3 2 16,1-1 4-16,0 0-4 0,-7 5 0 16,7-5-5-16,-7 5 11 0,8-5-4 0,-8 5-3 15,7-4 1-15,-7 4-2 0,0 0 9 16,12-3-1-16,-12 3 4 0,7-3 2 0,-7 3-10 15,11-9 4-15,-4 2 2 0,-2 0-4 16,1-1 2-16,0-2 0 0,-3 6-3 0,1-2 3 16,-4 6-5-16,6-9 5 0,-6 9-4 15,4-6 1-15,-4 6-5 0,0 0 5 16,0 0-5-16,0 0 6 0,0 0 0 16,0 0-2-16,0 0 4 0,0 0 7 0,4 22-3 15,-1-13 10-15,-1 0 29 0,2 1 7 16,2 0 1-16,-1 1-3 0,3 1-1 15,-2 1-5-15,3-1 7 0,1 2-50 0,0-2 0 16,-1 0 0-16,1 0 0 0,-1 0 0 16,-1 0 0-16,-1 0 0 0,1 2 0 0,0-3 0 15,-5 2 0-15,-1 1 0 0,-2-3 0 16,-2 3 0-16,-3-1 0 0,-1 3 0 0,-6 2 0 16,-1-3 0-16,-6 6 0 0,-2-1 0 15,-3-5 0-15,-3 3 0 0,2-1-305 16,-2-4-158-16,0 3-164 0,2-8-242 15,5-3 24-15,-1 3 95 0,5-7-723 16,1-1-922-16</inkml:trace>
  <inkml:trace contextRef="#ctx0" brushRef="#br0" timeOffset="30759.35">6856 5262 3892 0,'-48'11'69'0,"7"-3"45"0,-4 2 5 0,7-1 5 0,2-2 21 0,8-1 20 0,11-1 23 16,1-1 3-16,11-2-7 15,5-2-5-15,0 0-6 0,54-9-17 0,16-1-17 16,44-14-11-16,23-3-24 0,17-2-13 16,50-12-24-16,-3 2-48 0,-43 12-28 15,0 4-14-15,-4-2-2 0,-9 6 2 0,-3-1-5 16,-20 4-15-16,-20 1-17 0,-30 4-8 15,-13 1 5-15,-16 2 1 0,-11 1 6 0,-10 0 9 16,-8 2 4-16,-3 1 3 0,-7-2 2 16,-4 2-3-16,0 4-44 0,0 0-68 0,-8-10-96 15,1 7-101-15,2-1-128 0,-6-1-179 16,2 2 39-16,-2-1-398 0,1 1-492 16</inkml:trace>
  <inkml:trace contextRef="#ctx0" brushRef="#br0" timeOffset="32744.08">6890 7008 2051 0,'8'-11'165'0,"-1"3"-30"0,0 1-15 0,-4 2-16 0,3 1-12 0,-6 4-4 16,7-3 50-16,-7 3 37 0,9 12 46 0,-6 3 27 15,-3 13 19-15,-1 6-6 0,-8 7 1 16,-2 11-1-16,-5-1-8 0,2 2 5 0,-4-1-9 15,3 0 0-15,0-5-19 0,4-9-16 16,1-1-4-16,4-4-6 0,2-7-4 16,4-6-6-16,2-2-9 0,3-3-3 15,0-1-12-15,4-4-13 0,2 0-12 0,3-3-19 16,3-2-11-16,0 0-12 0,5-3-10 16,-2 0-27-16,1-1-66 0,1 1 0 0,-4-2 0 15,1 2 0-15,-1 0 0 0,-3-1 0 16,0-1 0-16,-3 3 0 0,-1-3 0 15,-11 0 0-15,21 1 0 0,-10-1 0 0,-11 0 0 16,19 0 0-16,-13-1 0 0,-6 1-149 16,17-3-158-16,-11 0-107 0,-6 3-106 0,13-5-128 15,-7 1-189-15,-6 4 57 16,8-2 92-16,-8 2-621 0,0 0-766 0</inkml:trace>
  <inkml:trace contextRef="#ctx0" brushRef="#br0" timeOffset="33159.51">7534 7285 3869 0,'-18'4'50'15,"6"3"16"-15,-3 5 14 0,-6 7 16 0,1 3 26 16,4 3 22-16,0 4 11 15,1 0 7-15,3-3 2 0,3 4-10 0,5-7-7 16,3-2-9-16,2-3-7 0,3 0-14 0,5 1-8 16,3-3-10-16,1-3-8 15,3-2-7-15,2-3-10 0,2 0-5 0,1-6-11 16,-1-2 2-16,2 0-13 0,1-5-1 16,2-2-7-16,-5-1-4 0,9-3 0 0,-4-6-5 15,-6 2-1-15,-6 1 2 0,-1-1-4 16,-3-2-2-16,-1-4 12 0,-5 1 1 0,-1-4-1 15,-2-1-5-15,-7-6-4 0,-2 2 3 16,-2 9 0-16,2 3-10 0,-2 1-5 0,1 6 3 16,-3 3-8-16,0 2-10 15,-1 5 6-15,-1 0-17 0,-2 5-40 0,-1 2-57 16,0 3-69-16,0 2-103 0,3 0-116 16,-2 1-111-16,6-4-160 0,3 1-46 0,4-6 72 15,2 2-500-15,2-6-607 0</inkml:trace>
  <inkml:trace contextRef="#ctx0" brushRef="#br0" timeOffset="33528.87">7995 7227 3127 0,'-13'-2'120'0,"13"2"43"0,-15 0 26 0,15 0 25 16,-21 7 25-16,8 1 26 0,-4 5 21 15,3-1 4-15,-4 10-6 0,2-1-20 0,5 2-17 16,3-4-21-16,4 2-24 0,2-2-20 16,4 1-16-16,4-1-12 0,4 1-13 0,7 2-15 15,5-3-11-15,-1-7-16 0,-1-4-14 16,2-1-6-16,3-4-8 0,-4-3-7 16,2-1-11-16,-1-3-3 0,3-1-5 15,-5-2-2-15,-2 0-6 0,0-1 1 0,-5-2 2 16,-1 1-4-16,-3-3 3 0,-3 0 6 15,-5-1-2-15,1-4-1 0,-4 1-3 0,1-6-4 16,-5-1-5-16,-5-8 0 0,1 2-9 16,2 10-2-16,-3 4-7 0,4 3-4 0,-5 3-23 15,1 1-47-15,-1 6-51 0,3 0-65 16,-2 4-79-16,-3 1-95 0,-1 4-129 16,1 2-149-16,1-1-192 0,2 3 53 0,1-3 86 15,6-4-589-15,2 2-733 0</inkml:trace>
  <inkml:trace contextRef="#ctx0" brushRef="#br0" timeOffset="33842.39">8506 6595 3852 0,'-7'-15'145'0,"1"7"7"0,1 1 4 0,0 5 16 15,5 2 46-15,-7 15 37 0,3 8 57 16,-1 16 8-16,-1 17-10 0,2 9-19 0,3 10-18 16,-2 25-40-16,-1 7-23 15,4 5-18-15,-2 5-18 0,0-3-15 0,0 2-18 16,2-4-13-16,0-6-15 0,-1-6-9 16,-1-21-16-16,-2-8-25 0,2-5-40 0,0-7-35 15,1-18-28-15,-1-4-35 0,0-7-37 16,0-8-34-16,2-8-41 0,0-4-62 0,0-5-86 15,0-5-85-15,0 0-78 0,0 0-99 16,9-38-157-16,-1 3 49 0,-1-5 83 0,3-13-511 16,-4-3-602-16</inkml:trace>
  <inkml:trace contextRef="#ctx0" brushRef="#br0" timeOffset="34076.19">8456 7386 3162 0,'-7'-18'76'15,"5"4"54"-15,0 2 11 0,4 2 9 0,0 1 19 16,2 0 18-16,4 3 20 0,1 2 11 15,4 2 7-15,3 2 0 0,3 1-23 0,5 4-11 16,9 5-11-16,0 3-18 0,-1 1-22 16,-6 5-10-16,-1 2 6 0,-6 0-9 0,-1 2-6 15,-9 0 4-15,-5-2-9 0,-4-4-9 16,-4 6-10-16,-5 5-21 0,-7-1-4 0,3-3-5 16,-6 0-9-16,1-8-12 0,-4 1-31 15,-3-2-52-15,6-5-56 0,0-4-73 0,0-3-79 16,0-3-111-16,0-2-117 0,-4-2-156 15,0-5-108-15,-6-3 57 0,6 1-559 0,5 3-700 16</inkml:trace>
  <inkml:trace contextRef="#ctx0" brushRef="#br0" timeOffset="34945.72">7581 8632 3257 0,'7'-7'-54'0,"0"0"41"0,4 0 37 0,-6 2 39 0,1-2 30 0,-6 7 32 0,5-13 31 16,-3 7 25-16,0 0 19 0,-2 6 4 0,-2-13-3 15,0 7-7-15,2 6-14 16,-15-10-15-16,3 8-11 0,-1 2-9 0,-12 4-12 16,-7 6-11-16,-2 5-13 0,-2-1-10 0,-7 9-11 15,2 0-4-15,0-1-6 0,14 0-9 16,-2-2-6-16,6 1-4 0,7-4 1 16,5-1-9-16,5-4 5 0,3-2 0 0,5-1-4 15,3-1-1-15,6 0-1 0,3 1-7 16,6 0-1-16,7 4 0 0,-2-6-10 15,-2 2-5-15,6 4 5 0,-6-4-4 0,-5 1-3 16,7 8 7-16,-7-3 19 0,-7 1-5 16,-2 1 18-16,-3 4 22 0,-6-3 10 15,-4 4 7-15,-3 9 5 0,-6-1 0 0,-1 0 1 16,-5 0 3-16,2 1-1 0,-3 0 0 16,-3 4-5-16,3-6 0 0,3-1-90 15,-2-6-16-15,5-1 0 0,7-3 0 0,1-6 0 16,3 5 0-16,-1-4 0 0,4 0 0 15,0 3 0-15,4 0 0 0,-1-2 0 0,3 6 0 16,1 0 0-16,3-1 0 0,3 7 0 16,-2-7 0-16,1-1 0 0,-2 1 0 0,-1-3 0 15,3-3 0-15,-3-2 0 0,2-1 0 16,-1-2 0-16,5-3 0 0,-3-1 0 16,1-4 0-16,3-2 0 0,0-1 0 0,-2-1 0 15,-1 1 0-15,-4 2 0 0,2 1 0 0,-11 0-190 16,0 0-445-16,5 6-187 15,-7 4-68-15,-7 1 83 0,-1 6-841 0,-5 9-1087 16</inkml:trace>
  <inkml:trace contextRef="#ctx0" brushRef="#br0" timeOffset="35459.43">7436 11560 4770 0,'12'-5'-41'0,"2"1"34"0,1 4 38 0,1 2 34 0,0 3 25 0,4 4 22 0,8 4 18 0,-3 5 17 0,0 2 21 0,-2 4 18 0,-4 4 5 0,0-1 7 16,-6 4 15-16,0 0 10 0,-1 4 19 15,-3 0-2-15,-3 3 21 0,-4-1 18 16,-4 0 6-16,-2-2 25 0,2 5-212 0,-5-1-98 15,0 0 0-15,0 3 0 0,3-2 0 16,1 0 0-16,3 0 0 0,3 0 0 0,1-1 0 16,6-1 0-16,-2 0 0 0,1-3 0 15,3-4 0-15,-3-2 0 0,4 0 0 0,-1-4 0 16,-4-5 0-16,-5-3 0 0,1-3 0 16,1 1 0-16,-4-2 0 0,-1-5 0 15,0 2 0-15,-4-1 0 0,2-2 0 0,-4-2 0 16,5-1 0-16,1-4 0 0,-10 5 0 15,10-5-598-15,0 0-200 0,0 0-107 16,0 0 79-16,-14-12-896 0,9 5-1156 0</inkml:trace>
  <inkml:trace contextRef="#ctx0" brushRef="#br0" timeOffset="36113.78">9110 9586 4525 0,'0'0'-156'0,"0"-10"45"0,0 10 45 0,0-8 47 0,-1-1 47 0,-3 2 27 16,-2-1 31-16,1-1 29 0,-2 1 13 16,0 0 11-16,-2 4 1 0,-3 0 3 15,-3 4-3-15,-4 7 14 0,-12 8 9 0,2 6 10 16,-10 10 0-16,1 3-16 0,2 3-5 16,5 1-16-16,6 0-10 0,4-7-3 0,10 2-8 15,1-1-8-15,10-4 1 0,5-6-10 16,7 7-6-16,3-3-3 0,8-3-9 0,10-3-10 15,1-5-6-15,3 1-13 0,3-7-38 16,-1-5-61-16,6-2-73 0,-4-4-82 0,4-4-112 16,-4-3-126-16,-3-3-139 15,2-3-204-15,-7 1 55 0,1-3 77 0,-5-3-545 16,-1 3-660-16</inkml:trace>
  <inkml:trace contextRef="#ctx0" brushRef="#br0" timeOffset="36525.74">9779 9350 3468 0,'-5'-15'77'0,"-3"4"26"0,3 1 28 0,-3 1 20 0,-4 1 22 16,1 3 21-16,-2 1 6 15,0 1-2-15,-5 4-4 0,-3 1-12 0,-12 8-13 16,1 2-11-16,-2 2-10 0,3 5-13 15,1 0-13-15,5 0-8 0,3 3-6 0,4-1-13 16,9-2-7-16,5 1 1 0,4-3-13 16,4 1 0-16,5-1-9 0,9 10-4 0,4-1-5 15,10 1-9-15,-3-3 4 0,10 3-5 16,-3-1 1-16,-6-4-21 0,-1-2 8 16,0 2-7-16,-9-1 11 0,1 1 20 15,-8-3 28-15,-3-2 27 0,-4-4 24 0,-3 5 14 16,-3-7 8-16,-5 5 1 0,-1-1 4 15,-4 3-16-15,-3-3-122 0,0-1-28 16,-2-2 0-16,-3-1 0 0,3 1 0 0,-2-1 0 16,2-7 0-16,-3 2 0 0,6-3 0 15,-4 0 0-15,3-3 0 0,2-3 0 0,-1 0 0 16,3-3 0-16,-1-1-123 0,2-3-340 16,6 0-115-16,0-1-135 0,4-3-146 0,5 0 68 15,6-3-795-15,3-7-1028 0</inkml:trace>
  <inkml:trace contextRef="#ctx0" brushRef="#br0" timeOffset="36760">10572 9499 4751 0,'-17'0'160'0,"17"0"52"0,0 0 54 0,-15-1 29 16,15 1 5-16,0 0-2 0,0 0-19 0,0 0-22 15,0 0-25-15,0 0-21 0,30-12-21 16,-9 12-21-16,1-2-22 0,3-2-36 16,2 2-69-16,-2-2-100 0,2 4-108 0,2-2-118 15,-3-1-153-15,1 1-164 0,0-4-211 16,-3 5 21-16,-5 1 84 0,1 0-675 16,-9 1-836-16</inkml:trace>
  <inkml:trace contextRef="#ctx0" brushRef="#br0" timeOffset="36959.99">10606 9760 3724 0,'-20'9'181'16,"4"-3"66"-16,5-1 46 0,2-1 22 0,0-2 22 15,9-2 11-15,-12 4 1 0,12-4-10 16,0 0-14-16,0 0-24 0,0 0-29 0,0 0-43 16,37 2-25-16,-15-4-20 15,5 1-19-15,-4-2-24 0,2 1-19 0,2-2-53 16,-2 3-65-16,-4-3-67 0,-4 1-79 15,-3 3-84-15,-1-3-85 0,3 3-104 0,-5 0-103 16,-11 0-144-16,13-2-142 0,-13 2 68 16,0 0-717-16,0 0-902 0</inkml:trace>
  <inkml:trace contextRef="#ctx0" brushRef="#br0" timeOffset="37742.23">11441 9629 4117 0,'-1'-8'67'0,"1"8"33"0,0 0 23 0,-2-9 0 0,2 9-4 0,0 0 12 0,0 0 34 15,0 0 26-15,-8 23 11 0,5-12-2 0,-2 7-6 16,-1-1-5-16,3 5-10 0,-3 1 1 16,2 0-7-16,-2 0-21 0,2-1-23 0,1-1-14 15,-3 1-9-15,2-7 8 0,3 2-3 16,-3-1-7-16,2-4-12 0,-2-2-2 0,1 0 4 16,3-3 14-16,0-7 4 15,0 7-10-15,0-7-13 0,0 0-7 0,11-19-8 16,-2 2-11-16,7-10-62 0,4-13-1 15,7-4 0-15,1-2 0 0,1 2 0 0,0 6 0 16,-3-1 0-16,-4 15 0 0,-6 2 0 16,-2 7 0-16,-5 3 0 0,2 3 0 0,-5 4 0 15,2 3 0-15,-8 2 0 0,17 4 0 16,-10 1 0-16,2 2 0 0,0 5 0 16,-4 0 0-16,1-1 0 0,1 2 0 0,-6-1 0 15,1 1 0-15,0-1 0 0,-4 2 0 16,0-1 0-16,2-1 0 0,-1-3 0 0,1-1 0 15,-2 1 0-15,2-4 0 0,0-5 0 16,2 8 0-16,-2-8 0 0,0 0 0 16,14-26 0-16,2 1 0 0,4-2 0 15,7-7 0-15,-4 8 0 0,2-1 0 0,2 4 0 16,-7 5 0-16,1 6 0 0,-5 5 0 16,-1 1 0-16,-2 6 0 0,3 4 0 0,-3 2 0 15,2 6 0-15,-2 1 0 0,7 9 0 16,-6 2 0-16,0 2 0 0,-5-3 0 0,5 2 0 15,-1 0 0-15,-5-2 0 16,-2-3 0-16,0 1 0 0,-3-5 0 0,-1-1 0 16,2 1-20-16,-4-3-365 0,2-1-115 0,-4-1-129 15,0-1-188-15,2-2 0 0,0-1 76 0,4-3-715 16,-4-4-906-16</inkml:trace>
  <inkml:trace contextRef="#ctx0" brushRef="#br0" timeOffset="38192.62">12632 9358 4127 0,'8'-7'63'0,"-7"4"22"16,4-1 7-16,-5 4 44 0,0 0 47 0,0 0 43 0,20 20 31 0,-16-5 14 0,4 5 1 0,-2 12-16 16,-1 2-16-16,-5 2-12 0,0 2 2 0,-3-1-7 15,-5 1-3-15,-2-2-5 0,-3-1-10 16,-1-2-18-16,0-2-17 0,-6-5-16 0,4-2-15 15,2-4-127-15,3-4-12 16,0-5 0-16,0-3 0 0,0-1 0 0,4-4 0 16,7-3 0-16,-16-2 0 0,7-6 0 15,3-4 0-15,-4-5 0 0,3-5 0 0,1-14 0 16,3-7 0-16,-3-2 0 0,6-1 0 16,4 3 0-16,1 2 0 0,1 1 0 0,-1 15 0 15,6-4 0-15,0 6 0 0,2 9 0 16,0 2 0-16,2 7-13 0,3 3-10 15,-2 0 5-15,6 4 5 0,-1 4 5 0,8 5 7 16,-3 4 25-16,-2 3 2 0,1 7 0 16,-2-1-26-16,1 3 0 0,-8 0 0 0,2 4 0 15,-4-2 0-15,0-2 0 0,-3 2 0 16,0-8 0-16,-6-1 0 0,3-3 0 16,-3-3 0-16,1 1 0 0,-3-5 0 15,4-1 0-15,-4-3 0 0,1 0 0 0,4-3-333 16,-8-3-129-16,12 0-120 0,-12 0-166 15,14-12-81-15,-4 2 67 0,-2-2-760 0,-1-7-967 16</inkml:trace>
  <inkml:trace contextRef="#ctx0" brushRef="#br0" timeOffset="38458.37">13078 9364 4011 0,'0'-11'86'0,"0"11"63"0,-1-7 15 0,1 7-6 0,0 0 23 0,0 0 36 0,0 0 37 15,14-2 22-15,-14 2 7 0,23 14 11 0,-12-4-9 16,11 9-12-16,-5 4-18 0,0 1-19 16,-7-1-18-16,-1-6-11 0,-1 7-15 0,-6-3-14 15,-2 0-16-15,-2 3-50 0,-4 0-112 16,-5 5 0-16,-3-2 0 0,1-1 0 0,-2-2 0 16,2-7 0-16,-1-2 0 15,5-5 0-15,-1-2 0 0,0-1 0 0,5-3 0 16,-3-4 0-16,8 0-301 0,-9-11-86 15,4-1-65-15,5-2-61 0,3-13-66 0,6-11-72 16,2-9-84-16,7-3 42 0,5 3-627 16,1-1-776-16</inkml:trace>
  <inkml:trace contextRef="#ctx0" brushRef="#br0" timeOffset="38677.6">13299 9209 3499 0,'0'-6'-28'0,"0"6"77"16,0 0 65-16,0 0 54 0,0 0 57 15,-27 22 46-15,16-7 32 0,-1 2 25 0,-2 14 10 16,1 0 0-16,-1 3-4 15,5 7-20-15,1-3-23 0,3-1-27 0,0-2-26 16,9 1-22-16,-3-1-12 0,6-8-22 16,0-7-10-16,3 1-27 0,-1-4-13 0,3 0-38 15,1-3-94-15,-3-4 0 0,1 0 0 16,0-3 0-16,1-3 0 0,-3-2 0 0,2 0-187 16,0-2-102-16,-11 0-91 0,16-2-106 15,-7-2-125-15,-4 0-225 0,2-1 59 0,-1-3 96 16,0-1-660-16,-5 0-798 0</inkml:trace>
  <inkml:trace contextRef="#ctx0" brushRef="#br0" timeOffset="39509.29">14300 8995 3559 0,'7'-3'-82'0,"0"-1"54"0,-7 4 58 0,5-5 54 0,-5 5 41 0,4-7 28 0,-4 7 20 16,0 0 12-16,-8-12 8 0,2 9 1 15,-1-6-3-15,-6 4-6 0,-3 0-8 0,-3 1-12 16,0 6-11-16,-8 0-4 0,-7 6-2 15,-2 6-10-15,0 0-1 0,-5 6-7 0,9 1-17 16,3-2-17-16,6 3 4 0,5 0-6 16,2 0-5-16,11 0-2 0,3-5-22 0,4-3 6 15,5 7 0-15,12 2-7 16,4 1-6-16,15 0-8 0,2 0-3 0,4 0-12 16,2 0 0-16,-6 1-3 0,-4 1 3 0,-11-4-5 15,-3 4 1-15,-4-1 2 0,-5 4 12 16,-5-2 22-16,-10-1 21 0,-4 8 29 15,-7-2 16-15,-8 8 28 0,-8-1 3 0,0 0-145 16,4-7-19-16,-9 0 0 0,10-8 0 16,1-4 0-16,8-2 0 0,2-5 0 0,3-4 0 15,2 1 0-15,4-1 0 16,4 1 0-16,0-1 0 0,2 1 0 0,7 2 0 0,-2 2 0 16,6 0 0-16,3 3 0 15,-4-1 0-15,8 1 0 0,-2 6 0 0,-2-5 0 0,-1-3 0 16,1-1 0-16,-4 1 0 15,1-1 0-15,-2-4 0 0,1-1 0 0,-3 1 0 16,-2-3 0-16,2-2 0 0,4-2 0 16,-4-1 0-16,0 0 0 0,-9-2 0 0,19 0 0 15,-19 0 0-15,16-4-44 0,-7 3-626 16,-1-3-184-16,1 1-33 0,-1 1 79 0,3-1-868 16,0-1-1112-16</inkml:trace>
  <inkml:trace contextRef="#ctx0" brushRef="#br0" timeOffset="39925.62">15186 9368 4477 0,'-8'-12'-85'0,"3"2"38"0,-4 3 48 0,-2 1 39 0,0 0 37 0,-3 5 36 0,1 1 30 0,-8 1 25 0,-7 11 24 15,-3 2 26-15,2 6 14 0,-3 15 6 16,5 0 5-16,13-2 1 0,3 2-5 0,4-2-2 16,11 4-8-16,2-3-17 0,11-1-19 15,4 6-17-15,8-6-20 0,-2-9-14 0,-3-1-19 16,4-4-18-16,-7-4-17 0,6-1-51 16,-4-2-70-16,-4-7-76 0,-2 0-105 15,3 0-100-15,-4-3-118 0,0-2-117 16,1-2-139-16,-2-1-114 0,6-6 58 0,0 0-721 15,6-4-912-15</inkml:trace>
  <inkml:trace contextRef="#ctx0" brushRef="#br0" timeOffset="40359.69">15616 9486 4418 0,'-9'-8'161'0,"9"8"21"15,-6-4 8-15,6 4 2 0,0 0 8 0,-5-2 13 16,5 2 9-16,0 0 0 0,0 0-13 16,18-5-18-16,-18 5-20 0,23-4-15 15,-9 2-14-15,3 1-16 0,2-2-13 0,0-1-12 16,-2 0-12-16,5 0-22 0,-6 2 6 16,0-3-8-16,-1-1 1 0,0 0-11 0,-3-4-7 15,-3 2-1-15,-1-3-11 0,-1-1 1 16,-5-1-5-16,-2-1-2 0,-2 0-4 0,-7 1-2 15,-1-1-5-15,-3 5-2 0,-3 3-2 16,-4 4 2-16,-9 4-12 0,-5 4 7 16,-5 8 7-16,7 0 8 0,3 3 10 15,3 7 17-15,5 2 11 0,4-1-65 0,6 7 0 16,2-2 0-16,2 3 0 0,7-6 0 16,7 6 0-16,-4-6 0 0,5-8 0 0,3 8 0 15,1-4 0-15,2-1 0 0,2-5 0 16,1-3 0-16,0-3 0 0,4-1 0 0,-2-2 0 15,2-2 0-15,-2-4 0 0,0 1 0 16,2-6 0-16,0 3 0 0,4-6-58 16,0 0-454-16,-4-2-154 0,-1-1-227 0,3 1 56 15,0 2 89-15,-1-4-775 0,-4 5-967 16</inkml:trace>
  <inkml:trace contextRef="#ctx0" brushRef="#br0" timeOffset="40608.74">16290 9740 4527 0,'0'0'96'0,"0"0"39"0,0 0 51 0,0 0 42 0,0 0 36 0,0 0 12 0,11 29 4 16,-8-16-6-16,-1 3-12 0,2 1-21 15,0 5-24-15,-6-3-2 0,0 6-25 0,-5 8-17 16,-3-2-19-16,-3-2-22 0,0-4-27 15,-5 2-56-15,5-9-68 0,-3-2-100 16,5-2-103-16,0-4-109 0,-1-5-118 0,3 2-122 16,2-2-153-16,-4-2-56 0,4 1 63 15,7-4-668-15,-11 2-838 0</inkml:trace>
  <inkml:trace contextRef="#ctx0" brushRef="#br0" timeOffset="41192.18">17301 8940 3563 0,'6'-10'-74'0,"-4"1"41"0,-2-1 29 0,-2 2 27 0,-2 3 45 0,2-3 36 0,-1 4 22 0,3 4 15 15,-14-4 9-15,1 6 5 0,-7 6 8 0,-10 13 8 16,-10 13 10-16,-3 7 11 0,-9 17 10 16,14-5 14-16,1-5 6 0,9 4 7 0,2-1-16 15,8 1-17-15,11-3-7 16,3-7-19-16,8-3-16 0,7-2-11 0,8 2-5 16,2-10-27-16,2-4-13 0,2-2-19 15,3-6-53-15,-1-2-75 0,2-3-93 0,-4-2-110 16,-3-8-121-16,-3 1-124 0,2-3-140 15,-4 2-117-15,1-4 52 0,-4 1-627 0,0 1-784 16</inkml:trace>
  <inkml:trace contextRef="#ctx0" brushRef="#br0" timeOffset="41493.92">17770 9044 3661 0,'-15'-3'147'0,"-3"5"13"16,0 5 2-16,-13 8 9 0,1 7 21 0,-4 7 35 16,0 4 29-16,7 4 15 0,0 2-7 15,9 4-10-15,7-6-22 0,1 2-25 16,10 2-22-16,0 2-15 0,5-6-19 0,4 1-17 15,6-6-21-15,2-1-17 0,0-5-51 16,1-3-85-16,-3-5-90 0,0-8-104 0,3-2-120 16,-4-3-132-16,6-3-136 0,-4 0-113 15,4-6 46-15,3-1-606 0,-1-2-754 16</inkml:trace>
  <inkml:trace contextRef="#ctx0" brushRef="#br0" timeOffset="41959.81">18282 9274 3953 0,'-12'2'164'0,"12"-2"20"0,-13 2 10 0,13-2 7 15,0 0 12-15,-9 3 13 0,9-3-3 16,0 0-6-16,0 0-16 0,0 0-19 0,0 0-20 15,0 0-17-15,33 4-13 0,-33-4-14 16,26-7-17-16,-12 3-7 0,-1-2-11 16,2 2-9-16,-1-3 3 0,-1 0-11 0,-1-1-10 15,1-2 13-15,-6-3 0 0,1 1-12 16,-4 3-3-16,0-9-8 0,-4 5 1 16,-4-3-8-16,0 2 1 0,-6 3-3 0,1-1-4 15,-6 4 0-15,-1 3-2 0,-7 5-6 16,-11 7 5-16,-2 3 11 0,-7 9 13 0,9-1 16 15,2 1 10-15,8 8 13 0,5 0 2 16,-1 6-13-16,9-1-82 0,8 6 0 0,1-1 0 16,4 1 0-16,5-1 0 0,2-4 0 15,5 0 0-15,1-2 0 0,2-3 0 16,5-4 0-16,0-2 0 0,-1-3 0 0,6-4 0 16,-6-5 0-16,-1 0 0 0,0-10 0 15,1 4 0-15,-1-4 0 0,-4 0 0 0,3-2 0 16,0 0-136-16,-1-2-284 0,4-2-89 15,-7-1-101-15,0 2-129 0,-5 0-58 16,3-1 65-16,-3 0-713 0,0-1-894 0</inkml:trace>
  <inkml:trace contextRef="#ctx0" brushRef="#br0" timeOffset="42380.04">18854 9348 4249 0,'-11'2'159'0,"3"-1"56"0,8-1 48 0,-15 2 37 0,15-2 27 0,0 0 23 0,0 0 26 0,0 0 9 16,0 0 18-16,0 0-17 0,0 0-36 0,52 0-34 15,-11-2-204-15,7-1-112 0,1 1 0 16,-1-1 0-16,1-1 0 0,-1 1 0 0,-1 2 0 16,-8-3 0-16,-1 0 0 0,-7 1 0 15,-6-2 0-15,-2 1-451 0,-7-1-256 0,2 0-186 16,-3 0 53-16,-5 2 81 0,-3-1-785 16,-1 1-989-16</inkml:trace>
  <inkml:trace contextRef="#ctx0" brushRef="#br0" timeOffset="42646.11">19082 9087 4359 0,'-11'-14'69'0,"6"6"47"0,-1 3 30 16,3 1 25-16,-1-1 21 0,4 5 9 16,0 0 69-16,0 0 49 0,-7 17 22 0,6 0 13 15,1 8-9-15,-2 12-24 0,0 5-25 16,2 2-21-16,-4 4-25 0,2 12-84 15,2-4-166-15,-1-10 0 0,1-3 0 0,1 3 0 16,-1-5 0-16,0-4 0 0,4-1 0 0,-2-8 0 16,-2-5 0-16,0-6 0 15,0 3 0-15,0-3 0 0,-2-5 0 0,2 0 0 16,0-1 0-16,0-3-511 0,-4-1-190 16,4-7-210-16,0 7 68 0,0-7 97 0,0 0-777 15,0 0-969-15</inkml:trace>
  <inkml:trace contextRef="#ctx0" brushRef="#br0" timeOffset="43941.95">20140 9232 3863 0,'10'-2'-155'0,"-2"-1"54"0,-3-1 44 0,-5 4 36 0,14-5 39 0,-8 2 51 15,-6 3 43-15,9-4 38 0,-9 4 28 0,7-5 21 16,-7 5 17-16,0 0 9 16,2-8 1-16,-2 8-11 0,0 0-8 0,0 0-15 15,-16-12-2-15,6 12-18 0,-2-4 2 16,12 4-4-16,-28 4-13 0,6 6-6 0,-12 1-6 15,4 9-2-15,-10 2 1 0,6 7-2 16,0-2-1-16,3 7-6 0,4 0-5 0,10-2-8 16,0 1-7-16,3-2-9 0,3 3-10 15,8-9-10-15,1-1-7 0,4 0-22 0,-1-3-57 16,3-4 0-16,5 4 0 0,9 0 0 16,0-5 0-16,-6-3 0 0,6-1-164 0,2-4-121 15,3-2-101-15,2-3-103 16,-1-3-104-16,1 0-157 0,22-5-19 0,-6-5 62 15,16-2-670-15,1-1-830 0</inkml:trace>
  <inkml:trace contextRef="#ctx0" brushRef="#br0" timeOffset="44275.09">20804 9242 3616 0,'0'-14'-47'0,"-2"-1"46"0,-4 5 34 0,3-1 32 15,-5 3 32-15,0-2 34 0,-1 5 17 16,-4-3 12-16,-1 4 2 0,-1 4 6 15,-8 4 3-15,-9 4 6 0,-3 9 8 0,1-2 3 16,-6 9 10-16,2 1-17 0,5 4-13 16,8-4-14-16,5 2-15 0,6 0-13 15,9-4-7-15,3-5-7 0,6-1-19 0,5 3-13 16,6 1-7-16,2-4-5 0,1-5-10 16,-4-2-10-16,4 2 2 0,0-5-3 15,-4 6 13-15,-1-4 19 0,1-2 8 0,-3 3 16 16,-1-2 18-16,-2 1 22 0,-3-1 21 15,3 1 13-15,-6 0 2 0,-2 1-68 0,-2 2-111 16,-4-2 0-16,2 2 0 0,-7 0 0 16,1 0 0-16,-3 2 0 0,-1-2 0 0,1 0 0 15,2-4 0-15,-2 1 0 0,1-3 0 16,0-1 0-16,1-2 0 0,4-3-555 16,7 0-183-16,-18-6-162 0,13-2 67 15,1-1 99-15,2-9-773 0,2-7-953 0</inkml:trace>
  <inkml:trace contextRef="#ctx0" brushRef="#br0" timeOffset="44525.86">20972 8857 4496 0,'3'-8'107'0,"1"2"14"0,2 2 12 0,-6 4 29 16,0 0 33-16,0 0 31 0,23 22 20 15,-12-5 14-15,-1 16-7 0,-1 5-7 16,-1 5-15-16,-5 9-11 0,-3-3-21 15,-2 15-19-15,-7 0-17 0,-5 7-15 0,-10 10-13 16,3-14-15-16,0-1-14 0,-11 7 2 16,8-16-11-16,-1-4-58 0,-2-6-39 0,2-1 0 15,2-5 0-15,4-10-107 0,2-4-99 16,-3-1-91-16,7-9-123 0,0-2-113 0,3-7-137 16,3 1-135-16,1-7 52 0,1 0-743 15,5-2-944-15</inkml:trace>
  <inkml:trace contextRef="#ctx0" brushRef="#br0" timeOffset="45623.65">21327 8906 3906 0,'1'-7'19'0,"5"-2"67"0,-2 5 30 0,-3-2 28 15,3 0 28-15,-4 6 24 0,9-9 32 0,-2 5 18 16,-7 4 4-16,13-4 8 16,-13 4 4-16,0 0 11 0,30 15 14 0,-17-1 4 15,3 15-7-15,-3 3-2 0,-3 16 2 16,-3-7-9-16,1 16-9 0,-5-3-200 0,1 2-66 0,1 5 0 15,-1-1 0-15,1-2 0 16,1 3 0-16,-3-5 0 0,7 1 0 0,-4-3 0 16,3-2 0-16,0 0 0 0,3-5 0 15,0 3 0-15,0 1 0 0,-5-9 0 0,2 5 0 16,-1-4 0-16,-7 1 0 0,1-3 0 16,-2 1 0-16,-2 1 0 0,-3 0 0 0,-3 8 0 15,-4-4 0-15,-4 0 0 0,-2-5 0 16,4-9 0-16,1-3 0 0,-3-2 0 0,3-3 0 15,3-4 0-15,1-5 0 16,1-7 0-16,3 3 0 0,-4-6 0 0,6 2 0 0,-3-2 0 16,1-1 0-16,-1-4 0 15,6-1 0-15,-16 3 0 0,16-3-160 0,-13 2-673 16,3-2-105-16,10 0 85 0,-27-2-986 16,14 2-1265-16</inkml:trace>
  <inkml:trace contextRef="#ctx0" brushRef="#br0" timeOffset="47257.54">8777 11125 5309 0,'4'-3'-45'0,"-4"3"14"0,0 0 15 0,0 0 28 0,0 0 38 0,1 26 31 16,-4-3 15-16,-3 11 12 0,3 4 9 16,-3 1 9-16,2 2-3 0,4 3 0 0,0-4 0 15,0 1-6-15,4-3-7 0,-2-2-7 16,3-1-7-16,-3-10-3 0,2-3-9 16,-2-8-7-16,1-2 3 0,1 0 7 15,-1-2 5-15,1-2 10 0,-1-4-9 0,-3-4-8 16,0 0-9-16,0 0-8 0,15-25-5 15,-6 7-8-15,-2-17-7 0,-2-5-6 0,6-12-2 16,-4-3 4-16,2-3-13 0,-1 2-3 16,-3 4-3-16,3 15-3 0,-2 2-1 15,-4 8 0-15,3 6-4 0,-3 4-9 0,2 3 4 16,1 2-6-16,2 6 2 0,-2 2 2 16,5 4 2-16,-10 0-1 0,23 10-4 0,-10-4 0 15,1 4-3-15,0 0-1 0,2 2 0 16,-1 1 0-16,2-2 4 0,-6 2-9 0,3-4 3 15,-3 0 2-15,2-1 5 0,-4-2-4 16,-2 0-4-16,2-3 3 0,2-1-2 16,-11-2 2-16,22-9-2 0,-7-3 7 15,-2-2-4-15,10-14-4 0,-3 2 0 0,-2-3-1 16,2 6 2-16,-6 5-1 0,0 5-4 16,-3 3 0-16,-1 1 4 0,0 7-4 0,-1 4 5 15,0 5-2-15,5 9-1 0,-3 0-4 16,5 10 5-16,-3 2 0 0,1 1 3 0,-1 0-2 15,-2 2 1-15,3-4 1 0,-5 2-7 16,-2-6-9-16,3-4-42 0,-4-6-39 16,-1 1-48-16,3 0-47 0,-2-3-50 15,0-1-53-15,1-4-55 0,1-1-60 0,-3-2-47 16,-5-3-58-16,20-8-67 0,-8-1-93 16,12-7 26-16,-3-9-528 0,8-9-640 0</inkml:trace>
  <inkml:trace contextRef="#ctx0" brushRef="#br0" timeOffset="47608.42">9905 10953 3172 0,'2'-7'-33'0,"-2"1"44"0,0 6 36 0,0 0 28 0,-8-12 45 0,8 8 28 0,0 4 16 15,-7-5 7-15,7 5 7 0,-14-5 5 0,14 5-11 16,-15 1-12-16,15-1-6 0,-23 13-6 16,12-3-6-16,-3 5-8 0,-4 6-9 15,2 2-15-15,1 2-11 0,5-3-11 16,5-5-7-16,1-2-10 0,6-2-4 15,3 0-4-15,6-1-7 0,1 0-8 0,17 1 0 16,-2 1-5-16,3-2-8 0,1 1 4 16,-1-1-4-16,-3-1 3 0,-4-1 2 0,-2 1 6 15,-4 0 27-15,-2 0 35 0,1 2 23 16,-7-1 25-16,-2 3 18 0,2-1-1 0,-8 1-2 16,-1 1-8-16,0-1-13 15,-5 2-11-15,-2-2-14 0,2 5-13 0,-4-4-13 0,-2 2-8 16,0-3-43-16,-2-1-48 0,1-4 0 15,1-3 0-15,0-3 0 0,1-1 0 0,10-3 0 16,-25-9-215-16,16-2-81 16,-2-5-92-16,7-5-92 0,-1-1-97 0,10-2-117 15,-1 0-93-15,9-5 68 0,4 0-653 16,4 4-827-16</inkml:trace>
  <inkml:trace contextRef="#ctx0" brushRef="#br0" timeOffset="47791.93">10271 11165 3574 0,'0'0'48'15,"0"0"94"-15,12-1 55 0,-12 1 36 16,0 0 17-16,0 0 14 0,0 0-1 0,13-5-18 16,-13 5-22-16,5-4-25 0,-5 4-23 15,18-7-17-15,-7 4-24 0,5-3-30 16,-2 3-67-16,4-1-84 0,-1-2-95 16,-2 2-115-16,3 0-107 0,-3-2-106 0,-4 4-121 15,3-1-77-15,-5 0 51 0,-9 3-434 16,17 3-523-16</inkml:trace>
  <inkml:trace contextRef="#ctx0" brushRef="#br0" timeOffset="47957.35">10443 11306 2819 0,'-13'16'109'0,"3"-3"86"0,-2-1 52 15,5-1 48-15,-1-5 36 0,0 3 32 0,-1-2-1 16,5-2-15-16,-4 0-16 0,4 1-32 16,4-6-24-16,-7 7-26 0,7-7-26 15,0 0-29-15,0 0-33 0,0 0-72 0,32-4-102 16,-10-2-127-16,-1-4-143 0,8-5-160 15,3-1-187-15,0-1-132 0,13-1 58 16,5-1-627-16,3 2-788 0</inkml:trace>
  <inkml:trace contextRef="#ctx0" brushRef="#br0" timeOffset="48506.14">11678 11004 4055 0,'-20'-1'157'0,"8"1"9"0,-2 1 19 16,3 5 12-16,-1 1 16 0,2 5 28 15,1 5-1-15,2 1-2 0,0 7-7 16,4-2-19-16,1 4-13 0,-2 10-32 0,8-3-8 16,-2-4-18-16,1 3-14 0,1-5-10 15,1-4-11-15,-2-3-11 0,-1-3-7 0,2-2-11 16,-1 0-6-16,-1-5-8 0,-2-2 0 15,2 0 9-15,2-4 6 0,-4-5-8 0,4 2-5 16,-4-2-8-16,0 0-4 0,12-25-7 16,-7 8-1-16,6-12-10 0,1-2-2 0,-3-1-5 15,4 1-27-15,-1 0-1 16,-1 2 0-16,2 7 0 0,-6 5 0 0,0 2 0 16,1 4 0-16,0 2 0 0,-1 4 0 15,-1 3 0-15,1-2 0 0,-7 4 0 0,18 3 0 16,-18-3 0-16,16 5 0 0,-5 0 0 15,-6-1 0-15,4 4 0 0,-3-2 0 0,0-2 0 16,0 2 0-16,0-1 0 0,-3-2 0 16,-3-3 0-16,8 7 0 0,-8-7 0 0,8 2 0 15,-8-2 0-15,0 0 0 0,29-16 0 16,-15 3 0-16,9-10 0 0,2-1 0 0,2 3 0 16,-5 2 0-16,1 1 0 15,-1 4 0-15,-9 4 0 0,1 3 0 0,-2 5 0 16,-1 2 0-16,-11 0 0 0,18 8 0 15,-7 1 0-15,1 3 0 0,-1 2 0 0,0 1 0 16,1 3 0-16,-1 0 0 0,1 0 0 16,0-1 0-16,-5-4-21 0,3 3-176 0,-1-5-69 15,2 0-98-15,0-1-115 0,-4-4-125 16,2 0-168-16,0-2-21 0,2-2 92 0,-6-1-657 16,-5-1-814-16</inkml:trace>
  <inkml:trace contextRef="#ctx0" brushRef="#br0" timeOffset="48907.64">12449 10910 4131 0,'0'0'170'0,"0"0"-2"0,0 0 0 0,-2-7 33 0,2 7 40 0,0 0 28 0,0 0-10 16,18 14-12-16,-7-5-5 0,0-1-16 0,7 4-20 0,-4 0-16 15,-2-3-16-15,0 3-3 16,-2 3-12-16,-1 2-7 0,-2-1-14 0,-3-3-10 15,-2 1-11-15,-2 0 0 0,-4 1-11 16,1-1-6-16,-3-1-21 0,-1-1-47 0,-5-2-32 16,0 0 0-16,-1-1 0 15,0-3 0-15,-5-2 0 0,5-2 0 0,-1-2 0 16,14 0 0-16,-24-12 0 0,10 0 0 16,5-5 0-16,4-3-15 0,-1-2-51 0,3 3 9 15,6 4 3-15,1-2 2 0,1 3 7 16,-1 3 8-16,3 3 2 0,1 4 3 0,2 1 11 15,-10 3 11-15,20 4 15 0,-6 2 5 16,-1 1 0-16,5 2 2 0,-2 3 0 0,4-2 2 16,5 5-5-16,-4-3-3 0,-3-3-3 15,2-1-1-15,-1 0-12 0,0-4-53 0,-4 0-72 16,6-3-85-16,-6-2-104 0,0 1-123 16,1-4-122-16,0 1-181 0,0-2-15 15,-3 0 73-15,-1 0-626 0,-3 1-775 16</inkml:trace>
  <inkml:trace contextRef="#ctx0" brushRef="#br0" timeOffset="49156.15">12853 10888 4019 0,'-2'-8'199'16,"0"2"9"-16,2 6 1 0,2-9 10 16,-2 9 34-16,8-1 19 0,-8 1 13 15,0 0 11-15,26 7-1 0,-12 0-10 0,-1 0-20 16,1 1-18-16,-3 2-11 0,3 4-10 15,1 1-10-15,-8 3 3 0,1-1-13 0,-4 3-170 16,0-3-36-16,-6 4 0 0,0 1 0 16,-2-1 0-16,-4 0 0 0,1 0 0 15,-3-1 0-15,-2-3 0 0,3-3 0 0,-2 1 0 16,6-3 0-16,-4-3 0 0,4-5 0 16,-3-2-163-16,8-2-462 0,0 0-102 0,0 0-151 15,-7-15 57-15,11 3 91 0,1-9-714 16,6-8-895-16</inkml:trace>
  <inkml:trace contextRef="#ctx0" brushRef="#br0" timeOffset="49373.63">13179 10826 3797 0,'7'-16'-21'16,"0"3"81"-16,-3 3 62 0,-2 1 42 0,-2 2 37 15,0 7 17-15,0 0 1 16,0 0 18-16,0 0 15 0,0 0 1 0,-33 25-5 0,17-2-26 16,4 7-26-16,-6 1-18 15,7 0-14-15,4 2-20 0,-4 2-17 0,8 1-11 16,-1-11-13-16,2-1-17 0,6-3-30 15,-1-4-44-15,-1-1-25 0,4-1-38 0,0-3-35 16,4-2-42-16,-1-1-50 0,1-2-68 16,-1-6-85-16,0 1-97 0,5-2-110 0,-3-6-191 15,5 2 44-15,3-5 91 0,0-1-476 16,-1-2-543-16</inkml:trace>
  <inkml:trace contextRef="#ctx0" brushRef="#br0" timeOffset="49889.91">14239 10675 3079 0,'-11'-7'71'0,"0"6"27"15,2-3 10-15,9 4 16 0,-16 2 22 0,5 0 17 16,0 0 14-16,-2 6 10 0,-2 1-1 15,-1 1-8-15,1 4-9 0,0-1-10 0,-8 6-4 16,6 3-11-16,2-5-9 16,3 0-16-16,5 1-13 0,-1 1-5 0,5-3-7 15,0 1-2-15,6 0-8 0,2-1-9 16,4 5-9-16,7 3 2 0,-5-3-9 0,-2-1 6 16,11 6 2-16,-13-6 3 0,2-1 10 15,2 2 15-15,-6-1 11 0,2-1 4 0,-3 4 9 16,2-1 9-16,-3-1 14 0,-3-5 13 15,0 5 15-15,-5 0 1 0,1 1 3 0,0-1 15 16,-3 0-13-16,3 0-145 0,-3-2-31 16,2-1 0-16,0-1 0 0,1-2 0 15,0 5 0-15,4-4 0 0,0 3 0 16,0 0 0-16,0 0 0 0,2 5 0 0,-2-5 0 0,2 5 0 16,0-1 0-16,4 0 0 15,-5 2 0-15,1-4 0 0,1-1 0 0,1-3 0 16,-1-3 0-16,1 3 0 0,3-5 0 15,-3 1 0-15,5-3 0 0,-4-4 0 0,1 0 0 16,-1-2 0-16,-5-4 0 0,11 3 0 16,-11-3 0-16,14-1 0 0,-14 1 0 0,15-4 0 15,-15 4-266-15,14-5-434 0,-14 5-164 16,7-3-4-16,-7 3 91 0,7-3-827 0,-7 3-1044 16</inkml:trace>
  <inkml:trace contextRef="#ctx0" brushRef="#br0" timeOffset="51139.96">14822 10932 4249 0,'0'-11'39'0,"-4"0"59"0,0 4 33 0,2 1 16 0,2 6 9 0,-3-7 4 0,3 7 23 16,0 0 23-16,0 0 29 16,-16 31-22-16,9-2-2 0,-3 3-10 0,3 3-15 0,1 2-16 15,2-2-6-15,2-5-16 16,0-4-14-16,2 0-8 0,2 0-11 0,2-4-2 0,-2-1-8 16,-1-1-6-16,-1-5 0 15,2-3 3-15,1 2 6 0,-1-4 8 0,0 1 12 16,-2-4-79-16,0-7-49 0,2 10 0 15,-2-10 0-15,0 0 0 0,0 0 0 0,0 0 0 16,0 0 0-16,5-33 0 0,3 2 0 16,-5-4 0-16,7 4 0 0,0 0 0 0,-3 1 0 15,2 7 0-15,1 8 0 0,-4 1 0 16,1 1 0-16,4 3 0 0,-6 1 0 0,4 5 0 16,0-2 0-16,-2 3 0 0,-7 3 0 15,17-7 0-15,-12 5 0 0,-5 2 0 16,20-2 0-16,-20 2 0 0,14-1 0 0,-14 1 0 15,12-2 0-15,-12 2 0 0,13-2 0 16,-7 0 0-16,2-1 0 0,1-4 0 16,1-3 0-16,4-2 0 0,-2-3 0 0,6 1 0 15,-3 2 0-15,0-2 0 0,0 2 0 16,-3 4 0-16,1-1 0 0,1 3 0 0,-1 5 0 16,-2 2 0-16,1 3 0 0,-1 3 0 15,3 9 0-15,-1 1 0 0,5 9 0 16,-4 3 0-16,-1 0 0 0,1 0 0 0,-1-1 0 15,-1-2 0-15,3 0 0 0,-8-6 0 16,5-2 0-16,-4-4 0 0,-3-3 0 0,1 0 0 16,0-2 0-16,0-1 0 0,-3-1 0 15,1-2 0-15,3-3 0 0,-7-2-207 16,0 0-393-16,18-7-98 0,-12 0-141 0,1 1 13 16,3-6 88-16,1-6-719 0,7-7-905 15</inkml:trace>
  <inkml:trace contextRef="#ctx0" brushRef="#br0" timeOffset="51506.7">15783 10816 3806 0,'1'-11'-42'0,"-1"2"47"0,0 0 42 0,0 0 48 0,-1 2 44 0,1 7 39 0,-2-9 26 0,2 9 3 16,-8-6-10-16,8 6-4 0,0 0-1 15,-27 11 9-15,14-3 6 0,-6 2-15 16,-2 9 0-16,0 1-13 0,4-2-21 0,5-1-16 15,3 0-19-15,0 1-6 0,5-1-12 16,2 0-14-16,2-2-8 0,6-1-7 0,-1-2-9 16,4 1-7-16,5 1 2 0,-1 1 4 15,1-3 25-15,1 2 21 0,0 1 18 0,-2 1 9 16,0-3 12-16,-1 3 7 0,-1-1-90 16,-1 1-68-16,-6-1 0 0,0 3 0 0,-4-3 0 15,0 2 0-15,-4-1 0 16,0 1 0-16,-4 1 0 0,-1 2 0 0,0-3 0 15,-1-2 0-15,-1 0 0 0,-1-4 0 16,0 2 0-16,1-6 0 0,1 1 0 0,-1-4 0 16,2 0 0-16,-1-2 0 0,10-2-464 15,-15-6-184-15,9-1-91 0,3 0-106 0,-1 2 53 16,4 5-808-16,6-13-1039 0</inkml:trace>
  <inkml:trace contextRef="#ctx0" brushRef="#br0" timeOffset="51689.81">15847 11253 4039 0,'20'-5'-152'0,"-8"0"60"0,4 1 51 0,-3 1 37 16,0 3 41-16,1 0 37 0,-3 2 38 16,1 0 28-16,-3 6 15 0,0-1 11 0,-2 5 6 15,-3 0-5-15,-4 7-6 16,-4 4-16-16,-3 0-16 0,-4 9-10 0,-4-1-17 16,-4 1-9-16,-2 7-28 0,4-7-65 15,-2-4-84-15,0-2-110 0,4-3-111 0,-3-4-131 16,7-3-170-16,-1-3-32 0,5-2 68 15,-1-3-367-15,5-2-416 0</inkml:trace>
  <inkml:trace contextRef="#ctx0" brushRef="#br0" timeOffset="52222.13">16855 10853 2870 0,'-11'-11'139'0,"0"5"12"0,-5 6 13 0,0 3 27 0,-4 7 31 0,-10 9 27 15,-6 6 19-15,-3 10 3 0,3 2-10 16,3-1-15-16,9 7 6 0,7 0-22 0,9-8-14 16,2 0-18-16,10 0-16 0,6-4-20 15,5 3-16-15,4-7-20 0,4-1-16 0,3-6-19 16,1-4-48-16,1-4-49 0,-3-3-50 15,0-5-53-15,0-2-59 0,-3-2-79 0,3-4-93 16,10-1-95-16,-2-5-117 16,-3 0-148-16,1-4 41 0,-5 1-537 0,-5 2-660 15</inkml:trace>
  <inkml:trace contextRef="#ctx0" brushRef="#br0" timeOffset="52656.08">17265 10955 3696 0,'0'0'203'15,"-10"-2"6"-15,10 2 5 0,0 0 10 0,0 0 25 16,0 0 31-16,0 0 13 0,0 0-1 16,0 0-10-16,0 0-22 0,0 0-25 0,0 0-23 15,0 0-18-15,48 5-23 16,-30-6-16-16,-2-4-16 0,4 1-15 0,-2-4-10 15,2 2-13-15,-3 0-11 0,-4-3-7 16,7-3-12-16,-8 2-7 0,2-2-4 0,-3-5-7 16,-3 6-3-16,-5-3-9 0,1 0-9 15,-4 3-32-15,-4-2 0 0,1 4 0 0,-8 2 0 16,-3 3 0-16,-6 8 0 0,-15 3 0 16,-2 7 0-16,-4 5 0 0,-1 7 0 0,5 5 0 15,7 0 0-15,9-2 0 0,2 0 0 16,8 4 0-16,3-2 0 0,2-2 0 15,6-4 0-15,4-2 0 0,-1 0 0 0,6 6 0 16,-2-5 0-16,2-5 0 0,3-1 0 0,0-3 0 16,3-1 0-16,0-3 0 15,4-1 0-15,-4-3 0 0,5-4 0 0,-2 1 0 16,1-4 0-16,5-1 0 0,1-4-382 16,-3 0-143-16,-3-4-113 0,12 0-185 0,-6 0 4 15,1-6 86-15,-4 4-720 0,3-3-901 16</inkml:trace>
  <inkml:trace contextRef="#ctx0" brushRef="#br0" timeOffset="53074.09">17821 10423 3944 0,'0'0'-67'0,"2"-5"28"0,-2 5 49 0,0 0 50 0,0 0 48 0,22 7 42 16,-13 3 22-16,5 6 15 0,0 9 11 16,4 4 1-16,-1 5-6 0,-2 7-8 0,-2-4-17 15,-1 1-8-15,1 8-5 16,-4-5-4-16,-3 0-4 0,0 0-7 0,-2 3-9 15,0-2 0-15,-2 5-8 0,0-3-4 16,-2 5 4-16,0-3 18 0,0 0 6 0,0 0-14 16,0-1-11-16,0 1-3 0,-2 2-9 15,2 12 5-15,-2-13 4 0,0 9 0 0,-4 0-6 16,0-1-8-16,-1-2-105 0,-5-2 0 16,0-2 0-16,-2-1 0 0,1-12 0 0,-7 5 0 15,3-9 0-15,-2-2 0 0,0-3 0 16,-1-4 0-16,4-4-194 0,0-7-238 15,3-6-146-15,2 1-183 0,-3-2-100 0,5-3 92 16,4-2-794-16,5 0-1006 0</inkml:trace>
  <inkml:trace contextRef="#ctx0" brushRef="#br0" timeOffset="55039.29">11780 5794 3953 0,'10'0'-133'0,"-10"0"46"0,0 0 32 0,8-4 35 0,-8 4 16 0,7-4 37 15,-7 4 33-15,10-2 19 0,-10 2 22 0,7-7 17 16,-1 1 7-16,0 2-4 0,0-2-5 16,-5 0-2-16,5 1-1 0,-1-3-2 15,0 2-2-15,-3-4-6 0,2 2-3 0,-4-1-8 16,-2 1-7-16,-2-2-3 0,-1 3-9 16,-4 1-6-16,-6-2-13 0,-4 8-4 15,-8 2-3-15,-14 6-5 0,-13 7-8 16,2 7-5-16,5 2 3 0,-3 8-3 0,5-3-4 0,4 6-2 15,7-1 5-15,7 2 1 16,13-6-1-16,2 3 3 0,4 0-2 0,6-4-3 16,4-5-5-16,4-1 1 0,4 7-7 15,7-4 9-15,-2-2-14 0,10-4-12 0,1-1-32 16,5-5-45-16,-3-4-54 0,1-3-76 16,0-4-82-16,-1-3-78 0,15-3-90 0,9-9-115 15,4-2-93-15,-1-3 42 0,4-5-382 16,2-7-476-16</inkml:trace>
  <inkml:trace contextRef="#ctx0" brushRef="#br0" timeOffset="55388.69">12424 5726 2683 0,'4'-19'30'0,"-2"1"48"0,-2 3 39 15,0 1 43-15,-2 3 31 16,-2-2 33-16,2 2 26 0,-3 3-2 0,-1 1-5 16,-3 2-19-16,-3 3-9 0,12 2-9 15,-30 9-14-15,1 3-4 0,0 5 4 0,3 2-4 16,-3 3-21-16,7 3-1 0,-1 6-22 15,3-2-11-15,6 0-14 0,1 3-21 0,10-8-4 16,5-2-25-16,4 0-6 0,7 4 3 16,6-2-8-16,2-4-9 0,4 3 2 15,1-1-12-15,3-3 0 0,-2-1-2 16,0-3-5-16,-2 1 3 0,-9-1-11 0,-2-3 1 16,-3 2-3-16,-3-3 28 0,-5 1 20 15,-1 2 18-15,-4 0 12 0,-1 0 13 16,-7 3 5-16,-2-2-7 0,-1 0-1 0,1 2-13 15,-6-6-10-15,0 3-8 0,-6 0-70 16,1-5-9-16,6 1 0 0,-4-4 0 0,4 0 0 16,0-4 0-16,2-2 0 0,-5-2 0 15,5-4-10-15,1 0-237 0,3-2-81 0,2-1-110 16,2-3-106-16,2 0-138 0,3-1-147 16,2-1 69-16,4 0-721 0,1 1-927 0</inkml:trace>
  <inkml:trace contextRef="#ctx0" brushRef="#br0" timeOffset="55888.67">12943 5995 3868 0,'-19'2'54'0,"3"0"72"0,5 0 57 0,-1 0 38 0,12-2 24 0,-13 1 18 0,13-1 30 0,0 0 7 15,0 0 7-15,0 0-7 0,0 0-21 0,0 0-28 16,35-12-22-16,-10 8-25 0,12-4-21 16,-1 2-35-16,3-2-36 0,-5 2-82 0,-5-1-103 15,-4 3-114-15,-1-2-126 0,-1 0-147 16,0 1-146-16,11-5-221 0,-11 4 57 16,-2 0 93-16,-4 4-576 0,-7 1-713 0</inkml:trace>
  <inkml:trace contextRef="#ctx0" brushRef="#br0" timeOffset="56072.86">13053 6118 3526 0,'-25'10'97'16,"9"-3"57"-16,0 0 41 0,3-2 33 0,3 0 28 15,3-1 22-15,-3-1 11 0,10-3 0 16,-12 7-14-16,12-7-23 0,-3 3-25 16,3-3-27-16,0 0-20 0,0 0-23 0,37-3-104 15,-15-1-108-15,14-6-121 0,1 0-161 16,1-3-180-16,7-3-271 0,1-1 56 15,-8 0 91-15,-4 3-519 0,2-1-626 0</inkml:trace>
  <inkml:trace contextRef="#ctx0" brushRef="#br0" timeOffset="56640.91">13806 5794 3471 0,'-13'-8'138'0,"7"7"47"0,6 1 18 15,-9-3 1-15,9 3 28 0,0 0 69 16,-16 14 54-16,10-1 6 0,1 3-4 16,-1 4-7-16,3 2-16 0,-7 13-24 0,0-1-16 15,3 2-35-15,-3-1-18 16,1 0-16-16,-1-2-18 0,-2-2-43 0,3-2-164 16,0-7 0-16,1-3 0 0,2-4 0 15,0-3 0-15,3-1 0 0,-1-1 0 0,2-5 0 16,2-5 0-16,-5 5 0 0,5-5 0 15,0 0 0-15,0-24 0 0,5 0 0 0,6-10 0 16,9-14 0-16,1-2 0 0,1 3 0 16,3 1 0-16,4 5 0 0,-4 4 0 0,-9 11 0 15,2 4 0-15,-4 5 0 0,-3 5 0 16,-2 5 0-16,-2 2 0 0,4 3 0 0,-4 0 0 16,-7 2 0-16,17 4 0 0,-9-2 0 15,-3 2 0-15,3 0 0 0,-3 1 0 16,0-1 0-16,-5-4 0 0,9 7 0 15,-5-4 0-15,-4-3 0 0,5 2 0 0,-5-2 0 16,8 6 0-16,-8-6 0 0,0 0 0 16,0 0 0-16,19-17 0 0,-10 5 0 0,3-4 0 15,1 0 0-15,5-6 0 0,-3 4 0 16,-1 5 0-16,-5 3 0 0,0 2 0 0,1 6 0 16,-1 4 0-16,3 3 0 0,1 9 0 15,-2 2 0-15,3 9 0 0,-1 2 0 0,-2 5 0 16,5-1 0-16,-3 1 0 15,3 1 0-15,-7-4 0 0,5 3 0 0,-3-4 0 0,-4-7 0 16,3-4 0-16,-4-2 0 16,0-1 0-16,-1-5 0 0,1-1 0 0,-5 1 0 15,6-3 0-15,-7-6 0 0,9 2 0 16,-9-2 0-16,13-8-2 0,-3-3-689 0,3-4-160 16,7-7-56-16,-4-5 84 0,7 1-849 15,0-3-1109-15</inkml:trace>
  <inkml:trace contextRef="#ctx0" brushRef="#br0" timeOffset="57021.96">15022 5618 4504 0,'-2'-13'-64'0,"-1"1"67"0,-6 3 52 0,4 1 43 16,-1 1 34-16,-1 2 25 0,7 5 13 15,-20-4 4-15,6 8 12 0,-6-1-4 16,-3 6 1-16,-6 4 4 0,-3 3-2 0,5 3-5 15,3 2-19-15,-1 2-14 0,2 1-12 16,4 2-12-16,4 0-10 0,6-5-10 0,7-2-14 16,2-3-4-16,6 2-6 0,-1 1-8 15,12 4 1-15,0 2 0 0,5-2-3 0,-4 0 17 16,3-3 8-16,1 3 11 0,-4-2 11 16,1 5-13-16,-4-9-67 0,-5-1-36 0,0 1 0 15,-5-1 0-15,-1-3 0 0,-2 1 0 16,-6 0 0-16,0 1 0 0,-5 1 0 15,-5 1 0-15,-4 2 0 0,-5 0 0 16,-2-2 0-16,0-3 0 0,3-4 0 0,2-2 0 16,-1-1 0-16,2-3 0 0,0 0 0 15,2-4 0-15,2-6 0 0,-3 0 0 0,5-7 0 16,-2-13-72-16,5-5-660 0,8 2-226 16,4 4 59-16,2-8 105 0,4 9-817 15,0 2-1050-15</inkml:trace>
  <inkml:trace contextRef="#ctx0" brushRef="#br0" timeOffset="57206.14">15435 5816 4905 0,'0'0'244'0,"0"0"39"0,0 0 17 0,0 0 0 16,0-8-8-16,0 8-18 0,0 0-27 15,12-6-27-15,-1 4-24 0,3 1-22 0,6-2-56 16,4 3-107-16,0-2-128 0,1 0-125 15,-1 2-135-15,-4 0-126 0,-1 2-157 16,3 0-141-16,-8-2 63 0,-3 6-665 0,1 0-856 16</inkml:trace>
  <inkml:trace contextRef="#ctx0" brushRef="#br0" timeOffset="57372.53">15420 6145 4151 0,'-25'17'198'0,"2"-1"59"16,1-3 47-16,6-4 7 0,4-1 19 0,-1 0 10 15,4-2-17-15,4-1-25 0,-1 0-17 16,6-5-33-16,-2 9-23 0,2-9-22 0,0 0-57 16,19 4-90-16,-5-8-110 0,2 2-125 15,6-3-144-15,6-9-157 0,3-1-189 0,-1-5-161 16,1 2 68-16,-1-2-726 0,2 1-934 16</inkml:trace>
  <inkml:trace contextRef="#ctx0" brushRef="#br0" timeOffset="57705">16247 5823 4409 0,'-5'-10'79'16,"1"-1"21"-16,4 3 7 0,4-1 12 0,1 3 15 16,7 0 17-16,5 0-2 0,2 6-7 15,6-2-8-15,4 4-11 0,5 6-14 0,-2 5-10 16,-5 5-8-16,-7 5-4 0,-4 5 16 15,-8 3 17-15,-10-2 7 0,-8 7 18 0,-9 8 37 16,-6 0 30-16,0-1 32 0,1-4 19 16,-1-3 12-16,9-7 13 0,2-3-89 0,-4-1-199 15,11-5 0-15,1-7 0 16,4 1 0-16,4-5 0 0,6 0 0 0,3-4 0 16,3-1 0-16,4-2 0 0,3-2 0 15,2-6 0-15,2 4 0 0,2-4 0 0,5 0 0 16,-3-1 0-16,3-3 0 0,1 0-182 15,-3-1-675-15,-5 3-97 0,-3 0 85 0,0 1-943 16,-7 2-1241-16</inkml:trace>
  <inkml:trace contextRef="#ctx0" brushRef="#br0" timeOffset="59389.19">11407 5463 4656 0,'-48'-8'-195'0,"-7"1"28"0,0-3 25 0,13 0 26 15,0 3 21-15,6-1 25 0,1 4 25 0,11-1 23 16,5 0 26-16,1 1 0 0,7 4 13 16,2-3-1-16,9 3-2 0,-8-7-2 0,8 7-4 15,0 0 6-15,49-15-7 0,5 3 1 16,12 2-5-16,42-4 0 0,13-3 2 0,24-2-7 15,66-8 6-15,27-1 1 0,18-2-1 16,22-1-8-16,22 2 6 0,16 1 0 16,15 4-5-16,12-3 11 0,6 1-2 15,-4 2-9-15,-6-2 7 0,-11 3-6 16,-18 2 0-16,-19 2 0 0,-24-5 9 0,-20 7 4 16,-21 1-9-16,-65 5-2 0,-15-1 2 15,-16 7 0-15,-18-4 4 0,-31 6-7 0,-15-1 5 16,-18 2-5-16,-6-2 4 0,-12 2 0 15,-5 1 1-15,-5 1 10 0,-8-1 8 0,4-2 6 16,-3 3 3-16,-13 0-9 0,20 5 25 16,-19 5 31-16,1 3 17 0,-4 10 9 0,-6 30 8 15,-5 10 4-15,-6 29 25 0,0 10 17 16,-4 5-5-16,0 5-2 0,8 0-4 16,3-1 2-16,7 3 7 0,5-3-4 15,7-5-17-15,5-7-12 0,5-6-6 16,2-6-9-16,2-22-7 0,0-3-7 0,0-3-28 15,2-10 6-15,0-4-16 0,-6-13-2 0,-3-3-7 16,-3-8-2-16,-6-4-5 0,3-3 0 16,-4-3-2-16,-2-1 1 0,-2-4-7 15,0-6-3-15,-12 9-3 0,-1-7-5 0,-6-2-5 16,-10 2 2-16,-18 2-3 0,-18 2-7 16,-17 1 0-16,-29 3-1 0,-13 2-1 0,-7 5 2 15,-16 2 2-15,-11 1-6 0,-55 8 3 16,-2 2-2-16,-7 2-4 0,-1-6 8 0,-8 3-2 15,-11 0-5-15,-2 2-2 16,2-2-16-16,2-7 40 0,-6 3-6 0,6 2-6 0,1-2 3 16,1 0 3-16,-1 1 0 0,6 3-8 15,5 0 1-15,7-1-8 0,14 0 7 16,48-6-5-16,3 0-2 0,5-1 1 16,11-3-5-16,7 0 6 0,13-5 0 0,14 2 3 15,29-7-4-15,5 1 3 0,11-3-3 16,15-3-1-16,8 2-1 0,10-3-2 0,5 0-7 15,4-2-2-15,5 5 8 0,0-2-7 16,1 1 0-16,-1 4 7 0,3-6-2 0,2 1-1 16,-2 3 6-16,4-3 3 0,-2 0 7 15,9-3-3-15,-14 0-3 0,6-6 6 0,-4-4-2 16,1-7-6-16,-4-16-6 16,-2-12 2-16,1-6-4 0,5-8 2 0,2-6 5 15,-1-4-7-15,0-29 0 0,3-8-4 16,3-11-11-16,4-5-13 0,0-9-24 0,4-5-14 15,2 3-24-15,1-1-15 0,0 12-8 16,5 15 6-16,-6 35 11 0,-1 14-18 0,-3 16-39 16,0 11-55-16,-2 12-55 0,0 4-44 15,-2 6-54-15,0 4-63 0,2 5-45 0,0 0-144 16,0 0-27-16,0 0 78 0,0 0-309 16,0 0-358-16</inkml:trace>
  <inkml:trace contextRef="#ctx0" brushRef="#br0" timeOffset="61021.85">9256 14034 1478 0,'0'0'125'0,"5"-12"-34"0,-3 8 4 0,2-2 5 0,-4-2 6 16,0-1 17-16,-4 1 1 0,-2-4 5 15,-1 1 13-15,-3-1 12 0,-3 3 1 0,-5-1-11 16,-2 3 13-16,-3 6-12 16,-4 1 1-16,-11 6 3 0,-1 4-3 0,-10 7-7 15,0 4-5-15,3 5-8 0,6 3-3 16,0 4-10-16,9 0-8 0,10-4-10 0,10 1-8 15,7-2-4-15,10 4-6 0,12 1-9 16,14 2-5-16,15 0-1 0,8-2-7 16,22 6-4-16,3-4-5 0,-20-6-4 0,0-4-8 15,-5 1-3-15,-7 0-1 0,-3-3-3 16,-14-1 13-16,-6-2 27 0,-4 2 31 0,-8-4 33 16,-6-1 47-16,-7 0 32 0,0 0 8 15,-7 3 12-15,-8 3 4 0,-6 0 2 0,-2-1-11 16,-8-1-10-16,-1-3-24 15,-2-1-19-15,-10 1-16 0,7-3-19 0,0-3-16 16,1-2-89-16,0-5-32 0,3-1 0 16,8-4 0-16,4-2-191 0,2 0-92 0,2-2-110 15,6 0-135-15,4 0-146 0,7-3-186 16,0 1 59-16,11-6 102 0,0-1-581 0,15-7-738 16</inkml:trace>
  <inkml:trace contextRef="#ctx0" brushRef="#br0" timeOffset="61321.15">9654 14442 3638 0,'2'-15'51'0,"-4"3"44"0,0 2 37 16,0 3 35-16,0 0 22 15,2 7 19-15,0 0 7 0,-12-3 8 0,12 3 5 16,-15 13-2-16,4-2-17 0,1 4-7 16,1 2-23-16,5-2-8 0,2 3-16 15,4-1-17-15,6 1-10 0,1 2-14 0,10 0-33 16,6-2-11-16,4-1-7 0,-1-7-9 15,-3-3-16-15,-1-4-27 0,-1-1-22 0,-3-4-18 16,0-1 12-16,-2-1-2 16,-1-1 5-16,-4-1 1 0,-4 0 7 0,-3-2-9 0,-1-1 6 15,-5-2-2-15,-7-3-3 16,0-2 9-16,-8-9 11 0,-4 0-13 0,-1 1-1 0,0 2 7 16,0 1-6-16,1 7-5 15,4 4-1-15,2 5-27 0,1 2-46 0,-1 3-68 16,-2 3-95-16,0 6-122 0,-3 1-134 15,4 2-243-15,-2 3 20 0,5 2 82 16,1-1-461-16,2-3-575 0</inkml:trace>
  <inkml:trace contextRef="#ctx0" brushRef="#br0" timeOffset="61512.79">9765 14067 3064 0,'-9'-33'126'16,"2"3"26"-16,3 5 32 0,0 6 35 15,-1 5 1-15,3 1-25 0,-2 3-21 16,4 4-18-16,0 6-13 0,0 0-16 16,0 0-14-16,13 26-9 0,-2 3-10 0,1 4-22 15,-1 2-69-15,7 5-82 0,1 3-123 16,0 2-133-16,0-4-196 0,-6-5-133 0,0-2 71 16,3-2-340-16,-7 0-412 15</inkml:trace>
  <inkml:trace contextRef="#ctx0" brushRef="#br0" timeOffset="61804.81">9962 14362 2609 0,'-2'-20'149'0,"2"0"41"16,0 5 25-16,0 3 14 0,2 4 13 15,2 2 19-15,1 1 28 0,-5 5 38 16,20 0 16-16,-4 8 1 0,6 9-24 16,5 6-19-16,3 10-29 0,2 3-28 0,-3 0-24 15,0 1-21-15,-3-1-15 0,-2-9-23 16,-6-2-17-16,1-3-13 0,-8-5-14 0,2-3-8 15,-6-5-5-15,0 1 5 0,2-3 15 16,-4-4-7-16,-5-3-14 0,15 0-69 0,-1-7-34 16,-3-4 0-16,3-3 0 0,2-10 0 15,-2-6 0-15,1-6 0 0,-1-8 0 0,1-4 0 16,-4-5 0-16,-1-2 0 16,-3-1 0-16,1-2 0 0,-5 19-70 0,1 3-151 15,-1 14-67-15,-1 5-94 0,-2 5-79 16,-2 7-69-16,-3 1-100 0,5 4-189 0,0 0 75 15,0 0-632-15,-15 11-830 0</inkml:trace>
  <inkml:trace contextRef="#ctx0" brushRef="#br0" timeOffset="62187.61">10724 14301 4078 0,'0'0'64'0,"0"0"13"0,0 0 15 15,0 0 27-15,0 0 23 0,0 0 24 0,0 0 20 16,0 0-19-16,0 0-6 0,0 0-7 16,0 0-5-16,0 0-9 0,0 0-8 15,25-4-13-15,-14 0-13 0,5-2-13 0,0-3-6 16,1-3-7-16,-2 0-11 0,0-1 14 16,8-9-7-16,-10 3-9 0,-3 1-1 0,-1-1-8 15,-5 3-10-15,2 3-4 0,-6 1-9 16,-2 5-6-16,2 7-2 0,-13-6-5 0,13 6-2 15,-41 23 1-15,7 4 12 16,-2 8 7-16,0 4 17 0,6 7 20 0,1 1-3 16,8 1-4-16,8-2-3 0,7-7-6 15,4-1-1-15,4-2-6 0,7-5-8 0,1-4-2 16,4-5-7-16,-2-7-3 0,4-3-5 16,4-4-39-16,2-3-52 0,-5-1-66 0,5-4-78 15,5-2-93-15,0-3-134 0,5-3-164 16,1-5-195-16,-8 2 2 0,-6 4 88 0,-1-4-570 15,0 0-733-15</inkml:trace>
  <inkml:trace contextRef="#ctx0" brushRef="#br0" timeOffset="62703.74">10073 13716 3322 0,'-9'-19'-84'0,"-3"-3"23"0,3 5 16 0,-2 0 37 0,0 1 47 0,2 3 41 0,0 3 8 16,2 4-3-16,7 6 9 0,0 0 35 0,-25 47 32 15,14 9 13-15,0 12 5 16,-3 28 5-16,7 11 3 0,3 2-3 0,8 2-11 16,-6 0-18-16,4-2-14 0,5-7-16 15,4-25-11-15,-4-4-13 0,4-5-6 16,3-4-19-16,3-5-64 0,-2-7-75 0,-4-14-92 15,3-4-112-15,-3-4-111 0,-1-10-150 16,-2-5-155-16,-1-6 57 0,1-3-394 16,-3-4-496-16</inkml:trace>
  <inkml:trace contextRef="#ctx0" brushRef="#br0" timeOffset="63722.01">12252 13474 3089 0,'0'0'117'16,"0"0"5"-16,0 0 34 0,-14 60 33 0,3-6 12 15,-3 10 13-15,3 5 10 0,0 3 22 16,-3 20 0-16,6-19-3 0,3-1-7 16,1 5-30-16,-1-4-17 0,4 1 2 0,-1-8-31 15,0-6-22-15,2-11-16 0,-2-5-10 16,-2-5-12-16,3-2-11 0,-3-10-9 0,-2-4-1 15,-2-6-7-15,-1 1-17 16,-2-1-26-16,-7-6-34 0,2-1-38 0,-8-3-28 0,5-4-33 16,-8-6-31-16,-9-4-36 15,2-7-26-15,-8-6-25 0,0-5-9 0,4-6-5 16,2-2 3-16,6-2 19 0,3 0 21 16,7 7 22-16,7 2 17 0,8 4 11 0,3 5 20 15,4 2 13-15,7-3 18 0,12-5 9 16,6 6 12-16,15-9 5 0,9 3 3 0,9-2 11 15,17-10 1-15,5 1-6 16,6-6-18-16,4-4-33 0,-1-6-57 0,2-2-44 16,-7-3-40-16,-4-3-6 0,-9-5 12 0,-9-2 34 15,-5-3 37-15,-10 2 64 16,-15 11 56-16,-9-1 36 0,-1-1 29 0,-12-1 20 16,-7 4 19-16,-7 8 30 0,-3-7 21 15,-9 7 15-15,-1 12 13 0,-4 2 9 0,-8 10 8 16,-5 7-6-16,-4 9 30 0,-9 8 9 15,-6 12 24-15,3 11 13 0,5 9 11 0,0 10 5 16,0 25-1-16,7 2-4 0,15-5-10 16,3 2-5-16,5 3-19 0,10 1-11 0,1-2-16 15,5-1-5-15,3-4-22 0,1-4-15 16,5 0-14-16,-2-9-13 0,-1-1-7 16,-1-15-6-16,-2-1-11 0,-1-2-7 0,-3-6-9 15,0-6-2-15,0-4 1 0,0-3-10 16,-1-4-4-16,-1 0 21 0,2-1-20 15,-2-3-6-15,0-6 1 0,0 0-12 16,7 2 2-16,-7-2 3 0,0 0-1 0,0 0-5 16,16-10 0-16,-16 10-7 0,11-5 5 15,-11 5 21-15,0 0 29 0,22 7 21 0,-13-1 1 16,1 0-5-16,-1 0-6 0,2 3-7 16,3 1-5-16,-3 0-8 0,3-2-6 0,5 1-6 15,-5-3-3-15,0 1-3 0,-2-3-7 16,1-3-4-16,1 1 2 0,-1-2-3 0,-2-2-9 15,5-2-3-15,-1-4-1 0,0-1-18 16,-2-5-5-16,9-7 0 0,-10 5 0 16,2 2 0-16,-3 1 0 0,0 3 0 15,-6 1 0-15,4 1 0 0,-3 0 0 0,-1 5 0 16,-5 3 0-16,11-5 0 0,-11 5 0 16,0 0 0-16,0 0 0 0,16 14 0 15,-7-8 0-15,-6 3 0 0,1-1 0 0,2 0 0 16,-3-2-62-16,3 1-63 0,-3 1-38 15,4-4-34-15,-3 4-29 0,1-6-31 0,-5-2-48 16,9 4-47-16,-9-4-38 0,18-4-43 16,-9-4-43-16,5 2-21 0,3-9 11 0,4-5 57 15</inkml:trace>
  <inkml:trace contextRef="#ctx0" brushRef="#br0" timeOffset="64037.61">13102 14166 3316 0,'14'-25'-96'0,"2"-3"67"0,-3-1 58 0,0 2 58 0,-1 0 55 0,-3 2 41 0,-3 7 48 15,-5 6 26-15,4 1 6 0,-3 2-1 0,2 2-5 16,-2 0-19-16,-2 7-10 0,0 0-1 15,0 0-15-15,0 0-24 0,0 0-13 0,0 0-19 16,0 0-18-16,-6 27-13 0,6-18-12 16,4 3-20-16,-2 0-28 0,1-1-20 0,5 3-18 15,-3 0 3-15,3-3-7 0,5 3-1 16,0 0-6-16,3 1 3 0,5 4 3 16,0 0-4-16,0 1 19 0,0 5 46 0,1 2 19 15,-1-2 31-15,3 4 15 0,-5 0 10 16,-1 0 2-16,-2 0-3 0,-5-2-26 15,0-1-131-15,0-4 0 0,-8-3 0 16,3-1 0-16,-6-4 0 0,0 2 0 0,-2-1 0 16,-4 0 0-16,-3 1 0 0,-3-2 0 15,-3 0 0-15,-4-3 0 0,-10 0 0 0,4-3 0 16,0-4 0-16,-2 0 0 0,-2-4-306 16,-12-8-402-16,5-3-265 0,8-3 93 0,3-5 97 15,6-2-761-15,7 3-989 0</inkml:trace>
  <inkml:trace contextRef="#ctx0" brushRef="#br0" timeOffset="64472.94">13903 13914 4552 0,'10'-24'12'0,"2"5"3"0,-1 2-2 0,4 5 3 0,2 4 20 0,4 3 26 15,1 1 26-15,-2 8 10 0,10 4 3 0,-1 6-4 16,0 6-7-16,-4 6-5 16,-6 0-10-16,-6 3 5 0,5 0 9 0,-7-2 3 15,-8 1 10-15,-1-5 9 0,-6 2 6 16,-3 8-5-16,-5-3 5 0,-1 1-12 0,-4-1-9 15,-6-1-12-15,-2-2-5 0,4 0-8 16,-4-2 14-16,7-3-31 0,2-7 0 0,7-3 6 16,1-3-12-16,2-1-1 0,0-1-3 15,3-2 16-15,-1 2 32 0,2 2 45 16,2 1 37-16,0 6 23 0,0 0 19 0,2 5 16 16,-2 6-136-16,2-1-96 0,0 0 0 15,0 9 0-15,1 0 0 0,3 0 0 16,-2-8 0-16,4-4 0 0,-3-1 0 15,5-3 0-15,-4-4 0 0,0 1 0 0,-3-5 0 16,7 1 0-16,-7-2 0 0,6-1-670 16,-2-4-330-16,2 2 85 0,0-1 113 0,3-4-832 15,3 4-1072-15</inkml:trace>
  <inkml:trace contextRef="#ctx0" brushRef="#br0" timeOffset="64804">15146 14969 4845 0,'0'-4'60'0,"0"4"-3"0,0 0 8 0,-19-3 22 16,0 6 31-16,-22 1 28 0,-18 9 26 15,-15-1 24-15,-26 9 0 0,-19 4-10 16,-6 1-10-16,-18 5-21 0,-62 13 0 16,-15-1-8-16,-35 7-13 0,-32 4 17 0,-35 8 16 15,-26 3 15-15,-27 3 28 0,-16 1 5 16,-141 27 6-16,168-26-71 0,3 7-150 0,15 2 0 15,20 1 0-15,37-2 0 0,36-6 0 16,50-10 0-16,71-20 0 0,24-8 0 0,40-10 0 16,10-4 0-16,8-1 0 15,18-8 0-15,11-2 0 0,8 0 0 0,9-2 0 16,4-1 0-16,4 1 0 0,5-3 0 16,5 3 0-16,4 3 0 0,2-2-133 0,0 3-393 15,11 1-81-15,-10 0-79 0,-4-2-200 16,-4-2 67-16,-1-2 95 0,1 0-572 0,-2 1-754 15</inkml:trace>
  <inkml:trace contextRef="#ctx0" brushRef="#br0" timeOffset="86433.62">22902 2438 438 0,'0'0'215'0,"0"0"-49"0,0 0-2 0,0 0-23 0,0 0-9 0,0 0 1 16,0 0-4-16,0 0-5 0,0 0 16 15,0 0 9-15,0 0 6 0,0 0 9 16,0 0 0-16,0 0-5 0,0 0-5 0,-8-5-12 15,8 5 10-15,0 0-1 0,0 0-5 16,0 0-4-16,0 0-7 0,0 0-5 0,0 0-7 16,0 0-3-16,0 0-6 0,0 0-5 15,0 0-5-15,0 0 1 0,0 0-4 0,0 0-2 16,0 0-8-16,0 0-2 16,0 0-8-16,0 0-7 0,-3-7-1 0,3 7-6 15,0 0-7-15,0 0-1 0,0 0-9 16,0 0-9-16,-10-5-3 0,10 5-2 15,0 0-4-15,-14-5-3 0,14 5-2 0,-5-4-4 16,5 4-1-16,-9-6-3 0,9 6-5 16,-12-2-2-16,12 2 1 0,-13-3-1 0,13 3 0 15,-13-6-1-15,13 6-5 0,-14-6 1 16,14 6 1-16,-15 0-2 0,15 0-2 16,-16-4 1-16,7 4 2 0,9 0-6 15,-15-2 2-15,5 2-1 0,10 0 0 16,-17-2 1-16,17 2-1 0,-19 0-2 0,19 0 4 15,-14 0-1-15,14 0-2 0,-16 2 8 16,16-2-11-16,-18 0 3 0,18 0-1 0,-15 0 0 16,7 2-1-16,8-2-1 0,-15 2 3 15,6 0 1-15,1-2-3 0,-1 5 1 0,-3-2 1 16,2 1-1-16,-1-1 1 0,0-1-4 16,-1 2 5-16,-1 2-2 0,4-3-1 15,-1 2-1-15,2-1 2 0,-3 1 1 0,3 0-3 16,1-2 2-16,-3 3 1 0,3-1-1 15,-1 2 1-15,-2 0-1 0,1-3-2 16,1 5 2-16,0-2 0 0,1 2 2 16,2-3-2-16,-4 3 2 0,2-1 2 0,-1 1-3 15,3 0-2-15,-1-1 0 0,0 1 1 16,0-1 5-16,3 2-5 0,-1-1-4 16,-2 1 5-16,5 1-1 0,-1-1 1 0,0 0-2 15,2 0 3-15,-3 3-4 0,6-3 2 16,-3 0 1-16,2 1-2 0,0 3 1 0,-1-2 8 15,1-1-8-15,4 1 1 0,-2 2 0 16,3-2 2-16,-1 0-2 0,0-2 5 0,-1 0-1 16,1-1 0-16,1 0 7 0,2-1 3 15,-4-1 3-15,4 2 11 16,4-3 1-16,-4-2 1 0,2 4 3 0,3-4-5 16,-1-1 0-16,-2 1 7 0,3-1 2 15,-2 0 4-15,2-3-2 0,-3 0 0 0,-11 0 10 16,24 3-14-16,-13-3 2 0,-11 0-7 15,21-3 2-15,-21 3-11 0,21 0-1 0,-12 0-3 16,-9 0-1-16,25 0-5 0,-12 0 1 16,3 3-3-16,-1-3-1 0,-1 0-1 15,-14 0 0-15,26 0 0 0,-15 1 3 0,-11-1-4 16,22 0 4-16,-22 0 23 0,16 0-1 16,-16 0 11-16,14 0 8 0,-14 0 1 0,0 0 8 15,15-1 0-15,-15 1-7 0,0 0-2 16,14-3-3-16,-14 3-8 0,9-4-6 15,-9 4 1-15,9-9-10 0,-3 5 1 0,0-4-6 16,0-1 0-16,-1-1-10 0,1 2 6 16,-1-4-2-16,4-1-3 0,-5 0-1 15,3-1 1-15,-2 0 1 0,-3 3-6 16,4 0-6-16,-2 1 2 0,-2 0 9 0,0 3-8 16,2 0 4-16,-4 7-6 15,4-12 8-15,-3 5 1 0,-1 7-3 0,2-10 1 0,-2 10-6 16,2-10 4-16,-2 10-1 15,4-9-2-15,-4 9 0 0,2-8 4 0,-2 8-4 0,1-10 3 16,-1 10 1-16,2-8-3 16,-2 8 2-16,0-9 11 0,0 9-5 0,0 0 3 15,2-6-4-15,-2 6-1 0,0 0 3 16,0 0 1-16,3-8 0 0,-3 8-1 16,0 0-6-16,0 0 2 0,0 0-1 0,0 0-8 15,0 0 2-15,0 0 4 0,0 0-7 16,0 0 8-16,0 0-4 0,0 0 1 0,0 0-2 15,-10 31 2-15,4-16 2 0,3-1-2 16,-1 4 3-16,-4 1-1 0,4 2 1 0,-2-1 5 16,1 2-2-16,-1-1 4 0,1 1-3 15,-4 0 5-15,4-1 2 0,-1 1 2 16,1-2-1-16,-1 2 2 0,0-3-2 16,2-2 0-16,-2 1 3 0,5 0-5 15,-3-3-1-15,0 1-4 0,2 1-13 0,-1-2-1 16,1 2-4-16,-3-1 7 0,3-3-3 15,0-1 0-15,2 2 3 0,-1-3-2 0,-3-2 4 16,4 0-1-16,-2-1 3 0,0-1 15 16,2-7 8-16,0 13 3 0,0-13 6 0,-2 9 3 15,2-9 6-15,2 8 9 0,-2-8-32 16,0 0-24-16,-2 9 0 0,2-9 0 0,0 0 0 16,0 0 0-16,0 0 0 0,0 8 0 15,0-8 0-15,0 0 0 0,0 0 0 16,0 0 0-16,0 0 0 0,0 0 0 15,0 0 0-15,0 0 0 0,0 9 0 0,0-9 0 16,0 0 0-16,0 0 0 0,0 0 0 16,0 0 0-16,0 0 0 0,0 0 0 15,-32-14 0-15,20 11 0 0,-5-1 0 0,0-1 0 16,-3-1 0-16,-2 4 0 0,5-2 0 16,-2 0 0-16,0 0 0 0,2 1 0 0,2 2 0 15,2-1 0-15,-1 0 0 0,3 0 0 16,11 2 0-16,-20-5 0 0,13 3 0 0,7 2 0 15,-11 0 0-15,11 0 0 16,-12-4 0-16,12 4 0 0,0 0 0 0,-13-2 0 0,13 2 0 16,0 0 0-16,0 0 0 15,-14-2 0-15,14 2 0 0,0 0 0 0,0 0 0 16,0 0 0-16,0 0 0 0,0 0 0 16,-15-2 0-16,15 2 0 0,0 0 0 0,0 0 0 15,0 0 0-15,0 0 0 0,0 0 0 16,0 0 0-16,0 0 0 0,0 0 0 0,0 0 0 15,-12-2 0-15,12 2 0 0,0 0 0 16,0 0 0-16,0 0 0 0,0 0 0 0,0 0 0 16,0 0 0-16,-7 9 0 0,7-9 0 15,-8 8 0-15,5-2 0 0,3-6 0 16,-9 10 0-16,4-4 0 0,5-6 0 16,-9 10 0-16,5-5 0 0,-2-1 0 0,6-4 0 15,-10 6 0-15,10-6 0 0,-5 6 0 16,5-6 0-16,-8 6 0 0,8-6 0 15,0 0 0-15,-5 7 0 0,5-7 0 0,0 0 0 16,-9 1 0-16,9-1 0 0,0 0 0 16,-16 3 0-16,16-3 0 0,0 0 0 0,0 0 0 15,-23-4 0-15,23 4 0 0,0 0 0 16,-13-3 0-16,13 3 0 0,-9-5 0 16,9 5 0-16,-12-5 0 0,6 1 0 0,0-1 0 15,6 5 0-15,-12-9 0 0,11 6-499 16,-3-3-256-16,4 6-175 0,-6-8 63 15,6 8 103-15,2-9-724 0,-2 9-936 0</inkml:trace>
  <inkml:trace contextRef="#ctx0" brushRef="#br0" timeOffset="86915.86">22453 3134 3858 0,'0'0'-104'0,"0"0"44"0,0 0 31 0,-20-2 14 0,20 2 29 0,0 0 33 0,0 0 26 0,-13 0 26 16,13 0 13-16,0 0 17 15,0 0 7-15,0 0-2 0,0 0 6 0,0 0 5 16,0 0 4-16,0 0 5 0,0 0-7 15,0 0-11-15,46 0-12 0,-29 0-9 0,3 0-10 16,-4 0-13-16,1 0-10 0,0 0-6 16,-4 0-8-16,3 0-6 0,-1 0-6 15,-3 2-9-15,-12-2-3 0,20 0-18 16,-20 0-37-16,18 2-36 0,-18-2-49 0,13 0-64 16,-13 0-71-16,12 2-95 0,-12-2-131 0,0 0-204 15,5-6-10-15,-5 6 58 0,0 0-370 16,0 0-459-16</inkml:trace>
  <inkml:trace contextRef="#ctx0" brushRef="#br0" timeOffset="87684.61">23287 2009 2666 0,'-15'-13'-58'0,"-1"-1"12"0,4 0 20 0,-12-3 26 0,-1 0 20 16,0 1 21-16,2-1 9 0,-4 2 8 15,-4-1-3-15,3 3 0 0,-5 1-4 16,3 2-9-16,-5-1 2 0,0 5 0 0,-2-2-1 15,-3 4-10-15,-5 4 6 0,4 3-3 16,-7 4-1-16,-9 3 11 0,-2 5-1 16,0 6 7-16,4 5 4 0,-4 3 8 0,-10 15-5 15,4 8 11-15,2 0-1 0,4 7-11 16,3 3 7-16,2 5 22 0,4 3-2 0,7 6-1 16,2 2 3-16,5 4 11 0,4-1 2 15,3 3-12-15,4 4-6 0,7 2 21 16,0 0 18-16,11-16-6 0,3-2-6 15,6 0-6-15,3 0-5 0,15-2 5 0,-4-4-3 16,9-1 0-16,15 3 5 0,6-5-4 16,8-6-12-16,-5-19-5 0,4-5-8 15,6-4-6-15,10-6-3 0,-3-5-8 0,7-8-6 16,1-5-7-16,3-7 0 0,-5-6-11 16,3-7 1-16,14-6-11 0,-4-8 0 0,-1-6-9 15,-3-2 3-15,-7-8-3 0,-8-3-1 16,2-8-1-16,-5-4-1 0,-4-8-7 15,-9-9 1-15,0-8 3 0,-6-9 0 0,-5-11-6 16,-7-8-2-16,-12-9-5 0,-6-10-2 16,-10 3 2-16,-13-1-3 0,-15 6-8 15,-10 4-2-15,-14 11-3 0,-9 12-4 16,-15 15-2-16,-9 12-7 0,-14 16-16 0,-7 24-21 16,-15 19-35-16,-6 18-41 0,-3 15-77 15,-4 15-78-15,-2 9-71 0,5 7-124 0,3 7-198 16,13 1 39-16,11 3 79 0,8-3-329 15,19-3-384-15</inkml:trace>
  <inkml:trace contextRef="#ctx0" brushRef="#br0" timeOffset="156568.75">24221 7085 2707 0,'0'0'377'0,"2"-8"-99"0,-2 8-84 0,2-7-37 0,-2 7-15 0,0 0-14 0,0 0 35 15,0 0 17-15,0 0 23 0,7 33 12 0,-7-14 1 16,4 5-8-16,-4 4-2 0,2 8 11 15,0 0-10-15,0 0-10 0,0-5-10 16,0-4-15-16,0-3-22 0,-2 1 0 0,2-7-12 16,-2-3-14-16,1-1-2 0,-1-1 12 15,2-5 8-15,-2 0 9 0,2 0 12 16,-2-8 3-16,4 8-6 0,-4-8-19 0,0 0-45 16,0 0-96-16,9-29 0 0,-4 6 0 15,2-11 0-15,2-5 0 0,5-9 0 16,1 2 0-16,-1 9 0 0,-1 8 0 0,0 0 0 15,-1 8 0-15,-1 7 0 0,1 4 0 16,-3 2 0-16,2 2 0 0,3 4 0 0,-3 2 0 16,7 6 0-16,-2 2 0 0,5-2 0 15,4 7 0-15,-4 1 0 0,-6 0 0 0,0 0 0 16,-3 1 0-16,-3-1 0 0,1 0 0 16,-4-6 0-16,2 0 0 0,-5 1 0 0,3-4 0 15,-1 1 0-15,2-3 0 16,-7-3 0-16,13-9 0 0,-4-3 0 0,9-11 0 0,-2-6 0 15,5 0 0-15,4-10 0 16,-3 12 0-16,-6 3 0 0,4 2 0 0,-7 6 0 16,-3 6 0-16,-3 3 0 0,2 5 0 15,-9 2 0-15,14 7 0 0,-5 5 0 0,-1 2 0 16,-1 5 0-16,2 3 0 0,-2 10 0 16,0-3 0-16,1 3 0 0,-2-6 0 15,0-2-76-15,-3-2-180 0,3 0-64 0,-2-1-82 16,-1-4-69-16,4-2-74 0,-3-3-86 0,-3-2-137 15,7-4 54-15,-5-1-649 16,7-4-818-16</inkml:trace>
  <inkml:trace contextRef="#ctx0" brushRef="#br0" timeOffset="156935.48">25501 6732 3481 0,'-11'-2'-107'0,"11"2"58"0,0 0 53 0,0 0 41 0,-26 15 37 0,13-6 35 0,-1 3 27 0,-4 1 18 16,-2 8 5-16,-3 3-1 0,-2 1 4 0,5 4-11 15,2-3-14-15,0 1-15 16,11-8-10-16,1 1-12 0,5-3-6 0,2 2-4 16,9-2-9-16,2 0-3 0,8 2-9 15,3 0-7-15,4 0-3 0,-2-4 8 0,0 2 0 16,-1-3 9-16,-3 0 4 0,-3-4 12 15,-5 1 16-15,-2 1 30 0,1 0 25 0,-5-3 18 16,0 4 15-16,-3-1 9 0,1 0 3 16,-3 0-12-16,-2 0-17 0,-5-1-21 0,1 0-14 15,-1 3-16-15,-6-4-100 0,-1 3-36 16,-1-4 0-16,0-2 0 0,-3-2 0 0,-2-1 0 16,0-4 0-16,0-4-118 0,0 1-163 15,-3-6-100-15,-6-6-106 0,9 1-95 16,5 0-137-16,6 2-79 0,2-3 76 15,5 1-674-15,3-6-847 0</inkml:trace>
  <inkml:trace contextRef="#ctx0" brushRef="#br0" timeOffset="157102.53">25815 6900 3823 0,'11'-8'92'16,"-6"2"70"-16,1 0 52 0,-3 1 30 0,-3 5 27 15,11-8 12-15,-6 2-4 0,3 2-17 16,-1-4-25-16,5 0-29 0,-1 1-19 0,5-5-24 15,-2 4-58-15,6-3-77 16,-7 5-91-16,6-1-98 0,-2 0-119 0,0 2-86 0,-2 4-104 16,3 2-143-16,-7 0-81 15,1 5 58-15,-3 4-488 0,-3 2-591 0</inkml:trace>
  <inkml:trace contextRef="#ctx0" brushRef="#br0" timeOffset="157285.67">25905 7173 3287 0,'-11'9'173'0,"2"-1"64"0,0-2 52 15,2 1 56-15,3-3 47 0,4-4 23 16,-7 6-5-16,7-6-16 0,-4 6-45 0,4-6-34 16,0 0-29-16,0 0-30 0,0 0-28 15,0 0-61-15,0 0-81 0,40-12-106 16,-21 1-100-16,10-1-115 0,2-1-131 16,1-3-118-16,2-1-97 0,9-1-160 0,6-2-4 15,-1 1 70-15,4 4-571 0,2-1-706 16</inkml:trace>
  <inkml:trace contextRef="#ctx0" brushRef="#br0" timeOffset="157735.59">26640 6810 3647 0,'-11'-5'44'0,"4"0"49"0,1 0 44 15,3-4 28-15,-1 1 18 0,1-1 1 16,3-1 10-16,5-2 0 0,-1 0-2 0,-1-2-12 16,7 1-6-16,2-3-15 15,0 3-8-15,6 1-17 0,-3 5-11 0,2 1-8 16,-2 2-12-16,3 4-5 0,0 3-11 15,3 4-3-15,-1 3-5 0,-2 7 28 0,0 2 27 16,-13-2 29-16,3 5 18 0,-5 0 17 16,-6 2 17-16,-3 9 14 0,-3 0-8 0,-3-2 2 15,-1-2-223-15,2-2 0 0,1-3 0 16,1-5 0-16,5-3 0 0,-2-3 0 0,3-2 0 16,-2-1 0-16,5 0 0 0,2-1 0 15,3-1 0-15,4 0 0 0,0-2 0 16,5-3 0-16,2 2 0 0,4-5 0 0,-2 0 0 15,7-3 0-15,0-1 0 0,0-1 0 16,0-1 0-16,7-5 0 0,1-1 0 0,-5 0 0 16,3-3-610-16,-2 0-364 0,-3-4 71 15,5 0 107-15,-4-2-873 0,-5 1-1106 0</inkml:trace>
  <inkml:trace contextRef="#ctx0" brushRef="#br0" timeOffset="158068.43">27087 6737 4662 0,'-13'-10'29'0,"4"-3"46"0,-2 3 33 0,9 2 14 16,1-3 17-16,2 3 8 0,5-4 6 15,2 1-5-15,9 1-8 0,1 0-10 0,-4 5-3 16,11 0-16-16,2 1-12 0,0 8-9 16,-2 1-9-16,5 6-4 0,3 3-1 0,-8 3 40 15,-5 4 33-15,-3 3 50 16,-7-2 32-16,-7 2 10 0,-1 0 27 0,-4 0 34 15,-1 0-131-15,-7 9-171 0,3 0 0 0,-3-4 0 16,4-8 0-16,1-3 0 0,1-4 0 16,0-2 0-16,4-2 0 0,0 0 0 15,4-1 0-15,2-4 0 0,1-1 0 0,5-1 0 16,3-3 0-16,2-3 0 0,0-1 0 16,2-4 0-16,10-4 0 0,2 1 0 0,-5-1 0 15,3-2 0-15,-3 3 0 0,1-5 0 16,-4 6 0-16,-8 0-691 0,2 1-210 0,-3 1 10 15,-5 3 82-15,-1-5-857 0,-5 6-1103 16</inkml:trace>
  <inkml:trace contextRef="#ctx0" brushRef="#br0" timeOffset="159020.66">23392 6829 4442 0,'-39'7'-147'0,"0"0"14"0,-5 2 15 0,-6 4 12 0,13 0 22 0,1-5 32 16,9 1 22-16,7-4 24 0,9-1 11 15,7 1 33-15,4-5 23 0,23 8 9 16,25-8-3-16,38-10 2 0,47-7-4 15,25-8 0-15,71-16 3 0,17-9-8 0,8-4-12 16,13-10-2-16,10-4 0 0,11-3-7 16,-4-3-5-16,-1-3-4 0,2 1-2 0,-3-4-2 15,-12-1-6-15,-5 2-1 0,-12-1-1 16,-12 8-4-16,-19 3 1 0,-16 7-1 0,-25 4 19 16,-57 19 1-16,-9 3 2 0,-13 4 11 15,-14 1 8-15,-27 10 12 0,-11 4 8 0,-14 5 3 16,-6 2-1-16,-6 3-10 15,-6 3-13-15,-2 3-6 0,-5 6 5 0,1 8 20 16,-3 19 12-16,-2 10 9 0,-7 21-2 0,0 11-3 16,-9 29 23-16,2 3 21 0,-3 7 4 15,2 3 6-15,5 0 7 0,4 1-4 16,7-6-9-16,4-2-12 0,1-3-12 0,4-3-8 16,5-7-11-16,3-6-6 0,-1-5-5 15,-3-21-4-15,-1-6-8 0,-2-4-7 0,-5-6-5 16,-1-11 3-16,-5-7 1 0,0-5 7 15,-3-5 11-15,-2-6 11 0,-2-2 4 16,-6 1-96-16,-1-3 0 0,-11 1 0 0,-12 4 0 16,-19 0 0-16,-14 5 0 0,-28 0 0 15,-18 4 0-15,-21 3 0 0,-17 2 0 0,-64 11 0 16,-14 1 0-16,-17 4 0 0,-12 4 0 16,-10 1 0-16,-10-2 0 0,-3 11 0 15,-7 0 0-15,11 1 0 0,8-2 0 16,7 6 0-16,16-6 0 0,11 2 0 0,23-6 0 15,21 7 0-15,52-19 0 0,8-2 0 16,7 1 0-16,11 0 0 0,8-6 0 0,9 1 0 16,31-10 0-16,2 0 0 0,9-2 0 15,3-1 0-15,9 0 0 0,7-3 0 0,2-3 0 16,5 1 0-16,7-5 0 0,1-3 0 16,3 0 0-16,6-3 0 0,-3-3 0 0,2 2 0 15,3-4 0-15,5-2 0 0,-18-14 0 16,9-5 0-16,3-19 0 0,-3-19 0 0,4-13 0 15,8-11 0-15,1-35 0 0,2-8 0 16,-3-4 0-16,1-11 0 0,-4-10 0 0,0-4 0 16,-2 3-60-16,-2 5-167 15,4 20-17-15,-5 21-12 0,-4 33-30 0,0 12-83 16,2 18-100-16,-6 9-123 0,-1 13-185 16,-1 8 33-16,-4 3 95 0,-1 3-548 0,2 4-660 15</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2:50:56.096"/>
    </inkml:context>
    <inkml:brush xml:id="br0">
      <inkml:brushProperty name="width" value="0.035" units="cm"/>
      <inkml:brushProperty name="height" value="0.035" units="cm"/>
    </inkml:brush>
  </inkml:definitions>
  <inkml:trace contextRef="#ctx0" brushRef="#br0">35 46 2256 0 0,'10'-20'2573'0'0,"2"-4"6066"0"0,-12 22-8018 0 0,-38 175 282 0 0,26-111-866 0 0,7-56 627 0 0,3-5-2514 0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2:50:57.588"/>
    </inkml:context>
    <inkml:brush xml:id="br0">
      <inkml:brushProperty name="width" value="0.035" units="cm"/>
      <inkml:brushProperty name="height" value="0.035" units="cm"/>
    </inkml:brush>
  </inkml:definitions>
  <inkml:trace contextRef="#ctx0" brushRef="#br0">74 398 6597 0 0,'0'0'-208'0'0,"-5"0"-38"0"0,-14 0 214 0 0,14 0 421 0 0,1 0-222 0 0,-34 5 1229 0 0,35-5 403 0 0,12 0-1669 0 0,409-32 1532 0 0,23-2-39 0 0,-354 25-1288 0 0,544-36 338 0 0,-413 37-668 0 0,0-10 0 0 0,277-57 0 0 0,-155 36-6 0 0,-141 21 3 0 0,345-42-130 0 0,-461 45 236 0 0,-81 14-100 0 0,39-15 122 0 0,-40 15-119 0 0,2 0 58 0 0,1-1 0 0 0,-1 0 0 0 0,0 0 0 0 0,1 0 0 0 0,-1-1 0 0 0,0 1 0 0 0,0-1 0 0 0,-1 1 0 0 0,1-1 0 0 0,3-5 0 0 0,-5 7 86 0 0,0 6-148 0 0,-1 56 59 0 0,-2 0 1 0 0,-3-1-1 0 0,-15 69 0 0 0,17-113-23 0 0,-36 255 904 0 0,34-236-453 0 0,5-34-393 0 0,0 1-493 0 0,-1 7 926 0 0,-6-10-8327 0 0,-53-30 3157 0 0,41 23 1578 0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2:50:58.559"/>
    </inkml:context>
    <inkml:brush xml:id="br0">
      <inkml:brushProperty name="width" value="0.035" units="cm"/>
      <inkml:brushProperty name="height" value="0.035" units="cm"/>
    </inkml:brush>
  </inkml:definitions>
  <inkml:trace contextRef="#ctx0" brushRef="#br0">109 78 7345 0 0,'-70'-17'463'0'0,"31"5"1869"0"0,47 10-2126 0 0,38-8-67 0 0,0 3-1 0 0,0 1 0 0 0,1 2 1 0 0,77 4-1 0 0,-42 0-44 0 0,495 2 337 0 0,317-9 446 0 0,-865 7-666 0 0,-8 0 261 0 0,0-1-1 0 0,-1-1 0 0 0,41-9 0 0 0,-58 11-312 0 0,8 1-171 0 0,-41 18-12815 0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2:51:04.706"/>
    </inkml:context>
    <inkml:brush xml:id="br0">
      <inkml:brushProperty name="width" value="0.035" units="cm"/>
      <inkml:brushProperty name="height" value="0.035" units="cm"/>
    </inkml:brush>
  </inkml:definitions>
  <inkml:trace contextRef="#ctx0" brushRef="#br0">17 162 7141 0 0,'-16'-38'1530'0'0,"16"34"-1414"0"0,1 0 0 0 0,0-1-1 0 0,0 1 1 0 0,0 0-1 0 0,0 0 1 0 0,1 0-1 0 0,0 0 1 0 0,0 0-1 0 0,0 1 1 0 0,0-1-1 0 0,0 0 1 0 0,1 1-1 0 0,0 0 1 0 0,-1-1-1 0 0,1 1 1 0 0,0 0-1 0 0,1 0 1 0 0,-1 1-1 0 0,0-1 1 0 0,1 1 0 0 0,7-4-1 0 0,2-1 109 0 0,1 0-1 0 0,0 1 1 0 0,0 1 0 0 0,25-7-1 0 0,-30 10-153 0 0,0 0 0 0 0,0 1 0 0 0,0 0-1 0 0,1 0 1 0 0,-1 1 0 0 0,0 0 0 0 0,1 1 0 0 0,-1 0-1 0 0,0 0 1 0 0,0 1 0 0 0,0 0 0 0 0,0 1 0 0 0,0 0 0 0 0,0 0-1 0 0,-1 1 1 0 0,1 0 0 0 0,-1 0 0 0 0,0 1 0 0 0,0 0-1 0 0,-1 1 1 0 0,0 0 0 0 0,0 0 0 0 0,0 0 0 0 0,0 1 0 0 0,-1 0-1 0 0,0 0 1 0 0,-1 1 0 0 0,0-1 0 0 0,0 1 0 0 0,0 1-1 0 0,-1-1 1 0 0,0 0 0 0 0,-1 1 0 0 0,0 0 0 0 0,0 0 0 0 0,-1 0-1 0 0,0 0 1 0 0,-1 0 0 0 0,0 0 0 0 0,0 1 0 0 0,-2 15-1 0 0,-4 21 1553 0 0,-22 90 0 0 0,16-88-54 0 0,10-45-1472 0 0,0 0 0 0 0,1-1 0 0 0,0 1 0 0 0,0-1 0 0 0,-1 1 0 0 0,1 0 0 0 0,1-1 0 0 0,-1 1 1 0 0,0 0-1 0 0,1-1 0 0 0,-1 1 0 0 0,1 0 0 0 0,0-1 0 0 0,0 1 0 0 0,0-1 0 0 0,0 0 1 0 0,0 1-1 0 0,1-1 0 0 0,2 4 0 0 0,-1-3-13 0 0,0 0 0 0 0,0 0 0 0 0,1 0 0 0 0,0 0 0 0 0,-1 0 0 0 0,1-1 0 0 0,0 0 0 0 0,0 0 0 0 0,1 0 0 0 0,5 2 0 0 0,6 0-193 0 0,0 0 1 0 0,0-1-1 0 0,0-1 0 0 0,0 0 0 0 0,18-1 0 0 0,12-3-1081 0 0,-1-2 0 0 0,0-2 0 0 0,0-1 1 0 0,0-3-1 0 0,-1-1 0 0 0,0-3 0 0 0,-1-1 0 0 0,55-29 1 0 0,-84 37 994 0 0,-1 0 0 0 0,0-2 0 0 0,-1 0 1 0 0,0 0-1 0 0,0-1 0 0 0,-1 0 0 0 0,11-14 1 0 0,7-11 1025 0 0,25-41 1 0 0,22-29 2145 0 0,-74 103-2909 0 0,0 0 0 0 0,-1 0 0 0 0,1 0 0 0 0,0 0 0 0 0,0 0 0 0 0,0 1 0 0 0,0-1 0 0 0,1 1 0 0 0,-1 0 0 0 0,0 0 0 0 0,0 0 0 0 0,1 0 0 0 0,-1 0 0 0 0,1 0 0 0 0,-1 0 0 0 0,1 1 0 0 0,-1-1 0 0 0,1 1 0 0 0,0 0 0 0 0,-1 0 0 0 0,1 0 0 0 0,-1 0 0 0 0,1 0 0 0 0,-1 0 0 0 0,1 1-1 0 0,-1-1 1 0 0,1 1 0 0 0,2 1 0 0 0,-3-1-9 0 0,0 0-1 0 0,0 1 1 0 0,0-1 0 0 0,-1 1-1 0 0,1-1 1 0 0,0 1-1 0 0,-1 0 1 0 0,1-1-1 0 0,-1 1 1 0 0,0 0-1 0 0,1 0 1 0 0,-1 0-1 0 0,0 0 1 0 0,0 0 0 0 0,0 0-1 0 0,-1 1 1 0 0,1-1-1 0 0,0 0 1 0 0,-1 0-1 0 0,0 1 1 0 0,1-1-1 0 0,-1 0 1 0 0,0 0-1 0 0,0 1 1 0 0,0-1 0 0 0,-1 0-1 0 0,1 1 1 0 0,0-1-1 0 0,-1 0 1 0 0,1 0-1 0 0,-1 1 1 0 0,-1 2-1 0 0,-4 8 270 0 0,0 0 0 0 0,0-1 0 0 0,-1 0 0 0 0,-13 17 0 0 0,14-22-137 0 0,1 0 0 0 0,-1 0 0 0 0,1 1 0 0 0,1 0-1 0 0,-1 0 1 0 0,1 0 0 0 0,1 0 0 0 0,0 1 0 0 0,0 0 0 0 0,0-1 0 0 0,1 1 0 0 0,1 0 0 0 0,-2 17-1 0 0,3-22-130 0 0,1-1-1 0 0,0 1 0 0 0,0 0 0 0 0,0 0 0 0 0,0-1 0 0 0,1 1 1 0 0,-1 0-1 0 0,1-1 0 0 0,0 1 0 0 0,0-1 0 0 0,0 0 0 0 0,1 0 1 0 0,-1 0-1 0 0,1 0 0 0 0,5 5 0 0 0,-2-4 3 0 0,0 1-1 0 0,0-1 1 0 0,1 0 0 0 0,-1-1 0 0 0,1 0-1 0 0,0 0 1 0 0,13 4 0 0 0,-5-3-249 0 0,1-1 0 0 0,0 0-1 0 0,-1-1 1 0 0,1-1 0 0 0,0-1 0 0 0,0 0 0 0 0,20-3 0 0 0,-10-2-707 0 0,-1-1 0 0 0,0-1 0 0 0,-1-1 1 0 0,1-1-1 0 0,42-23 0 0 0,-50 23-283 0 0,-1-1 0 0 0,-1 0 0 0 0,0-1-1 0 0,0-1 1 0 0,-1-1 0 0 0,-1 0 0 0 0,0 0 0 0 0,19-27 0 0 0,-13 5-3645 0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2:51:05.080"/>
    </inkml:context>
    <inkml:brush xml:id="br0">
      <inkml:brushProperty name="width" value="0.035" units="cm"/>
      <inkml:brushProperty name="height" value="0.035" units="cm"/>
    </inkml:brush>
  </inkml:definitions>
  <inkml:trace contextRef="#ctx0" brushRef="#br0">2510 280 9205 0 0,'-31'-28'-42'0'0,"0"0"1"0"0,-2 2 0 0 0,-1 2-1 0 0,0 1 1 0 0,-2 2-1 0 0,-1 1 1 0 0,0 2-1 0 0,-2 2 1 0 0,1 1-1 0 0,-2 2 1 0 0,-45-9 0 0 0,31 12 249 0 0,0 3 0 0 0,0 1 0 0 0,-1 4 0 0 0,1 1 0 0 0,-1 4 0 0 0,1 1 0 0 0,-1 3 0 0 0,-57 15 0 0 0,-5 10 230 0 0,1 5 1 0 0,2 5 0 0 0,3 5 0 0 0,1 5 0 0 0,3 5 0 0 0,2 4 0 0 0,3 5-1 0 0,-138 116 1 0 0,197-146-220 0 0,2 1-1 0 0,1 3 1 0 0,2 1-1 0 0,2 2 1 0 0,-43 67-1 0 0,67-90-130 0 0,0 0-1 0 0,1 1 0 0 0,2 0 1 0 0,0 1-1 0 0,1-1 1 0 0,1 2-1 0 0,1-1 1 0 0,1 1-1 0 0,1 0 0 0 0,1 0 1 0 0,1 0-1 0 0,2 0 1 0 0,0 0-1 0 0,1 1 0 0 0,7 38 1 0 0,1-29-8 0 0,1-1 0 0 0,2 0 0 0 0,1-1 0 0 0,1-1 0 0 0,2 0 0 0 0,1 0 0 0 0,1-2 0 0 0,1 0 0 0 0,2-2 0 0 0,1 0 0 0 0,26 24 0 0 0,-1-6 43 0 0,2-2 0 0 0,2-2-1 0 0,1-3 1 0 0,109 59 0 0 0,-82-57-42 0 0,2-4-1 0 0,1-3 1 0 0,2-3-1 0 0,166 33 1 0 0,-178-50-81 0 0,1-4 0 0 0,0-2 0 0 0,0-4 1 0 0,1-2-1 0 0,-1-4 0 0 0,97-18 0 0 0,-115 9 30 0 0,-1-1 1 0 0,-1-3-1 0 0,0-3 1 0 0,-2-2-1 0 0,0-1 0 0 0,-1-4 1 0 0,-2-1-1 0 0,-1-2 0 0 0,-1-2 1 0 0,-2-3-1 0 0,-1-1 0 0 0,-2-2 1 0 0,-1-2-1 0 0,55-73 1 0 0,-65 72 26 0 0,-2-1 0 0 0,-2-1 0 0 0,-2-2 0 0 0,-2 0 0 0 0,-1-2 0 0 0,-3 0 0 0 0,13-55 0 0 0,-21 60-25 0 0,-2-1-1 0 0,-2-1 1 0 0,-1 1-1 0 0,-3-1 1 0 0,-1 0-1 0 0,-3 0 1 0 0,-1 1-1 0 0,-16-74 1 0 0,11 84-33 0 0,-1 1 0 0 0,-2 1 0 0 0,-1-1 0 0 0,-2 2 0 0 0,-1 0 0 0 0,-1 1 0 0 0,-1 0 0 0 0,-2 1 0 0 0,-1 1 0 0 0,-1 1 0 0 0,-1 1 0 0 0,-1 1 0 0 0,-1 1 0 0 0,-1 1 0 0 0,-2 1 1 0 0,0 1-1 0 0,0 2 0 0 0,-2 1 0 0 0,0 1 0 0 0,-1 1 0 0 0,-33-11 0 0 0,-4 3-209 0 0,-2 4 0 0 0,0 2 0 0 0,-1 3 0 0 0,-1 3 0 0 0,0 4 0 0 0,0 2 0 0 0,-1 4-1 0 0,-93 10 1 0 0,30 7-1595 0 0,2 5 0 0 0,0 7 0 0 0,-185 63-1 0 0,242-65-910 0 0,-96 46 0 0 0,88-26-1276 0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2:51:05.383"/>
    </inkml:context>
    <inkml:brush xml:id="br0">
      <inkml:brushProperty name="width" value="0.035" units="cm"/>
      <inkml:brushProperty name="height" value="0.035" units="cm"/>
    </inkml:brush>
  </inkml:definitions>
  <inkml:trace contextRef="#ctx0" brushRef="#br0">208 41 10457 0 0,'-52'6'1401'0'0,"-42"5"1193"0"0,32-8 2468 0 0,66-3-4937 0 0,-1 1 0 0 0,1-1-1 0 0,-1 1 1 0 0,1-1 0 0 0,-1 1-1 0 0,1 0 1 0 0,-1 1 0 0 0,0-1-1 0 0,4 2 1 0 0,14 6 116 0 0,46 5 94 0 0,-1-2 0 0 0,1-4 1 0 0,71 1-1 0 0,202-20-2385 0 0,312-80-11388 0 0,-550 71 8439 0 0</inkml:trace>
</inkml:ink>
</file>

<file path=ppt/ink/ink7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5-09-21T02:51:34.215"/>
    </inkml:context>
    <inkml:brush xml:id="br0">
      <inkml:brushProperty name="width" value="0.05292" units="cm"/>
      <inkml:brushProperty name="height" value="0.05292" units="cm"/>
      <inkml:brushProperty name="color" value="#FF0000"/>
    </inkml:brush>
  </inkml:definitions>
  <inkml:trace contextRef="#ctx0" brushRef="#br0">3801 2631 1067 0,'-13'0'350'0,"13"0"-84"0,0 0-43 0,0 0-35 0,0 0 2 16,-10 4-7-16,10-4-1 0,0 0-1 15,0 0 17-15,0 0 13 0,0 0 7 0,0 0 6 16,0 0 2-16,0 0 1 16,-22-4 3-16,22 4 10 0,-8-4 9 0,2-2-2 15,6 6-25-15,-7-8-2 0,1 0-18 16,4 3-3-16,0-3-12 0,-1 0-18 0,3 8-16 15,0-17-17-15,2 9-17 0,-1 0-13 16,1-1-13-16,2 5-7 0,3-2-13 16,-7 6 0-16,16-5-18 0,-1 5-9 0,2 3 3 15,2 6-7-15,2-1-10 0,2 8 1 16,0 3-4-16,-4 1-1 0,-2 5 1 0,-6-4-8 16,-5 1 7-16,-2 2-5 0,-6 0 5 15,-2 8 7-15,-7 0 17 0,-3 1 17 16,-2-4 15-16,-9 9 9 0,1-10 0 15,6-4-6-15,0-2-7 0,4-3-63 16,2-5-17-16,2-1 0 0,3-1 0 0,1-3 0 16,-2-2 0-16,4 0 0 0,1-1 0 15,3-6 0-15,-4 7 0 0,4-7 0 0,7 9 0 16,-7-9 0-16,18 7 0 0,0-4 0 16,4 0 0-16,5 1 0 0,9 1 0 0,-6-4 0 15,10 5 0-15,-10-3 0 0,-5-1 0 16,-4 1 0-16,-4 1 0 0,-1-3 0 15,-5 1 0-15,1 2 0 0,-12-4 0 16,16 2 0-16,-5-1 0 0,-11-1 0 0,11 3 0 16,-11-3 0-16,0 0 0 0,0 0 0 15,19 0 0-15,-19 0 0 0,0 0 0 16,0 0 0-16,11-3-415 0,-11 3-174 0,9-3-202 16,-9 3-100-16,16-4 75 0,-16 4-779 15,25-2-1035-15</inkml:trace>
  <inkml:trace contextRef="#ctx0" brushRef="#br0" timeOffset="646.15">5909 2777 3900 0,'-15'-3'-330'0,"15"3"28"0,-13 0 34 0,13 0 38 0,0 0 44 0,0 0 48 0,-23 2 34 16,23-2 35-16,-16 3 42 0,16-3 39 0,-17 3 35 16,10 1 36-16,7-4 34 15,-16 3 31-15,16-3 30 0,-15 4 18 16,15-4 25-16,-12 3 10 0,12-3 1 0,0 0-8 16,-9 2-2-16,9-2-6 0,0 0 3 15,0 0-2-15,0 0-7 0,0 0-4 0,40-12-47 16,-15 7-15-16,9-4-13 0,2 1-16 15,5 3-14-15,-5-4-5 0,-2 2-12 16,-5 2-7-16,-5 0-10 0,-7 3-6 0,3-1-9 16,-8 1-7-16,0 0-2 0,0 1-6 15,-12 1 0-15,15-2-9 0,-15 2-10 0,13-3-21 16,-13 3-42-16,0 0-51 0,14-2-60 16,-14 2-85-16,0 0-89 0,0 0-123 15,11 5-191-15,-11-5-69 0,0 0 57 16,0 0-427-16,15 3-553 0</inkml:trace>
  <inkml:trace contextRef="#ctx0" brushRef="#br0" timeOffset="1113.33">6673 2556 3266 0,'-5'-12'155'0,"3"0"20"0,2 4 5 15,2-1-2-15,2 0-19 0,-4 9-10 0,7-11-5 16,-2 5-14-16,3 3-9 0,2-1-13 16,1 3-11-16,3 1-7 0,-1 1-8 15,6 3-9-15,-4 1-8 0,-1 2-5 0,-1 0-3 16,-2 1-3-16,-1 5 11 0,-2-1 18 16,-7 1 24-16,1 5 17 0,-4-2 19 15,-3 6 18-15,-9 8 3 0,-1-3 4 16,4 1-12-16,-1-4-1 0,5-7-3 15,-1 0-6-15,2-1-7 0,4-5-5 0,0 0-7 0,2-1-3 16,2 0-7-16,4 0-11 16,2 2-5-16,7 0-2 0,0 1-5 0,2-1-12 15,1-3-5-15,-1 5-53 0,-2-2-24 16,2 0 0-16,-6 1 0 0,1-3 0 16,-2 1 0-16,-3 1 0 0,-3 1 0 0,-1-1 0 15,-1-2 0-15,-4 1 0 0,-3 2 0 16,-1 1 0-16,-6 1 0 0,-1-1 0 0,-4-2 0 15,2 1 0-15,-1-2 0 0,-2 0 0 16,4-7 0-16,-3 1 0 0,5-3 0 0,1 0 0 16,-2-2 0-16,0 2 0 0,2-4 0 15,-2 4 0-15,13-2 0 0,-14 0-112 0,14 0-523 16,-16-6-137-16,10 4-144 0,6 2 67 16,-3-6-820-16,3 6-1105 0</inkml:trace>
  <inkml:trace contextRef="#ctx0" brushRef="#br0" timeOffset="2595.96">8506 2876 4194 0,'0'0'-198'0,"0"0"65"0,0 0 56 0,0 0 45 0,0 0 44 0,0 0 45 16,-38 6 35-16,38-6 39 0,0 0 18 15,-12 3 13-15,12-3 4 0,0 0 0 16,0 0 0-16,-11 3-5 0,11-3-3 0,0 0 8 16,0 0-19-16,0 0 8 0,0 0 12 15,0 0-24-15,63-6-14 0,-22 0-11 16,2 1-11-16,2 1 4 0,-2-1-15 0,-1-1-23 16,-2 5-1-16,-6-3-10 0,-9 2 1 15,-1 0-2-15,-2 1-12 0,-5-1-4 16,-4 2-4-16,1-2-5 0,-3 2-1 0,-11 0-3 15,19 0-12-15,-19 0 4 0,13-3-7 16,-13 3 5-16,0 0-18 0,11-1-40 0,-11 1-40 16,0 0-58-16,0 0-71 0,7-4-88 15,-7 4-92-15,0 0-107 0,0 0-131 16,0 0-123-16,0 0 55 0,0 0-495 0,0 0-652 16</inkml:trace>
  <inkml:trace contextRef="#ctx0" brushRef="#br0" timeOffset="3012.22">9602 2501 3262 0,'2'-8'38'0,"0"1"38"0,-2 7 31 15,-2-9 19-15,2 9 21 0,0 0 23 16,0 0 10-16,0 0 11 0,0 0 14 0,-33 18 9 15,8 4 14-15,-5 14 20 0,-8 3-13 16,-3 3 10-16,-4 1-20 0,6 1-7 16,-3 1 1-16,6-1-14 0,5 1-1 15,5-6-7-15,3 1-9 0,7-10-10 0,8 0-10 16,3-5-14-16,7-4-10 0,1-1-10 16,8-1-14-16,3-3-13 0,10 2-49 15,2-6-58-15,0-5 0 0,11-1 0 0,-5-5 0 16,4-6 0-16,0-4 0 0,-1 1 0 15,-10 0 0-15,-4 0 0 0,-5-2 0 0,0 0 0 16,-5 0 0-16,-3-2 0 0,-4 1 0 16,-2 0 0-16,-2-2 0 0,-2 1 0 15,-2 1 0-15,-6-2 0 0,1 2 0 16,-1 4 0-16,-3 0 0 0,0 0 0 0,-3 3 0 16,4 4 0-16,-4 0-182 0,3 2-290 15,-3 2-126-15,1-2-181 0,2 4-104 0,-2 0 81 16,1-1-720-16,3-1-967 0</inkml:trace>
  <inkml:trace contextRef="#ctx0" brushRef="#br0" timeOffset="5028.57">10923 2859 3900 0,'-12'4'-45'0,"5"0"53"0,-3 0 60 0,10-4 31 0,-12 4 29 16,12-4 25-16,-5 3 26 0,5-3 14 0,0 0 16 15,0 0 19-15,0 0 21 0,17 10-9 16,0-13-20-16,12 0-11 0,11 1-20 0,4 0-20 15,0-1-19-15,1 1-13 16,-3 0-18-16,-1 2-9 0,-11-2-3 0,-3 2-21 0,-7 0-11 16,1 0-7-16,-8 0-5 0,1 0-10 15,-14 0-4-15,23-2-7 0,-23 2-15 16,15 0-14-16,-15 0-21 0,14 2-30 16,-14-2-40-16,0 0-41 0,0 0-47 0,9 2-60 15,-9-2-79-15,0 0-83 0,0 0-97 16,4 4-129-16,-4-4-150 0,0 0 62 15,0 0-523-15,0 0-688 0</inkml:trace>
  <inkml:trace contextRef="#ctx0" brushRef="#br0" timeOffset="5579.76">11979 2613 3389 0,'2'-11'2'16,"-2"5"47"-16,0-2 38 0,0 2 40 0,0 6 41 16,-4-11 24-16,1 5 18 0,3 6 13 15,-7-12 7-15,1 6-8 0,-1 1-4 0,-3 1 10 16,-3 0-12-16,0 0-13 0,-5 4-13 16,-5-3-24-16,-2 6-17 0,0-1-9 15,-12 4-19-15,2-2-11 0,-1 7-9 0,10-3-10 16,4 0-7-16,2-1-8 0,4-1-7 15,3 0-4-15,1 4-14 0,3-3 1 16,4 1-16-16,1-2-4 0,4 4 1 16,5 0-8-16,5 2 5 0,5 0-6 0,10 2 2 15,2 1 4-15,4-1-15 0,-6-2 4 16,6-2-3-16,-8 0-3 0,0-1 5 0,-2-4-3 16,2 3-1-16,-10-2-1 0,4 0-4 15,-5-1 3-15,-1 2 20 0,-3-2 34 0,0 2 38 16,-3 2 26-16,-3 1 25 15,-4-1-60-15,1 1-95 0,-7 2 0 0,-6 1 0 16,1 1 0-16,0-2 0 0,-12 5 0 0,2-5 0 16,4-1 0-16,0-2 0 0,-2 0 0 15,0-4 0-15,5 1 0 0,0-2 0 16,5 1 0-16,-3-4 0 0,3 1 0 0,1 0 0 16,10-2 0-16,-17 4 0 0,17-4 0 15,-14 1 0-15,14-1 0 0,-7 2 0 16,7-2 0-16,0 0 0 0,0 0 0 0,-17 0 0 15,17 0 0-15,0 0 0 0,0 0 0 16,-12 0 0-16,12 0 0 0,0 0-24 0,0 0-907 16,0 0-53-16,0 0 100 15,0 0-942-15,0 0-1252 0</inkml:trace>
  <inkml:trace contextRef="#ctx0" brushRef="#br0" timeOffset="7278.18">13105 2631 4613 0,'-5'-1'-198'0,"-6"0"65"0,4-3 46 0,-4 0 40 0,3 2 47 16,8 2 44-16,-19-2 35 0,14-1 30 15,5 3 15-15,-12-1 2 0,12 1-2 0,-10-2-10 16,10 2-6-16,0 0-12 0,-12-4-4 16,12 4-7-16,0 0-10 0,-7-2-3 0,7 2-11 15,0 0-1-15,0 0-6 0,0 0-7 16,0 0-2-16,-7-4-6 0,7 4-3 15,0 0-1-15,0 0 7 0,0 0 4 0,0 0-4 16,0 0 13-16,0 0 0 0,0 0 8 16,0 0 7-16,0 0-11 0,0 0 8 0,0 0-2 15,0 0-4-15,0 0-5 16,0 0-9-16,0 0 2 0,0 0-9 0,0 0 2 0,0 0-15 16,0 0-2-16,0 0-1 0,-13 12 5 15,15-2-5-15,-1 7-2 0,-1 3-4 16,2 5 2-16,2 11-1 0,0 3 6 15,-1-3 29-15,-1 4-1 0,0-3-2 0,2 1-5 16,-2-3 18-16,-4-4 0 0,2-4-13 16,0-1-4-16,-4-3 3 0,2-4 3 15,0 0-7-15,2-5-5 0,-2-1-2 0,2-1-10 16,-1 0 8-16,-1-3-14 0,0-1-13 16,2-8-50-16,-2 12-72 0,2-12-77 15,0 0-91-15,-4 2-107 0,4-2-104 0,0 0-123 16,0 0-173-16,0-22 47 0,2 10-615 0,2-2-809 15</inkml:trace>
  <inkml:trace contextRef="#ctx0" brushRef="#br0" timeOffset="7611.06">13385 2709 3788 0,'-4'-10'75'0,"4"10"36"15,-7-7 28-15,7 7 23 0,-5-5 16 0,5 5 11 0,0 0 7 0,0 0 3 0,-1-10-11 16,1 10-17-16,0 0-13 16,0 0-16-16,10-5-10 0,-10 5-9 0,14-4-9 15,-1 2-22-15,-13 2-2 0,25 4 2 16,-9 1-22-16,-3 1-5 0,5 7-7 16,-7 2 9-16,1 2 9 0,-7 4 1 0,3 1 6 15,-5 4 12-15,-1 9 13 0,-2 2 3 16,0-8-3-16,0-4-11 0,0 2-9 0,0 0-9 15,-2 0-3-15,2-1-11 0,0-2-10 16,2-2-3-16,-2-3-3 0,0-2-9 0,0 0-2 16,2-5-41-16,-4 0-72 0,4-4-72 15,-2 4-76-15,0-4-89 0,2-3-95 16,-2-5-112-16,3 4-119 0,-3-4-166 16,0 0 59-16,0 0-623 0,0 0-823 15</inkml:trace>
  <inkml:trace contextRef="#ctx0" brushRef="#br0" timeOffset="7830.11">13442 3052 3963 0,'-15'0'132'0,"-2"-2"52"0,17 2 49 15,-19 2 51-15,19-2 54 0,-17 0 15 16,17 0-3-16,0 0-15 0,-16 0-34 0,16 0-24 16,0 0-29-16,0 0-23 0,0 0-22 15,0 0-25-15,36-14-18 0,-11 11-21 16,0-1-52-16,4 1-78 0,5-4-107 15,2 2-92-15,0 1-84 0,-4-1-97 16,-7 2-95-16,0-2-93 0,-3 3-112 0,-8 0-109 16,2 1 48-16,-5-1-580 0,3-1-770 15</inkml:trace>
  <inkml:trace contextRef="#ctx0" brushRef="#br0" timeOffset="8194.64">14433 2977 4002 0,'-15'0'198'0,"4"0"27"0,11 0 36 15,-20 0 49-15,20 0 31 0,0 0 16 0,-12 0-2 16,12 0-24-16,0 0-28 0,0 0-23 16,0 0-28-16,0 0-21 0,0 0-24 0,0 0-20 15,39-7-18-15,-14 3-18 16,6 2-120-16,-3 2-31 0,10-4 0 0,-4 4 0 0,-9 0 0 16,-2 0 0-16,-2 0 0 15,-5 0 0-15,-4 0 0 0,4 0 0 0,-5-1 0 16,-2 0-149-16,3 1-100 0,-12 0-39 15,15-2-58-15,-5 0-75 0,-10 2-74 0,13-2-113 16,-3-2-195-16,-4 2 48 0,-6 2 94 16,19-3-501-16,-14-1-628 0</inkml:trace>
  <inkml:trace contextRef="#ctx0" brushRef="#br0" timeOffset="8945.03">15074 2695 3393 0,'-7'-10'155'0,"4"0"42"0,-1 5 33 15,4 5 22-15,-4-10 22 0,4 10 6 0,0 0 2 16,-3-6-21-16,3 6-23 0,0 0-12 16,0 0-22-16,0 0-18 0,-6-8-18 15,6 8-18-15,0 0-13 0,0 0-6 0,0 0-22 16,0 0-9-16,0 0-7 0,0 0-12 15,0 0-12-15,0 0-6 0,11 22-11 16,-11-22-7-16,0 0-3 0,9 4-2 16,-9-4 0-16,0 0 4 0,0 0-3 0,0 0-2 15,0 0-5-15,0 0-6 0,24-9-4 16,-24 9-3-16,5-5 3 0,-5 5-2 0,7-7 3 16,-7 7-11-16,0 0 5 0,3-7-3 15,-3 7-3-15,0 0-1 0,4-5-2 0,-4 5 5 16,0 0-7-16,0 0 0 0,5-8 0 15,-5 8 8-15,0 0-3 0,0 0 1 16,0 0 4-16,0 0 0 0,0 0-4 0,0 0 1 16,0 0-4-16,0 0-1 0,0 0 1 15,0 0-9-15,0 0 8 0,0 0-3 0,0 0 0 16,0 20 2-16,-1-8-4 16,1 0-2-16,-2 5 5 0,0 0-1 0,2 0-2 15,-2 2 3-15,2 0 0 0,0-2 1 16,0 0-7-16,2 0 8 0,0-2-6 0,0-3 3 15,-1 1-5-15,3-3 4 0,0 0-2 16,1-1 1-16,4-3-5 0,-2 0 0 0,4-2 0 16,3-4 0-16,3 0 0 0,-2 0 0 15,6-4 0-15,-2-2-10 0,2 0-2 16,0-3 2-16,-4-3-1 0,3 2-1 0,-6-1 8 16,0-1 4-16,-3 0 1 0,-1 2 1 15,-2 3 10-15,-3 1-4 0,1 0 0 0,-6 6 0 16,7-7-6-16,-7 7 1 0,0 0 11 15,0 0-13-15,0 0-1 0,0 19 0 0,-1-7 0 16,-3 5 0-16,-2 4 0 16,-1 10 0-16,0 0 0 0,2-3 0 0,3-5 0 15,-2 2 0-15,4 0 0 0,-1-1 0 16,1-2 0-16,0-3 0 0,0-2 0 0,1 0 0 16,1-3 0-16,-2-2 0 0,0-4 0 15,2 0 0-15,-2-1 0 0,0-7 0 0,4 9 0 16,-4-9 0-16,0 0 0 0,0 0 0 15,0 0 0-15,0 0 0 0,0 0 0 16,0 0-154-16,0 0-362 0,7-24-154 16,-9 19-225-16,2 5 36 0,0-8 92 0,0 8-706 15,7-9-920-15</inkml:trace>
  <inkml:trace contextRef="#ctx0" brushRef="#br0" timeOffset="9894.69">16535 2859 3771 0,'8'-4'-90'0,"-8"4"68"0,0 0 55 0,0 0 31 0,9-9 40 0,-9 9 24 15,6-4 19-15,-6 4 13 0,6-8 5 0,1 4 0 16,-3-2-4-16,4-1-5 0,-5 2-7 15,6-2-1-15,-8 0-9 0,5 0-6 16,-1 0-10-16,-1-1-5 0,2-1 3 16,-4 1 10-16,2-4 7 0,-4 0-8 15,2-2-17-15,-4-1-8 0,2 3-7 0,-2-7 4 16,-6 7 0-16,2-5-14 0,-1 6-5 16,-2 1-4-16,-5 2-7 0,-3 2-13 0,0 6 8 15,-10 2-7-15,4 4-13 0,-8 6 3 16,-1 3-5-16,3 3-1 0,7 1-1 0,1 2 2 15,3-2-6-15,6-1-4 0,2-2-2 16,6-2-7-16,0-3-2 0,4 2 1 0,2-1-1 16,3-2 3-16,0-2 0 0,2 1 5 15,4-4 0-15,2 0 11 0,1-2 3 16,0-1 13-16,1-2-1 0,1 0 12 0,-16 0-53 16,25-5-17-16,-12 3 0 0,-2 2 0 15,-11 0 0-15,15-3 0 0,-15 3 0 16,0 0 0-16,19 3 0 0,-19-3 0 15,8 9 0-15,-2-1 0 0,-1 8 0 0,4 1 0 16,-5 4 0-16,6 9 0 0,-4-5 0 16,1 4 0-16,-1-2 0 0,0-4 0 0,0-1 0 15,-3-2 0-15,-1 0 0 0,0-5 0 16,0-1 0-16,-2-1 0 0,0-1 0 16,-2-2 0-16,-2 1 0 0,1-1 0 0,-5 1 0 15,-5-2 0-15,-9 0 0 0,-6 3 0 0,-5 1 0 16,-3-3 0-16,2 0 0 0,4-1 0 15,5 1 0-15,4-5 0 0,4 0 0 16,-1 0 0-16,7-1 0 0,0-1 0 16,1 1 0-16,10-4 0 0,-17 3 0 0,12 0 0 15,5-3 0-15,-14 4 0 0,14-4 0 16,0 0 0-16,-13 3 0 0,13-3 0 0,-8 2 0 16,8-2 0-16,0 0 0 0,0 0 0 15,0 0 0-15,-11-5 0 16,11 5-986-16,0 0 36 0,-6-14-1177 0,6 14-1537 15</inkml:trace>
  <inkml:trace contextRef="#ctx0" brushRef="#br0" timeOffset="11311.32">2065 2664 2379 0,'0'-10'304'0,"0"0"-68"0,0 3-28 0,-2-1 14 0,2 8 16 0,-3-12 6 0,3 12 1 16,-4-8-4-16,4 8 15 0,-4-7 16 15,4 7-7-15,0 0-21 0,0 0-11 0,0 0-23 16,-28 27-13-16,12 0-20 0,-5 4-10 16,2-2-21-16,-4 10-19 0,7-6-4 15,-2-3-12-15,2 1-9 0,1-2-13 0,0 1-7 16,4-3-9-16,1-4-6 16,0-4-11-16,3-2-5 0,1-2-5 0,-1-1-13 0,1-4-52 15,2-1-65-15,2-3-61 0,-2-1-63 16,4-5-69-16,0 0-75 0,0 0-66 15,0 0-40-15,0 0-42 0,14-34-13 0,-1 9-21 16,1-5 9-16,4-11-635 16,-2 8-627-16</inkml:trace>
  <inkml:trace contextRef="#ctx0" brushRef="#br0" timeOffset="11480.91">1947 2724 3060 0,'12'-27'-30'0,"-5"10"66"0,-1 5 69 16,-1 2 45-16,-1 0 43 0,-2 6 37 0,-2 4 23 16,8-7 9-16,-8 7-13 0,0 0-17 15,0 0-23-15,0 0 36 0,13 14 11 16,-5-1 10-16,2 6-23 0,6 8-26 0,2 0-17 15,0 2-19-15,2 1-20 16,1-1-16-16,1-1-21 0,1-3-14 0,-1-1-52 16,-1-1-96-16,-6-5-99 0,0-3-88 15,-2-1-97-15,-2-5-93 0,1 2-107 0,-6-1-153 16,-1 0-62-16,-1-1 67 0,-4-2-491 16,-2-2-628-16</inkml:trace>
  <inkml:trace contextRef="#ctx0" brushRef="#br0" timeOffset="11665.11">2048 2977 3564 0,'-10'-4'204'16,"10"4"18"-16,-11-3 11 0,11 3 0 15,0 0-14-15,0 0-16 0,-12-4-20 16,12 4-27-16,0 0-13 0,0 0-12 0,0 0-14 16,0 0-18-16,0 0-66 0,41-7-92 15,-16 4-126-15,15-1-139 0,-1 0-181 16,6 0-200-16,-4-1 46 0,1 1 70 15,0 3-334-15,-4-2-404 0</inkml:trace>
  <inkml:trace contextRef="#ctx0" brushRef="#br0" timeOffset="12028.23">2860 2847 2899 0,'-13'-1'225'0,"5"-3"28"0,8 4 23 0,-13 0 7 16,13 0 9-16,0 0-3 16,-6-6-9-16,6 6-10 0,0 0-21 15,0 0-23-15,0 0-22 0,0 0-24 0,15-16-16 16,-5 11-23-16,1 0-28 0,3 0-86 16,1 0-92-16,0 0-105 0,0-1-105 0,3 1-111 15,-4 2-119-15,0 1-166 0,-3-1-16 16,-3 3 64-16,-8 0-394 0,0 0-491 15</inkml:trace>
  <inkml:trace contextRef="#ctx0" brushRef="#br0" timeOffset="12194.86">2818 2946 3148 0,'-12'6'209'0,"5"0"26"0,1-4 18 0,6-2 12 16,-7 8 12-16,7-8 11 0,-6 5-1 0,6-5-31 15,0 0-27-15,0 0-31 16,0 0-16-16,0 0-22 0,0 0-22 0,0 0-83 15,0 0-105-15,46-5-127 0,-25 0-134 16,11-4-169-16,4-2-245 0,-4-2 25 0,-1 2 79 16,-6 6-439-16,-2-1-532 0</inkml:trace>
  <inkml:trace contextRef="#ctx0" brushRef="#br0" timeOffset="12529.38">3178 2623 2997 0,'2'-9'105'0,"-2"2"31"0,0 7-15 0,4-7-12 16,-4 7-14-16,0 0-1 0,0 0-2 16,0 0 22-16,7 23 39 0,-7-2 12 15,0 8 2-15,0 12 1 0,-3 4 11 0,-5 9 8 16,1 4-13-16,0-4 1 0,0-2 5 15,3-6 3-15,1-9 3 0,-1 3 4 0,4-10-2 16,-2-1-10-16,4-6-5 0,0 0-16 16,0-5-12-16,1-2-15 0,1-3-11 15,0-1-13-15,6-1-8 0,1-3-11 16,4-3-12-16,0-1-15 0,0-2-58 0,5-1-56 16,1-4-60-16,-3 0-54 0,2 1-56 15,-1-2-57-15,-2 1-72 0,0 0-58 16,-2-2-76-16,1-3-94 0,-3 2-136 0,1-4 50 15,-5 3-500-15,0-4-633 0</inkml:trace>
  <inkml:trace contextRef="#ctx0" brushRef="#br0" timeOffset="12761.28">3300 2555 3566 0,'-17'-9'187'0,"4"1"34"0,1 2 23 16,5 1 33-16,1 0 14 0,6 5-10 16,-6-7-17-16,6 7-28 0,-3-9-30 0,3 9-25 15,11-10-14-15,2 5-69 0,4-2-102 16,5 0-105-16,0 2-107 0,4 0-115 16,-1 0-133-16,0 3-203 0,2-1-36 0,-7 1 68 15,-4 2-416-15,-1 0-524 16</inkml:trace>
  <inkml:trace contextRef="#ctx0" brushRef="#br0" timeOffset="13960.25">16354 2441 3048 0,'0'0'-22'0,"0"-11"14"0,2 5 6 0,-2 0 6 0,0 6 12 0,8-12 22 0,-7 8 3 15,5-1 6-15,4 0-9 0,-1 0 0 16,2-1-4-16,3 0-4 0,-3 4-1 0,3 0-1 16,-1 0 2-16,-2 2 1 15,1 0 8-15,-12 0 7 0,23 0 0 0,-13 2-4 16,1 0 27-16,1 0-6 0,1 0 15 15,-2 2-9-15,4 0 32 0,2 5 4 16,4-2-4-16,1 1-8 0,4 7-13 0,-1 0-3 16,1 6-5-16,1 0 5 0,-6 8 0 15,2 12 7-15,-8 6 28 0,-5 3 5 0,-6-3-4 16,-8 10-8-16,-4 3 9 16,-5-1 1-16,-5 4 7 0,-2-2 0 0,3 1 6 0,-3-1 15 15,4-4 11-15,0-2-11 0,1-3 3 16,3-4-19-16,3-11 5 0,1-3-5 15,1 1 6-15,1-6 10 0,-2-3 6 16,3-7 6-16,-1-2 10 0,2-2 13 16,-4-1 16-16,3 0 18 0,-5-4-109 0,1-1-103 15,-5 3 0-15,-1-1 0 0,-13 0 0 16,1-3 0-16,-3 2 0 0,-6-2 0 0,-2-2 0 16,2-4 0-16,4 1 0 0,9 1 0 15,5-1 0-15,-2 0 0 0,7-2 0 0,1 0 0 16,1 1 0-16,11-2 0 0,-15 4 0 15,15-4 0-15,-12 3 0 0,12-3 0 0,-9 3 0 16,9-3 0-16,-7 3 0 16,7-3 0-16,-9 4 0 0,4-2-688 15,-6 4-307-15,11-6 101 0,-16 4-1015 16,16-4-1332-16</inkml:trace>
  <inkml:trace contextRef="#ctx0" brushRef="#br0" timeOffset="15259.86">22576 1796 1995 0,'0'0'307'0,"0"-9"-66"0,0 9-33 0,0-10 16 0,0 10-5 0,2-10 7 0,-2 10-7 16,2-7-9-16,-2 7 15 0,4-8 10 0,-4 8 4 15,0 0-7-15,4-6-8 0,-4 6-25 16,0 0-18-16,0 0-18 0,0 0-18 16,0 0-10-16,0 0-16 0,0 0 11 15,0 35-3-15,-2-12-10 0,-6 8-22 16,3 3-14-16,-2 2-1 0,2-2-10 15,-1 0-6-15,3-6-12 0,1-4-1 16,2-3-2-16,-2 0-3 0,0 1-11 0,2-7 3 0,0-1-8 16,0-1-8-16,2-1-1 0,-4-3 0 15,2-1-4-15,-2-1-30 0,2-7-44 16,0 0-57-16,0 10-70 0,0-10-80 16,0 0-84-16,0 0-76 0,0 0-114 0,0 0-155 15,0 0-14-15,20-20 62 0,-13 15-411 0,0-2-529 16</inkml:trace>
  <inkml:trace contextRef="#ctx0" brushRef="#br0" timeOffset="15627.05">23011 1918 2805 0,'0'-8'100'15,"0"8"55"-15,0 0 25 0,0 0 5 16,-20-2 6-16,20 2 9 0,-14 10 11 15,4-2 3-15,-2 1 3 0,5 3-9 0,-2 0-13 16,-3 2-13-16,2 1-17 16,5-1-5-16,-1 1-13 0,4-1-9 0,0-5-16 15,4 3-1-15,-2-1-22 0,8-3-11 16,-3 1-5-16,6 0 5 0,1-4-15 0,7-1-8 16,-1-2 1-16,3-2-4 0,-5-2-11 0,6 1 0 15,-6-4-7-15,4 0-4 16,-5-5-1-16,0 2 4 0,1-3 7 0,-5-3 7 15,-4-1 2-15,1-1 1 0,-4-5-13 16,2 0 5-16,-6-1-16 0,0 1 6 0,-4 5-6 16,2-1-5-16,-2 3-14 0,-2 3-8 15,-1 3 3-15,-4 3-2 0,-5 3-19 0,-1 4-48 16,0 1-61-16,-4 4-68 16,0 2-99-16,-4 6-114 0,6-1-134 0,6-1-184 15,1-1-45-15,6 0 70 0,3-3-515 0,3 1-670 16</inkml:trace>
  <inkml:trace contextRef="#ctx0" brushRef="#br0" timeOffset="15993.19">23586 1956 3460 0,'0'0'99'16,"-36"10"27"-16,24-5 28 0,5 0 30 0,-4 4 30 0,1-2 22 15,-2 2 4-15,3 1-25 16,4 2-12-16,-4-1-12 0,6 1-13 0,1 0-14 16,2 1-17-16,2-3-5 0,1 3-22 15,6-1-10-15,2-2-9 0,4 0-14 16,0-1-3-16,5-6-3 0,-4 0-12 0,2-3-7 16,-3 0 1-16,0-3-13 0,2 0 1 15,-1-2-8-15,-3-2 9 0,0 0 7 0,-3-3 3 16,-1-2-1-16,-1-2 0 0,-2-3-2 15,-3 2-5-15,1-2-9 0,-2 0-4 16,-4 0-7-16,0-2-4 0,0 4-3 16,-5-1-11-16,1 3-10 0,-4 1-13 0,3 0-48 15,-4 3-56-15,-5 3-52 0,5 4-55 16,-5 2-72-16,4 2-83 0,-6 2-104 16,3 2-184-16,-1 1-123 0,5 1 79 0,1-1-532 15,6 0-699-15</inkml:trace>
  <inkml:trace contextRef="#ctx0" brushRef="#br0" timeOffset="16293.7">24144 1459 3681 0,'-3'-19'168'0,"1"3"37"0,-2 6 34 16,0 1 28-16,2 3-3 0,2 6-20 15,-1-9-15-15,1 9-32 0,0 0 16 16,0 0-2-16,-4 44-18 0,0-1-19 0,1 15-17 16,2 8-9-16,-3 1-13 0,-3 5-19 15,-3 2-6-15,5 5-11 0,-13 16-2 0,5-23-26 16,-1-2-36-16,0-7-40 0,0-5-42 16,5-4-42-16,-4-13-40 0,6-7-36 15,2-4-29-15,-1-7-30 0,2-6-41 0,4-7-68 16,0-3-73-16,0-7-98 0,6 2-91 15,-6-2-79-15,15-14 43 0,-1-2-387 0,-3 1-492 16</inkml:trace>
  <inkml:trace contextRef="#ctx0" brushRef="#br0" timeOffset="16543.68">24194 1889 2786 0,'-4'-6'137'0,"4"-1"62"16,-1 1 24-16,1 6 14 0,3-10 6 0,3 5 12 15,1 3-4-15,3 1-16 16,-10 1-23-16,23 0-17 0,-10 3-17 0,0 2-13 16,3 4-21-16,-1 1-11 0,1 2-13 15,-4 0-10-15,1 2-11 0,-4-3-12 0,-6 2-12 16,-1-1-1-16,-2-1-26 0,0 3-4 16,-5-2-3-16,-3 0-4 0,-4-1-6 0,-1 1-2 15,-1-3-27-15,-4-7-44 0,0 2-51 16,0-2-66-16,-1-2-76 0,-3-4-94 15,8 0-124-15,-4-3-200 0,3-1-51 16,1 2 65-16,3-2-410 0,0 4-521 0</inkml:trace>
  <inkml:trace contextRef="#ctx0" brushRef="#br0" timeOffset="17743.48">22688 2710 2937 0,'10'-4'55'0,"-10"4"40"0,0 0 36 0,0 0 34 0,0 0 34 0,11 0 33 16,-11 0 2-16,0 0-3 0,0 0-7 0,0 0-13 15,8-7-28-15,-8 7-15 0,0 0-20 16,5-10-14-16,-5 10-7 0,1-8-6 0,-1 8-8 16,0-9-5-16,0 9-14 0,-4-12-2 15,4 12-20-15,-8-9-6 0,1 4-10 16,-2 5-5-16,-5 0-7 0,-5 2 3 16,-2 8-11-16,-7 2-3 0,-1 5-5 15,0 0 0-15,4 2-3 0,2 1 0 0,7 3 1 16,2-5-5-16,3 1 0 0,3-2-2 15,5 1 4-15,-1-1-3 0,4-3-2 0,4 2-1 16,1-1-2-16,4 2-5 0,3-4 13 16,5 1-3-16,2-2 2 0,0-4-32 0,2 0-54 15,2-3-69-15,2-1-77 0,-5-4-92 16,4 0-106-16,0-1-132 0,3-4-160 16,7-2 1-16,1-1 65 0,-9 4-410 15,10-6-516-15</inkml:trace>
  <inkml:trace contextRef="#ctx0" brushRef="#br0" timeOffset="18128.06">23342 2651 2854 0,'-3'-12'39'0,"-3"2"33"0,2 0 41 16,-2 4 26-16,0-2 33 0,1 3 18 15,-3-1 8-15,3 0 1 0,-2 3-8 0,-2 0-6 16,9 3-12-16,-23 2 5 0,8-1-12 15,-2 6-4-15,-2 2-5 0,2 3-14 0,-3 0-9 16,7 2-11-16,-2 1-3 0,4 1-9 16,5-1-13-16,2-1-10 0,4-1-3 15,2 3-4-15,6 1-5 0,1 0 11 16,3 0 0-16,1-1-6 0,1-1-6 16,0 0-1-16,-3 2 21 0,3-3 4 0,-3 1-3 15,0-2 4-15,-4-1 16 0,-1-2 13 16,-3 1 13-16,1-1 13 0,-2-2 0 0,-2 3-10 15,-2-1-11-15,-4-2-13 0,3 1-68 16,-5-1-53-16,-4 3 0 0,1-4 0 0,0 1 0 16,-5-3 0-16,2 1 0 0,-2-3 0 15,1-1 0-15,-1-4 0 0,16 2 0 16,-26-7 0-16,13 5 0 0,3-4-353 16,-2 1-124-16,7-1-135 0,-1 0-170 0,5 0-69 15,1 6 80-15,1-11-707 0,3 3-925 16</inkml:trace>
  <inkml:trace contextRef="#ctx0" brushRef="#br0" timeOffset="18326.75">23735 2846 4507 0,'6'-7'234'0,"-6"7"68"16,0 0 24-16,1-7 11 0,-1 7-7 15,0 0-24-15,8-5-35 0,-8 5-27 16,10-3-25-16,-10 3-25 0,18-2-23 15,-6 2-93-15,1-2-123 0,1 0-135 16,1 1-128-16,-1 1-141 0,1-2-170 0,-2-1-206 16,0 3 60-16,0 0 76 0,-1 1-549 15,-2 1-699-15</inkml:trace>
  <inkml:trace contextRef="#ctx0" brushRef="#br0" timeOffset="18492.3">23789 2995 3631 0,'-16'7'206'16,"3"3"50"-16,3-6 37 0,1-1 54 15,1 1 23-15,8-4 0 0,-9 5-19 16,9-5-30-16,-8 5-33 0,8-5-33 0,0 0-23 16,0 0-23-16,0 0-25 0,0 0-64 15,26 4-113-15,-26-4-150 0,36-7-160 16,-11 0-179-16,10-4-230 0,-1 1-108 0,-2 0 60 16,1-2-675-16,2-4-886 0</inkml:trace>
  <inkml:trace contextRef="#ctx0" brushRef="#br0" timeOffset="19075.93">24604 2839 4289 0,'-8'-5'113'0,"8"5"28"16,-15-4 23-16,15 4 21 0,0 0 6 0,0 0 4 15,0 0 5-15,-19 12-8 0,13-3-9 16,3 3-16-16,-5 0-13 0,4 5-17 15,-2-1-11-15,-1 3-13 0,-3 0-8 0,-2 10-10 16,1-7 6-16,4-3-13 0,-7 7 12 16,3-8 6-16,2 0 5 0,-1-3-2 0,2-3 5 15,3-4 2-15,-3-1 2 0,5-2-3 16,3-5 11-16,-5 5-6 0,5-5-14 16,0 0-95-16,0 0-11 0,8-34 0 15,5 5 0-15,7-1 0 0,2-8 0 0,5-1 0 16,-1 6 0-16,-3 6 0 0,-1 5 0 15,-8 6 0-15,2 3 0 0,-5 6 0 0,0 1 0 16,1 4 0-16,-1 0 0 0,-11 2 0 16,22 7 0-16,-13 0 0 0,-2 2 0 0,4 1 0 15,-4 1 0-15,-2 1 0 0,3 0 0 16,-5 1 0-16,0-1 0 0,-1 0 0 0,0-1 0 16,-4 0 0-16,2-2 0 0,-2 0 0 15,2-1 0-15,0-8 0 0,0 14 0 16,0-14 0-16,2 5 0 0,-2-5 0 15,0 0 0-15,0 0 0 0,19-17 0 0,-6 3 0 16,0-1 0-16,10-6 0 0,1-3 0 16,-2 5 0-16,1 0 0 0,0 3 0 15,-2 3 0-15,-4 3 0 0,-3 4 0 0,-3 1 0 16,2 4 0-16,-3-1 0 0,-10 2 0 16,15 8 0-16,-8-2 0 0,1 0 0 0,-2 5 0 15,-1-1 0-15,3 3 0 0,-2 1 0 16,0 1 0-16,-2-3 0 0,-3 1 0 0,1 0 0 15,2 0 0-15,-4-3-21 0,2-1-318 16,0-1-93-16,-1 1-99 0,-1-4-112 0,0-5-186 16,2 7 40-16,-2-7 73 0,7 3-607 15,-7-3-781-15</inkml:trace>
  <inkml:trace contextRef="#ctx0" brushRef="#br0" timeOffset="19491.95">25343 2670 3605 0,'-1'-7'152'0,"1"7"47"0,-2-7 13 0,2 7-2 0,0 0 37 0,0 0 66 0,0 0 35 0,11 19 10 0,-8-7-24 15,3 2-28-15,1 4-18 0,-2 0-26 16,-3 0-22-16,3 3-22 0,-1-1-20 0,-2-1-13 16,0 0-11-16,-4 0 0 0,-2-3-6 15,2-1-168-15,-1 1 0 0,-5-2 0 0,3-1 0 16,-4-1 0-16,-2-1 0 15,-1-2 0-15,1-4 0 0,0 1 0 0,-3-3 0 16,1-1 0-16,1-2 0 0,12 0 0 16,-22-7 0-16,12-2 0 0,3-4 0 0,1-3 0 15,6-3 0-15,6-16 0 0,6 3 0 16,-3 1 0-16,6 6 0 0,-3 6 0 0,-1 3 0 16,-2 6 0-16,1 5 0 0,-1 2 0 15,3 1 0-15,-12 2 0 0,23 7 0 0,-11 0 0 16,-1 3 0-16,0 0 0 15,-1 5 0-15,-3-2 0 0,3 2 0 0,-3 2 0 0,1 0 0 16,0-2 0-16,-5-1 0 0,3 1 0 16,-2-3 0-16,-3 1 0 0,4-3 0 15,-1-2 0-15,-2 2 0 0,1-5 0 16,1 3-143-16,0-3-463 0,1-1-122 0,4-1-170 16,-9-3 65-16,13 2 89 0,-13-2-698 15,0 0-891-15</inkml:trace>
  <inkml:trace contextRef="#ctx0" brushRef="#br0" timeOffset="19759.18">25720 2781 4344 0,'-2'-14'155'0,"-1"0"42"16,1 6 49-16,0 1 41 0,2 0 22 16,0 7 1-16,0 0-16 0,0 0-11 0,0 0-22 15,0 0-18-15,0 0-19 0,31 19-10 16,-22-7-18-16,-1 2-16 0,0 1-6 0,-3 4-3 15,-1-4-68-15,-2 2-103 0,-2 0 0 16,-4-1 0-16,-2-1 0 0,1 5 0 0,-5-3 0 16,0-1 0-16,-1-3 0 0,-3 1 0 15,3-7 0-15,-1 4 0 0,5-4 0 0,-2-3 0 16,1-2 0-16,8-2 0 16,0 0-335-16,0 0-284 0,-12-13-118 0,18 2-141 15,4-3 58-15,9-8-813 0,4-2-1072 16</inkml:trace>
  <inkml:trace contextRef="#ctx0" brushRef="#br0" timeOffset="19992.23">26056 2630 4181 0,'3'-13'-74'0,"2"5"71"0,-3 1 63 15,-2 3 24-15,0 4 19 0,0 0 18 16,0 0 12-16,0 0 16 0,-25 19 10 0,13-5-9 16,-7 13-2-16,4 0-17 0,0 4-10 15,-3 0-12-15,5-2-11 0,4 0-10 16,1-4-9-16,4-2-5 0,0-5-8 0,4-1-6 15,0-5-6-15,0 2-7 0,2-1-2 16,4-3-7-16,-2-1-28 0,0-3-55 16,5 1-72-16,-1-6-94 0,1 2-128 15,1-2-161-15,3-1-236 0,1-1 51 0,-1-3 78 16,5-1-410-16,2-3-493 0</inkml:trace>
  <inkml:trace contextRef="#ctx0" brushRef="#br0" timeOffset="20226.41">26616 2412 3139 0,'-21'-6'187'0,"0"9"23"16,2 6 29-16,-7 6 43 0,-10 12 62 15,2 9 42-15,1 6 10 0,5 5-1 0,3 5-13 16,1 0-30-16,7 4-30 0,2-1-35 15,4-2-27-15,1-6-26 0,4-4-24 0,4-5-21 16,1 2-23-16,2-11-37 0,-1-3-82 16,2-4-105-16,2-3-114 0,0-4-115 0,2 0-120 15,2-3-145-15,3 0-177 0,3-6-93 16,-2-1 61-16,1 1-725 0,5-3-932 16</inkml:trace>
  <inkml:trace contextRef="#ctx0" brushRef="#br0" timeOffset="20829.54">27149 2675 4283 0,'-3'-9'-28'0,"-6"-3"24"0,-1 6 40 0,-2 2 28 0,-2 0 29 0,-4 3 15 0,-5 2 15 16,-11 7 6-16,-2 4 6 0,-8 8 6 0,4 6 7 16,4 1 2-16,1 4 12 0,9 3-27 15,1 2-5-15,10-3-13 0,8 0-12 0,0 2-2 16,12-4-3-16,2 2-17 15,4 3-7-15,7-5-9 0,2-4-14 0,1-3-47 0,6-3-68 16,2-3-69-16,-3-5-84 16,1-5-111-16,-5-5-94 0,3-3-123 0,2-1-171 15,2-3 54-15,-4 0-511 0,9-5-638 16</inkml:trace>
  <inkml:trace contextRef="#ctx0" brushRef="#br0" timeOffset="21292.27">27628 2851 3526 0,'0'0'149'15,"0"0"13"-15,0 0 2 0,9 12 11 16,-9-12 20-16,0 0 30 0,0 0 14 0,10 2 2 15,-10-2-20-15,0 0-24 0,19 0-18 16,-19 0-12-16,19-2-14 0,-19 2-18 16,22-1-19-16,-13-2-8 0,4-1-15 0,-1 0-11 15,-3 0-3-15,0-1-14 16,1-1 0-16,-2 0-9 0,-5-4-7 0,3 0-9 16,-2-2-3-16,-4-2-4 0,-2-1-8 15,-4-1-8-15,3 3 3 0,-7 1-11 0,0 0 3 16,-3 2 3-16,0 5-7 0,-4 3 2 15,-4 2-2-15,-2 5 2 0,-2 3 20 0,-1 8 13 16,-3 3 12-16,4 1 16 0,4 4 3 16,2 3 10-16,5 1-9 0,11-3 1 0,-1-2-13 15,6 0-2-15,2 1 1 16,6 5-9-16,-1-5-7 0,-2-6-1 0,5 0-8 0,1-3 0 16,0-1-10-16,3-2-5 0,-3-4-53 15,1-3-79-15,1 0-79 0,2-1-90 16,3-2-118-16,-2-4-141 0,3 2-172 15,4-5-106-15,-1 1 56 0,-1 2-674 16,13-4-884-16</inkml:trace>
  <inkml:trace contextRef="#ctx0" brushRef="#br0" timeOffset="22674.7">28234 3227 4277 0,'4'3'119'0,"-4"-3"12"0,0 0 8 0,3 7 30 0,-3-7 28 16,0 0 26-16,7 9 21 0,-7-9 5 0,2 8 4 15,-2-8 0-15,-2 12-17 0,-1-5-16 16,-1 3-18-16,1 1-20 0,-5-1-19 16,1 0-15-16,-5 4-19 0,1-1-20 15,-2-2-38-15,-1-1-59 0,3-2-81 0,-3 0-81 16,3 1-71-16,2-5-74 0,-1-2-76 15,0 0-82-15,10-2-103 0,-17-7-124 0,11 0-50 16,5 0 44-16,-1-1-510 0,2-3-659 16</inkml:trace>
  <inkml:trace contextRef="#ctx0" brushRef="#br0" timeOffset="23325.66">28960 2646 3072 0,'2'-7'-77'0,"-2"-1"39"0,2 2 34 0,-2 6 29 0,0 0 30 0,-4-8 10 0,4 8 9 0,0 0 15 16,0 0 30-16,-23 13 13 0,10 3 23 15,-4 6 14-15,-4 4 20 0,4 1 12 0,-1 2 7 16,3 0 0-16,0 0 2 0,4-1-20 16,1 1-7-16,5-6-9 0,-2-1-8 15,6-5-12-15,-1 2-9 0,2-6-6 16,0 0-21-16,2 0-10 0,-1-3-13 15,3 1-10-15,3-3-4 0,-6-1-37 0,5-2-66 16,1 0-70-16,-7-5-93 0,14 6-114 16,-6-3-132-16,-1-3-173 0,-7 0-129 0,16 3 50 15,-11 1-502-15,-5-4-651 0</inkml:trace>
  <inkml:trace contextRef="#ctx0" brushRef="#br0" timeOffset="24026.22">29296 2834 3173 0,'-10'-9'-90'0,"10"9"10"16,-3-3 9-16,3 3 7 0,0 0 10 0,0 0 5 15,0 0 5-15,0 0 5 0,0 0 5 16,0 0 2-16,0 0 10 0,0 0 10 16,0 0 11-16,14 17 16 0,-14-17 12 0,8 7 11 15,-8-7 16-15,6 5 15 16,-6-5 21-16,0 0 8 0,8 5 10 0,-8-5 2 16,0 0-4-16,0 0-6 0,3 7 0 15,-3-7 0-15,0 0-2 0,0 0-8 0,0 0-7 16,0 0-4-16,8 6-2 0,-8-6-3 15,0 0-1-15,0 0 9 0,0 0 8 16,0 0 9-16,14 0 4 0,-14 0 5 0,0 0 2 16,0 0 2-16,0 0 3 0,26-4 1 15,-26 4 1-15,15-6-4 0,-7 6-2 0,-8 0 2 16,17-6-9-16,-8 2 3 0,3 1 1 16,-2-1 5-16,1 4-13 0,1-6 12 15,-1 2 11-15,-2-1 3 0,-1 0 10 0,2 0 7 16,-1 0-2-16,-4-4 6 0,2 2-11 15,-2-1-2-15,1-1-12 0,-4-1-11 16,0-2-17-16,-2 0-7 0,-2 0-10 16,-6 0-4-16,5 1-14 0,-9 3-7 0,-1 1-5 15,-3 1-9-15,-2 6 0 0,-4 0-6 16,-3 5-5-16,-5 5-1 0,-1 5-7 0,3 1-19 16,1 2 0-16,5 3 0 0,1 1 0 15,3 2 0-15,7-2 0 0,5-2 0 16,3 0 0-16,1-2 0 0,4-1 0 0,1 3 0 15,7-1 0-15,-1-2 0 16,3-1 0-16,3-1 0 0,2-3 0 0,2-2 0 16,2-3 0-16,-2 0 0 0,0-2 0 15,-2-2 0-15,1 1 0 0,-3-3 0 0,0 1 0 16,-2-2 0-16,-13 0 0 0,22 0 0 16,-13 2 0-16,-9-2 0 0,15 0 0 0,-15 0-140 15,13 2-345-15,-13-2-105 0,12 0-135 16,-12 0-143-16,8 1 64 0,-8-1-753 15,0 0-1001-15</inkml:trace>
  <inkml:trace contextRef="#ctx0" brushRef="#br0" timeOffset="24343.61">29917 2985 4543 0,'-17'-5'132'0,"6"2"33"0,2 1 53 0,9 2 36 0,-11-2 31 16,11 2 16-16,0 0 0 0,0 0-8 0,0 0-14 15,0 0-27-15,0 0-19 16,44-5-28-16,-17 5-21 0,3-2-19 0,13 0-22 15,-2 1-29-15,1 1-86 0,-4-5-118 16,-1-1-118-16,-7 2-103 0,-5 0-100 0,0 1-102 16,-3-3-131-16,1-2-187 0,-3-2 56 15,-8 4 85-15,2 0-542 0,-8-1-694 0</inkml:trace>
  <inkml:trace contextRef="#ctx0" brushRef="#br0" timeOffset="24575.67">30187 2627 3672 0,'-4'-6'103'0,"4"6"21"0,0 0 12 16,0 0 9-16,0 0 61 15,0 0 47-15,-12 25 45 0,6-5 4 0,-4 13-12 16,-1 1-17-16,-4 10-20 0,1 3-12 16,1-12-20-16,1 4-20 0,1 0-17 0,0-1-24 15,-1-1-12-15,3-2-14 0,1-3-16 16,0-4-11-16,2-5-13 0,3-6-18 0,-1 1-45 15,-1-3-78-15,1-4-91 0,1 0-79 16,3-1-97-16,0-5-77 0,0 3-99 16,7-4-152-16,0-2-147 0,4 1 60 0,5-3-636 15,7-4-819-15</inkml:trace>
  <inkml:trace contextRef="#ctx0" brushRef="#br0" timeOffset="24828.9">30704 2849 3705 0,'-4'-15'-14'0,"-2"3"47"0,-1 2 39 16,-2 3 32-16,-1 5 29 0,10 2 30 15,-25 2 23-15,4 6 12 0,-7 9 4 0,-5 2 8 16,-1 12 0-16,0 2 4 0,2 0-6 16,2 4-18-16,6 1-20 0,5-7-10 0,4-1-16 15,3 1-14-15,4-6-12 16,5-7-7-16,3 1-18 0,0-6-10 0,2-1-7 15,-1 1-21-15,5-3-61 0,3-3-74 0,1 0-82 16,5-2-88-16,3-3-88 16,0-2-89-16,7-2-126 0,2-1-169 0,11-5 27 15,1-6 72-15,11-5-431 0,2 0-526 16</inkml:trace>
  <inkml:trace contextRef="#ctx0" brushRef="#br0" timeOffset="25058.97">31042 2862 2731 0,'-7'-11'-8'0,"0"2"53"15,-4 3 37-15,1 4 24 0,10 2 34 16,-26 2 12-16,6 1 12 0,-1 5 11 0,-8 7 2 16,1-1 1-16,-1 8 5 15,0-3-7-15,6 8-8 0,-2 1-5 0,1-1-8 16,8 0-20-16,0 4-12 0,3-1-11 16,5-7-8-16,2-3-10 0,3-4-10 0,3-3-9 15,0 1-9-15,1-2-7 0,5-1-4 16,0-2-15-16,2-2-44 0,3-2-64 15,0-1-88-15,3 0-100 0,1-6-109 0,0 0-178 16,9-2-131-16,-4-1 46 0,3-2-406 16,6-4-508-16</inkml:trace>
  <inkml:trace contextRef="#ctx0" brushRef="#br0" timeOffset="25324.66">31189 2767 3231 0,'-1'-10'209'0,"1"3"1"16,0 7 21-16,12-5 23 0,-12 5 17 15,0 0 22-15,39 14-8 0,-10 3-6 16,-2 0-23-16,1 7-25 0,-4 1-21 0,-8 6-17 16,-7 1-11-16,0 6-18 0,-9 4-18 0,-10 11-8 15,-3-3-17-15,-9 0-14 16,-3-4-17-16,-2-3-4 0,-7-6-13 0,4-4-21 15,-4 0-68-15,-4-8-88 0,7-4-89 0,-1-8-102 16,0 3-107-16,-4-8-129 16,-2-1-230-16,5-5 12 0,2-2 78 0,-9-5-550 15,-1-3-684-15</inkml:trace>
  <inkml:trace contextRef="#ctx0" brushRef="#br0" timeOffset="25759.15">28896 2423 3345 0,'-16'16'-10'0,"-3"11"19"0,-4 13 19 0,-5 7 49 0,-7 5 35 0,-4 15 33 16,6-9 22-16,5 0-21 0,5-2-9 15,5 8-11-15,7 0 9 0,6-3-18 0,6-3-9 16,9-3-10-16,3-1-28 0,10-6-72 16,-2-7-109-16,9-6-145 0,1-4-167 15,1-12-207-15,14 0 37 0,3-5 68 0,9-4-247 16,6-7-262-16</inkml:trace>
  <inkml:trace contextRef="#ctx0" brushRef="#br0" timeOffset="26807.73">31026 2906 2045 0,'16'-1'39'0,"-16"1"44"0,0 0 19 0,0 0 24 0,0 0 18 15,0 0 11-15,0 0 5 0,0 0 6 16,0 0-7-16,14-3-9 0,-14 3-8 0,0 0 5 16,0 0-8-16,0 0 4 0,0 0-1 15,0 0-1-15,0 0 3 0,0 0 3 0,0 0-9 16,0 0-10-16,0 0-8 0,0 0-4 15,0 0-3-15,-32 12-8 0,15-7-4 16,-11 7-4-16,-1 3-4 0,1-2 5 0,-3 1-10 16,1 1-17-16,1 3 2 15,0-3-3-15,4 2 0 0,2 2-4 0,9-4 3 16,1 1-2-16,6-1-3 0,3-1-14 0,3-1 12 16,2-1-17-16,7 5-3 0,4-1-2 15,3-3 0-15,8 9-10 0,0-5-1 16,-7-2-3-16,2-3 0 0,-3 0-4 0,-1 0 3 15,-5-1 31-15,-4-1 39 0,1-2 32 16,-4 2 19-16,-4 1 11 0,0-2 3 16,-3 1-5-16,-3 0-2 0,-4 0-10 0,-1-1-8 15,-3-1-15-15,-6 1-34 0,3-1-86 16,-4-2 0-16,1 0 0 0,0-2 0 0,-3 1 0 16,6-3 0-16,1-1 0 0,-2-1 0 15,5 5 0-15,2-5 0 0,0 0 0 16,13 0 0-16,-23 0-180 0,13 0-208 15,10 0-110-15,-15-3-95 0,9 1-128 0,6 2-98 0,-9-5 61 16,9 5-682-16,-2-7-890 16</inkml:trace>
  <inkml:trace contextRef="#ctx0" brushRef="#br0" timeOffset="27424">31826 2582 3878 0,'-6'-9'-37'0,"5"5"44"0,1 4 19 0,0-10 7 0,0 10 5 16,0 0-5-16,0 0-4 0,0 0 24 15,0 0-3-15,0 0-4 0,32 17 3 0,-27-5-7 16,4 11 20-16,-5 1 13 0,-3 14 18 16,-2 1 2-16,-3 1 9 0,-6-1 5 15,0 9 14-15,-4 1 13 0,-4-2 8 0,1 3 16 16,4-5 1-16,2-9-22 15,2-2-7-15,2-2 8 0,5-5-19 0,0-2-10 16,4-3-9-16,0 3-7 0,0 0-12 16,-1 1-7-16,3-2-8 0,1 0 10 0,-5 1 2 15,-3 0 11-15,-3 0 9 0,-1 9 7 16,-9-2 4-16,2-3 6 0,-8 0-2 16,2-4-11-16,-3 1-9 0,-4-4-11 0,0-1-7 15,2-2-15-15,-1-2-12 0,2-4-66 16,2-1-85-16,5-5-100 0,4 1-103 0,-3-2-97 15,5-4-128-15,2 0-173 0,-3-2-109 16,1 1 66-16,11-1-628 0,-23-1-827 16</inkml:trace>
  <inkml:trace contextRef="#ctx0" brushRef="#br0" timeOffset="28789.67">22817 3446 4002 0,'0'0'12'0,"0"0"38"0,0-7 34 0,0 7 39 0,0 0 30 0,0 0 27 0,-2-9 19 15,2 9 12-15,0 0 3 0,0 0-2 16,-5-10 0-16,5 10-25 0,0 0-17 0,0 0-15 16,0 0-5-16,0 0-4 0,-11 19 1 15,2 1-19-15,-3 6-10 0,-1 3-12 0,2 3-8 16,-1-3-5-16,1 2-16 0,2-4-4 15,-2-5-6-15,6-1 4 0,-1-6-4 0,3-1-7 16,-1-3 1-16,-1-2-2 0,3 0 0 16,-1-1 7-16,1-2 6 0,2-6 1 15,0 8 6-15,0-8-2 0,0 0-9 16,0 0-56-16,0 0-12 0,0 0 0 16,0 0 0-16,17-37 0 0,-6 9 0 0,3-1 0 15,-1 2 0-15,-2 5 0 0,-2 2 0 16,-4 7 0-16,4 1 0 0,-5 2 0 0,0 1 0 15,2 2 0-15,-2 0 0 0,-4 7 0 16,7-5 0-16,-7 5 0 0,0 0 0 0,18 1 0 16,-18-1 0-16,15 8 0 0,-8-5 0 15,2 4 0-15,-4-3 0 0,2 1 0 0,-7-5 0 16,11 5 0-16,-4-2 0 16,-7-3 0-16,9 4 0 0,-9-4 0 0,0 0 0 15,19-2 0-15,-9-3 0 0,5-2 0 16,2-1 0-16,2-1 0 0,-4 0 0 15,-2 4 0-15,-1 0 0 0,-1 2 0 0,1 0 0 16,-12 3 0-16,17 3 0 0,-10 3 0 16,5 5 0-16,-1 3 0 0,-1 2 0 0,2 2 0 15,-5 1 0-15,2 1 0 0,0 0 0 16,-2-2 0-16,0-1 0 0,-1-2 0 0,1-1 0 16,-4-3 0-16,3-2 0 0,-3-2 0 15,-1 0 0-15,0-1-259 0,-2-6-91 16,7 7-87-16,-7-7-97 0,0 0-105 15,0 0-120-15,0 0-8 0,0 0 68 0,25-14-575 16,-7 3-735-16</inkml:trace>
  <inkml:trace contextRef="#ctx0" brushRef="#br0" timeOffset="29145.16">23495 3491 3522 0,'0'-12'0'0,"-2"0"42"0,0 1 39 0,2 5 35 0,0 6 25 0,-4-12 11 0,4 12 6 15,-5-8-10-15,5 8-9 0,-8-3-7 0,8 3 1 16,0 0 3-16,-23 11 0 16,9-3 6-16,3 1 0 0,-4 3-11 0,2 0-12 0,3 0-11 15,-1-3-10-15,3 4-11 16,3-1-5-16,3 0-10 0,0 0-11 0,4-1-3 16,1 4 0-16,3-2-9 0,1 1-5 15,5 2-1-15,-1 1-4 0,1-2-3 0,1 2-4 16,-2 0 1-16,3-2-3 0,-4 2-9 15,-1-3 17-15,-4 2 7 0,4-3 22 0,-7-1 14 16,-1 2-13-16,-2-1 14 0,-1-3-1 16,-5 4-2-16,0-2-8 0,-2-3-1 15,-3 3-9-15,-1-3-7 0,0 0-9 0,-1-2-3 16,1-2-13-16,-3-3-7 16,3 0-59-16,-1-4-66 0,3-1-76 0,0-6-73 15,-1-2-101-15,5-5-125 0,-1-3-145 16,8 0-160-16,0 0 56 0,4-1-607 0,5 1-789 15</inkml:trace>
  <inkml:trace contextRef="#ctx0" brushRef="#br0" timeOffset="29326.52">23778 3655 3560 0,'0'0'132'0,"0"0"45"16,0 0 15-16,0 0 11 15,11 4 10-15,-11-4 13 0,0 0 1 0,0 0-31 0,0 0-20 16,0 0-15-16,22-2-17 0,-22 2-23 15,17-2-18-15,-4 2-87 0,-1 0-87 16,3-3-105-16,-3 1-120 0,-12 2-107 16,24-3-121-16,-14 3-139 0,-1 0 30 0,-9 0-415 15,16 5-521-15</inkml:trace>
  <inkml:trace contextRef="#ctx0" brushRef="#br0" timeOffset="29506.77">23846 3851 3055 0,'-10'7'186'0,"2"-1"48"0,5-2 34 15,-3 1 27-15,6-5 27 0,-6 5-16 16,6-5-4-16,0 0-21 0,0 0-32 0,0 0-24 16,0 0-19-16,0 0-24 0,0 0-14 15,25 7-24-15,-13-7-47 0,-12 0-98 16,26-1-90-16,-9-1-101 0,-1 2-125 16,0-4-117-16,6 1-155 0,-4-1-130 15,1 1 45-15,5-1-518 0,-8 0-655 0</inkml:trace>
  <inkml:trace contextRef="#ctx0" brushRef="#br0" timeOffset="30156.86">24701 3721 3259 0,'-3'-8'156'16,"-2"2"31"-16,-1 0 4 0,6 6 16 16,-3-8 17-16,3 8 21 0,0 0 8 15,-2-6-6-15,2 6-25 0,0 0-18 0,0 0-25 16,0 0-18-16,0 0 4 0,0 0 23 16,0 0 11-16,-11 22-2 0,5-7-8 0,2 6-6 15,-6-3-21-15,7 2 3 16,-5-1-6-16,0 2-11 0,1-2-4 0,-1-2-12 15,3-1-9-15,-1 0-13 0,0-3-10 0,2-3-8 16,0 0-92-16,1-1 0 0,3-1 0 16,-4-4 0-16,4-4 0 0,0 0 0 15,0 0 0-15,0 0 0 0,0 0 0 0,21-14 0 16,-4-8 0-16,2-3 0 0,1-4 0 16,2-1 0-16,-3 5 0 0,1-1 0 15,-6 7 0-15,-1 6 0 0,-3 1 0 0,0 3 0 16,-5 1 0-16,1 5 0 0,-6 3 0 15,10-5 0-15,-10 5 0 0,0 0 0 0,17 8 0 16,-12 0 0-16,3-2 0 16,-2 1 0-16,0 1 0 0,-1 2 0 0,1-3 0 15,-2 2 0-15,2-2 0 0,-4 1 0 16,1-2 0-16,-3-6 0 0,6 7 0 0,-6-7 0 16,5 4 0-16,-5-4 0 0,0 0 0 15,0 0 0-15,22-11 0 0,-13 1 0 0,7-4-11 16,-4 1-56-16,2-1 8 0,-3 3 15 15,1 3-8-15,-4 2 7 0,-3 2 8 16,3 0-1-16,-8 4 7 0,0 0 12 0,0 0-5 16,25 11 5-16,-20-5 3 0,1 4 4 15,-3 3 3-15,6-2-6 0,-5 1 4 16,-1 3-2-16,5-2 1 0,-7-3-37 16,5 2-44-16,0-1-41 0,-4-3-48 0,2 1-57 15,0-2-79-15,-2-1-89 0,1-1-98 16,1 2-131-16,1-3-108 0,-5-4 55 0,9 7-556 15,-9-7-707-15</inkml:trace>
  <inkml:trace contextRef="#ctx0" brushRef="#br0" timeOffset="30556.81">25275 3635 3774 0,'2'-7'161'0,"0"2"13"0,-2 5 1 0,0 0-10 0,0 0 35 0,0 0 30 0,0 0 24 16,16 14-10-16,-7-6-16 15,-4 4-9-15,3 3-23 0,-5 0-16 0,5-1-7 0,-5 2-16 16,2-3 5-16,-3 2 4 16,-2-1-4-16,0-2-5 0,-2 6-12 0,-3-2-7 15,0-4-6-15,-3 1-11 0,-1-1-7 16,1-1-11-16,-5-1-10 0,0-3-7 0,-3-2-12 16,3 0-66-16,1-1-8 0,-1-4 0 15,13 0 0-15,-23-7 0 0,10-2 0 0,5-4 0 16,1-7 0-16,5-1-9 0,0-1-50 15,4 1 5-15,0 0 11 0,1 3-2 16,3 5 6-16,0-1 1 0,-4 5 3 0,4 1 10 16,-1 7 10-16,-5 1 8 0,0 0-5 15,0 0 5-15,23 14 2 0,-15-2-2 16,1-1 4-16,5 4-1 0,-1 0 3 16,1-1-2-16,-1 1 3 0,2-2 0 0,-2-1-2 15,3 0-2-15,-5-3-3 0,2-1-27 16,-5-3-19-16,2 1-54 0,-1-1-61 0,-4-2-80 15,4 0-99-15,-9-3-125 0,11 0-137 16,-11 0-182-16,0 0 53 0,0 0 65 0,12-6-527 16,-12 6-663-16</inkml:trace>
  <inkml:trace contextRef="#ctx0" brushRef="#br0" timeOffset="30826.9">25515 3543 3646 0,'4'-6'158'0,"-2"3"10"0,-2 3 31 15,0 0 33-15,13-3 28 0,-13 3 29 0,15 11 8 16,-5-2-9-16,3 4-6 0,6 8 4 16,0 0 1-16,-2 1-28 0,-1 2-18 0,-5-4-19 15,-6-1-13-15,4 0-11 0,-7-2-8 16,-2-2-14-16,-2 2-14 0,-1-1-20 0,-3 1-142 16,1 3 0-16,-4-3 0 0,-2-4 0 15,4 0 0-15,-4-5 0 0,2 2 0 16,-5-3 0-16,3 0 0 0,1-2 0 15,-2-2 0-15,12-3-198 0,-12-2-217 0,12 2-99 16,-12-9-86-16,12-4-101 0,0 0-106 16,5-8 51-16,5-8-672 0,7-2-880 15</inkml:trace>
  <inkml:trace contextRef="#ctx0" brushRef="#br0" timeOffset="31023.55">25858 3500 3646 0,'2'-6'-40'15,"-2"6"71"-15,0 0 45 0,0 0 36 16,0 0 26-16,0 0 23 0,-29 14 22 15,15-1 12-15,-2 9 2 0,-4 5-4 0,2 0-2 16,-2 2-14-16,1 2-17 0,2-1-10 16,5-1-18-16,-1 0-14 0,8-9-10 15,-1 0-10-15,5-5-6 0,-1 2-15 16,4-5-4-16,-1 0-6 0,3 0-10 0,2-5-12 16,-1 3-48-16,4-3-61 0,2 0-67 15,-2-2-97-15,5-1-118 0,-3 0-149 0,3-1-188 16,8-1-6-16,-5 0 64 0,4-4-454 15,5 2-551-15</inkml:trace>
  <inkml:trace contextRef="#ctx0" brushRef="#br0" timeOffset="31456.83">26555 3623 2828 0,'-3'-10'58'0,"-4"-1"41"16,2 6 28-16,-1-3 28 0,1 6 14 16,5 2 13-16,-16-5-4 0,16 5 1 0,-20 3-3 15,4 1-3-15,3 4-4 0,-5 2 1 16,-7 7 8-16,3 1 1 0,3 0 3 0,-2 3-7 16,2-2 2-16,4 0-31 0,2-4-9 15,1 3-9-15,4-5-17 0,3 1-8 16,1-1-6-16,4 1-4 0,2-2-13 15,1 4 2-15,7 1-7 0,0 2 8 0,1-2-11 0,5 9-2 16,-5-6-10-16,-2 2-1 16,1 7-8-16,-4 3 11 0,-3-3 7 0,-3-3 17 15,-1 8 21-15,-5 0 13 0,-4-2 19 16,2-1 13-16,-1 0 10 0,4-9 11 0,-4-3-53 16,6-5-120-16,1-2 0 0,-2 1 0 15,2-7 0-15,2 3 0 0,0-9 0 0,4 14 0 16,0-8 0-16,-1-2 0 0,3 3 0 15,0-2 0-15,-2-2 0 0,3 1 0 16,-3-1 0-16,2 2 0 0,2-1 0 16,-8-4-354-16,7 6-369 0,1-4-216 0,-3 2 81 15,4-1 81-15,-2-1-767 0,0 1-988 16</inkml:trace>
  <inkml:trace contextRef="#ctx0" brushRef="#br0" timeOffset="32693.24">26902 3864 4259 0,'-2'-6'-16'0,"2"6"38"0,-2-10 23 0,2 10 19 16,0-9 28-16,0 9 25 0,-2-8 17 0,2 8 6 16,0 0 26-16,0 0 40 0,0 0 26 15,0 0 11-15,-3 35 0 0,1-17-17 0,0 0-1 16,-4 5-11-16,2-1-5 15,-2 11-5-15,1-10-13 0,1-3-13 0,-1-1-9 16,1-4-6-16,0-1-16 0,-1-1-10 16,4-3-11-16,-1 1-71 0,0-3-55 0,0-3 0 15,2-5 0-15,-4 9 0 0,4-9 0 16,0 0 0-16,0 0 0 0,0 0 0 0,0 0 0 16,0-31 0-16,2 14 0 0,4-3 0 15,-1-3 0-15,6 3 0 0,-4-1 0 16,0 0 0-16,2 4 0 0,-2 3 0 15,-3 4 0-15,-1 1 0 0,1 1 0 0,0 4 0 16,-1-2 0-16,-3 6 0 0,0 0 0 0,11-6 0 16,-11 6 0-16,0 0 0 15,0 0 0-15,18 9 0 0,-18-9 0 0,12 7 0 16,-6-3 0-16,-6-4 0 0,9 4 0 16,-9-4 0-16,12 2 0 0,-12-2 0 0,0 0 0 15,0 0 0-15,18-2 0 0,-18 2 0 16,16-8 0-16,-9 4 0 0,5-2 0 0,-2 0 0 15,-1 1 0-15,-2 1 0 0,5 0 0 16,-12 4 0-16,13-5 0 0,-13 5 0 0,0 0 0 16,18 3 0-16,-18-3 0 0,11 10 0 15,-7-3 0-15,-1 5 0 0,3-1 0 16,-1-1 0-16,-4 2 0 0,5 1 0 0,-2 3 0 16,-1-5 0-16,3-2 0 0,-3 2 0 15,4-1 0-15,-1-2 0 0,-1-1 0 16,-1 0 0-16,-1-1 0 0,-3-6 0 15,13 7-332-15,-8-5-57 0,-5-2-70 0,17-2-71 16,-17 2-92-16,17-4-111 0,-6 1-16 16,5-3 61-16,-3-1-567 0,6 0-715 0</inkml:trace>
  <inkml:trace contextRef="#ctx0" brushRef="#br0" timeOffset="33022.76">27515 3829 3350 0,'9'-12'16'0,"-6"1"73"0,-1 5 44 0,0-2 33 0,-2 8 27 15,0 0 20-15,-2-8-6 0,2 8-7 0,0 0-11 0,0 0-9 16,0 0-9-16,-34 12-1 0,20-3-8 0,-1 3-17 16,3-2-15-16,1 0-8 0,4 2-17 15,-3-1-2-15,2 0-28 0,5-2-5 0,1 3-6 16,0-2-7-16,2 1-4 0,2 1-4 16,1 0 0-16,1 1 19 0,2 3 28 0,2 2 37 15,-2-2 14-15,-1 3 10 0,3 0 10 16,-2 2 9-16,-2-5 4 0,-1 2 3 0,1-3 3 15,-2 2 4-15,-2-3-143 0,0 0-47 16,0-4 0-16,0 0 0 0,-2-1 0 0,-2 0 0 16,3-3 0-16,1-6 0 15,-9 10 0-15,4-4 0 0,-3-5 0 0,8-1 0 16,-13-1 0-16,13 1 0 0,-17-7 0 16,9 0 0-16,1-5-175 0,1 2-412 0,2-3-138 15,2 3-162-15,0 2 64 0,4-1 83 16,0 1-707-16,0-1-896 0</inkml:trace>
  <inkml:trace contextRef="#ctx0" brushRef="#br0" timeOffset="33241.26">27725 4096 3802 0,'0'0'88'0,"0"0"69"0,16 2 52 16,-16-2 44-16,9 8 65 0,-5 0 29 15,-2 3 14-15,-1 1-20 0,1 2-26 16,-4 1-27-16,-1 6-28 0,-5-1-28 15,-5 8-15-15,1 0-27 0,-1-3-19 0,-2 0-17 16,-4-2-22-16,4-2-15 0,-7-3-33 16,6-2-51-16,0-7-62 0,-1 1-68 15,2-2-54-15,2-1-61 0,2-1-69 0,-1-5-86 16,1 2-101-16,-2-3-117 0,13 0-167 16,0 0 10-16,-11-8 57 0,11 1-573 0,6-1-720 15</inkml:trace>
  <inkml:trace contextRef="#ctx0" brushRef="#br0" timeOffset="33489.72">28091 3882 3193 0,'0'0'-47'16,"0"0"59"-16,0 0 46 0,-31 10 33 15,20 0 34-15,-2 4 21 0,-10 8 15 0,4-1 3 16,2 4-6-16,2 0-15 15,-2-2-12-15,3 5-13 0,3-7-10 0,1-4-11 0,4-2-9 16,3 1-9-16,1-3-9 16,2-1-7-16,0-2-16 0,2 1-29 0,-1-3-32 15,1 1-55-15,4-4-61 0,0 0-70 16,4 0-77-16,-1-3-97 0,5 0-109 0,-1-2-85 16,6-2 26-16,-1 0-263 0,2-1-292 15</inkml:trace>
  <inkml:trace contextRef="#ctx0" brushRef="#br0" timeOffset="33823.28">28345 3938 2171 0,'2'-10'22'0,"-2"3"37"15,0 7 26-15,-4-12 24 0,4 12 17 16,-4-7 2-16,4 7 2 0,0 0 12 16,0 0 9-16,0 0 14 0,0 0 11 15,-35 16 2-15,24-8 4 0,0 3 5 0,-5 2-2 16,5-1 0-16,-1 2-8 0,-1 2-12 15,6 1-13-15,-1-3-15 0,2 1-7 0,2 1-11 16,3-2-12-16,1 2-5 0,0 0-7 16,1 2 10-16,1-1 8 0,2 1 10 0,-2-3 15 15,3-1-14-15,-5-1 12 16,1-4-6-16,-1 5-1 0,0-1 4 0,0-2 5 0,0 0 1 16,0-1-10-16,-1-2-6 15,-2 1-20-15,-1-3-6 0,0 1-11 0,1 1-11 0,-7-2-12 16,5 0-3-16,-5 0-24 15,-1 0-42-15,-5-1-54 0,1-3-47 0,-2 2-45 16,0 2-64-16,-1-3-77 0,2-2-108 16,-4 1-128-16,7 0-181 0,-2-2-63 15,5 2 76-15,10-2-596 0,-19 0-751 0</inkml:trace>
  <inkml:trace contextRef="#ctx0" brushRef="#br0" timeOffset="34306.96">28421 3784 3497 0,'0'-7'14'0,"2"1"59"0,-1-2 30 0,-1 8 23 0,9-7 19 0,-9 7 23 0,15-6 15 0,-6 6 12 0,-9 0 0 16,23 4 6-16,-9 1-2 0,-1 4 4 16,-4 7 27-16,3 2-15 0,-7 3 23 15,3 14 10-15,-6 0 8 0,-4 3 5 16,-6 3 2-16,3 0-5 0,-5 0-12 15,-1 5-16-15,0-9-18 0,0-1-20 0,4-5-152 16,1-4-40-16,5-3 0 0,-3-1 0 16,2 0 0-16,2-1 0 0,2 1 0 0,0 2 0 15,0 2 0-15,-1 9 0 0,-1-4 0 16,-3 4 0-16,-5 3 0 0,-4-2 0 0,1-2 0 16,-4 0 0-16,-2-2 0 15,-2-2 0-15,-5-4 0 0,4 0 0 0,-1-6 0 0,0 3 0 16,2-9 0-16,3-3 0 15,2 0 0-15,2-3 0 0,1-1-292 0,0-4-411 0,-2 1-209 16,6-3 46-16,0 0 91 16,-2 2-804-16,9-4-1021 0</inkml:trace>
  <inkml:trace contextRef="#ctx0" brushRef="#br0" timeOffset="37672.46">2359 4360 4014 0,'0'0'-183'0,"9"4"61"0,-9-4 48 0,0 0 38 0,0 0 35 15,0 0 36-15,0 0 29 0,8 1 16 0,-8-1 13 16,0 0-1-16,0 0 5 0,0 0-5 16,0 0 2-16,0 0-8 0,0 0-3 0,0 0-3 15,0 0-10-15,0 0-7 0,0 0-1 16,0 0-1-16,0 0-2 15,0 0 5-15,0 0 5 0,0 0 5 0,0 0 4 16,0 0 6-16,0 0 1 0,0 0 16 16,0 0-4-16,0 0-12 0,0 0-9 0,0 0-6 15,0 0-12-15,-15-17-4 0,5 11-7 16,0 2-5-16,-1 0-10 0,-3 4-3 0,14 0-4 16,-36 5-2-16,13 2-3 0,-2 4-4 15,-4 3 0-15,4 6-1 16,0 1-4-16,4-1 1 0,4 4-4 0,1 2 0 0,3-1 1 15,5 0 3-15,4-4-2 0,4-4 2 16,2 1-3-16,0-1 0 0,6 3 2 16,2-3 1-16,1-2 3 0,5-1 0 15,0-2-1-15,11 0 1 0,-4-2-3 16,-2-3 1-16,2-2-4 0,-4-2 0 0,0 1 0 16,-2-3-6-16,0 1 3 0,-4-2-17 15,-1 2-27-15,-2 0-30 0,-1-1-49 0,-9-1-59 16,17-1-77-16,-17 1-96 0,11-2-113 0,-4-2-180 15,-7 4-47-15,9-7 65 16,-7 2-357-16,2 0-457 0</inkml:trace>
  <inkml:trace contextRef="#ctx0" brushRef="#br0" timeOffset="38291.73">2847 4431 2536 0,'0'0'-32'0,"7"-2"37"0,-7 2 25 0,0 0 23 0,0 0 15 15,9-5 10-15,-9 5 8 0,0 0 4 16,0 0 4-16,0 0-8 0,0 0-10 15,7-6-10-15,-7 6-2 0,0 0-10 16,0 0-4-16,0 0-7 0,0 0 4 0,0 0-6 16,0 0 10-16,5-5-3 0,-5 5-5 0,0 0 0 15,0-13 7-15,0 13 0 16,-5-9 5-16,0 2-11 0,3-2-3 0,-3 1 7 16,-3 0-19-16,3-1 8 0,-3 1-14 15,-2 0-3-15,1 4 3 0,0-1-2 0,-3-1-15 16,-3 4 2-16,1 2 6 0,1 2-6 15,-6 2-6-15,-1 3-5 0,2 2-2 16,0 4-8-16,-2 6-5 0,4 6-9 0,2-1-11 16,4-2 3-16,6 2 9 0,2-7-1 15,4 2 0-15,3 4 0 0,4-3 8 0,5 7 2 16,4 0 2-16,0-3 2 16,2-5 7-16,-1 3-12 0,3-5 12 0,-4-2-8 15,-3-1 7-15,2-2 3 0,-4-2 7 16,-1 0-4-16,-1-1 20 0,-3 1 20 15,0-1 19-15,-2-1 29 0,-5 1 23 0,1-1 25 16,-4 2 11-16,-1-3 8 0,-5 6 6 16,-2-4 2-16,-1 0 0 0,-5 3-6 0,-2-2-2 15,0-4-6-15,-5 1-9 0,7-3-12 16,-4-2-12-16,2 0-14 0,-2 0-6 16,5-2-21-16,0 0-30 0,1-2-40 0,3 0-46 15,0 2-53-15,11 0-60 16,-21-4-61-16,13 0-75 0,8 4-86 0,-10-5-128 15,6-1-199-15,4 6 50 0,0-12 64 16,4 2-293-16,6 3-366 0</inkml:trace>
  <inkml:trace contextRef="#ctx0" brushRef="#br0" timeOffset="38538.55">3165 4570 2593 0,'0'0'128'0,"-24"1"47"0,24-1 19 0,0 0 15 0,0 0 23 0,-16 0 13 0,16 0 3 0,0 0-14 0,0 0-19 15,0 0-20-15,0 0-20 0,0 0-11 16,0 0-22-16,0 0-12 0,0 0-15 16,43-6-12-16,-27 6-16 0,-1-2-38 0,0 0-59 15,0-2-64-15,3 2-70 0,-1 0-81 16,2-1-73-16,-2 0-104 0,2-2-149 15,-2-1-104-15,0 4 57 0,2-2-312 0,-5 2-392 16</inkml:trace>
  <inkml:trace contextRef="#ctx0" brushRef="#br0" timeOffset="38739.29">3154 4778 2698 0,'-13'5'128'0,"6"-1"25"16,2-2 27-16,5-2 26 0,0 0 14 0,-10 6 9 15,10-6 3-15,0 0-5 0,0 0-15 16,0 0-19-16,0 0-21 0,0 0-16 0,42-12-16 16,-25 9-20-16,0 0-40 0,4-3-79 15,4 3-95-15,-6 1-109 0,4-1-123 16,0-2-157-16,0 0-189 0,-1 0 51 0,-4 0-382 16,1 3-478-16</inkml:trace>
  <inkml:trace contextRef="#ctx0" brushRef="#br0" timeOffset="39389.32">3616 4482 3024 0,'0'0'146'0,"-5"-7"3"0,5 7 6 0,-6-5 1 16,6 5 12-16,0 0 8 15,0 0 0-15,-7-7-19 0,7 7-10 0,0 0 23 16,0 0 18-16,-3 22 2 0,6-10-22 16,-3 2-16-16,0 1-11 0,0 2-15 0,0 3 3 15,0-3-9-15,2 2-6 0,-2-5-16 16,0 4 3-16,0-4 7 0,-2-2 8 0,2-1-7 16,-3-2 10-16,3 2 8 0,0-4 10 15,0-7 14-15,-2 13 6 0,2-13 7 16,-2 7-16-16,2-7-12 0,0 0-17 0,0 0-10 15,0 0-18-15,-11-22-7 0,11 6-11 16,0-4-9-16,2-1-36 0,0-2-28 0,2 2 0 16,-1 1 0-16,-1 5 0 0,3 1 0 15,-1 5 0-15,-1-1 0 0,1 2 0 16,2 4 0-16,-6 4 0 0,12-3 0 16,-12 3 0-16,22 5 0 0,-7 1 0 15,-2 0 0-15,1 2 0 0,-1 0 0 0,-2-1 0 16,3 1 0-16,-5-2 0 0,1-2 0 15,-4 0 0-15,1-1 0 0,-7-3 0 0,11 6 0 16,-11-6 0-16,11 4 0 0,-11-4 0 16,0 0 0-16,13-8 0 0,-8-1 0 15,2-5 0-15,0-4 0 0,2-1 0 0,4-8 0 16,-3 8 0-16,1 0 0 0,-3 7 0 16,0 0 0-16,0 2 0 0,-3 5 0 15,2 1 0-15,-7 4 0 0,0 0 0 16,33 21 0-16,-19-7 0 0,0 14 0 0,0 1 0 15,-1 3 0-15,1-1 0 0,-1-1 0 16,-2 2 0-16,3-3 0 0,-3 0 0 0,-1-6 0 16,-1-4 0-16,-5-3 0 0,3-1 0 15,-1-3 0-15,1 0 0 0,-6-1 0 16,5-3 0-16,-4-2 0 0,1-2 0 0,-3-4-183 16,0 0-116-16,8 5-99 0,-8-5-108 15,0 0-132-15,0 0-198 0,6-15 41 0,-4 7 87 16,2-1-594-16,-4-3-760 0</inkml:trace>
  <inkml:trace contextRef="#ctx0" brushRef="#br0" timeOffset="39989.22">4502 4466 3352 0,'4'-5'-140'0,"-4"5"35"0,5-7 36 0,-5 7 27 0,5-5 31 0,-5 5 27 0,8-3 19 0,-8 3 9 16,5-5 16-16,-5 5 9 0,7-6 2 0,-7 6 23 16,0 0 10-16,11-6 7 15,-11 6 14-15,5-4 13 0,-5 4 4 0,6-7 10 16,-6 7 4-16,5-5-5 0,-5 5-11 15,4-8-7-15,-4 8-13 0,3-10-7 16,-3 3-13-16,0-2-12 0,0 9-6 0,0-15-7 16,-3 5-7-16,1-2-8 0,0 4-5 15,0-1-9-15,-3 0-5 0,1 0-7 0,1 1-1 16,-5 1-7-16,2 1-3 0,-4 4-5 16,10 2-1-16,-16-4-6 0,16 4 1 0,-29 6-4 15,13 1-2-15,0 1 0 0,0 4 2 16,5 0 0-16,-1-1-4 0,1 3 1 15,5 0-1-15,3-1-2 0,1 1 2 16,2-2 2-16,5-1 1 0,-1 4-4 16,7-1 0-16,1 3 2 0,8 3-1 0,2-1 0 15,-1-2 2-15,1 1-4 0,-2-3 1 16,3 3-2-16,-7-5 2 0,0 0-1 0,-3-1 1 16,-3 0 13-16,-1 1 14 0,-1-3 23 15,-1 4 28-15,-2-2 35 0,-5-4 24 0,-3 4 18 16,-3 0 8-16,1-2-1 0,-2 0-9 15,-6 1-8-15,2-3-11 0,-2-2-14 16,-2 2-12-16,0-3-7 0,-1-1-14 16,3-3-8-16,-2-2-19 0,-4-1-62 15,3-5-58-15,-5-1-70 0,3-1-58 0,-2 0-69 16,7 2-106-16,1 1-133 0,-1-1-169 16,4 0-161-16,3 2 77 0,2 0-644 0,4 5-844 15</inkml:trace>
  <inkml:trace contextRef="#ctx0" brushRef="#br0" timeOffset="40223.51">5017 4535 3937 0,'5'-7'92'0,"-5"7"47"0,0 0 33 0,0 0 28 0,0 0 18 0,0 0 17 0,0 0 1 15,0 0-12-15,0 0-23 0,3-8-20 16,-3 8-15-16,13-4-18 0,-13 4-19 0,21-5-43 16,-10 3-81-16,2 0-83 0,1-1-91 15,1 1-95-15,1 2-112 0,-1-2-106 0,0 1-132 16,2-1-77-16,-3 1 60 0,0 1-411 16,0 1-516-16</inkml:trace>
  <inkml:trace contextRef="#ctx0" brushRef="#br0" timeOffset="40454.76">5072 4677 3146 0,'-14'6'185'0,"2"-3"39"0,2 2 37 15,5-1 40-15,5-4 52 0,-9 3 18 16,9-3 9-16,0 0-12 0,-9 5-23 16,9-5-20-16,0 0-12 0,0 0-23 0,0 0-26 15,23 9-27-15,-8-9-28 0,4 0-22 16,1 0-48-16,-2-2-64 0,0 2-71 0,-1-2-72 15,-2 0-79-15,0 1-68 16,-3 1-68-16,-3-2-58 0,-9 2-70 0,18 0-68 16,-18 0-91-16,0 0-145 0,0 0-22 0,9 2 86 15,-9-2-492-15,0 0-610 0</inkml:trace>
  <inkml:trace contextRef="#ctx0" brushRef="#br0" timeOffset="41454.61">5587 4375 3452 0,'-2'-7'144'0,"2"1"28"0,0-1 4 0,0-3 6 0,2-1 12 0,3 2 7 0,-1-3-7 16,3 2-15-16,-2 3-18 0,4-1-17 16,1 4-16-16,4 0-9 0,-2 2-12 15,2 4-15-15,3 2-6 0,0 4-10 0,0 3-8 16,-1 5-1-16,3 7-11 0,-6 0-7 16,-4 0 4-16,-5-1-6 0,-2 0 2 0,-4 4 18 15,-2 5 23-15,-5 0 28 16,0-2 26-16,-3-2 23 0,3-4 20 0,-1-6 11 15,7-3 4-15,-6-2 14 0,8-2-3 16,-5-3 0-16,4 0-33 0,2-7-180 0,-2 11 0 16,2-11 0-16,11 11 0 0,0-8 0 15,3 1 0-15,6-3 0 0,-2 1 0 16,9-2 0-16,-4 0 0 0,-2 0 0 0,2 0 0 16,-4 0 0-16,0 0 0 0,-4 0 0 15,-1 0 0-15,-14 0 0 0,20 0 0 0,-8-2 0 16,-12 2 0-16,15 0 0 0,-15 0 0 15,12 0 0-15,-12 0 0 0,11-1 0 0,-11 1 0 16,0 0 0-16,6-4 0 0,-6 4-501 16,0 0-202-16,0 0-253 0,0 0 92 15,0 0 100-15,0 0-734 0,0 0-943 0</inkml:trace>
  <inkml:trace contextRef="#ctx0" brushRef="#br0" timeOffset="42387.99">1249 6481 4046 0,'0'7'-77'0,"0"-2"34"0,0-5 29 0,0 0 36 16,0 0 42-16,2 10 35 15,-2-10 30-15,0 0 7 0,8 2 1 0,-8-2-3 0,0 0-10 16,21-9-15-16,-9 6-12 15,-1-5-5-15,7-3-12 0,-4 1-7 0,1-2-12 16,1 0-3-16,1-3-5 0,0-8-4 16,-1 0-3-16,-1-3-3 0,-8 3-4 0,1-8-3 15,-4 4-2-15,-2-9-5 0,-2 5-1 16,-2 7-4-16,0-1 0 0,-2 2 4 16,3 4-1-16,-2 4 1 0,1 1-5 0,-2 2-6 15,4 4-10-15,0 8-2 0,-2-9-1 16,2 9 1-16,0 0 1 0,0 0 5 15,8 29 0-15,0-8 2 0,3 4 7 0,5 3 9 16,1-2-4-16,0-1-6 16,0-1 2-16,4 1-1 0,-2-6 1 0,0 2-4 15,-2-3 0-15,-4-7-2 0,1 2-18 16,-3-4-23-16,0-1-38 0,0-3-29 0,-4-1-50 16,0 0-53-16,1 0-62 0,-8-4-67 15,0 0-96-15,0 0-130 0,17-9-117 16,-15 6 62-16,-2-6-335 0,2 1-421 0</inkml:trace>
  <inkml:trace contextRef="#ctx0" brushRef="#br0" timeOffset="42587.91">1574 5885 2650 0,'-6'-11'143'0,"-4"1"31"0,3 0 19 15,-1 5 25-15,3-4 22 0,1 2 9 0,-2-1 0 16,0-1-18-16,2 1-25 0,2 0-20 15,2 8-18-15,-3-14-23 0,1 10-22 16,2 4-45-16,-2-9-63 0,2 9-75 16,0-6-81-16,0 6-76 0,0 0-77 15,0 0-118-15,0 0-215 0,0 0 2 0,0 0 70 16,17 19-240-16,-15-9-283 0</inkml:trace>
  <inkml:trace contextRef="#ctx0" brushRef="#br0" timeOffset="42804.71">1768 6128 2604 0,'0'0'288'0,"-2"5"5"0,2-5-7 16,0 0 7-16,0 0 3 0,0 0-10 16,0 0-18-16,32-17-28 0,-16 10-25 0,1-2-22 15,0 0-21-15,0 0-42 0,0-2-65 16,-1 5-75-16,-3 0-79 0,-2 1-78 15,1 1-74-15,-1 0-71 0,-2-1-82 16,2 5-100-16,-11 0-115 0,14-5 20 0,-14 5-338 16,0 0-406-16</inkml:trace>
  <inkml:trace contextRef="#ctx0" brushRef="#br0" timeOffset="42989.87">1884 6227 2629 0,'-9'9'114'0,"2"-4"48"0,0-1 53 16,1 0 38-16,6-4 37 0,0 0 32 15,-7 6 15-15,7-6 0 0,0 0-25 0,0 0-32 16,0 0-29-16,0 0-21 16,0 0-28-16,0 0-19 0,0 0-35 0,0 0-90 15,42-9-101-15,-30 6-104 0,4-4-109 16,0 0-130-16,2-2-173 0,2-3-177 16,-1 2 56-16,-2 0-516 0,2 0-660 0</inkml:trace>
  <inkml:trace contextRef="#ctx0" brushRef="#br0" timeOffset="43304.85">2162 5936 3177 0,'-2'-11'27'15,"2"0"45"-15,2 2 17 0,0 2 21 16,0-2 22-16,4 5 23 0,-2-2 19 0,2 1-1 16,-1 2-4-16,4 1-2 15,-9 2-8-15,0 0-9 0,25 5-6 0,-13 4 7 16,1 4 15-16,-2 5 15 0,0 2-1 15,-8 2 3-15,3 11 5 0,-4-1 24 16,-2-5 10-16,-4 7 2 0,2-3 4 0,0-7-8 16,0-4-5-16,2-1-17 0,0 0-11 15,0-6-14-15,2 3-14 0,2-4-15 0,1-5-82 16,5-1-62-16,2 0 0 0,2-6 0 16,2 0 0-16,3-6 0 0,2 3 0 15,0-4 0-15,0-1 0 0,7-3 0 0,-3-1-286 16,-7 0-109-16,-2 4-81 15,0 1-71-15,-7 2-88 0,3 0-112 0,-6 3-23 16,-1-1 85-16,-5 3-556 0,10-2-704 16</inkml:trace>
  <inkml:trace contextRef="#ctx0" brushRef="#br0" timeOffset="43773.14">3927 6178 3230 0,'-4'-12'34'0,"0"6"47"0,1 2 7 0,3 4-2 0,-11-7 11 0,0 5 16 0,11 2 29 15,-25 7 27-15,1 8 16 16,-4 1 13-16,-1 6 7 0,2 2 7 0,-3 8-1 15,3 2-2-15,8-4 2 0,4-1-3 16,4 2-16-16,4-4-10 0,7-3-13 0,0-1-19 16,9 9-13-16,2-5-14 0,4-1-12 15,6-2-12-15,2-6-33 0,0-2-51 16,-1-7-54-16,-1-3-45 0,-1-4-53 16,0-2-58-16,1-1-70 0,4-4-93 0,4-6-95 15,1-3-143-15,-3-4-134 0,0-3 67 16,-5 1-495-16,-1-3-623 0</inkml:trace>
  <inkml:trace contextRef="#ctx0" brushRef="#br0" timeOffset="44204.62">4242 6207 3067 0,'-4'3'32'0,"4"-3"40"0,-2 7 34 0,2-7 29 15,0 0 25-15,0 0 31 0,0 0 20 16,4 7 11-16,-4-7-2 0,0 0-6 16,0 0-17-16,0 0-15 0,27-4-17 0,-27 4-10 15,0 0-21-15,16-4-17 0,-16 4-12 16,14-6-6-16,-8 3-8 0,-1-2-7 16,1-2-18-16,-1 0 1 0,-1-2-5 15,1-1-4-15,-3 1-7 0,-2-2-3 0,-2-3-4 16,-5-1-3-16,4 1-4 0,-5 2-8 15,-1 2 3-15,-1-1-5 0,1 5 5 0,-3 6 3 16,12 0 4-16,-30 10 17 16,12 2 7-16,5-1 22 0,0 5 7 0,2 1 2 0,3 4 10 15,3 1 5-15,2 0 7 16,1 0 2-16,2 1 2 0,2 2 4 0,1-1-2 16,4 1-8-16,0-4-9 0,1 1-7 15,1-3-54-15,3-3-44 0,1-2 0 0,5 0 0 16,-4-4 0-16,2-3 0 0,-1-4 0 15,0 1 0-15,0-4 0 0,3 0-163 0,-2-4-139 16,2 1-108-16,1-4-122 0,0-1-168 16,-2 1-148-16,-6 2 76 0,3 0-746 15,-3-1-964-15</inkml:trace>
  <inkml:trace contextRef="#ctx0" brushRef="#br0" timeOffset="44438.21">4798 6224 4803 0,'0'0'367'0,"-13"1"1"0,13-1-4 0,0 0-2 0,0 0 11 16,-6 4 16-16,6-4-8 0,0 0-33 0,0 0-39 15,33 3-182-15,-17-3-127 0,6-3 0 16,1-1 0-16,1 3 0 0,-1-1 0 15,-2-3 0-15,4 2 0 0,-6-1-107 0,-2-3-424 16,-2 0-141-16,2 2-153 0,-4 2-31 16,-1-2 94-16,-4 3-747 0,-8 2-956 15</inkml:trace>
  <inkml:trace contextRef="#ctx0" brushRef="#br0" timeOffset="44637.87">4817 6409 4374 0,'-14'9'146'15,"2"-2"51"-15,1-4 44 0,2 2 49 0,4-1 34 16,5-4 12-16,-10 5-6 0,10-5-17 16,-6 3-15-16,6-3-21 0,0 0-28 15,0 0-24-15,19 5-27 0,-5-5-70 0,-14 0-80 16,40-7-115-16,-10-1-101 16,5 1-105-16,-9 0-119 0,9-3-130 0,-9 1-154 15,-3 2-144-15,-8 3 67 0,1-2-711 16,-3 3-911-16</inkml:trace>
  <inkml:trace contextRef="#ctx0" brushRef="#br0" timeOffset="44871.05">5486 6408 4581 0,'-10'3'342'0,"1"-1"25"15,9-2 22-15,0 0 8 0,-11 3 6 0,11-3 13 16,-6 2-46-16,6-2-19 0,0 0-34 16,0 0-59-16,0 0-258 0,28 2 0 0,-11-4 0 15,5 0 0-15,6 0 0 0,-1 1 0 16,-1-1 0-16,11-3-186 0,-3-2-357 0,-7 2-167 16,-3-2-204-16,1 2 76 0,-2-2 103 15,-2-1-716-15,-2 4-899 0</inkml:trace>
  <inkml:trace contextRef="#ctx0" brushRef="#br0" timeOffset="45322.11">6092 6100 4374 0,'-5'-4'167'16,"2"-1"25"-16,3 5 19 0,-6-9-10 0,6 9-13 15,4-7-10-15,-4 7-13 0,14-8-17 16,-5 2-10-16,2 2-16 0,1 3-11 0,-1-1-12 15,3 1-11-15,-14 1-12 0,22 0-4 16,-10 1 13-16,-12-1-5 0,22 3-14 0,-13 1-1 16,-2 2-12-16,1 0 11 0,-5 0 15 15,4 2 21-15,-7 1 16 0,0 1 21 16,-2 4 9-16,-3-1 6 0,0 4 7 16,-3 2-5-16,3-2-9 0,-1 2-85 0,-2-2-60 15,4-3 0-15,1 1 0 0,1 0 0 16,2-3 0-16,2-2 0 0,1 1 0 15,3-1 0-15,2 2 0 0,1-1 0 0,3-2 0 16,-2 0 0-16,1-1 0 0,-2 1 0 16,1 1 0-16,-1 0 0 0,-1-1 0 0,-3 4 0 15,2-1 0-15,-3 0 0 0,-3 0 0 16,-2 0 0-16,-3 3 0 0,-3-1 0 16,-4 3 0-16,0 0 0 0,-5-3 0 0,4 1 0 15,-4-3 0-15,3-3 0 0,-1-1 0 0,3 2 0 16,-2-3 0-16,1-3 0 15,1 1 0-15,-1-2 0 0,1-1 0 0,0 0 0 16,1-2 0-16,10 0 0 0,-21 2-650 16,13 0-335-16,8-2 94 0,-19 0-1036 0,19 0-1347 15</inkml:trace>
  <inkml:trace contextRef="#ctx0" brushRef="#br0" timeOffset="46771.02">3706 7632 4833 0,'0'0'-237'0,"0"0"64"0,0 0 41 0,0 0 37 0,0 0 33 0,0 0 33 15,0 0 43-15,0 0 32 0,0 0 33 0,5-18 28 16,-5 18 27-16,0 0 10 16,-7-11 5-16,7 11 3 0,-9-11-1 0,1 8-15 15,-2 1-2-15,1-2-9 0,9 4-11 16,-23 0-6-16,10 6-12 0,-3 2-13 0,-9 9 0 15,5 2-2-15,-3 4-2 0,5 2-8 16,4 3-7-16,2-1-5 0,2-2-5 0,7-4-5 16,1 1-6-16,4-1-2 0,1 0-9 15,7-2-1-15,0-1-11 0,3-4-15 16,2 0-23-16,-2-4-18 0,7 0-32 0,-4-4-41 16,2-3-44-16,-1 0-75 0,2-1-93 15,0-4-105-15,4-4-129 0,-2 0-157 16,2-4 55-16,6-1-468 0,-1-3-592 15</inkml:trace>
  <inkml:trace contextRef="#ctx0" brushRef="#br0" timeOffset="47270.93">4278 7680 2919 0,'0'0'-35'0,"0"0"29"0,-16-6 7 0,16 6 6 15,0 0 7-15,0 0 14 0,7-10 11 16,-7 10 12-16,7-4-4 0,-1 0 7 0,-6 4 0 16,7-7 3-16,-7 7 13 0,5-6 18 15,-5 6 13-15,7-10-6 0,-7 10 4 16,2-6 4-16,-2 6 2 0,2-11 2 16,-4 5-12-16,2 6-1 0,-2-11-2 15,-2 4-3-15,-2 0-3 0,2 1-4 0,-3-1-5 16,-3 2-5-16,2-1-9 0,-1 1-3 15,-2 2-6-15,-1-1-8 0,-1 4-4 0,-1 1-7 16,-1 5 3-16,4-1-10 0,-3 6 0 16,5-1-4-16,0 2-3 0,4 4-2 0,1-1-1 15,4 3-2-15,2-1-3 0,2-3-2 16,4 5 1-16,11 3-7 0,-5-5 10 16,9 3-2-16,-8-5 11 0,0-1 5 0,0 0 12 15,1-2 11-15,-1 0 11 0,-3 0 8 16,0-2 12-16,-4-1 15 0,-1 1 3 15,3 0 23-15,-8-1 16 0,2 1 39 16,-4 0 4-16,-4 1-4 0,1 2-7 0,-6-1-6 16,-4 4-19-16,2-6-13 0,-3 3-13 15,-2-1-12-15,-2-3-10 0,-1 2-11 0,0-2-8 16,4-4-11-16,-2 1-30 0,1-3-62 16,3 0-73-16,-1-3-89 0,3 0-88 0,0-3-112 15,-3 0-113-15,5-1-144 16,4 0-166-16,0-3 62 0,3-1-676 0,2 8-873 15</inkml:trace>
  <inkml:trace contextRef="#ctx0" brushRef="#br0" timeOffset="47487.97">4787 7752 4305 0,'0'0'192'0,"0"0"40"0,0 0 24 0,0 0 17 0,0 0-1 0,0 0-6 0,0 0-19 0,0 0-24 0,0 0-21 0,18 0-18 16,-6-3-29-16,1 0-49 16,1 2-78-16,-1-2-77 0,3-1-80 0,-1 2-79 15,0-2-99-15,-2 1-101 0,0 2-108 16,3-5-143-16,-5 4-54 0,3 0 70 16,-3-1-483-16,-11 3-593 0</inkml:trace>
  <inkml:trace contextRef="#ctx0" brushRef="#br0" timeOffset="47703.97">4884 7923 2980 0,'-11'9'125'0,"1"-1"71"16,2-3 42-16,1 1 27 0,3-1 25 15,4-5 25-15,-4 6 26 0,4-6-8 16,-4 8-9-16,4-8-25 0,0 0-28 16,14 7-27-16,-14-7-24 0,18 1-28 15,-4-1-54-15,-14 0-53 0,27-4-66 0,-11 4-51 16,0-4-39-16,-1 0-35 0,1 0-32 15,-5 3-17-15,3 0-17 0,-5-3-28 0,-2 2-39 16,2-1-42-16,-2-1-39 0,-2 2-40 16,-5 2-71-16,6-6-103 0,-6 6-87 0,2-7 55 15,-2 7-335-15,0 0-383 0</inkml:trace>
  <inkml:trace contextRef="#ctx0" brushRef="#br0" timeOffset="48688.31">5725 7654 2646 0,'1'-7'126'0,"-1"7"35"0,0 0 18 0,0-7 13 0,0 7 2 0,0 0 21 0,0 0 26 15,0 0 15-15,0 0 7 0,6 26-17 16,0-12-14-16,-3-1-11 0,-1 3-29 0,5 1-10 15,-2-1-22-15,1-1-16 16,-3 1-14-16,1-1-17 0,-2-3-7 0,2 0-10 16,-3 0-2-16,1 0-5 0,0-4 8 15,-2-2-1-15,0-6 11 0,2 15 3 16,-2-10 1-16,0-5-7 0,0 0-3 0,-6 7-8 16,6-7-7-16,0 0-11 0,0 0-13 15,0 0-8-15,-7-27-6 0,7 15-6 0,-2-5-5 16,4 0-11-16,0-1-3 0,3-1-10 15,-1 4 1-15,1 3-5 0,-2 1-5 0,3 2-5 16,-1 4 2-16,3-1 4 16,-8 6-4-16,14-3 3 0,-14 3 3 0,18 1-7 15,-18-1-1-15,21 8 0 0,-9-3-1 16,-4 1-2-16,1 0 10 0,0 0 2 0,-3 0-6 16,2-1 1-16,-2 1 1 0,-6-6-4 15,9 6 2-15,-4 0 4 0,-5-6-3 0,7 7 7 16,-7-7 1-16,7 4-5 0,-7-4 8 15,0 0-5-15,0 0-2 0,0 0-3 0,24-17-3 16,-17 5-2-16,4-1 1 16,1-3-1-16,3-1 1 0,0 4-5 0,-2 0-1 15,3 0-6-15,-1 1 4 0,1 9 4 16,-3 1-8-16,-1 2 1 0,-12 0 8 16,25 10-5-16,-9 1 4 0,1-1 1 0,-2 2 1 15,-4 4-4-15,3-4-16 0,-3 5-11 16,2-3-40-16,-1 2-33 0,-1 1-34 0,2-1-48 15,-4 0-53-15,-2-6-76 0,0 2-72 16,0-4-70-16,-1 1-77 0,-3-2-117 0,3-2-56 16,-3-2 74-16,-3-3-490 0,13 2-594 15</inkml:trace>
  <inkml:trace contextRef="#ctx0" brushRef="#br0" timeOffset="49120.11">6521 7560 3192 0,'0'0'63'0,"4"-7"36"0,-4 7 45 0,0 0 36 0,9-3 29 0,-9 3 17 0,0 0 11 0,19 13 9 0,-10-4 1 15,-1-2-11-15,4 6-8 0,-5-2-16 16,4 6-2-16,-2-5-6 0,-4 1 3 0,-1-1-8 16,1 1-6-16,-5-2-11 0,0 1-11 15,-3 4-5-15,-3-3-9 0,-3 0-11 0,-3 1-10 16,-1 1-15-16,-1-4-14 0,-1 2-10 15,-4-3-13-15,1 0-6 0,-2-1-8 0,-1-5-16 16,4 2-11-16,2-4-24 16,2-6-14-16,-5 0-20 0,5-9-11 0,-1-5-10 15,5-8 5-15,4-6-1 0,3 3 5 0,5 4-1 16,-1 1 6-16,6 3 1 0,-1 4-2 16,-1 5 4-16,6 2-5 0,-5 5 11 15,3 3-4-15,-10 2 9 0,22 9 0 16,-8-1 4-16,5 2-2 0,-6 3 4 0,2 0 2 15,6 7-5-15,-1-6 4 0,2 7 2 16,-1-3 0-16,1-5 3 0,-8 1-4 0,2-2 1 16,-1-3-15-16,-3 1-33 0,-1-3-30 15,-2-1-27-15,-1 0-29 0,0-3-38 0,-3 0-67 16,-5-3-88-16,11 4-93 16,-11-4-91-16,0 0-108 0,0 0-133 0,0 0 69 15,7-10-582-15,-7 10-725 0</inkml:trace>
  <inkml:trace contextRef="#ctx0" brushRef="#br0" timeOffset="49386.97">6753 7482 3557 0,'4'-9'53'0,"-2"0"24"0,2 3 27 16,2 3 36-16,-6 3 38 0,12-3 30 0,-12 3 27 16,22 9 15-16,-8 1 7 0,0-3-3 15,2 7-6-15,4 5-9 0,2 2-16 16,-3 0-18-16,-6 0-16 0,-4-5-12 15,1 2-10-15,-2 1-2 0,-5-3 5 0,1 1-5 16,-4-3-7-16,-2 2-19 0,0 1-9 16,-5-2-13-16,0 3-11 0,-4-3-13 0,0-3-13 15,-1 2-33-15,1-5-47 0,2 1-57 16,-1-6-71-16,-1 4-75 0,2-5-78 0,-2-3-102 16,11 0-97-16,-18-7-100 0,12 1-113 15,5-6-78-15,2 0 70 0,1-5-610 0,4 0-768 16</inkml:trace>
  <inkml:trace contextRef="#ctx0" brushRef="#br0" timeOffset="49621.13">7138 7399 3618 0,'4'-16'28'15,"-2"7"69"-15,-2-3 43 0,0 6 29 0,0 6 11 16,-6-7 5-16,6 7 5 0,0 0 3 16,0 0 8-16,-32 25-1 0,17-2-11 0,-1 4-13 15,1 4-10-15,-2 2-15 0,4 0-9 16,1 2-10-16,3-2-20 0,1-4-13 0,7-2-3 15,-4-8-13-15,8-2 0 0,-1-1-12 16,-1-2-3-16,3 1-8 0,2-5-2 0,-1 0-9 16,2-1-10-16,4-3-31 0,-2-2-42 15,2 0-58-15,1 0-72 0,-1-4-100 0,3-2-116 16,-1 0-126-16,3 0-181 16,0-1-47-16,2 0 85 0,-2-1-532 0,2 0-647 15</inkml:trace>
  <inkml:trace contextRef="#ctx0" brushRef="#br0" timeOffset="50153.01">7620 7110 3196 0,'0'-7'-2'0,"0"7"33"0,-2-8 17 0,2 8 17 0,0 0 10 16,0 0 20-16,0 0 18 16,0 0 15-16,0 0 7 0,0 0 0 0,-3 25-1 15,-1-13 4-15,0 5 5 0,-6 1 8 16,-1 10 8-16,-3-3 5 0,1 1 0 0,2-4-4 16,1-1-12-16,3-2-15 0,-3 0-13 15,5-1-15-15,-2-2-7 0,7-3-12 0,-1-1-15 16,1 2 1-16,1-2-8 15,4 2-9-15,-1 0-2 0,1-1-7 0,5 5 9 16,-3-1 12-16,3 2 5 0,-3-1 1 0,1 2 0 16,2 9 4-16,-3-7 18 0,-3 0-2 15,-2-3 19-15,0 5 16 0,-2 0 19 16,-4 0 8-16,0-1 4 0,1 2 3 16,-6 6 1-16,4-9-3 0,-1-1-43 0,1-6-117 15,3 2 0-15,-2-3 0 0,2-2 0 16,2 2 0-16,0-1 0 0,0 2 0 0,2-1 0 15,2 1 0-15,0-1 0 0,-1 2 0 16,3 1 0-16,-1-4 0 0,0 2 0 0,1 0 0 16,-3-1 0-16,1-3 0 0,0 2 0 15,-1-3 0-15,-1-4 0 0,2 4 0 16,1-2 0-16,-4-1 0 0,-1-7 0 16,6 10 0-16,-1-8 0 0,-5-2 0 0,6 5-12 0,-6-5-297 15,9 2-76-15,-9-2-89 16,0 0-92-16,0 0-148 0,0 0-100 0,16-5 83 15,-16 5-693-15,2-7-874 0</inkml:trace>
  <inkml:trace contextRef="#ctx0" brushRef="#br0" timeOffset="51719.96">8169 7709 3904 0,'0'0'40'0,"0"0"65"0,-13 4 51 0,13-4 37 0,0 0 28 0,-10 2 19 15,10-2 11-15,0 0 12 16,0 0 17-16,0 0-1 0,0 0-8 0,0 0-18 16,34 5-23-16,-13-5-20 0,1 0-24 15,1 0-19-15,-3 0-20 0,3 0-14 0,-2 2-16 16,-2-2-24-16,0-2-20 0,-1 2-31 15,-5 0-21-15,-13 0-13 0,21 0-36 0,-12-2-23 16,-9 2-44-16,18 2-37 0,-18-2-54 16,15 0-66-16,-15 0-105 0,7-5-111 0,-7 5-129 15,8-4-179-15,-8 4 35 0,6-8 81 16,-1 2-544-16,-5 6-668 0</inkml:trace>
  <inkml:trace contextRef="#ctx0" brushRef="#br0" timeOffset="52136.67">8662 7445 3571 0,'0'0'185'0,"0"-9"25"0,0 9-4 15,4-8-4-15,1 0-6 0,0 3 5 0,4 0-6 16,5-2-15-16,-1 4-10 0,0 2-18 16,-1-1-12-16,1 2-12 0,1 2-17 0,1 2-7 15,1 3-10-15,-5 3-8 0,3-1-12 16,-5 4-5-16,-2 0-7 0,0 3-8 0,-3-1 4 15,-1 3 16-15,-6-1 17 16,-1 7 7-16,1-2 25 0,-5-2 4 0,-3 9 3 0,-1-2-22 16,3-6 0-16,0-2-8 15,2-5 3-15,2 2-8 0,3-5-6 0,0 0-4 16,0-1-6-16,4-2-8 0,2 3-5 16,-1-2-4-16,6-1-5 0,-2 1-5 0,2-3-27 15,4 2-25-15,-2 2 0 0,0-3 0 16,-1 4 0-16,-1-2 0 0,0 0 0 0,1-1 0 15,-4 1 0-15,0-1 0 0,-5-1 0 16,1 1 0-16,0 1 0 0,-2 0 0 16,-2 1 0-16,-1-1 0 0,-1 1 0 15,-2-2 0-15,0 3 0 0,-2-5 0 0,-3 2 0 16,1-1 0-16,1-2 0 0,0-1 0 16,0-1 0-16,-2-3 0 0,11 0 0 0,-18 0-732 15,18 0-231-15,-16-7 72 0,12 5 96 16,4 2-841-16,0 0-1074 0</inkml:trace>
  <inkml:trace contextRef="#ctx0" brushRef="#br0" timeOffset="52369.31">9013 7960 4846 0,'6'2'97'0,"-6"-2"51"0,9 8 40 0,-9-8 27 0,9 10 9 0,-6-1 15 0,3-1-3 0,-3 1-11 16,3 0-14-16,-4 2-20 15,3-1-16-15,-4 3-21 0,-1-1-15 0,0 1-12 16,-1 1-19-16,-4 0-29 0,-1 1-37 16,-1 0-51-16,0-3-49 0,-4 0-58 0,-2 0-51 15,2 1-57-15,-1-7-66 0,-1 3-81 16,1-6-84-16,1 1-119 0,2-3-201 0,9-1 75 16,-17-5 75-16,11 2-491 0,2-3-584 15</inkml:trace>
  <inkml:trace contextRef="#ctx0" brushRef="#br0" timeOffset="53869.24">9509 7253 2933 0,'-4'-5'21'0,"4"5"34"0,-6-9 7 0,-1 8 2 0,7 1 14 0,-16 10 31 0,3 4 33 0,-8 16 30 15,-8 15 14-15,3 7 3 0,-1 4 12 16,3 2 5-16,5 2 6 0,5-2 0 0,4-1-4 16,10-11-15-16,6 9-9 0,6-5-10 15,5-2-12-15,4-6-10 0,4-1-15 16,0-6-18-16,-3-8-4 0,3-2-17 0,-2-7-6 15,2 0-23-15,-5-8 0 0,0-1-26 16,-8-3-27-16,6-2-24 0,-4-2-36 16,-1-1-40-16,-2-1-40 0,-11 0-46 15,21-1-52-15,-12-1-59 0,-2-2-48 0,-7 4-62 16,13-4-88-16,-8 0-129 0,-5 4-21 16,4-7 64-16,-4 7-367 0,6-8-411 0</inkml:trace>
  <inkml:trace contextRef="#ctx0" brushRef="#br0" timeOffset="54169.3">9863 7769 2607 0,'-19'2'251'0,"19"-2"60"0,0 0 27 0,0 0 18 16,-17-2 16-16,17 2 11 0,0 0 5 15,0 0-9-15,0 0-18 0,-8-4-24 16,8 4-27-16,0 0-28 0,0 0-25 16,32-7-36-16,-20 6-21 0,1-1-33 0,9 0-55 15,-3-2-76-15,-1 4-80 0,0 0-102 16,0 0-100-16,0-4-124 0,1 3-119 0,-4-1-137 15,1-2-170-15,1 1 58 0,-2 0 79 16,0-3-550-16,1 0-672 0</inkml:trace>
  <inkml:trace contextRef="#ctx0" brushRef="#br0" timeOffset="54603.2">10240 7517 3608 0,'-2'-6'120'0,"1"-1"10"15,1 7 0-15,-4-9 10 0,4 9 9 0,5-13 2 0,1 9 2 16,1-1-9-16,0-1-16 16,0 3-8-16,2 0-12 0,-9 3-11 0,20 3-6 15,-9-2-10-15,-1 7-8 0,1 0-5 16,-2 3-6-16,2 1 1 0,-2 4 7 16,-5 0 11-16,-3 1 17 0,-1-3 15 0,0 4 15 15,-5 0 9-15,1-1 1 0,1-2-11 16,-1 2-7-16,0-3-14 0,-1 1-3 0,4-3-12 15,1 1-13-15,0-1-5 16,1-1-4-16,6 2-8 0,-1-2-9 0,-1 0-5 16,2 0-6-16,4 2 1 0,-6-1-3 15,4-2-3-15,-3 4-5 0,2-2 10 0,0 0 15 16,-7 0 26-16,3 0 15 0,-4-1 20 16,0 3 16-16,0-1-13 0,-4 2-72 0,-1 3-48 15,-3-1 0-15,-3 0 0 0,-2-3 0 16,-3 2 0-16,-4 5 0 0,-2-4 0 0,1-4 0 15,6-4 0-15,0-1 0 0,0 0 0 16,-1-3 0-16,3 0 0 0,-1-2 0 0,3-3 0 16,1 0 0-16,10 0-5 0,-17-8-523 15,10 1-125-15,3 0-168 0,2 0-37 16,2-3 92-16,2 2-785 0,-2-1-994 16</inkml:trace>
  <inkml:trace contextRef="#ctx0" brushRef="#br0" timeOffset="58003.86">10663 7744 4284 0,'-7'1'15'0,"7"-1"56"0,-11 4 38 0,11-4 32 0,-8 3 32 0,8-3 38 16,0 0 18-16,-8 3 5 0,8-3 10 15,0 0 13-15,0 0 0 0,0 0-10 0,43-3-19 16,-25 0-23-16,11-1-20 0,7-1-35 15,1 0-14-15,-1-1-18 0,-6 3-14 16,-3-1-30-16,-5 2-36 0,1 2-48 16,-5-2-34-16,0-1-61 0,-4 3-34 0,-1-2-33 15,1 0-37-15,-3 2-40 0,-2-2-48 16,-9 2-44-16,12-2-32 0,-12 2-66 0,0 0-80 16,6-4-129-16,-6 4-2 0,0 0 57 15,0 0-401-15,0 0-470 0</inkml:trace>
  <inkml:trace contextRef="#ctx0" brushRef="#br0" timeOffset="58251.18">10889 7495 2749 0,'-7'-11'156'0,"2"2"55"15,-1 5 23-15,3-2 17 0,3 6 23 16,-6-7 16-16,6 7 18 0,0 0 4 16,-5-9-14-16,5 9-3 0,0 0 14 15,0 0-1-15,-7 25-10 0,10-7-15 16,-3 3-25-16,0 5-22 0,4 9-22 0,-3 1-20 15,3-1-33-15,-2 0-18 0,0-6-10 16,0-3-16-16,-2 0-14 0,0-3-47 0,0 0-56 16,0-1 0-16,0-1 0 0,0-3 0 15,-4-3 0-15,4 1-144 0,0-1-89 0,-2-4-70 16,2-1-88-16,0 0-75 0,0-6-82 16,0-4-103-16,6 5-117 0,-6-5 58 0,0 0-643 15,0 0-807-15</inkml:trace>
  <inkml:trace contextRef="#ctx0" brushRef="#br0" timeOffset="58601.71">11077 7715 3728 0,'10'-12'38'0,"-3"0"59"16,-1 1 32-16,4 1 37 0,-5 0 27 15,4-3 16-15,3 3 13 0,1-4-5 0,3 2 1 16,3 3-20-16,-2-3-11 0,1 4-13 16,-4 3-12-16,2 2-13 0,-3 1-15 0,0 4-4 15,-1 3 3-15,1 3 2 0,-6 4-5 16,2 3 1-16,-6 3 12 0,-4 2 13 0,-7 11 16 15,-2 1 15-15,-5 2-3 0,-1-4 9 16,-4 1 12-16,3-2-134 0,-3 0-71 16,5-7 0-16,3-4 0 0,5-5 0 0,2-1 0 15,1 0 0-15,2-5 0 0,4 1 0 16,3 2 0-16,1-3 0 0,4-1 0 16,3 1 0-16,1 0 0 0,2-1 0 0,0-2 0 15,1 0 0-15,-1 0 0 0,-4-1 0 16,4-1 0-16,-5 0 0 0,2 0 0 0,1 0 0 15,-5-2 0-15,-9 0 0 0,22 2 0 16,-17-2 0-16,-5 0 0 0,19-2 0 0,-13 0 0 16,-6 2 0-16,11-6 0 0,-4 3 0 15,-2-3 0-15,-3 0-517 0,0 0-166 0,-2 6-160 16,2-11-8-16,-4 3 93 16,-2 2-786-16,4 6-987 0</inkml:trace>
  <inkml:trace contextRef="#ctx0" brushRef="#br0" timeOffset="59019.01">11529 7426 4482 0,'-4'-9'130'0,"1"4"32"0,0 2 0 0,3 3-6 0,-4-6-7 0,4 6 5 16,0 0 5-16,16-6 4 15,-16 6-12-15,21 6-14 0,-6-2-6 0,4 6-17 16,-2 2-16-16,4 8-10 0,1 0-3 16,-8 3-3-16,2 4-11 0,-7 2-10 0,2 0 1 15,-4-2-4-15,-3-3 3 0,-3 10 8 16,1-3 16-16,0-4 16 0,-2-1 1 0,0 2-7 16,2-2-7-16,-2 1-22 0,4-1-6 15,-3 8-8-15,3 0-5 0,0-4 1 0,-1-7-9 16,-1 2-5-16,3-2-4 15,-1 2 1-15,-4-1-1 0,2-5 6 0,-2 3 7 0,-2-3-3 16,-2 0 3-16,4-4-4 16,-2-1 1-16,-3-1-2 0,4-1-19 0,-1-1-19 15,-2-3 0-15,4 1 0 0,-2-1 0 16,2-8 0-16,-2 14-67 0,2-8-102 0,0-6-75 16,-1 6-95-16,1-6-109 0,0 0-124 15,-8 2-184-15,8-2-31 0,0 0 74 0,0 0-680 16,-3-15-846-16</inkml:trace>
  <inkml:trace contextRef="#ctx0" brushRef="#br0" timeOffset="59667.52">11714 7253 3621 0,'-4'-4'-88'0,"4"4"31"0,-5-9 18 0,0 7 10 0,5 2 15 0,-4-7 24 0,4 7 29 0,-2-6 21 16,2 6 21-16,-1-8 20 0,1 8 17 0,-4-6 8 16,4 6 9-16,0 0 5 15,-2-7 14-15,2 7 5 0,0 0 13 0,0 0 4 16,-4-4-5-16,4 4-3 0,0 0-17 15,0 0-4-15,0 0 22 0,0 0 11 0,0 0 1 16,29 17-13-16,-11-3 3 0,7 8-2 16,8 8-7-16,-1 3-4 0,-1 5-10 15,-8 1-6-15,0 4-8 0,-4-1-25 0,-6-5-4 16,-2 2-11-16,1-3 3 0,-4 2-5 16,-5-2-2-16,3-1-7 0,-1-2-5 0,-2-4-10 15,-1-6-4-15,0 3-37 0,7 5-27 16,-7-5 0-16,3-4 0 0,-5 3 0 0,4-4 0 15,0 4 0-15,1-3 0 0,-2 2 0 16,1-2 0-16,-2 2 0 0,1-1 0 0,-3-2 0 16,0-2 0-16,0-1 0 0,-1 0 0 15,-3 1 0-15,2-2 0 0,0 0 0 16,2-1 0-16,0-3 0 0,-2 1 0 16,2 0 0-16,0-3 0 0,0 0 0 0,0-1 0 15,0 0-117-15,0-2-128 0,0 1-47 16,0-5-62-16,0 4-60 0,0-8-52 0,0 8-76 15,0-8-115-15,0 0-85 0,-1 7 73 16,1-7-587-16,0 0-717 0</inkml:trace>
  <inkml:trace contextRef="#ctx0" brushRef="#br0" timeOffset="59951.75">12288 7863 3905 0,'0'0'254'0,"-12"-2"31"0,12 2 14 0,0 0 1 0,-10-3 9 0,10 3 22 0,0 0 2 0,0 0-7 0,0 0-27 15,31-10-25-15,-17 6-28 0,2 3-28 16,4-3-23-16,-2 1-22 0,0-1-45 0,1 3-58 15,0-3-66-15,0-2-79 0,1 4-92 16,0-3-86-16,1-2-111 0,-3-2-110 0,2 1-113 16,-1 0-169-16,-2 0-8 15,-1 1 82-15,-5 1-620 0,-6 2-759 0</inkml:trace>
  <inkml:trace contextRef="#ctx0" brushRef="#br0" timeOffset="60151.17">12435 7939 3795 0,'-14'8'183'0,"4"1"66"0,1-1 51 16,-1 0 22-16,4-3 31 0,1 1 34 16,-1 1 18-16,5 0-15 0,-1-1-4 15,2-6-22-15,2 12-33 0,3-9-36 0,4-1-41 16,5 2-77-16,5 0-177 0,0-3 0 16,4 2 0-16,-1-6-105 0,3 2-235 0,0-1-142 15,-2-2-143-15,-1 0-175 0,-2 1-16 16,-3-5 83-16,-2 4-726 0,1-4-908 15</inkml:trace>
  <inkml:trace contextRef="#ctx0" brushRef="#br0" timeOffset="60436.05">13016 7800 4388 0,'-12'0'164'16,"12"0"46"-16,0 0 29 0,-13-2 40 0,13 2 17 15,0 0 30-15,0 0 10 0,0 0-12 16,0 0-17-16,0 0-16 0,0 0-17 0,0 0-24 16,0 0-25-16,0 0-24 0,0 0-120 15,0 0-81-15,43 2 0 0,-33-2 0 0,3 2 0 16,-13-2 0-16,23 0 0 0,-10 0-155 15,-3-2-229-15,3 0-117 0,-5 0-136 0,4 1-195 16,-5-4 19-16,4 3 100 0,-1-2-701 16,0 1-864-16</inkml:trace>
  <inkml:trace contextRef="#ctx0" brushRef="#br0" timeOffset="60967.57">13222 7703 4013 0,'0'0'80'0,"0"0"32"0,0-12 25 15,0 12 10-15,5-10 8 16,3 3 8-16,-3-1 1 0,2 2-4 0,2-2-1 0,-2 1-3 16,1 1-8-16,-5 0-6 15,6 5 5-15,-9 1 10 0,11-4 20 0,-11 4 19 16,0 0 23-16,11 9 21 0,-8-3 13 15,2 3 10-15,1 3 3 0,-5 4 16 0,1-1-27 16,4 3-255-16,-2 4 0 0,-3 0 0 16,3-1 0-16,1 3 0 0,-2-1 0 0,1-2 0 15,2 0 0-15,-5-1 0 0,5-3 0 16,-2-2 0-16,-1-1 0 0,-1-2 0 0,5-1 0 16,-5-3 0-16,-1 2 0 0,1-4 0 15,0 0 0-15,-2-6 0 0,2 13 0 0,-2-13 0 16,0 10 0-16,-2-4 0 0,2-6 0 15,-7 11 0-15,-2-5 0 0,0 0 0 0,0 1 0 16,2 0 0-16,-2-1 0 16,4 0 0-16,-3-1 0 0,3 0 0 0,5-5 0 15,-9 7 0-15,6-3 0 0,3-4 0 16,-2 5 0-16,2-5 0 0,0 0 0 0,16 10 0 16,-5-10 0-16,3 2 0 0,2-1 0 15,4 0 0-15,-2 2 0 0,1-2 0 0,-1-1 0 16,-1 0 0-16,-2 2 0 0,-2-4 0 15,-2 2 0-15,1-1 0 0,-12 1 0 0,17 0 0 16,-17 0 0-16,16 0 0 0,-16 0 0 16,9-3 0-16,-9 3 0 0,0 0 0 15,0 0 0-15,0 0 0 0,4-4 0 16,-4 4-816-16,0 0-151 0,0 0-1212 0,-36-4-1586 16</inkml:trace>
  <inkml:trace contextRef="#ctx0" brushRef="#br0" timeOffset="62283.59">3552 8874 4215 0,'-4'-6'255'0,"4"6"-23"0,-4-5-36 0,4 5-9 0,0 0-22 0,0 0-23 0,-7-6-22 15,7 6-1-15,0 0 45 0,0 0 18 16,0 29-3-16,2-12-13 0,1 8-11 0,-3 1-6 16,6 12-1-16,0-4-4 0,-1 2-7 15,1-4-11-15,-2-6-12 0,0-3-10 0,1-3-8 16,-1-3-13-16,0-1-5 0,-2-5-5 15,1 0-4-15,-1-2-1 0,0-1 2 0,1-1 2 16,-3-7 7-16,4 10-3 0,-4-10-48 16,0 0-28-16,0 0 0 0,0 0 0 15,0 0 0-15,16-33 0 0,-10 13 0 16,2-10 0-16,-1 4 0 0,-1 3 0 0,0 2 0 16,-3 7 0-16,2-1 0 0,-1 3 0 15,-1 2 0-15,-1 0 0 0,2 1 0 0,-4 2 0 16,0 7 0-16,7-8 0 0,-7 8 0 15,12-2 0-15,-12 2 0 0,0 0 0 16,24 7 0-16,-17-2 0 0,-7-5 0 0,14 7 0 16,-6-4 0-16,-8-3 0 0,14 7 0 15,-7-5 0-15,-7-2 0 0,11 3 0 16,-11-3 0-16,0 0 0 0,21-2 0 0,-13-3 0 16,4-3 0-16,-1-6 0 0,3-1 0 15,2-8 0-15,4 1 0 0,-7 5 0 16,-4 5 0-16,1 3 0 0,-4 3 0 0,-1 0 0 15,-5 6 0-15,16 0 0 0,-16 0 0 16,18 18 0-16,-7-1 0 0,-2 0 0 0,2 0 0 16,3 10 0-16,1 1 0 0,-2-1 0 15,0 0 0-15,-2-6 0 0,-2-5 0 16,-4-1 0-16,1-1 0 0,-1 0 0 0,2-1-103 16,-2-5-45-16,-3 2-33 0,2-3-40 15,0 3-44-15,-3-5-67 0,-1 2-97 16,0-7-112-16,0 8-163 0,0-8-73 0,-1 7 82 15,1-7-596-15,0 0-749 0</inkml:trace>
  <inkml:trace contextRef="#ctx0" brushRef="#br0" timeOffset="62752.18">4409 9012 3351 0,'4'-5'-17'0,"-4"5"50"0,3-7 32 0,-3 7 19 0,5-10 34 0,-5 5 20 0,0 5 21 0,2-9 11 0,-2 9 8 0,2-10-4 0,-2 10 0 16,2-9-4-16,-1 2 8 15,-1 7-4-15,0-12-1 0,0 12-11 0,-3-11 2 16,1 3-5-16,0 2-10 0,-3 0-11 16,5 6 11-16,-9-11-15 0,5 7-19 0,4 4-12 15,-12-3-8-15,12 3-12 0,-27 3-8 16,11 4-9-16,-1 1-9 0,0 4-9 15,-6 5 2-15,6-1-13 0,5 1-9 0,3-1-7 16,3-4 1-16,1 1-9 0,5 1 2 16,0-2-10-16,7 2-5 0,1 0 6 0,5-1-1 15,10 4 0-15,0-1 2 16,3 0-2-16,1-2 9 0,0 1-2 0,0-1 5 16,0 1 9-16,-9-3 21 0,0-2 19 15,-4-1 18-15,-1 1 19 0,-2-2 19 0,-4 1 14 16,1-1 3-16,0-1-1 0,-3 2-89 15,-3-2-49-15,0 1 0 0,-4 1 0 0,2-9 0 16,-5 15 0-16,-3-6 0 0,0-2 0 16,-1-2 0-16,-2 0 0 0,-2-1 0 0,-1-4 0 15,14 0 0-15,-27-4 0 0,9-3 0 16,2-2 0-16,2-1 0 0,1-2-388 0,6 0-147 16,-4 0-101-16,10 0-128 0,-3 2-68 15,2 1 77-15,2 1-701 0,2-3-905 16</inkml:trace>
  <inkml:trace contextRef="#ctx0" brushRef="#br0" timeOffset="62950.98">4670 9085 4001 0,'0'0'72'0,"8"-4"64"0,-8 4 38 0,0 0 22 0,0 0 15 0,9-6 12 16,-9 6 3-16,0 0-11 0,10-5-5 0,-10 5-23 15,22-2-21-15,-8 2-14 0,-1-3-18 16,5 0-27-16,1-1-57 0,1 2-64 15,0 2-73-15,-2-3-80 0,0 0-94 16,1 1-84-16,-4 2-78 0,1-2-86 0,-1 2-114 16,-2 0-32-16,-1 4 71 0,-3-1-366 0,-3 4-428 15</inkml:trace>
  <inkml:trace contextRef="#ctx0" brushRef="#br0" timeOffset="63117.25">4868 9254 2706 0,'-9'9'158'0,"3"-4"62"0,-1 0 43 16,7-5 31-16,-6 5 20 0,6-5 27 15,-8 5 11-15,8-5-9 0,0 0-25 0,0 0-28 16,-9 3-25-16,9-3-30 0,0 0-19 16,0 0-26-16,0 0-69 0,0 0-93 15,41-7-95-15,-23 6-94 0,0-4-114 0,4 0-129 16,1-2-153-16,2 0-190 16,-3 0 54-16,3 2 82 0,11-2-457 0,5 0-539 15</inkml:trace>
  <inkml:trace contextRef="#ctx0" brushRef="#br0" timeOffset="63718.3">5686 9036 3388 0,'0'0'273'15,"-8"2"5"-15,8-2 7 0,-9 8 8 0,5-3 12 16,3 4-2-16,-1-1-7 0,2 3-13 15,-3 3-9-15,6 1-13 0,0 3-19 16,-1-1-21-16,0 0-17 0,2-1-9 16,0 2-4-16,-3-1-9 0,3 0-9 0,-4-3-10 15,2 0-7-15,0-1-16 0,-2 1-55 16,2-4-85-16,-1 1 0 0,-1-3 0 0,0-1 0 16,0-2 0-16,0-5 0 0,2 11 0 15,-2-11 0-15,0 0 0 0,0 0 0 0,0 0 0 16,0 0 0-16,0 0 0 0,5-38 0 15,-1 20 0-15,1 3 0 0,-1 0 0 0,1 3 0 16,-1 2 0-16,1-2 0 16,0 4 0-16,3 2 0 0,-8 6 0 0,14-3 0 15,-5 3 0-15,-9 0 0 0,20 8 0 16,-6-1 0-16,-1-2 0 0,-1 2 0 0,1 0 0 16,3 1 0-16,-5-1 0 0,-2 0 0 15,-1 0 0-15,1 0 0 0,-3-2 0 0,-1 0 0 16,3-2 0-16,-3 1 0 0,-5-4 0 15,9 7 0-15,-6-6 0 0,-3-1 0 0,0 0 0 16,0 0 0-16,0 0 0 0,18-14 0 16,-11 4 0-16,-1-5 0 0,5-2 0 15,-1-2 0-15,5-5 0 0,3 6 0 16,-6 3 0-16,2 1 0 0,-3 6 0 0,2 0 0 16,-1 5 0-16,-1-1 0 0,1 6 0 15,-12-2 0-15,23 6 0 0,-10 1 0 16,-3 3 0-16,-1 1 0 0,1 1 0 0,-1 0 0 15,2 3 0-15,0 1 0 0,-2-1 0 16,-2-1 0-16,2-1 0 0,-2-1 0 0,-2 0-154 16,-1-1-109-16,0-3-70 0,0-1-93 15,-3 0-105-15,-1-2-125 0,0-5-166 0,0 0 79 16,0 7-707-16,0-7-899 0</inkml:trace>
  <inkml:trace contextRef="#ctx0" brushRef="#br0" timeOffset="64167.78">6365 9081 3940 0,'5'-6'8'0,"-5"6"74"0,10-5 55 0,-10 5 46 0,13 2 35 0,-13-2 19 0,17 5 9 16,-5-1-14-16,-3 0-9 0,4 5-11 15,-1-2-24-15,1 3-14 0,-2-1-18 16,1 3-8-16,-2 0-19 0,-3 1-3 15,-1 2 14-15,-2-3 2 0,-6 3 1 0,0 1 2 16,-1-1-1-16,-2-1-3 0,-2 6-7 16,-3-5-12-16,-2 1-9 0,3-3-12 0,-2 0-5 15,-1-5-16-15,1 2-29 0,2-5-51 16,-3-1 0-16,3-1 0 0,-3-3 0 0,12 0 0 16,-23-12 0-16,14-3 0 0,1-7 0 15,2-9 0-15,4 2 0 0,2 5-16 0,0 4-15 16,2 2 16-16,0 1-12 0,2 3 4 15,1 4-8-15,2 2 9 0,0 1 9 0,2 5-5 16,-9 2 8-16,20-2-3 0,-20 2 14 16,25 8 3-16,-9-4 3 0,0 1 1 0,3 3-2 15,-2 2-4-15,4-4 4 16,-4 2-8-16,-1-1 2 0,-2 3 2 0,0-4 0 16,-3 1 0-16,2 0-8 0,-1-2-21 15,-4-1-43-15,-1 0-43 0,3 0-48 0,-4 0-62 16,1-1-72-16,-1 0-90 0,-6-3-110 15,10 2-123-15,-10-2-162 0,0 0 57 0,0 0 84 16,18-3-543-16,-18 3-647 0</inkml:trace>
  <inkml:trace contextRef="#ctx0" brushRef="#br0" timeOffset="64521.02">6661 9124 3279 0,'-5'-8'49'0,"1"2"53"0,2 0 34 0,0 1 29 0,2 5 30 0,0-10 21 0,0 10 20 0,0 0 25 15,4-12 24-15,-4 12 4 0,7-7 4 0,-7 7 1 16,13-2-5-16,-13 2-6 0,0 0-14 16,20 9-21-16,-10-1-19 0,1 6-20 0,1-2-19 15,-3 5-20-15,1-1-19 0,-7 0-12 16,3-2-16-16,-2 8-32 0,0-5-91 0,0 0 0 15,-2 2 0-15,0-2 0 16,-2 2 0-16,-2-2 0 0,0 0 0 0,0 0 0 0,0-2 0 16,0-2 0-16,0 0 0 15,1-1 0-15,-4-2 0 0,3-1 0 0,-2-1 0 16,4 2-107-16,-1-4-181 0,-3 2-75 16,2-5-85-16,-2 3-85 0,-1 0-100 0,5-6-167 15,-7 5 64-15,7-5 66 0,0 0-559 16,0 0-691-16</inkml:trace>
  <inkml:trace contextRef="#ctx0" brushRef="#br0" timeOffset="64950.24">6805 9139 3240 0,'0'-7'-2'0,"0"7"57"0,0 0 43 0,0 0 46 0,0 0 28 0,0 0 33 0,-12 21 20 0,9-11 6 15,-1 5 2-15,-1 1-1 0,5 1-10 0,-1 0-5 16,1 4-2-16,0-2-12 0,1-1 5 16,4 3-8-16,2-1-10 0,-1-1-6 0,1-5-17 15,-1-1-13-15,2-1-19 0,2 0-12 16,-5-4-18-16,2-2-42 0,2-1-48 0,-2-1-67 15,2-2-65-15,2 0-77 0,-11-2-90 16,14-2-99-16,-4-2-89 0,-2 0-119 0,1-2-145 16,-2 1 47-16,1-1-575 0,2-4-724 15</inkml:trace>
  <inkml:trace contextRef="#ctx0" brushRef="#br0" timeOffset="65416.78">7387 8940 3559 0,'-3'-8'80'15,"1"4"30"-15,2 4 11 0,-4-7 4 0,4 7 4 16,-2-6-1-16,2 6 6 0,0 0 2 15,0 0 6-15,-12 15 4 0,3-7 4 0,5 4 4 16,-3 2 12-16,2 5 1 0,-6 1 13 16,2 8 4-16,5-3-14 0,-1 0-2 0,1-2 3 15,2 1-7-15,4-1-12 0,0 0-3 16,2 2-22-16,1-3-5 0,5 7-15 0,0-5-13 16,-3-5-9-16,4 9-6 15,3-1-5-15,-3-2-12 0,-2-1-11 0,-2-5 0 16,0 3 0-16,-1 0 6 0,-1 0 17 0,-1-1 27 15,-2-3 21-15,2 1 25 0,-4 0-145 16,2-2-2-16,0-3 0 0,0 2 0 16,4-5 0-16,-5 1 0 0,5-2 0 0,-1 1 0 15,6-3 0-15,-4 2 0 0,2-2 0 16,1-2 0-16,0 3 0 0,-1-3 0 0,3 2 0 16,-5-2 0-16,-1-3 0 0,-1 5 0 15,1-4 0-15,0 2-74 0,-2 0-363 0,-2-1-74 16,-2-5-92-16,2 6-134 0,-2-6-87 15,0 0 90-15,-6 8-719 0,6-8-901 0</inkml:trace>
  <inkml:trace contextRef="#ctx0" brushRef="#br0" timeOffset="67567.95">7904 9209 3965 0,'0'0'37'0,"-4"-6"44"0,4 6 19 0,0 0 25 0,-2-9 12 0,2 9 22 16,2-8 15-16,-2 8 0 0,9-8-4 16,-9 8-9-16,7-4-13 0,-7 4-13 0,13-2-11 15,-13 2-1-15,0 0-6 0,23 12 2 16,-16-4 4-16,4 3 5 0,-8 4 8 0,3 0 0 15,-3 4 5-15,-3 0 3 16,2 0 7-16,-4-1 11 0,2 3 3 0,0-4-2 0,2 1-5 16,-2-3-8-16,2-3-3 15,0 0-1-15,0-1-54 0,3-1-92 0,6-2 0 16,1 0 0-16,4-5 0 0,3-1 0 16,6 0 0-16,0-2 0 0,1 0 0 0,-1-2 0 15,-1 0 0-15,1-1 0 0,-3 1 0 16,-6 0 0-16,4 0 0 0,-5-1 0 0,-2 0 0 15,-2 3 0-15,1-4 0 0,-1 2-366 16,0-4-164-16,-6 4-88 0,-5 2-109 16,9-6-104-16,-3 3 83 0,-6 3-739 15,7-6-933-15</inkml:trace>
  <inkml:trace contextRef="#ctx0" brushRef="#br0" timeOffset="67833.28">8596 9335 4269 0,'12'1'85'16,"-7"2"49"-16,3 1 37 0,-3 1 32 0,6 3 34 15,-4-2-12-15,0 2 35 16,3 1 5-16,-2 3 2 0,-1 2-12 0,1-1-23 16,-5 0-11-16,1 1-18 0,-2 2-7 15,-2-1-29-15,-2 3-13 0,-2-1-14 0,-1 2-18 16,-4 1-33-16,-2-2-41 0,-7 6-52 0,0-4-63 15,2-5-65-15,0 1-72 0,1-3-82 0,1-4-110 16,1 0-104-16,-2-1-134 16,4-5-164-16,-1 1 72 0,2-2 70 0,10-2-548 15,0 0-668-15</inkml:trace>
  <inkml:trace contextRef="#ctx0" brushRef="#br0" timeOffset="68852.37">9098 9353 3287 0,'0'0'145'0,"-18"0"56"0,18 0 39 0,0 0 38 0,-15 3 28 16,15-3 37-16,0 0 21 0,0 0 8 0,-16 0-8 16,16 0-11-16,0 0-42 0,0 0-28 15,0 0-24-15,0 0-26 0,0 0-24 16,0 0-14-16,45-3-25 0,-27 3-22 15,9 0-18-15,0 3-130 0,2-3 0 0,-6 0 0 16,-3 0 0-16,1 0 0 0,-3 0 0 16,-3 0-171-16,-2 2-56 0,0-2-56 0,-3 0-67 15,-10 0-75-15,17 0-67 0,-17 0-85 16,15-2-142-16,-15 2-16 0,12 0 76 0,-5-5-550 16,-1 2-671-16</inkml:trace>
  <inkml:trace contextRef="#ctx0" brushRef="#br0" timeOffset="69315.73">9549 9219 3622 0,'0'0'127'0,"0"0"47"0,0-8 27 15,0 8 25-15,0 0 16 0,0 0 3 0,0 0-3 16,0 0-10-16,0 0-12 0,0 0-3 16,11-4-22-16,-11 4-14 0,0 0-20 0,0 0-4 15,27 11-15-15,-19-10-12 0,-1 5-8 16,1-1 1-16,2 2 0 0,-5 0 5 0,1 6 7 15,-1 1-9-15,-2 1-4 0,1 3-7 16,-4 0-2-16,0 1-3 0,1 0-11 0,-2-2-2 16,1 3-33-16,0-3-64 0,-2-3 0 15,0 1 0-15,-1-3 0 0,3 0 0 16,-2-3 0-16,2 1 0 0,0-2 0 0,-2-1 0 16,2-7 0-16,-1 10 0 0,1-10 0 15,-6 8 0-15,6-8 0 0,-5 6 0 16,-1-3 0-16,6-3 0 0,-10 5 0 0,4-3 0 15,6-2 0-15,-9 4 0 0,9-4 0 16,-7 3 0-16,7-3 0 0,-9 2 0 0,9-2 0 16,0 0 0-16,0 0 0 0,0 0 0 15,0 0 0-15,0 0 0 0,33 3 0 0,-33-3 0 16,28-3 0-16,-10 3 0 16,-3-4 0-16,2 3 0 0,1-1 0 0,-3 2 0 15,-2-2 0-15,0-1 0 0,-2 3 0 16,1-2 0-16,-1-1 0 0,-1 3 0 0,-10 0 0 15,17-4 0-15,-7 2 0 0,-5-1 0 0,3 0 0 16,-4-3-559-16,3 0-368 0,1-1 23 16,0 0 91-16,0-2-883 0,-3-2-1132 15</inkml:trace>
  <inkml:trace contextRef="#ctx0" brushRef="#br0" timeOffset="69616">9910 8909 4866 0,'-5'-6'106'0,"-1"2"44"0,6 4 18 0,-9-7 17 0,9 7 4 0,-2-3 28 0,2 3 51 15,0 0 28-15,0 0 4 16,25 20-7-16,-12-6-22 0,10 7-11 0,-4 2-39 16,0 7-6-16,1 0-29 0,-6 5-186 15,0 0 0-15,-3-1 0 0,-1 2 0 0,-5 0 0 16,3 3 0-16,-8-3 0 0,2 1 0 15,-4 1 0-15,1-4 0 0,-6-5 0 0,3-5 0 16,-3-1 0-16,1-2 0 0,-6 6 0 16,1-6 0-16,2-4 0 0,-3 0 0 0,1-2 0 15,-2-1 0-15,-1 1 0 0,5-4 0 16,-3-1-337-16,3 0-321 0,1-3-157 16,1 1-53-16,3-6 85 0,4-2-826 0,-3 6-1048 15</inkml:trace>
  <inkml:trace contextRef="#ctx0" brushRef="#br0" timeOffset="69866.89">10247 9264 4629 0,'-9'-5'316'0,"9"5"14"0,-5-5 21 16,5 5 7-16,0 0 14 15,0 0 10-15,0 0-3 0,16-5-10 0,-3 5-28 0,6 0-42 16,1 1-234-16,5-1-65 16,2 0 0-16,0 0 0 0,-4 0 0 0,2 2 0 15,-3-2 0-15,-1 2 0 0,-1-2-452 16,-2 0-132-16,-2-2-97 0,-1 4-129 0,-1-2 6 16,-9 2 88-16,2 3-693 15,-1-2-862-15</inkml:trace>
  <inkml:trace contextRef="#ctx0" brushRef="#br0" timeOffset="70083.38">10310 9544 4275 0,'-11'5'209'15,"4"0"49"-15,2-3 51 0,5-2 47 16,-10 3 36-16,10-3 4 0,0 0 4 0,0 0 3 16,-4 5-7-16,4-5-16 0,0 0-35 15,0 0-273-15,39-3-72 0,-23-1 0 0,5 1 0 16,2-1 0-16,-6 1 0 0,4-2 0 15,1 2 0-15,-8 1 0 0,4-3 0 0,-1 1 0 16,-4 1 0-16,0-1-124 0,-1-2-415 16,-1 4-104-16,-1-3-146 0,-3 0-50 0,1 0 84 15,0-3-776-15,-3 4-976 16</inkml:trace>
  <inkml:trace contextRef="#ctx0" brushRef="#br0" timeOffset="70682.33">10955 9221 3752 0,'-9'-6'-217'0,"9"6"64"0,-6-4 48 16,6 4 34-16,0 0 48 0,-6-5 47 16,6 5 39-16,0 0 47 0,-4-3 35 0,4 3 32 15,0 0 29-15,-7-5 19 0,7 5 5 16,-4-6 5-16,4 6 16 0,0 0 27 0,0 0 10 16,-8-8 8-16,8 8-4 0,-4-10-20 15,4 10-29-15,0-11-25 0,4 3-17 0,4-2-4 16,-2 2-17-16,3-1-17 0,5-1-18 15,-3 2-12-15,5 0-11 0,-1 5-18 0,0-2-8 16,0 4-13-16,1 2-52 0,-1 4-31 16,-3 2 0-16,2 5 0 0,-1 2 0 15,-3 3 0-15,0 1 0 0,-7 4 0 16,-1 0 0-16,0 2 0 0,-6 0 0 0,-5 10 0 16,-1-1 0-16,-1-3 0 0,2-4 0 15,-2-3 0-15,6-6 0 0,1-3 0 0,-1-1 0 16,1-2 0-16,0-2 0 0,4 0 0 15,2-1 0-15,2 2 0 0,5-3 0 0,1-2 0 16,5 0 0-16,3-3 0 0,0 2 0 16,3-2 0-16,1 0 0 0,-2-2 0 0,1 0 0 15,0 0 0-15,-6 0 0 16,1 0 0-16,-5 0 0 0,0 0 0 0,-11 0 0 0,19 0 0 16,-19 0 0-16,16 0 0 15,-16 0 0-15,11 0 0 0,-11 0 0 0,9-2 0 16,-9 2 0-16,0 0 0 0,14-2 0 15,-14 2 0-15,0 0 0 0,2-8-44 0,-2 8-993 16,-2-7 91-16,2 7 99 0,0 0-961 16,-12-6-1237-16</inkml:trace>
  <inkml:trace contextRef="#ctx0" brushRef="#br0" timeOffset="72233.34">3369 8698 4580 0,'-2'-12'-138'0,"0"2"38"0,0 1 43 0,0 3 27 16,2 6 17-16,-3-11 13 0,3 11 1 0,-2-5-12 15,2 5 8-15,0 0 46 16,-9 24 45-16,0 9 14 0,-2 13 0 0,-3 7 10 16,1 11-6-16,1 3-5 0,-4 4-12 15,2 1-7-15,3-3-5 0,3-2-10 0,3-4-8 16,-2-4-6-16,7-13-4 0,-1-5-5 15,1-1-6-15,-4-6-5 0,4-7 2 16,2-4-7-16,-2-5-7 0,0-2-22 0,0-2-38 16,2-4-28-16,-1 0-52 0,-1-1-60 15,0-6-86-15,0-3-94 0,0 0-116 0,0 0-180 16,0 0 50-16,9-32-345 0,-6 8-430 16</inkml:trace>
  <inkml:trace contextRef="#ctx0" brushRef="#br0" timeOffset="74783.5">3382 8628 2695 0,'-8'-7'3'0,"3"1"10"0,-1 4 8 16,6 2 15-16,-7-7 17 15,7 7 8-15,-7-3 2 0,7 3 0 0,0 0-7 0,0 0-2 16,0 0-3-16,0 0 18 15,0 0-2-15,37 3-5 0,-13 0-8 0,19 3 1 16,14 2-7-16,10-1-7 0,7-1 1 0,4 2-8 16,6-2-7-16,-1 1 1 15,26 0-7-15,-15-6 4 0,22 1-5 0,-6 4 2 16,-19-3 5-16,18 2-11 0,-23 0 0 16,-5-3-2-16,-2 2 4 0,-6-3-9 0,-3-1 8 15,-5-1-12-15,-4 1 8 0,-9-2-3 16,-5 2-2-16,1-2 7 0,-3-1-3 15,0 3-5-15,-6-2 3 0,1 0-1 0,-5 0 1 16,-6 2-2-16,-2-1 2 0,0 1-2 16,-2 0 8-16,0 0-1 0,-4 0-3 0,-2 0 5 15,0 0-5-15,-4 0 3 16,-1 0-1-16,-14 0-4 0,25 0-5 0,-14 0 8 0,-11 0-8 16,21 0 11-16,-8 0-12 15,3 0 2-15,2 1-2 0,5-1 4 0,8 0 0 16,13 0-6-16,3 0 4 0,5 0-1 15,-1 0-4-15,4 2-1 0,-3-2-1 0,9 2 0 16,-9 1 4-16,-3-1 0 0,-5 0-2 16,-4 1-2-16,-6-1 0 0,-9-1-2 15,0 3-1-15,-7-2 8 0,0-2-2 0,-1 1-5 16,0 1 8-16,2-2-2 0,5 0 3 16,1-2 5-16,6 2-15 0,13-3 11 0,3-1-10 15,1 1 3-15,4 2 11 0,-1 1-11 16,-1 1 8-16,2-1-11 0,-7 3 1 0,1 1 0 15,-3-1-2-15,-2 2 7 0,1 1-4 16,-3-1 5-16,4 0 3 0,-2 0-3 16,-1 0 1-16,3-1-4 0,0-1 3 15,5 0-3-15,1-1 6 0,3-2-7 0,1 0 6 16,-2 0-4-16,5 0 3 0,6 2-8 16,-8-4 1-16,0 4 4 0,-1-2 0 15,-4 0 2-15,3 2-4 0,-4-1 3 0,-1 4-1 16,-1-5-4-16,-2 2 0 0,-3 0 1 15,2 0 7-15,0-1-5 0,3-1 1 0,-2 0-7 16,0 0 8-16,1 0 1 16,7-1-4-16,-3-1-3 0,1 2-4 0,-2-2 9 15,-1 2-1-15,-2-2-7 0,-4 2 4 0,1 0-6 16,-9-3 12-16,-5 3-17 0,-2 0 8 0,-4 0-2 16,-1 0 4-16,-3 0-7 15,2 0 10-15,-1-2 0 0,3 2-2 0,3-1 3 16,4-3-1-16,9 1-8 0,3-1 5 15,-4 3 3-15,1-3-2 0,0 1-1 0,-3 1-1 16,-6 0 3-16,1 1 2 0,-2 1-7 16,4 0 8-16,-3 0-3 0,12 0 2 15,0 1 3-15,2 1-4 0,0 0 0 0,5-2 5 16,1 0-7-16,3 1 0 0,3-1 11 16,8 2-8-16,2-2-4 0,0 2 6 15,-5 0-7-15,-6-2-6 0,-7 1-12 16,-1 1 9-16,-4-2 3 0,-10 2-2 0,-5-2-4 15,-6 1 9-15,1-1-3 0,-4 0 9 16,3 0-1-16,1 0 1 0,-4-1-7 0,11-1 4 16,-1 0 2-16,10 1-3 0,8-3 6 15,0 2-5-15,2-1-5 0,-5 1-24 0,1 1-1 16,-6-1 3-16,-5 0-9 0,-8 2-11 16,-6 0-4-16,-1-1 11 0,-4 1 4 0,-1 1 4 15,1-2 17-15,-14 1 14 16,29 0 19-16,-14 0 8 0,-3 0 14 0,2-2 15 15,1 2 14-15,-1-2 19 0,3 0 16 0,-4-1 8 16,4-1 11-16,1-1 2 0,-4 2-3 16,-2-1-1-16,1 3-4 0,-1-2-4 15,-1 1-7-15,-11 2-13 0,16-5-8 16,-16 5-9-16,17-4-9 0,-10 4-6 0,-7 0-5 16,20-2-7-16,-20 2-5 0,19-1-3 15,-19 1-5-15,18 1-7 0,-18-1 1 0,20 4-6 16,-9-2 0-16,-1 3-2 0,-1 1-2 15,2 5 0-15,-2 1-1 0,-2 7 3 0,-3 3 0 16,0 3-6-16,-6 16 3 0,-2 2 14 16,-2 16 7-16,5 1-1 0,-8 3-3 0,9 2 1 15,0 3 13-15,4 0 2 16,4 1 7-16,3-3 0 0,3-2 8 0,-1-4 9 16,-2-5-4-16,1-9-9 0,-2-10 0 15,-5-3-10-15,1-11 0 0,-5-3-8 0,4-3 2 16,-3-5-1-16,0 1 20 0,0-4 9 15,-1 2 9-15,-1-3 18 0,0-7 1 0,2 12-3 16,-2-7 4-16,0-5-12 0,2 8-11 16,-2-8-5-16,0 0-10 0,0 0-6 15,-4 10-9-15,4-10-3 0,0 0-11 0,-9 7 1 16,9-7 1-16,-14 5-7 0,7-3-9 16,7-2 4-16,-18 7-4 0,7-3-1 15,0 0-2-15,-3 0-4 0,3-1 3 0,-3 1-5 16,2-1-13-16,-1 1 5 0,1-1-4 15,-1 1-1-15,-1-1-1 0,1 0-2 16,-3-1 7-16,1 0 0 0,0-1-3 0,-2-1 4 16,-1 2-4-16,-3-2 3 0,1 2-4 15,-3-2-1-15,0 0 2 0,-6-2-1 0,2 2-2 16,-3 0 2-16,1 0-1 0,0-2 2 16,4 1 2-16,-4 1 2 0,0 0-6 0,3-2 8 15,-5 2-6-15,-10-2-1 0,0-1 5 16,-1 1-5-16,2-1-2 0,-6 1 5 0,-2 0-3 15,1-1 3-15,-3 1 0 0,-11-1-2 16,11 1-12-16,2-1 0 0,-13-1 2 16,-2 1 2-16,-6 1 5 0,0-1 6 15,3 3-1-15,-5-2 1 0,2 0-3 0,-3 2 1 16,0 0 6-16,-7 0-4 0,2 0-2 16,-5 0-1-16,-3 2 1 0,0 0 0 0,-7-2 0 15,2-2-1-15,-3 2 2 16,0 0-4-16,0 0 13 0,-3 0-10 0,3 0-1 15,0 2 4-15,3-4-9 0,6 4 1 16,7-2-15-16,2 0 0 0,4 5-11 0,11-4 2 0,-3 1 0 16,11-2 3-16,0 4 7 15,3-4-3-15,-1 3 4 0,0-1-1 0,3-2-14 16,1 1 20-16,1 1-2 0,-3-2-2 16,3 0 7-16,-2 0 0 0,2 0 5 0,-5 0-2 15,0 0-6-15,1-2 0 0,-4 2 1 16,-1 0-14-16,-9-1-4 0,10 2-6 0,0-1 2 15,-10 2 6-15,2-2-2 0,-1 2 0 16,12 0 14-16,-15-1-2 0,13 1 4 0,-11 0-7 16,1 1 4-16,-1 2 5 0,0-5 1 15,-2 4-4-15,3-1 9 0,-6 1-1 16,3-1 1-16,-1-1 0 0,-1 1-3 16,6-1 5-16,0 2 6 0,11 0-12 0,-10-4 1 15,9 4 4-15,1-1 1 0,-2-1 2 16,5 0-2-16,1 1-1 0,2 0-3 15,-2 1 6-15,6-2 0 0,-2 1 1 0,2 0-5 16,1-3 6-16,-1 2-3 0,1 2-2 16,-3-2-3-16,0 1-10 0,-2 0 0 0,1 0-1 15,-3-1 2-15,2 0-16 0,-2 0 0 16,3 1 0-16,-2 0 3 0,4-3 0 0,-2 0 3 16,4 2 10-16,-1-2-3 0,4 0 1 15,5 0 2-15,-11 0 4 0,8 0 0 0,3 2-1 16,3-2 2-16,-3 0 1 15,-9 4 1-15,6-4 2 0,-5 4 0 0,7-2-1 16,8 1 2-16,-3-3 2 0,2 4-4 16,4-2 6-16,1 0-1 0,0 2 2 0,3-4-1 15,0 2 1-15,1 0 2 0,4-2 1 16,-4 2-6-16,3-2 3 0,-1 0 4 0,1 0-1 16,0-2-2-16,-3 0 1 0,0 0 1 15,-2-2-2-15,1 0 0 0,-2 0 1 0,-4-1-3 16,0-1 4-16,-6-6-1 0,-1 3-1 15,5 3 5-15,5-2-6 0,0 2 1 0,-3-1-4 16,3 0 2-16,-1 0 1 16,-1 1 1-16,4-2 1 0,2 3-3 0,1 0 5 15,-2 0-2-15,2 0-2 0,3 2 4 16,-1-1-5-16,1 1 2 0,-1-1 2 0,4 1-3 16,-3 1-2-16,5 0 3 0,7 2 4 15,-15-3-4-15,6 1-2 0,9 2 1 0,-11-2-2 16,11 2 3-16,-9-1 0 0,9 1 2 15,0 0-1-15,-14-2-2 0,14 2-1 16,0 0 5-16,-11-1-2 0,11 1 5 0,0 0-4 16,-10-2 0-16,10 2 0 0,0 0-3 15,0 0 6-15,0 0-3 0,-11-2 1 0,11 2 1 16,0 0 2-16,0 0-4 0,0 0 5 16,0 0 3-16,-13 0 8 0,13 0 3 15,0 0 9-15,0 0 6 0,0 0-1 16,-14 2 7-16,14-2-1 0,0 0 5 0,-15-2 0 15,15 2 11-15,-17 0 7 0,9-3 6 16,-1-1-8-16,-5 1 2 0,3-2-9 0,-5-1-5 16,2 0-1-16,-4-3-1 0,0-1-7 15,2-2 0-15,-1 0-4 0,0 1-4 0,-1-3-4 16,3 5-5-16,0-3-7 16,2 4 2-16,0 1-11 0,-1 1-5 0,-1 0-30 15,3 4-44-15,-1 2-56 0,-1 0-71 0,14 0-99 16,-25 2-123-16,14 0-117 0,4 0-210 15,7-2-15-15,0 0 82 0,0 0-539 16,0 0-683-16</inkml:trace>
  <inkml:trace contextRef="#ctx0" brushRef="#br0" timeOffset="75932.03">1364 11637 3464 0,'2'5'-107'0,"-2"0"27"0,0-5 36 0,4 11 29 0,-4-11 27 0,1 6 18 0,-1-6 16 15,6 9 19-15,0-3 13 0,-6-6 5 0,10 8-5 16,-5-6-3-16,-5-2-4 0,16 4-8 16,-16-4 1-16,18 3-3 0,-18-3-5 0,22-7 0 15,-13 1-3-15,5-2-8 0,-1-5-3 16,6-9-2-16,-2-3-1 0,-2-6-5 0,-4-2-9 16,-1-3-5-16,-2-3-4 15,-1-3-7-15,-5 1-10 0,0 0 3 0,2 6 0 16,-4 7-1-16,0 4 2 0,0 7 1 15,-2 3-11-15,2 2 3 0,-2 4-3 16,2 8-3-16,-5-4 5 0,5 4-7 0,0 0 8 16,0 0-10-16,-16 30 13 0,12-15-1 15,2 2 0-15,4 0-2 0,0 5-5 0,5-1 7 16,-2 1 4-16,2-1 0 0,4 8-7 16,0-5-2-16,-2-5 2 0,4 6 1 15,-3-5 9-15,1-3-4 0,-4-5-12 0,4 0-29 16,-4-2-37-16,0-2-51 0,-1 1-53 15,0 0-64-15,-2-5-96 0,-2 0-172 16,-2-4-34-16,0 0 51 0,0 0-88 16,0 0-85-16</inkml:trace>
  <inkml:trace contextRef="#ctx0" brushRef="#br0" timeOffset="76132.1">1499 10885 2105 0,'-9'-14'258'0,"1"4"3"0,3 2-4 0,-2 2 1 15,5 1 2-15,2 5 0 0,-5-9-12 16,5 9-18-16,-4-7-19 0,4 7-23 16,0 0-23-16,-4-8-20 0,4 8-13 0,0 0-27 15,-3-8-39-15,3 8-51 16,0 0-53-16,0 0-67 0,-2-8-71 0,2 8-42 0,0 0-52 16,0 0-89-16,5 22-163 15,-5-7-96-15,2-3 62 0,-2 8-227 0,2 6-272 16</inkml:trace>
  <inkml:trace contextRef="#ctx0" brushRef="#br0" timeOffset="76347.99">1816 11337 2153 0,'2'7'156'16,"-2"-4"44"-16,0-3 18 0,0 0 16 15,5 7 6-15,-5-7 11 0,0 0 9 0,0 0 6 16,0 0-16-16,25-12-24 15,-18 5-21-15,7-1-23 0,1-2-16 0,1 1-23 0,-3-1-50 16,4 1-56-16,-2-1-62 16,-1 3-80-16,-1 0-76 0,0 4-89 0,-1-2-98 15,-1 1-131-15,-2 2-146 0,-9 2 62 16,18 4-303-16,-13 3-368 0</inkml:trace>
  <inkml:trace contextRef="#ctx0" brushRef="#br0" timeOffset="76530.91">1940 11633 2715 0,'-2'4'192'0,"-2"1"32"0,4-5 29 16,0 0 18-16,0 0 17 0,-4 8-5 15,4-8-14-15,0 0-19 0,0 0-27 16,0 0-29-16,0 0-19 0,19-17-19 16,-9 7-22-16,5 0-66 0,1-2-66 15,0-2-77-15,0 2-83 0,2 1-98 0,-2-2-107 16,2 2-154-16,0 0-180 0,-3 1 68 15,-1 2-392-15,-3 1-496 0</inkml:trace>
  <inkml:trace contextRef="#ctx0" brushRef="#br0" timeOffset="77564.85">2391 11076 2929 0,'-14'-3'63'0,"14"3"10"0,-5-9-2 0,3 5-6 0,0-4 3 0,2 8 19 15,2-13 10-15,2 3 13 0,-1-1-7 16,4 3 2-16,0-1-9 0,1 1-7 0,3-1-5 15,1 2-15-15,-1 2-3 0,1 1-3 16,3 4-12-16,0 1 6 0,2 4-10 16,-1 2-1-16,0 4-4 0,0-2 2 15,-3 5 9-15,-4-2 8 0,1 5 15 0,-4 0 8 16,-2 0 8-16,-4 2 5 0,-2 2 2 16,0 0 5-16,-2 4-3 0,-1-4 1 15,0-3 2-15,1-2-4 0,3-4-9 0,-1 0-4 16,2-4-3-16,0 3-10 0,0-4-6 0,5 5 4 15,4-1-5-15,0 0 8 16,7 1 3-16,-2 3-3 0,6 5-3 0,0-1-6 16,-1 2 6-16,-1-1 6 0,-7 0-4 15,4 5 14-15,-5-6 9 0,-3 0 1 0,-1-1-8 16,-2 0-4-16,-3-3-7 0,-1 3-7 16,0-3-9-16,-1 1-5 0,-3-1-3 15,-2-1-3-15,1 1-10 0,-5-1-14 0,2-1-40 16,-3-4-46-16,-3 1-70 0,1 0-69 15,-2-4-68-15,0 0-78 0,-3-6-90 0,2 0-89 16,-2 0-108-16,0 3-130 0,-4-3 75 16,-1 2-542-16,0 4-688 0</inkml:trace>
  <inkml:trace contextRef="#ctx0" brushRef="#br0" timeOffset="77913.67">1122 12460 3600 0,'-48'21'30'0,"1"-1"27"0,-1 0 53 0,3-2 50 0,10-4 55 0,3-3 38 0,9-3 10 0,7-4-12 0,5 0-12 16,2 0-34-16,9-4-14 0,0 0-25 15,32-24-9-15,21-3-20 0,40-21-4 0,22-3-12 16,55-19-7-16,11-1-43 0,2-4-28 15,3 3-15-15,-5-1-18 0,0 8-10 16,-44 19 1-16,-3 2 2 0,-12 6-2 16,-18 4-1-16,-16 7 7 0,-29 10 0 0,-21 5-1 15,-3 2 0-15,-12 3 10 0,-6 2-3 16,-4 2-4-16,-5 2 3 0,-8 1-10 0,0 0 3 16,0 0-8-16,0 0-45 0,0 0-62 15,0 0-81-15,0 0-94 0,0 0-109 16,0 0-127-16,0 0-213 0,0 0 40 15,0 0 73-15,0 0-413 0,0 0-509 16</inkml:trace>
  <inkml:trace contextRef="#ctx0" brushRef="#br0" timeOffset="78831.03">4394 11474 3171 0,'0'0'138'0,"-10"-13"9"0,6 7 7 0,-3 2 4 16,-2 0 6-16,9 4-2 0,-22 4 12 0,3 6 1 15,-7 7 5-15,-9 10 0 0,3 7-2 16,1 4 3-16,4 0-15 0,5-1-11 0,7-4-13 16,7 0-20-16,6-6-11 15,4-1-6-15,7 3-9 0,7-1-10 0,4-3-12 16,5-2-9-16,0-3-28 0,-9-5-36 15,10 3-34-15,-5-6-27 0,-3-3-33 0,0-1-47 16,-2-2-60-16,-3-4-84 0,1 0-86 16,1-2-125-16,-2-2-212 0,-2 0 59 0,7-4 70 15,-3-1-345-15,2-1-404 0</inkml:trace>
  <inkml:trace contextRef="#ctx0" brushRef="#br0" timeOffset="79232.86">4816 11621 2877 0,'0'0'172'0,"0"0"-4"0,-24 12 22 0,24-12 27 15,0 0 34-15,-3 9 22 0,3-9 10 16,0 0 12-16,9 12-17 0,-9-12-10 16,14 8-21-16,-5-6-18 0,4 2-23 15,1-2-19-15,2-2-16 0,0-2-19 0,1 1-9 16,4-2-14-16,0-5-16 0,0 3-16 15,-2-2-9-15,-3-2 0 0,0-3-15 0,-5 2 2 16,1 1-19-16,-4-3 2 0,-1-5-8 16,-3 4-6-16,-1-3-5 0,-3 3 1 0,-5-3-5 15,0 3-9-15,-5 1 2 16,-1 0-15-16,-3 6-3 0,-5 4 1 0,-1 2-6 0,-13 11 0 16,3 4-2-16,-1 4-4 15,6 7 5-15,4 0 7 0,1 5-12 0,6 2 3 16,8-2 5-16,3 1 9 0,5 4 4 15,3 0-4-15,2-2-8 0,7 0 1 16,-1-3-2-16,3-4 5 0,1 1-5 0,2-4-7 16,-1-8-43-16,0-6-52 0,1-1-47 15,-2 1-61-15,4-4-67 0,-6-4-92 0,1-2-102 16,0-3-126-16,6-2-198 0,-3-5 54 16,8-3 79-16,-3-4-523 0,-1 1-644 15</inkml:trace>
  <inkml:trace contextRef="#ctx0" brushRef="#br0" timeOffset="79467.89">5686 11693 3681 0,'-15'0'237'0,"1"0"25"0,14 0 36 0,-16 3 46 0,16-3 8 0,0 0-2 15,-18 0-22-15,18 0-21 0,0 0-27 0,0 0-27 16,0 0-24-16,0 0-24 0,0 0-34 15,66-3-61-15,-41 3-84 0,0-3-92 16,0 2-104-16,2-3-99 0,-2 2-114 0,-3-2-117 16,-1 1-129-16,-5 0-148 0,-3 3 69 15,-4 0-629-15,-9 0-793 0</inkml:trace>
  <inkml:trace contextRef="#ctx0" brushRef="#br0" timeOffset="79631.25">5673 11941 3586 0,'-14'9'88'15,"3"-3"55"-15,4-2 39 0,-1 0 32 16,8-4 22-16,-12 6 36 0,8-3 25 0,4-3 14 16,-1 8 5-16,1-8-11 0,0 0-26 15,14 12-32-15,-2-9-23 0,1-3-28 0,5 0-58 16,0 0-70-16,5 0-86 16,2-3-106-16,13-5-93 0,-4 3-147 0,2-3-158 15,-2-2-150-15,0 0-92 0,2 4 81 16,0-1-588-16,0 3-732 0</inkml:trace>
  <inkml:trace contextRef="#ctx0" brushRef="#br0" timeOffset="79864.92">6517 11923 3964 0,'-14'0'276'0,"14"0"35"0,-16 0 47 16,16 0 18-16,0 0 8 0,-14-1-2 15,14 1-10-15,0 0-20 0,0 0-20 16,0 0-25-16,0 0-25 0,46 1-37 16,-24-2-41-16,3 0-158 0,2-2-46 0,2 3 0 15,-1-2 0-15,-3-3 0 0,13 2-206 16,-4-4-147-16,-5 2-136 0,-6 0-146 0,9-7-192 16,-7 4 16-16,-3-1 75 0,-6 2-670 15,5-2-858-15</inkml:trace>
  <inkml:trace contextRef="#ctx0" brushRef="#br0" timeOffset="80263.57">7898 11480 3937 0,'6'-12'80'15,"-1"1"45"-15,-4 2 29 0,1 0 19 16,0 5 17-16,-2 4 2 0,0 0 8 0,0 0 20 15,-14-5 18-15,14 5 19 0,-36 29 15 16,0 4 15-16,-4 4 7 0,-6 5 8 0,-13 14-12 16,-2 2 3-16,4 0 17 0,1-1-2 15,15-9-239-15,9-2-69 0,3 1 0 0,9-3 0 16,9-7 0-16,2-4 0 16,9-3 0-16,2-6 0 0,5-2 0 0,8 4 0 15,6-6 0-15,4-3 0 0,4-5 0 16,-2-4 0-16,-2-7 0 0,3-2 0 0,7-5 0 15,-1-1 0-15,-2-5 0 0,-1 2 0 16,-12 2 0-16,-2-1 0 0,-8-2 0 0,-1 3 0 16,-2-2 0-16,-6-1 0 0,-2 0 0 15,-4 0 0-15,-4-1 0 0,-1-1 0 0,-7 1 0 16,4 0 0-16,-6 5 0 0,4 0 0 16,-6-2 0-16,7 3 0 0,-4 2-811 0,4 0-166 15,-2 2 98-15,1 1-1000 0,1 4-1302 16</inkml:trace>
  <inkml:trace contextRef="#ctx0" brushRef="#br0" timeOffset="82380.1">4478 13087 4938 0,'0'0'-132'0,"0"0"48"0,0 0 27 0,0 0 33 0,0 0 27 15,0 0 34-15,0 0 28 0,0 0 17 0,0 0 14 16,0 0 4-16,0 0-4 0,0 0-5 16,0 0-5-16,0 0-10 0,0 0-6 15,0 0-3-15,0 0-7 0,0 0 3 0,0 0-6 16,0 0-3-16,-23-20-8 0,13 20-2 16,10 0 6-16,-29 4 5 0,9 4 16 0,-14 7 12 15,-9 12 26-15,2-1 12 16,1 3 9-16,5 3 4 0,4-1-4 0,11-4 0 0,4 3 10 15,7 0-1-15,7-2 16 0,8 2 10 16,8 2-14-16,6-5-11 0,14 2-16 16,5-5-12-16,-3-9-13 0,-2-3-40 15,2-1-47-15,0-6-49 0,-7-4-76 0,-4-1-66 16,2-1-63-16,-4-4-66 0,-1 0-84 16,-1-2-81-16,-5 0-95 0,-3 0-146 0,-2-1-50 15,-3 1 74-15,0 0-556 0,-3 1-707 16</inkml:trace>
  <inkml:trace contextRef="#ctx0" brushRef="#br0" timeOffset="82930.92">5108 13276 3182 0,'2'-7'-60'0,"2"4"28"0,2-2 10 0,-6 5 14 16,4-8 19-16,-4 8 31 0,7-9 18 15,-7 9 13-15,6-10 16 0,-6 10 4 0,6-4-6 16,-6 4-2-16,4-7 0 16,-4 7 6-16,4-6-6 0,-4 6 3 0,4-8-3 15,-4 8 2-15,0 0 2 0,1-12 0 16,-1 12-3-16,-5-13-6 0,1 5-3 0,0-2-6 15,-6-1-6-15,1 1 0 0,-1-2-8 16,-1 3-4-16,-2 1-2 0,-5-4-5 16,4 6-5-16,-6 1-1 0,1 5 4 0,-3 0 7 15,-5 5 5-15,2 1 1 0,-6 8 5 16,1-2-3-16,5 5 0 0,7 0-1 0,5-2-2 16,6 2 1-16,5-2 0 0,4 3-4 15,5 0-4-15,13 4-5 0,2 1-6 0,7-1-2 16,-1-2-4-16,1 0-2 0,1-3-5 15,-5-1 2-15,0 1-3 0,-5-3-8 16,-4-2 0-16,-5-3 18 0,1 3 20 16,-4-1 16-16,-1 1 46 0,-3-2 33 0,-1 2 22 15,-3-3 19-15,-3 1 4 0,-1 0 7 16,1-1-13-16,-7 1-11 0,3-2-15 16,-3 1-15-16,-1-2-17 0,-2 0-12 0,-3-2-65 15,-2 0-53-15,4-2 0 0,-2-3 0 16,3 0 0-16,13 0 0 0,-30-6 0 0,18 0-246 15,0-1-145-15,3 3-146 16,4-3-169-16,1 1-177 0,4 6 86 0,-2-10-778 0,2 10-1017 16</inkml:trace>
  <inkml:trace contextRef="#ctx0" brushRef="#br0" timeOffset="83117.07">5467 13416 4734 0,'0'0'135'0,"0"0"24"0,0 0 19 0,0 0 3 0,-4-10-9 0,4 10-10 0,0 0-16 0,9-5-17 15,2 4-17-15,1 0-50 0,1-1-76 16,5-2-110-16,1 0-136 0,3 2-146 16,0-4-166-16,1 0-149 0,-5 3 63 15,0 2-504-15,-2-1-627 0</inkml:trace>
  <inkml:trace contextRef="#ctx0" brushRef="#br0" timeOffset="83313.06">5553 13612 3564 0,'-11'4'184'0,"0"-1"14"0,11-3 19 0,-11 6 22 16,11-6 6-16,0 0 5 0,0 0-9 0,0 0-24 15,0 0-20-15,0 0-29 16,0 0-57-16,29 0-64 0,-29 0-79 0,27-2-93 15,-16-2-115-15,5 2-130 0,-2 1-152 16,-3-1-173-16,2 2 55 0,-4-2-467 16,-9 2-576-16</inkml:trace>
  <inkml:trace contextRef="#ctx0" brushRef="#br0" timeOffset="84112.54">6331 13290 3325 0,'0'0'146'0,"0"0"2"0,-3-8-6 0,3 8 20 0,0 0 44 0,0 0 47 16,0 0 7-16,0 27 7 0,0-11 10 15,0 2 0-15,0 1-8 0,0 6-10 0,0-4-23 16,0-1-22-16,0 3-19 0,0-2-18 16,5-4-17-16,-5-1-19 0,0-3-11 0,0-1-15 15,0 2-9-15,0-6-6 0,0 1-1 16,0-2-16-16,0 0-4 0,0-7-10 15,0 0-9-15,0 0-8 0,0 0-13 16,0 0-10-16,0 0-18 0,3-36-20 0,1 15-2 16,0 3 6-16,-1-2-3 0,3 4-2 15,-1-1-3-15,2 3-2 0,-3 3 0 0,1 3 1 16,2 0 2-16,-1 3-4 0,-6 5 7 16,18 0 1-16,-18 0 4 0,21 7-4 15,-10 1 5-15,2 0-2 0,4 1-2 0,-7 3-1 16,0-2 18-16,-3 1-1 0,2-1 6 15,-3 3-2-15,0-4 6 0,-4-2 1 0,2 1 2 16,0-1 0-16,-3 0-2 16,-1-7 4-16,6 7 3 0,-6-7-4 0,0 0-5 15,0 0-5-15,0 0-3 0,23-26-4 16,-10 2 0-16,5-5-6 0,-1 0 2 0,2 3-6 16,0 1 4-16,-1 0 4 0,-4 8-10 15,-3 5-4-15,0 3 0 0,-4 6 6 0,2 1 4 16,-9 2-2-16,18 9 3 0,-7 0-3 15,-2 2 2-15,5 5-1 0,4 7-3 0,0 1 2 16,3 1 3-16,0-2-8 0,-2-4-32 16,2 3-36-16,-4-5-73 0,2 3-57 15,-4-6-64-15,-3-2-83 0,-1-2-89 0,-2-2-90 16,0 1-120-16,-6-2-136 16,1 0 73-16,-2-3-622 0,2 0-791 0</inkml:trace>
  <inkml:trace contextRef="#ctx0" brushRef="#br0" timeOffset="84562.94">7140 13334 3657 0,'5'-5'37'0,"-3"-1"36"0,5 2 28 0,-7 4 43 0,11-2 34 0,-11 2 28 0,0 0 20 0,25 12 14 16,-14-3 5-16,3 1 7 0,1 2-23 15,4 7-19-15,1 3-8 0,-8-2-3 16,-3-2 4-16,-1 2-7 0,-2 1 7 15,-4-1 3-15,-2 0 0 0,0-1-8 0,-6 3-16 16,-2-3-14-16,-1 1-16 0,-2-4-13 16,-3 1-14-16,-1-4-111 0,0-1-14 0,-5-2 0 15,5-3 0-15,3-5 0 0,-4 0 0 16,3-4 0-16,-1-5 0 0,1-8 0 0,-1-9 0 16,5-7 0-16,5-6 0 0,3-4 0 15,4-1-6-15,3 7-104 0,1 2 9 0,3 2 5 16,0 8 5-16,-3 8 14 15,0 5 7-15,3 2 13 0,2 2 21 0,0 3 26 16,-1 4 28-16,-11-1 12 0,34 12 11 16,-15-3 2-16,8 5 5 0,-3 5-2 15,3-3-2-15,1 9-5 0,1-7 3 0,-2 3-4 0,0-2-3 16,0 0 2-16,-7-3-2 16,3 2 0-16,-4-4-4 0,-4-4 6 0,-3-1-3 15,-3 0-13-15,2-3-21 0,1-1 0 16,-4 2 0-16,-3-5-31 0,-5-2-98 0,12 5-86 15,-6-1-91-15,-6-4-118 0,9 3-106 16,-9-3-124-16,0 0-177 0,9 0 75 0,-9 0 80 16,0 0-562-16,0 0-699 0</inkml:trace>
  <inkml:trace contextRef="#ctx0" brushRef="#br0" timeOffset="84879.33">7615 13273 3515 0,'-4'-7'95'0,"4"2"32"0,0 5 27 0,7-10 28 0,-7 10 24 0,13-5 19 0,-13 5 13 0,20 0 6 16,-20 0 0-16,23 7-2 0,-10 1-5 15,1 2-20-15,0 4-15 0,2 8-18 16,-7 0-19-16,2-5-11 0,-4 6-12 0,0-3-10 15,-5 3-8-15,0-2-9 0,-4-3-10 0,0 1-8 16,1 0-11-16,-5 0-9 16,-1 2-7-16,-2-3-5 0,0 0-16 0,-5-5-27 15,1-1-45-15,-3 2-54 0,2-6-77 16,-4 3-86-16,5-5-106 0,1-4-121 0,3-2-133 16,9 0-175-16,0 0 25 0,-11-8 72 15,11 8-548-15,9-19-689 0</inkml:trace>
  <inkml:trace contextRef="#ctx0" brushRef="#br0" timeOffset="85133.6">7981 13234 3287 0,'-2'-7'14'0,"-2"3"29"0,4 4 32 16,0 0 40-16,0 0 44 0,-27 7 47 0,13 5 35 15,1 2 21-15,-8 8 17 0,3 2 6 16,0 5-5-16,5 0-3 0,1 0-16 0,9-2-20 15,-1-6-14-15,4 1-19 0,4-1-17 16,1 2-17-16,3-4-14 0,-2 1-20 16,3-4-15-16,0 1-11 0,2-5-14 0,-4-3-41 15,2 0-55-15,1-3-74 0,1-1-90 16,1 0-87-16,-4-3-118 0,3-2-111 16,-11 0-120-16,21 0-168 0,-12-2 41 15,1-2 66-15,0 3-523 0,-1-3-645 0</inkml:trace>
  <inkml:trace contextRef="#ctx0" brushRef="#br0" timeOffset="85578.85">8449 13153 3383 0,'2'-8'120'15,"-2"8"16"-15,2-10-4 0,-2 10-8 16,0 0 0-16,0 0 34 0,0 0 28 0,0 0 14 16,0 0-1-16,-10 29 6 0,1-9-6 15,-3 5 1-15,-1 5 8 0,0-1 4 0,1 1-5 16,1 1-11-16,2 0-19 0,1 0-18 16,2-4-19-16,2-6-13 0,4-1-11 0,-1-3-15 15,2 1-6-15,1-3-8 0,2 3-14 16,3-3-4-16,0 1-11 0,2 1 0 15,-2 0-10-15,1 2-8 0,-2-4 4 16,0 5-4-16,-1 2-5 0,-3-1 4 0,0 0 22 0,-2-1 26 16,0 5 27-16,-2-1 20 15,0 0-34-15,-1-4-100 0,1 1 0 0,0-2 0 16,0-2 0-16,2-3 0 0,0-2 0 16,2 1 0-16,0-3 0 0,0 2 0 0,1-3 0 15,-1-1 0-15,2 2 0 0,1-3 0 16,-3-1 0-16,3 0 0 0,-3 2 0 15,2-3 0-15,-4-5 0 0,3 10 0 0,1-4 0 16,-4-6-353-16,4 8-187 0,-4-8-99 16,1 6-118-16,-1-6-75 0,0 0 79 0,0 0-715 15,0 0-917-15</inkml:trace>
  <inkml:trace contextRef="#ctx0" brushRef="#br0" timeOffset="86312.93">8893 13424 3937 0,'-15'4'114'0,"0"-2"55"0,6 1 25 0,9-3 21 0,-16 2 29 15,16-2 44-15,0 0 30 0,-11 2 19 16,11-2 9-16,0 0-1 0,0 0-23 0,0 0-30 16,53-2-30-16,-27 0-27 0,17-1-29 15,-2 1-21-15,2 0-22 0,-2 0-144 0,-5 2-19 16,-5 0 0-16,-2 0 0 0,-4 0 0 16,-4 0 0-16,-3 0 0 0,-4 2 0 15,-1-2 0-15,-2 0 0 0,-11 0 0 16,21 0 0-16,-13 0 0 0,-8 0-62 0,14 0-111 15,-14 0-60-15,9 2-75 0,-9-2-94 16,0 0-102-16,12 2-113 0,-12-2-215 0,0 0 79 16,9-6 79-16,-1 3-562 0,-8 3-697 15</inkml:trace>
  <inkml:trace contextRef="#ctx0" brushRef="#br0" timeOffset="86696.06">9926 13075 3324 0,'-11'0'92'15,"11"0"42"-15,-21 4 7 0,7 4 17 16,-4 1 29-16,-7 9 33 0,-4 1 29 0,-5 10 20 16,-2 3 24-16,2 3 8 0,-3 4-7 15,2-2 0-15,3 6-3 0,3-4-6 0,4 0-4 16,13-6-11-16,-1-1-14 0,2 0-15 15,10-6-15-15,2-4-25 0,3 1-18 0,6-5-182 16,1 1-1-16,7 4 0 0,0-7 0 16,7-2 0-16,-5-3 0 0,-2-5 0 0,5-3 0 15,-3-1 0-15,-2 2 0 0,2-4 0 16,-5 0 0-16,-4 0 0 0,2-2 0 16,-2 0 0-16,-11 2 0 0,11-5 0 15,-10 1 0-15,-1 4 0 0,0-10 0 0,0 10 0 16,-5-12 0-16,1 8 0 0,1-1 0 15,-6-3 0-15,2 4-12 0,-1-2-258 16,1 4-90-16,-3-4-107 0,10 6-127 0,-17-4-166 16,10 4-52-16,7 0 81 0,-16 2-692 15,16-2-875-15</inkml:trace>
  <inkml:trace contextRef="#ctx0" brushRef="#br0" timeOffset="86949.35">10084 13648 4122 0,'16'0'97'15,"-16"0"38"-15,0 0 28 0,0 0 21 0,5 14 18 16,-5-8 0-16,0-6 4 0,2 15 5 16,-4-3-6-16,2-3-8 0,-5 3-21 0,-1 2-2 15,-2 2-20-15,1-3-15 0,-4 2-15 16,-5 0-30-16,-5 1-54 0,-2 4-53 15,6-6-67-15,-6 3-94 0,-4-2-119 0,5-3-121 16,4-3-141-16,4-1-190 16,1-6 40-16,2 2 73 0,4-3-461 0,7-1-564 15</inkml:trace>
  <inkml:trace contextRef="#ctx0" brushRef="#br0" timeOffset="88951.2">10763 13002 3083 0,'-4'-9'11'0,"-4"4"2"0,3 2-5 0,5 3 8 0,-22 5 28 16,8 5 43-16,-13 11 60 0,-4 13 34 16,-3 5 25-16,2 8 24 0,0 3 15 15,1 3 4-15,6 1-6 0,6 0-2 0,8-2-11 16,5-9-23-16,8-1-15 0,3-2-12 16,8-4-28-16,5-4-9 0,3 7-15 0,-1-11-20 15,0-5-14-15,1-2-42 0,-4-3-35 16,-1-7-31-16,-4-1-35 0,2 0-35 15,-1-2-36-15,0-2-40 0,-3-1-45 16,0-5-59-16,-3 4-48 0,1-2-59 0,-8-2-64 16,10 6-88-16,-10-6-110 0,5 3 53 15,-5-3-358-15,4 9-417 0</inkml:trace>
  <inkml:trace contextRef="#ctx0" brushRef="#br0" timeOffset="89479.36">10898 13450 2998 0,'-11'0'242'0,"1"-3"4"0,10 3 2 15,0 0 7-15,0 0 9 0,-17 0 20 0,17 0 15 0,0 0 9 16,0 0-24-16,0 0-31 0,0 0-21 15,51 3-22-15,-33-3-24 0,1 0-17 16,-1 0-24-16,6 0-32 0,-7 0-49 0,3-3-61 16,0 3-57-16,-1 0-60 0,-2 0-71 15,-1-2-82-15,-2 2-84 0,-3-4-85 16,3 2-134-16,-3 2-148 0,1-4 65 0,-12 4-522 16,15-2-641-16</inkml:trace>
  <inkml:trace contextRef="#ctx0" brushRef="#br0" timeOffset="89912.01">11307 13300 3415 0,'0'0'118'0,"-3"-12"11"16,3 7 8-16,0 5 4 0,2-10 6 16,-2 10 10-16,4-10 5 0,0 6-6 0,-4 4-11 15,11-6-13-15,-4 4-12 16,-7 2-13-16,16 2-10 0,-16-2-9 0,15 8-6 15,-9-3-3-15,-2 2 1 0,0 2 13 16,-2-1 11-16,-4 2 27 0,0 2 17 0,-4 2 10 16,-2 0 18-16,1 4 10 0,-1-5 1 15,-2 3-10-15,3-2-18 0,1 1-12 0,2-1-13 16,1-3-5-16,1 3-14 0,2-3-4 16,4 2-17-16,1 1-3 0,2-2-17 0,-1 3-5 15,2-3-6-15,3 3-7 0,-1 1-7 16,-2-3-3-16,-1 1-44 0,3 0-2 0,-5-2 0 15,2 1 0-15,-4-1 0 0,1 1 0 16,-2-1 0-16,-2-1 0 0,0 1 0 16,-2 0 0-16,-2 1 0 0,2-3 0 15,-6 2 0-15,1-1 0 0,-1 1 0 0,-3-2 0 16,1 0 0-16,1-3 0 0,-2 0 0 16,1 0 0-16,-1-4 0 0,0-1 0 15,2 1 0-15,9-3 0 0,-15 0 0 0,15 0 0 16,-14-3-517-16,14 3-346 0,-5-7-56 15,5 7 88-15,0-9-890 0,0 9-1155 16</inkml:trace>
  <inkml:trace contextRef="#ctx0" brushRef="#br0" timeOffset="90563.18">11658 13571 4655 0,'-21'-2'-4'0,"5"1"58"0,0 1 28 0,3-2 28 0,1 2 37 0,12 0 37 15,-15-1 45-15,15 1 30 0,0 0 18 0,-13-4-15 16,13 4-17-16,0 0-23 0,0 0-24 16,45-7-21-16,-20 4-22 0,2-1-33 0,9-1-47 15,2 0-63-15,-4 0-38 0,-5-2-70 16,-6 4-58-16,-2 1-60 0,-4-1-70 0,-1 1-65 15,-3 0-55-15,0 0-53 0,-3-1-71 16,-3 0-95-16,-1-1-51 0,-6 4 64 16,0 0-425-16,8-5-508 0</inkml:trace>
  <inkml:trace contextRef="#ctx0" brushRef="#br0" timeOffset="90828.41">11830 13220 2985 0,'0'0'73'0,"-3"-9"15"16,3 9 38-16,0 0 58 0,0 0 58 16,-14 23 45-16,6-4 19 0,1 1 16 0,-1 12 4 15,0 4-1-15,3 0-13 0,1 3-25 16,2-2-26-16,2-6-26 0,2-4-23 16,0 1-21-16,0-2-16 0,1-3-22 15,1 1-11-15,0-1-16 0,-1-3-14 0,4 0-17 16,-3-6-18-16,-2-2-35 0,-1 1-44 0,-1-5-47 15,2 0-52-15,-2 1-59 16,2-1-72-16,0 0-84 0,-2-4-103 0,2 4-99 16,0-1-130-16,-2-7-118 0,1 8 73 15,-1-8-593-15,4 7-744 0</inkml:trace>
  <inkml:trace contextRef="#ctx0" brushRef="#br0" timeOffset="93994.69">12365 12824 3651 0,'-22'11'-4'0,"-5"9"10"0,-7 11 2 0,-1 8 44 16,3 9 43-16,-1 2 41 0,6 2 33 0,7-1 21 15,4 5 11-15,9-1 0 0,7-5-7 16,7 6-17-16,7 0-12 0,5-8-16 0,4-2-14 15,2-2-15-15,2-5-13 16,-7-10-12-16,9 4-11 0,-10-11-13 0,0-1-16 16,-4-3-24-16,-1-7-19 0,-1-3-21 15,-4 0-28-15,1-4-30 0,-2 2-38 0,-1-3-57 16,0-3-64-16,-7 0-70 0,0 0-73 16,0 0-95-16,20-3-160 0,-20 3 6 0,7-6 65 15,-7 6-321-15,9-6-358 0</inkml:trace>
  <inkml:trace contextRef="#ctx0" brushRef="#br0" timeOffset="94229.26">12587 13408 2490 0,'-8'-2'280'0,"-2"0"27"0,10 2-12 16,-11-3-18-16,11 3-16 0,-8-2-13 15,8 2-6-15,0 0-9 0,0 0-17 0,-11-4-23 16,11 4-15-16,0 0-27 0,0 0-13 16,0 0-34-16,0 0-62 0,30-8-76 15,-17 5-92-15,1 2-115 0,4-3-121 0,-4 2-152 16,2 0-166-16,-1-1 64 0,3 2-432 16,-7 1-522-16</inkml:trace>
  <inkml:trace contextRef="#ctx0" brushRef="#br0" timeOffset="94645">12822 13333 2988 0,'0'0'93'0,"0"0"38"0,0 0 15 15,0-10 27-15,0 10 18 0,0-6 8 0,0 6 17 16,0 0-8-16,0 0-18 0,0 0-19 16,0 0-15-16,7-8-16 0,-7 8-12 15,0 0-15-15,0 0-12 0,29 8-6 0,-29-8-13 16,14 8-7-16,-4-4-9 0,-2 1-3 15,1 1-3-15,0 0-10 0,-3 3-6 0,2-2 6 16,-2 2 12-16,-2 1 13 16,-1 0 11-16,-1 0 15 0,0 1 18 0,-4-2 32 0,2 3 3 15,-4-2 2-15,3 0 5 16,-5 2 2-16,0-1-3 0,0 1-5 0,-1-2-4 16,-3 1-6-16,5-2 2 0,-4-2-2 15,4 2-14-15,1-4-131 0,4-5 0 0,-5 10 0 16,5-10 0-16,-6 9 0 0,6-9 0 15,-2 5 0-15,2-5 0 0,0 0 0 0,10 10 0 16,-10-10 0-16,14 3 0 0,-2 1 0 16,-1-2 0-16,3-1 0 0,1 1 0 0,-1-2 0 15,1 2 0-15,-1-2 0 0,-2 0 0 16,1 0 0-16,-13 0 0 0,18 0 0 16,-9 1 0-16,-9-1 0 0,14 0-418 0,-14 0-95 15,11 0-101-15,-11 0-157 0,0 0-60 16,12-5 82-16,-12 5-712 0,4-7-909 15</inkml:trace>
  <inkml:trace contextRef="#ctx0" brushRef="#br0" timeOffset="94912.1">13174 13023 4391 0,'-2'-6'130'0,"2"6"11"0,0 0 23 0,0 0 29 0,0 0 30 15,0 0 19-15,14 16 15 0,-1 3 1 0,-8 0-8 16,8 14-21-16,-3 4-22 0,1 11-21 0,-3-5-18 0,-2 12-17 16,-4 1-13-16,3 0-15 15,-5-8-13-15,-3 6-11 0,-4 1-21 0,2-2-23 16,-3-2-31-16,-3-3-36 0,-3-1-34 16,3-13-45-16,-1 0-50 0,-1-1-60 15,2-2-59-15,-3-6-93 0,3-6-94 0,2-4-105 16,3-3-164-16,-4-2-38 0,3-6 84 0,3-1-546 15,4-3-678-15</inkml:trace>
  <inkml:trace contextRef="#ctx0" brushRef="#br0" timeOffset="95910.88">13435 12971 3392 0,'0'0'16'0,"-5"-10"16"0,5 10 1 0,-1-7 4 0,1 7 14 0,0-5 22 0,0 5 6 0,0 0 12 15,-2-9 2-15,2 9-1 16,0 0-5-16,2-8 0 0,-2 8-3 0,0 0 0 16,1-6-1-16,-1 6 4 0,0 0 8 15,0 0 4-15,0 0 6 0,0 0-3 0,0 0-5 16,0-6-3-16,0 6-5 0,0 0-7 16,0 0-6-16,0 0-6 0,0 0-5 15,0 0-7-15,0 0-6 0,0 0-2 0,-1-7-4 16,1 7-7-16,0 0 5 0,0 0 4 15,0 0 2-15,0 0 2 0,0 0 4 0,0 0 6 16,0 0 0-16,0 0-2 0,0 0 1 16,0 0 5-16,0 0 3 0,0 0-3 0,0 0-2 15,0 0-2-15,0 0-5 0,0 0-7 16,0 0 2-16,0 0-7 0,0 0-7 0,0 0-1 16,0 0-3-16,6-8-5 0,-6 8-8 15,0 0 3-15,20 12 1 0,-6-4-2 16,-1 7 3-16,8 11 2 0,1 3 7 15,0 10 4-15,-1 4 9 0,-2 6 10 0,-2 1 2 16,1 3-2-16,-7 1 0 0,0-1 1 16,-1 0 8-16,-3 1 3 0,-1-11 2 0,-1-4-4 15,0-1-1-15,2 1-4 0,-5-3-7 16,4-3-5-16,-2-5-7 0,-1-9-1 0,1 0-6 16,-2 1-2-16,2-5-3 0,-4 2-5 15,2-3-14-15,-2-2-13 0,2 2 0 16,-2-3 0-16,0 1 0 0,0 1 0 0,0-5 0 15,-2 2 0-15,2-1 0 0,0-9 0 16,0 14 0-16,2-9 0 0,-2-5-30 16,2 14-12-16,0-10 4 0,-2-4 1 15,2 12 10-15,-2-12 1 0,0 7 2 0,0-7 2 16,0 7 2-16,0-7-1 0,0 0-14 16,0 0-20-16,0 11-26 0,0-11-20 0,0 0-58 15,0 5-69-15,0-5-114 0,0 0-120 16,0 0-139-16,0 0-200 0,0 0 53 15,0 0 72-15,-11-23-554 0,6 14-691 16</inkml:trace>
  <inkml:trace contextRef="#ctx0" brushRef="#br0" timeOffset="96710.97">14180 13640 3914 0,'-8'3'322'0,"8"-3"2"0,0 0-15 0,0 0-19 0,0 0-17 0,0 0-14 16,0 0-14-16,0 0-18 0,29-8-23 0,-16 6-26 15,1 0-19-15,2 0-44 0,2-2-68 16,-2 2-76-16,2 0-86 0,0-2-95 16,-5 3-102-16,-2-4-100 0,1 1-112 0,-3 2-144 15,-2 1-39-15,-7 1 74 0,10-2-475 16,-10 2-576-16</inkml:trace>
  <inkml:trace contextRef="#ctx0" brushRef="#br0" timeOffset="96928.87">14075 13809 3178 0,'-14'9'139'0,"5"-2"53"0,2-2 33 0,0 1 50 16,5 0 50-16,2-6 53 16,0 10 33-16,0-10 12 0,12 14-11 0,-2-9-20 15,4 0-48-15,0 1-35 0,9-1-32 16,2-2-28-16,1 1-38 0,-1-4-45 0,2 2-49 16,0-1-51-16,-8-1-69 0,1 0-66 15,-2 0-70-15,0 0-64 0,-5-1-67 0,-1-1-84 16,-1 0-76-16,-4-2-68 0,-7 4-92 15,9-5-162-15,-9 5 24 0,2-5 74 16,-2 5-502-16,0 0-623 0</inkml:trace>
  <inkml:trace contextRef="#ctx0" brushRef="#br0" timeOffset="100643.24">14879 13691 3314 0,'0'0'76'0,"-18"0"17"0,18 0 9 0,-14 0 10 0,14 0 20 0,0 0 21 16,0 0 19-16,0 0 20 0,-15 0 13 0,15 0 18 15,0 0-6-15,0 0-17 0,0 0-15 16,54 0-17-16,-23 0-19 0,-1 0-15 0,17 2-13 15,-13-2-14-15,-6 0-7 0,1 2 6 16,0-2-6-16,-8 2-13 0,-1-2-15 0,-2 0-5 16,-3 2-7-16,-2-2-7 0,-2 0-10 15,-11 0-4-15,20 0-12 0,-20 0-10 16,15 2-10-16,-15-2-26 0,12 0-34 0,-12 0-38 16,9 0-52-16,-9 0-67 0,0 0-91 15,11 0-107-15,-11 0-149 0,0 0-193 0,10-6 67 16,-10 6 71-16,6-6-411 0,-6 6-496 15</inkml:trace>
  <inkml:trace contextRef="#ctx0" brushRef="#br0" timeOffset="101327.12">15763 13358 3131 0,'0'0'151'0,"0"0"-6"0,0 0 4 15,-4-10-8-15,4 10 31 0,0 0 17 16,0 0 12-16,-3-8 6 0,3 8-9 0,0 0-13 16,0 0-3-16,-8-6-16 0,8 6-15 15,-10-5-18-15,10 5-10 0,-15-3-11 16,4 2-13-16,-1-1-12 0,12 2-8 0,-27-2-11 15,15 0-1-15,-4 2-15 16,1 0 1-16,-1 0-4 0,16 0-3 0,-30 0-10 16,15 2-11-16,-1-2 6 0,2 0 4 15,0 2-10-15,-1-2 1 0,15 0-6 0,-18 2-4 16,18-2 1-16,-16 0-5 0,16 0 8 16,0 0-4-16,-16 1-8 0,16-1-1 0,0 0-1 15,-11 0 1-15,11 0-11 0,0 0 5 16,-7 8-3-16,5-1 3 0,-3 2-1 0,5 1 2 15,0 5 4-15,0 3-4 0,5-1 2 16,0 6 4-16,6 6-5 0,1 0 3 16,5 0-2-16,2-2-1 0,5-3 2 0,-2 1 2 15,-1-5-2-15,0-1-5 0,-1-6 2 16,-2 1 3-16,-1-1-2 0,0-1-3 0,-1-2 4 16,1-1-1-16,-4 1 2 15,0 0 5-15,-2 0 10 0,0-1 0 0,-2 1 13 16,-2 0 14-16,-1 1 25 0,0 1 9 15,-4 0 23-15,0-3 19 0,-2 2 10 0,-2 1 13 16,0 0 13-16,-2-2 19 0,-4 2 17 16,-1-2-41-16,0 1-154 0,-3-2 0 0,-5 1 0 15,1-5 0-15,-2 0 0 0,2 0 0 16,2-1 0-16,1-3 0 0,4 2 0 0,9-3 0 16,-16 4 0-16,16-4 0 15,-12 2 0-15,12-2 0 0,-11 2 0 0,11-2 0 0,-11 0 0 16,11 0 0-16,0 0 0 15,-13 0 0-15,13 0 0 0,0 0 0 0,-13-4 0 16,13 4 0-16,0 0-44 0,-15 0-768 16,15 0-162-16,-20 2 88 0,9 0 94 0,-1 2-801 15,1 1-1033-15</inkml:trace>
  <inkml:trace contextRef="#ctx0" brushRef="#br0" timeOffset="102577.1">4352 14790 4532 0,'-8'-10'-100'0,"5"1"42"0,-1 4 28 0,0 0 12 0,4 5 4 0,0 0 5 0,-3-7 14 16,3 7 44-16,0 0 31 0,0 0 8 15,1 25-5-15,-1-10-3 0,2 3 17 16,0-1 9-16,4 5-2 0,-5-1 0 0,1-2-9 16,0-1-7-16,0-1-6 0,-2-2-8 15,2-2-10-15,0-2-1 0,-2 0-1 16,2-3 9-16,-1 1 3 0,2-2 9 0,-1 0 0 16,-2-7-4-16,0 0-12 15,0 0-5-15,0 0-7 0,0 0-5 0,0 0-7 0,2-36-4 16,-4 17-4-16,4 1-10 15,-2 0-1-15,0-1 0 0,0 2-6 0,2-1-4 16,1 7 0-16,-3-1-2 0,2 2-3 16,2 2-8-16,-2 2-1 0,3 0 1 15,-5 6 0-15,11-5 0 0,-11 5 1 0,0 0 0 16,20 4-1-16,-20-4-1 0,17 4 3 16,-11 0-3-16,-6-4 3 0,16 5-2 0,-11-1-2 15,-5-4 4-15,13 4 2 0,-13-4-2 16,12 3 0-16,-12-3 4 0,15-6-2 0,-6 0-4 15,3-5-6-15,-1-3 4 16,3-1-3-16,-3 0-2 0,2 0 0 0,-3 2 2 16,0 3-2-16,-3 2-4 0,1 1-2 15,-2 3 0-15,-6 4 5 0,0 0-1 16,22 9 3-16,-12 1-1 0,3 4 0 0,-1 2 3 16,3 6-2-16,1-6 2 0,-2 7 1 15,2-4-2-15,-3-3 1 0,-2-1 0 0,3-1 3 16,-3-1-3-16,-4-1-22 0,2-3-22 15,-2-3-41-15,-1-2-44 0,-1 3-56 0,0-2-75 16,0 0-106-16,-5-5-128 0,0 0-175 16,0 0-8-16,0 0 66 0,0 0-356 15,11-13-447-15</inkml:trace>
  <inkml:trace contextRef="#ctx0" brushRef="#br0" timeOffset="102992.89">5343 14584 2615 0,'2'-9'34'0,"-4"-2"13"0,0 2 7 0,0 3 24 0,1-2 29 15,-3 0 25-15,4 8 16 0,-10-12 14 16,4 7 3-16,1-2-10 0,-5 6-12 0,-2-3-12 16,12 4-6-16,-22 5-2 0,3 2-3 15,1 3-5-15,-6 5-4 0,3 2-13 16,5 1-11-16,3-5-11 0,4 5-2 15,4-7-13-15,0 4-2 0,7-3-4 16,1 0-5-16,8 5 4 0,1-2 6 0,8 8 4 16,1-3-3-16,3-1-4 0,-1 1 0 15,2-1-1-15,0-1-1 0,-5 0 3 0,2 1 22 16,-7-2 9-16,-2-4 9 0,-3 2 15 16,-4-1 19-16,1 0-3 0,-7-3 12 0,2 3 9 15,-2 0 1-15,-2-2 3 0,-1 2-3 16,-3-3-9-16,0 2-8 0,-3-3-15 0,-3-2-12 15,2 3-10-15,-3-5-9 16,-1 2-11-16,3-4-18 0,0-4-37 16,-3 0-50-16,14 0-65 0,-28-8-61 0,17 3-56 0,0 0-63 15,0-4-78-15,6 1-90 16,-1 0-107-16,6-2-157 0,0 0-73 0,4 1 90 16,3-4-540-16,6-2-691 0</inkml:trace>
  <inkml:trace contextRef="#ctx0" brushRef="#br0" timeOffset="103176.01">5667 14759 3760 0,'0'0'174'0,"6"-7"-1"0,-6 7 1 15,0 0 7-15,0 0 8 0,0 0 6 0,0 0-11 16,13-1-12-16,-13 1-19 0,15-1-17 16,-2-1-7-16,-1 0-22 0,5-2-50 15,2 1-61-15,0 0-75 0,2 1-84 16,-1-2-103-16,-2 1-98 0,0-1-123 0,-1 3-167 15,-4 1 6-15,-4-2 78 0,-9 2-297 16,16 5-351-16</inkml:trace>
  <inkml:trace contextRef="#ctx0" brushRef="#br0" timeOffset="103376.76">5747 15034 2407 0,'-9'12'187'0,"-1"-1"41"0,2-5 25 15,2 1 21-15,5-2 31 0,1-5 36 16,-8 8 42-16,8-8 16 0,2 9 11 15,-2-9-14-15,7 8-26 0,5-6-39 16,-12-2-31-16,23 2-28 0,-8-4-31 0,2 0-25 16,2 2-43-16,1-5-46 0,-4 2-56 15,2 0-62-15,-1-3-86 0,-4 3-65 0,-2 0-59 16,3-1-61-16,-6 1-71 0,1-1-84 16,1 1-82-16,-10 3-106 0,9-6-166 0,-3 3 73 15,-6 3-556-15,0 0-716 0</inkml:trace>
  <inkml:trace contextRef="#ctx0" brushRef="#br0" timeOffset="104291.88">6756 15109 3806 0,'1'-7'134'0,"-1"5"-5"0,0 2-6 0,0 0-11 0,0 0 43 0,0 0 43 0,0 0 28 0,10 22 8 16,-7-7-14-16,-1 2-10 0,2 5-12 15,1 11-3-15,2-6-14 0,-2 7-16 0,-3-6-11 16,2-3-19-16,-2-6-11 0,2 1-12 15,-3-3-11-15,-1-3-10 0,2-1-5 16,0-3-2-16,0 3-9 0,0-5-3 0,-2-1 13 16,4 0 9-16,-4-7 0 15,0 4-11-15,0-4-16 0,0 0-4 0,0 0-7 16,6-30-8-16,-2 9-2 0,-1-4-9 16,3-8-2-16,-1 0-3 0,7 3-5 0,-6 6-6 15,1 6-2-15,1 5-10 0,-2-2 1 16,2 7-3-16,-3 2-1 0,4 2-1 0,2 2 8 15,-11 2-7-15,16 4 2 0,-2-1-8 16,-3 4 0-16,5 2 0 0,-3 0 0 0,-2 0 0 16,5 4 0-16,-7-3 0 0,1 0 0 15,-1 2 0-15,-1-3 0 0,-3-1 0 16,2-1 0-16,-4 1 0 0,1-4 0 0,2 1 0 16,-3 0 0-16,-3-5 0 15,6 2 0-15,-6-2 0 0,0 0 0 0,12-15 0 16,-5 1 0-16,1 0 0 0,-3 0 0 15,5-1 0-15,0 1 0 0,-5 3 0 0,2 4-9 16,0 0-12-16,-2 3 5 0,1 1 2 16,-6 3 0-16,18 0 7 0,-18 0-5 0,14 10 1 15,-3-3 2-15,1 1-1 0,1 3 1 16,1 1 2-16,1-2-26 0,4 2-25 0,-6 0-48 16,5-2-45-16,-5 0-47 0,4-1-45 15,-6 0-55-15,2-4-64 0,-6 1-51 16,2-2-63-16,-2-2-95 0,-7-2-132 0,13 0-4 15,-13 0 67-15,11-5-412 16,-11 5-525-16</inkml:trace>
  <inkml:trace contextRef="#ctx0" brushRef="#br0" timeOffset="104709.33">7534 15027 2950 0,'2'-7'79'0,"-2"0"35"0,4 2 11 0,-4 5 18 0,10-10 32 0,-3 8 22 0,-7 2 10 0,15-3 4 15,-15 3 12-15,23 0 7 0,-7 5-26 0,-1 0-1 16,1 3-23-16,-4 1-11 16,6 1-13-16,-7 4 5 0,3-1 5 0,-7 0 21 15,-1 0-11-15,-1-1-7 0,-5 2-3 16,0-1-13-16,-3 2-7 0,-1-3-9 0,-1 1-17 16,-6 0-11-16,0 0-9 0,-2-2-13 15,-2-1-9-15,0-1-10 0,-1-4-24 0,1-2-37 16,-2-3-35-16,-1-5-29 0,3-3-20 15,0-4-11-15,-4-7 11 0,7-2 0 16,5 1 10-16,3 3 4 0,2-1 4 0,4 3-1 16,0 3 10-16,2-1 5 0,1 6 7 15,5 2 5-15,-2 2 3 0,3 2 7 0,-11 1 4 16,30 4 6-16,-12 3-1 16,5 1 14-16,-3 0 1 0,11 6 7 0,-3-3-5 15,1 2 5-15,-2 1 3 0,-4-5 4 16,-4 0-1-16,-2-1 5 0,3 1-9 0,-8-3 0 15,0-1 6-15,0 0-8 0,-5-2-5 16,0 2-24-16,2-1-33 0,-9-4-63 0,9 5-80 16,-9-5-118-16,7 0-114 0,-7 0-144 15,0 0-199-15,0 0 75 0,0 0-552 16,14-5-711-16</inkml:trace>
  <inkml:trace contextRef="#ctx0" brushRef="#br0" timeOffset="104975.64">7885 15063 3551 0,'0'0'51'16,"-3"-6"26"-16,3 6 19 0,0 0 24 16,3-13 42-16,-3 13 21 0,12-7 15 15,-12 7 8-15,13-1 7 0,-13 1 0 0,24 4-12 16,-12-2-15-16,1 2-10 0,1 4-10 16,-1-3-6-16,1 6-24 0,-5-2 0 0,0 3-18 15,-1-1 7-15,-2 2-1 0,-2-2-8 16,-4 4-11-16,0-2-11 0,-4 1-4 0,3 0-11 15,-6-1-11-15,-2 1-25 16,1-2-47-16,1-3-51 0,-1 1-61 0,0-3-89 16,3-4-111-16,-1-1-126 0,6-2-135 15,0 0-159-15,-3-12 9 0,4 0 71 16,1-4-487-16,7-1-609 0</inkml:trace>
  <inkml:trace contextRef="#ctx0" brushRef="#br0" timeOffset="105175.43">8188 14905 3300 0,'2'-8'127'0,"-2"1"33"0,0 7 14 0,-2-8 6 16,2 8 9-16,0 0 25 0,0 0 18 16,0 0 11-16,-21 25 1 0,14-6-26 15,-7 10-5-15,5-1-19 0,3-3-15 16,3-1-21-16,1 2-19 0,0-4-7 16,6 2-18-16,-3 1-15 0,3-3-9 0,2-1-4 15,-1-1-32-15,3-3-32 0,-2-1-41 16,1-3-43-16,3-1-56 0,0-3-78 0,-3-3-108 15,2-2-140-15,2-1-167 0,-4-3-147 16,-7 0 71-16,22-7-525 0,-6 1-674 0</inkml:trace>
  <inkml:trace contextRef="#ctx0" brushRef="#br0" timeOffset="105442.85">8781 14761 3185 0,'-15'0'41'0,"3"5"45"0,3 2 35 16,-4 3 43-16,-5 11 45 16,-1 4 46-16,4 7 34 0,1 2 32 0,5 1 15 15,3 2-6-15,6 3-14 0,-2-1-22 16,10 1-30-16,1-2-26 0,1-4-28 0,3 1-19 16,1-2-21-16,1 0-15 0,1-4-27 15,-2-2-40-15,-2-5-48 0,-2-2-49 16,1-6-66-16,-3 1-52 0,-1-3-65 0,3-2-68 15,-3-3-103-15,1-2-108 16,-2-3-152-16,3 0-163 0,-9-2 77 0,0 0-589 0,21-9-756 16</inkml:trace>
  <inkml:trace contextRef="#ctx0" brushRef="#br0" timeOffset="107657.87">9324 14934 3421 0,'-4'-4'3'0,"4"4"43"16,-7-8 7-16,7 2-3 0,0 6 13 0,7-15 22 0,2 5 23 0,5 1 19 16,3-3 3-16,0 0-2 15,3 1-8-15,0 3-14 0,1 1-8 0,-4 1-2 16,-1 6-1-16,1 0 2 0,-4 3 2 16,0 7 9-16,-1 0 3 0,-3 5 16 0,-3 5 14 15,-4 1 29-15,-4 3 31 0,-5 6 2 16,-3 4 30-16,-4-5 12 0,3 0 7 0,4-5 4 15,2-8-7-15,-2-1-4 0,3-5-11 16,2-1-2-16,4-1 0 0,4 0-205 16,4-4-27-16,3 0 0 0,6-2 0 0,0-2 0 15,2-4 0-15,4 1 0 0,2 0 0 16,-4-1 0-16,-1 0 0 0,-2 0 0 0,-8-1 0 16,6-1 0-16,-3 3 0 15,-3 0 0-15,-3 3-44 0,0-4-453 0,0 2-101 16,-9 2-112-16,12-4-173 0,-12 4 80 15,14-2-781-15,-14 2-1024 0</inkml:trace>
  <inkml:trace contextRef="#ctx0" brushRef="#br0" timeOffset="107909.87">9934 15065 4409 0,'0'0'15'0,"0"0"40"0,0 0 42 16,15-2 39-16,-15 2 41 0,0 0 26 0,17 12 28 15,-12-7 25-15,4 4 9 0,0-1-11 16,-2 4-14-16,4 1-19 0,-6 0-18 0,3-1-10 0,-5 3-24 16,1 1-17-16,-4-1-13 15,2-1-12-15,-4 4-14 0,-2-3-10 0,2 0-13 16,-7 2-13-16,0-1-30 0,-3-1-41 16,1 1-45-16,-5-5-70 0,1 1-77 0,0 0-90 15,-2-3-116-15,3-2-134 0,3-2-178 16,-1-3-129-16,5-2 87 0,7 0-671 15,-11-7-869-15</inkml:trace>
  <inkml:trace contextRef="#ctx0" brushRef="#br0" timeOffset="108331.84">10290 15005 3757 0,'-9'2'-37'0,"-1"2"54"0,2-2 46 0,-1 0 38 0,9-2 50 0,0 0 49 0,-16 2 48 16,16-2 46-16,0 0 16 0,-11 3 28 15,11-3 19-15,0 0 3 0,0 0-19 16,0 0-28-16,35 9-28 0,-14-9-30 0,6-4-28 16,-2 1-20-16,14-2-27 0,-3 0-23 15,0-4-90-15,-9 4-67 0,-4 0 0 16,0 0 0-16,-6 1 0 0,2 2 0 15,-8 2 0-15,3-5 0 0,-4 4-125 0,-10 1-28 0,14-4-41 16,-5 3-46-16,-9 1-47 16,9-4-76-16,-9 4-97 0,9 0-141 0,-9 0-223 15,0 0 81-15,0 0 74 0,0 0-532 16,0 0-666-16</inkml:trace>
  <inkml:trace contextRef="#ctx0" brushRef="#br0" timeOffset="110492.72">11074 14823 3181 0,'7'-2'-34'0,"-7"2"41"0,11-3 32 0,-11 3 19 0,0 0 37 0,12-3 34 15,-12 3 15-15,0 0 29 0,0 0 13 0,0 0-3 16,0 0-7-16,8-3-8 0,-8 3-8 16,0 0-12-16,0 0-12 0,0 0-12 0,0 0-5 15,0 0-4-15,-31-6 3 0,31 6 3 16,-29 6 12-16,10 2 3 0,-9 5 6 15,3 3 18-15,-3-1 14 0,1 4 19 16,2 2 0-16,6-1-3 0,4-3-11 0,6 0-4 16,2-3 0-16,5 0-4 0,2 0-7 15,7-1-13-15,2 1-5 0,6 0-23 0,0-4-83 16,5 0-40-16,0 0 0 0,1-1 0 16,1-2 0-16,-4 0 0 0,3 1 0 0,-8-1 0 15,3 0 0-15,-5 1 0 0,1 0 0 16,-3 1 0-16,-5-1 0 0,-2 1 0 15,-2 1 0-15,-4 0 0 0,2 2 0 0,-3-2 0 16,-4 2 0-16,-2 1 0 0,0-4 0 16,-1 4 0-16,-1-3 0 0,2-2 0 15,-3 1 0-15,3-1 0 0,-1-4 0 16,3 0 0-16,2-3 0 0,7-1 0 0,-14-7-483 16,8-3-350-16,4-5-108 0,2-3 94 15,4-5-883-15,6-15-1163 0</inkml:trace>
  <inkml:trace contextRef="#ctx0" brushRef="#br0" timeOffset="110740.85">11251 14624 5039 0,'7'-10'17'0,"-3"3"32"15,3 1 39-15,2 5 47 0,-9 1 53 0,0 0 55 16,26 11 15-16,-14-2 15 16,1 7 3-16,2 10-7 0,0 1-16 0,1 9-20 15,-5 0-19-15,3 12-17 0,-5 1-17 16,0 2-20-16,-1-8-41 0,-2-1-119 0,-2 1 0 15,-4 0 0-15,0-1 0 0,-6-2 0 16,-2-2 0-16,1 0 0 0,-6-2 0 0,-9 5 0 16,-3-2 0-16,0-6 0 0,-5 0-111 15,5-8-224-15,-1-2-101 0,-1-4-100 0,1-4-133 16,-1 1-182-16,7-10 70 0,7-4 80 16,1-2-582-16,12 0-741 0</inkml:trace>
  <inkml:trace contextRef="#ctx0" brushRef="#br0" timeOffset="111340.95">11918 14983 3958 0,'-8'-1'218'0,"8"1"8"0,0 0 5 0,0 0 14 0,0 0 39 15,0 0 27-15,0 0 10 0,0 0-12 0,19 6-27 16,-4-3-19-16,4-1-30 0,3 1-25 15,-4-1-27-15,3 0-48 0,2-2-69 16,-1-2-82-16,-4 2-96 0,3-2-102 16,1 0-125-16,-4 1-122 0,2-1-129 0,-8-1-186 15,2 3 33-15,-3 0 72 0,-11 0-527 16,11 6-663-16</inkml:trace>
  <inkml:trace contextRef="#ctx0" brushRef="#br0" timeOffset="111558.84">12047 15234 3654 0,'-12'9'231'0,"5"-4"26"16,1 1 17-16,6-6 50 0,-11 5 40 16,11-5 36-16,-6 4 23 0,6-4 12 0,0 0 17 15,-6 6-20-15,6-6-24 0,0 0-39 16,0 0-201-16,25 5-168 0,-9-5 0 16,1-2 0-16,2-1 0 0,-1-1 0 0,7-2 0 15,-1 2 0-15,-1-3 0 0,-7 4 0 16,-2-2 0-16,-1 1 0 0,1 2 0 0,-3 1-115 15,0-3-375-15,-1 4-80 0,-10 0-91 16,13-1-161-16,-13 1 11 0,0 0 75 0,12 5-620 16,-12-5-810-16</inkml:trace>
  <inkml:trace contextRef="#ctx0" brushRef="#br0" timeOffset="112841.04">12980 15034 3728 0,'0'0'40'0,"-14"-5"39"0,4 1 21 0,3 1 31 16,7 3 41-16,-19-7 44 0,9 3 38 15,0-2 16-15,1-1 17 0,3 2 7 0,-4 0-11 16,7-4-21-16,-1 2-29 0,4-2-27 15,2-2-19-15,1 0-21 0,4-2-16 0,0 1-20 16,1 3-13-16,4 1-11 0,1 0-14 16,-2 1-6-16,3 5-15 0,-1 0-8 0,0 4-3 15,-2 0-9-15,1 7-3 16,1 9-2-16,-3 0 7 0,-3 10 12 0,0 1 15 16,-9-3-15-16,-7 13-65 0,0 1 0 15,-7 6 0-15,-4-1 0 0,-3-1 0 0,0-3 0 16,4-8 0-16,4-4 0 0,0-1 0 15,3-10 0-15,5-2 0 0,1-5 0 0,2-1 0 16,2-2 0-16,2-2 0 0,0-6 0 16,15 11 0-16,-1-7 0 0,5-4 0 0,4 0 0 15,2-3 0-15,1 0 0 0,10-3 0 16,-7 2 0-16,-4-1 0 0,-1 1 0 16,1 0 0-16,-4-2 0 0,-4 2 0 15,-1 2 0-15,-4 0 0 0,-1-1 0 0,-2 3 0 16,-9 0 0-16,17-6 0 0,-17 6 0 0,12-2 0 15,-12 2 0-15,11-4 0 0,-11 4 0 16,6 0 0-16,-6 0 0 0,0 0 0 16,9-3 0-16,-9 3 0 0,0 0-3 15,0 0-1038-15,0 0 67 0,0 0 101 0,0 0-929 16,0 0-1232-16</inkml:trace>
  <inkml:trace contextRef="#ctx0" brushRef="#br0" timeOffset="114474.2">1669 16824 4602 0,'-2'7'-140'0,"2"-1"19"0,0 4 10 0,0-10 10 0,4 11 15 0,-4-11 21 0,3 6 34 16,-3-6 37-16,6 6 43 0,-6-6 26 16,0 0 8-16,18-4-8 0,-18 4-7 15,19-8-4-15,-8-1-5 0,2-3-4 16,1 0-4-16,-1 1-3 0,-1-5-8 15,-3-1 0-15,-2-3-2 0,-1-1-6 0,0-12-1 16,-4-2-3-16,-2-3-7 0,0-1 0 16,-3-4-2-16,-2 2-5 0,-1 7-1 15,5 5 15-15,-1 9-1 0,0 4 1 0,0 3-16 16,2 2 0-16,-2 5-4 0,2 6-3 16,0 0 3-16,0 0 0 0,0 32 13 15,2-6 21-15,5 13 26 0,5-3-8 0,-2 3-7 16,1-2-2-16,4-1-7 0,0-4-8 15,3 1-2-15,-2-6 3 0,2-1-8 0,0-4-7 16,-6-3-29-16,1-3-21 16,-2-6-36-16,-4-2-50 0,-2-1-53 0,1-1-67 15,-6-6-77-15,0 0-104 0,0 0-149 16,18-10-82-16,-18 10 61 0,1-21-223 16,-1 3-295-16</inkml:trace>
  <inkml:trace contextRef="#ctx0" brushRef="#br0" timeOffset="114673.29">1877 16213 2304 0,'0'0'166'0,"-12"-2"28"15,12 2 16-15,0 0 12 0,-11-3 22 0,11 3 23 16,0 0 13-16,-8-4-5 16,8 4-16-16,0 0-20 0,0 0-34 0,-7-8-27 0,7 8-29 15,0 0-57-15,0 0-68 16,0 0-75-16,0 0-110 0,0 0-98 15,0 0-113-15,22-5-193 0,-22 5-111 0,21 9 72 16,-8-1-287-16,3 4-374 0</inkml:trace>
  <inkml:trace contextRef="#ctx0" brushRef="#br0" timeOffset="114873.36">2172 16578 2495 0,'-12'9'206'0,"5"-1"25"0,1-4 7 15,-2 2 16-15,4-3 33 0,4-3 30 16,0 0 10-16,-7 5 2 0,7-5-19 16,0 0-32-16,0 0-30 0,0 0-20 0,29-12-30 15,-15 6-40-15,-2-3-79 0,1 2-98 16,5-3-112-16,-3-1-115 0,4 2-115 0,2 0-148 16,-8 4-241-16,3-3 56 0,-3 5 80 15,-4 2-359-15,-9 1-449 0</inkml:trace>
  <inkml:trace contextRef="#ctx0" brushRef="#br0" timeOffset="115059.97">2309 16683 2759 0,'-5'7'60'15,"-3"-3"15"-15,5 1 18 0,3-5 25 16,-7 8 39-16,7-8 36 0,0 0 25 0,-4 6 3 16,4-6-13-16,0 0-19 0,0 0-20 15,0 0-12-15,0 0-15 0,0 0-20 16,0 0-61-16,41-19-105 0,-23 5-108 0,6-3-110 15,-3 0-123-15,1-5-200 0,3-1-39 16,0 0 66-16,2-1-235 0,-2-1-282 0</inkml:trace>
  <inkml:trace contextRef="#ctx0" brushRef="#br0" timeOffset="115458.28">2668 16295 2304 0,'0'0'31'15,"-4"-6"2"-15,4 6-3 0,0 0 6 16,5-12 8-16,-5 12 3 0,6-11 1 0,-1 9-5 16,-5 2-3-16,14-10-4 0,-6 8-6 15,-8 2 2-15,14-2-3 0,-14 2-2 16,0 0 2-16,25 8 20 0,-18 0 25 0,-3 5 33 16,-1-1 21-16,-3 4 15 0,0 1 24 15,-3 2 16-15,3-3 9 0,-2 2-4 16,0-3-11-16,2-1-15 0,0-2-14 15,2 1-14-15,2 0-12 0,-1-4-11 0,5 5-8 16,-1-2-9-16,1 0-10 0,3-1-10 16,-1 0-7-16,0 5 1 0,3-2 0 15,-2 1 11-15,1 3 5 0,-1 1 9 0,-2-2 9 16,-1 0 9-16,-2 0 22 0,-2-2 2 16,-1 2 13-16,-1 2-4 0,-2-5-9 0,-2 3-7 15,1 0-10-15,-3-3-8 0,-2 1-11 16,1-1-14-16,-4-2-8 0,-4 2-12 15,2-1-54-15,-2-3-30 0,-2-2-76 0,1-1-84 16,1-1-110-16,-1 0-122 16,1-4-128-16,4 2-189 0,-3 0-59 0,5 0 88 15,-3-1-523-15,10-3-685 0</inkml:trace>
  <inkml:trace contextRef="#ctx0" brushRef="#br0" timeOffset="116323.03">4415 16345 3416 0,'0'0'10'0,"1"-8"18"0,-1 8 24 0,0 0 19 0,0 0 25 15,-13-15 15-15,6 11 20 0,7 4 2 0,-19-6 1 16,6 6 1-16,-5 4 7 0,0 4 3 16,-9 5 1-16,0 6 12 0,2 3 3 0,4 4 9 15,2 1 14-15,0 3 6 0,6-1 4 16,5 1-16-16,2-4-8 0,6-3-13 16,4-1-3-16,6 7-14 0,3-2-22 0,6-1-6 15,0-4-17-15,4-2-5 16,2-2-5-16,-2-7-42 0,-3-3-63 0,-4-1-63 15,3-4-58-15,-2 0-67 0,-1-3-83 0,0 0-86 16,-3-3-90-16,1-2-126 0,-1 0-168 16,3-3 65-16,-3 0-499 0,3-4-658 15</inkml:trace>
  <inkml:trace contextRef="#ctx0" brushRef="#br0" timeOffset="116739.79">4780 16459 3321 0,'-13'20'57'0,"13"-20"13"0,0 0 27 0,0 0 31 15,0 0 34-15,0 0 24 0,8 11 10 16,-8-11 3-16,14 1-7 0,-14-1-12 16,16-1-14-16,-16 1-23 0,23-4-13 0,-11 0-8 15,-2 1-16-15,1 1-9 0,-2-4-14 16,1 0-15-16,-1 2-20 0,-1-2-13 15,0-1-14-15,0 1-5 0,-3 0-5 0,-1-4 0 16,-1 3-2-16,-3 0-2 0,0-1 0 16,0 8 2-16,-5-17-4 0,-1 8-1 0,-1 4-2 15,-3 2 1-15,10 3-3 0,-24 2 11 16,8 3 9-16,-1 5 14 0,-6 9 13 16,2 1 13-16,4 2 21 0,5-1 28 0,3 1 34 15,4-2 2-15,-2 2 4 16,5-1 9-16,2 1 1 0,0-3-1 0,2 4-3 15,5-4-11-15,0 0-15 0,2-2-10 16,1-5-9-16,0-2-12 0,1 1-11 0,1-2-9 16,3-5-24-16,-2 1-47 0,0-3-56 15,-2 0-95-15,3-2-98 0,-14 0-105 16,25-5-87-16,-14 1-123 0,0 1-179 0,0-4-99 16,-2 2 84-16,2 0-627 15,1 0-831-15</inkml:trace>
  <inkml:trace contextRef="#ctx0" brushRef="#br0" timeOffset="116973.26">5259 16508 4043 0,'0'0'193'0,"0"0"37"0,0 0 10 0,0 0 29 0,0 0 20 0,0 0 21 0,7-10-4 0,-7 10-28 15,16-7-27-15,-7 4-24 0,5-1-26 0,-1-1-42 16,3 0-66-16,-1 0-107 16,2 1-99-16,-2-2-107 0,-1 2-106 0,2-1-117 15,-2 0-166-15,-5 2-186 0,-1-1 74 16,0 2-588-16,-8 2-766 0</inkml:trace>
  <inkml:trace contextRef="#ctx0" brushRef="#br0" timeOffset="117239.41">5322 16627 3511 0,'-8'3'169'16,"-1"1"62"-16,9-4 24 0,-7 5 59 15,7-5 50-15,-7 8 45 0,7-8 33 16,0 7 12-16,0-7-16 0,0 0-37 16,14 11-34-16,-5-6-37 0,2-3-40 15,3 1-74-15,1-3-216 0,5 0 0 0,-5 0 0 16,4 0 0-16,0 0 0 0,-4 0 0 15,1 0 0-15,-2-2 0 0,-3 2 0 0,-11 0 0 16,18 0 0-16,-18 0 0 0,14 2 0 16,-14-2 0-16,7 3 0 0,-7-3-244 0,4 7-77 15,-4-7-81-15,0 7-116 0,0-7-146 16,-7 9-198-16,7-9 76 0,-11 8 87 0,10-4-558 16,1-4-717-16</inkml:trace>
  <inkml:trace contextRef="#ctx0" brushRef="#br0" timeOffset="117993.16">6395 16467 3498 0,'-14'4'45'0,"3"-1"37"0,11-3 12 0,-15 5 35 0,15-5 32 16,-8 2 37-16,8-2 28 0,0 0 17 16,0 0 28-16,0 0 0 0,0 0-6 15,0 0-18-15,23 7-23 0,-8-5-23 0,6-2-22 16,8 0-19-16,0 0-12 0,1 0-27 15,10 0-41-15,-10-2-44 0,-3 2-37 16,-4-2-40-16,0 0-36 0,-8 2-30 0,1-2-30 16,-3 4-24-16,-13-2-26 0,23 0-33 0,-14 0-32 15,-9 0-39-15,20 2-60 16,-20-2-93-16,12 2-140 0,-12-2-93 0,11 0 65 16,-11 0-319-16,0 0-411 0</inkml:trace>
  <inkml:trace contextRef="#ctx0" brushRef="#br0" timeOffset="118590.47">7342 16229 2680 0,'2'-4'121'0,"-2"4"29"0,4-8 1 0,-4 8 13 16,0 0 10-16,0 0 34 0,0 0 19 15,0 0 11-15,0 0-9 0,0 0-18 0,-8-11-24 16,8 11-18-16,-19 0-15 0,2 0-9 16,-2 2-3-16,-6 1-12 0,0 1-10 15,-11 4-10-15,0 0-9 0,2 2-16 0,0 1-4 16,1-1-9-16,5 2-6 16,5-3-9-16,1-1-7 0,9-1-5 0,-2 0-10 15,5-2-2-15,-1 0-9 0,1 0 0 16,3 0-6-16,1-1-2 0,6-4-3 0,-14 7 2 15,14-7-1-15,-7 8-4 0,7-8 0 16,-6 9 4-16,6-1-3 0,0-1 3 16,0 3-4-16,4 2 1 0,0 2 2 0,3 0 5 15,7 4-3-15,7-2 3 0,5 1-5 16,6-2-2-16,-2-1 3 0,4-1-5 0,2-4 2 16,-1 2-2-16,-3-5-1 0,0 3 2 15,-5-1-4-15,-6-2-2 0,-2 3-3 16,-2 1 7-16,-4-2 14 0,-1 0 32 0,-3 4 27 15,-3-3 42-15,-4 4 29 0,0-1 28 16,-6 0 22-16,-2 1 22 0,1-1 11 16,-7 4-24-16,-5-4-211 0,2 1 0 15,-8 4 0-15,-5-5 0 0,-5-3 0 0,8-1 0 16,2-2 0-16,0 0 0 0,-2-4 0 16,5-2 0-16,2 2 0 0,6-1 0 0,-2 1 0 15,3 0 0-15,11-2 0 0,-16 2 0 16,16-2 0-16,-15 2 0 0,15-2 0 0,0 0 0 15,-16 0 0-15,16 0 0 0,0 0 0 16,-9 1 0-16,9-1 0 0,0 0 0 16,0 0 0-16,-11 3 0 0,11-3 0 0,0 0 0 15,0 0-776-15,-4 6-232 16,4-6 92-16,-1 8-951 0,1-8-1293 0</inkml:trace>
  <inkml:trace contextRef="#ctx0" brushRef="#br0" timeOffset="119406.76">5305 17331 4892 0,'0'0'-180'0,"0"0"28"0,8-3 22 0,-8 3 29 0,0 0 23 0,0 0 19 15,0 0 16-15,0 0 3 0,0 0 4 0,-22-17 2 16,13 12 10-16,-2 1 6 16,-1 1 11-16,-1 1 23 0,-3 0-9 0,3 4 10 15,-6 2 18-15,2 1 13 0,-9 8 27 0,2 4 23 16,3 3 24-16,5 1 22 0,0 6 24 15,8-6 11-15,3-1 5 0,3-1 23 16,4 0 10-16,3 3-4 0,5 5 1 16,5-1-14-16,4-4-12 0,2-1-15 0,0-3-19 15,1-4-11-15,-4-3-22 0,5-3-4 16,0-2-17-16,-4 1-21 0,2-5-44 0,-2 2-49 16,-6-4-60-16,3 2-56 0,-16-2-64 15,26-6-68-15,-12 4-87 0,-1-2-89 16,-1-3-116-16,-3 1-170 0,0-4-3 0,1 1 75 15,-2-1-411-15,-1 2-536 16</inkml:trace>
  <inkml:trace contextRef="#ctx0" brushRef="#br0" timeOffset="119939.56">5838 17309 2908 0,'2'-8'1'0,"-2"8"19"0,2-7 12 16,-2 7 8-16,0 0 19 0,3-8 22 15,-3 8 12-15,3-8 2 0,-3 8 1 16,0 0-11-16,0-8-7 0,0 8-8 16,0 0-1-16,2-9-7 0,-2 9-5 0,0 0-3 15,0-10-6-15,0 10-6 0,-2-10 21 16,2 10-18-16,-12-14-3 0,7 7-6 15,-3 2-3-15,-1-2-2 0,-1 2 0 0,-1-3 2 16,-1 4-1-16,-1 1-1 0,0 3-4 16,13 0 3-16,-32 5-1 0,16-3 5 15,-3 8 0-15,0 0 1 0,3 2 6 0,-2 10-4 16,6-5-8-16,3 3-2 0,3-5-4 16,4 3 2-16,2-6-5 0,4 5 1 0,5 0 2 15,2 1-6-15,5-3 4 16,5 5-4-16,0-1 3 0,2-2-2 0,-4-5 19 15,-2 1 19-15,-2 1 27 0,2 0 14 0,-1-2 18 16,-1 1 18-16,-5 1 33 16,-1-4 31-16,-2 2 20 0,-3 0 13 0,-2 0 9 15,-2 0-7-15,0-1-7 0,-2-1-7 16,0 1-11-16,-1 1-17 0,-3-2-20 0,0-1-12 16,-1 1-19-16,1-4-13 0,-4 2-65 15,1-4-61-15,2-1 0 0,7-3 0 16,-14 2 0-16,14-2-54 0,0 0-190 0,-21-11-84 15,13 3-88-15,5 0-102 0,-1 0-113 16,2 1-179-16,0-3 14 0,2 2 87 16,0 8-544-16,8-19-715 0</inkml:trace>
  <inkml:trace contextRef="#ctx0" brushRef="#br0" timeOffset="120127">6053 17460 3285 0,'16'4'87'0,"-16"-4"75"0,0 0 18 0,9 2 33 0,-9-2 54 0,9 3 51 16,-9-3 19-16,16 3-11 0,-16-3-26 0,23-2-30 16,-11 2-23-16,-12 0-31 0,26-1-35 15,-10-2-59-15,-3 1-86 0,-2 0-83 0,3 0-91 16,-14 2-96-16,21-3-65 0,-12 3-75 16,-1-2-76-16,-8 2-110 0,17-1-110 15,-17 1 25-15,0 0-420 0,11 5-536 16</inkml:trace>
  <inkml:trace contextRef="#ctx0" brushRef="#br0" timeOffset="120340.24">6178 17650 2878 0,'-8'11'51'15,"2"-3"79"-15,4 0 57 0,-1 0 55 0,3-8 58 16,-2 10 49-16,2-10 28 16,2 9 13-16,-2-9-9 0,9 7-21 0,-9-7-31 0,0 0-34 15,19 0-35-15,-19 0-23 0,25-7-24 16,-14 3-39-16,2-1-47 0,-1-1-49 15,-1 2-61-15,2-2-66 0,-6 1-72 16,0 2-62-16,-7 3-68 0,16-6-79 16,-10 3-70-16,-6 3-83 0,9-4-150 0,-9 4-132 15,0 0 74-15,5-6-489 0,-5 6-645 16</inkml:trace>
  <inkml:trace contextRef="#ctx0" brushRef="#br0" timeOffset="121108.84">7262 17466 3342 0,'0'0'77'0,"0"-11"27"0,0 11 5 0,0 0 25 0,0 0 42 0,0 0 28 16,0 0 32-16,5 26 25 0,-5-14 24 0,2 2-9 15,1-1 0-15,-1 3-6 0,0 1-7 16,0-2-6-16,-2 1-7 0,1-3-9 0,-1-1-14 16,0 2-16-16,0-6-19 15,0 3-19-15,0-3-13 0,-1 2-18 0,1-3-13 16,0-7-9-16,0 10-44 0,0-10-76 0,-2 10 0 15,2-10 0-15,0 0 0 16,0 0 0-16,0 0 0 0,0 0 0 0,0 0 0 16,0 0 0-16,0 0 0 0,-4-29 0 15,4 29 0-15,7-13 0 0,-5 6 0 0,2 2 0 16,-4 5 0-16,11-8 0 0,-3 4 0 16,-8 4 0-16,15-5 0 0,-7 4 0 15,-8 1 0-15,21-4 0 0,-12 4 0 0,5-2 0 16,-14 2 0-16,25 0 0 15,-25 0 0-15,16 0 0 0,-16 0 0 0,0 0 0 16,18 0 0-16,-18 0 0 0,13 0 0 16,-13 0 0-16,0 0 0 0,16-3 0 0,-13-2 0 15,3-6 0-15,-1-1 0 0,3-1-18 16,2-1-40-16,-3 0-3 0,3 3 9 16,-2 0-6-16,-1 4 8 0,1 2 0 0,-3 1 2 15,-5 4 14-15,0 0 1 0,25 8 2 16,-16-2 5-16,0 3-6 0,-4-1 3 0,6 4 1 15,0 1 3-15,-2-2-4 0,2 3-13 16,-1-2-21-16,-1-2-17 0,0 1-16 0,-1-5-21 16,0 2-28-16,0 1-34 0,-5-5-41 15,3 1-61-15,-3-2-55 16,-3-3-64-16,7 4-104 0,-7-4-133 0,0 0-83 0,0 0 86 16,0 0-412-16,18-8-519 0</inkml:trace>
  <inkml:trace contextRef="#ctx0" brushRef="#br0" timeOffset="121541.23">7836 17427 3000 0,'0'0'91'0,"0"0"34"0,1-7 35 0,-1 7 36 0,0 0 40 0,0 0 28 0,0 0 16 0,0 0 7 0,36 15 0 16,-27-7-8-16,0 1-8 0,2 3-19 15,1 2-18-15,-1-1-14 0,-2 4-14 0,-2-1-15 16,-2-1-10-16,-1 1-14 15,-2 1-11-15,0 1-10 0,-2-4-8 0,2 1-19 16,-4-1-7-16,-4 1-12 0,-1-1-11 16,0 1-10-16,-4-5-10 0,2-2-22 0,-1-1-32 15,-1-3-31-15,3-2-36 0,8-2-42 16,0 0-37-16,-24-14-33 0,18-3-13 16,0-6-1-16,6-4 8 0,0 1 15 0,2-9 16 15,2 10 15-15,-2 3 15 0,2 6 29 16,1 3 35-16,1 4 28 0,0 4 25 15,1 3 32-15,-7 2 27 0,0 0 32 16,25 9 17-16,-14-1 1 0,1 2 5 0,0 1-9 16,1-1-5-16,0 4-16 0,2 1-8 0,6 4-5 15,4 1-8-15,-3-4-8 16,3-3 0-16,-5-1-11 0,-4-5 0 0,0 0-8 16,-5-2-8-16,1-1-29 0,-1 0-31 15,-3-2-56-15,-8-2-62 0,15 1-58 0,-15-1-73 16,10 1-81-16,-10-1-93 0,0 0-115 15,0 0-164-15,15-1-45 0,-15 1 80 16,0 0-503-16,0 0-657 0</inkml:trace>
  <inkml:trace contextRef="#ctx0" brushRef="#br0" timeOffset="121756.24">8300 17344 3171 0,'-2'-8'-110'0,"2"8"13"0,-1-12 7 0,1 12 9 0,-6-8 5 0,6 8 7 16,-4-7-4-16,4 7-9 0,0 0-20 16,-7-5-17-16,7 5-21 0,0 0-20 0,0 0-7 15,0 0-10-15,0 0 5 16,0 0-324-16</inkml:trace>
  <inkml:trace contextRef="#ctx0" brushRef="#br0" timeOffset="122071.91">8276 17319 1231 0,'0'9'-63'0,"0"-9"39"0,0 0 25 0,2 8 22 16,-2-8 17-16,0 0 21 0,0 0 24 0,0 0 20 16,0 0 22-16,-4 8 14 0,4-8 14 15,0 0 25-15,0 0 26 0,0 0 28 16,0 0 25-16,0 0 17 0,0 0 16 16,0 0 8-16,0 0 6 0,0 0 2 0,0 0 8 15,0 0-3-15,0 0 0 0,0 0-11 16,0 0-13-16,0 0-18 0,29-4-16 0,-29 4-9 15,24 4-13-15,-10 0-7 0,4 4-20 16,0 1-12-16,1 3-8 0,3 5-12 16,-2 5-2-16,-1-1-3 0,-4 4-86 15,1 1-83-15,-7-6 0 0,-2 1 0 16,-3 1 0-16,-2-3 0 0,-2 1 0 0,-2-3 0 16,-2 5 0-16,1-6 0 0,-3 0 0 15,-1 2 0-15,0-6 0 0,-2 1 0 0,-2-3 0 16,-1-1 0-16,3-1 0 0,-2-3 0 15,-1-4 0-15,2-1 0 0,10 0 0 0,-23-4-280 16,14-3-442-16,4-3-169 0,-1-2-8 16,3-1 91-16,6-1-753 0,-1-1-1005 15</inkml:trace>
  <inkml:trace contextRef="#ctx0" brushRef="#br0" timeOffset="122308.3">8522 17326 4126 0,'2'-10'-75'15,"2"1"54"-15,-3 4 40 0,-1 5 33 0,0 0 21 16,0 0 42-16,0 0 37 0,0 0 26 16,0 0 22-16,-11 42-2 0,5-19-1 0,0 12-19 15,1 0-16-15,1 0-12 0,4-4-15 16,-2-5-15-16,6-2-18 0,0-2-11 16,-3 0-6-16,5 0-15 0,0-5-28 0,0-5-39 15,1 1-40-15,-3-5-45 16,3 0-46-16,0-8-80 0,-7 0-64 0,0 0-68 0,17-3-104 15,-17 3-186-15,15-9-50 16,-9 2 66-16,-1-3-378 0,5 4-469 0</inkml:trace>
  <inkml:trace contextRef="#ctx0" brushRef="#br0" timeOffset="122789.22">9170 17016 2988 0,'-27'14'105'0,"8"4"27"0,2 11 31 0,-3 12 43 0,2 7 41 0,0 10 26 0,7 0 28 16,4 0 14-16,0-2-8 0,7 5-20 15,9-8-23-15,0 2-29 0,6-7-25 0,2-1-24 16,5-5-15-16,-2-4-44 0,-3-8-56 16,-2-3-63-16,3-5-67 0,-4-4-69 15,0-6-82-15,-4-3-87 0,-2-2-84 16,-1-4-106-16,3-1-144 0,-5 0-73 0,-5-2 66 15,0 0-403-15,0 0-515 0</inkml:trace>
  <inkml:trace contextRef="#ctx0" brushRef="#br0" timeOffset="123406.3">9663 17505 3065 0,'-11'2'184'0,"2"1"35"0,9-3 19 0,-22 3 18 0,15-1 21 0,7-2 27 0,-16 4 13 15,16-4-21-15,-9 3-17 0,9-3-18 16,0 0-16-16,0 0-29 0,0 0-19 15,0 0-22-15,32 8-20 0,-21-6-17 16,5 0-13-16,1 0-18 0,0-1-20 0,3 1-19 16,-5 0-15-16,2-1-10 0,-4 1-7 15,1 2-14-15,-1-3 0 0,-13-1-4 0,17 4-4 16,-17-4-16-16,15 2-12 0,-15-2-26 16,11 1-39-16,-11-1-47 0,0 0-65 15,0 0-78-15,16-1-106 0,-16 1-135 0,11-4-181 16,-3 1-96-16,-2-1 83 15,-6 4-530-15,11-7-697 0</inkml:trace>
  <inkml:trace contextRef="#ctx0" brushRef="#br0" timeOffset="123805.04">10252 17336 3517 0,'-10'-10'93'0,"5"3"25"0,-3 1 7 16,1 2 0-16,7 4 11 0,-12-5 17 0,12 5 20 15,-15 0 18-15,15 0 12 16,-23 12 24-16,8-2 10 0,-1 4 0 0,-5 5-12 0,6-1-7 16,0 5-18-16,6-3-17 0,1-3-16 15,6-2-21-15,2-1-11 0,4 1-10 16,3-1-18-16,5 3-6 0,-1-2-13 15,4-3-6-15,-1 2-13 0,1-1 0 16,1-1-10-16,-5-3 2 0,1 1 5 0,-3 0 5 16,-2 2 21-16,1-4 14 0,-4 1 10 15,-2 3 19-15,-2-2-100 0,0-3-35 0,-2 5 0 16,-4 0 0-16,0-1 0 0,-1 1 0 16,1 0 0-16,-4-1 0 0,-1 1 0 15,2-4 0-15,-3 1 0 0,1-1 0 0,2-2 0 16,-2-1 0-16,0-2 0 15,11-3 0-15,-13 0 0 0,13 0-618 0,-8-10-198 16,8 3-132-16,0 7 93 0,6-15-830 16,0 6-1120-16</inkml:trace>
  <inkml:trace contextRef="#ctx0" brushRef="#br0" timeOffset="124024.57">10360 17590 4512 0,'0'0'-35'16,"16"2"59"-16,-7 1 51 0,2 3 42 0,-2 0 49 15,2 2 41-15,-2 2 30 0,1 1 10 16,1 1 10-16,-1 5-5 16,-2-1-17-16,-1 3-27 0,-5-1-18 0,4-1-19 15,-6 2-16-15,0-1-12 0,-4 5-20 16,-2-5-41-16,-1 1-46 0,-9 5-79 0,3-5-93 16,-6 0-107-16,0 0-126 0,-2-7-142 15,6-1-173-15,-4-3-128 0,3-4 84 16,5 0-590-16,-3-2-776 0</inkml:trace>
  <inkml:trace contextRef="#ctx0" brushRef="#br0" timeOffset="129472.35">10955 17470 3344 0,'0'0'-106'0,"-13"2"43"0,13-2 23 0,0 0 22 0,-17 2 26 0,17-2 26 15,0 0 22-15,-16 0 27 0,16 0 7 16,0 0 16-16,0 0 2 0,0 0 7 16,-13 0 15-16,13 0 29 0,0 0 27 0,0 0 21 15,0 0 16-15,0 0-8 0,54-4-14 16,-22 0-23-16,6-5-18 0,2 1-14 0,0 0-11 16,-2-2-16-16,0 2-11 0,-4-1-10 15,-7 3-12-15,-4 2-10 0,-5 2-7 16,-3-2-6-16,-4 0-9 0,-1 4-9 15,-10 0-2-15,16-5-19 0,-7 3-17 16,-9 2-17-16,11-2-20 0,-11 2-22 0,9-4-30 0,-9 4-37 16,0 0-59-16,0 0-60 0,0 0-60 15,0 0-60-15,0 13-88 0,0-13-140 16,-9 14-90-16,3-2 67 0,-6-1-332 16,5 3-421-16</inkml:trace>
  <inkml:trace contextRef="#ctx0" brushRef="#br0" timeOffset="129787.31">11549 17205 2813 0,'-3'-10'149'15,"1"3"20"-15,2 7 7 0,0-9 4 16,0 9 0-16,0 0-5 0,0 0 20 15,0 0 43-15,0 0 20 0,10 33 1 0,-3-3 13 16,-1 5-15-16,3 1-10 0,1 3-4 16,-4 0-11-16,5-1-16 0,-1-1-22 0,-1-2-16 15,1-2-16-15,0-4-16 0,-3-5-19 16,1-4-8-16,-5-4-20 0,1-1-14 16,2-1-32-16,-5-1-45 0,4-4-44 0,1 0-67 15,-5-1-66-15,3-3-85 16,-4-5-92-16,6 4-90 0,-6-4-98 0,0 0-171 0,0 0-54 15,14-19 83-15,-9 7-485 16,4-5-626-16</inkml:trace>
  <inkml:trace contextRef="#ctx0" brushRef="#br0" timeOffset="130103.42">11877 17427 3465 0,'-13'27'80'0,"8"-17"32"0,-2 5 39 16,6 1 31-16,-5 2 32 0,2 1 13 0,3 0 11 15,1-2-10-15,0 1-7 16,1-3-12-16,3 0-19 0,3-1-16 0,0-2-15 0,4-2 8 16,-2 0-14-16,1-5-17 15,1 1-15-15,2-2-8 0,-1-4-9 16,-12 0-18-16,25-3-10 0,-12 0-10 0,1-1-2 16,-5 2-8-16,1-3-4 0,-10 5-2 15,7-10 5-15,-2 5-13 0,-5 5-1 0,-5-15-12 16,-1 6 4-16,-1-3-5 0,0 2-7 15,-3-2-4-15,0 3-6 0,3 1 1 0,0 1-20 16,-4 2-34-16,0 2-35 0,11 3-44 16,-19 0-49-16,19 0-65 0,-22 8-68 15,10-1-75-15,1 1-81 0,-1 4-116 0,2-5-152 16,3 0 25-16,1-2-518 16,6-5-682-16</inkml:trace>
  <inkml:trace contextRef="#ctx0" brushRef="#br0" timeOffset="130387.91">12093 17205 3198 0,'0'0'53'16,"-4"-7"21"-16,4 7 38 0,0 0 30 16,0 0 36-16,0 0 17 0,0 0 9 0,44 19-6 15,-22-2 4-15,2 7 2 0,2 8 1 16,1 6-3-16,-4 3-1 0,-2 4 5 15,-4 1-8-15,1 2 2 0,-2-1-5 16,-2-1-16-16,-5-9-4 0,-1 2-14 0,-3-2-21 16,1-2-5-16,-3-6-13 0,-1-4-12 15,-1-1-14-15,-2 0-10 0,1-3-18 16,-2-3-38-16,-5-2-77 0,3-3-80 0,-1-1-90 16,-2-3-112-16,1-1-132 0,1-4-168 15,5-4-205-15,0 0 82 0,0 0-633 0,0 0-839 16</inkml:trace>
  <inkml:trace contextRef="#ctx0" brushRef="#br0" timeOffset="130620.92">12855 17474 4064 0,'-19'0'183'0,"19"0"23"0,-14 0 8 15,14 0 24-15,0 0 28 0,0 0 10 0,-11-2 3 16,11 2-20-16,0 0-21 0,0 0-25 16,0 0-34-16,35-10-55 0,-22 5-80 0,2 2-89 15,5-2-106-15,-6-3-116 16,0 4-139-16,1 0-164 0,3-2-205 0,-4 2 50 16,-2 1 68-16,-1 1-427 0,-11 2-555 15</inkml:trace>
  <inkml:trace contextRef="#ctx0" brushRef="#br0" timeOffset="130819.97">12885 17673 2963 0,'-9'6'172'0,"2"2"76"15,-1-1 38-15,5-3 42 0,-6 2 62 16,9-6 31-16,-5 8 18 0,5-8 8 0,-4 8-24 16,4-8-19-16,0 0-33 0,0 0-45 15,11 10-22-15,-11-10-37 0,20-2-41 16,-20 2-70-16,24-5-136 0,-9 0-20 15,-1-1-162-15,3 0-159 0,-3 0-122 16,-1 0-146-16,-1-3-181 0,-1 1-100 0,0-2 101 0,-1 3-682 16,1-3-901-16</inkml:trace>
  <inkml:trace contextRef="#ctx0" brushRef="#br0" timeOffset="131121.12">13633 17447 4370 0,'-20'-4'276'16,"7"2"22"-16,2 1-28 0,11 1-17 0,-14-3 8 15,14 3 5-15,0 0 3 0,-11-2-10 16,11 2-7-16,0 0-12 0,0 0-22 0,40-10-20 15,-11 8-19-15,10-1-22 16,0-1-19-16,-3 0-12 0,4 0-25 0,-10 2-41 0,-3 2-60 16,-2-2 0-16,-4 2-8 0,-2 0-103 15,-3-2-64-15,-3 2-50 16,-13 0-56-16,21 0-66 0,-14 2-70 0,-7-2-74 0,18 2-114 16,-13-2-180-16,-5 0 32 15,0 0 86-15,13 2-464 0,-13-2-600 0</inkml:trace>
  <inkml:trace contextRef="#ctx0" brushRef="#br0" timeOffset="131588.92">14458 17094 3294 0,'0'0'115'0,"-2"-11"15"0,2 11-9 16,0 0 5-16,-4-6 15 16,4 6 13-16,0 0 12 0,0 0 3 0,-16 0 6 15,16 0-5-15,-27 13 0 0,7-1 4 16,-5 9 2-16,-1-1 2 0,-3 6 8 0,-3 3 3 16,1 2 6-16,9-7-13 0,4 0-8 15,7-4-12-15,1-1-23 0,8-2-10 16,2-2-9-16,4 2-10 0,3-3-15 0,4 1-10 15,0 3-8-15,6 1-4 0,3-3-12 16,-7-3-2-16,1-1-9 0,2 2-4 16,-1-2 1-16,2 0 1 0,-6 0 12 0,1 0 18 15,0-2 4-15,-5 2 28 0,1 0 17 16,-4-2-79-16,0 2-48 0,-3 2 0 16,-6-2 0-16,-1 2 0 0,2 1 0 0,-4 0 0 15,-3-1 0-15,2 1 0 0,-5 0 0 16,3-1 0-16,-5-2 0 0,2-1 0 15,2-3 0-15,-1 2 0 0,-3-3 0 0,5-3 0 16,-5 2 0-16,5-1 0 0,2-3 0 16,-3-1 0-16,4 1 0 0,8-2-709 0,-12 2-320 15,12-2 118-15,0 0-974 0,0 0-1308 16</inkml:trace>
  <inkml:trace contextRef="#ctx0" brushRef="#br0" timeOffset="135335.85">16145 5958 4707 0,'0'0'-298'0,"11"-2"35"0,-11 2 27 0,0 0 22 0,0 0 22 16,0 0 20-16,12 2 21 0,-12-2 9 0,0 0 19 15,5 5 9-15,-5-5 11 16,0 7 12-16,2 1 23 0,-2 2 15 0,0 5 16 16,-2 8 23-16,0 4 8 0,2 14 10 0,-1 2 16 15,-1 13 1-15,-5 2 4 0,5 4-4 16,1 4 9-16,-3 0-8 0,0 3-2 0,2-1-3 15,-1 4-2-15,-1 4 0 0,-2-3 3 16,2 8 0-16,0 2-3 0,0 18-1 16,1 2 1-16,3 1 0 0,2-19-1 15,1 12 0-15,7-18-2 0,3 16 2 0,-2-6 24 16,5-16 8-16,1-3 17 0,-2 0 8 16,-2-3 3-16,7-3-6 0,-5-1 2 0,-2 0-2 15,-3-2-4-15,2 1 1 0,-5-4-8 16,0 2 0-16,-5 2-4 0,0-4-3 0,-2 0-8 15,-2 2 2-15,2 0-4 16,-2 0-5-16,-1 6-1 0,1-2 2 0,-2-2-9 16,4 1 1-16,0-6-4 0,2-11 1 15,0 1-3-15,2-3 0 0,-4 1 7 0,1-2 5 16,1-1 7-16,2 1-8 0,-2-1-2 16,0-5-1-16,1 3-2 0,0-1-3 0,-1 2-1 15,0-5 0-15,3 3-7 0,-3 0 0 16,4 0-4-16,-3 1 4 0,3 1-6 0,1 0 0 15,-4 1-1-15,3 1 5 0,-3-2-4 16,3-1-3-16,-1-2 4 0,-2-2-1 16,1 0-2-16,0-7-5 0,-2-3 3 15,-2 1 2-15,0 2-1 0,0 8-8 0,0 0 7 16,1-6 2-16,-2 5 2 0,2-3-1 16,-1 1 0-16,0-2 6 0,2 5-4 0,0-1-1 15,-2-6 2-15,4 5-3 0,-1 1 0 16,1 1-1-16,3 1 0 0,-4-1 0 15,-1 4-7-15,0 0 6 0,2 1-2 0,-2 3 3 16,-1-4-4-16,1 1 0 0,0-2-1 16,0 0-4-16,0-2 1 0,-2 4 2 0,3-4-1 15,2 1 2-15,-1-1 2 16,1 1-9-16,1 1 5 0,-1-1 2 0,-1 1-5 16,3 0 1-16,-6 1 7 0,3 1-5 15,-4 2 4-15,2-1-1 0,-4 3-3 0,-2 8-3 16,3 3 7-16,-8-1 0 0,0-2-1 15,2-2-1-15,-1 0-3 0,0-1 2 0,1 3-2 16,1-11 2-16,2 9-2 0,-1 2-1 16,0-8 1-16,3 1 4 0,0-1 8 0,1 1 16 15,1 0-5-15,0-1-2 0,-2-1 4 16,2 3-8-16,-4 8 1 0,0-2-1 0,-3 4-1 16,0-3-4-16,0 1 2 0,0 1-2 15,-1-2-2-15,-4-1-7 0,7 2 4 0,-3-1 0 16,1-1-3-16,2 4-1 15,-2-8 3-15,1 4-6 0,3-11 6 0,-3-1-4 0,4 3 2 16,-1-2 0-16,-4 1 0 16,2-2 1-16,-3 11 2 0,5 0 9 0,-5-9 3 15,4-3-2-15,0 5-6 0,0-4 3 16,2 1-2-16,0 2-2 0,1-1 0 0,1-1-3 16,1 1 4-16,-1 1-7 0,2 2-1 15,0-3 0-15,6 9 0 0,-6-9 0 16,0-1-2-16,0 1 2 0,2-1-4 15,-1-1 3-15,-3 1 0 0,2 2 0 0,-2 0-3 16,2-2 2-16,0 0-3 0,0 1 0 16,-2-2 2-16,0-2-4 0,0-1 3 15,-4 1 2-15,4-5-1 0,-4 4-4 0,4-3-2 16,-3 1 5-16,3-2-2 0,-6 4 0 16,0-3-2-16,-2 1-4 0,3 1 0 0,-4-2 6 15,0 1-1-15,0-2 1 0,2 1-3 16,-3-1 2-16,0 0 2 0,5-2 1 0,-3 2-3 15,5-2 1-15,-4-3-4 0,5-4 5 16,0-1-4-16,1 3 0 0,2 11 5 0,-1-5-2 16,2 4 0-16,3-1-3 0,-1 0 5 15,-3 1-2-15,5 0 0 0,-2 1 2 16,-1-2 0-16,1 4-3 0,0 2 4 16,-2-2-2-16,0 1 1 0,2-1-1 0,0 0 2 0,-1-1-4 15,-1 1 3-15,4-1-1 16,-2 1 0-16,-1 0 1 0,4 0 1 0,-4 3 6 15,1-1 13-15,3 13 9 0,-3-2 16 16,2-1-4-16,-2 2 16 0,0-2 9 0,0-9 12 16,-4 1 4-16,2 3-5 0,-1-1-6 15,-1 1-9-15,2-6-3 0,-2 1-15 0,2-2 0 16,0-2-11-16,2-4-4 0,-2 3 2 16,-1-5-8-16,1 4-1 0,0-8-1 0,-2-4 4 15,0 2 4-15,0-2-12 0,0-3-7 16,-2-3-5-16,0 2-11 0,1-1-11 0,1-9-14 15,-2 3-9-15,0-2-16 16,0 0-26-16,0-3-34 0,0-3-39 0,0-2-52 16,2-4-48-16,0 0-53 0,0 0-65 15,-21-9-127-15,14-1-171 0,-1-2 63 16,-2-2-331-16,1-5-419 0</inkml:trace>
  <inkml:trace contextRef="#ctx0" brushRef="#br0" timeOffset="140984.94">1646 17669 1646 0,'-8'5'89'0,"1"-2"-42"0,7-3-32 0,0 0-1 0,0 0 2 15,0 0-7-15,49-19-4 0,1-3 6 0,28-13 2 16,12-5-2-16,16-6 3 0,16 0-7 16,8 1-20-16,2 0-19 0,-5 2-27 15,-7 2-12-15,-7 1-12 0,-12 4 13 0,-10 5 11 16,-23 7 9-16,-12 5 12 0,-11 1 24 15,-13 7 24-15,-8 3 22 0,-5 2 20 16,-8 0 12-16,1 1 5 0,-5 2 5 0,-7 3-4 16,8-5-8-16,-8 5-5 15,0 0-4-15,0 0-5 0,0 0-9 0,0 0-14 16,0 0-31-16,0 0-48 0,0 0-64 16,0 0-121-16,0 0-321 0,0 0-62 15</inkml:trace>
  <inkml:trace contextRef="#ctx0" brushRef="#br0" timeOffset="143051.29">2898 16281 1752 0,'-4'-12'106'0,"0"1"-6"0,2 3-2 0,-1-1 1 0,3 9-4 0,-4-8 2 16,4 8-4-16,-4-8-4 0,4 8-12 0,0 0-9 16,0 0-3-16,0 0 14 0,0 0 18 15,0 0 5-15,10 45 0 16,1-8 9-16,4 12 22 0,3 2 10 0,-2 3 0 16,6 0-8-16,-2 1-4 0,5-1-8 15,-4-5-14-15,2 1-9 0,2-4-10 0,-3-4-8 16,-2-4-8-16,-1-8-3 0,-8-2-7 15,2-8-9-15,-3-4-5 0,-2-5-5 16,-3 1 3-16,3-1-7 0,-5-2 0 0,2-3-2 16,-1 1-3-16,-4-7-2 0,3 7-6 15,-3-7-25-15,0 0-22 0,0 0-23 0,0 0-19 16,-21-36-23-16,8 12-20 0,-1-10-22 16,-6-12-19-16,4-4-21 0,2-7-3 15,-4-5-1-15,3 1 12 0,0-3 14 0,0 3 17 16,-1 2 13-16,1 4 12 15,3 9 28-15,1 11 26 0,-1 6 27 0,7 8 20 16,-1 3 18-16,2 5 11 0,-1 3 15 16,-1 0-5-16,0 6 8 0,6 4 12 15,-19 0 14-15,4 12 18 0,-6 9 38 0,-5 18 12 16,-3 5 13-16,4 4 10 0,-2 1 2 16,2 4 0-16,2-5 30 0,3 5-2 0,0-4-14 15,6-4-15-15,2-6 6 0,4-2 6 16,3-6-21-16,1-6-20 0,2-5-4 15,6-3-9-15,7-4 19 0,8-1-3 0,10 0-9 16,11-11-13-16,8-8-9 16,18-7-17-16,4-7-3 0,26-10-15 0,-5-6-32 15,-3 1-48-15,-6 0-16 0,-21 9-17 16,-5 0-10-16,-8 4 0 0,-3 1 5 0,-15 7 7 16,-8 4 6-16,-4 5 1 0,-2-2 3 15,-7 4 0-15,0-2 0 0,0 3-18 16,-9 3-37-16,9-8-55 0,-6 8-84 0,-3 0-114 15,0 0-132-15,0 0-193 0,0 0-77 16,0 0 77-16,0 0-442 0,0 0-573 0</inkml:trace>
  <inkml:trace contextRef="#ctx0" brushRef="#br0" timeOffset="154415.92">15103 14088 1075 0,'0'0'476'0,"0"0"-176"0,0 0-83 0,0 0-48 0,0 0-36 15,0 0-14-15,-9-16-9 0,9 16 7 16,6-13-6-16,-3 5-8 0,-2 2-6 0,5-3-13 16,-1 3-9-16,5-2-10 15,-5 2-4-15,5 0-12 0,0 1-29 0,-5 1-38 0,5 0-59 16,-2 2-61-16,-8 2-81 0,11-2-127 15,-11 2-177-15,0 0 43 0,5 8-58 0,-6-1-40 16</inkml:trace>
  <inkml:trace contextRef="#ctx0" brushRef="#br0" timeOffset="159233.21">17282 6232 1574 0,'0'0'80'0,"-2"-5"23"0,2 5 35 0,-2-7 37 0,2 7 24 0,-2-13 34 15,2 8 8-15,0 5 15 0,-1-11 6 0,1 11 6 16,-2-15 5-16,2 15-4 0,-2-9-6 16,2 9-6-16,0-8-5 0,0 8-17 15,0 0-20-15,-2-10-17 0,2 10-21 16,0 0-27-16,0 0-13 0,0 0 8 0,0 0 5 15,-9 25 5-15,4-6-16 0,1 2 7 16,-3 11-4-16,1 2-13 0,3 3-9 0,-3-4-3 16,3 4-13-16,2-8-7 0,-1-3-10 15,2-1-9-15,0-1-7 0,-2-3-3 0,4-2-6 16,-2-1-5-16,0-6-5 0,0 2-1 16,0-3-3-16,0-5 12 0,0 3 22 15,0-3-6-15,0-6-76 0,0 6 0 0,0-6 0 16,0 0 0-16,0 0 0 0,0-23 0 15,2 3 0-15,-1-4 0 0,4-10 0 16,1-2 0-16,-1 2 0 0,3 1 0 0,-7 8 0 16,6 2 0-16,-3 8 0 0,-1-1 0 15,1 3 0-15,-2 3 0 0,2-2 0 16,-3 7 0-16,5-1 0 0,-1 2 0 0,-5 4 0 16,14-2 0-16,-14 2 0 0,15 6 0 15,-5-2 0-15,-1 3 0 0,1-3 0 0,-2 1 0 16,1 0 0-16,-1 3 0 0,-1-4 0 15,1 0 0-15,-2-1 0 0,-6-3 0 0,9 6 0 16,-9-6 0-16,0 0 0 0,23-10 0 16,-12 1 0-16,3-5 0 0,3 3 0 0,-1-4 0 15,-2 1 0-15,-2 6 0 16,1-2 0-16,-4 3 0 0,2 2 0 0,-4 5 0 16,-7 0 0-16,19 5 0 0,-6 4 0 15,-2 5 0-15,1 2 0 0,-2 4 0 0,5 4 0 16,-3 3 0-16,-3-6 0 0,5 7 0 15,-9-5 0-15,4-4 0 0,-5-4 0 0,3-1 0 16,-2-1 0-16,1-1 0 0,-5-3-12 16,3-1-68-16,0 1-35 0,0-2-45 0,-3-2-54 15,2-2-85-15,-3-3-100 0,0 0-103 16,0 0-119-16,0 0-172 0,0 0 43 0,17-10 78 16,-8 0-544-16,-1 0-678 15</inkml:trace>
  <inkml:trace contextRef="#ctx0" brushRef="#br0" timeOffset="159648.21">18148 6236 3205 0,'0'-5'-44'0,"0"5"54"0,0-9 47 0,0 9 39 0,-6-14 36 0,4 9 16 0,-1-3 8 0,0 1 3 16,3 7-9-16,-10-12-15 0,7 8-12 0,3 4-13 15,-13-5-8-15,13 5-12 0,-25 5-5 16,7 2-9-16,-7 7-7 0,0 5-7 16,5-2-7-16,-1 3-8 0,6-3-6 15,3-1-2-15,8-3-8 0,-1-1-1 16,5 2-2-16,0-5-1 0,5 2-2 0,3-4-1 16,4 1 0-16,1 1 12 0,4 1 16 15,2-1 17-15,0-1 15 0,1 0 13 0,-4 3 6 16,2-1 1-16,-4 0-4 0,0-1 4 15,-3 3 10-15,-1-2 11 0,-2 2 6 0,-1 0-4 16,-3 0-4-16,0 0-3 0,-4 0-8 16,-4 2-10-16,0-1-8 0,-3-1-12 0,-1 2-3 15,-5 1-9-15,2-6-10 0,-7 1-8 16,5 0-6-16,-3-5-35 0,5-4-42 0,-1 1-56 16,12-2-66-16,-25-3-87 15,16-2-107-15,2-3-124 0,-1 0-148 0,0-3-173 16,4 1 68-16,4-4-645 0,2 3-823 15</inkml:trace>
  <inkml:trace contextRef="#ctx0" brushRef="#br0" timeOffset="159831.24">18538 6354 3931 0,'0'0'123'0,"0"0"55"0,0 0 26 15,0 0 7-15,0 0-3 16,0 0-10-16,6-12-22 0,-6 12-20 0,9-4-20 15,0 0-48-15,5 2-61 0,-1-2-79 0,3 3-105 16,-3-1-108-16,1 1-92 0,-1-2-124 16,-1 3-173-16,1 3 36 0,-2 0 68 15,1 0-301-15,-3 3-336 0</inkml:trace>
  <inkml:trace contextRef="#ctx0" brushRef="#br0" timeOffset="160000.03">18646 6539 2325 0,'-9'10'161'0,"2"-4"86"0,1 0 50 15,2-4 32-15,4-2 19 0,0 0 10 0,-10 5-10 16,10-5-31-16,0 0-31 16,0 0-38-16,0 0-18 0,0 0-15 0,0 0-28 15,0 0-53-15,35-7-72 0,-20 5-73 16,4-2-98-16,-2 0-126 0,3-1-130 0,-2 2-131 16,5-1-192-16,0-1 28 0,1 2 54 15,-1 0-388-15,4-1-470 0</inkml:trace>
  <inkml:trace contextRef="#ctx0" brushRef="#br0" timeOffset="160600.95">19531 6360 3072 0,'-10'-10'217'0,"7"2"43"16,-3 0 5-16,2 4-18 0,4 4-25 0,0 0-5 15,0 0 34-15,0 0 13 0,0 0-8 16,-8 28-16-16,10-9-7 0,-2 0-2 0,0 8-15 16,3 0-16-16,-1 1-13 0,-1 6-6 15,1-5-4-15,-4-4-3 0,2-1-6 0,0 1-12 16,-1-6-11-16,1-3-14 0,0-3-13 16,0-1-9-16,-2 0-8 0,2-3-7 0,-3-1-35 15,3-1-59-15,0-7 0 0,0 9 0 16,0-9 0-16,0 0 0 0,0 0 0 0,0 0 0 15,5-38 0-15,2 6 0 16,2-1 0-16,0 2 0 0,5 0 0 0,-1 4 0 16,-3 4 0-16,-4 8 0 0,-1 3 0 15,3 3 0-15,-5 1 0 0,8 3 0 0,-6 3 0 16,-5 2 0-16,17 0 0 0,-17 0 0 16,17 7 0-16,-6-2 0 0,2 3 0 15,-1-1 0-15,-1 2 0 0,0-1 0 0,-4 1 0 16,0-2 0-16,2-1 0 0,-4 0 0 15,3-3 0-15,-8-3 0 0,11 7 0 0,-11-7 0 16,8 1 0-16,-8-1 0 0,11-9 0 16,-2-2 0-16,5-4 0 0,3-9 0 0,-1 7 0 15,-3 3 0-15,0-2 0 16,0 3 0-16,-1 3 0 0,-1 2 0 0,1 3 0 16,0 2 0-16,-12 3 0 0,18 7 0 15,-8 3 0-15,-1 2 0 0,1 5 0 0,-2 4 0 16,1 6 0-16,0 2 0 0,-1-5 0 15,-2-2 0-15,2-3 0 0,-3 2 0 16,1-2 0-16,-3-3 0 0,2 1 0 0,1-5 0 16,-3-2 0-16,3 0 0 0,-2-3-190 0,-1-3-154 15,6-1-133-15,-9-3-124 0,0 0-122 16,24-8-106-16,-12 1 83 0,-1-4-710 16,4-2-905-16</inkml:trace>
  <inkml:trace contextRef="#ctx0" brushRef="#br0" timeOffset="161063.67">20257 6375 4099 0,'-8'-9'79'0,"3"3"55"0,1 0 35 0,4 6 29 0,0 0 36 0,0 0 24 0,7-10 15 16,-7 10 0-16,0 0-6 0,0 0-8 0,40 12-13 15,-24-3-14-15,0 1-20 16,0 2-16-16,1 1-17 0,0 8-18 0,3 0-13 15,-7-2-13-15,-6-2-6 0,1 0 9 16,-2 0 5-16,-2-1-114 0,-2 1-29 0,-4-3 0 16,2-1 0-16,-6 1 0 0,1-1 0 15,-6-3 0-15,2 1 0 0,-5-2 0 0,1-4 0 16,2-3 0-16,-3-2 0 0,0-4 0 16,-4-7 0-16,3-3 0 0,0-11 0 0,4-8 0 15,0-2 0-15,10-3 0 0,2 7 0 16,1-3 0-16,3 7 0 0,0 8 0 15,-1 2 0-15,3 5-20 0,4 1-43 16,0 3 1-16,0 4 18 0,5 2 17 0,-4 2 22 16,8 6 13-16,-2-2 13 0,5 5 9 0,-3 2 4 15,8 4 2-15,-3 0 4 0,1 1 1 16,-3 1-30-16,-3-3-11 0,-4-3 0 0,0 3 0 16,-1 0 0-16,2-2 0 15,-4 2 0-15,1-1 0 0,-1-1 0 0,-1 0 0 16,1 0 0-16,-4-1 0 0,3-1 0 15,-1 0-345-15,0-1-155 0,-2-1-180 0,0 0-232 16,7-1 90-16,-5-3 85 0,5 0-690 16,-2 0-877-16</inkml:trace>
  <inkml:trace contextRef="#ctx0" brushRef="#br0" timeOffset="161481.14">21006 6239 3515 0,'0'0'-200'0,"-9"4"71"0,9-4 63 0,-9 3 65 0,9-3 59 0,0 0 55 0,-9 3 34 0,9-3 23 15,0 0 11-15,0 0 15 0,-4 4 20 16,4-4 29-16,0 0 5 0,0 0 3 0,25 13 3 16,-12-7-8-16,5 2-13 0,0 4-21 15,5 5-12-15,2 1-15 0,-1 3-10 0,-1 1-14 16,-7 2 6-16,2-2 1 0,-7-1 17 16,-6-1 6-16,-1 2 15 0,-4-3 6 0,-4 3-7 15,-1-1-14-15,-10 6-173 0,-1-3-20 16,-1 3 0-16,-3-6 0 0,-2 1 0 0,6-7 0 15,-6-5 0-15,7 0 0 0,0-3 0 16,-3-2 0-16,5-3 0 0,1-2 0 0,-1-3 0 16,2-6-247-16,1-3-189 15,5-4-87-15,-1-6-87 0,8 0-140 0,3-2-60 16,5-7 82-16,5 0-662 0,5 2-843 16</inkml:trace>
  <inkml:trace contextRef="#ctx0" brushRef="#br0" timeOffset="161699.29">21305 6239 3791 0,'0'0'3'16,"0"0"66"-16,0 0 54 0,0 0 54 16,-30 18 45-16,14-5 28 0,-2 9 13 0,-2 5 8 15,4 0 0-15,-2 4-8 16,7 1-24-16,3 1-20 0,0 1-18 0,6-7-15 16,2-1-24-16,2-4-10 0,4 2-19 15,2 8-12-15,-1-10-11 0,3-3-12 0,1-2-11 16,1-3-24-16,1 1-30 0,-3-3-44 15,1-4-41-15,0 3-58 0,3-4-77 0,-1-1-94 16,-1-2-125-16,-1-3-149 0,0 3-160 16,1-4-49-16,1 0 77 0,1-2-585 0,-1-1-731 15</inkml:trace>
  <inkml:trace contextRef="#ctx0" brushRef="#br0" timeOffset="163032.1">22044 6121 3329 0,'4'-3'-86'0,"0"-2"53"0,-4 5 42 0,4-11 43 0,-4 11 37 0,0-8 35 0,0 8 19 15,-1-10 6-15,-2 5 3 0,3 5-4 16,-6-12-11-16,2 10-12 0,4 2-11 16,-9-6-10-16,9 6-14 0,-15 2-9 15,15-2-6-15,-27 10-8 0,8 3-3 0,-4 3-4 16,4-2-3-16,-3 3 0 0,4-1-6 15,3-3-6-15,1 1-3 0,3 0-1 0,4-2-7 16,0 2-3-16,4-4-4 0,1 2 0 16,2 1-5-16,2-2 4 0,1 3-4 0,6-2-1 15,0 3-1-15,0 1-2 0,5-1 7 16,-3-1 13-16,0 1 7 0,3 1 5 0,-5-1 11 16,3 1 11-16,-6-3 23 0,1 6 14 15,-3-3 20-15,0 0 13 0,-4 3 12 0,-2 0-5 16,-4 3-15-16,1 1-3 0,-4 4-8 15,-5 0-13-15,3 0-4 0,-1-7-15 16,2-1-9-16,1-5-3 0,1-1-1 16,0-1-12-16,5-1-11 0,-3-3 2 0,3-1-13 15,1 0-3-15,-5 0-7 0,7-7-6 16,-4 12-5-16,3-7 3 0,1-5-4 0,-4 10 1 16,4-3-6-16,0-7-1 0,-4 17-6 15,2-7-1-15,2 3 12 0,-3 0-2 0,-1 3-1 16,0-1 2-16,2 1 12 0,-2-1 6 15,0-1-3-15,2-2-35 0,0-1 0 16,2 2 0-16,0-4 0 0,0-1 0 16,0-1 0-16,2 1 0 0,2-1 0 0,-4-7 0 15,10 11 0-15,-1-5 0 0,1-1 0 16,0-1 0-16,1 1 0 0,0-1 0 0,-1 1 0 16,3 0 0-16,-4 1 0 0,1 0 0 15,2-1-215-15,-5 0-82 0,1 0-70 0,1 2-87 16,1 0-92-16,-5-2-132 0,4 0-124 15,-2 2 78-15,0-2-673 0,1 1-850 0</inkml:trace>
  <inkml:trace contextRef="#ctx0" brushRef="#br0" timeOffset="164632.12">22159 6395 3891 0,'0'0'22'0,"2"-6"50"0,-2 6 37 0,2-7 29 0,-1 0 25 0,1 2 17 15,4-4 10-15,0 2-3 0,4 1-7 0,1-1-12 16,1 0-12-16,1 0-11 0,2 4-18 16,-2 0-13-16,5 3-10 0,-2 3-9 15,4 0-3-15,-4 6-13 0,2-1 5 16,-3 6 32-16,-3-1 18 0,-7 1 34 0,-1 1 20 16,-2 3 19-16,-2-1 12 0,-4 0 10 15,-1 3 6-15,-3-2 9 0,2 0-89 0,-2-2-155 16,5-3 0-16,-1-1 0 0,0-4 0 15,2 1 0-15,1-1 0 0,-1-2 0 16,2-6 0-16,0 12 0 0,3-3 0 0,1-3 0 16,5 2 0-16,-1-2 0 0,6 0 0 15,0-1 0-15,6-1 0 0,5-2 0 0,0 2 0 16,2-4 0-16,0 0 0 0,14-4-375 16,-3 0-453-16,1-5-119 0,-2 4 100 15,-4-4-919-15,-3-1-1198 0</inkml:trace>
  <inkml:trace contextRef="#ctx0" brushRef="#br0" timeOffset="164847.26">22896 6541 4659 0,'0'0'-95'0,"0"0"48"0,0 0 32 0,0 0 59 16,0 0 60-16,0 0 58 0,-4 20 30 16,6-13 32-16,4 3 19 0,0 2 18 15,0 2 5-15,-1 2-7 0,1 2-15 16,-1 4-25-16,-3 0-18 0,3 0-18 0,-3 2-15 15,-4 0-18-15,-1 1-15 0,-4 5-16 16,-2 0-24-16,-3-2-44 0,-3-3-58 0,-3 0-73 16,2-4-86-16,-4 3-91 0,2-5-126 15,2-2-121-15,1-5-134 0,-1 0-168 0,5-1 64 16,3-5 75-16,1-1-548 0,-1-2-678 16</inkml:trace>
  <inkml:trace contextRef="#ctx0" brushRef="#br0" timeOffset="166114.66">23203 6667 3158 0,'0'0'16'0,"0"0"50"0,-8-4 28 0,8 4 22 0,-3-3 17 16,3 3 28-16,0 0 26 0,0 0 19 16,11-14 4-16,1 8 3 0,1 2-11 0,3-1-16 15,4-2-13-15,-1 0-16 0,1 3-16 16,-4-2-8-16,4 3-19 0,-6-2-11 0,4 4-9 15,-5-2-14-15,1 0-2 0,-3 1-12 16,-2 0-10-16,1 0-6 0,-1 0-17 0,-9 2-29 16,16-2-25-16,-7 0-27 0,-9 2-33 15,15-2-40-15,-15 2-52 0,16 0-69 16,-16 0-69-16,11 0-83 0,-11 0-114 0,12 0-167 16,-12 0 64-16,0 0-425 0,7 4-509 15</inkml:trace>
  <inkml:trace contextRef="#ctx0" brushRef="#br0" timeOffset="167179.47">24032 6286 2893 0,'0'0'80'0,"0"-6"43"0,0 6 22 0,0 0 17 0,0 0 6 0,0 0 16 16,-15-2 8-16,15 2 9 0,-27 10-4 0,9-3-4 16,-11 7-8-16,0 2-14 15,2 0-11-15,2 1-16 0,2 2-9 0,5-4-13 16,2-1-15-16,3 0-10 0,6-1-11 16,-1-1-6-16,6 2-7 0,2-2-4 0,3 0-5 15,6 0-4-15,2 3 0 0,4-1-4 16,8 5 5-16,2-1 5 0,-2-1 9 0,2 0-3 15,-9-5-1-15,7 6 7 0,-6-5 9 16,-3-1 5-16,-5 1 13 0,-2-1-1 0,2 0 17 16,-4 0 16-16,-5 0 7 0,0 2 5 15,0-1-3-15,-5 1-8 0,-5 3-10 16,0-1-14-16,-1-1-18 0,-3-1-96 16,2 0 0-16,-1-3 0 0,2-1 0 0,0-2 0 15,-3 0 0-15,5-3 0 0,-2-1 0 16,1-3-147-16,10-1-164 0,-20-3-110 0,11-4-110 15,2-1-103-15,1-4-195 0,5-4 59 16,-1-5 74-16,5-4-614 0,5-11-768 16</inkml:trace>
  <inkml:trace contextRef="#ctx0" brushRef="#br0" timeOffset="167433.32">24173 6113 3753 0,'6'-11'85'0,"-2"5"20"0,0 1-3 15,-1 3 16-15,-3 2 33 0,0 0 27 0,27 10 13 16,-12 4 9-16,6 6 8 16,2 7 15-16,2 9 8 0,-1 7 3 0,-2 6-15 15,-5 1-16-15,-4 6-11 0,-4 4-18 16,-5 0-12-16,-1 1-12 0,-6-2-17 0,-3-1-13 16,-3 0-11-16,2-3-25 0,-3-1-7 15,2-11-7-15,1-5-11 0,0-1-7 0,-4-3-25 16,4-3-34-16,1-9-53 0,1-5-49 15,3-1-80-15,-5-6-91 0,6 0-122 0,-3-5-135 16,4-5-162-16,0 0-72 0,0 0 79 16,0 0-622-16,0 0-772 0</inkml:trace>
  <inkml:trace contextRef="#ctx0" brushRef="#br0" timeOffset="167696.72">24890 6619 3925 0,'-11'-2'390'0,"1"0"19"16,10 2 13-16,0 0 7 0,-13-2-3 0,13 2-25 16,0 0-33-16,0 0-58 0,0 0-32 15,0 0-29-15,26-17-26 0,-7 11-38 0,4 4-57 16,2-6-80-16,0 3-48 0,0 0-69 15,-1 1-116-15,1 1-96 0,0 1-115 16,0-2-121-16,-7 2-119 0,2-2-187 0,-5 4 57 16,-2 0 80-16,-4 2-617 0,0 2-762 15</inkml:trace>
  <inkml:trace contextRef="#ctx0" brushRef="#br0" timeOffset="167915.77">24922 6828 4047 0,'-16'4'277'0,"7"0"50"0,2 1 30 15,-1-3 38-15,8-2 26 0,-8 3 12 16,8-3-1-16,0 0-3 0,0 0-8 16,0 0-28-16,0 0-134 0,0 0-259 15,35-1 0-15,-15-1 0 0,0-2 0 0,7 1 0 16,-2-1 0-16,-7 4 0 0,2-4 0 16,-2 2 0-16,-6-2 0 0,1 4 0 0,1-2 0 15,-5 2 0-15,-9 0 0 0,19 0 0 16,-11-3-472-16,-8 3-190 0,7-2-156 0,-7 2-46 15,0 0 85-15,0 0-784 0,0 0-1006 16</inkml:trace>
  <inkml:trace contextRef="#ctx0" brushRef="#br0" timeOffset="170879.72">25799 6642 3840 0,'-16'-2'-250'0,"16"2"48"0,-7-2 36 0,7 2 22 0,0 0 25 0,-11-2 33 0,11 2 21 0,0 0 18 16,-11-2 17-16,11 2 2 0,0 0 10 15,0 0 5-15,0 0 7 0,0 0 8 16,-9-3 13-16,9 3 11 0,0 0 15 15,0 0 15-15,0 0 13 0,0 0 19 0,0 0 20 16,0 0 13-16,0 0 12 0,0 0 4 16,-11-4 12-16,11 4 3 0,0 0 4 0,0 0 6 15,0 0-3-15,0 0-2 0,0 0 8 16,0 0 11-16,0 0 10 0,0 0-15 16,0 0-13-16,40 0-14 0,-23-2-15 15,4 2-11-15,2-4-12 0,4 3-9 0,-2 0-8 0,11-5-13 16,-10 4-4-16,-2 0-7 15,-8 0-11-15,2 2 1 0,-4-4-10 0,0 4-6 16,-3-2-2-16,-11 2-7 0,20-2-1 16,-20 2-3-16,13 0-2 0,-13 0-12 0,14-3-16 15,-14 3-15-15,0 0-25 0,13 0-33 16,-13 0-50-16,0 0-76 0,11-1-98 0,-11 1-110 16,0 0-135-16,0 0-157 0,8-5 50 15,-8 5-508-15,0 0-626 0</inkml:trace>
  <inkml:trace contextRef="#ctx0" brushRef="#br0" timeOffset="174528">25804 6692 3086 0,'0'0'-54'0,"8"-1"33"0,-8 1 28 0,0 0 33 0,0 0 37 0,0 0 36 0,0 0 18 15,3-6 10-15,-3 6 5 0,0 0 1 16,0 0 1-16,0 0-2 0,0 0 7 0,9-6 5 15,-9 6 8-15,0 0 7 0,0 0 2 16,0 0 2-16,5-4 3 0,-5 4 0 16,0 0 9-16,0 0 7 0,0 0-9 0,6-10-13 15,-6 10-19-15,5-7-13 0,-1 2-17 16,3-2-11-16,-2-1-9 0,4-3-15 0,2-1-12 16,7-2-8-16,1 3-1 0,0 1-14 15,0 0-10-15,4 1 0 0,0 1-9 16,-6 4-3-16,3 0-7 0,-4 2-2 15,0 4-4-15,0 2-1 0,-2 6 1 0,-1 1 3 16,-2 5-3-16,0 1 2 0,-8 4-5 16,-1-1 12-16,-6 3 6 0,-1 10 15 0,-7-1 11 15,1-3 18-15,-5 0 13 0,-1 1 9 16,0-4 7-16,-2-2-40 0,4-4-68 0,5-6 0 16,1 1 0-16,1-5 0 0,2-1 0 15,1-1 0-15,3 0 0 0,-2-2 0 0,4-6 0 16,2 13 0-16,2-8 0 0,5 1 0 15,1-1 0-15,5-3 0 0,3 3 0 16,0-4 0-16,1 1 0 0,6 2 0 16,-3-4 0-16,2 1 0 0,-3-1 0 0,-5 0 0 15,2 0 0-15,-2 2 0 0,-3-2 0 16,-13 0 0-16,16 0 0 0,-16 0 0 0,20 2 0 16,-15-1 0-16,-5-1 0 0,16 2 0 15,-16-2 0-15,7 2 0 0,-7-2-262 0,8 1-742 16,-8-1 68-16,0 0 113 0,0 0-934 15,0 0-1188-15</inkml:trace>
  <inkml:trace contextRef="#ctx0" brushRef="#br0" timeOffset="176147.94">16937 8427 4724 0,'6'11'-61'0,"-4"-5"42"0,1 0 41 0,-3 0 39 0,0-6 48 0,4 4 36 0,-4-4 37 16,0 0 17-16,0 0 11 0,0 0 1 15,0 0-7-15,0 0-19 0,0 0-11 16,0 0-12-16,33-14-23 0,-22 7-10 0,-1-3-15 16,0 0-13-16,3-6-10 0,-2-1-8 15,3-8-7-15,-1-4-35 0,-1 0-15 0,-5-6 9 16,0 0-13-16,1-1-21 0,-5 7 10 16,-3 5-14-16,3 5 17 0,-3 2-7 0,0 2-3 15,0 3 1-15,0 2-14 0,-3 3 5 16,2 1-6-16,1 6 4 0,0 0-2 0,0 0 0 15,-11 21 10-15,11-7-4 0,0 5-6 16,1-2 2-16,7 5 4 0,2 12-1 0,5-3-2 16,1 2-2-16,0-4 6 0,4-1-11 15,-4-8-15-15,5 3-19 0,-3-3-20 0,-3-3-19 16,-3-5-19-16,-3-3-28 0,-2 1-34 16,1-2-50-16,-2-2-70 0,0-1-88 15,-4-3-107-15,-2-2-142 0,0 0-75 16,0 0 58-16,0 0-507 0,0 0-613 0</inkml:trace>
  <inkml:trace contextRef="#ctx0" brushRef="#br0" timeOffset="176344.61">17178 7896 3602 0,'-13'-14'261'15,"4"2"24"-15,4 2 29 0,-3 0 19 0,5 3 0 16,-2-3-7-16,1 2-30 15,2 2-29-15,1-3-29 0,-1 3-29 0,2 6-22 0,0-9-40 16,0 9-57-16,0-9-57 16,0 9-73-16,5-4-84 0,-5 4-93 0,0 0-127 15,18 13-140-15,-13-5-182 0,3 6-82 16,-2 2 83-16,0 5-571 0,-1 10-697 0</inkml:trace>
  <inkml:trace contextRef="#ctx0" brushRef="#br0" timeOffset="176561.3">17384 8201 3891 0,'0'0'318'0,"0"0"26"0,0 0 7 16,0 0 8-16,0 0-3 0,-16 3-9 0,16-3-34 16,0 0-31-16,0 0-30 0,0 0-26 15,28-25-29-15,-14 19-43 0,1 1-46 0,5 0-63 16,-6 0-103-16,6 1-115 0,-4 0-118 15,2 0-124-15,-2 2-122 0,-2 2-143 0,-1 0-93 16,-1 2 76-16,-1 2-636 0,-1 0-789 16</inkml:trace>
  <inkml:trace contextRef="#ctx0" brushRef="#br0" timeOffset="176760.96">17441 8393 4079 0,'-12'5'224'0,"4"-3"40"16,3-2 38-16,5 0 28 0,0 0 17 15,-10 3 3-15,10-3-17 0,0 0-28 0,0 0-30 16,0 0-30-16,0 0-23 0,0 0-27 16,17-18-14-16,-6 14-31 0,5-3-49 0,2 0-55 15,4 1-70-15,-3-1-79 0,1-2-89 16,0 2-76-16,-1 1-108 0,0-2-90 0,-4 2-93 16,-2 1-131-16,-1-1-73 0,1 2 71 15,-3 2-606-15,0-2-756 0</inkml:trace>
  <inkml:trace contextRef="#ctx0" brushRef="#br0" timeOffset="177312.76">18083 7933 3594 0,'4'-6'66'0,"-3"0"56"0,1 1 44 0,0-1 42 15,-2 6 33-15,0 0 27 0,-2-11 23 16,2 11 4-16,-3-9-9 0,3 9-19 0,-8-5-30 16,8 5-25-16,0 0-19 0,-27 2-20 15,14 7-17-15,-4 1-15 0,1 0-38 0,1 2 0 16,0 3-16-16,4-1-6 16,-1 3-8-16,2-2-6 0,1-1-9 0,5-2-9 15,3 2 7-15,-1 1-4 0,2-2 3 16,3 1-7-16,1 1-2 0,4-1 9 0,1 3 1 15,5-1 4-15,-3 1-1 16,3-4-1-16,0 1-1 0,0-1-5 0,-5 0-52 0,1-1 0 16,-3-1 0-16,1 2 0 0,0-1 0 15,-6-2 0-15,-1 3 0 0,-2-4 0 0,1 1 0 16,-6 3 0-16,-1-4 0 0,-3 4 0 16,-2-3 0-16,0 2 0 0,-4-1 0 0,0-3 0 15,1-1 0-15,-2-2 0 16,0 0 0-16,0-1 0 0,-7 2 0 0,6 1 0 15,-3 0 0-15,-1 4-344 0,-5 0-382 0,-4 5-168 16,5-1 29-16,-1 4 99 0,-4-2-797 0,1 2-1006 16</inkml:trace>
  <inkml:trace contextRef="#ctx0" brushRef="#br0" timeOffset="177612.14">16701 9068 4445 0,'-29'7'73'0,"6"-1"35"16,3-2 13-16,0 0 22 0,7 0 42 16,-2-4 35-16,4 4 39 0,1-2-3 15,10-2-19-15,0 0-13 0,0 0-9 16,28-17-3-16,28 0-17 0,31-9-19 0,17-1-21 16,9-7-25-16,18 0-49 0,-8-1-54 15,-4 0-90-15,-11 4-68 0,-9 4-8 0,-28 8 13 16,-7 1 14-16,-6 4 12 0,-20 5 17 15,-6-1 28-15,-7 3 40 0,-6 4 38 0,-6-1 30 16,-2 1 22-16,-2 1 10 0,-2-1 4 16,0 1-8-16,-7 2-15 0,6-5-7 0,-6 5-32 15,2-5-50-15,-2 5-83 0,0 0-109 16,0 0-151-16,0 0-158 0,0 0-215 0,-8-10-24 16,8 10 78-16,0 0-599 15,0 0-743-15</inkml:trace>
  <inkml:trace contextRef="#ctx0" brushRef="#br0" timeOffset="179394.87">19121 8381 3764 0,'0'0'28'0,"-11"-7"36"0,5 4 26 0,-4 1 29 0,10 2 28 0,-21 4 29 0,8 2 24 16,-4 5 11-16,-5 9 2 0,-1 3 0 0,1 4-15 0,7 0-11 15,2 2-20-15,5-2-11 16,6-6-9-16,2-1-16 0,6 2-7 0,1-1-10 0,9 4-12 16,1-1-6-16,4-4-9 15,0 1-7-15,-2-6-10 0,-6-3-15 0,4 0-28 16,1 0-43-16,-4-3-54 0,0-1-68 16,-1 0-72-16,1-2-102 0,-1-3-97 0,-3 1-115 15,5-2-165-15,-2-4-13 0,1 0 76 16,0-3-486-16,6-5-582 0</inkml:trace>
  <inkml:trace contextRef="#ctx0" brushRef="#br0" timeOffset="179829.15">19591 8425 3038 0,'0'0'128'0,"0"0"34"0,0 0 2 0,0 0 1 16,0 0 16-16,0 0 39 0,0 0 25 15,0 0 11-15,0 0-3 0,0 0 2 0,0 0-14 16,27 13-19-16,-16-12-36 0,1-1-3 16,-12 0-21-16,25 0-12 0,-12 0-15 0,1-1-16 15,1-1-8-15,-1-1-14 16,-1 2-8-16,-2-4-8 0,1 2-13 0,-1-4-14 0,-4 0-9 16,2-1-8-16,-6-4-5 15,-1 3-12-15,0 1 7 0,-6-4-7 0,1 3-5 16,-6 1-1-16,0 2-10 0,-8 3-4 15,0 0 6-15,-4 6 3 0,-14 6-12 0,3 3 11 16,2 5-2-16,-1 0-4 0,2 5-4 16,6-1 3-16,1 4-2 0,5 2-3 0,6-6 10 15,0-1-7-15,8-1 4 0,1 0 13 16,2-1 5-16,2 1 1 0,1-2 2 0,6 3-1 16,0-2 1-16,2-1-4 0,1 0-1 15,8 1 1-15,0-4-11 0,5 2 5 0,-9-4-5 16,4-2-15-16,-1-3-35 15,-6-2-44-15,5 0-59 0,-4 0-76 0,-2-2-102 16,1-1-116-16,-2-2-131 0,0 0-220 16,-11 0 74-16,22-2 76 0,-10-2-539 0,-3 0-642 15</inkml:trace>
  <inkml:trace contextRef="#ctx0" brushRef="#br0" timeOffset="180062.22">20181 8438 3845 0,'-12'-7'391'0,"12"7"-3"0,-7-4-8 0,7 4-7 0,0 0-7 0,0 0-27 16,-8-5-27-16,8 5-30 0,0 0-27 0,0 0-27 15,25-3-23-15,-10 1-25 0,2 2-48 16,2 0-60-16,0-2-67 0,4 1-82 0,-1 1-97 15,-4-2-96-15,3 0-105 0,-2 2-99 16,-2-3-90-16,-6 1-129 0,2 2-58 0,-13 0 75 16,12 3-582-16,-12-3-719 0</inkml:trace>
  <inkml:trace contextRef="#ctx0" brushRef="#br0" timeOffset="180260.95">20160 8601 3626 0,'-11'6'127'16,"2"0"48"-16,4-4 41 0,5-2 38 0,-8 8 37 15,8-8 39-15,0 0 11 0,-9 4-4 16,9-4-20-16,0 0-22 0,0 0-12 0,0 0-16 16,0 0-27-16,0 0-20 0,36 1-24 15,-18-1-21-15,0 0-25 0,3-1-53 16,6-1-65-16,-3 0-70 0,3-1-93 0,0 1-95 16,-6-1-101-16,0 3-112 0,-2-2-122 15,0-2-152-15,-2 1-85 0,0 0 91 0,-1-1-663 16,-1 2-825-16</inkml:trace>
  <inkml:trace contextRef="#ctx0" brushRef="#br0" timeOffset="180894.96">20891 8354 3913 0,'-1'-9'86'0,"1"0"29"0,-2 3 23 0,0-1 23 16,2 7 35-16,-2-14 40 0,0 8 18 0,2 6 28 16,-4-10-18-16,4 10-30 0,-1-4-17 15,1 4 26-15,0 0 3 0,1 24-1 0,1-5-12 16,-2 7-18-16,0 16-17 15,2-1-8-15,-2 3-10 0,0-1-8 0,0-1-16 16,0-3-139-16,0-1-17 0,2-2 0 16,-2-7 0-16,0-3 0 0,0-6 0 0,0-1 0 15,0-2 0-15,2-3 0 0,-4-2 0 16,0-1 0-16,4 1 0 0,0-2 0 0,-2-6 0 16,4 2 0-16,-4-6-254 0,0 0-320 15,0 0-129-15,24-18-189 0,-11 4 80 0,7-9 89 16,-1-4-717-16,5-10-889 0</inkml:trace>
  <inkml:trace contextRef="#ctx0" brushRef="#br0" timeOffset="181228.07">21147 8323 3816 0,'-6'-8'62'0,"2"4"63"0,4 4 34 15,-5-5 19-15,5 5 17 0,0 0 18 0,-6-7 1 16,6 7-2-16,0 0-14 0,0 0 3 15,0 0-11-15,13-9-9 0,-3 5-17 16,5 0-17-16,1 0-16 0,-2 0-9 0,2 4-8 16,1 0-12-16,-2 0-4 0,2 2 11 15,1 4 6-15,-4 2 20 0,2 5 19 16,-3 5 23-16,1 8 20 0,-5 5 20 0,0-1 21 16,-7 3-211-16,3-4-27 0,-5-2 0 15,0 2 0-15,-5 7 0 0,3-1 0 16,1 0 0-16,-3-6 0 0,0-5 0 0,0-2 0 15,3-3 0-15,-1-2 0 0,0-2 0 16,-2-1 0-16,2-1 0 0,4-1 0 0,-2-5 0 16,0 0 0-16,0 0 0 0,0-7 0 15,0 0-434-15,0 0-404 0,0 0-80 0,0 0 84 16,11-21-923-16,-5 9-1189 0</inkml:trace>
  <inkml:trace contextRef="#ctx0" brushRef="#br0" timeOffset="181444.43">21286 8652 5056 0,'-8'4'134'16,"8"-4"56"-16,-12 1 50 0,12-1 49 0,-11 4 57 0,11-4 22 16,0 0 41-16,0 0 8 15,-13 0-12-15,13 0-68 0,0 0-337 0,0 0 0 16,0 0 0-16,36-4 0 0,-21 3 0 16,5-1 0-16,1-2 0 0,-3 1 0 0,2 0 0 15,-3 1 0-15,0 0 0 0,-1-2 0 16,-3 3 0-16,0-2 0 0,-3 3 0 15,-10 0 0-15,16 0 0 0,-16 0 0 16,14 0 0-16,-14 0 0 0,0 0-286 0,9 3-454 0,-9-3-186 16,0 0 63-16,0 0 99 15,-18 12-805-15,8-7-1010 0</inkml:trace>
  <inkml:trace contextRef="#ctx0" brushRef="#br0" timeOffset="182660.96">19340 9786 4334 0,'0'0'27'0,"9"0"42"0,-9 0 33 0,0 0 29 0,11-2 28 15,-11 2 23-15,0 0 4 0,0 0 8 16,0 0 1-16,0 0-1 0,0 0-27 16,0 0-6-16,0 0-19 0,5-7-16 15,-5 7-15-15,0 0-7 0,4-8-10 0,-4 8-3 16,0-9-5-16,0 9-9 0,-6-11 4 16,6 11-17-16,-9-9-13 0,3 5 1 0,-5 2-7 15,11 2-8-15,-42 9-10 0,7 5-3 16,-9 6 3-16,3 6-12 0,-2 4 3 15,5 3 0-15,6-1-3 0,5 3 7 0,6-6 6 16,6 0 2-16,3 2-4 0,9-5 0 16,3-2 7-16,1 0-1 0,10 5-3 0,2 0 0 15,2-2 0-15,6-4-5 0,2-3-7 16,2-3 6-16,1-2-4 0,-1 1-29 16,-2-6-39-16,-2-3-45 0,0 1-59 15,-3-6-66-15,0 0-91 0,3-4-111 0,0 0-115 16,-4-1-168-16,6-4-60 0,-2 1 83 15,-2-3-622-15,10-5-762 0</inkml:trace>
  <inkml:trace contextRef="#ctx0" brushRef="#br0" timeOffset="183126.89">19907 9808 3554 0,'-2'-7'21'16,"2"7"43"-16,-2-11 21 0,0 7 27 16,2 4 31-16,-5-9 25 0,5 4 12 15,0 5-1-15,-5-11-15 0,-1 5-12 16,6 6-6-16,-9-11-11 0,5 7-3 0,-4-2-11 16,8 6-4-16,-17-8-5 0,5 8-15 15,-1 0-7-15,-4 5-7 0,-5 2 0 0,-9 6-4 16,4 3 3-16,-1 3-4 0,-1-1 3 15,6 1-15-15,5 2-6 0,4-3-2 16,5-4-8-16,1 2-6 0,3-4-1 16,5 3-7-16,2-1-1 0,7 1 1 0,-2 2 2 15,4-1-6-15,10 2-3 0,-5-1 23 16,1-2 3-16,8 3 3 0,-2-2-1 0,-7-2 13 16,0-1 6-16,-7-2 13 0,2 3 6 15,0-4 14-15,-6 2 8 0,3 0 15 0,-1 1 14 16,-4-1 6-16,-1 0-1 0,-2 0-104 15,-2 2-47-15,-7-1 0 0,6 1 0 0,-5 1 0 16,3-6 0-16,-5 2 0 0,0-2 0 16,-1-1 0-16,3-4 0 0,-1 0 0 0,-1-2 0 15,10-2 0-15,-17-2 0 0,10-2-17 16,-3-2-406-16,4 0-103 0,2-1-108 16,2-3-142-16,0 2-40 0,4-1 84 0,2 1-719 15,2-4-901-15</inkml:trace>
  <inkml:trace contextRef="#ctx0" brushRef="#br0" timeOffset="183326.63">20114 10011 4266 0,'0'0'167'0,"8"-4"37"0,-8 4 15 0,0 0 18 0,0 0 12 0,0 0 3 0,0 0-5 15,11-4-19-15,-11 4-23 0,16-4-21 16,-7 2-27-16,5 2-62 0,0-6-78 15,4 2-90-15,-1-1-102 0,0 1-130 0,0 0-125 16,0 0-121-16,-4 2-165 0,-1 2 34 16,-1 0 66-16,-11 0-465 0,11 6-553 15</inkml:trace>
  <inkml:trace contextRef="#ctx0" brushRef="#br0" timeOffset="183480.07">20247 10133 2958 0,'-11'13'128'0,"1"-5"83"0,1 0 64 15,2-1 47-15,-4 0 43 0,2 0 39 16,2-2 26-16,-1 0 6 0,2 0-12 0,6-5-23 15,-9 8-22-15,9-8-36 0,-8 4-37 16,8-4-40-16,0 0-24 0,0 0-24 0,0 0-135 16,0 0-83-16,33 0 0 15,-17-10 0-15,13-2-144 0,0-1-207 0,1-3-152 16,-1 1-185-16,-3-1-192 0,1 3 82 16,-4 1 97-16,-1 5-702 0,-8 1-856 0</inkml:trace>
  <inkml:trace contextRef="#ctx0" brushRef="#br0" timeOffset="184077.02">21061 9962 4349 0,'-21'-4'251'15,"8"2"12"-15,3-1 28 0,1 0 10 16,1 1 0-16,8 2-18 0,0 0-2 0,-13 5 10 15,11 4-1-15,0-1-16 0,4 9-23 16,0 1-13-16,-1 1-23 0,4 3-10 0,-1-1-98 16,-2-2-107-16,-1 1 0 0,-1-1 0 15,2-2 0-15,-2-2 0 0,-2-1 0 0,4 0 0 16,-2-2 0-16,0-2 0 0,0-1 0 16,2-1 0-16,-2-1 0 0,0-7 0 0,2 10 0 15,-2-10 0-15,0 0 0 16,0 0 0-16,0 0 0 0,0 0 0 0,0 0 0 0,4-35 0 15,-1 19 0-15,6-1 0 16,-6-2 0-16,7 2 0 0,-5 3 0 0,2 1 0 16,2 2 0-16,-2 4 0 0,2 1 0 15,-1 1 0-15,4 1 0 0,-5 2 0 0,4 2 0 16,1 4 0-16,-1-1 0 0,1 1 0 16,1 2 0-16,-2 3 0 0,-2-2 0 0,-2 0 0 15,1 1 0-15,-5-1 0 0,6 0 0 16,-8 0 0-16,5 0 0 0,-2-2 0 0,-1-2 0 15,-3-3 0-15,8 5 0 16,-8-5 0-16,0 0 0 0,14-15 0 0,-7-2 0 16,2 0 0-16,11-9 0 0,-4 2 0 15,4 2 0-15,-5 3 0 0,-4 6 0 0,1 3 0 16,0 2 0-16,-3 2 0 0,2 4 0 16,1 2 0-16,-1 4 0 0,3 4 0 0,-1 0 0 15,1 5 0-15,-1 1 0 0,-2 2 0 16,1 1 0-16,-3-1 0 0,0 1 0 0,-1 0 0 15,0-2 0-15,-3 1 0 0,-3-3 0 16,4-3 0-16,-3 2 0 0,-1-5 0 0,3 3-552 16,-3-2-173-16,-2-2-176 0,0 0 63 15,0-6 101-15,2 6-772 0,-2-6-956 16</inkml:trace>
  <inkml:trace contextRef="#ctx0" brushRef="#br0" timeOffset="184510.05">21652 9945 4481 0,'0'-6'95'0,"0"6"18"0,0 0 41 0,0 0 42 0,0 0 50 0,0 0 23 16,0 0 17-16,25 11 2 0,-20-1 5 15,5 2-17-15,0 5-17 0,-5 5-12 0,6 5-12 16,-1-4-7-16,-4 0-1 16,-2 3-5-16,-4-3-146 0,0 3-76 0,-4-2 0 0,-2 9 0 15,-1-8 0-15,0-4 0 16,0-1 0-16,0-3 0 0,-2-1 0 0,-2-5 0 0,0 1 0 15,2-6 0-15,-1-2 0 16,1-2 0-16,9-2 0 0,-22-7 0 0,11-4 0 16,-1-2 0-16,7-9 0 0,-5-10 0 15,10 3 0-15,-1 3 0 0,2 2 0 0,5 0 0 16,0 4 0-16,-3 5 0 0,4 1-84 16,-2 2 28-16,3 5 23 0,1-1 23 0,-1 6 18 15,3-1 26-15,0 3 15 0,-11 0 22 16,23 5-50-16,-7 3-21 0,1 1 0 0,0 3 0 15,-2 1 0-15,1 1 0 16,2 6 0-16,-4-1 0 0,-3-5 0 0,3 3 0 16,-3 0 0-16,0 1 0 0,3-5 0 15,-5 1 0-15,2-3 0 0,-2 1 0 0,0-2 0 16,-2-3 0-16,4-2 0 0,-2 0 0 16,-4-3 0-16,3-2-300 0,-8 0-260 0,0 0-127 15,0 0-185-15,19-6 66 0,-15 3 91 16,-4 3-731-16,4-7-895 0</inkml:trace>
  <inkml:trace contextRef="#ctx0" brushRef="#br0" timeOffset="184813.92">22117 9965 4210 0,'-6'-9'150'0,"2"6"42"0,0-2 18 0,4 5 25 0,-5-5 29 0,5 5 37 0,0 0 34 0,0 0 11 0,0 0-6 16,0 0-21-16,25 19-24 0,-16-9-23 0,0 3-18 15,2-1-22-15,-2 2-11 0,-4 6-206 16,1-3-15-16,-4 2 0 0,0 0 0 0,-4-1 0 16,0 3 0-16,-4 0 0 0,3-1 0 15,-3 0 0-15,1-2 0 0,-1-3 0 0,-1 1 0 16,6-6 0-16,-3 1 0 0,2-5 0 15,-2 0 0-15,4-6-498 0,-5 2-109 16,5-2-83-16,0 0-120 0,0 0 34 0,-6-17 72 16,8 5-693-16,4-3-848 0</inkml:trace>
  <inkml:trace contextRef="#ctx0" brushRef="#br0" timeOffset="185043.35">22334 9890 3986 0,'2'-9'131'16,"0"3"52"-16,-2 6 26 0,0 0 50 0,0 0 57 15,0 0 38-15,0 0 30 0,0 0-6 16,-14 40-2-16,11-8-25 0,-5 1-32 16,4 2-35-16,4-6-25 0,-1-4-31 0,2 2-54 15,1-4-174-15,2 0 0 0,2-1 0 16,-3-1 0-16,4-4 0 0,-2-1 0 0,3-3 0 16,-3-3 0-16,4 0 0 0,-2-5-161 0,-2-1-186 15,3-2-101-15,-8-2-99 16,0 0-104-16,19-6-169 0,-11 1 68 0,-3-5 83 15,5-2-622-15,0-5-750 0</inkml:trace>
  <inkml:trace contextRef="#ctx0" brushRef="#br0" timeOffset="185542.84">22971 9449 3384 0,'-6'-11'-53'0,"0"5"32"0,0 5 20 0,6 1 21 0,-18 16 47 0,-1 11 52 0,-5 18 45 0,3 5 38 16,1 7 34-16,0 4 29 0,6 5 20 0,3 4 26 16,10-3 8-16,4-1-4 15,9-2-15-15,5-2-21 0,8-5-24 0,4-6-25 16,-1-5-23-16,8-4-19 0,0-6-21 16,1-7-17-16,-1-3-29 0,-7-6-41 0,0-6-49 15,-4-6-64-15,-5-2-69 0,-1-3-79 16,1-3-83-16,2-3-102 0,-5-1-83 0,2-3-91 15,0 0-122-15,-3 0-64 0,-5 1 68 16,2-3-580-16,-5 4-699 0</inkml:trace>
  <inkml:trace contextRef="#ctx0" brushRef="#br0" timeOffset="185844.98">23461 9815 3664 0,'-2'-5'164'0,"2"5"24"16,-2-6 19-16,2 6 29 16,0 0 31-16,0 0 35 0,0 0 11 0,5 26 1 0,-5-12-11 15,4 3-21-15,0 7-22 0,0 8-25 16,-1 4-25-16,4-2-21 0,-4 1-19 0,-1-8-20 15,2-1-51-15,-2-2-49 16,1 0-53-16,-3-3-63 0,2-4-74 0,4 0-74 16,-6-3-96-16,4-2-106 0,-2-2-89 15,2 0-105-15,0-5-141 0,1-3 68 0,-5-2-645 16,0 0-785-16</inkml:trace>
  <inkml:trace contextRef="#ctx0" brushRef="#br0" timeOffset="186144.78">23790 9707 3513 0,'-3'-8'72'0,"-4"6"73"16,7 2 54-16,-9-3 43 0,9 3 30 0,0 0 45 16,0 0 17-16,-19 9 10 15,19-9-3-15,-6 8-16 0,6-8-23 0,0 9-26 16,0-9-29-16,0 0-24 0,18 8-23 16,-9-5-22-16,-9-3-18 0,25 0-25 0,-10-3-15 15,0 6-17-15,-2-3-12 0,7 3-39 16,-5 6-52-16,2 1 0 0,-6 4 0 0,-1 5 0 15,3 8 0-15,-6 9 0 0,-2 1 0 16,-1 6 0-16,-4 2 0 0,-2-1 0 0,4 1 0 16,-4-2 0-16,0-3 0 0,2-3 0 15,2-6 0-15,0-6 0 0,-4-6 0 16,4 1 0-16,-2-7 0 0,0 1 0 0,2-2 0 16,-2-3 0-16,3-3 0 0,-3-6-92 15,2 4-454-15,-2-4-91 0,0 0-112 16,0 0-94-16,11-25 84 0,-7 11-794 0,1-2-995 15</inkml:trace>
  <inkml:trace contextRef="#ctx0" brushRef="#br0" timeOffset="186344.95">23884 10156 4443 0,'-12'3'179'0,"1"-1"72"0,1 1 50 16,5-1 23-16,5-2 28 0,0 0 17 0,0 0-1 15,-14 3 4-15,14-3-9 0,0 0-43 16,0 0-27-16,0 0-37 0,34 0-256 0,-34 0 0 15,25-1 0-15,-12-1 0 0,1 0 0 16,-1 0 0-16,1 1 0 0,-1 1 0 16,-1 0 0-16,-12 0 0 0,16-2-235 15,-7 0-234-15,-9 2-94 0,16-1-130 0,-8-1-147 16,-8 2 73-16,12-7-806 0,-5 2-1014 16</inkml:trace>
  <inkml:trace contextRef="#ctx0" brushRef="#br0" timeOffset="187060.21">24339 10204 4021 0,'8'-4'-160'0,"-8"4"45"0,3-5 25 0,-3 5 27 0,0 0 35 0,8-3 28 16,-8 3 31-16,0 0 26 0,0 0 19 0,0 0 8 15,0 0 4-15,0 0 9 0,15 1 4 16,-15-1 8-16,0 0 13 0,0 0 7 0,0 0 5 16,0 0 7-16,0 0 10 0,11 4 13 15,-11-4 10-15,0 0 4 0,0 0 14 0,0 0 2 16,0 0-3-16,0 0-6 15,0 0-6-15,0 0-14 0,0 0-12 0,0 0-12 16,0 0-18-16,0 0-10 0,0 0-17 0,0 0-7 16,11 1-3-16,-11-1 0 0,13 6 2 15,-6 0 6-15,3 0 5 0,-1 4 5 16,2 0 7-16,1 7 3 0,-2 0 1 0,-3 6-43 16,-1 1-72-16,-5 2 0 0,-2 12 0 15,-5-2 0-15,-1 1 0 0,-6 1 0 0,-7 3 0 16,3-10 0-16,-2-1 0 0,0 0 0 15,-1-6-49-15,2-4-484 0,-3 1-168 0,8-7-192 16,-1-2 57-16,5-4 102 0,0-1-778 16,-4 2-957-16</inkml:trace>
  <inkml:trace contextRef="#ctx0" brushRef="#br0" timeOffset="190142.68">24882 9761 4030 0,'0'0'140'0,"-1"-8"57"0,1 8 20 0,0-9 18 0,0 9 17 0,-2-6 29 15,2 6 4-15,0 0 3 0,0 0 26 0,0 0 6 16,0 0-15-16,2 41-28 0,-1-5-26 15,1-1-27-15,4 5-2 0,-3 5-21 16,1-6-49-16,4 3-152 0,-4-2 0 0,4-2 0 16,-3-2 0-16,-1-9 0 0,-1-3 0 15,1-1 0-15,1-6 0 0,-3-2 0 16,0-2 0-16,-1-2 0 0,1-3 0 0,4 0-224 16,-4-3-262-16,-2-5-85 0,0 0-113 15,0 0-123-15,19-13 31 0,-12 1 91 0,1-5-661 16,6-12-802-16</inkml:trace>
  <inkml:trace contextRef="#ctx0" brushRef="#br0" timeOffset="190408.53">25139 9813 3812 0,'6'-15'85'15,"-3"1"28"-15,2 2 21 0,2 0 31 0,-1-1 28 16,1 4 21-16,2-1 10 0,-2 4-11 16,2 0-11-16,-1 4-1 0,2 2-12 0,-10 0 0 15,18 8 2-15,-6 4 14 16,-4 5 9-16,-1 4 5 0,-3 3 6 0,-4 3 9 15,-2 14 23-15,-5 1 14 0,-3 8-9 0,-5-3-83 16,5-10-179-16,1-3 0 0,3-9 0 16,0-3 0-16,3-6 0 0,3-2 0 15,-2-4 0-15,2 0 0 0,3-3 0 0,1-2 0 16,3 0 0-16,5-3 0 0,-2 0 0 16,4-1 0-16,-2-2 0 0,1 1 0 0,1-2 0 15,3-2 0-15,0-1 0 0,3-1-149 0,-2-3-675 16,4-1-120-16,3-7 88 0,-1-1-987 15,0-2-1268-15</inkml:trace>
  <inkml:trace contextRef="#ctx0" brushRef="#br0" timeOffset="190659.54">25534 9561 4802 0,'-6'-11'5'0,"2"3"73"0,1 3 37 15,-3 0 29-15,6 5 24 0,0 0 47 16,0 0 28-16,0 0 6 0,0 0 2 0,26 20-6 15,-5 1-13-15,2 4-13 0,6 12-7 16,-2 2 1-16,-7 5-4 0,0 5-14 0,-6-1 7 16,-5 6-28-16,-4 3-154 0,-1-2-20 15,-4-10 0-15,-4 1 0 0,2-1 0 16,-3-3 0-16,-2-3 0 0,4-1 0 0,-5-4 0 16,3-7 0-16,1-7 0 0,0-3 0 15,1-3 0-15,0-2 0 0,-1-3-141 16,0-3-406-16,1 0-151 0,3-6-193 0,0 0 74 15,0 0 90-15,0 0-759 0,0 0-934 16</inkml:trace>
  <inkml:trace contextRef="#ctx0" brushRef="#br0" timeOffset="190891.8">26335 9960 4389 0,'-20'-4'441'16,"6"1"23"-16,3 0 28 0,4 1 8 16,7 2-29-16,-12-3-37 0,12 3-50 0,-2-6-38 15,2 6-76-15,16-8-270 0,-1 3 0 16,6-2 0-16,2 0 0 0,9 1 0 0,1-5 0 16,-7 4 0-16,-4 0-424 0,0 1-206 15,-1-1-161-15,-6 3-71 0,1 1 85 0,-5 1-824 16,-1 2-1041-16</inkml:trace>
  <inkml:trace contextRef="#ctx0" brushRef="#br0" timeOffset="191075.01">26315 10119 4264 0,'-19'9'142'16,"4"-4"75"-16,-1 2 50 0,5 0 52 0,4-2 49 16,-3-1 36-16,2-1 25 0,8-3 5 15,-13 7-27-15,13-7-34 0,-6 3-28 0,6-3-123 16,0 0-222-16,0 0 0 0,27 6 0 15,-12-8 0-15,4 2 0 0,0-4 0 0,4 1 0 16,2-1 0-16,-2-1 0 0,0-1-301 16,0-1-355-16,-2 2-167 0,-1-1-50 0,0 1 90 15,-6 2-834-15,4-3-1057 0</inkml:trace>
  <inkml:trace contextRef="#ctx0" brushRef="#br0" timeOffset="191725.62">26832 9753 4254 0,'-4'-6'-111'0,"4"6"25"0,-5-7 20 0,3 1 19 0,2 6 22 0,-3-8 28 0,3 8 23 0,-2-6 17 15,2 6 5-15,0 0-2 0,-4-9 8 0,4 9 11 16,0-4 13-16,0 4 16 16,0 0 18-16,0 0 12 0,-3-8 10 0,3 8 5 15,0 0 11-15,-2-6 1 0,2 6 2 16,0 0-3-16,0 0-4 0,-4-6-8 0,4 6-9 16,0 0-6-16,0 0-9 0,0 0-6 15,0 0-10-15,0 0-3 0,0 0-15 0,-4-8 0 16,4 8 0-16,0 0 2 0,0 0 4 15,0 0 9-15,0 0 11 0,0 0 11 0,0 0 5 16,0 0 5-16,0 0-4 0,0 0-5 16,0 0-10-16,0 0 6 0,0 0 12 0,-3 32 5 15,3-12-75-15,2 6-56 16,-1 9 0-16,5 6 0 0,-1 1 0 0,6-2 0 0,-2 10 0 16,-4-8 0-16,3-5 0 15,-3 1 0-15,2-2 0 0,-3-2 0 0,-3-8 0 16,-1-4 0-16,0-3 0 0,0-5 0 15,0 0 0-15,0-3 0 0,0-1 0 0,0 2 0 16,0-5 0-16,0 3 0 0,0-10 0 16,0 10 0-16,0-10-146 0,-3 3-444 0,3-3-118 15,0 0-176-15,0 0 67 0,0 0 86 16,-12-17-737-16,12 17-915 0</inkml:trace>
  <inkml:trace contextRef="#ctx0" brushRef="#br0" timeOffset="192191.48">27077 9694 4370 0,'-11'-1'101'0,"-3"-1"28"0,5 2 38 0,9 0 49 0,0 0 65 0,-23-2 37 0,23 2 11 16,-11-2 0-16,11 2-19 0,0 0-25 15,0 0-23-15,0 0-14 0,0 0-8 0,0 0-34 16,0 0-20-16,0 0-17 0,32-8-124 15,-13 6-45-15,0 1 0 0,1-3 0 0,-4 4 0 16,2 4 0-16,-3 1 0 0,2 5 0 16,-2 4 0-16,-3 5 0 0,1 6 0 0,-6 8 0 15,2-2 0-15,-6 5 0 16,1 3 0-16,-2 0 0 0,2-1 0 0,-4-2 0 16,0-5 0-16,0-3 0 0,0-4 0 15,0 0 0-15,0-5 0 0,0 0 0 0,0-4 0 16,0-1 0-16,1-1 0 0,-1-3 0 15,0 2 0-15,0-6 0 0,0-6 0 0,2 6-491 16,-2-6-222-16,0 0-162 0,0 0 38 16,0 0 89-16,12-22-792 0,-8 12-983 0</inkml:trace>
  <inkml:trace contextRef="#ctx0" brushRef="#br0" timeOffset="192409.13">27210 10055 4453 0,'0'0'362'16,"-11"-2"45"-16,11 2 44 0,-7-2 42 15,7 2 18-15,-7-3-15 0,7 3-21 0,0 0-29 0,0 0-349 16,0 0-97-16,32-12 0 16,-15 7 0-16,6 0 0 0,-2-1 0 0,1 0 0 15,-1-1 0-15,-1 3 0 0,-4-2 0 16,0 2 0-16,-3 2 0 0,-1-2 0 0,-3 2 0 16,0 2 0-16,-9 0 0 0,13-4 0 15,-13 4 0-15,0 0-138 0,0 0-458 0,0 0-116 16,0 0-169-16,0 0 61 0,0 0 95 15,-34 4-744-15,19 2-917 0</inkml:trace>
  <inkml:trace contextRef="#ctx0" brushRef="#br0" timeOffset="193627.61">19268 11112 4125 0,'4'-5'186'0,"-2"0"-67"0,-2 5-49 0,0 0 50 0,0 0 44 0,0 0 25 0,0 28-8 15,0-11-23-15,-2 1-3 0,2 3-5 0,2 3 1 16,-2 4-13-16,3 6-1 0,-1-5-13 16,2-5-11-16,0 1-6 0,-3-2-6 15,1-6-16-15,3 0-4 0,-1-5-9 16,-2 1-7-16,-1-3 4 0,1-1 4 0,0-1 4 15,0-3 0-15,-2-5 14 0,4 5-9 16,-4-5-15-16,0 0-12 0,10-24-6 0,-7 7-7 16,5-15-1-16,-3-4-9 0,1-1-2 15,-1 1-1-15,4 2-1 0,-5 10-8 0,-1 4 0 16,-1 4-4-16,2 3 1 0,-2 4 0 16,-2 1-13-16,1 0 0 0,1 4-1 0,-2 4 6 15,0 0-12-15,0 0 1 0,0 0 4 16,22 10 1-16,-19-3 14 0,3 1-14 0,-1 1 2 15,4-1-6-15,-6-1 6 0,3 2-6 16,-1-4 2-16,1 2 1 0,-1 0 0 0,-4-4-4 16,-1-3-3-16,10 7 3 15,-10-7 2-15,0 0-5 0,17-12-1 0,-6 3-2 0,-1 1-9 16,2-1 0-16,-7 1-2 16,4 1 2-16,1 2 3 0,0 3-4 0,-10 2 16 15,18 2-13-15,-6 4 3 0,-1 5-4 16,5 2 4-16,2 10 0 0,-2-1-1 0,1 0 10 15,-3-3-2-15,-3 0-4 0,3-4 7 16,-5 2-3-16,2 0-4 0,-6-6-10 0,4-3-11 16,-6 2-16-16,3-2-12 0,1 1-36 15,-3-3-33-15,3 0-46 0,-6-2-69 0,-1-4-91 16,6 4-95-16,-6-4-107 16,0 0-169-16,0 0-3 0,0 0 69 0,0 0-517 15,0 0-623-15</inkml:trace>
  <inkml:trace contextRef="#ctx0" brushRef="#br0" timeOffset="194093.41">20188 11151 3060 0,'2'-6'39'0,"-2"0"58"0,0 6 43 0,0-7 27 0,0 7 23 0,-2-10 10 16,2 10 0-16,-2-8-11 0,2 8-15 15,0-9-14-15,0 4-15 0,-1-2-14 16,1 7-12-16,-4-13-8 0,0 6 2 16,2 2-7-16,-4 1-7 0,0-2-12 0,-1 2-6 15,7 4-9-15,-19-2-10 0,8 4-5 16,-5 2-5-16,1 2-9 0,-3 5-4 0,4 1-4 16,-4 1-6-16,3 3-3 0,1-2-3 15,3 1-4-15,6-1-4 0,-1-1-2 0,5-3-2 16,1 1 1-16,1-1-1 0,5 1-1 15,3-2 2-15,3 4-5 0,3-3 2 0,2 2-2 16,-2-1 3-16,10 6-1 0,-2 0 10 16,1 1 5-16,-4-4 15 0,-5 2 18 0,-2 0 28 15,-2-2 26-15,-2 2 19 16,-4 3 8-16,-1-3 3 0,0 0-4 0,-3 4 2 16,-2-5-2-16,-1 2-6 0,-2-2-9 15,0 1-8-15,-3-3-14 0,-1 0-6 0,0-1-5 16,-1-2-11-16,2-3-5 0,-2 0-31 15,-2-4-42-15,2-1-24 0,9-2-54 0,-23-11-57 16,11 4-54-16,3-2-69 0,-1-5-75 16,0 1-103-16,7 2-93 0,-1-1-114 0,4 0-151 15,2 0 78-15,0 1-664 16,4-1-832-16</inkml:trace>
  <inkml:trace contextRef="#ctx0" brushRef="#br0" timeOffset="194259.9">20490 11385 4200 0,'0'0'202'0,"0"0"34"0,0 0 22 0,0 0 25 0,0 0 1 0,0 0-19 0,0 0-18 15,0 0-22-15,24-6-24 0,-12 3-27 0,0 0-54 16,2-2-86-16,4 1-90 0,-3 1-108 16,0 0-131-16,4-3-134 0,-2 4-156 15,-2-2-169-15,3 2 75 0,-5 2-602 16,1 2-741-16</inkml:trace>
  <inkml:trace contextRef="#ctx0" brushRef="#br0" timeOffset="194424.81">20613 11650 3665 0,'-5'6'136'0,"-3"0"45"16,5-4 31-16,3-2 16 0,-9 6 12 16,9-6 3-16,0 0-11 0,0 0-27 0,0 0-19 15,0 0-15-15,0 0-22 0,0 0-55 16,43-16-63-16,-25 9-84 0,4-1-103 0,-1-1-125 15,7-3-126-15,5-1-175 0,-3 1-106 16,4-2 70-16,1 2-466 0,-1 2-556 16</inkml:trace>
  <inkml:trace contextRef="#ctx0" brushRef="#br0" timeOffset="195008.02">21461 11292 3416 0,'-5'-5'238'0,"-1"4"-11"0,6 1-14 15,0 0-10-15,0 0 21 0,0 0 8 16,0 0 3-16,-3 17-12 0,4-9-17 16,5 4-19-16,0 4-19 0,1 1 1 15,-3 0-2-15,-1 0 3 0,2 0-5 0,-1 2-6 16,-2-2-11-16,-1 3-3 0,-1-7-13 15,0 1-9-15,0-2-8 0,0 0-9 0,0-3-12 16,0 1-4-16,0-5-5 0,0-5-14 16,0 10-7-16,0-10-13 0,0 0-16 0,0 0-7 15,0 0-12-15,-1-37-4 0,2 19-9 16,1-4-4-16,4 2 5 0,-1 1-6 0,1 3-2 16,0 1 4-16,2 3-5 15,-3-1 0-15,4 5-1 0,-2 4-1 0,0-2 3 16,3 4 1-16,-10 2 1 0,15 2-4 0,-15-2 1 15,21 6-1-15,-13-1 4 0,-1 2-2 0,3 0 3 16,-3 3 2-16,1-4 7 16,-2 0 0-16,-1 1-1 0,1 0-2 0,-1-1-1 15,0 1 0-15,-1-4-2 0,-4-3-1 16,7 4-8-16,-7-4 4 0,0 0-6 0,17-9-7 16,-9-3-8-16,3-2-16 0,0-3 6 15,1 1 4-15,-1-1 0 0,1 3 10 0,-1 4 8 16,-1-2 16-16,-2 5 0 0,1 0 15 15,0 4 3-15,1 2 5 0,-10 1-3 0,21 1 6 16,-14 4-3-16,5 2-3 0,-1 3-1 16,0 2-4-16,-2-1 0 0,-2 1-4 15,1 3-17-15,2 1-12 0,-3-2-23 16,-1 1-21-16,-3-1-38 0,5-1-65 0,-2-1-69 16,0-1-94-16,-3-3-102 0,1 1-105 15,2-2-147-15,-3-1-88 0,4 0 71 0,-3-1-637 16,-4-5-787-16</inkml:trace>
  <inkml:trace contextRef="#ctx0" brushRef="#br0" timeOffset="195441.06">22014 11258 3493 0,'-2'-7'46'0,"0"0"70"0,2 7 34 0,2-8 30 0,-2 8 27 0,7-7 19 15,-7 7 10-15,12-1-4 0,-12 1 0 0,17 3-2 16,-5 0-14-16,1 3-15 0,-4 4-11 15,3 0-21-15,-1 3 5 0,1 6 1 0,-4 0-9 16,-3 2 10-16,1-1-8 0,-4-1-6 16,-2 3-11-16,-2-1-15 0,2 0-11 0,-4-1-10 15,-1 3-12-15,-3-4-9 0,0-2-11 16,-1-2-7-16,-1-4-19 0,-2 2-23 0,3-4-18 16,2-4-32-16,-1-3-27 0,8-2-21 15,-17-5-27-15,8-8-16 0,-2-5-2 0,2-11 2 16,5-6 6-16,4 8 6 0,-7-5 10 15,9 7 8-15,-2 4 4 0,2 8 8 16,0 1 5-16,1 2 12 0,3 3 21 16,-1 2 9-16,4 3 12 0,-9 2 9 0,14 2 9 15,-14-2 29-15,24 8 3 0,-12-1 3 16,2 1-5-16,1 3-1 0,-3-2-1 0,3 2 0 16,3 1 5-16,-6 1 2 0,2-2 0 15,-1 1-5-15,-2-1 1 0,1-2-12 16,-1 3 2-16,1-2-17 0,-4-2-24 0,-1-1-37 15,1 2-53-15,-3-4-64 0,2 2-83 16,-4-2-115-16,3 2-124 0,-1 1-151 0,-1 1-125 16,0 1 43-16,0-2-658 0,0 1-829 15</inkml:trace>
  <inkml:trace contextRef="#ctx0" brushRef="#br0" timeOffset="195758.15">22536 11253 3596 0,'0'0'-65'0,"-17"4"68"0,8-1 64 0,1 2 52 0,-5 2 52 0,1 3 40 0,1 6 30 0,-9 7 20 16,5 2 17-16,4 2 16 0,1-4 8 0,5 0-5 15,1 3-8-15,4-2-17 0,2 1-11 16,0 0-17-16,3-1-25 0,4-2-20 0,2 6-21 16,0-6-19-16,-1-2-20 0,3-5-40 15,-2-1-43-15,1-3-57 0,-1-3-88 0,3 2-87 16,1-6-91-16,-4 0-120 16,3-4-116-16,0 0-122 0,0-2-186 0,5-4 80 15,-4 2 72-15,5-5-579 0,-4-1-701 0</inkml:trace>
  <inkml:trace contextRef="#ctx0" brushRef="#br0" timeOffset="196306.72">22237 11371 3668 0,'0'0'92'0,"0"0"43"0,2-7 34 0,-2 7 37 0,11-4 29 0,-11 4 12 0,0 0 12 16,20 8 7-16,-9 4-13 0,-2 4-19 16,5 10-15-16,-5 7-19 0,0 0-15 0,0 5-17 15,-6 1-12-15,-1 0-16 0,-2-1-14 16,-2 0-12-16,2 0-13 0,-3-8-10 16,3-3-28-16,-7-4-33 0,7-4-22 15,-2 0-36-15,2-2-33 0,-1-5-37 0,1 0-47 16,0-3-50-16,0-2-63 0,0-7-75 15,1 7-85-15,-1-7-108 0,0 0-165 0,0 0-2 16,0 0 75-16,12-18-505 0,-6 12-591 16</inkml:trace>
  <inkml:trace contextRef="#ctx0" brushRef="#br0" timeOffset="196623.9">23041 11087 3293 0,'-15'13'149'0,"2"1"27"16,1 4 18-16,-5 9 29 0,4 4 43 0,1 2 35 15,1 4 25-15,3 3 7 0,7 0 1 16,1 5-6-16,1-2-12 0,9 9-16 0,-3-11-20 15,5 5-25-15,-1-9-21 0,7-4-24 16,-5 2-22-16,2-4-20 0,0-2-27 0,1-6-41 16,-3-2-47-16,-2-4-53 0,3-1-65 15,-3-3-93-15,3-2-102 0,-3-4-110 0,2-3-107 16,1 0-94-16,-3-2-128 0,3-2-83 16,-3-2 72-16,1 0-676 0,1-1-840 15</inkml:trace>
  <inkml:trace contextRef="#ctx0" brushRef="#br0" timeOffset="204523">9379 14089 3975 0,'-13'2'-85'0,"3"-2"14"0,10 0 4 0,-11 0 10 0,11 0 16 0,0 0 31 0,0 0 15 0,0 0 5 16,13-15 1-16,6 3-1 0,8-5 1 16,7 0 2-16,10-1-6 0,-2-3 1 0,-4 9 4 15,0 1-6-15,-4 1-1 0,1 0 2 16,-11 5-4-16,0 1 1 0,-9-2-19 16,-4 6-4-16,0-2 1 0,-11 2 2 0,0 0 0 15,4 10 5-15,-4-10 2 0,-17 14 1 16,-2-1 4-16,-10 2-1 0,-5 2-4 0,-4-1 6 15,2-2 0-15,0-1 4 16,1-3 4-16,9-1 4 0,7-2 14 0,3-2 14 16,3-3 2-16,6 1 11 0,1-2-12 15,6-1 0-15,0 0-9 0,0 0-6 0,0 0 1 16,26-16 0-16,-12 9-1 0,6 0-9 16,0-1-20-16,1-1-31 0,-3 2-42 0,7-1-54 15,-5 2-65-15,-4 1-86 0,0-1-126 16,-3 2-132-16,-1 0 38 0,-3 2-110 15,-9 2-112-15</inkml:trace>
  <inkml:trace contextRef="#ctx0" brushRef="#br0" timeOffset="206889.01">11548 12853 1755 0,'0'0'54'0,"8"-6"0"0,-8 6 3 0,5-6-2 0,-5 6 4 0,0 0 14 0,0 0 18 16,2-6 12-16,-2 6 3 0,0 0-8 15,0 0-7-15,4-5-13 0,-4 5-5 16,0 0-10-16,0 0-6 0,6-5-7 0,-6 5-2 16,0 0-8-16,0 0-1 0,0 0-4 15,0 0-7-15,0 0 0 0,0 0-8 0,0 0 5 16,0 0-1-16,0 0 1 0,0 0 0 15,0 0 2-15,-24 16 3 0,15-10 0 0,0 2 5 16,2 1 1-16,-5-1 11 0,0 0-7 16,3 1 1-16,-3 1 5 0,3 2-9 15,0-1 11-15,-1 1-10 0,0-2 3 0,1 2-6 16,1 0-4-16,0 0 2 16,-1 1-2-16,4-1-9 0,-6 4 7 0,6-3 6 15,-1 1 13-15,-1 0-1 0,-1 1-7 16,0-1-1-16,3-1-7 0,-1 4 0 0,1-5-6 15,-4 5-1-15,2-3-1 0,1 1 1 16,-1-1-4-16,2-2 4 0,-2 1-2 0,1 1 4 16,3-2 5-16,-3-2-7 0,4 2 5 15,-3-2-10-15,0 1 6 0,3 0-7 0,0 0 1 16,1-1 1-16,-3 0-3 0,2 1-2 16,-2 1-1-16,4-4-1 0,-3 4 0 15,1-1-1-15,0-1 1 0,-3 1-4 16,5-1-1-16,-3 2-3 0,-1-3 2 0,2 3 3 15,-2 0-5-15,3-3 6 0,-1 3 1 16,-2-1-2-16,2-1 1 0,0-2-2 16,2 1 0-16,-3 0 3 0,1-2-1 0,-1 3 0 15,1-2-2-15,2 3-2 0,-2-3 3 16,2 1-3-16,-1-1 0 0,1 1 1 0,-2 1-7 16,0 0 6-16,2-1 3 0,-2 3-6 15,0-2 2-15,2 2-1 0,-2-1 1 0,0 1 2 16,2-2-2-16,0 1-1 0,-1 1 4 15,1-4-14-15,1 2 12 0,-1 1 3 0,0-3-5 16,0 3 6-16,0-3 3 16,2 2 3-16,0-1-3 0,0 0-5 0,2-1 2 15,-2-1 0-15,-1 1-2 0,1 1-1 16,3-4 3-16,-1 4-5 0,-1-3 6 0,-1 0-10 16,4 1 6-16,-3-1 0 0,5-2 2 15,-5 1 1-15,4 0-3 0,0-2-3 16,2 1 3-16,-3 0-1 0,4-3 0 0,-1 2 1 15,-9-3-2-15,16 0 0 0,-16 0-3 16,17 0 6-16,-17 0-2 0,17-3 2 0,-11 2-4 16,-6 1 1-16,16-4 4 0,-9 0-2 15,0 1 1-15,1 0 0 0,-1-1-2 0,1 1 2 16,-2-1-4-16,1 1 2 16,-1-2-1-16,2 3-3 0,-8 2 10 0,10-7 4 15,-5 2 6-15,1 2 2 0,-6 3-3 16,5-9 3-16,-3 6-3 0,3-2 0 0,-4-2-1 15,-1 0 1-15,0 7 1 0,0-14-2 16,0 6-2-16,0-1-3 0,-1-1 4 0,-1 0-8 16,-3-3 0-16,3 1-4 0,0 1 5 15,1-1-6-15,-3 0 2 0,0 1-1 16,2-1-2-16,1 2 0 0,-1 1-1 0,-2 2 0 16,2 0 0-16,0 0-4 15,-1 1 4-15,2 0-1 0,-5 2 2 0,6 4-3 0,-11-8 1 16,4 5-4-16,7 3 3 15,-22 0-3-15,8 0 4 0,2 0-5 0,-6 2 3 16,3-1-1-16,0 1-3 0,2 0 2 16,2 0-3-16,-3 0 1 0,4-2-1 0,10 0-2 15,-17 1-8-15,17-1-27 0,-11 3-33 16,11-3-35-16,-9 0-56 0,9 0-65 0,0 0-62 16,-14 0-89-16,14 0-149 0,0 0-128 15,-15 0 52-15,15 0-341 0,0 0-423 16</inkml:trace>
  <inkml:trace contextRef="#ctx0" brushRef="#br0" timeOffset="208038.29">11515 12961 2368 0,'9'-10'-108'0,"-8"3"26"0,3 0 11 0,2 0 26 0,-5 2 13 0,-1 5 20 0,4-10 26 0,-2 6 9 15,-2 4 14-15,6-6 1 0,-6 6 1 0,1-8 1 16,-1 8-7-16,3-6 1 15,-3 6 0-15,0 0 6 0,0 0-4 0,4-5 3 16,-4 5 2-16,0 0 6 0,0 0 3 16,0 0 7-16,0 0 9 0,0 0-5 0,0 0 3 15,-16 15 6-15,16-15 10 0,-13 12 0 16,5-3 2-16,1-3 6 0,-3 5-10 16,1-1-2-16,-1 4-3 0,1-1 28 0,-2 4-7 15,-1-1-11-15,1 1-7 0,-2-2-9 16,4 2 2-16,0-3 0 0,0 3 2 0,0-2-6 15,0-1-7-15,4 1-2 0,-3-1-2 16,0-2-11-16,2 3 2 0,-3 0-5 0,4-1-4 16,-4 0-4-16,4 1-4 0,-1-1 9 15,-1 1 17-15,0 0-1 0,2-1-2 16,-3 1-4-16,3 1-5 0,-1-3-7 16,3 3-1-16,-2-2-5 0,1 1 0 0,2-3-5 15,-3 1 0-15,3 1 0 0,0-2-4 16,0-1-2-16,1 1-1 0,-3 0 2 0,2-1-5 15,0 1 1-15,-1 0-2 0,2-1-4 16,-1 0 2-16,0 1 3 0,0-2-2 16,-2 2 2-16,4 0 0 0,0-2 2 0,0 0 0 15,0 2 0-15,0 0 3 16,2-1-2-16,0 1-2 0,-2-1-4 0,2 1 3 16,0-2-1-16,0 1-2 0,-1-1 0 15,-1 2-1-15,0-5-2 0,3 3 0 0,-3 0 0 16,2-2 1-16,-2 1-3 0,0-3 0 15,0 2-1-15,2 2 0 0,-2-3 0 0,2-1 2 16,0 3-1-16,-2-2 6 0,0 0 8 16,1-1 7-16,-1-6-2 0,2 11 0 0,-2-11 0 15,2 14-4-15,0-10-3 0,-2-4 2 16,5 12-4-16,-5-6-2 0,2-3 1 0,-2-3-1 16,7 10-3-16,-7-10 2 0,7 9 1 15,-3-6 0-15,-4-3-5 0,7 9 2 16,1-7-2-16,-8-2 2 0,10 6 1 15,-10-6 5-15,13 4 0 0,-13-4-1 16,14 2 3-16,-14-2 2 0,11 1 0 0,-11-1 1 16,17-3-1-16,-7 1 2 0,-10 2-1 15,14-6 0-15,-5 2-2 0,-4 0 0 0,4-1-3 16,1-2 0-16,-6 2 4 0,4-1-3 16,-5-3-1-16,3 2-3 0,-1-2 3 0,-1-1-2 15,3 2 3-15,-6-3 4 0,-1 1 5 16,2 0-2-16,0-1 3 0,0 2 6 0,-4 0-3 15,2 0 2-15,-2 1-3 16,-1 0-3-16,-2 1-2 0,-1 1-4 0,1-2 1 0,-2 4-3 16,-6 0-7-16,2 0-2 0,0 4 2 15,11 0-2-15,-23 0-2 0,12 0-2 16,11 0-3-16,-23 0 0 0,14 2-4 0,9-2-9 16,-20 4-27-16,13-2-37 15,7-2-42-15,-14 4-58 0,9-2-65 0,5-2-67 16,-11 4-67-16,4-2-93 0,7-2-143 15,-11 4-66-15,11-4 58 0,0 0-377 0,0 0-470 16</inkml:trace>
  <inkml:trace contextRef="#ctx0" brushRef="#br0" timeOffset="208908.78">11544 13023 2503 0,'4'-11'-105'0,"-3"6"27"0,-1-2 18 0,3 0 25 0,-1 1 16 0,0-1 29 15,2 0 15-15,-3 0 13 0,1 2 6 16,-2 5 9-16,2-10 1 0,-2 10 2 0,2-9 0 16,-2 9-1-16,2-5-1 0,-2 5-1 15,0 0-9-15,2-9-1 0,-2 9-4 16,0 0-3-16,0 0-1 0,0 0-1 0,0 0 4 15,0 0-1-15,0 0 3 16,-27 19 1-16,19-12 7 0,-3 5 6 0,-1 2 0 16,1 1 6-16,-3 2 5 0,0 5 7 15,-4 2 7-15,3 1 8 0,0-2 1 0,0 1-4 16,-3 1-9-16,5 0-4 0,-1 0-5 16,3-3 12-16,0 4-19 0,-3-4 13 0,5-3-4 15,2 1-6-15,-1 2-12 0,0 0 2 16,-1 7-2-16,0 0-6 0,0-6-4 0,4-3-2 15,-3 3-10-15,3-2 0 0,-2-1 0 16,0 1-2-16,1-2-5 0,1 0-5 16,-1 1 0-16,1-3 3 0,0-1 0 0,3-1-8 15,1 1 6-15,-3 1 11 0,2-1 0 16,0-3 1-16,0 1-6 0,2-3 3 0,0 3-8 16,0 2 2-16,2-3 0 0,-2 1-5 15,2 0 1-15,2 0-4 0,-2 1 4 0,-1 0-4 16,1-1-2-16,3-2-1 0,-1 2-3 15,-3-2 3-15,1 0-1 0,2-2-3 16,0 3 0-16,-1-2 2 0,3-1 2 16,-1 0 2-16,2-3 3 0,-2 0 2 0,5-2 0 15,-3 1 5-15,3-1-1 0,1-1-4 16,0-1 1-16,-11-3-3 0,25-2-1 0,-11 2 3 16,1-1-1-16,-1-2 6 0,1-1 9 15,-2-2 13-15,0-1 5 0,-3 0-4 16,-2 1 0-16,1-3-3 0,-1-3 3 15,-5-1 2-15,1-1-8 0,1-3-8 16,-5 3 0-16,0-2 0 0,-5 3 7 0,1-3-6 16,1 3-3-16,-1 1-7 0,-2 3-1 15,-3-1-3-15,1 1-3 0,0 4-3 0,-3 0-1 16,-1 3-5-16,3 0-9 0,9 2-36 16,-21 0-48-16,21 0-46 0,-20 6-78 0,7-3-74 15,4 2-88-15,0-1-116 0,1-2-191 16,8-2 48-16,-11 5 65 0,11-5-292 0,-6 4-345 15</inkml:trace>
  <inkml:trace contextRef="#ctx0" brushRef="#br0" timeOffset="213204.23">15946 13089 2363 0,'0'0'29'0,"0"0"18"0,16 0 9 0,-16 0 11 0,0 0 23 0,0 0 40 15,0 0 21-15,0 0 4 0,5-6-5 16,-5 6-4-16,0 0-8 0,6-6-7 0,-6 6-17 16,0 0 2-16,0 0-7 15,2-6-8-15,-2 6-4 0,0 0-12 0,0 0-6 16,0 0-10-16,0 0-1 0,0 0-4 16,0 0-10-16,0 0-2 0,-29 1-5 0,16 2-1 15,-3 1-1-15,2 0 8 0,-8 2 0 16,1 1 2-16,1 1-3 0,-1 4 0 0,-1-6-5 15,-4 9-4-15,3-5 4 0,2 2 8 16,-4 3 1-16,7-3-4 0,-2-2-2 0,6 2 5 16,-2 0 2-16,-2-2 4 0,3 2 3 15,3 0 1-15,-2 2 4 0,1-2 1 0,-1 2-4 16,3-1 2-16,-1-3-1 16,1 4-1-16,0-2-8 0,0 0 1 0,2 0-9 15,2 0 0-15,-2 0 2 0,-2 1-3 16,4 1 7-16,1-2 1 0,-2 1-3 15,3-1-3-15,-3-1-6 0,5 3-1 0,-1-3-2 16,0 1-8-16,0 0-1 0,2 2-4 16,0-3-2-16,-4 3 2 0,4 0-10 0,2 1 3 15,-3 2 0-15,-1-3 0 0,2 3-2 16,0-2 6-16,0 3-7 0,1-7-1 0,-3 5 3 16,1-3-4-16,1 1-3 0,2 1 0 15,-2-3-1-15,2 2 5 0,0-1 22 0,0-1 4 16,0 0 1-16,0 0-6 15,0 0 2-15,0 0-8 0,0 2 5 0,0-2-11 16,0 1 3-16,2 1 0 0,0-2 12 16,3 5-2-16,-2-2 0 0,1-1-4 0,0 1 0 15,1-2-8-15,3 0 3 0,2 3-3 16,-3-4-3-16,4-2 8 0,1 2-5 0,0-1-8 16,1-5 2-16,-2 2-4 0,2-2 3 15,1 0 0-15,-1-3 2 0,1-1 0 0,-1 1-8 16,3-2-2-16,-2 1 2 0,0-2 0 15,1-2-5-15,5-2 4 0,-4 2-5 0,2-1 3 16,0-4-12-16,2 2 0 16,-7-1 0-16,2-1 0 0,1 1 0 0,-5-1 0 15,2-2 0-15,-3 1 0 0,1-1 0 16,-2-1 0-16,0-3 0 0,-4 1 0 0,3 0 0 16,-5-2 0-16,3 1 0 0,-2 3 0 15,-2-4 0-15,2 2 0 0,0 0 0 16,-2 0 0-16,-1 0 0 0,-1 0 0 0,0 2 0 15,0-2 0-15,-1 2 0 0,-3-2 0 16,-4 0 0-16,0-1 0 0,-1 2 0 16,-5-1 0-16,1 1 0 0,-2-1 0 0,0 4 0 15,-3 0 0-15,3 2 0 0,0 0 0 0,-2 1 0 16,3 5 0-16,3-4 0 16,-2 2 0-16,-1 2 0 0,3 0 0 0,11 0 0 15,-19 2 0-15,10 0 0 0,-1 0 0 16,-2-2 0-16,5 3 0 0,7-3 0 0,-18 2 0 15,9 2 0-15,0-2 0 0,2 2-167 16,-5-4-221-16,0 5-115 0,0-4-117 0,3 1-160 16,9-2-34-16,-16 0 74 0,16 0-681 15,-11-3-873-15</inkml:trace>
  <inkml:trace contextRef="#ctx0" brushRef="#br0" timeOffset="214187.79">15904 13205 3626 0,'0'0'-110'0,"10"-4"41"0,-10 4 14 0,0 0 21 0,3-4 23 0,-3 4 29 0,0 0 25 15,0 0 22-15,0 0-4 0,0 0-2 16,0 0-5-16,0 0-8 0,0 0-1 0,0 0-3 15,-11-13 2-15,11 13 4 0,0 0 2 16,-11-2-2-16,11 2 2 0,0 0 13 16,-21 4 9-16,21-4 7 0,-21 3 4 0,8 1 2 15,-3-1 2-15,1 2-5 0,0-1-7 16,0 2-6-16,-1 1-2 0,-1 0 4 0,0 0-3 16,-2 3-5-16,0-1 0 15,1 1 4-15,4 2 1 0,-6 0-3 0,6 0 5 16,-2 0 1-16,-1 2-6 0,3 1-4 15,1-1 3-15,0 3 4 0,0-2 2 0,2 2-6 16,-1 0-2-16,0-2-6 0,2 3 0 16,1-1 0-16,0 1 10 0,1 1-2 0,-4-2-7 15,5 1-6-15,0 1 4 0,-2 0-5 16,4-1-6-16,-1-2-2 0,1 3-3 0,-1-2-5 16,4 1 7-16,0-1-3 0,-2-1 2 15,2-1 6-15,-2 1-6 0,2 0-2 16,-1 0-4-16,1-2 6 0,0-1-6 15,0 3-5-15,0-4-1 0,0 1 5 0,2 1-3 16,0-2-2-16,0 0 11 0,-1 2 10 16,1-2-7-16,1 1-5 0,-1-1 2 0,0 2-5 15,0-1-5-15,2-1 2 0,0 1 1 16,0-1-13-16,4-2 8 0,-5 1-4 16,3-1 3-16,2 0 7 0,0 0 6 0,2-1 0 15,-3-1 3-15,4 0-5 0,1-2-4 16,2 0 3-16,0-3-2 0,-1 2-5 0,0-2-2 15,3 1-6-15,-3-2 2 16,3-1-3-16,-2 1 3 0,1-2-4 0,-1 0-2 0,1-2 0 16,3 1-3-16,-3 1 2 15,5-4-5-15,-6-1 2 0,2 2 0 0,1-1 0 16,-4-1-2-16,5 2 3 0,-3-2 0 16,-3-1 18-16,-1 0 5 0,0 2 7 0,3-1-12 15,-4 0-32-15,-1-2 0 0,-1 2 0 16,0-4 0-16,0 1 0 0,-2-1 0 0,-3-2 0 15,-1-1 0-15,0-2 0 0,-1 2 0 16,-3-3 0-16,-2 0 0 0,0-1 0 0,-2 3 0 16,1-1 0-16,0 0 0 0,-4 4 0 15,0-2 0-15,0 2 0 0,-1 1 0 16,1 0 0-16,-5 3 0 0,4 1 0 0,1 1 0 16,-3 1 0-16,1 0 0 0,-1-1 0 15,1 2 0-15,-1 0 0 0,1 2 0 16,-1 0 0-16,14 0 0 0,-24 2 0 0,12 0 0 15,1 2 0-15,-1-1-250 0,3 0-118 16,0 3-110-16,-1-3-109 0,2-1-131 16,8-2-102-16,-11 4 70 0,11-4-685 0,0 0-886 15</inkml:trace>
  <inkml:trace contextRef="#ctx0" brushRef="#br0" timeOffset="-214658.48">15580 13629 3810 0,'-5'2'-86'0,"5"-2"32"0,0 0 30 0,0 0 31 0,0 0 34 0,0 0 29 0,0 0 15 0,0 0 5 0,-22-6 1 0,22 6-4 16,0 0-7-16,-3-9-10 16,3 9-6-16,0 0-8 0,5-14-9 0,0 8 2 15,0-3-5-15,1 0-3 0,1-1-7 16,5-4-7-16,-1 0 2 0,0-1-4 0,3-1 2 15,3-4-3-15,-1 3-8 0,2-5 1 16,3 2 1-16,-3 4-2 0,-1 3-6 16,6-5-1-16,-6 6 1 0,0 1 0 15,0 1-1-15,0 1-6 0,4 1 4 0,-6 1-3 16,3 0 0-16,1 2 6 0,-2-2-4 0,0 2-8 16,-2 0 14-16,-3 2 3 0,3-3 11 15,-3 3 3-15,-1 0 1 0,-2-1 6 16,1 1-3-16,-10 3 3 0,13-6-3 15,-13 6-1-15,13-3 0 0,-13 3-4 0,10-3-2 16,-10 3-1-16,0 0-4 0,10-5-1 16,-10 5-7-16,0 0-1 0,0 0 0 0,9-4 1 15,-9 4 1-15,0 0-3 0,0 0-2 16,0 0-1-16,0 0 0 0,0 0 1 16,0 0-2-16,0 0 0 0,0 0 0 0,0 0-3 15,0 0 2-15,0 0-5 0,0 0 2 16,0 0 1-16,0 0-1 0,0 0-4 0,-22-8 3 15,22 8-1-15,0 0-2 0,0 0 1 16,0 0-36-16,0 0-35 0,-29 8-60 16,19-4-88-16,-1 1-104 0,-2-4-164 15,-5 4-162-15,-3 1 42 0,1 2-394 0,-2 1-478 16</inkml:trace>
  <inkml:trace contextRef="#ctx0" brushRef="#br0" timeOffset="-213742.36">15573 13513 2805 0,'-8'5'-1'0,"1"-3"18"0,7-2 19 0,-6 3 31 0,6-3 40 0,0 0 24 0,0 0-4 16,0 0-19-16,0 0-8 15,0 0-8-15,17-27-12 0,0 15-5 0,8-6-12 16,1 2-6-16,3-4 1 0,2 2-10 15,-1-1-6-15,1 1-3 0,-3 1-2 0,-1 2-3 16,-8 1-1-16,-2 6-4 0,-6-1-6 16,1 4 2-16,-5 0 1 0,1 1-8 15,-2 2 0-15,-6 2-4 0,0 0 2 0,0 0-6 16,0 0 3-16,0 0 7 0,0 0 3 16,-33 20-5-16,9-5 20 0,-3 0 7 0,-1 4-7 15,-5-1 13-15,1 0 6 16,2-1 6-16,-3 0 3 0,6 1-2 0,4-6-4 15,9-3-7-15,0-3-4 0,4 2 8 16,0-5 12-16,5 2 16 0,-3-1 6 0,8-4-2 16,0 0-11-16,0 0-10 0,0 0-4 15,27-20-1-15,-2 2-15 0,6-1 0 0,6-6-6 16,1-6-17-16,5 4-9 0,-2-2-5 16,-3 3-6-16,-2 1-5 0,-9 6-2 0,-2 2 3 15,-6 3-2-15,-8 7 0 0,2 1 0 16,-8-2-3-16,2 4-4 0,-7 4 3 15,0 0-1-15,0 0 2 0,0 0-1 0,-34 17 3 16,7-2 0-16,-5 1 3 0,-8 6 3 16,7-5 0-16,-7 5 4 0,6-3-1 15,4 0 0-15,-1 0 1 0,4-3-4 0,6-2-1 16,6-3 2-16,4-2 0 0,-1 0 3 16,7-6 4-16,-3 3 7 0,3-2 5 15,5-4 1-15,0 0-4 0,0 0-2 0,0 0 2 16,20-13-4-16,-4 1-2 0,4-7-3 15,1-1-1-15,4 1 2 0,-7 5-1 0,0-6-8 16,0 5 0-16,-5 2 0 0,-4 5 1 16,-1 1 2-16,-2 0-9 0,0 2 4 0,-6 5-6 15,1-5 0-15,-1 5 4 0,0 0-1 16,0 0-2-16,-36 10 0 0,21-4 1 16,2 0-3-16,-2 0 4 0,5-2-2 0,-1 2 1 15,2-1-5-15,-2 0 6 0,6-2 0 16,-1 1 2-16,6-4 0 0,-9 4 4 15,9-4 5-15,0 0-6 0,0 0 8 16,0 0-9-16,0 0 2 0,18-14 1 0,-8 7-1 16,2 0-9-16,-1-2-9 0,-1 1-9 15,-1 1-16-15,0 2-3 0,-1 0-19 0,-2 1-27 16,-2 1-34-16,-4 3-52 0,7-5-68 16,-7 5-70-16,0 0-103 0,0 0-182 0,0 0-51 15,0 0 57-15,0 0-355 0,-23 10-423 16</inkml:trace>
  <inkml:trace contextRef="#ctx0" brushRef="#br0" timeOffset="-212843.14">15822 13251 2459 0,'0'0'-12'0,"6"-5"20"0,-6 5 7 0,0 0 2 0,2-6 8 0,-2 6 14 0,0 0 7 0,0 0 1 0,0 0 1 15,0 0-4-15,0 0 2 0,0 0 8 16,0 0 9-16,-31 13 15 0,24-8 9 0,-8 1 0 16,1 3 2-16,1 0 14 0,-3 1 10 15,-2 2-10-15,-5 3 6 0,3 0-5 16,4-3-9-16,-2 2 2 0,-5 3-8 16,8-3-4-16,0-1-3 0,0 1-11 0,-1-2 1 15,5 3-6-15,0-1-9 0,-3-1-3 16,-1-1-2-16,3 2 9 0,-1-1 5 0,2-1-4 15,1-1-6-15,1 1-2 0,2-2-6 16,-4 0-15-16,2 0 10 0,0 1 13 0,1-2-5 16,0-1-2-16,3 0-1 0,-1 1-3 15,-1 1-9-15,0-1 2 0,5-1-7 16,-5 2 1-16,7-2-2 0,-4 1 1 16,1 0-4-16,-1 4-2 0,0-4 6 0,2 1-3 15,2 2-2-15,-2-3 5 0,0 1-4 0,-2 2-3 16,2 0-2-16,2-1 1 0,0 1-2 15,0-1 3-15,0 1-4 0,0 0 0 16,2-1-2-16,2 3 0 0,-2-2 2 16,2 0-6-16,0 2-1 0,2 0 0 0,-3-1-2 15,3-1 2-15,-3-2-1 0,1 3-1 16,3-3-3-16,-4 1 2 0,5-3-1 0,-5 2-2 16,5-2 0-16,-2 3 2 0,2-2 4 15,-1-2 4-15,2-1 10 0,1 0 2 16,3 0 0-16,3-2 0 0,1-1-3 0,0-1 0 15,2 0-7-15,2-2 0 0,0-2 2 16,1 2-8-16,1-4-3 0,-1 3 6 0,-5-3-5 16,4 3-1-16,-4-2 1 15,2-1 27-15,-4-1 13 0,-2 0 20 0,1-1-1 16,-1 2 1-16,-3-2-8 0,3-2-2 16,-2-1 6-16,1-2-18 0,-1-1-4 0,1-2-6 15,-1 2-7-15,2-5 1 0,-1 2 15 16,-2-2-22-16,-1 0-1 0,-1 0 22 0,0 1 28 15,-3-2 4-15,-1 2-4 0,-4 4 3 16,-2-3-8-16,-2 1-1 0,-5-3-10 0,-5 3-4 16,-1 1-5-16,-6 3-8 15,-7 0-2-15,-3 6-4 0,2 1-8 0,3 3-5 16,-3 0-7-16,0 3-30 0,5-1-59 0,-1 4-80 16,2 0-90-16,2 0-118 0,3 3-129 15,-2-3-141-15,5 1-202 0,3 0 62 16,-1-1 84-16,3 4-573 0,5-5-721 15</inkml:trace>
  <inkml:trace contextRef="#ctx0" brushRef="#br0" timeOffset="-205810.18">11816 17336 3193 0,'11'-6'-156'0,"-11"6"43"0,3-6 38 0,-3 6 37 0,6-5 37 16,-6 5 31-16,0 0 37 0,5-8 27 0,-5 8 24 15,0 0 28-15,4-7 21 0,-4 7 6 16,0 0 6-16,0 0 3 0,4-7 6 0,-4 7-4 16,0 0-6-16,0 0-11 0,0 0-9 15,6-5-15-15,-6 5-13 0,0 0-14 16,0 0-15-16,0 0-14 0,0 0-12 0,0 0-8 15,0 0-2-15,0 0 14 16,9 27 0-16,-5-10 6 0,2 6 7 0,-3 1 5 16,8 11 5-16,-8 1-6 0,8-2-4 0,-1 0-7 15,0 0-8-15,-1 0-7 16,2-5-6-16,-1 0-1 0,-1-6-7 0,-1-3 0 16,-3-7-16-16,2 3 2 0,-3-6-2 15,-3-3-3-15,3 5 1 0,-2-4-5 0,0-1-4 16,1-2 4-16,-3-5-2 0,2 12 6 15,-2-12-9-15,0 0-6 0,0 0-3 16,0 0 2-16,0 0-17 0,-13-29-17 0,8 7-28 16,-3-10-11-16,-2-4-4 0,3 1 2 15,1-2 5-15,-2 3 5 0,3 0 10 16,-3 2-4-16,4 4 10 0,1 6 4 16,-3 0-1-16,2 0 5 0,-2 5 9 0,4 3 8 15,0-3 24-15,-1 2-5 0,-1 5 10 16,2-2-4-16,0 3-1 0,0 2-3 15,2 7-10-15,-1-11-2 0,1 11-3 0,0 0 10 16,0 0 14-16,0 0 7 0,12 35-4 16,-2-6 7-16,-2 4 16 0,1 4 13 0,2 0-1 15,1 1 7-15,-1-1-8 0,-3-2 7 16,2 1-3-16,-3-7 4 0,-1-5-1 16,-1-4-4-16,-1-3-8 0,0-6-4 15,-1-1-3-15,0 1-1 0,-3-3-3 0,2-2-3 16,0 2 2-16,-2-8-2 0,2 9-5 15,-2-9-22-15,0 0-18 0,0 0 0 0,0 0 0 16,-14-34 0-16,3 5 0 0,4-8-36 16,-7-13-32-16,-1-3-22 0,1 0 2 15,3 0-3-15,2 2 8 0,0 15 12 0,2 1 4 16,1 9 4-16,3 6 10 0,-1 2 11 16,0 1 5-16,1 4 0 0,-2 3 4 15,3-2 1-15,0 3 2 0,1 2-4 0,1 7 3 16,0 0 23-16,0 0 24 0,0 0 15 15,0 0 11-15,7 57-8 0,-1-19 7 16,2 0 1-16,1 12 8 0,-2-10 2 16,5 0 2-16,-2-4 0 0,-3-2-2 0,3-3 0 15,-2-8-4-15,-5-4 2 0,1-3-1 16,2-2-4-16,-5-5 4 0,4 3-3 16,-3-4 4-16,2-2 0 0,-4-6 2 0,1 7-17 15,-1-7-35-15,0 0 0 0,0 0 0 16,0 0 0-16,-12-42 0 0,9 17 0 0,-1 0 0 15,0 1 0-15,2 1 0 0,-1 6 0 16,1 5 0-16,-2-1 0 0,4 3 0 16,-2 2 0-16,2 8 0 0,0 0 0 0,0 0 0 15,0 0 0-15,0 0 0 16,2 28 0-16,0-16 0 0,0-2 0 0,3 4 0 0,-1-4 0 16,2 1 0-16,-3-1 0 15,2 0 0-15,-3-3 0 0,2-2 0 0,-4-5 0 16,3 12 0-16,-1-9-53 0,-2-3-82 15,0 0-97-15,0 9-116 0,0-9-114 0,0 0-145 16,0 0-204-16,-16 0-11 0,7 2 73 16,9-2-602-16,-25 6-806 0</inkml:trace>
  <inkml:trace contextRef="#ctx0" brushRef="#br0" timeOffset="-205159.83">11573 17253 3415 0,'0'0'-107'0,"0"0"40"0,-2-9 24 0,2 9 22 0,0 0 20 16,-2-10 27-16,2 10 22 15,0 0 25-15,0 0 11 0,-4-7-4 0,4 7-7 0,0 0-5 16,0 0 6-16,0 0 0 16,-2-7-6-16,2 7-5 0,0 0-4 0,0 0-7 15,0 0 36-15,0 0 41 0,0 0 22 16,11 24 16-16,-7-7 14 0,6 12 18 15,-1 5 18-15,3 4 16 0,-2 8 11 0,3 3 3 16,1-1-3-16,-5-7 2 0,-2 0-15 16,5-3-13-16,-1-2-2 0,0-2-3 0,1-1-13 15,-6-9-16-15,1-6-19 0,-3-2-14 16,0-1-13-16,-1-3-27 0,0-3-111 16,-1 0 0-16,2-3 0 0,-2 1 0 0,-2-7 0 15,1 11 0-15,-1-11 0 0,0 0 0 16,0 0 0-16,0 0 0 0,0 0 0 15,0 0 0-15,0 0 0 0,0 0 0 16,0 0 0-16,0 0-205 0,-3-28-245 0,-1 25-108 16,4 3-148-16,-12-4-168 0,12 4 60 15,0 0-745-15,-17-3-1002 0</inkml:trace>
  <inkml:trace contextRef="#ctx0" brushRef="#br0" timeOffset="-200144.62">23323 11492 4304 0,'-4'-4'-53'0,"2"-4"38"0,2 8 39 0,-3-11 33 0,3 3 21 0,2-2 28 16,1 1 21-16,5-3 7 0,2 0-4 15,3-1-12-15,2 1-10 0,6 2-12 0,6-4-12 16,-3 5-9-16,-2 0-9 0,-4 5-7 15,2 3-4-15,-3 2-7 0,2 3-7 16,-2 3-2-16,-2 3 0 0,-1 3 12 0,-9 5 5 16,-3 1 18-16,-4 5 25 0,-12 8 21 15,-6-1 20-15,-7 8 33 0,-1-4 15 0,-1-3 8 16,8-8-1-16,2-3-1 0,6-5-5 16,3-3 3-16,5-2 12 0,-3-2-7 0,6-4 6 15,2 1-203-15,0-6 0 0,13 10 0 16,0-6 0-16,7 0 0 0,5-1 0 0,0-1 0 15,1-1 0-15,-2 1 0 0,3-2 0 16,-4 0 0-16,1 0 0 0,-2 1 0 16,-5-2 0-16,3 2 0 0,-6-1 0 15,0 0 0-15,-1 2-369 0,-4 0-286 0,2-1-132 16,-4 2-87-16,-7-3 72 0,6 6-798 16,-6-6-1040-16</inkml:trace>
  <inkml:trace contextRef="#ctx0" brushRef="#br0" timeOffset="-199895.74">23811 11783 4120 0,'10'-7'-37'0,"-3"4"51"15,1-1 25-15,-3 0 22 0,-5 4 38 0,16-1 31 16,-16 1 20-16,19 4 14 0,-9 1 0 16,1 2 1-16,1 1 7 0,-5 4-14 0,0 2-5 15,-1 3-9-15,-2 2-1 0,-3 2-10 16,-2-3-6-16,-3 3-23 0,-2 2-6 15,-5 6-9-15,-3-4-9 0,0-1-5 0,-6 0-11 16,2-4 0-16,-3 1-11 0,-1-9-16 16,6-2-27-16,-11 4-49 0,4-4-68 0,3-1-83 15,0-2-119-15,3-4-123 16,4-1-173-16,-1-4-133 0,5-1 58 0,-1-1-569 0,7-1-711 16</inkml:trace>
  <inkml:trace contextRef="#ctx0" brushRef="#br0" timeOffset="-199545.93">24221 11468 3511 0,'4'-17'13'0,"-3"5"37"0,-1 1 38 0,4 2 42 16,-2 0 36-16,0 3 34 0,-2 6 6 16,0-11-17-16,0 11-24 0,0 0-20 0,0 0 7 15,0 0 20-15,0 0-2 0,-13 41-1 16,7-10 3-16,-2 4 13 0,3 3-11 0,-1-1-16 16,0 3-15-16,1-3-25 0,-1 1-11 15,4-2-8-15,-4 1-8 0,2-3-15 0,1-8-1 16,1-3-7-16,-4-2-4 15,4-4-14-15,2-3-18 0,-3-2-38 0,3-1-44 0,-2-2-41 16,2-2-73-16,0 0-98 16,0-7-128-16,2 7-143 0,-2-7-182 0,0 0-22 15,0 0 68-15,28-21-529 0,-9 1-661 0</inkml:trace>
  <inkml:trace contextRef="#ctx0" brushRef="#br0" timeOffset="-199245.82">24438 11492 3205 0,'-4'-12'45'16,"2"4"60"-16,-1 1 40 0,1 1 48 0,0-2 41 16,2 8 28-16,-5-9 13 0,5 9-9 15,0-8-22-15,0 8-31 0,0 0-15 16,9-12-17-16,0 9-23 0,2 2-18 16,-11 1-15-16,32 4-10 0,-14-1-16 0,1 4-10 15,0 3-7-15,6 7-8 0,-8 4-9 16,0 3 0-16,-5 3-2 0,-5-3 12 0,-1-2-2 15,-4 5 9-15,0-4-3 0,-4 2-6 16,0 2 0-16,-2-1-7 0,1-3-4 0,-5 10-4 16,4-8-9-16,0-2-1 0,-4-1-12 15,5-3-6-15,-3-4-42 0,3 0-63 0,1-2-71 16,0-1-87-16,-1-4-110 0,-1-3-129 16,4-5-159-16,-2 5-156 0,2-5 68 0,0 0-651 15,0 0-823-15</inkml:trace>
  <inkml:trace contextRef="#ctx0" brushRef="#br0" timeOffset="-199060.11">24517 11761 4010 0,'-18'0'160'0,"18"0"24"16,-11-2 28-16,11 2 43 0,0 0 48 0,0 0 16 16,0 0 2-16,-12-4-25 0,12 4-36 15,0 0-23-15,0 0-28 0,29-7-20 0,-16 4-45 16,4 0-65-16,4 0-104 15,4-2-124-15,9-3-146 0,-7 4-171 0,7-8-188 16,-1 1-147-16,-5-1 72 0,5 0-652 16,-7-1-833-16</inkml:trace>
  <inkml:trace contextRef="#ctx0" brushRef="#br0" timeOffset="-198812.17">24960 11282 4106 0,'-4'-9'94'0,"4"1"20"15,0 1 10-15,4 0 24 0,-4 7 16 0,10-5 9 16,-1 3-5-16,-9 2-11 16,22 7-13-16,-8 6-14 0,8 9-11 0,-8 9-4 15,0 4-1-15,3 10 11 0,-12-3 3 16,-5 5-4-16,-1 10-12 0,-7-2-6 0,-1 1-4 16,-7 0-2-16,3-7-14 0,-4-1-6 15,0-2-8-15,1 1-8 0,4-12-6 16,-2-6-4-16,1 0-10 0,2-8-36 0,0-3-41 15,2-4-57-15,4-3-89 0,-4 0-141 16,4-4-168-16,-1-4-208 0,6-3-74 0,0 0 75 16,0 0-619-16,-5-19-770 0</inkml:trace>
  <inkml:trace contextRef="#ctx0" brushRef="#br0" timeOffset="-198595.6">25379 11728 4053 0,'-3'-9'217'0,"-1"2"45"16,0 0 35-16,4 1 8 0,6 0 0 15,-1-2-13-15,6-1-25 0,3 3-26 0,8-2-27 16,-2 0-24-16,3 1-26 0,0 2-56 16,0 2-76-16,-2-1-107 0,2 4-104 0,-2 0-152 15,-3 0-152-15,4 2-187 0,-9 0-91 16,-1-1 71-16,-3 3-588 0,-2 3-738 0</inkml:trace>
  <inkml:trace contextRef="#ctx0" brushRef="#br0" timeOffset="-198427.85">25306 11993 3986 0,'-16'8'265'16,"7"-6"54"-16,-3 0 32 0,12-2 62 0,-10 3 44 15,10-3-2-15,0 0-43 0,0 0-50 16,0 0-36-16,22-15-36 0,-10 9-31 15,2 0-79-15,5 1-81 0,0-3-107 0,3 2-130 16,-2 0-158-16,3 0-181 0,-2 0-189 16,-1-1-213-16,4 3 62 0,-5 0 97 15,-2 0-699-15,2 1-871 0</inkml:trace>
  <inkml:trace contextRef="#ctx0" brushRef="#br0" timeOffset="-198077.48">26161 11442 3941 0,'2'-17'-13'0,"-2"2"51"0,2 4 45 15,-2 1 36-15,2 2 36 0,-2 2 16 0,0 6-4 16,1-11-16-16,-1 11-19 0,0 0 31 15,0 0 30-15,0 0 9 0,4 29 12 16,-6-6 7-16,2 4-2 0,-2 15 4 16,1 2 1-16,-1 0-11 0,-4 13-12 0,1-2-13 15,-4 0-16-15,2-1-15 0,1-2-11 16,-1-9-20-16,0-3-11 0,2-3-8 0,-2 0-14 16,1-5-23-16,1-8-70 0,0-3 0 15,3-4 0-15,-2-5 0 0,2 0 0 0,2-4 0 16,-1 1-103-16,1-1-203 0,0-8-172 15,1 4-184-15,-1-4-237 0,0 0 88 0,22-17 82 16,-3-4-701-16,3-5-879 0</inkml:trace>
  <inkml:trace contextRef="#ctx0" brushRef="#br0" timeOffset="-197745.05">26441 11575 4255 0,'-9'-17'100'0,"-2"5"58"15,6 1 60-15,-1-1 63 0,3 4 39 16,-3 2 18-16,4-1-3 0,1 2-30 16,1 5-32-16,3-12-29 0,5 5-27 15,1 1-21-15,5-1-17 0,0 5-20 0,8-2-18 0,-6 2-16 16,6 2-12-16,-3 4-16 16,-2 0-10-16,-2 7-37 0,8 6-50 0,-10 4 0 15,0 4 0-15,-1 7 0 0,-4-2 0 16,-6 6 0-16,-2-5 0 0,-2 6 0 0,0-2 0 0,-6 3 0 15,5-1 0-15,-4 1 0 16,2-2 0-16,-1-2 0 0,1-1 0 0,1-6 0 16,-2-2 0-16,2-5 0 0,-2 3 0 15,3-6 0-15,-1-2 0 0,0 0 0 0,0-2 0 16,4-3 0-16,-1-2 0 0,-1-1-9 16,0 0-557-16,2-7-150 0,0 0-192 0,0 0 70 15,0 0 88-15,0 0-748 0,9-20-944 16</inkml:trace>
  <inkml:trace contextRef="#ctx0" brushRef="#br0" timeOffset="-197530.16">26454 11958 4352 0,'-19'-6'98'0,"0"4"37"0,4-2 48 16,1 1 67-16,3 1 68 0,2-2 28 16,9 4 19-16,-16-2 9 0,16 2-12 15,-7-2-18-15,7 2-20 0,0 0-5 0,25-6-30 16,-9 4-157-16,9 0-132 0,2 0 0 15,0-3 0-15,0 2 0 0,0 1 0 16,-2-1 0-16,-3 1 0 0,-3 1 0 0,0 0-321 16,-6 1-293-16,4 0-178 0,-7 0-94 0,-10 0 89 15,19 1-829-15,-14 2-1065 16</inkml:trace>
  <inkml:trace contextRef="#ctx0" brushRef="#br0" timeOffset="-192747.2">18949 10798 2371 0,'0'0'97'0,"0"0"-8"0,-11 2-22 0,11-2 15 0,0 0 22 16,0 0-17-16,0 0-6 0,0 0-7 0,0 0-12 16,0 0-5-16,0 0-6 0,0 0-8 15,20-17-6-15,-7 17-2 0,1-2 0 0,10 4 2 16,13 2 2-16,6-1-1 0,14 5 4 15,2 1-2-15,8 2-1 0,1-3-4 16,7 5 13-16,3-5-12 0,4 2-8 16,-5 1-1-16,8 1-3 0,-3-2-1 0,18 1-10 15,-21-1 0-15,-1 1 5 0,-2-3 0 16,-2 2-8-16,-1 0 3 0,-3 0 1 16,-3-2 2-16,-2 3-9 0,-3-1-2 0,-1-3 6 15,-2 1 0-15,-1 1 2 0,-12-1 15 16,-1-4 17-16,3 0 0 0,-1-1 3 0,1-2-8 15,4 1-6-15,1 0-1 0,11 0-7 16,-14-2 4-16,13 0-7 0,2 1 1 0,-13 1-1 16,10 0-6-16,1 4-1 0,2-2-2 15,-2 3 0-15,2 0-2 0,2 0-2 16,-2-2 3-16,-3 4-5 0,1-2 0 16,2-3 3-16,-6 6-2 0,-2-6-1 0,-9 0-6 15,-2 0 7-15,-7 0-4 0,2-2 0 16,-11 2-3-16,-5-3 3 0,-2 1-2 0,0-2 5 15,-2 0-4-15,-3 1 3 0,4-2-8 16,1 1 6-16,2 0-2 0,3-2 2 0,1 2-4 16,13-1-1-16,-1 1-1 0,3-2 1 15,0 2 0-15,0-2-7 0,1 2 0 0,-2-2-2 16,0 2-2-16,-8 0 2 0,4-1-6 16,-4-2 3-16,-7 3-4 0,1 0 1 0,-1 0 0 15,13-3 7-15,-7 2-2 0,6-1 2 16,0-2 2-16,4 2-1 0,-1-1-3 15,5 0 4-15,-2-3-5 0,2 1 9 0,-3 1-2 16,1-4 1-16,-1 0-3 0,-2 3 3 16,-3-3 0-16,-2 2-2 0,-10 3 4 15,-3-2 5-15,-2 1-4 0,-1-1-3 16,-6 1 0-16,4 1 7 0,-6-2-6 0,6 3 2 16,-6-3 0-16,2 0 2 0,2 0 0 15,-2 1 0-15,0-1-4 0,4-1-2 0,2 0 4 16,1 1 3-16,2 0-8 0,1 2 3 15,11-3-8-15,0 3 10 0,5 0-10 16,1 3 8-16,2 0 1 0,3 3-2 16,3 0 1-16,10 1 1 0,1 1-3 0,4 0 2 15,-3 0 3-15,0 1 1 0,-2-2-4 16,1 0-1-16,-1-1 2 0,-5-4-1 0,-5 2-3 16,2-2-5-16,1 1 1 0,-2-2 1 15,-3-2 5-15,-1 0-8 0,-1 0 9 0,-1-1-9 16,-1 0 9-16,0 1-4 0,0 1 3 15,-1-1-6-15,1 1 6 0,2 1-1 0,-4 1 1 16,0-3-2-16,-2 4 2 0,1 0 0 16,-4-1 0-16,-3-1-2 0,-5 2-10 0,10-2 2 15,0 1-5-15,-10-3 1 16,0 2 0-16,-3 0 3 0,2-2 3 0,7 0 0 0,-6 0 5 16,-5 0 0-16,4 2 1 15,-4 0-7-15,0-3 6 0,0 3 3 0,-5 0-4 16,1-2 3-16,1 3-5 0,-2 0 6 15,1 1-2-15,2-2 3 0,-1 2-2 0,-2-2-3 16,5-2 4-16,-2 4 1 0,-5-2-2 16,4 2-4-16,-3 0 4 0,0 0 4 15,0 0-1-15,-3 2-1 0,-2-2-1 0,1 2 1 16,1 0-6-16,2 0 4 0,-4 2 4 16,4 0-1-16,-2 0 1 0,4 1 3 0,-4-1-1 15,4-2 0-15,-1 2 5 16,-2 0-2-16,2-2 2 0,-2 1 4 0,1 0-7 15,-1-1 8-15,-2 0 8 0,1-2 6 0,-3 2 2 16,-1-2-1-16,2 1 0 0,-3-1 1 16,1 2-2-16,-1-2-2 0,2 3-2 15,-1-1-8-15,-1 0 7 0,2 1-4 0,-4 0-3 16,0 4-1-16,-2 0-5 0,4 4 10 16,-4 2 3-16,-3 2 1 0,-1 6 1 0,-1 1-8 15,-2 4 9-15,-2 12 9 0,-1 2 2 16,-7 14 4-16,-2 5 6 0,-1 0 5 0,1 6 7 15,-2 2 15-15,-1 4 17 0,1-3 11 16,-1 6 12-16,1-2 14 0,3 2 3 0,-1 0 2 16,3-6 3-16,-2-2-4 15,1-7 2-15,2 0-12 0,1-8-5 0,0-12-1 16,3-1-7-16,-3-5-11 0,6-7-12 16,-3-7-1-16,2-4-9 0,0-1-8 0,0-2 0 15,2-4-6-15,0 1-7 0,0-1-3 16,0 1-5-16,0-1-7 0,0-3 1 0,0 4-9 15,-1-2-2-15,1 1 2 0,0-2-8 16,0 2 5-16,0-1-9 0,0 1-5 0,-2-2 2 16,2-6 1-16,0 13-8 0,0-7 3 15,0 0-2-15,2 0 2 0,-2 0 2 16,1 1-4-16,-1 1-6 0,0-2 1 16,0-6 8-16,4 11-10 0,-4-6-1 0,0-5 7 15,2 9-9-15,-2-5 4 0,0-4 0 16,2 8-6-16,-2-8 6 0,0 0-2 0,0 8 3 15,0-8-1-15,0 0-3 0,0 0 4 16,-2 7-7-16,2-7-2 0,0 0 8 16,0 0 3-16,-2 6-3 0,2-6 5 0,0 0-7 15,0 0 2-15,0 0 1 0,0 0 0 16,-21-1 8-16,21 1-10 0,-26-7-1 0,8 0 7 16,-5 1-4-16,-7-6-2 0,-4 5 4 15,-4-5-9-15,0 2 10 0,-5-1-2 0,0 5-2 16,-1 0 4-16,-11-5 0 15,11 6-5-15,-1-2-2 0,-2 3 5 0,6-5 1 0,-5 4-5 16,-2-3 1-16,2 2-2 16,-9-3 1-16,-3-1 2 0,4 0-3 0,-5-1-3 15,0-1 3-15,0 0 0 0,-2 1 0 16,-2 0-1-16,0 1 2 0,-8 2 3 0,-5-5-5 16,-4 7 3-16,-4 0 5 0,-1 0-4 15,-1 3-4-15,0 1 3 0,2-2-3 0,6 2 10 16,3 1-6-16,9-1-4 0,5 0 0 15,9 1 1-15,5-1-1 0,1-2-1 0,2 2 3 16,-4 1 1-16,3-2-3 0,-3 1 0 16,-2 0 2-16,-1 1 3 0,-10-5-4 0,11 5 2 15,1-4 0-15,-2 5 5 16,-3 0-4-16,2 0-8 0,4 0 6 0,-2 0-3 16,4 3 2-16,2-3 1 0,2 2-1 15,2-1 3-15,6-1-2 0,3 0-2 0,2 0 9 16,1 0-10-16,-1-1 4 0,1 1-6 15,2-2 11-15,-5 2-3 0,3-3-7 0,-13 3 2 16,5 0-2-16,-6 0 7 0,2-4 0 16,-4 4-6-16,3 2 0 0,-4-2-2 0,4 2-1 15,-5-2 9-15,-2 0-4 16,0 3 0-16,1-3-1 0,-1 2 3 0,-2-1-2 16,3 1-3-16,-1 0 1 0,5-2 1 15,-3 2 0-15,0-2 1 0,4 0 2 0,-2 1-8 16,3-1 5-16,-4-1 1 0,0 1-3 15,3-2 1-15,-4-2 3 0,0 4-8 0,1-3 9 16,-5 3-4-16,5-3 1 0,-9 1-1 16,4 0 2-16,0 2-5 0,-14-4 2 15,1 3 1-15,0-2-2 0,11 3-1 0,-2 0-1 16,0-2 3-16,3 2 6 0,2 2-5 16,1-2 3-16,2 0-7 0,-2 0 3 0,3 0 1 15,-1 0-2-15,2 0 0 16,-4-2 3-16,0 2-5 0,-1 0 0 0,-1 0-8 15,2 2 0-15,-8-4 0 0,-10 4 1 16,-6-2-2-16,2 4 4 0,-5-2 5 0,-2-2-4 16,-2 2 1-16,5 0 5 0,-1 0-3 15,5-2 6-15,4 0-5 0,1 0-2 0,13 3 4 16,1-6-4-16,2 6 4 0,1-3 3 16,-1 0-9-16,-1 2-8 0,2-2-4 0,1 0 3 15,-1-2-3-15,-1 4 9 16,-1-4 5-16,-2 2-2 0,3 0-3 0,-1-3 0 0,7 3 6 15,-2-2-3-15,13 4 3 0,3-2-6 16,4-2 4-16,0 0-1 0,5 2 5 0,3-2-1 16,-2 4 1-16,3-2 3 0,2 0-5 15,-2-2 5-15,-2 2-2 0,5 0 5 16,-1 0 1-16,-4 0-5 0,5 0 0 16,-2 0 1-16,0 0-4 0,-1 0 4 0,0 0 4 15,5 2 0-15,-2-2-1 0,13 0-4 16,-17 0 3-16,17 0 0 0,-15 2 0 0,15-2 0 15,-14-2 0-15,14 2 4 0,-9 0 0 16,9 0 0-16,0 0-1 0,-12-2-4 16,12 2 7-16,-8-6 0 0,8 6-2 0,-3-11-7 15,1 5 8-15,0-6-5 0,6 0-3 16,-1-7 6-16,3-14-4 0,2-4 4 16,5-11-1-16,1-3-3 0,-1-5 1 15,5-5 1-15,-4-6-5 0,-1-4-4 0,5-19-2 16,-9 17-11-16,-1 0-4 0,-2 4 8 15,0 4-1-15,-5 1 6 0,1 6-6 0,-4 13 6 16,1 2-1-16,-1 7 3 0,0 8-1 16,2 8 3-16,-2 3 1 0,0 1-4 0,2 4-4 15,0 1-38-15,0 2-35 0,0 4-33 16,0 5-31-16,0 0-66 0,0 0-68 0,0 0-77 16,0 0-89-16,-16 22-145 15,7-7-96-15,-7 12 66 0,-4-2-479 0,-3 4-576 0</inkml:trace>
  <inkml:trace contextRef="#ctx0" brushRef="#br0" timeOffset="-191812.14">17009 13767 3392 0,'-5'5'136'0,"-3"2"1"0,3 2 9 0,-1-3 17 0,-2 3 18 16,4-3 22-16,2 0 19 0,-1 1 16 15,3-7 15-15,-8 10 8 0,8-10-7 0,0 5-8 16,0-5 2-16,0 0-5 0,0 0-11 16,10 3-21-16,-10-3-19 0,0 0-19 15,30-13-16-15,-17 4-12 0,3-4-16 16,1-1-12-16,2-8-14 0,-2-1-10 0,2-7-11 16,-5 1-4-16,-1-6-18 0,1-12-14 15,-3-2-12-15,-8 8-18 0,5-12-16 16,-4 9 0-16,-2 5 0 0,-2 1 0 0,0 11 0 15,0 7 0-15,2 2 0 0,-2 5 0 16,0-1 0-16,-2 5 0 0,2 9 0 0,-2-6 0 16,2 6 0-16,0 0 0 0,-3 30 0 15,3-11 0-15,3 7 0 0,7 11 0 0,-3 1 0 16,7 11 0-16,-1-6 0 16,0-6 0-16,0-3 0 0,0-3 0 0,1-2 0 15,-3-1 0-15,0-8 0 0,-2-4 0 16,-2-3 0-16,1 0 0 0,-5-4-10 0,4-1-143 0,-5-4-65 15,-1 2-120-15,-1-6-151 16,0 0-160-16,0 0-218 0,0 0 70 0,0 0 85 16,-3-25-634-16,-2 7-802 0</inkml:trace>
  <inkml:trace contextRef="#ctx0" brushRef="#br0" timeOffset="-191626.68">17201 13213 4046 0,'-12'-10'117'0,"1"3"19"0,1 0 36 0,4 0 39 0,0 1 35 16,3 0 31-16,-3 0-14 16,6 6-25-16,-4-11-26 0,4 11-23 0,-1-8-27 15,1 8-21-15,0-6-48 0,0 6-67 16,0 0-82-16,0 0-101 0,0 0-144 0,22 18-159 16,-18-9-238-16,-2 4-30 0,0-4 77 15,2 0-532-15,-1-1-648 0</inkml:trace>
  <inkml:trace contextRef="#ctx0" brushRef="#br0" timeOffset="-191412.05">17366 13439 3717 0,'0'0'261'16,"-7"4"6"-16,7-4 25 0,0 0 34 15,0 0-15-15,0 0-14 0,0 0-34 16,12-25-20-16,2 15-37 0,1 1-6 0,5-3-24 15,8-3-50-15,-1 1-67 0,-3 2-95 16,-3 4-101-16,1-1-135 0,-8 5-131 0,0 0-140 16,-1 0-203-16,-3 4 34 15,-1 0 68-15,-9 0-462 0,12 8-575 0</inkml:trace>
  <inkml:trace contextRef="#ctx0" brushRef="#br0" timeOffset="-191245.66">17515 13563 3242 0,'-11'8'181'0,"0"-3"38"0,2 1 24 15,4-3 37-15,5-3 48 0,-11 3 45 16,11-3 24-16,-7 4-5 0,7-4-18 16,0 0-38-16,0 0-34 0,0 0-34 0,0 0-28 15,23-14-23-15,-5 9-40 0,0-3-70 16,5-1-92-16,6-1-111 0,3 1-125 0,-7 2-151 16,-4 2-159-16,0-2-200 0,-2 4-97 15,-2-1 88-15,-3 4-679 0,0-2-870 0</inkml:trace>
  <inkml:trace contextRef="#ctx0" brushRef="#br0" timeOffset="-190829.8">18282 12973 4139 0,'0'-10'-10'0,"2"1"29"16,0 2 20-16,-2 2 25 0,0 5 9 0,2-8 6 16,-2 8-2-16,0 0 36 0,0 0 25 15,-31 41 9-15,4-5 5 0,-4 3 14 16,1 4 8-16,-5 3 10 0,0 3 14 16,5-3-4-16,1 2-9 0,4-1-10 0,5-7-3 15,4-5-3-15,7-6-11 0,5-3-9 16,3-5-6-16,2-1-9 0,3-5-4 0,5 0-14 15,7-1-12-15,3-4-12 0,2-1-5 16,0-4-13-16,-1-4-6 0,3 1-7 0,-3-2-7 16,-2-2 1-16,2-1-15 15,-3 0-9-15,-4-2-13 0,-4-1-8 0,0-2-6 0,-5-2-1 16,-1 1-7-16,-3 1-1 16,-2-4-14-16,1 5-16 0,-3-2-35 0,-5 0-45 15,-3 1-44-15,1 6-58 0,-5 0-90 16,-5 6-115-16,-14 4-136 0,1 5-187 0,-2-1-57 15,-5 10 74-15,-7 0-630 0,4 4-812 16</inkml:trace>
  <inkml:trace contextRef="#ctx0" brushRef="#br0" timeOffset="-190513.93">16543 14287 3958 0,'-34'4'86'0,"-2"4"11"0,0-3 13 0,11-2 31 16,3 1 52-16,5-2 63 16,4-1 49-16,4 1-6 0,9-2-17 0,0 0-25 15,0 0-25-15,66-25-15 0,22 0-21 16,26-4-25-16,20-2-19 0,50-21-16 0,5 5-10 16,-40 11-49-16,3 3-29 15,0 0-11-15,-3 5-6 0,-8 1-4 0,-13 3-3 0,-15 4-4 16,-38 6 2-16,-12 4-5 0,-17 1 0 15,-10 4-8-15,-9 0 0 0,-8 3-2 0,-5-1 1 16,-9 1 3-16,-5 2-9 0,0 0 2 16,0 0-22-16,0 0-53 0,0 0-76 0,0 0-88 15,0 0-127-15,-30 15-123 16,19-10-170-16,-5 4-150 0,-1 2 73 0,2 0-654 16,-9 7-838-16</inkml:trace>
  <inkml:trace contextRef="#ctx0" brushRef="#br0" timeOffset="-189647.8">19819 13470 4010 0,'-21'-11'-52'0,"2"3"11"0,0 7 31 0,-3 1 45 0,-4 5 43 0,-9 6 40 0,-6 11 35 16,-4 1 26-16,8 6 1 0,2 4 8 15,9-1 2-15,7 1 8 0,5 0-13 0,9 0-1 16,5-3-15-16,5 7-9 15,6-3-19-15,5-2-7 0,5-1-12 0,0-3-16 16,2-3-9-16,2-3-36 0,-2-3-76 16,-1-2-76-16,5-3-100 0,-6-3-132 15,-2-8-160-15,-2 0-202 0,-1-1-50 0,-3-4 81 16,2 0-505-16,0-2-626 0</inkml:trace>
  <inkml:trace contextRef="#ctx0" brushRef="#br0" timeOffset="-189196.87">20183 13695 3487 0,'0'0'76'0,"0"0"-9"15,0 0-1-15,0 0 41 0,0 0 29 16,0 0 22-16,0 0 8 0,0 0-8 0,0 0-12 15,0 0-12-15,28 6-14 0,-15-6-7 16,1 0-11-16,-1-2-12 0,3-2-7 0,-1 2-11 16,0-4-5-16,-4 3-8 0,2-4-2 15,1 2-12-15,-3-3-1 0,0-1-4 16,-2 0-2-16,-4-4-4 0,-1 3-6 16,-4-2-1-16,-2 1-7 0,-2-4 1 15,-3 3-2-15,-7-2-4 0,-1 6-4 0,-2 3-1 16,-2 1-2-16,-4 4-1 0,-4 2 0 15,-10 6 2-15,2 5 7 0,7 2 21 0,-1 2 17 16,6 5 32-16,4 0 21 0,4 3 32 16,6-4 16-16,0 2 15 0,9-3 14 0,0-3-6 15,9 8-1-15,2 4-13 0,3-1-16 16,8-5-9-16,1 0-11 0,4-2-15 0,3-5-10 16,2-2-6-16,3-1-9 0,-1-6-27 15,-7-3-61-15,-2 1 0 0,-5-5 0 0,-1 3 0 16,1-3-35-16,-6-3-160 15,6 2-104-15,-5-5-133 0,-2-1-144 0,0-1-179 0,-1 0-73 16,-2-3 64-16,1 3-701 16,-6-1-913-16</inkml:trace>
  <inkml:trace contextRef="#ctx0" brushRef="#br0" timeOffset="-188947.28">20974 13755 4543 0,'-10'-4'270'0,"0"0"42"0,6 2 14 0,4 2-4 0,0-11 4 0,0 11 12 0,14-12-6 16,-3 4-33-16,9-2-30 0,0 3-26 16,12-3-28-16,1-2-27 0,-1 5-74 15,1-1-78-15,-4 2-110 0,-3 2-130 16,-1 0-138-16,-6 4-156 0,0-3-159 0,-2 1-218 15,-4 2 63-15,-1 0 104 0,-3 2-640 16,-9-2-803-16</inkml:trace>
  <inkml:trace contextRef="#ctx0" brushRef="#br0" timeOffset="-188728.69">20941 13900 3902 0,'-17'7'158'15,"6"-2"41"-15,3-1 31 0,8-4 73 16,-14 1 37-16,14-1 46 0,0 0 19 0,0 0-17 15,0 0-21-15,0 0-31 0,0 0-34 16,48-5-29-16,-24 2-31 0,10-2-24 16,2-2-76-16,0 2-142 0,-8 0 0 0,-1 0 0 15,-4-1 0-15,-2 6 0 0,0-3 0 16,-8 1 0-16,1-1 0 0,-1 3-293 0,-3 0-97 16,-10 0-90-16,13 0-95 0,-13 0-135 15,0 0-105-15,0 0 66 0,0 0-672 16,-6 10-873-16</inkml:trace>
  <inkml:trace contextRef="#ctx0" brushRef="#br0" timeOffset="-187797.73">21863 13975 3776 0,'-9'-5'59'0,"2"1"43"0,-4-2 34 0,6 4 39 16,5 2 46-16,-11-8 47 0,5 4 39 0,6 4 18 15,0 0-11-15,-6-5-23 0,6 5-29 16,17-10-28-16,7 5-21 0,13 0-22 16,3-4-19-16,4 3-17 0,2 0-20 15,0 3-18-15,-5-2-41 0,2-2-44 0,-5 2-51 16,-8 1-46-16,-7 1-43 0,-2 1-33 15,-6-1-35-15,-2 1-30 0,-1 2-44 16,-12 0-48-16,11-1-56 0,-11 1-43 0,0 0-66 16,0 0-108-16,0 0-119 0,0 0 61 15,0 0-457-15,-26 10-558 0</inkml:trace>
  <inkml:trace contextRef="#ctx0" brushRef="#br0" timeOffset="-187130.9">22534 13675 3164 0,'4'-15'50'16,"-2"1"3"-16,0 4 11 0,0 3 16 16,0-3 24-16,0 2 23 0,0 1 4 0,0 0-5 15,-1 0-14-15,-1 7-9 0,2-8-10 16,-2 2-11-16,0 6-13 0,0-8-2 15,0 8-6-15,2-5-7 0,-2 5-5 0,0 0-5 16,2-9-3-16,-2 9-10 16,0 0 6-16,0 0-4 0,0 0-6 0,0 0-1 0,-4-7-4 15,4 7 3-15,0 0-2 16,0 0-7-16,0 0-2 0,0 0 21 0,0 0 10 16,0 0 17-16,-3 22 3 0,3-9 2 15,-2 2 20-15,0 4 3 0,-4 5 2 0,4 0 4 16,2 1-9-16,0 2 3 0,-2 2-12 15,2 0 19-15,2 6-7 0,0-7-5 0,2-4-7 16,2-2 16-16,1-3-7 0,0 0-1 16,3-3 11-16,0-5 0 0,1-1-12 0,1-4-9 15,4 0-4-15,-2-6-10 0,3 0-7 16,0-4-3-16,3-4-13 0,10-7-6 16,-6-2-14-16,-1 0-10 0,-1-2-5 15,-4-3-5-15,3-2-4 0,-1-2 5 0,-4 1-4 16,4 1 3-16,-9 6-1 0,-1 4 5 15,-1 3-2-15,-1 1-5 0,-5 2 0 16,6 4-5-16,-6 1 2 0,-3 3 25 0,0 0 18 16,0 0 25-16,0 17 30 0,-1 1 33 15,-1 5 25-15,-7 16 21 0,4 0 28 0,-2 14-4 16,-3-2-150-16,4-9-44 0,0-1 0 16,4-1 0-16,-1-4 0 0,1-6 0 0,4-6 0 15,-2-5 0-15,0-2 0 16,2-3 0-16,-2-1 0 0,0-4 0 0,0 2 0 0,1-5 0 15,-1-6 0-15,2 9 0 16,-2-9 0-16,0 0 0 0,0 0 0 0,0 0 0 16,0 0 0-16,23-13 0 0,-21 7 0 15,-2 6 0-15,6-7 0 0,-6 7 0 0,2-7 0 16,-2 7-3-16,0 0-870 0,0 0-100 16,-31 7 90-16,16-2-974 0,0 3-1281 0</inkml:trace>
  <inkml:trace contextRef="#ctx0" brushRef="#br0" timeOffset="-186481.22">19872 14866 5023 0,'0'0'-120'0,"-10"-8"23"0,3 5 36 0,7 3 44 0,-29 6 47 0,11 1 42 0,-16 9 35 0,-2 12 29 0,0 3 12 15,6 5 7-15,-1 0 1 0,8 0 0 16,10-4 12-16,1 0-4 0,9-6-9 16,4-3-8-16,4 1-15 0,8 6-7 0,5-3-19 15,-2-3-10-15,7-3-8 0,2-4-14 16,-3-4-51-16,-2-4-57 0,-3-2-82 0,6-1-91 16,-6-4-118-16,1 0-124 0,-4-4-149 15,4 0-175-15,1-3 71 0,-4 0-578 0,6-2-738 16</inkml:trace>
  <inkml:trace contextRef="#ctx0" brushRef="#br0" timeOffset="-186065.54">20335 14899 3502 0,'-3'-15'-5'16,"-1"3"23"-16,-3 2 24 0,2 1 41 15,1-1 26-15,-1 2 25 0,-3 2 7 0,3-2-5 16,-6 5-9-16,0 0-7 0,-1 0 11 16,12 3 7-16,-30 4 5 0,11 1-8 0,0 3-9 15,1 2-10-15,-7 4-11 0,3-1-7 16,9 1-11-16,0 1-11 0,1 1-1 0,9-1-5 16,1 2-9-16,4-2-2 0,1 3-6 15,7 0-5-15,5 5-2 0,4 0-8 0,0-4-6 16,3 2 3-16,-2-1-7 0,-3-5-5 15,-4-1-1-15,1-2-2 0,-3 1 7 16,-1-1-1-16,0-2 13 0,-5 2 14 16,3 0 23-16,-7 0 27 0,1 1 20 15,-2-2 20-15,-2 1 20 0,-3 2 6 0,-2 0 8 16,-4-2-10-16,0 0-12 0,-2 0-13 16,-2-1-14-16,0-5-13 0,-1 1-12 0,1-1-10 15,3-4-76-15,-1 2-17 0,0-6 0 16,13 2 0-16,-31-6 0 0,16 0-248 0,3-1-133 15,5 0-150-15,1 0-157 16,3 1-186-16,1-3 64 0,4 2 93 0,1 2-624 16,3-4-796-16</inkml:trace>
  <inkml:trace contextRef="#ctx0" brushRef="#br0" timeOffset="-185882.16">20430 15115 4121 0,'4'-7'210'16,"-4"7"13"-16,0 0 32 0,0 0 39 15,7-8 6-15,-7 8-6 0,0 0-17 0,11-5-31 16,-2 4-23-16,2-2-24 0,5 1-27 16,-2-1-60-16,6 0-79 0,-7 0-88 15,4 0-93-15,-4 3-104 0,3-2-115 0,-3 0-115 16,-3 2-138-16,-10 0-124 16,17 2 53-16,-14 2-533 0,-3-4-688 0</inkml:trace>
  <inkml:trace contextRef="#ctx0" brushRef="#br0" timeOffset="-185715.28">20478 15311 3318 0,'-17'9'110'0,"4"-2"63"0,3 0 56 0,2-1 50 16,1-4 61-16,7-2 46 0,-10 6 16 15,10-6-1-15,-8 6-16 0,8-6-30 16,0 0-39-16,0 0-28 0,0 0-29 0,0 0-30 16,0 0-52-16,0 0-81 0,48-14-131 15,-31 8-158-15,4-1-175 0,10-3-208 0,-3-4-259 16,3 1 0-16,-2 0 90 15,-8 5-669-15,8-4-864 0</inkml:trace>
  <inkml:trace contextRef="#ctx0" brushRef="#br0" timeOffset="-185115.72">21035 15112 4103 0,'-6'-8'130'0,"6"8"42"16,-5-10 30-16,5 10 14 0,-7-7-13 0,7 7-3 15,0 0-23-15,0 0 24 0,0 0 16 16,0 0-6-16,0 0-20 0,21 25-13 0,-13-12-22 16,0 3-6-16,-1 4-13 0,3-1 1 15,-7 0-21-15,6 0 5 0,-8-1 6 0,1 0 1 16,0-2-1-16,-2 4-1 0,0-7-9 16,0 3-7-16,-2-3-10 0,0-1-7 15,1-2-60-15,-2-1-34 0,1-1 0 16,2-8 0-16,-2 9 0 0,2-9 0 15,0 0 0-15,0 0 0 0,0 0 0 0,0-38 0 16,10 8 0-16,1-6 0 0,0 0 0 16,5 3 0-16,4 4 0 0,-6 2 0 0,-3 5 0 15,1 8 0-15,-4 1 0 16,1 3 0-16,1 4 0 0,1 0 0 0,-1 6 0 16,-10 0 0-16,21 3 0 0,-12 3 0 0,1 2 0 15,1 1 0-15,-1 0 0 0,-2 2 0 16,-3 0 0-16,3-1 0 0,-5 1 0 15,-1-3 0-15,0 1 0 0,2-2 0 0,-2-1 0 16,1-1 0-16,-3-5 0 0,1 8 0 16,-1-8 0-16,6 8 0 0,-6-8 0 0,0 0 0 15,0 0 0-15,13-17 0 0,-6 7 0 16,5-8 0-16,-1 3 0 0,11-5 0 0,-8 3 0 16,0 2 0-16,-1 4 0 0,1 2 0 15,-5 3 0-15,2 5 0 0,1 0 0 16,-12 1 0-16,22 2 0 0,-13 6 0 15,2-1 0-15,-4 2 0 0,3 2 0 0,-2 3 0 16,-1-2 0-16,2 3 0 0,-4-1 0 16,1 1 0-16,1 2 0 0,-1-3 0 15,-3 0 0-15,4-5 0 0,-4 1 0 0,-1 0 0 16,0-3 0-16,2 1-245 0,-2-1-238 16,0 0-129-16,-2-7-191 0,0 7-51 0,0-7 74 15,0 0-721-15,0 0-948 0</inkml:trace>
  <inkml:trace contextRef="#ctx0" brushRef="#br0" timeOffset="-184682.13">21730 15066 4445 0,'2'-12'64'0,"0"6"18"0,-2 6 23 0,4-11 26 0,-4 11 37 0,0 0 10 0,15 0 9 15,-15 0 9-15,17 14-4 0,-8-4-16 16,1 4 0-16,1 2-14 0,-3 1-3 15,-2 1-9-15,0 5 12 0,-1-2 5 0,-5-1 14 16,0-1-2-16,0 5 7 0,-3 0-9 16,-3 1-12-16,-2 1-16 0,-3 2-9 0,0-7-26 15,-1-5-114-15,-1-2 0 0,-1-1 0 16,1-4 0-16,-3-2 0 0,3-3 0 16,0-4 0-16,-1-5 0 0,2-4 0 15,0-10 0-15,0-10 0 0,5-6 0 0,9-4 0 16,2 2 0-16,-1-1 0 0,7 5-44 15,-4 10-33-15,1 3 3 0,4 9 7 16,-1 1 20-16,2 0 8 0,1 8 26 0,1-1 11 16,-2 6 20-16,4-1 19 0,4 5 3 15,-4 4 10-15,5-2 6 0,-6 3-4 0,3 1 5 16,-2-1-4-16,2 2-53 0,-3-2 0 16,0 0 0-16,-3-3 0 0,-3 3 0 0,3-4 0 15,-5-1 0-15,1 0 0 0,0-2 0 16,-3 0 0-16,-5-5 0 0,8 8 0 0,-3-4-282 15,-3 1-149-15,-2-5-141 0,6 8-183 16,-6-8-103-16,-8 9 74 0,3-4-750 16,-3 4-977-16</inkml:trace>
  <inkml:trace contextRef="#ctx0" brushRef="#br0" timeOffset="-184132.11">22096 15166 3967 0,'0'0'-50'0,"-2"-13"48"0,6 4 29 0,-2 2 32 0,1-1 40 16,5 3 50-16,-2-3 33 0,4 4 21 0,-1-2 2 15,3 4-1-15,-12 2 5 0,22 2 13 16,-6 1 12-16,-3 6 0 0,2 2-7 0,-2 1 3 16,-1 5-13-16,-1 0 5 15,-3 3-8-15,-5 1-5 0,-1 1-2 0,-2-1-4 16,-2 3-8-16,-1 0-14 0,-5 6-37 0,1-5-144 15,1-4 0-15,-6-4 0 0,5 1 0 16,1-4 0-16,-4-2 0 0,5-2 0 16,-3-1 0-16,1-2 0 0,1-4 0 0,-4-3 0 15,10 0 0-15,0 0-282 0,-20-12-225 16,15 2-110-16,3-6-150 0,1 1-79 0,2-3 76 16,1-4-727-16,10-7-944 0</inkml:trace>
  <inkml:trace contextRef="#ctx0" brushRef="#br0" timeOffset="-183912.08">22442 15023 3854 0,'4'-4'-10'0,"-4"4"37"0,0 0 32 0,0 0 48 15,0 0 48-15,-20 18 42 0,8-1 33 16,-5 9 20-16,0 2 13 0,-2 5 8 16,2 6-2-16,2-6-22 0,1 6-18 0,3-3-16 15,4 1-9-15,-2-4-13 0,7-4-14 16,1-4-13-16,1-5-15 0,0-1-16 15,1-4-13-15,5 2-12 0,-1-3-10 0,0 0-18 16,2-6-51-16,1-1-84 0,4-3-111 16,1-1-125-16,0-3-162 0,1-3-205 0,2-4-197 15,5-4 68-15,4-4 85 16,2-4-606-16,-4-1-767 0</inkml:trace>
  <inkml:trace contextRef="#ctx0" brushRef="#br0" timeOffset="-183628.71">22792 15066 3961 0,'-20'4'132'0,"7"6"44"0,-2 2 48 0,-4 11 62 15,3 0 57-15,4 7 30 16,1 1 22-16,4 3-10 0,3 3-13 0,4 1-32 15,4 2-32-15,3-2-28 0,2 0-24 16,0-3-26-16,4-2-100 0,-1-2-130 0,-1-4 0 16,-2-5 0-16,3-4 0 0,-3-1 0 15,-1-5 0-15,0 0 0 0,1-2-111 0,-1-3-325 16,-3-1-129-16,6-2-182 0,-8-2-135 16,-3-2 79-16,11 0-777 0,-11 0-1023 0</inkml:trace>
  <inkml:trace contextRef="#ctx0" brushRef="#br0" timeOffset="-178933.12">22998 15371 4640 0,'0'0'5'0,"0"0"9"0,0 0 4 0,0 0-2 0,0 0-3 0,11-14 9 0,6 5 0 15,6 1 1-15,7-2-3 0,4 3 3 0,1-3-7 16,-4 5 1-16,-7 0-3 16,1 2-5-16,-4 1 0 0,-3-2-2 0,2 4-8 15,-4 0-24-15,-3 0-31 0,0 0-38 16,-13 0-43-16,19-3-32 0,-12 3-41 0,-7 0-67 15,16 0-79-15,-16 0-175 0,0 0-28 16,13 3 49-16,-13-3-158 0,6 0-163 0</inkml:trace>
  <inkml:trace contextRef="#ctx0" brushRef="#br0" timeOffset="-178533.53">23558 15199 2240 0,'-10'-7'256'0,"2"3"-25"0,2 3-3 0,6 1 5 16,-9-4 22-16,9 4 3 0,0 0-14 16,0 0-15-16,-13 10-18 0,11-3-14 0,2 0-12 15,2 2-12-15,0-2-10 0,4-1-13 16,-1 3-11-16,4-2-16 0,5 0-7 16,-3-2-14-16,3-3-7 0,-1 1-9 15,2-3-7-15,1 0-7 0,-3-3-6 16,2-1-6-16,0-1-4 0,1-2-7 0,-3 0 0 15,1-3-8-15,-3 0 2 0,1-5 9 0,-3 4 0 16,-2-1-1-16,1 2 0 0,-4 0 24 16,2 5-25-16,-2-3-9 0,-4 8-1 15,3-7-7-15,-3 7-4 0,0 0 20 0,0 0 2 16,-2 23 11-16,2-8 3 0,-3 4 2 16,3 2 13-16,0 3-7 0,0 1-11 0,3 1 0 15,3 8-9-15,0-2-4 0,2-9-1 16,-3-1-7-16,3-2-2 0,-1-1-7 15,1-6-3-15,0 1-3 0,-3-4-7 16,-1 0-4-16,2-1-34 0,-3-2-85 0,-1 0-101 16,0 0-119-16,1-2-137 0,-1 0-150 15,-2-5-245-15,2 12 64 0,-2-5 92 16,0-7-577-16,0 14-735 0</inkml:trace>
  <inkml:trace contextRef="#ctx0" brushRef="#br0" timeOffset="-178299.95">24029 15603 3924 0,'0'0'170'0,"0"0"-18"0,0 0-14 0,0 0 7 0,0 0 49 0,0 0 28 0,0 0 15 16,0 0-13-16,7 17-15 16,-3-6 5-16,0 4-6 0,-3-1-6 0,-1 1-13 15,0 1-13-15,-1 1-13 0,-5 4-18 16,-1-1-15-16,-2-1-14 0,-2 1-18 0,-5 4-17 15,2 0-73-15,-8-5-103 0,10-4-111 16,-4-2-140-16,5 0-175 0,0-4-253 0,0-2-33 16,6-4 94-16,-1 5-608 0,6-8-777 15</inkml:trace>
  <inkml:trace contextRef="#ctx0" brushRef="#br0" timeOffset="-173934.44">24236 15283 3514 0,'0'0'-70'0,"4"-16"45"0,-4 11 39 0,0 5 40 0,0-15 40 15,2 6 30-15,-2 9 23 0,0-10 19 16,0 10-7-16,4-7-13 0,-4 7-15 0,0 0-12 16,0 0 36-16,0 0 29 15,0 0-2-15,5 20 1 0,-5-2-13 0,2 0-13 16,2 5-19-16,-2 2-9 0,1-2-11 16,-1 2-15-16,5 0-5 0,-5-3-13 15,1-1-8-15,-1 2-12 0,0-5-6 0,2-1-11 16,-4-4-9-16,2-2-31 0,-1-1-67 15,-1-3-75-15,0 1-74 0,2-1-83 0,-2-1-101 16,0-6-129-16,0 0-170 0,0 0 1 16,0 0 73-16,22-14-393 0,-13 1-484 0</inkml:trace>
  <inkml:trace contextRef="#ctx0" brushRef="#br0" timeOffset="-173584.46">24565 15190 2901 0,'11'-20'58'0,"-6"11"27"16,-1-1 24-16,1 3 21 0,-3 1 11 0,-2 6 1 15,6-6-12-15,-6 6-14 0,0 0-8 16,0 0-10-16,14 0-7 0,-14 0-4 0,0 0 1 16,9 17 3-16,-7-8 14 0,-2 3 8 15,-2 5 4-15,-4 1-7 0,-3 2-9 0,-1 7-7 16,1-5-7-16,-4 5-7 16,3-3-8-16,2-7-4 0,5-1 9 0,-1-3 3 15,0 3 3-15,1-3-3 0,3-1 1 0,0 5-5 16,3-5 2-16,3 5-3 0,-1-2-2 15,4 2-10-15,2 0-3 0,-2-1-4 0,2 1-2 16,-1-2 10-16,-2-1 7 16,1 0 20-16,-6 1-1 0,1-1 17 0,1-1-4 15,-3-1 1-15,-4 1-5 0,-1 0-13 16,-1 1-7-16,2-4-10 0,-3 3-5 0,-1-4-11 16,1 2-3-16,-5-1-37 0,0 1-80 15,1-7-92-15,-5 5-108 0,5-5-129 0,-4-1-156 16,-1-1-238-16,3-4 9 0,11 2 89 15,-17-10-565-15,9 0-719 0</inkml:trace>
  <inkml:trace contextRef="#ctx0" brushRef="#br0" timeOffset="-173334.45">24882 15037 3821 0,'6'-12'145'0,"-2"4"-9"0,-3 2-13 16,5 0-10-16,-6 6-9 0,0 0 34 0,0 0 16 15,21 17-3-15,-10 9-17 0,1 6-11 16,1 6-10-16,-2 12 10 0,1 3-7 16,-4 3-8-16,-3 1 1 0,-1 2-8 0,-6-3-11 15,-2 0-7-15,-1-2-5 0,-1-12-13 16,1-1-5-16,-3-3-6 0,0-2-5 0,1-3-6 16,1-9-10-16,3-3-8 0,-4-4-41 15,3-5-58-15,2-2-74 0,1-2-92 16,1-1-148-16,0-7-185 0,0 0-173 15,7 2 61-15,-7-2-513 0,19-14-662 0</inkml:trace>
  <inkml:trace contextRef="#ctx0" brushRef="#br0" timeOffset="-173151.1">25200 15533 3757 0,'-9'-7'245'0,"3"4"10"0,6 3 34 0,-6-7 60 16,6 7-15-16,3-9-24 0,-3 9-31 0,11-12-25 15,5 1-44-15,4 2-24 16,10-2-18-16,1 1-39 0,-3-3-102 0,-3 7-105 16,0 0-107-16,-4 1-129 0,2-3-129 15,-2 4-155-15,-3 1-166 0,0 2 56 0,-2 1-551 16,-3 1-720-16</inkml:trace>
  <inkml:trace contextRef="#ctx0" brushRef="#br0" timeOffset="-172984.45">25404 15644 3768 0,'-15'8'174'16,"4"-2"33"-16,1-1 34 0,7 1 43 0,-6-4 49 16,9-2 25-16,-5 6 7 0,5-6-18 15,0 0-18-15,0 0-28 0,0 0-29 16,0 0-39-16,0 0-30 0,21 9-48 0,-21-9-103 16,18-3-136-16,-4 3-131 0,1-3-147 15,3 0-168-15,-1-1-219 0,2 2-77 16,-2 0 80-16,5-1-652 0,3-3-850 0</inkml:trace>
  <inkml:trace contextRef="#ctx0" brushRef="#br0" timeOffset="-172750.88">25820 15340 4247 0,'-8'-11'171'0,"0"2"27"15,7 6 35-15,1 3 17 0,-6-9-6 16,6 9-25-16,0 0-10 0,0 0 34 15,0 0-20-15,0 24-22 0,0-5-23 0,0 5-16 16,0 1-13-16,-4 12-18 0,1-1-15 16,-4 2-16-16,0-4-31 0,-1 0-88 0,1 0-86 15,-1-1-89-15,0-9-113 0,6-1-130 16,-1-4-161-16,1-6-216 0,4-1 63 0,1-2 86 16,3-3-510-16,-1-3-639 0</inkml:trace>
  <inkml:trace contextRef="#ctx0" brushRef="#br0" timeOffset="-172400.97">26082 15213 3255 0,'0'-12'138'0,"-1"3"24"15,2 0 11-15,1 4 2 0,-2 5 3 0,4-10-3 16,-4 10-17-16,8-7-13 0,-8 7-15 16,10-3-9-16,-10 3-15 0,0 0-11 0,17 14-9 15,-13-4-9-15,1 1-5 0,-1 7-6 16,-4-1 15-16,-4 3 12 0,3 4 11 15,-5 9 16-15,-1-4 9 0,4-5 13 16,-5-2 9-16,7-2 6 0,-1 0 12 16,2-7 0-16,0 5-15 0,3-3-15 0,3 1-11 15,-1-3-11-15,6 3-11 0,-4-3-15 16,0 4-7-16,4 1-12 0,-2-3-2 0,-4 1-9 16,5 2-7-16,-7-1 2 0,2 0 3 15,-3 1 11-15,-2 1 15 0,-4 0 11 0,-2-1 15 16,0 3-100-16,-3-2-11 0,-9 3 0 15,4-6 0-15,-10 2 0 0,-1 0 0 0,-1-5 0 16,-7-1 0-16,-1 0 0 0,0-5 0 16,-2 0 0-16,5-4 0 0,7 1 0 15,0-2-472-15,4-2-405 0,1 1-68 16,-1-1 101-16,6 3-875 0,0-3-1151 16</inkml:trace>
  <inkml:trace contextRef="#ctx0" brushRef="#br0" timeOffset="-171433.24">19563 16220 4806 0,'3'-5'4'0,"-1"1"0"0,-2 4-2 0,0 0 7 0,0 0 35 0,0 0 55 0,-2 33 20 0,-3-11 15 0,-1 13-8 16,1 1 16-16,-1 0-6 0,3 0-13 16,-3-1-11-16,2-8-9 0,2-3-6 0,-2-2-12 15,2-2-9-15,0-3-9 0,0-5-1 16,1 1-11-16,1-1-4 0,-2-4 3 16,2 1 12-16,0-9 13 0,-4 8-6 0,4-8-8 15,0 0-6-15,0 0-5 16,0 0-4-16,4-37-11 0,-1 3-10 0,5-5-10 15,4-12-8-15,-1 5 3 0,0 9-7 0,1 4-4 16,-3 4-3-16,0 10-3 0,0 3-6 16,-4 7-1-16,5 1 1 0,-5 4 2 15,-5 4 5-15,18 4-3 0,-9 4 5 0,3 1 8 16,3 5-13-16,-4 4 1 0,1-1 6 16,-3 2-6-16,-2-3 3 0,2 3 0 15,-2-3 3-15,1-3-1 0,-3-1-2 0,3-1 3 16,0-5-4-16,-3 0 2 0,6-3 3 15,-11-3 1-15,25-9 1 0,0-6-5 0,2-4 1 16,-2-1-2-16,2-3 4 16,-3 5-1-16,-1 1-3 0,-5 5-3 0,-6 3 6 15,-1 6-14-15,-4-2 3 0,-7 5 1 16,0 0 2-16,18 15 0 0,-13-5 2 0,1 4 6 16,-3 3-5-16,-1 0 0 0,2 2 3 15,0-2-3-15,-3 2-1 0,3-2 4 16,0 0-21-16,0-1-60 0,0-3-71 0,2-1-74 15,-3-2-78-15,5-1-68 0,-3-3-77 16,5-2-109-16,2-4-164 0,0 0 30 0,2-4-470 16,4-6-627-16</inkml:trace>
  <inkml:trace contextRef="#ctx0" brushRef="#br0" timeOffset="-171133.21">20425 16130 2985 0,'-4'-9'-12'0,"2"4"24"0,2 5 6 0,-12-7 17 0,12 7 29 0,-14 0 21 15,14 0 10-15,-27 9 5 0,7 1-6 0,4 2-1 16,-6 7 1-16,1 1-7 0,5 3-3 16,4-2-9-16,4-3-6 0,4 3-5 15,3-2-5-15,2-2-8 0,1 5-4 0,8-3-7 16,3 7-1-16,0-6-3 0,5 4 0 16,-5-7-4-16,-3-1-5 0,1-1 20 0,-2 2 32 15,3-1 29-15,-2 2 23 16,-7-3 27-16,1 2 15 0,-4-1 15 0,-2 4-8 15,-2-1 1-15,-7 1-9 0,-3 6-30 16,0-2-17-16,-2-7-16 0,1-2-5 0,1-3-21 16,0 0-10-16,0-3-3 0,3-3-19 15,0-2-52-15,-2-4-75 0,13 0-92 16,-23-7-110-16,14-3-114 0,4-4-146 0,-1-1-222 16,4-2 45-16,4-1 74 0,4 3-384 15,3 0-500-15</inkml:trace>
  <inkml:trace contextRef="#ctx0" brushRef="#br0" timeOffset="-170967.67">20739 16508 2836 0,'0'0'204'0,"0"0"26"0,0 0-16 16,0 0-14-16,16 0-5 0,-16 0-16 0,0 0-18 16,0 0-15-16,14 3-16 0,-14-3-15 15,20 2-63-15,-9-2-123 0,5 2-139 16,-5 0-161-16,0 0-223 0,3 2-17 15,-1-3 54-15,-1 4-208 0,-3 1-254 0</inkml:trace>
  <inkml:trace contextRef="#ctx0" brushRef="#br0" timeOffset="-170800.86">20780 16709 2163 0,'-22'12'222'0,"8"-3"60"0,0-1 33 16,3 2 26-16,0-6 33 0,2 1 18 0,2 0 6 15,-2-2-16-15,9-3-23 16,-7 9-25-16,7-9-29 0,0 0-33 0,0 0-31 0,14 8-26 15,-14-8-68-15,18-1-113 16,-18 1-144-16,33-4-147 0,-16 0-175 0,2-2-240 16,4 1-116-16,-2 0 67 0,-1 1-570 15,-4 0-750-15</inkml:trace>
  <inkml:trace contextRef="#ctx0" brushRef="#br0" timeOffset="-170250.81">21094 16511 3756 0,'-6'-5'120'16,"2"-1"22"-16,4 6 6 0,0 0 0 15,0 0-13-15,0 0-14 0,0 0 12 0,0 0 9 16,0 0-10-16,0 0-9 0,24 17-8 16,-13-9-4-16,-6 4 9 0,3 0 16 0,-5 3 16 15,3-1 23-15,-3-1 6 16,-2 1 3-16,-2-1-11 0,-2 1-9 0,-1 1-18 0,0-1-13 15,-3 0-11-15,2-2-15 16,-4 0-1-16,5-4-17 0,-1 0-7 0,-1-2-12 16,6-6-3-16,0 0-11 0,0 0-5 15,0 0-7-15,-3-22-9 0,6 0-3 16,8-12 3-16,3-1-7 0,-1 5-5 0,5-2-2 16,-5 6-3-16,1 8-4 0,-5 4-3 15,0 5 1-15,1 3 4 0,-1 2-6 0,3 4-2 16,-12 0 0-16,21 5-3 0,-8 0 0 15,-1 4-3-15,-1-1 1 0,-4 4 2 0,3-1-1 16,0-1 1-16,-5-2-6 0,1 1 3 16,-2-1 1-16,2 0-3 0,-2-4 2 15,-4-4 0-15,7 12 3 0,-7-12-1 16,7 5 3-16,-7-5-10 0,0 0-5 16,0 0-8-16,29-17 3 0,-15 7-2 0,1-1 7 15,0 1-2-15,-4 0 0 0,1 4 2 16,0 0-3-16,-5 4 0 0,-7 2 3 0,18-3 6 15,-18 3-1-15,14 7 1 0,-4 1-2 16,0 2 1-16,-3-2 4 0,0 5-3 0,4-3-3 16,-8 2 0-16,5 1-2 0,-3-1-19 15,1-1-70-15,-2-1-84 0,0 0-86 0,2 1-109 16,-5-3-117-16,3 0-175 16,2 3-150-16,-3-4 61 0,2-1-666 0,-1-1-872 15</inkml:trace>
  <inkml:trace contextRef="#ctx0" brushRef="#br0" timeOffset="-169817.92">21775 16531 3821 0,'-3'-11'97'0,"1"4"46"0,0 2 13 0,2 5 3 0,0 0 9 0,7-8 15 0,-7 8-8 16,0 0-11-16,0 0-15 0,31 17-10 0,-21-9-20 15,1 7-10-15,0-1-10 0,1 2-9 16,-4-3 25-16,-5 3 23 0,3 1 34 16,-6-1 21-16,-2 1 4 0,-2-1-2 0,3-1-6 15,-5 0-11-15,-3 3-14 0,0-7-16 16,-2 1-14-16,-2-3-14 0,0-1-12 16,-2-2-13-16,-1-3-9 0,3 0-14 0,-3-6-25 15,16 3-35-15,-23-12-31 0,14-5-30 16,4-5-5-16,5-4 6 0,3-12 3 15,6-1-1-15,5 3 6 0,-1 5 8 0,7 5-4 16,-2 6 6-16,0 7 5 0,-3 8 11 16,0 2 6-16,-2 3 8 0,5 5 8 0,-3-2 12 15,0 9 7-15,5 0 7 0,-6-1-9 16,8 9 0-16,-8-3-1 0,2-5-5 0,-1 3 1 16,-3-1-5-16,-1 1 1 0,-2-3-3 15,1-2-9-15,0 2-5 0,-3-2-70 16,1-1-89-16,0 1-94 0,-5-3-117 15,5 1-135-15,-5-1-158 0,-1 2-168 16,0-2 60-16,-2 1-693 0,0-8-913 0</inkml:trace>
  <inkml:trace contextRef="#ctx0" brushRef="#br0" timeOffset="-169551.23">22039 16587 3883 0,'-8'-4'39'15,"8"4"45"-15,-3-9 13 0,3 9 28 16,0 0 36-16,0 0 21 0,0 0-6 16,0 0-7-16,0 0-13 0,0 0-14 0,27 13-12 15,-24-2-10-15,3 1-2 0,-3 5 5 16,-1 0-3-16,0 2 7 0,-2 0 5 0,-4 5 7 16,3 0-8-16,-7-2-13 0,2 0-12 15,-2-2-12-15,5 0-9 0,-3-3-12 0,2-1-4 16,-1-5-29-16,-2 1-77 0,2-3-80 15,-1-1-106-15,3-2-139 0,-7-1-187 16,0-2-253-16,10-3 52 0,-11 7 83 0,6-3-500 16,5-4-634-16</inkml:trace>
  <inkml:trace contextRef="#ctx0" brushRef="#br0" timeOffset="-169017.79">22344 16549 3048 0,'0'0'-16'0,"-2"-9"37"0,2 9 22 0,-8-7 27 0,8 7 41 0,0 0 48 0,-26 4 31 0,8 5 26 16,-9 11 12-16,3 1 14 0,-3 4 15 15,-3 6-5-15,9-2-1 0,-1-2-8 0,10 4-17 16,2-2 1-16,6-6-14 0,4-1-12 15,3-7-18-15,0 3-14 0,5-6-17 16,3 5-14-16,3-5-19 0,-2-3-9 0,4-1-18 16,-1-2-89-16,2-2-114 0,2-2-132 15,-1-4-142-15,-2 2-191 0,7-4-242 16,0-2 57-16,0 2 87 0,1-4-544 16,3-3-680-16</inkml:trace>
  <inkml:trace contextRef="#ctx0" brushRef="#br0" timeOffset="-168752.35">22761 16423 3772 0,'-12'-17'221'0,"5"1"24"0,-1 8 12 0,5-1 14 15,-3 4-1-15,6 5 15 0,0 0 52 16,0 0 24-16,-8 22-9 0,4 4-23 15,4 13-35-15,0 4-28 0,-2 2-26 0,8 10-22 16,0 0-22-16,0-1-19 0,1 1-77 16,3-3-100-16,-2-10 0 0,-3-3 0 0,3-2 0 15,-1-4 0-15,2-8 0 0,-4-4 0 16,2-2 0-16,1-1-361 0,2-4-276 16,1-2-237-16,-2-1-17 0,5-2 82 0,1-3-762 15,1 0-1013-15</inkml:trace>
  <inkml:trace contextRef="#ctx0" brushRef="#br0" timeOffset="-167417.83">23291 16627 4557 0,'3'-11'-40'0,"-1"0"6"0,1 1 28 0,-3 2 34 0,0 2 31 0,0 6 12 0,-3-11-1 16,3 11-6-16,-2-10-8 0,2 10-6 0,-2-8-6 15,2 8-8-15,0 0-3 0,0-7-8 16,0 7-4-16,0 0 0 0,0 0-1 0,0 0-1 15,0 0-4-15,0 0-4 16,0 0-1-16,0 0 2 0,0 0-3 0,0 0 0 16,0 0 0-16,0 0 2 0,0 0-1 15,0 0-2-15,0 0 3 0,0 0-1 0,0 0 2 16,0 0-3-16,0 0 0 0,0 0 3 16,0 0-4-16,0 0 4 0,0 0 16 0,0 0-1 15,0 0 5-15,0 0 3 0,0 0-3 16,0 0 0-16,0 0-1 0,0 0-3 15,0 0-3-15,0 0-2 0,0 0-6 0,0 0 5 16,0 0-2-16,0 0 2 0,0 0 3 16,0 0 6-16,0 0-1 0,0 0 2 0,0 0-1 15,0 0-1-15,0 0-7 16,0 0 16-16,0 0 8 0,0 0 13 0,0 0 9 16,0 0 3-16,0 0-6 0,0 0 8 15,0 0 2-15,0 0 5 0,0 0 1 0,0 0 5 16,0 0-10-16,0 0-3 0,0 0-14 15,0 0 5-15,0 0-15 0,0 0 1 16,0 0-7-16,0 0 5 0,0 0-20 0,0 0-1 16,0 0-1-16,-1-8-1 0,1 8-3 15,0 0-4-15,0 0-2 0,0 0 0 0,0 0-7 16,0 0 0-16,0 0-4 0,0 0 2 16,0 0-4-16,0 0-1 0,0 0 2 15,0 0-1-15,0 0-2 0,0 0 3 0,0 0-1 16,0 0 3-16,0 0-6 15,0 0 5-15,0 0-3 0,0 0 7 0,0 0-7 16,0 0 2-16,0 0-4 0,0 0 2 16,0 0 0-16,0 0 2 0,-4-8 0 0,4 8-5 15,0 0-1-15,0 0 4 0,0 0 3 16,0 0-5-16,0 0 2 0,0 0-1 0,0 0-3 16,0 0 4-16,0-9 0 0,0 9-2 15,0 0 0-15,0 0 8 0,0 0-11 16,0 0 12-16,0 0-7 0,-4-9-3 0,4 9-1 15,0 0-3-15,0 0 4 16,0 0 0-16,0 0 0 0,0 0-1 0,0 0-5 16,0 0 2-16,0 0-10 0,0 0 7 0,0 0 2 15,0 0-1-15,0 0 9 0,-5 24-4 16,5-13 18-16,-2 9-1 0,2-3 10 16,0 5-11-16,-2-3-1 0,2 6 2 0,2-1-4 15,-2 0-1-15,0-5-2 0,2 1 2 16,-2-4-3-16,2-1-4 0,-2-1 0 0,1-1-6 15,-1 1-3-15,0-5-17 0,-1 1-73 16,1 0-67-16,-2 0-78 0,2-3-87 16,0-1-89-16,0-6-97 0,0 6-195 0,0-6-48 15,0 0 64-15,0 0-532 16,0 0-687-16</inkml:trace>
  <inkml:trace contextRef="#ctx0" brushRef="#br0" timeOffset="-167132.17">23653 16511 3706 0,'-4'-13'140'0,"0"3"16"0,-3 3 22 16,0 0 40-16,2 2 44 0,5 5 24 0,-11-8 3 0,11 8-25 0,-6-4-23 15,6 4-23-15,0 0-16 0,0 0-16 0,0 0-12 16,0 0-17-16,0 0-18 0,25 16-10 16,-10-8-15-16,4 2-9 0,5 5-14 0,3 2-9 15,-4 1-7-15,0 1-8 0,-8 4-5 16,1-5-6-16,-9 1 4 0,1 2-1 15,-4-1-1-15,0 1-4 0,-2 1-2 16,0-3-7-16,-2 2-7 0,0 0 1 16,0-4-11-16,2 3-3 0,-1-3-11 0,1-3-23 15,4 2-89-15,-2-3-102 0,-1-3-99 16,6-3-90-16,-2 1-106 0,-2-4-108 0,5-2-175 16,0-2 2-16,-10 0 74 0,16-4-563 15,-3 1-726-15</inkml:trace>
  <inkml:trace contextRef="#ctx0" brushRef="#br0" timeOffset="-166967.77">23884 16819 3807 0,'-16'-5'138'0,"5"2"32"16,11 3 53-16,-18 0 72 0,18 0 56 15,-11-3 25-15,11 3-12 0,0 0-31 0,0 0-32 16,-7-2-32-16,7 2-27 0,0 0-27 16,0 0-21-16,27-6-22 0,-13 4-62 0,6 0-109 15,0 2-136-15,7 2-135 0,2-2-128 16,-3 4-141-16,-1 0-214 0,0 1-48 0,0 3 78 15,-3-2-618-15,7 6-796 0</inkml:trace>
  <inkml:trace contextRef="#ctx0" brushRef="#br0" timeOffset="-166700.53">24212 16929 3935 0,'0'0'34'15,"2"-12"3"-15,-2 12 39 0,1-7 21 16,-1 7 12-16,0 0 10 0,0 0 9 0,0 0 12 16,29 14-4-16,-23-1 1 0,1 6-2 15,-2 3 14-15,-5 2-3 0,0 4 8 0,-3 7 2 16,-6 2-9-16,-3-2-10 0,-1 2-11 16,2-1-11-16,-3-4-21 0,-5-2-12 0,2-5-8 15,2-1-32-15,-1-5-63 0,5-5-72 16,1-3-97-16,1-5-86 0,-1 0-131 15,5-4-173-15,5-2-174 0,0 0 61 16,0 0-494-16,-14-14-653 0</inkml:trace>
  <inkml:trace contextRef="#ctx0" brushRef="#br0" timeOffset="-165668.53">24499 16654 3626 0,'0'-13'170'0,"0"4"0"0,2 1-11 0,-2 8-17 0,0 0-12 0,0 0 33 0,0 0 60 16,0 0 40-16,0 0-4 0,-11 44-11 16,5-20-23-16,0 12-26 0,0 1-15 0,3-2-23 15,1 2-18-15,0-8-13 16,0-4-13-16,2-1-16 0,0-3-17 0,0-3-44 15,0-2-82-15,0-2-77 0,2-3-74 16,-2 0-77-16,2-2-76 0,1-3-75 16,-3-6-102-16,8 5-152 0,-8-5-23 0,0 0 56 15,23-15-381-15,-9-1-498 0</inkml:trace>
  <inkml:trace contextRef="#ctx0" brushRef="#br0" timeOffset="-165335.68">24745 16608 3083 0,'2'-10'119'0,"-1"1"18"0,3 3 20 15,1 1 16-15,-5 5-1 0,5-12-3 16,3 8-7-16,-8 4-11 0,11-6-12 16,-11 6-15-16,15 2-13 0,-15-2-10 0,13 8-7 15,-4-2-13-15,-4 5-5 0,-1-1-5 16,0 2-3-16,-2 1 25 0,-4 5 14 16,0 0 15-16,-4 3 15 0,1 1-1 0,-4-1-10 15,6-1-2-15,-1-3-4 0,2 1 9 16,0 0-9-16,2-1 2 0,0 2-17 15,2-1-4-15,2 3-12 0,0 2-2 0,-1 0-6 16,1-3-18-16,2 2-3 0,-4 1 7 16,2-1-10-16,-2 0-1 0,0 1-3 0,0-2-9 15,-2-1-6-15,-2-1-3 16,2-3 3-16,-2-1-3 0,2-1 5 0,-2-5-12 16,-2 2-1-16,2-1-7 0,-1-5-8 15,-6 0-43-15,9-5-81 0,-13 4-78 0,13-4-110 16,-17-4-115-16,6-4-147 0,3-1-249 15,0-5 17-15,4 1 80 0,4-9-555 16,2-1-729-16</inkml:trace>
  <inkml:trace contextRef="#ctx0" brushRef="#br0" timeOffset="-165102.08">25008 16465 3797 0,'6'-23'166'0,"-3"5"17"15,5 5 12-15,2 3 11 0,-5 1-1 0,5 2 11 16,0 4 8-16,1 3-9 0,-11 0 3 15,30 17-11-15,-10 7-16 0,-4 6-11 16,0 15-15-16,-9 5-16 0,-5-5-9 0,0 11-8 16,-7 6-8-16,-6-2-6 0,2-2-10 15,-4 0-8-15,3-1-7 0,-3-4-14 16,0-2-7-16,3-14-10 0,1-2-10 0,0-3-8 16,0-8-25-16,4-7-95 0,1-3-115 15,0-4-132-15,3-3-199 0,1-2-235 0,0-5-82 16,0 0 73-16,0 0-658 0,0 0-874 15</inkml:trace>
  <inkml:trace contextRef="#ctx0" brushRef="#br0" timeOffset="-164902.53">25383 16862 4437 0,'-15'-6'265'0,"1"4"33"0,9-3 44 16,5 5 36-16,-6-6-3 0,6 6-36 0,0 0-36 15,0 0-33-15,20-18-25 0,-4 12-31 16,4-1-28-16,-2 1-88 0,5-2-107 16,-1 1-115-16,-2 0-118 0,-1 4-130 0,1 1-137 15,-5 0-165-15,-3 4-150 16,-1 0 60-16,-2 1-675 0,-5 7-890 0</inkml:trace>
  <inkml:trace contextRef="#ctx0" brushRef="#br0" timeOffset="-164735.98">25404 17045 3973 0,'-17'5'49'0,"6"2"70"0,0-2 60 16,2-2 69-16,4 1 89 0,5-4 43 0,-9 5 29 16,9-5-3-16,-8 5-28 0,8-5-34 15,0 0-36-15,0 0-35 0,0 0-28 0,0 0-25 16,0 0-56-16,0 0-105 0,34-14-150 16,-23 10-175-16,0 0-186 0,3 0-220 0,1-1-216 15,3 1 62-15,-4 0 82 0,0 0-668 16,6 1-864-16</inkml:trace>
  <inkml:trace contextRef="#ctx0" brushRef="#br0" timeOffset="-164417.41">25761 16616 4131 0,'6'-11'51'0,"-5"1"46"0,3 4 20 16,0 0 17-16,-4 6 19 15,0 0 25-15,0 0 61 0,0 0 38 0,0 0 15 16,-4 41-2-16,-3-6-12 0,-2 3-13 16,2 13 1-16,-2 1-11 0,-2 0-14 0,0 1-24 15,6-2-19-15,-2-8-22 0,3-2-15 16,-3 0-22-16,4-2-103 0,-1-3-36 15,0-6 0-15,2-8 0 0,2-6 0 0,0-1 0 16,0-5-216-16,2-1-160 0,4-4-104 16,-2-2-103-16,-4-3-130 0,0 0-116 0,24-15 52 15,-4-7-657-15,1-8-885 16</inkml:trace>
  <inkml:trace contextRef="#ctx0" brushRef="#br0" timeOffset="-164153.27">26005 16694 3942 0,'0'-11'68'16,"-4"3"47"-16,0 1 31 0,4 7 46 15,-8-5 54-15,8 5 34 0,-5-5 30 16,5 5-3-16,0 0-18 0,0 0-23 0,-8-7-17 16,8 7-6-16,0 0-24 15,0 0-18-15,19-5-22 0,-19 5-17 0,23 1-19 0,-23-1-13 16,25 7-12-16,-12 0-12 0,1 7-8 16,-5 3 3-16,-2 2-20 0,0 3-81 0,-5 4 0 15,-2 1 0-15,-2 10 0 16,2-6 0-16,-3 4 0 0,1-4 0 0,2-5 0 15,-2-4 0-15,0-2 0 0,4-1 0 0,-4-5 0 16,4 1 0-16,0-3 0 16,-2-3 0-16,2-1 0 0,-4 0 0 0,4-2-515 15,-2-6-255-15,5 6-171 0,-5-6 67 16,0 0-857-16,0 0-1165 0</inkml:trace>
  <inkml:trace contextRef="#ctx0" brushRef="#br0" timeOffset="-163935.45">25991 16992 5324 0,'-9'-4'276'0,"1"3"18"16,8 1 42-16,0 0 41 0,0 0 46 15,0 0 18-15,0 0-17 0,23-12-128 0,-2 7-296 16,2-2 0-16,0 0 0 0,9-3 0 16,1 1 0-16,-3-4 0 0,1 4 0 0,-8 2 0 15,-5 0 0-15,0 1 0 0,-3 2 0 16,-3 2 0-16,-3-1 0 0,-4 1 0 0,-5 2-455 15,0 0-318-15,0 0-166 0,10 7 80 16,-10-7 92-16,0 0-729 0,-17 17-942 16</inkml:trace>
  <inkml:trace contextRef="#ctx0" brushRef="#br0" timeOffset="-161617.06">27628 5934 3758 0,'0'-10'-218'0,"-2"6"37"0,2 4 16 0,-2-12 27 0,2 12 14 0,0-6 14 0,0 6 15 0,0 0 34 0,-1-11 31 0,1 11 28 0,-2-3 23 16,2 3 14-16,0 0 7 0,0 0-2 15,0 0-6-15,-6-5-6 0,6 5 2 0,0 0-2 16,0 0-3-16,0 0 3 0,-4 24 16 15,4-11-4-15,2 4 3 0,-2 12 29 16,2 12 1-16,2 2-10 0,-2 18 1 0,1 2 25 16,-1 8-6-16,2 1-5 0,0 3-4 15,-3 4-9-15,1 3-2 0,3-1-11 0,-5 5 2 16,4 14 20-16,-3-17 6 0,7 16-6 16,-1-22-2-16,5 17 1 0,1-21 3 0,3 18-7 15,-1-21-8-15,0-2-4 0,4 2-5 16,0-4-2-16,4 0-1 0,0-3 18 0,1-1-4 15,-2-1-7-15,1-1-3 16,-3-1-7-16,1-3-3 0,-3-1-2 0,-3 0-4 16,-1-4-6-16,-5 1 4 0,-4-10-7 15,3 1 0-15,-5-1-6 0,4-1-1 0,-3-2 0 16,-3 0-4-16,1-1 0 0,2-1-2 16,0-2-1-16,-1 0 1 0,3 2-5 0,-1-2 1 15,-4 1-4-15,5-1 4 0,-2 4-3 16,-3 0 0-16,1 1 1 0,2 1 3 15,-4 5 10-15,2-2 2 0,-2 4 1 16,-2 9-1-16,2 3-4 0,-2 2 0 0,-2 1 0 16,3 2-5-16,-1 1-1 0,0-6-2 15,0 3 3-15,2-2-3 0,2 1-4 16,0-3-1-16,1-1-1 0,-3 2 2 0,2-2 1 16,-2 0-2-16,0-1 0 0,-2 0-1 15,-1 1 3-15,-3-3-4 0,3 4 1 0,-8 1-1 16,0-1 0-16,2 1-2 0,-3-1 2 15,-1 1-2-15,1-6 2 0,-1 6-4 0,1-3 0 16,1 1 3-16,0 3-4 0,1-5 0 16,-1 4 3-16,2 0 0 0,-2-2-1 0,4 1 2 15,1-1 6-15,-1 0 3 16,3 0 0-16,-2-3 6 0,0 2-1 0,4 0 4 0,1-11 7 16,-5 8-1-16,2-11 0 15,3 3-4-15,-3 9-5 0,2-13-1 0,-3 1-1 16,2 0-2-16,1-1 0 0,0 2-4 15,0-1 1-15,2-2-4 0,-2 1 2 0,2 1 0 16,-2 2-1-16,2-3-3 0,0 4-2 16,0 1 0-16,0-1 0 0,0-3 2 0,-1 5-2 15,1-5 3-15,1-4-2 0,-2 1-2 16,1-5-1-16,-2 2 2 0,2-8-6 0,0-3 3 16,-2 1-2-16,0-3 5 0,-2-1-2 15,3-2 12-15,-2-3 21 0,1-3 5 16,-2-1 8-16,0 0 7 0,3-3 17 15,-5-1 15-15,2-2 10 0,-1-1 16 0,-3-3-6 16,0 0 0-16,1-2-8 0,7-2 7 16,-20 4 10-16,13-4 7 0,-2 2 0 15,0 1-3-15,9-3-6 0,-11 5-5 0,6 0-13 16,-1 5-9-16,0 6-9 0,-2 13-14 16,1 7-64-16,0 3 0 0,1 2 0 0,0 11 0 15,2-7 0-15,-3 11 0 0,3 0 0 16,-2 4 0-16,0-2 0 0,0-2 0 0,1-3 0 15,1 2 0-15,-1 0 0 16,3-11 0-16,0 3 0 0,2-1 0 0,0 12 0 16,0-1 0-16,2 2 0 0,0-1 0 15,3-3 0-15,-1 6 0 0,-1-1 0 0,5-1 0 16,2 2 0-16,-3-2 0 0,4 2 0 16,3-1 0-16,1-1 0 0,1-1 0 0,-3 0 0 15,2-1 0-15,2-1 0 0,1 1 0 16,-2-4 0-16,2-2 0 0,-2-1 0 0,-2-2 0 15,4 0 0-15,-2-1 0 0,4-1 0 16,-2-2 0-16,4 3 0 0,-3 1 0 0,1-1 0 16,2 1 0-16,1-1 0 0,0 1 0 15,-1 2 0-15,1-3 0 0,-2 0 0 0,-2-1 0 16,0 2 0-16,1 4 0 16,-4-3 0-16,2 3 0 0,-3-3 0 0,-2 5 0 0,0-4 0 15,1 3 0-15,-3 0 0 16,-2 0 0-16,4 1 0 0,-4 4 0 0,0-2 0 15,-3 2 0-15,4 0 0 0,-7 3 0 16,5 2 0-16,-6-3 0 0,1 2 0 0,2 2 0 16,-3 0 0-16,2 0 0 0,-3-4 0 15,-2-2 0-15,2-2 0 0,-1-7 0 0,0-5 0 16,0 1 0-16,0-4 0 16,-1-1 0-16,-1-3 0 0,2-6 0 0,0-6 0 0,-2 4 0 15,2-4 0-15,-2-1 0 0,2 0 0 16,-3-2 0-16,1-1 0 0,2-2 0 0,0-1 0 15,0-1 0-15,0-1 0 16,-2-3 0-16,2-1 0 0,0 0 0 0,0-5 0 16,2 3 0-16,-2-2 0 0,0-2 0 15,0-6 0-15,0 9 0 0,0-9 0 0,-2 8-155 16,2-8-77-16,0 0-49 0,0 0-57 16,0 0-70-16,0 0-58 0,-11-17-75 0,8 7-141 15,-5-6-70-15,5-1 61 0,-4-4-549 16,-2-12-701-16</inkml:trace>
  <inkml:trace contextRef="#ctx0" brushRef="#br0" timeOffset="-159984.46">28118 6805 3511 0,'0'10'13'0,"0"-1"18"0,2-4 20 0,-1 2 60 0,-1-7 31 16,7 13 29-16,-3-9 24 0,-4-4 28 15,7 8 11-15,-3-4 4 0,-4-4 8 0,11 7-7 16,-11-7-20-16,12 3-4 0,-12-3-22 15,16-1 2-15,-16 1-17 0,18-7-19 16,-11 1-17-16,5 0-13 0,-2-3-12 16,1-3-12-16,-3-2-12 0,-1-4-11 0,3-3-8 15,-5-1-8-15,-1-2-7 0,0-2-12 16,-2 4-3-16,-2 2-5 0,-2 3-7 0,2 3-3 16,-1 2-11-16,1-1-1 0,-3 5 3 15,-1 1-12-15,4 7-1 0,-7-6 4 0,7 6-2 16,0 0-1-16,0 0 5 0,-11 17-9 15,9-5 6-15,4 1-2 0,0 4 0 0,-1 1 4 16,5 6-1-16,1-2 0 16,-1 0-1-16,8 5-2 0,-1 2-1 0,-3-8 4 0,-1-4-3 15,2 0-6-15,-1-2 3 16,1-2-3-16,-1-1-24 0,0-3-60 0,-5-1-66 16,3-4-77-16,-1 4-93 0,0-4-119 15,-7-4-148-15,9 0-173 0,-9 0 0 0,0 0 81 16,13-12-629-16,-10 1-764 0</inkml:trace>
  <inkml:trace contextRef="#ctx0" brushRef="#br0" timeOffset="-159786">28400 6431 3932 0,'-8'-13'140'0,"3"3"38"16,-1 2 34-16,0 2 32 0,5-1 21 0,1 7 4 0,-7-12-7 15,5 7-23-15,2 5-20 16,-2-12-23-16,2 12-19 0,0-8-19 0,0 8-22 15,0-9-14-15,0 9-11 0,7-9-43 16,-3 5-83-16,-4 4-89 0,9-1-94 0,-9 1-115 16,0 0-123-16,17 9-145 0,-6 1-174 15,-5-2 66-15,0 8 86 0,-5 1-497 0,4 0-570 16</inkml:trace>
  <inkml:trace contextRef="#ctx0" brushRef="#br0" timeOffset="-159586.89">28524 6767 3429 0,'0'0'233'0,"0"0"39"16,-14-1 29-16,14 1 36 0,0 0 8 15,0 0-5-15,0 0-29 0,0-12-32 16,0 12-24-16,14-9-30 0,-5 2-24 0,4 2-22 16,9-1-20-16,-5 0-30 0,3-1-90 15,-2 4-108-15,-1-2-108 0,-2 1-125 0,5 1-137 16,-7 3-130-16,1 0-197 0,-1 0 61 15,-4 3 70-15,1 1-512 0,-5 3-614 16</inkml:trace>
  <inkml:trace contextRef="#ctx0" brushRef="#br0" timeOffset="-159403.54">28566 6965 3588 0,'-13'5'267'0,"3"0"34"0,0-2 47 0,10-3 43 0,-7 4 7 15,7-4-22-15,0 0-19 0,-8 3-31 16,8-3-31-16,0 0-31 0,0 0-26 15,0 0-25-15,0 0-15 0,42-12-30 0,-19 7-22 16,-2 0-91-16,4 0-101 0,-2-3-99 16,2 4-111-16,-5-2-137 0,-1 2-121 15,1 4-146-15,0-3-145 0,-1 1 61 16,3 0-741-16,-6-2-932 0</inkml:trace>
  <inkml:trace contextRef="#ctx0" brushRef="#br0" timeOffset="-158283.95">29242 6486 3696 0,'0'0'-206'0,"-6"-20"45"0,6 20 40 0,0 0 33 0,-5-7 32 0,5 7 29 0,0 0 26 15,-4-5 24-15,4 5 17 0,0 0 18 0,-3-5 9 16,3 5 9-16,0 0 5 0,0 0 12 16,0 0-2-16,0 0 6 0,0 0 1 0,-11-6 2 15,11 6-2-15,0 0 5 0,0 0 0 16,-5-3 4-16,5 3 4 0,0 0 3 0,0 0-3 15,0 0 1-15,0 0-4 0,0 0 2 16,0 0-1-16,-19 2-3 0,19-2-4 16,0 0 4-16,0 0-5 0,-13 3 7 15,13-3 6-15,0 0-2 0,0 0 7 0,0 0-16 16,0 0-7-16,0 0-8 0,0 0-3 16,0 0-5-16,0 0-7 0,0 0-4 15,0 0-13-15,34-16-1 0,-11 8-7 0,5 0-12 16,-3-1 1-16,0 4-1 0,-8 0-11 15,-1 2-1-15,-3-1-7 0,-4 2 1 0,-9 2 8 16,17 9-16-16,-9 1 6 0,-5 7-4 16,-3 9 20-16,-3 12 26 0,-5 3 24 0,-3 8 11 15,-3 1 7-15,3 0-4 0,-3-2-13 16,3 0-7-16,4-9-1 0,-3 0-14 0,2-4 4 16,3 0-4-16,-1-10-8 15,5-2-6-15,-1-6-4 0,0 1-4 0,-3-2-7 16,3-2-4-16,2-4-14 0,-2 2-44 15,2-5-57-15,0-7-53 0,0 10-58 0,0-10-67 16,4 6-83-16,-4-6-76 0,0 0-64 16,0 0-84-16,18-21-111 0,-15 10-20 15,5-1 51-15,-2-1-529 0,2-1-646 0</inkml:trace>
  <inkml:trace contextRef="#ctx0" brushRef="#br0" timeOffset="-158103.79">29301 6925 3097 0,'0'0'65'0,"-15"-1"84"0,8-2 53 0,7 3 46 0,0 0 44 0,0 0 51 15,-21-1 16-15,21 1 10 0,0 0-6 16,-9-3-21-16,9 3-28 0,0 0-29 16,0 0-28-16,0 0-28 0,23-15-25 15,-9 9-22-15,3 0-23 0,1 0-34 0,3 0-93 16,-1 0-107-16,1 1-101 0,1 3-93 16,-2-2-106-16,-1 4-83 0,3-2-91 0,-2 2-129 15,-1 2-46-15,-1 2 62 0,-3-1-579 16,-4 7-704-16</inkml:trace>
  <inkml:trace contextRef="#ctx0" brushRef="#br0" timeOffset="-157754.66">28105 7720 3637 0,'-25'0'139'16,"4"0"14"-16,4 0 9 0,3 0 14 16,5 0 33-16,9 0 29 0,-13-2-20 0,13 2-25 15,4-9-21-15,9 3-15 0,23-8-15 16,25-7-10-16,37-7-21 0,15-2-8 16,16-3-12-16,4-6-13 0,0 4-10 15,-5 3-16-15,-6 1-2 0,-7 1-10 0,-7 3-3 16,-8 1-3-16,-27 8-6 0,-6 2 4 15,-14 1-7-15,-17 4 3 0,-9 5 7 0,-6-3 4 16,-8 2 9-16,-2 0-11 0,-3 1-7 16,-3-2 0-16,-4 2-11 0,-1 6-4 0,0-9-21 15,0 9-54-15,-1-8-74 0,1 8-101 16,0 0-123-16,-7-6-144 0,7 6-222 0,0 0 22 16,0 0 70-16,0 0-526 0,0 0-625 15</inkml:trace>
  <inkml:trace contextRef="#ctx0" brushRef="#br0" timeOffset="-156936.87">29115 7870 3147 0,'0'0'39'0,"0"0"67"0,0 0 38 0,13 0 24 0,-13 0 23 0,0 0 25 0,0 0 20 15,0 0 6-15,4-10 4 0,-4 10-9 16,0 0-13-16,-8-16-10 0,2 11-7 0,-1-2-17 15,-2 2-8-15,-3 3-4 16,-5 2-17-16,-6 4-13 0,-9 5-10 0,-15 9-5 16,6 5 5-16,-1 6 1 0,3 3 9 15,3 2-11-15,8 5 1 0,3 1-5 0,6 2-7 16,12-8 2-16,-1 0-12 0,8-5-9 16,1-3-5-16,6 3-70 0,2 0-32 0,6-2 0 15,1-4 0-15,-2-7 0 0,4-2 0 16,-3-6 0-16,2 1 0 0,1-4 0 0,-2-2 0 15,6-1 0-15,-1-2-231 0,-1-4-200 16,3-1-127-16,2 0-141 0,-2 0-141 16,1-2 62-16,-2 0-805 0,-3 1-1024 0</inkml:trace>
  <inkml:trace contextRef="#ctx0" brushRef="#br0" timeOffset="-155887.61">29419 8049 4070 0,'0'0'-128'0,"6"6"62"0,-6-6 45 0,4 6 53 0,-4-6 55 0,4 6 42 16,-4-6 30-16,8 6 11 0,-8-6 5 0,7 5-12 15,-1-4-13-15,-6-1-12 0,13 2-14 16,-13-2-11-16,19 0-11 0,-19 0-8 15,21-3-15-15,-8-1-3 0,5 1-10 0,-3-1-2 16,0-2-9-16,-2 2-3 0,1-1-6 16,-3 0 15-16,3 0 13 0,-5-1 7 0,-2 2 14 15,4-4 8-15,-6 2 15 0,1-3 12 16,-4 3 4-16,-1-4-4 0,-1 3-1 16,-1-5-11-16,-5-2-11 0,-3 1-9 0,-1 1-13 15,0 2-11-15,-2 0-7 0,-4 1-9 16,0 5-8-16,-1-2-3 0,-2 4-4 0,2 4-3 15,-2-1-5-15,-2 6-4 0,-5 7-6 16,1 3-5-16,2 4 3 0,2 3-2 0,2 7 4 16,3 0 2-16,5 1-1 15,1 1-1-15,5-1 5 0,3-3-4 0,2-3-1 16,3 0-1-16,4 5-5 0,2-2 0 16,0-6-1-16,7 2-17 0,-3-8-1 0,1-1 0 15,-1-4 0-15,2 0 0 0,0-7 0 16,3 5 0-16,-3-5 0 0,0 0 0 0,2-3 0 15,-3 0 0-15,-1-1 0 0,0 1 0 16,-13-2 0-16,21 0 0 0,-14 2-78 0,-7-2-110 16,18 2-58-16,-13-2-59 0,-5 0-89 15,13 1-76-15,-13-1-78 0,5 3-123 0,-5-3-79 16,2 6 65-16,-2-6-627 16,0 8-768-16</inkml:trace>
  <inkml:trace contextRef="#ctx0" brushRef="#br0" timeOffset="-153353.14">30020 8320 4071 0,'-9'-5'235'0,"2"3"-11"0,7 2-15 0,-4-6-23 0,4 6-16 16,0 0-12-16,14-14-18 0,-3 10-13 0,3-3-12 0,1-1-12 15,3 2-11-15,2 0-12 0,3 1-49 16,-2 1-74-16,1 0-91 0,2 0-118 16,-7-1-128-16,0 2-131 0,-2-1-174 15,-2 3 58-15,-2 0 61 0,-11 1-367 0,12 1-413 16</inkml:trace>
  <inkml:trace contextRef="#ctx0" brushRef="#br0" timeOffset="-153204.52">30079 8479 2656 0,'-14'8'230'0,"1"-1"51"0,6-2 11 0,1-2 4 16,6-3 22-16,-10 6 48 0,10-6 5 16,-5 6-19-16,5-6-35 0,0 0-30 0,0 0-26 15,0 0-27-15,0 0-27 16,0 0-35-16,44-4-123 0,-20 0-123 0,15-1-144 15,-1-2-173-15,1-1-215 0,4-5-145 0,-2 3 51 16,-1-2-643-16,6-6-799 0</inkml:trace>
  <inkml:trace contextRef="#ctx0" brushRef="#br0" timeOffset="-152570.85">30965 8172 3515 0,'0'0'67'0,"-7"-9"46"16,3 7 5-16,4 2 22 15,0 0 13-15,-7-5 12 0,7 5 1 0,0 0 4 16,-1-6-4-16,1 6-12 0,0 0-10 16,0 0-15-16,0 0-13 0,8-11-9 15,-6 8-10-15,-2 3-11 0,11-7-7 0,-4 2-8 16,2-2-7-16,-2 0-4 0,0-3-2 15,1 0 6-15,0-2-2 0,-2-2 9 0,-1 0 2 16,-3 0-3-16,0-2-5 0,-2-1 6 16,-2 0 0-16,-4 1-5 0,1 0-2 0,-5 5-9 15,-3-1 5-15,0 2 1 16,-7 5 2-16,3 4 11 0,-3 1 8 0,-2 3 11 16,1 6 8-16,1-1 5 0,-5 9-2 15,4 5-8-15,6 1-8 0,6-5-9 0,2-1-5 0,7 1-7 16,2-1-7-16,2 1-5 15,6-1-5-15,-1 0-5 0,4-3-5 0,3 1-1 16,-2-5-6-16,4-5 0 0,-3 0-15 16,0-1-18-16,0-1 0 0,-1-1 0 0,-3 0 0 15,-2 0 0-15,2-1 0 16,-11-1 0-16,14 4 0 0,-7-3 0 0,-7-1 0 0,5 7 0 16,-3 3 0-16,-2 2 0 0,-2 3 0 15,1 3 0-15,-6 5 0 0,2-2 0 0,-1 12 0 16,0-7 0-16,3-4 0 15,-6 0 0-15,6 1 0 0,-5-4 0 0,5-4 0 16,-3 0 0-16,-1 3 0 0,-3-3 0 16,-3 0 0-16,-10 4 0 0,-4-1 0 0,-6-5 0 15,-3 1 0-15,0-2 0 0,-2-1 0 16,2-1 0-16,3-3 0 0,6-2 0 0,7 0 0 16,4-3 0-16,3 1 0 0,1 0 0 15,5-3 0-15,-2 2 0 0,9-2 0 0,-12 4 0 16,12-4 0-16,-11 3 0 0,5 0-321 15,6-3-693-15,-12 7 102 0,5-3-1109 0,-1 2-1438 16</inkml:trace>
  <inkml:trace contextRef="#ctx0" brushRef="#br0" timeOffset="-151722.05">28518 9501 5178 0,'0'0'-137'0,"8"-3"87"0,-8 3 40 0,2-6 47 0,-2 6 33 0,0 0 20 16,0 0 19-16,0 0 13 0,0 0 15 15,0 0 6-15,-27 17-5 0,8 6-7 16,2 2 1-16,0 4-15 0,0 0-3 0,7 2-16 15,0 0-5-15,9-3-10 0,1-7-9 16,1 4-9-16,7-2-10 0,-3-3 1 0,6-1-11 16,-4-2-8-16,2 0-1 0,1-5-17 15,0-2-14-15,-7-1-24 0,8-2-38 0,1-4-49 16,1-1-74-16,-1-2-106 0,3-2-120 16,3-1-126-16,2-4-203 0,3 0 33 15,2 2 79-15,6-4-513 0,1-1-605 16</inkml:trace>
  <inkml:trace contextRef="#ctx0" brushRef="#br0" timeOffset="-151353.33">29115 9544 3307 0,'-6'-12'105'0,"0"-1"17"0,-2 3 28 0,3 0 32 15,-5 3 33-15,3-1 21 0,-3 2 13 16,1 2-3-16,-2-1-11 0,-3 5-3 15,14 0-9-15,-35 3-5 0,17 5-4 16,-11 6-16-16,3 3-9 0,1 4-20 0,0-1-12 16,3 4-16-16,6 0-16 0,2-3-13 15,7-1-12-15,1-1-8 0,2-3-6 16,4-1-16-16,4 1 0 0,2 1-7 0,1-1-4 16,3 1-4-16,-1-2-6 0,4-1 8 15,-1 1 8-15,-1-1 9 0,1-2 4 0,-1 1 10 16,-3 1 12-16,-1-2-40 0,0 3-60 15,-4-4 0-15,-3 3 0 0,0-1 0 0,-1 4 0 16,-3-2 0-16,-5 6 0 0,4-6 0 16,-2-1 0-16,-3-1 0 0,0-1 0 0,1 0 0 15,0-2 0-15,0-3 0 16,0-2 0-16,9-5 0 0,-15 0 0 0,15 0 0 16,-13-12 0-16,7 0-544 0,0-2-187 15,5 1-182-15,1-5 79 0,1-1 98 0,5 3-772 16,0-1-953-16</inkml:trace>
  <inkml:trace contextRef="#ctx0" brushRef="#br0" timeOffset="-151171.8">29382 9677 4465 0,'0'0'218'0,"0"0"30"16,0 0 25-16,0 0 14 15,0 0 16-15,0 0 7 0,0 0-21 0,0 0-25 16,0 0-30-16,14 0-25 0,-14 0-21 15,23 4-37-15,-9-4-87 0,-1 1-108 0,0 2-110 16,3-3-118-16,-3 2-145 0,-1-2-147 16,1 4-164-16,-1-1-28 0,-1 0 70 0,-2 3-634 15,-2 2-778-15</inkml:trace>
  <inkml:trace contextRef="#ctx0" brushRef="#br0" timeOffset="-151021.24">29475 9839 3608 0,'-13'8'117'0,"1"-1"79"0,3 0 60 16,1-2 59-16,2-2 50 0,6-3 20 0,-11 7 3 15,5-2-13-15,6-5-26 0,0 0-33 16,-5 5-27-16,5-5-34 0,0 0-22 0,0 0-28 16,0 0-57-16,20 6-98 0,-20-6-135 15,21-4-144-15,-5-1-162 0,1 0-192 0,4-4-194 16,-1 1-27-16,-2-3 81 16,10 0-725-16,-3 0-898 0</inkml:trace>
  <inkml:trace contextRef="#ctx0" brushRef="#br0" timeOffset="-150438.81">29927 9769 4391 0,'-12'-4'176'0,"2"-1"30"0,5 2 28 16,5 3 17-16,0 0 15 0,-11-4 17 15,11 4 3-15,0 0-9 0,-5 16-22 16,5-6-27-16,3 1-22 0,-1 3-17 0,1 0-24 15,-3 5-14-15,4-2-17 0,-2 2-11 16,-2-2-13-16,-2 3-4 0,-2 1-4 0,3 1-50 16,-6-3-52-16,3-2 0 0,3-1 0 15,-3-5 0-15,0-1 0 0,0 2 0 16,4-4 0-16,-1-3 0 0,1-5 0 0,0 0 0 16,0 0 0-16,0 0 0 0,0 0 0 15,1-29 0-15,5 14 0 0,0 1 0 0,4-1 0 16,-1 2 0-16,-2 1 0 15,3 2 0-15,0 0 0 0,-1 4 0 0,-2 1 0 0,4 4 0 16,-4-1 0-16,-7 2 0 16,18 2 0-16,-9 3 0 0,0 0 0 0,-2 3 0 15,2-2 0-15,-2 2 0 0,-1 1 0 16,-3-3 0-16,1 0 0 0,0 1 0 0,0-3 0 16,-4-4 0-16,6 9 0 0,-4-6 0 15,-2-3 0-15,0 0 0 0,0 0 0 0,13 0 0 16,-13 0 0-16,14-15 0 0,-2 1 0 15,8-6 0-15,0-2 0 0,1 2 0 0,3-1 0 16,-8 4 0-16,-2 6 0 16,1 1 0-16,-3 2 0 0,-1 4 0 0,1 2 0 15,-3 2 0-15,-9 0 0 0,17 7 0 16,-9 0 0-16,-1 3 0 0,3 2 0 0,-3 2 0 16,0 0 0-16,-2 1 0 0,1 0 0 15,-1-1 0-15,-1 1 0 0,0-3 0 0,-2 0 0 16,4-5 0-16,-2 3 0 0,-3 0-172 15,3-3-277-15,0-3-104 0,-1 0-114 0,-3-4-139 16,0 0 20-16,0 0 77 0,0 0-668 16,0 0-831-16</inkml:trace>
  <inkml:trace contextRef="#ctx0" brushRef="#br0" timeOffset="-150171.79">30418 9792 4142 0,'0'-13'137'0,"2"3"14"0,2 2 10 0,3 2 26 0,0 0 33 0,-7 6 28 0,12-6 16 0,-2 6 4 16,-10 0-5-16,0 0-14 0,28 12-18 0,-14-4-4 16,-3 6-6-16,-2 1-3 0,2 4-3 15,-4 2-19-15,-3 3-11 0,-2 1-11 0,-2-2-7 16,-2 4-100-16,-2 10-67 0,-3-6 0 16,-4 4 0-16,0-4 0 0,-2-4 0 0,1-1 0 15,1-7 0-15,-3-5 0 16,7-3 0-16,-2 0 0 0,0-6 0 0,-2 0 0 15,6-2 0-15,5-3 0 0,-20-1 0 16,13-6-211-16,-2-2-341 0,0-6-96 0,2-6-135 16,5 3-38-16,6-5 62 0,4-9-743 15,3 4-949-15</inkml:trace>
  <inkml:trace contextRef="#ctx0" brushRef="#br0" timeOffset="-149905.64">30653 9757 4123 0,'0'-6'41'0,"2"0"60"16,-2 6 29-16,0-7 19 0,0 7 21 0,0 0 7 0,0 0 15 16,0 0 15-16,0 0 9 15,-20 15 6-15,11 1 1 0,-10 11-2 0,2 4 1 16,-2 10-9-16,-1 3-12 0,5-8-12 16,4 1-14-16,3-2-18 0,1 0-12 0,3-8-15 15,2-3-7-15,0-5-10 0,4 0-8 16,2-4-8-16,-2 1-12 0,3-5-21 0,-1 0-64 15,4-2 0-15,0-5 0 0,1 2 0 16,1-4-34-16,1-2-201 0,-11 0-92 16,25-6-109-16,-10 0-103 0,0-3-122 0,6-2-140 15,-6 3 53-15,-2-1 74 0,-1-1-597 16,-1 5-730-16</inkml:trace>
  <inkml:trace contextRef="#ctx0" brushRef="#br0" timeOffset="-149235.93">30510 9968 3355 0,'-2'-10'57'0,"2"2"73"0,-2-1 29 0,4 3 21 0,0-3 23 15,-1 2 24-15,3-2 26 0,0 3 22 0,-2-1 12 16,2 2 2-16,2 1-5 16,-6 4-8-16,11-2-8 0,-11 2-10 0,14 7-8 15,-7 0-13-15,1 5-12 0,-3 0-12 16,1 3-16-16,-4 8-18 0,2 0-16 0,-4 1-16 16,0-5-68-16,0 6-79 0,-4-3 0 15,-2 1 0-15,0-2 0 0,1 0 0 0,-3-2 0 16,-2-2 0-16,1-1 0 0,2-4 0 15,-5-2 0-15,2 0 0 0,-3-3 0 0,1-2 0 16,0-2 0-16,-1-3 0 0,13 0 0 16,-18-8 0-16,11-2 0 0,0-9 0 0,3-8 0 15,13-11 0-15,0-10 0 0,6-1 0 16,2 6 0-16,1 11 0 0,-3 3 0 0,-1 5 0 16,0 7 0-16,-3 7 0 15,0 6 0-15,-2-1 0 0,-4 7 0 0,-5-2 0 16,16 12 0-16,-9 2 0 0,1 4 0 15,-3 3 0-15,-1 1 0 0,3 2 0 0,-4 1 0 16,1-3 0-16,1-1 0 0,1 4 0 16,-2-8 0-16,0 1 0 0,0-3 0 0,2-1 0 15,-3-4 0-15,1 0 0 0,2-1 0 16,-1-3 0-16,2 3 0 0,-4-4 0 16,3 0 0-16,-6-5-236 0,5 4-414 0,-5-4-167 15,0 0-53-15,0 0 64 0,12 0-831 16,-12 0-1074-16</inkml:trace>
  <inkml:trace contextRef="#ctx0" brushRef="#br0" timeOffset="-148972.45">30805 9974 4734 0,'-3'-10'152'0,"1"2"44"0,0 2 20 0,2 6 8 0,-3-11 33 0,3 11 39 0,5-6 22 16,-5 6 4-16,0 0-11 0,0 0-26 0,0 0-20 15,36 10-31-15,-25 0-20 0,-4 1-47 16,5 5-167-16,-4 1 0 0,-1 1 0 0,-5-1 0 16,1 2 0-16,-3-1 0 0,-1 2 0 15,-1-3 0-15,-4 5 0 0,3-3 0 16,-3-4 0-16,-1 1 0 0,0-2 0 0,2-2 0 16,-3-4 0-16,1 1 0 0,1-4 0 15,0-4-487-15,6-1-266 0,0 0-150 0,0 0 67 16,0 0 81-16,0-23-761 0,16-5-961 15</inkml:trace>
  <inkml:trace contextRef="#ctx0" brushRef="#br0" timeOffset="-148771.91">31032 9833 4244 0,'-4'-5'87'0,"4"5"44"16,0 0 42-16,0 0 39 0,-29 9 67 16,18 1 55-16,-1 5 25 0,1 4-7 0,-7 7-15 15,7 3-32-15,0 3-28 0,-1-3-29 16,5 0-24-16,1 5-21 0,1-8-22 0,3-4-23 15,0-3-71-15,-3-2-87 0,5 1 0 16,0 1 0-16,0-7 0 0,0-1 0 0,0 1 0 16,3-1-215-16,1 1-107 0,-2 0-110 15,1-5-127-15,1-1-138 0,2 0-114 0,-3-2 56 16,6-2-741-16,-9-2-944 16</inkml:trace>
  <inkml:trace contextRef="#ctx0" brushRef="#br0" timeOffset="-148521.87">31363 9606 4247 0,'-18'-20'76'0,"0"9"34"15,-1 4 22-15,2 7 32 0,-2 5 47 0,-8 8 65 16,-2 11 31-16,1 9 31 0,4 9 7 16,2 9-10-16,3 5-25 0,2 4-30 0,5 7-23 15,3-4-26-15,2-1-24 0,1-2-21 16,2-3-22-16,4-12-149 0,2 0-15 0,4-3 0 15,-1-3 0-15,3-2 0 16,-1-3 0-16,2-9-19 0,-4-4-202 0,2-3-77 16,1-5-88-16,2-1-114 0,-4-4-111 15,3-3-210-15,0 0 44 0,1-5 86 0,-10 0-624 16,23 2-773-16</inkml:trace>
  <inkml:trace contextRef="#ctx0" brushRef="#br0" timeOffset="-147288.49">31602 9985 3320 0,'0'0'-92'0,"0"0"73"0,0 0 48 0,0 0 45 0,0 0 31 15,0 0 22-15,0 0 23 0,0 0 19 16,0 0 6-16,-10-20 3 0,10 20 6 16,0 0 1-16,0 0-9 0,0 0 3 0,0 0 0 15,0 0-10-15,0 0 1 0,0 0-18 16,8-12-9-16,-8 12-14 0,0 0-6 0,7-8-2 15,-7 8-4-15,6-6 14 16,-6 6-13-16,8-10-3 0,-6 5-3 0,1-2 0 16,-3 0 7-16,4-1 3 0,-4-1-11 15,0 9-14-15,2-15-8 0,-2 8-8 0,0 7-11 16,-7-12-9-16,3 9-7 0,4 3-5 16,-18-2-8-16,18 2-3 0,-25 10-6 0,14-3-3 15,-4 5-5-15,4-2-5 0,0 4-9 16,-2 3-3-16,8-2 1 0,-2-1 2 0,3 1-2 15,0-3 2-15,4-1-2 16,-2-1-2-16,4 0-3 0,0-3 8 0,2 1-1 0,-1-3-1 16,-3-5-2-16,15 7-3 15,-6-5-1-15,-9-2 3 0,18 0-1 0,-18 0 2 16,19-2-3-16,-19 2 3 0,17-4-3 16,-9 2 5-16,-8 2 4 0,11-4-6 0,-11 4-2 15,11-2-1-15,-11 2-2 0,0 0-3 16,0 0 1-16,11 12-2 0,-11-4 8 0,0 2-5 15,0 1 2-15,-2 3 0 0,0 1 1 16,0 2 5-16,-3 0 6 0,4 2 12 0,-1-2 11 16,0 0-4-16,0 0-34 0,2-1 0 15,0-3 0-15,0-1 0 0,-2 0 0 16,0-1 0-16,2-3 0 0,0-8 0 0,0 15 0 16,0-9 0-16,0-6 0 0,-3 10 0 15,-1-3 0-15,4-7 0 0,-7 9 0 16,0-6 0-16,0 1 0 0,7-4 0 0,-17 4 0 15,9-2 0-15,0 0 0 0,-1 2 0 16,-1-2 0-16,1 1 0 0,0 0-46 0,9-3-543 16,-14 6-134-16,6-5-182 0,8-1 65 15,-5 4 92-15,5-4-728 0,0 0-924 16</inkml:trace>
  <inkml:trace contextRef="#ctx0" brushRef="#br0" timeOffset="-147072.22">31794 10285 3899 0,'0'0'47'0,"0"0"77"0,0 0 57 0,0 0 43 0,0 0 45 0,2 18 47 0,-6-4 8 15,2 3 16-15,-5 4 8 0,-3 13-11 16,0 4-21-16,-1-3-24 0,2 1-23 0,-5 1-22 16,1-4-23-16,-3-2-25 0,3-2-24 15,-2 0-115-15,0-5-60 0,1-4 0 0,3-4 0 16,-4-5-76-16,5 1-199 0,-1-3-119 15,2-2-145-15,0-2-176 0,0-2-141 0,4 1 84 16,5-4-780-16,0 0-996 16</inkml:trace>
  <inkml:trace contextRef="#ctx0" brushRef="#br0" timeOffset="-143523.52">31962 10176 3966 0,'-2'-8'-85'0,"0"-3"40"0,0 0 34 0,0-2 54 0,2-1 24 0,0 1 24 15,4-4 12-15,2 2 6 0,3-3 1 0,1 2-3 16,3 2-7-16,0 2-12 15,1-1-4-15,1-1-9 0,-2 8-6 0,0-3-8 16,-1 5-6-16,-1 1-7 0,1 2-6 16,-12 1 1-16,17 4 1 0,-11-2 5 0,-1 8 15 15,-3 1 20-15,-4 5 11 0,-3 3 15 16,-3 4 4-16,-3 5-2 0,-1-1-1 16,3-4-6-16,2-4 0 0,0-1 1 0,3-1-4 15,3-5 6-15,1 1 5 0,0 0 15 16,1-1 3-16,5-2-3 0,0 0-8 0,4-1-11 15,1-1-12-15,3-2-11 0,0 1-12 16,4-3-19-16,0-2-63 0,2 0-71 0,1 0-111 16,-3-4-123-16,7 2-150 15,-5-2-167-15,1 0-183 0,-1-3 61 0,0-1 85 16,-4 0-542-16,-2 2-673 0</inkml:trace>
  <inkml:trace contextRef="#ctx0" brushRef="#br0" timeOffset="-143223.27">32451 9964 3335 0,'-1'-13'-26'0,"-1"3"38"16,2 4 30-16,0 6 35 0,3-13-1 15,-3 8-2-15,0 5-3 0,6-7-12 0,-6 7-4 16,10-3-9-16,-10 3 4 16,0 0-17-16,20 10 3 0,-12-3-6 0,-2 5-3 15,2 2 11-15,-5 1 23 0,-3 2 25 16,0 2 28-16,-3-2 29 0,-1 1 22 0,-1 2 11 15,0-4 4-15,1-2 2 0,0-2 3 16,3-2 1-16,-3 0 9 0,2-1 4 0,0-3 5 16,2-6-9-16,-2 13-12 0,2-13-16 15,4 11-14-15,0-6-14 0,-4-5-20 16,14 9-25-16,-7-4-65 0,2-3-95 0,2 1-107 16,-11-3-124-16,27-3-132 15,-11 1-166-15,5-6-214 0,-1 4 73 0,4 1 87 0,-3-6-520 16,1 1-634-16</inkml:trace>
  <inkml:trace contextRef="#ctx0" brushRef="#br0" timeOffset="-143004.4">32749 9815 3430 0,'2'-11'32'0,"0"8"15"0,-2 3-1 0,7-7 9 15,-7 7 26-15,0 0 26 0,23 5 25 16,-14 4 13-16,7 4-1 0,-1 10-5 0,-1 2-7 15,-3 6-5-15,-2 5-2 16,-2 2-7-16,-6 3-5 0,-4 1-6 0,-2 4-12 16,-4 7-10-16,0 1-7 0,-5-4-13 0,1 0-1 15,2-3-14-15,-1-6-48 16,1-6-66-16,-3 0-84 0,3-1-96 0,3-3-110 16,5-6-180-16,-4-5-131 0,3-4 63 15,1 0-387-15,3-2-466 0</inkml:trace>
  <inkml:trace contextRef="#ctx0" brushRef="#br0" timeOffset="-142656.79">32103 10960 3202 0,'-14'2'318'16,"7"-2"15"-16,7 0 34 15,0 0 45-15,0 0 24 0,0 0-8 0,0 0-30 16,0 0-37-16,0 0-37 0,17-19-35 0,4 12-28 15,2-1-30-15,7 1-25 16,6-3-33-16,-1 2-79 0,-1 2-114 0,3 1-141 16,-10 1-145-16,-2 1-161 0,0 0-181 15,-2 1-204-15,-4 4 62 0,-2 1 92 0,-4 2-625 16,-4-1-781-16</inkml:trace>
  <inkml:trace contextRef="#ctx0" brushRef="#br0" timeOffset="-142473.45">32046 11205 3840 0,'-21'5'174'0,"3"0"60"16,5-1 68-16,4-1 46 0,1-2 51 16,8-1 35-16,0 0 23 0,-17 3 2 0,17-3-33 15,0 0-46-15,0 0-37 16,0 0-40-16,0 0-211 0,38-21-92 0,-15 14 0 16,7-1 0-16,6-2 0 0,2 1 0 15,5 1 0-15,-3 0-300 0,-1 1-351 0,2-2-260 16,-3 3 23-16,-2-1 100 0,-8 6-795 15,-3-2-1023-15</inkml:trace>
  <inkml:trace contextRef="#ctx0" brushRef="#br0" timeOffset="-141973.31">32598 10953 4608 0,'2'-9'1'0,"2"1"21"0,1 0 36 0,4-1 47 15,2 0 37-15,-2 2 21 0,3 1 9 16,-1 2-4-16,-2 1-10 0,3 1-11 0,-12 2-5 16,23 5-9-16,-13-1 7 0,-1 6 12 15,-2 2 5-15,-1 1 6 0,-6 7 19 0,-2 3 11 16,-3 1 6-16,-3 6 4 0,3-5-2 15,-7 2 0-15,4-4-3 0,3-5-15 0,1-1-183 16,0-5 0-16,1 0 0 16,1-1 0-16,-1-3 0 0,1 2 0 0,2-2 0 15,0-8 0-15,2 14 0 0,3-9 0 16,-5-5 0-16,9 7 0 0,-2-5 0 16,-7-2 0-16,20-2 0 0,-6-3 0 0,6-5-56 15,8-4-823-15,1-3-95 0,2 0 95 16,-1 1-959-16,-1 1-1263 0</inkml:trace>
  <inkml:trace contextRef="#ctx0" brushRef="#br0" timeOffset="-141707.35">33008 10997 5339 0,'-4'-4'13'0,"4"4"51"15,-2-9 47-15,2 9 48 0,0 0 33 16,-2-9 6-16,2 9-8 0,0 0-25 0,9-6-16 16,-9 6-15-16,20-1-16 0,-20 1-14 15,17 6-12-15,-7-1-8 0,-1 3-7 16,-4 6-7-16,2 3 10 0,-5 2 6 15,-4 5 18-15,-6 8 24 0,-3 0 25 0,-4 0 16 16,-1-1 17-16,3 0-160 0,-1-2-26 16,7-5 0-16,-1-3 0 0,7-6 0 0,-2-1 0 15,3-1 0-15,4-4 0 0,4 1 0 16,-1-3 0-16,4-1 0 0,3-4 0 16,4 2 0-16,-5-4 0 0,1 0 0 0,6-2 0 15,-3 0 0-15,-2 1 0 0,1 1 0 16,2-4-762-16,-4 4-240 0,1 0 93 0,-3 0-968 15,-12 0-1300-15</inkml:trace>
  <inkml:trace contextRef="#ctx0" brushRef="#br0" timeOffset="-140973.7">29480 12504 5207 0,'6'-4'-25'0,"-6"4"10"0,0 0 9 0,0 0 37 0,0 0 57 0,0 0 39 0,-13 29 22 0,4-11 22 16,-1-1 16-16,-5 12 15 0,1-4-7 15,1 3 4-15,-1-3-1 0,5-3-18 0,0-1-13 16,1-2-22-16,0-2-10 0,2-2-15 16,3-1-11-16,-3-4-9 0,4 1-6 0,1-5-6 15,-3 2-12-15,4-8-5 0,0 0-8 16,0 0-9-16,0 0-1 0,0 0-25 0,0 0-28 16,20-35 0-16,-12 14 0 15,2-13 0-15,1 2 0 0,-4 1 0 0,1 7 0 16,-2 4 0-16,0 4 0 0,-3 2 0 15,-1 3 0-15,2-1 0 0,-2 6 0 0,-2 6 0 16,8-7 0-16,-8 7 0 0,0 0 0 16,0 0 0-16,17 13 0 0,-9-9 0 0,-1 4 0 15,3 0 0-15,-3-1 0 0,3-1 0 16,-1 0 0-16,2-1 0 0,0-2 0 0,2 1 0 16,0-6 0-16,4-2 0 0,2-2 0 15,10-8 0-15,-2 1 0 0,2-3-58 16,-6 3-11-16,-1 1 4 0,-5 4 12 0,-6 2-1 15,0 3 18-15,0-1-9 0,-11 4 4 16,0 0 26-16,14 7-16 0,-8 2 9 16,-4 2-1-16,0-1 18 0,0 3-13 15,0 2 3-15,0-1 2 0,2-2 0 0,-2 1-1 16,0-1 9-16,3 2-2 0,-1-3-19 16,-1-2-60-16,6 0-68 0,-2 0-95 0,1-3-98 15,1-1-108-15,1-3-109 0,1 0-136 16,3-4-39-16,1-1 60 0,4-4-542 0,10-5-684 15</inkml:trace>
  <inkml:trace contextRef="#ctx0" brushRef="#br0" timeOffset="-140673.55">30248 12382 3424 0,'0'0'55'0,"-13"-9"40"0,6 9 19 0,7 0 34 0,-27 5 36 0,9 0 19 0,0 5 16 0,-9 6 10 0,4 1-7 16,0 3-10-16,3-1-15 0,0 3-16 0,6 3-13 15,3-2-18-15,6-4-21 0,3 1-10 16,4-1-20-16,1 1-7 0,10 1-2 16,-1 4-16-16,10-1-10 0,-2-2-7 0,-1-1-3 15,-1-1-7-15,-3-1-1 0,-4-3-2 16,-3 1 45-16,-2-1 29 0,-3 0 50 16,-3 1 29-16,-3 0 11 0,-3 3-5 0,-4-1-10 15,1 0-19-15,-1-2-49 0,-2-3-125 16,3-3 0-16,0 0 0 0,1-3 0 15,0-3 0-15,1-1 0 0,7-4 0 16,-16-2 0-16,16 2 0 0,-9-14-451 0,3 4-149 0,5-2-198 16,1-3-70-16,0 1 82 15,1-3-808-15,1 2-1036 0</inkml:trace>
  <inkml:trace contextRef="#ctx0" brushRef="#br0" timeOffset="-140490.71">30400 12700 4827 0,'0'0'157'0,"0"0"7"0,0 0 20 16,0-7 24-16,0 7 12 0,0 0-18 15,0 0-18-15,20-1-20 0,-11 1-22 16,5-2-30-16,-3 2-93 0,3 0-104 0,-1-2-111 16,3 2-143-16,-2-1-153 0,0-1-160 15,-1 2-72-15,0 2 73 0,-5-1-520 0,0 4-638 16</inkml:trace>
  <inkml:trace contextRef="#ctx0" brushRef="#br0" timeOffset="-140323.41">30427 12932 3077 0,'-13'15'106'0,"4"-6"90"0,1-2 49 15,0-2 47-15,5-2 51 16,3-3 35-16,-8 7 23 0,8-7-3 0,0 0-16 16,0 0-36-16,0 0-34 0,0 0-33 15,0 0-32-15,0 0-36 0,0 0-83 0,46-10-123 16,-31 3-147-16,4-1-161 0,0-3-197 15,8-1-245-15,2 0-60 0,-3-1 81 16,7 1-680-16,-5-1-855 0</inkml:trace>
  <inkml:trace contextRef="#ctx0" brushRef="#br0" timeOffset="-140055.33">31110 12225 3721 0,'-14'-7'78'0,"-1"5"40"0,4 7 31 0,-3 4 42 0,-2 15 58 16,-7 15 60-16,0 7 30 15,1 7 7-15,4 5 0 0,2 2-11 0,5 4-30 16,2-4-25-16,2 4-25 0,2-2-28 16,5-1-21-16,2-2-16 0,1-5-24 0,1-10-20 15,4-3-19-15,-2-5-19 0,1-2-108 16,1-5 0-16,0-6-31 0,-2-5-154 0,3-7-94 15,-2-1-108-15,3-2-125 0,0-3-145 16,1-5-180-16,3 0 55 0,-1-5 91 16,4-1-612-16,-2 0-760 0</inkml:trace>
  <inkml:trace contextRef="#ctx0" brushRef="#br0" timeOffset="-139772.95">31377 12398 3745 0,'-5'-15'122'0,"5"1"25"0,-1 6 2 16,1-2-1-16,0 10-2 0,0-5 5 0,0 5 23 16,0 0 31-16,0 0 30 15,1 32 17-15,-1-8 6 0,0 3-17 0,0 13-17 16,-3 1-17-16,1 0-17 0,-2 1-15 15,2-1-20-15,0 0-11 0,1-4-18 0,-1 1-13 16,0-1-13-16,0-8-16 0,2-6-17 16,0-3-65-16,-2 0-81 0,0-2-93 0,4-4-98 15,0 0-127-15,0-5-148 0,-2 3-188 16,2-5-51-16,0-1 72 0,-1-2-604 16,-1-4-772-16</inkml:trace>
  <inkml:trace contextRef="#ctx0" brushRef="#br0" timeOffset="-139505.75">31503 12518 3919 0,'-8'-4'172'0,"4"-2"32"0,4 6 25 0,-6-7 29 16,6 7 31-16,0 0 24 0,0 0 7 16,0 0 5-16,0 0-12 0,0 0-9 0,0 0-25 15,27 13-19-15,-16-2-22 0,-1 5-20 16,5 11-21-16,-1 1-19 0,-3 2-15 15,-2 3-151-15,-2-2-12 0,-2 1 0 0,-1-4 0 16,0-3 0-16,-3 1 0 0,-1-2 0 16,2 4 0-16,0-5 0 0,-2-2 0 0,-2-3 0 15,0-1-74-15,2-2-348 0,0-3-125 16,4-2-148-16,-4-3-182 0,0-1 71 16,0-6 89-16,2 5-662 0,-2-5-831 15</inkml:trace>
  <inkml:trace contextRef="#ctx0" brushRef="#br0" timeOffset="-139324.91">31542 12934 4266 0,'0'0'284'0,"-23"-2"55"0,23 2 37 15,-13 2 43-15,13-2 37 16,0 0 38-16,-14-4-9 0,14 4-28 0,0 0-45 16,0 0-209-16,0 0-203 0,18-15 0 15,-7 9 0-15,5 2 0 0,-5-4 0 0,5 4 0 16,-2-1 0-16,4-1 0 0,-3 3 0 15,4 0-769-15,-6 1-198 0,3 2 70 0,0 2 100 16,-2-2-822-16,3 4-1059 0</inkml:trace>
  <inkml:trace contextRef="#ctx0" brushRef="#br0" timeOffset="-139090.16">31951 12963 4601 0,'0'0'127'0,"0"0"42"0,0 0 27 0,0 0 27 15,-27-14 65-15,27 14 30 0,0 0 17 16,-8 19-13-16,4-7-25 0,0 3-32 0,-1 6-22 16,-1-1-26-16,-4 11-17 0,1-2-26 15,0 4-18-15,-4-3-96 0,4 2-60 0,-2-1 0 16,-1-4 0-16,1-5 0 0,2-5 0 16,-1-1 0-16,0-4-145 0,1 1-182 0,2-6-117 15,-2-2-140-15,4-3-185 0,5-2-71 16,0 0 83-16,0 0-714 0,0 0-919 0</inkml:trace>
  <inkml:trace contextRef="#ctx0" brushRef="#br0" timeOffset="-138790.97">32057 12634 4376 0,'2'-12'77'15,"2"-1"7"-15,3 1 15 0,3 4 40 0,1-2 31 16,3 1 26-16,3 3 1 15,-2 2-12-15,2 0-18 0,1 6-17 0,-2 2-16 0,0 2 0 16,-1 6-5-16,-3 4 7 0,-3 3 18 16,-5 5 11-16,-4 1 21 0,-4 13 18 0,-5 0 19 15,-5 6 20-15,1-6 11 16,-3 4 18-16,5-7-155 0,0-2-117 0,1-2 0 16,2-7 0-16,5-7 0 0,-1-2 0 15,4-3 0-15,2-2 0 0,2-1 0 0,1-4 0 16,3 0 0-16,4-2 0 0,-1-1 0 15,-11-2 0-15,26-2 0 0,-10-1 0 0,-1-2 0 16,2 2 0-16,0-3 0 0,4-2 0 16,-6 1-998-16,3 2 28 0,-1 0 114 15,2 0-969-15,-4 0-1253 0</inkml:trace>
  <inkml:trace contextRef="#ctx0" brushRef="#br0" timeOffset="-138504.36">32507 12821 5035 0,'-7'-15'18'0,"2"3"35"0,3 1 21 0,4 0 31 16,4 1 39-16,4 0 35 0,-1-2 14 15,3 1 3-15,-1 3-14 0,2-1-14 0,-1 6-15 16,-1-1-18-16,-11 4-16 0,21 6-5 16,-12 0 5-16,-3 5-4 0,-1 4 0 15,-4 2 5-15,-2 7 9 0,-6 13 19 0,0-3 21 16,-2 4 19-16,-4-5 19 0,2 4-194 15,2-7-13-15,-1 2 0 0,4-11 0 0,3-2 0 16,1-5 0-16,2-2 0 16,2-3 0-16,1-1 0 0,3 0 0 0,1-3 0 0,-7-5 0 15,12 3 0-15,-2-3 0 16,-10 0 0-16,25-10 0 0,-12 2 0 0,4-2-440 16,1-3-573-16,2-8 90 0,1 0 100 15,4-4-875-15,0-1-1132 0</inkml:trace>
  <inkml:trace contextRef="#ctx0" brushRef="#br0" timeOffset="-138274.52">32945 12529 4479 0,'-8'-8'82'15,"3"1"72"-15,1 3 30 0,4 4 40 0,0 0 55 16,0 0 51-16,0 0 35 16,0 0 10-16,13 20-7 0,-6-3-33 0,2 4-24 0,0 14-34 15,-3 1-25-15,-3 3-76 16,-1 4-176-16,-2 1 0 0,-9 9 0 0,-4 5 0 15,-5-2 0-15,-1-1 0 0,-5-2 0 16,-5 0 0-16,1 1 0 0,-5-4 0 0,-4 0 0 16,3-1 0-16,-5-7-180 0,-1-1-441 15,-5-4-150-15,0-3-141 0,-1-8 83 0,-3 3-830 16,-1-4-1096-16</inkml:trace>
  <inkml:trace contextRef="#ctx0" brushRef="#br0" timeOffset="-138024.64">30427 14154 5081 0,'-27'5'271'16,"9"2"14"-16,0-2 32 0,7-1 51 15,0-1 47-15,5 1 29 0,6-4-1 0,-6 8-19 16,6-8-281-16,16 10-143 0,1-10 0 15,8 2 0-15,5 0 0 0,13-6 0 0,6 4 0 16,-5-5 0-16,-3 0 0 0,3 0 0 16,-5 2 0-16,-7 3 0 0,-3 0 0 0,-9 1-581 15,-2 1-426-15,-2 1 102 16,0 3-1033-16,-5 0-1358 0</inkml:trace>
  <inkml:trace contextRef="#ctx0" brushRef="#br0" timeOffset="-137857.6">30441 14509 5875 0,'-16'5'246'0,"5"-2"18"0,4 1 35 0,7-4 44 16,-12 4 57-16,12-4 9 0,0 0-54 15,0 0-355-15,0 0 0 0,0 0 0 0,52 0 0 16,-22-8 0-16,6 3 0 0,2-5 0 16,3 0 0-16,-2 0 0 0,6 1 0 15,-4-3 0-15,-5-1-962 0,13-3-8 16,-12 2 104-16,-1 3-968 0,-3 0-1261 0</inkml:trace>
  <inkml:trace contextRef="#ctx0" brushRef="#br0" timeOffset="-137574.91">31112 14216 5572 0,'-2'-12'209'0,"2"0"19"16,2 0 18-16,3 3 11 0,6-3-15 15,7 0-23-15,9-1-23 0,3 2-22 16,-3 5-19-16,0 4-21 0,-3 4-14 15,1 3-14-15,4 9-23 0,-5 2-29 0,0 5-12 16,-12 6-6-16,-1-4-3 0,-9 0-1 16,-4 3-2-16,-3 9-7 0,-6 1-23 0,0-2 0 15,-3 1 0-15,-3-6 0 0,5-2 0 16,3-7 0-16,2-2 0 0,-2-5 0 0,6-3 0 16,3-2 0-16,2-2 0 0,-2-6 0 15,19 7 0-15,-3-5 0 0,6-5 0 0,5-3 0 16,9-4 0-16,4 0 0 0,-2-1 0 15,4-1 0-15,-3-1-1000 0,-2 1 32 0,3 0 109 16,-2 0-965-16,6-3-1252 0</inkml:trace>
  <inkml:trace contextRef="#ctx0" brushRef="#br0" timeOffset="-137256.93">31849 14209 4994 0,'-13'-7'36'16,"8"-1"29"-16,5 1 12 0,5-3 16 0,4-1 6 15,7-1 3-15,10-5-6 0,3 3-6 16,-1-1-8-16,3 3-13 0,-6 5-13 0,-2 6-5 16,-7 1-7-16,2 3-4 0,-2 2-5 15,-5 4-1-15,-6 4 0 0,-1 3 23 16,-4 2 52-16,-9 13 76 0,0 3 55 0,-13 7 45 16,-3 2 38-16,-5-2 29 0,-1-1 32 15,-1 0-225-15,5-5-159 0,9-7 0 16,-2-1 0-16,6-10 0 0,9-3 0 15,1-2 0-15,6-3 0 0,5-3 0 0,6-1 0 16,3 0 0-16,4-3 0 0,6-1 0 16,14 3 0-16,4-4 0 0,4 0 0 0,-2 0 0 15,-1 2 0-15,-1-4 0 0,-2-1 0 16,-2 1-400-16,-14-2-627 0,-1-2 89 0,-3 0-1043 16,-8 2-1400-16</inkml:trace>
  <inkml:trace contextRef="#ctx0" brushRef="#br0" timeOffset="-136373.43">28614 14410 5387 0,'5'-7'100'0,"3"5"7"0,-8 2 21 0,15 9 52 0,-5 4 55 0,3 12 50 0,1 6 15 16,-5 2 9-16,-2 2-7 0,0 1-21 16,-4 3-29-16,1-2-23 0,0 0-133 0,-2-1-96 15,-1-7 0-15,-1-3 0 0,0-5 0 16,2 0 0-16,0-1 0 0,0-3 0 0,0-3 0 15,-2-3 0-15,0-2 0 16,2 0 0-16,-2-9 0 0,1 4 0 0,-1-4 0 16,0 0 0-16,0 0 0 0,11-31 0 15,-2 2 0-15,2-4 0 0,3-4 0 0,1-5 0 16,4-1 0-16,-4 10 0 0,-1 4 0 16,-1 6 0-16,-3 3-16 0,-1 9-60 15,-4 1 10-15,3 6 8 0,-2 2 10 0,-6 2 3 16,17 4 6-16,-10 2 9 0,2 1 6 15,-2-1 18-15,0 5 10 0,1-2 3 0,-2-2 2 16,2 3-2-16,-3-3 1 0,1 2 0 16,-1-3 0-16,2-1-1 0,-2-1-2 0,3-3 3 15,-8-1-4-15,17-7-4 0,-2-1-1 16,1-6-5-16,8-10-11 0,4-9-13 16,5 0 1-16,-5 0 2 0,-3 9 5 15,-2 0-3-15,2 5 0 0,-6 3 10 0,-3 6-2 16,-4 4 2-16,1 4 7 0,-2 2 6 15,0 5-1-15,1 2 7 0,-1 5 12 0,3 1 3 16,-1 3 6-16,-4 1-10 0,8 8-2 16,1-2-2-16,-3-5-3 0,-2-5-6 0,8 9-15 15,-7-9-64-15,-1-2-83 0,-2-2-98 16,-3-2-125-16,-1-1-137 0,1 0-155 16,1-4-122-16,-1 1 66 0,-8-3-669 15,21-5-851-15</inkml:trace>
  <inkml:trace contextRef="#ctx0" brushRef="#br0" timeOffset="-136058.56">29921 14059 3600 0,'-6'-12'-14'0,"0"7"63"0,-1-1 27 0,-1 3 21 0,8 3 26 0,0 0 32 0,-30 14 33 0,14-2 21 0,3 3 20 0,-10 5 15 0,0 4 2 0,3 5 6 16,-2-1 6-16,8 1-7 0,3 2-7 15,2 2-19-15,6-6-18 0,3-4-21 16,1 2-19-16,5-3-18 0,5 6-16 0,-1-6-14 16,-2-5-15-16,1-1-9 0,-2 1-7 15,1-3-13-15,-2-1-2 0,0 1-13 0,-1-1-5 16,-1 1-4-16,-4 0-5 0,0 0-3 16,-2 3-3-16,-5 2-6 0,-1-2 0 0,-1 3-34 15,-5 4 0-15,-7-3 0 0,1 1 0 16,-5 0 0-16,0-1-104 0,-4-4-82 15,-2 1-66-15,1-7-105 0,-2 3-133 16,-3 2-172-16,1-7-189 0,6-5 73 0,3 0 87 16,-2 0-608-16,2-4-758 0</inkml:trace>
  <inkml:trace contextRef="#ctx0" brushRef="#br0" timeOffset="-135741.23">28522 14197 3834 0,'4'-7'135'0,"-2"11"17"0,-2-4 13 16,2 31 28-16,-6 6 37 0,0 23 49 15,3 9 36-15,-4 6 15 0,5 6-9 0,0 0-24 16,-6 23-28-16,4-21-30 0,4-3-19 16,2-3-24-16,0-3-20 0,0-5-22 0,4-6-20 15,-5-5-18-15,7-8-53 0,-2-11-71 16,-2-6-93-16,3-2-106 0,-6-8-122 0,3-9-136 16,-4-2-137-16,0-5-200 0,2-3 34 15,-4-4 67-15,0 0-603 0,0 0-763 16</inkml:trace>
  <inkml:trace contextRef="#ctx0" brushRef="#br0" timeOffset="-134971.89">28335 14040 3989 0,'-13'-6'156'15,"2"2"1"-15,2 4-4 0,2-4 0 16,7 4 5-16,0 0 5 0,0 0-5 0,0 0-13 15,20-12-8-15,17 3-12 0,24-3-8 16,16-4-18-16,29-3-5 0,14 2-10 0,2 1-9 16,16-2-15-16,-1-1-12 15,0 4-52-15,6 3-58 0,2 2-40 0,3-1-25 16,7 3 4-16,-1-1 15 0,2 4 10 16,-3-2 11-16,-7 1 14 0,-8-1 3 0,-9-2 9 15,-1 0 13-15,-8 0 20 0,-7-3 23 16,-7 0 14-16,-1 1 14 0,-4-3 5 0,1 2 7 15,0 1 4-15,-18-1 1 0,19 2-2 16,-19 5-10-16,2-1 1 0,-5 0 7 0,-2 4-5 16,-7 2 0-16,-6 0-7 0,-16 0-2 15,-4 6-1-15,-4 0-5 0,-8 1 2 16,-7 3 7-16,0 2 15 0,-7-1 7 16,-3 1 9-16,8 3 0 0,-3-2-4 0,2 1-5 15,2 1-6-15,7-1 2 0,1-2 4 16,16 5 5-16,3 0 16 0,1-4 7 15,-1 1 9-15,-3 2 2 0,-13-2 12 0,-1-1 10 16,-5 1 3-16,-2-2 11 0,-6 7 11 16,-6 2 15-16,0 1 14 0,-7-1 12 0,-3 1 0 15,-3 2 5-15,0 0-9 0,0-1-6 16,-3 12-78-16,8-1-86 0,-4 0 0 0,3 2 0 16,3-2 0-16,1 0 0 0,-1 1 0 15,3 0 0-15,-1-3 0 0,-1-1 0 16,2-2 0-16,-3-1 0 0,0-4 0 0,-4 6 0 15,-1-5 0-15,-1-1 0 0,-3 1 0 16,-2 1 0-16,-4-1 0 0,-3 8 0 16,0 1 0-16,-7-1 0 0,-10 5 0 0,1-1 0 15,-8-2 0-15,-6-3 0 0,-5-4 0 16,-6-2 0-16,-2-1 0 0,-6-4 0 0,-3 0 0 16,-2-1 0-16,-4 1 0 0,-3-4 0 15,-5 0 0-15,-22 5 0 0,0-3 0 0,-4 2 0 16,-6-4 0-16,-5 2 0 0,-10-1 0 15,-7 3 0-15,-12 0 0 0,-7 3 0 0,-9-1 0 16,-53 7 0-16,4 1 0 0,-7-4 0 16,-5 2 0-16,3-3 0 0,1 0 0 15,49-6 0-15,-3 1 0 0,4 1 0 16,4 0 0-16,7 1 0 0,17-3 0 16,9 3 0-16,19-4 0 0,29-5 0 0,8-2 0 15,14 1 0-15,13-3 0 0,8 1-444 16,4 1-500-16,7-4 11 0,-10 2 100 0,8 1-880 15,7-5-1147-15</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2:57:21.150"/>
    </inkml:context>
    <inkml:brush xml:id="br0">
      <inkml:brushProperty name="width" value="0.035" units="cm"/>
      <inkml:brushProperty name="height" value="0.035" units="cm"/>
    </inkml:brush>
  </inkml:definitions>
  <inkml:trace contextRef="#ctx0" brushRef="#br0">151 748 14353 0 0,'0'-1'23'0'0,"0"1"-1"0"0,0-1 0 0 0,0 1 1 0 0,0 0-1 0 0,-1-1 0 0 0,1 1 1 0 0,0 0-1 0 0,0 0 0 0 0,0-1 0 0 0,-1 1 1 0 0,1 0-1 0 0,0-1 0 0 0,0 1 1 0 0,-1 0-1 0 0,1 0 0 0 0,0 0 1 0 0,-1-1-1 0 0,1 1 0 0 0,0 0 1 0 0,-1 0-1 0 0,1 0 0 0 0,0 0 1 0 0,-1-1-1 0 0,1 1 0 0 0,0 0 1 0 0,-1 0-1 0 0,1 0 0 0 0,0 0 0 0 0,-1 0 1 0 0,1 0-1 0 0,0 0 0 0 0,-1 0 1 0 0,1 0-1 0 0,0 0 0 0 0,-1 0 1 0 0,1 0-1 0 0,0 0 0 0 0,-1 1 1 0 0,1-1-1 0 0,0 0 0 0 0,-1 0 1 0 0,1 0-1 0 0,0 0 0 0 0,-1 1 1 0 0,1-1-1 0 0,0 0 0 0 0,-1 0 1 0 0,1 1-1 0 0,0-1 0 0 0,0 0 0 0 0,-1 0 1 0 0,1 1-1 0 0,0-1 0 0 0,0 0 1 0 0,0 1-1 0 0,0-1 0 0 0,-1 0 1 0 0,1 1-1 0 0,0-1 0 0 0,-20 24 132 0 0,18-21-6 0 0,-15 22 194 0 0,2 1 1 0 0,1 1-1 0 0,1 0 0 0 0,2 0 0 0 0,0 1 0 0 0,2 0 1 0 0,-6 32-1 0 0,13-52-264 0 0,0 0 1 0 0,1 0-1 0 0,0 1 1 0 0,0-1-1 0 0,1 1 1 0 0,0-1-1 0 0,0 0 1 0 0,1 1-1 0 0,0-1 0 0 0,1 0 1 0 0,-1 0-1 0 0,2 0 1 0 0,-1 0-1 0 0,1 0 1 0 0,0 0-1 0 0,1 0 1 0 0,0-1-1 0 0,0 0 1 0 0,1 0-1 0 0,-1 0 1 0 0,2 0-1 0 0,-1-1 1 0 0,1 0-1 0 0,0 0 1 0 0,0 0-1 0 0,0-1 1 0 0,1 0-1 0 0,0 0 1 0 0,0 0-1 0 0,0-1 0 0 0,1 0 1 0 0,-1-1-1 0 0,1 0 1 0 0,0 0-1 0 0,0 0 1 0 0,12 1-1 0 0,13 2 50 0 0,1-2 0 0 0,0-1-1 0 0,-1-1 1 0 0,1-2-1 0 0,0-2 1 0 0,56-9-1 0 0,204-58 346 0 0,-102 8-107 0 0,367-168 0 0 0,150-152 113 0 0,-350 159-248 0 0,115-65 185 0 0,-470 285-596 0 0,0-1 0 0 0,0 1 0 0 0,0 1 0 0 0,0-1 1 0 0,0 1-1 0 0,0-1 0 0 0,0 1 0 0 0,0 0 0 0 0,1 1 0 0 0,-1-1 0 0 0,0 1 0 0 0,1 0 1 0 0,-1 0-1 0 0,0 0 0 0 0,1 1 0 0 0,-1-1 0 0 0,0 1 0 0 0,7 2 0 0 0,-10-3 29 0 0,-1 1 0 0 0,1-1-1 0 0,-1 1 1 0 0,0-1 0 0 0,1 1 0 0 0,-1 0-1 0 0,1-1 1 0 0,-1 1 0 0 0,0-1 0 0 0,1 1-1 0 0,-1 0 1 0 0,0-1 0 0 0,0 1-1 0 0,1 0 1 0 0,-1 0 0 0 0,0-1 0 0 0,0 1-1 0 0,0 0 1 0 0,0-1 0 0 0,0 1-1 0 0,0 0 1 0 0,0 0 0 0 0,0-1 0 0 0,0 1-1 0 0,-1 0 1 0 0,1-1 0 0 0,0 1 0 0 0,0 0-1 0 0,-1 0 1 0 0,-6 19-2419 0 0,-26 31-4242 0 0,3-11 1147 0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2:57:31.005"/>
    </inkml:context>
    <inkml:brush xml:id="br0">
      <inkml:brushProperty name="width" value="0.035" units="cm"/>
      <inkml:brushProperty name="height" value="0.035" units="cm"/>
    </inkml:brush>
  </inkml:definitions>
  <inkml:trace contextRef="#ctx0" brushRef="#br0">375 297 2848 0 0,'-19'-4'42'0'0,"1"-1"0"0"0,0-1 1 0 0,0-1-1 0 0,1 0 0 0 0,-18-11 0 0 0,-4 0 319 0 0,38 17-348 0 0,0 1 0 0 0,0-1 0 0 0,0 1 0 0 0,1-1 0 0 0,-1 1 0 0 0,0-1-1 0 0,1 1 1 0 0,-1-1 0 0 0,0 0 0 0 0,1 1 0 0 0,-1-1 0 0 0,1 0 0 0 0,-1 1 0 0 0,1-1-1 0 0,-1 0 1 0 0,1 0 0 0 0,-1 0 0 0 0,1 0 0 0 0,0 1 0 0 0,0-1 0 0 0,-1 0-1 0 0,1 0 1 0 0,0 0 0 0 0,0 0 0 0 0,0 0 0 0 0,0 0 0 0 0,0 0 0 0 0,0 1 0 0 0,0-1-1 0 0,0 0 1 0 0,0 0 0 0 0,1 0 0 0 0,-1 0 0 0 0,0 0 0 0 0,0 0 0 0 0,1 1 0 0 0,-1-1-1 0 0,1 0 1 0 0,-1 0 0 0 0,1 0 0 0 0,0 0 0 0 0,1-2 6 0 0,0 0 1 0 0,0 0 0 0 0,0 0-1 0 0,0 1 1 0 0,1-1-1 0 0,-1 1 1 0 0,1-1-1 0 0,-1 1 1 0 0,4-2-1 0 0,39-16 58 0 0,0 3 0 0 0,1 1 0 0 0,1 3-1 0 0,91-14 1 0 0,-98 19-47 0 0,264-36 108 0 0,-110 19-76 0 0,-189 26-35 0 0,-15 3-23 0 0,-21 7-3 0 0,-713 90 0 0 0,708-98 22 0 0,-30 5 162 0 0,-1-4-1 0 0,-71-5 1 0 0,138 1-177 0 0,0 0 1 0 0,0 0-1 0 0,0 0 1 0 0,0 0-1 0 0,1 0 1 0 0,-1 0-1 0 0,0 0 1 0 0,0 0-1 0 0,0 0 1 0 0,0 0 0 0 0,0 0-1 0 0,0-1 1 0 0,0 1-1 0 0,0 0 1 0 0,0 0-1 0 0,0 0 1 0 0,0 0-1 0 0,0 0 1 0 0,0 0-1 0 0,0 0 1 0 0,0 0-1 0 0,0 0 1 0 0,0 0-1 0 0,0-1 1 0 0,0 1-1 0 0,0 0 1 0 0,0 0-1 0 0,0 0 1 0 0,0 0-1 0 0,0 0 1 0 0,0 0-1 0 0,0 0 1 0 0,0 0-1 0 0,0 0 1 0 0,0 0-1 0 0,0 0 1 0 0,0-1 0 0 0,0 1-1 0 0,-1 0 1 0 0,1 0-1 0 0,0 0 1 0 0,0 0-1 0 0,0 0 1 0 0,0 0-1 0 0,0 0 1 0 0,0 0-1 0 0,0 0 1 0 0,0 0-1 0 0,0 0 1 0 0,0 0-1 0 0,0 0 1 0 0,-1 0-1 0 0,16-7 82 0 0,26-6-85 0 0,45-2 87 0 0,1 3 1 0 0,96-1-1 0 0,-99 8-52 0 0,-47 2-18 0 0,65-1 9 0 0,-92 4-84 0 0,1 0 0 0 0,0 2-1 0 0,-1-1 1 0 0,1 1 0 0 0,-1 0 0 0 0,20 8-1 0 0,-30-10 35 0 0,0 0-1 0 0,1 0 1 0 0,-1 0 0 0 0,0 0-1 0 0,1 1 1 0 0,-1-1-1 0 0,0 0 1 0 0,1 0-1 0 0,-1 0 1 0 0,0 0 0 0 0,0 0-1 0 0,1 1 1 0 0,-1-1-1 0 0,0 0 1 0 0,0 0-1 0 0,1 0 1 0 0,-1 1 0 0 0,0-1-1 0 0,0 0 1 0 0,0 0-1 0 0,0 1 1 0 0,1-1-1 0 0,-1 0 1 0 0,0 0 0 0 0,0 1-1 0 0,0-1 1 0 0,0 0-1 0 0,0 1 1 0 0,0-1-1 0 0,0 0 1 0 0,0 0 0 0 0,1 1-1 0 0,-1-1 1 0 0,0 0-1 0 0,0 1 1 0 0,0-1-1 0 0,-1 0 1 0 0,1 1 0 0 0,0-1-1 0 0,0 0 1 0 0,0 1-1 0 0,0-1 1 0 0,0 0-1 0 0,0 0 1 0 0,0 1 0 0 0,0-1-1 0 0,-1 0 1 0 0,1 0-1 0 0,0 1 1 0 0,0-1 0 0 0,0 0-1 0 0,-1 0 1 0 0,1 1-1 0 0,0-1 1 0 0,0 0-1 0 0,-1 0 1 0 0,1 0 0 0 0,0 1-1 0 0,-55 27-1967 0 0,29-20 1011 0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2:57:47.720"/>
    </inkml:context>
    <inkml:brush xml:id="br0">
      <inkml:brushProperty name="width" value="0.035" units="cm"/>
      <inkml:brushProperty name="height" value="0.035" units="cm"/>
    </inkml:brush>
  </inkml:definitions>
  <inkml:trace contextRef="#ctx0" brushRef="#br0">670 1458 4740 0 0,'-5'0'1050'0'0,"-202"-31"6145"0"0,205 30-6801 0 0,-4 1 1346 0 0,8 3-726 0 0,17 5-467 0 0,38 8-523 0 0,556 44 692 0 0,-278-29-515 0 0,267 19 65 0 0,2-42-143 0 0,305-69-4 0 0,-745 49-106 0 0,-71 7 4 0 0,-1-5-1 0 0,92-21 0 0 0,-174 29-14 0 0,-1-1 0 0 0,0 0 0 0 0,0-1 1 0 0,0 0-1 0 0,-1 0 0 0 0,1-1 0 0 0,-1-1 0 0 0,0 1 0 0 0,0-1 0 0 0,-1 0 1 0 0,13-14-1 0 0,-10 8 6 0 0,-1 0 0 0 0,0-1 0 0 0,-1 0 0 0 0,0-1 0 0 0,-1 1 0 0 0,9-27 1 0 0,-3-2 8 0 0,-2 0 1 0 0,-2-1-1 0 0,-2-1 1 0 0,3-55-1 0 0,-8 65-37 0 0,13-337 364 0 0,-17 321-181 0 0,-1 0 0 0 0,-3 1 0 0 0,-2 0 0 0 0,-2 0 1 0 0,-24-69-1 0 0,27 99-127 0 0,0 0 0 0 0,-2 1 1 0 0,0 0-1 0 0,-1 0 0 0 0,-1 1 0 0 0,-19-23 1 0 0,22 31-34 0 0,0 1 1 0 0,0 1 0 0 0,-1-1 0 0 0,0 2 0 0 0,0-1 0 0 0,-1 1 0 0 0,1 0 0 0 0,-1 1-1 0 0,-1 0 1 0 0,1 1 0 0 0,-1 0 0 0 0,0 1 0 0 0,-13-3 0 0 0,-37-4-5 0 0,-1 2 1 0 0,-105 2 0 0 0,-128 21 3 0 0,155-6 6 0 0,-1118 127-48 0 0,1226-132 34 0 0,-865 106 0 0 0,725-95 7 0 0,-185-7 1 0 0,340-9 10 0 0,-1-1 1 0 0,1-1-1 0 0,0 0 0 0 0,0-1 0 0 0,1-1 1 0 0,-1-1-1 0 0,1 0 0 0 0,0-1 1 0 0,-16-10-1 0 0,20 9 27 0 0,0 0-1 0 0,1 0 1 0 0,0-1 0 0 0,1 0 0 0 0,0-1 0 0 0,1 0 0 0 0,0-1-1 0 0,-15-21 1 0 0,22 28-26 0 0,-21-36 311 0 0,22 39-287 0 0,-1 2-64 0 0,0-1 25 0 0,0 2-1 0 0,1-1 1 0 0,-1 0 0 0 0,0 0 0 0 0,0 1 0 0 0,1-1-1 0 0,-1 0 1 0 0,0 1 0 0 0,1 0 0 0 0,0-1 0 0 0,-3 4 0 0 0,2-2-1 0 0,-13 17 10 0 0,0 1 1 0 0,2 1 0 0 0,0 0-1 0 0,2 1 1 0 0,0 0 0 0 0,-9 31-1 0 0,10-30 7 0 0,-22 59 90 0 0,4 0 0 0 0,4 2 0 0 0,3 1 0 0 0,4 1 1 0 0,-9 143-1 0 0,24-138 8 0 0,-5 75 146 0 0,4-131-221 0 0,0-6-105 0 0,-9 49 0 0 0,1-65-4499 0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2:57:48.703"/>
    </inkml:context>
    <inkml:brush xml:id="br0">
      <inkml:brushProperty name="width" value="0.035" units="cm"/>
      <inkml:brushProperty name="height" value="0.035" units="cm"/>
    </inkml:brush>
  </inkml:definitions>
  <inkml:trace contextRef="#ctx0" brushRef="#br0">215 64 10229 0 0,'-170'-36'4608'0'0,"128"29"-1471"0"0,39 7-738 0 0,219 13-683 0 0,421-25-219 0 0,-364 4-954 0 0,-29 0 208 0 0,-184 2-759 0 0,-57 6-190 0 0,-12 17-11671 0 0,0-9 6798 0 0,-1 2-807 0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2:57:49.575"/>
    </inkml:context>
    <inkml:brush xml:id="br0">
      <inkml:brushProperty name="width" value="0.035" units="cm"/>
      <inkml:brushProperty name="height" value="0.035" units="cm"/>
    </inkml:brush>
  </inkml:definitions>
  <inkml:trace contextRef="#ctx0" brushRef="#br0">183 55 11721 0 0,'-110'-3'2064'0'0,"41"-5"2234"0"0,65 7-2641 0 0,14 0-1338 0 0,207-14 915 0 0,104-12-110 0 0,-451 28-767 0 0,-200 32 1933 0 0,326-32-2040 0 0,-1-1-28 0 0,-21 5 869 0 0,51-3-1006 0 0,69-1-1851 0 0,-90-1 1627 0 0,26-1-3190 0 0,-1-2 0 0 0,47-10 1 0 0,-35 5-3189 0 0,-18 4 69 0 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2:57:50.378"/>
    </inkml:context>
    <inkml:brush xml:id="br0">
      <inkml:brushProperty name="width" value="0.035" units="cm"/>
      <inkml:brushProperty name="height" value="0.035" units="cm"/>
    </inkml:brush>
  </inkml:definitions>
  <inkml:trace contextRef="#ctx0" brushRef="#br0">115 133 12113 0 0,'-111'-8'1541'0'0,"107"7"909"0"0,11-2-2082 0 0,33-9 58 0 0,1 1 0 0 0,0 1 1 0 0,80-6-1 0 0,-2 0 179 0 0,-115 15-195 0 0,-7 1-58 0 0,-18 3 234 0 0,-110 11 1927 0 0,128-14-2207 0 0,-1 0-26 0 0,-11 0-26 0 0,11 0 317 0 0,6 0-777 0 0,1 0 147 0 0,-1-1 1 0 0,0 1 0 0 0,1-1-1 0 0,-1 0 1 0 0,0 0 0 0 0,0 0-1 0 0,0 0 1 0 0,0 0 0 0 0,0 0-1 0 0,0 0 1 0 0,2-2 0 0 0,3-2-159 0 0,70-25-4820 0 0,-28 16-1370 0 0,-26 7 1875 0 0,-7 3-567 0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2:57:51.866"/>
    </inkml:context>
    <inkml:brush xml:id="br0">
      <inkml:brushProperty name="width" value="0.035" units="cm"/>
      <inkml:brushProperty name="height" value="0.035" units="cm"/>
    </inkml:brush>
  </inkml:definitions>
  <inkml:trace contextRef="#ctx0" brushRef="#br0">82 42 9477 0 0,'20'-41'8100'0'0,"-22"72"-7843"0"0,-31 155 1207 0 0,1-13-448 0 0,19 11 202 0 0,8-87-535 0 0,-3 33-665 0 0,2-117-757 0 0,4-10-2641 0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2:57:52.304"/>
    </inkml:context>
    <inkml:brush xml:id="br0">
      <inkml:brushProperty name="width" value="0.035" units="cm"/>
      <inkml:brushProperty name="height" value="0.035" units="cm"/>
    </inkml:brush>
  </inkml:definitions>
  <inkml:trace contextRef="#ctx0" brushRef="#br0">49 1 10593 0 0,'-4'0'-133'0'0,"-35"4"270"0"0,33-4 3022 0 0,8 0-3155 0 0,5-2 58 0 0,0 1-1 0 0,1 1 1 0 0,-1-1-1 0 0,1 1 1 0 0,10 2-1 0 0,-15-2-23 0 0,0 1-1 0 0,-1-1 1 0 0,1 1-1 0 0,0 0 1 0 0,-1 0-1 0 0,1 0 0 0 0,-1 0 1 0 0,0 1-1 0 0,1-1 1 0 0,-1 0-1 0 0,0 1 0 0 0,0 0 1 0 0,0 0-1 0 0,0 0 1 0 0,0 0-1 0 0,0 0 1 0 0,0 0-1 0 0,-1 0 0 0 0,1 0 1 0 0,-1 0-1 0 0,0 1 1 0 0,2 2-1 0 0,2 8 191 0 0,-1 0 1 0 0,-1 1-1 0 0,0-1 0 0 0,0 0 0 0 0,-1 1 1 0 0,0 16-1 0 0,-5 87 1049 0 0,0-68-768 0 0,1 238 2555 0 0,3-219-7361 0 0,-1 0-6063 0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2:57:52.493"/>
    </inkml:context>
    <inkml:brush xml:id="br0">
      <inkml:brushProperty name="width" value="0.035" units="cm"/>
      <inkml:brushProperty name="height" value="0.035" units="cm"/>
    </inkml:brush>
  </inkml:definitions>
  <inkml:trace contextRef="#ctx0" brushRef="#br0">29 130 10329 0 0,'-2'-2'203'0'0,"-1"0"1"0"0,1 0-1 0 0,0 0 1 0 0,-1 0-1 0 0,1 0 1 0 0,0-1-1 0 0,1 1 1 0 0,-1-1-1 0 0,0 0 1 0 0,1 1-1 0 0,-1-1 1 0 0,1 0-1 0 0,0 0 1 0 0,-1-3-1 0 0,1 3 263 0 0,21-21 629 0 0,-9 18-1164 0 0,0-1-1 0 0,0 1 1 0 0,1 1 0 0 0,0 0-1 0 0,1 0 1 0 0,-1 1-1 0 0,24-4 1 0 0,92-8-9967 0 0,-109 16 7541 0 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2:57:53.315"/>
    </inkml:context>
    <inkml:brush xml:id="br0">
      <inkml:brushProperty name="width" value="0.035" units="cm"/>
      <inkml:brushProperty name="height" value="0.035" units="cm"/>
    </inkml:brush>
  </inkml:definitions>
  <inkml:trace contextRef="#ctx0" brushRef="#br0">79 93 7249 0 0,'-65'30'4279'0'0,"62"-29"-3313"0"0,-5 3 123 0 0,6-3-160 0 0,8-2 4652 0 0,92-26-5159 0 0,196-58-15152 0 0,-247 70 10801 0 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2:57:53.624"/>
    </inkml:context>
    <inkml:brush xml:id="br0">
      <inkml:brushProperty name="width" value="0.035" units="cm"/>
      <inkml:brushProperty name="height" value="0.035" units="cm"/>
    </inkml:brush>
  </inkml:definitions>
  <inkml:trace contextRef="#ctx0" brushRef="#br0">634 39 8473 0 0,'-3'-4'50'0'0,"-1"1"0"0"0,0-1 0 0 0,0 1 1 0 0,0 0-1 0 0,0 1 0 0 0,0-1 0 0 0,0 0 0 0 0,-1 1 1 0 0,1 0-1 0 0,-1 0 0 0 0,0 1 0 0 0,0-1 0 0 0,1 1 1 0 0,-1 0-1 0 0,-8-1 0 0 0,1 2 233 0 0,1 0 1 0 0,-1 0-1 0 0,0 1 0 0 0,1 1 0 0 0,-20 5 1 0 0,18-4-7 0 0,1 1 1 0 0,0 0 0 0 0,0 1 0 0 0,0 1 0 0 0,0 0-1 0 0,1 0 1 0 0,0 1 0 0 0,-14 11 0 0 0,22-15-196 0 0,0-1 1 0 0,0 1-1 0 0,0 0 1 0 0,1-1-1 0 0,-1 1 1 0 0,1 0-1 0 0,-1 1 1 0 0,1-1-1 0 0,0 0 1 0 0,0 1-1 0 0,1-1 1 0 0,-1 1-1 0 0,1 0 1 0 0,0-1-1 0 0,-1 1 1 0 0,2 0-1 0 0,-1 0 1 0 0,0 0-1 0 0,1 0 1 0 0,0-1 0 0 0,0 1-1 0 0,0 0 1 0 0,0 0-1 0 0,0 0 1 0 0,1 0-1 0 0,0 0 1 0 0,0 0-1 0 0,0-1 1 0 0,0 1-1 0 0,1 0 1 0 0,1 3-1 0 0,8 11 199 0 0,1 0 1 0 0,0-1-1 0 0,22 22 0 0 0,-24-28-164 0 0,0 0 0 0 0,0 1-1 0 0,-1 0 1 0 0,0 0-1 0 0,-1 1 1 0 0,-1 0-1 0 0,0 0 1 0 0,9 26-1 0 0,-15-34-65 0 0,-1 1-1 0 0,0 0 1 0 0,0 0-1 0 0,0 0 1 0 0,0-1-1 0 0,-1 1 1 0 0,0 0-1 0 0,0 0 1 0 0,-1-1-1 0 0,1 1 1 0 0,-1-1-1 0 0,-1 1 1 0 0,1-1-1 0 0,-1 0 1 0 0,1 0-1 0 0,-2 0 1 0 0,1 0-1 0 0,0-1 1 0 0,-1 1-1 0 0,0-1 1 0 0,0 0-1 0 0,0 0 1 0 0,-1 0-1 0 0,-5 4 1 0 0,-6 4-10 0 0,-2 0 1 0 0,1 0-1 0 0,-1-2 1 0 0,-1 0-1 0 0,-25 10 1 0 0,13-10-1490 0 0,-1-1 1 0 0,-47 7-1 0 0,-33 8-7965 0 0,81-16 5223 0 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2:57:54.588"/>
    </inkml:context>
    <inkml:brush xml:id="br0">
      <inkml:brushProperty name="width" value="0.035" units="cm"/>
      <inkml:brushProperty name="height" value="0.035" units="cm"/>
    </inkml:brush>
  </inkml:definitions>
  <inkml:trace contextRef="#ctx0" brushRef="#br0">1136 143 8297 0 0,'21'-42'691'0'0,"-20"41"-379"0"0,-6-15 709 0 0,0 10-793 0 0,-1 1 0 0 0,1 1 0 0 0,-1-1 0 0 0,-1 1 0 0 0,1 0 0 0 0,0 0 0 0 0,-1 1 1 0 0,0 0-1 0 0,0 0 0 0 0,0 0 0 0 0,-12-2 0 0 0,-15-2 485 0 0,-42-5 1 0 0,39 7-348 0 0,-15-1 104 0 0,-1 3-1 0 0,0 2 0 0 0,0 2 0 0 0,1 2 1 0 0,-64 12-1 0 0,93-10-314 0 0,0 1-1 0 0,1 1 1 0 0,0 1-1 0 0,0 0 1 0 0,1 2-1 0 0,0 0 1 0 0,1 2-1 0 0,0 0 1 0 0,1 1-1 0 0,0 1 1 0 0,1 1 0 0 0,-29 31-1 0 0,26-22-9 0 0,1 1-1 0 0,1 0 1 0 0,2 1 0 0 0,0 1-1 0 0,2 1 1 0 0,1 0 0 0 0,2 1-1 0 0,-18 59 1 0 0,-27 142 553 0 0,49-185-535 0 0,2 0 0 0 0,2 0 0 0 0,3 56-1 0 0,2-75-109 0 0,1 0 0 0 0,2 0-1 0 0,0 0 1 0 0,2 0 0 0 0,1-1-1 0 0,1 0 1 0 0,1-1 0 0 0,18 37-1 0 0,-16-43-24 0 0,0 0-1 0 0,1-1 1 0 0,0 0-1 0 0,2-2 0 0 0,0 1 1 0 0,0-1-1 0 0,2-1 1 0 0,-1-1-1 0 0,2 0 0 0 0,0-1 1 0 0,23 12-1 0 0,-12-9-3 0 0,0-2 0 0 0,1-1 0 0 0,0-1 0 0 0,1-1 0 0 0,0-2 0 0 0,1-1 0 0 0,-1-1 0 0 0,1-2-1 0 0,0-1 1 0 0,46-2 0 0 0,-50-3-12 0 0,1-1 0 0 0,-1-1 0 0 0,0-1 0 0 0,-1-1-1 0 0,1-2 1 0 0,-1-1 0 0 0,0-1 0 0 0,-1-1 0 0 0,-1-1-1 0 0,1-1 1 0 0,-2-1 0 0 0,24-19 0 0 0,-16 9 26 0 0,-1-2 1 0 0,-1 0 0 0 0,-1-2-1 0 0,-2-2 1 0 0,-1 0 0 0 0,35-56-1 0 0,-44 59 93 0 0,-2-1-1 0 0,-1 0 0 0 0,-1-1 1 0 0,-2-1-1 0 0,0 0 0 0 0,-2 0 1 0 0,-2 0-1 0 0,6-61 0 0 0,-10 41 32 0 0,-1 0 1 0 0,-3 0-1 0 0,-2 0 0 0 0,-14-67 0 0 0,13 91-116 0 0,-2 1 0 0 0,0-1 1 0 0,-2 2-1 0 0,-1-1 0 0 0,-1 1 0 0 0,-1 1 0 0 0,-1 0 1 0 0,-1 0-1 0 0,-32-39 0 0 0,35 51-34 0 0,0 0 1 0 0,-1 1-1 0 0,0 0 0 0 0,-1 1 0 0 0,0 1 1 0 0,0 0-1 0 0,-1 0 0 0 0,-27-9 0 0 0,17 9-138 0 0,1 1 1 0 0,-1 1-1 0 0,-1 1 0 0 0,-49-2 0 0 0,22 6-829 0 0,0 3 1 0 0,0 3-1 0 0,0 1 0 0 0,-76 21 1 0 0,-18 11-4356 0 0,52-8-1860 0 0,54-15 535 0 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2:58:12.206"/>
    </inkml:context>
    <inkml:brush xml:id="br0">
      <inkml:brushProperty name="width" value="0.035" units="cm"/>
      <inkml:brushProperty name="height" value="0.035" units="cm"/>
    </inkml:brush>
  </inkml:definitions>
  <inkml:trace contextRef="#ctx0" brushRef="#br0">131 54 1820 0 0,'-22'-10'552'0'0,"-1"0"0"0"0,0 2 0 0 0,-24-6 0 0 0,32 7 25 0 0,15 7-536 0 0,0 0 0 0 0,0 0-1 0 0,0 0 1 0 0,0 0 0 0 0,0 0 0 0 0,0 0-1 0 0,1 0 1 0 0,-1 0 0 0 0,0 0 0 0 0,0 0 0 0 0,0 0-1 0 0,0 0 1 0 0,0 0 0 0 0,0-1 0 0 0,1 1 0 0 0,-1 0-1 0 0,0 0 1 0 0,0 0 0 0 0,0 0 0 0 0,0 0 0 0 0,0 0-1 0 0,0 0 1 0 0,0 0 0 0 0,0-1 0 0 0,0 1-1 0 0,0 0 1 0 0,1 0 0 0 0,-1 0 0 0 0,0 0 0 0 0,0 0-1 0 0,0 0 1 0 0,0-1 0 0 0,0 1 0 0 0,0 0 0 0 0,0 0-1 0 0,0 0 1 0 0,0 0 0 0 0,0 0 0 0 0,0 0 0 0 0,0-1-1 0 0,0 1 1 0 0,0 0 0 0 0,0 0 0 0 0,0 0-1 0 0,-1 0 1 0 0,200 18 508 0 0,-52-3-161 0 0,246-6 1 0 0,-342-8-559 0 0,-10 1-3741 0 0,-31-2 2041 0 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2:58:12.938"/>
    </inkml:context>
    <inkml:brush xml:id="br0">
      <inkml:brushProperty name="width" value="0.035" units="cm"/>
      <inkml:brushProperty name="height" value="0.035" units="cm"/>
    </inkml:brush>
  </inkml:definitions>
  <inkml:trace contextRef="#ctx0" brushRef="#br0">28 31 5272 0 0,'-18'-10'19'0'0,"9"3"134"0"0,9 7-148 0 0,0 0 0 0 0,0-1 0 0 0,0 1 0 0 0,0 0 0 0 0,0 0 0 0 0,0 0 0 0 0,0 0 0 0 0,0 0 0 0 0,0 0 0 0 0,0-1 0 0 0,0 1 0 0 0,0 0 0 0 0,0 0 0 0 0,0 0 0 0 0,0 0 0 0 0,0 0 0 0 0,0-1 0 0 0,0 1 0 0 0,0 0 0 0 0,0 0 0 0 0,0 0 0 0 0,0 0 0 0 0,0 0 0 0 0,0-1 0 0 0,0 1 0 0 0,0 0 0 0 0,0 0 0 0 0,0 0 0 0 0,0 0 0 0 0,1 0 0 0 0,-1 0 0 0 0,0 0 0 0 0,0-1 0 0 0,0 1 0 0 0,0 0 0 0 0,0 0 0 0 0,0 0 0 0 0,0 0 0 0 0,1 0 0 0 0,-1 0 0 0 0,0 0 0 0 0,0 0 0 0 0,0 0 0 0 0,0 0 0 0 0,0 0 0 0 0,1 0 0 0 0,-1 0 0 0 0,0 0 0 0 0,0 0 0 0 0,0 0 0 0 0,0 0 0 0 0,0 0 0 0 0,1 0 0 0 0,37-5 45 0 0,0 3 0 0 0,1 0 0 0 0,-1 3 0 0 0,52 7 0 0 0,-31-3-12 0 0,172 13 24 0 0,215 12-3378 0 0,-410-29 2424 0 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2:58:17.636"/>
    </inkml:context>
    <inkml:brush xml:id="br0">
      <inkml:brushProperty name="width" value="0.035" units="cm"/>
      <inkml:brushProperty name="height" value="0.035" units="cm"/>
    </inkml:brush>
  </inkml:definitions>
  <inkml:trace contextRef="#ctx0" brushRef="#br0">87 90 3576 0 0,'17'1'716'0'0,"-9"-3"-511"0"0,0-1-1 0 0,0 0 0 0 0,-1 0 1 0 0,1-1-1 0 0,-1 0 0 0 0,1 0 0 0 0,-1-1 1 0 0,0 0-1 0 0,-1 0 0 0 0,0-1 1 0 0,1 0-1 0 0,-2 0 0 0 0,1 0 0 0 0,6-10 1 0 0,-11 15 217 0 0,-6-2-263 0 0,5 2-147 0 0,-1 1-1 0 0,1-1 1 0 0,-1 0-1 0 0,0 1 0 0 0,0-1 1 0 0,1 1-1 0 0,-1-1 0 0 0,0 1 1 0 0,0-1-1 0 0,1 1 1 0 0,-1 0-1 0 0,0-1 0 0 0,0 1 1 0 0,0 0-1 0 0,0-1 1 0 0,0 1-1 0 0,1 0 0 0 0,-1 0 1 0 0,-2 0-1 0 0,-8 2 73 0 0,1 1 1 0 0,-1 0-1 0 0,0 1 0 0 0,1 0 0 0 0,0 0 1 0 0,0 1-1 0 0,-15 11 0 0 0,24-16-71 0 0,1 0 0 0 0,-1 1-1 0 0,1-1 1 0 0,-1 1 0 0 0,1-1-1 0 0,0 0 1 0 0,-1 1 0 0 0,1-1-1 0 0,0 1 1 0 0,-1-1 0 0 0,1 1 0 0 0,0-1-1 0 0,-1 1 1 0 0,1 0 0 0 0,0-1-1 0 0,0 1 1 0 0,0-1 0 0 0,0 1-1 0 0,0 0 1 0 0,0-1 0 0 0,-1 1 0 0 0,1-1-1 0 0,0 1 1 0 0,1 0 0 0 0,-1-1-1 0 0,0 1 1 0 0,0-1 0 0 0,0 1-1 0 0,0 0 1 0 0,0-1 0 0 0,1 1 0 0 0,-1-1-1 0 0,0 1 1 0 0,0-1 0 0 0,1 1-1 0 0,-1-1 1 0 0,0 1 0 0 0,1-1-1 0 0,-1 1 1 0 0,1-1 0 0 0,-1 0 0 0 0,1 1-1 0 0,-1-1 1 0 0,1 1 0 0 0,-1-1-1 0 0,1 0 1 0 0,-1 1 0 0 0,1-1-1 0 0,-1 0 1 0 0,1 0 0 0 0,-1 0 0 0 0,1 1-1 0 0,-1-1 1 0 0,1 0 0 0 0,0 0-1 0 0,-1 0 1 0 0,1 0 0 0 0,-1 0-1 0 0,1 0 1 0 0,0 0 0 0 0,-1 0 0 0 0,2 0 227 0 0,2-3-205 0 0,7-6 5 0 0,-13 6 38 0 0,-19 6 30 0 0,12-2-135 0 0,8 0 31 0 0,0-1 1 0 0,0 0-1 0 0,0 1 1 0 0,0-1 0 0 0,0 0-1 0 0,0 1 1 0 0,0-1-1 0 0,0 1 1 0 0,0-1 0 0 0,0 1-1 0 0,1 0 1 0 0,-1-1-1 0 0,0 1 1 0 0,0 0 0 0 0,1-1-1 0 0,-1 1 1 0 0,0 0-1 0 0,1 0 1 0 0,-1 0 0 0 0,1 0-1 0 0,-1 0 1 0 0,1 0-1 0 0,0 0 1 0 0,-1 0 0 0 0,1 0-1 0 0,0 0 1 0 0,-1 0-1 0 0,1 0 1 0 0,0 0 0 0 0,0 0-1 0 0,0 0 1 0 0,0 0-1 0 0,0 0 1 0 0,0 0 0 0 0,0 0-1 0 0,1 0 1 0 0,-1 0-1 0 0,0 0 1 0 0,0 0 0 0 0,1 0-1 0 0,-1 0 1 0 0,1 0-1 0 0,-1 0 1 0 0,1-1 0 0 0,-1 1-1 0 0,1 0 1 0 0,-1 0-1 0 0,2 1 1 0 0,0-1 9 0 0,0 0 0 0 0,1 0-1 0 0,-1 0 1 0 0,0 0 0 0 0,1-1 0 0 0,-1 1-1 0 0,0-1 1 0 0,1 1 0 0 0,-1-1 0 0 0,1 0 0 0 0,-1 0-1 0 0,1 0 1 0 0,-1 0 0 0 0,0-1 0 0 0,1 1-1 0 0,-1-1 1 0 0,0 1 0 0 0,1-1 0 0 0,3-1 0 0 0,-1 0-32 0 0,-5 2 14 0 0,1 0-1 0 0,-1 0 1 0 0,1 0-1 0 0,-1 0 1 0 0,1 0 0 0 0,0 0-1 0 0,-1 0 1 0 0,1 0 0 0 0,-1-1-1 0 0,1 1 1 0 0,-1 0-1 0 0,1 0 1 0 0,-1-1 0 0 0,1 1-1 0 0,-1 0 1 0 0,1-1-1 0 0,-1 1 1 0 0,1 0 0 0 0,-1-1-1 0 0,0 1 1 0 0,1-1 0 0 0,-1 1-1 0 0,0 0 1 0 0,1-1-1 0 0,-1 1 1 0 0,0-1 0 0 0,0 1-1 0 0,1-1 1 0 0,-1 0 0 0 0,0 1-1 0 0,0-1 1 0 0,0 1-1 0 0,0-1 1 0 0,1 1 0 0 0,-1-1-1 0 0,0 1 1 0 0,0-1-1 0 0,0 0 1 0 0,0 1 0 0 0,0-1-1 0 0,-1 1 1 0 0,1-1 0 0 0,0 1-1 0 0,0-1 1 0 0,0 0-1 0 0,0 1 1 0 0,-1-1 0 0 0,1 1-1 0 0,0-1 1 0 0,-1 1 0 0 0,1-1-1 0 0,0 1 1 0 0,-1 0-1 0 0,1-1 1 0 0,-1 0 0 0 0,-10 1-271 0 0,1 0 0 0 0,-1 0 0 0 0,0 1 1 0 0,-15 4-1 0 0,-26 7-3965 0 0,32-6 1370 0 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2:58:35.851"/>
    </inkml:context>
    <inkml:brush xml:id="br0">
      <inkml:brushProperty name="width" value="0.035" units="cm"/>
      <inkml:brushProperty name="height" value="0.035" units="cm"/>
    </inkml:brush>
  </inkml:definitions>
  <inkml:trace contextRef="#ctx0" brushRef="#br0">93 170 3348 0 0,'0'0'1550'0'0,"13"-6"2227"0"0,-10 6-3577 0 0,-2 0-70 0 0,1 0-1 0 0,-1 1 1 0 0,0-1 0 0 0,0 0-1 0 0,0-1 1 0 0,0 1 0 0 0,0 0 0 0 0,0 0-1 0 0,0 0 1 0 0,0-1 0 0 0,0 1 0 0 0,0 0-1 0 0,0-1 1 0 0,0 1 0 0 0,0-1-1 0 0,0 1 1 0 0,-1-1 0 0 0,1 1 0 0 0,0-1-1 0 0,0 0 1 0 0,0 1 0 0 0,-1-1 0 0 0,1 0-1 0 0,0 0 1 0 0,-1 0 0 0 0,1 1 0 0 0,-1-1-1 0 0,1 0 1 0 0,-1 0 0 0 0,1 0-1 0 0,-1 0 1 0 0,1-2 0 0 0,0 1 242 0 0,-1-5-317 0 0,0 7-49 0 0,0 0 1 0 0,0 0-1 0 0,0 0 1 0 0,0 0-1 0 0,0 0 1 0 0,0 0-1 0 0,0 0 1 0 0,0 0-1 0 0,0 0 1 0 0,0 0-1 0 0,-1 1 1 0 0,1-1-1 0 0,0 0 1 0 0,0 0-1 0 0,0 0 1 0 0,0 0-1 0 0,0 0 1 0 0,0 0-1 0 0,0 0 1 0 0,0 0-1 0 0,0 0 1 0 0,-1 0-1 0 0,1 0 1 0 0,0 0-1 0 0,0 0 1 0 0,0 0 0 0 0,0 0-1 0 0,0 0 1 0 0,0 0-1 0 0,0 0 1 0 0,0 0-1 0 0,0 0 1 0 0,-1 0-1 0 0,1 0 1 0 0,0 0-1 0 0,0 0 1 0 0,0 0-1 0 0,0 0 1 0 0,0 0-1 0 0,0 0 1 0 0,0 0-1 0 0,0-1 1 0 0,0 1-1 0 0,0 0 1 0 0,-1 0-1 0 0,1 0 1 0 0,0 0-1 0 0,0 0 1 0 0,0 0-1 0 0,0 0 1 0 0,0 0-1 0 0,0 0 1 0 0,0 0-1 0 0,0-1 1 0 0,-19 42 84 0 0,2 0 1 0 0,2 1 0 0 0,-10 44-1 0 0,-16 45 365 0 0,31-94-210 0 0,10-36-187 0 0,-2 2 61 0 0,-1 2-120 0 0,1-8 301 0 0,5-57-200 0 0,16-80 1 0 0,-3 24-27 0 0,-12 95-56 0 0,1-1 1 0 0,0 1 0 0 0,2 0-1 0 0,0 0 1 0 0,2 1 0 0 0,11-21-1 0 0,-6 4-97 0 0,-14 39 79 0 0,1 0-1 0 0,-1 1 1 0 0,1-1 0 0 0,0 0 0 0 0,0 0-1 0 0,0 0 1 0 0,0 0 0 0 0,0 0-1 0 0,0-1 1 0 0,1 1 0 0 0,-1 0-1 0 0,3 2 1 0 0,1 2-1 0 0,10 26-3 0 0,17 54 0 0 0,-23-59 4 0 0,1 0 0 0 0,25 46 1 0 0,-21-47 22 0 0,-10-18-2 0 0,-1-1-1 0 0,1 0 0 0 0,1 1 1 0 0,-1-2-1 0 0,1 1 0 0 0,0-1 0 0 0,1 1 1 0 0,-1-1-1 0 0,9 6 0 0 0,-11-11-14 0 0,1 0-1 0 0,-1-1 1 0 0,0 1 0 0 0,1-1-1 0 0,-1 1 1 0 0,1-1-1 0 0,-1 0 1 0 0,0-1 0 0 0,1 1-1 0 0,-1-1 1 0 0,0 1-1 0 0,1-1 1 0 0,-1 0 0 0 0,0 0-1 0 0,0 0 1 0 0,0-1-1 0 0,0 1 1 0 0,0-1 0 0 0,4-2-1 0 0,25-22 21 0 0,-1-2-1 0 0,54-61 1 0 0,-1 0-52 0 0,-57 62 32 0 0,-21 19-22 0 0,0 1 0 0 0,0 0 0 0 0,1 0 0 0 0,1 1 0 0 0,-1 0-1 0 0,1 0 1 0 0,0 1 0 0 0,14-8 0 0 0,-20 12-1 0 0,2 4 7 0 0,0 0 9 0 0,0 1-1 0 0,-1-1 1 0 0,0 1 0 0 0,0-1 0 0 0,0 1 0 0 0,0 0 0 0 0,0 0-1 0 0,-1 0 1 0 0,0 1 0 0 0,0-1 0 0 0,0 1 0 0 0,2 8 0 0 0,15 69 35 0 0,-11-36-52 0 0,4 0-245 0 0,15 80 635 0 0,-20-42-4474 0 0,-7-82 3656 0 0,0-1-1 0 0,0 0 1 0 0,0 0-1 0 0,0 0 1 0 0,0 0 0 0 0,-1 1-1 0 0,1-1 1 0 0,0 0-1 0 0,-1 0 1 0 0,1 0 0 0 0,-1 0-1 0 0,1 0 1 0 0,-1 0-1 0 0,0 0 1 0 0,1 0 0 0 0,-1 0-1 0 0,-1 2 1 0 0</inkml:trace>
</inkml:ink>
</file>

<file path=ppt/ink/ink8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5-03-08T03:16:59.233"/>
    </inkml:context>
    <inkml:brush xml:id="br0">
      <inkml:brushProperty name="width" value="0.05292" units="cm"/>
      <inkml:brushProperty name="height" value="0.05292" units="cm"/>
      <inkml:brushProperty name="color" value="#FF0000"/>
    </inkml:brush>
  </inkml:definitions>
  <inkml:trace contextRef="#ctx0" brushRef="#br0">28693 7246 1664 0,'-18'3'638'0,"-3"-2"-210"0,1 2-137 0,4 0-85 15,-4-1-14-15,5 0 12 0,1 0 27 0,2-1 10 0,-1-1 22 16,4 2 15-16,9-2-4 0,-14 2 0 0,14-2-14 16,-13 0 6-16,13 0 14 0,0 0 3 0,35 3-13 15,-7-5-24-15,20 2-24 16,15-5-23-16,4 4-18 0,-4-5-19 0,-1 0-13 15,-1 2-10-15,-13 0-11 0,-2 2-9 16,-4-2-16-16,-10 0-103 0,-7 3 0 16,-4-1 0-16,-4 2 0 0,-2 0 0 15,-1 0 0-15,-3 0 0 0,1-2 0 16,-12 2 0-16,17 0 0 0,-17 0 0 0,14 0 0 16,-14 0 0-16,0 0 0 15,12-2 0-15,-12 2 0 0,0 0 0 0,13-1 0 16,-13 1 0-16,0 0 0 0,14-4 0 0,-14 4 0 15,6-3 0-15,-6 3 0 0,5-4 0 16,-5 4 0-16,0 0 0 0,2-9 0 0,-2 9 0 16,0 0-710-16,-9-6-255 0,9 6 82 15,-11-3 97-15,11 3-862 0,0 0-1087 0</inkml:trace>
  <inkml:trace contextRef="#ctx0" brushRef="#br0" timeOffset="1303.83">28915 13939 4755 0,'-18'7'-60'0,"1"-1"11"0,0-3 32 0,2 2 41 16,0 1 45-16,3-2 50 0,-1-2 36 0,4 1 26 16,-3 1 12-16,12-4-20 0,-15 2-11 15,15-2 3-15,-12 3 10 0,12-3 2 0,0 0 4 16,-9 3-1-16,9-3-1 0,0 0-3 15,0 0-6-15,0 0 0 0,36 0-11 0,2-4-14 16,8-2-16-16,15-5-10 0,1-1-12 16,7-1-16-16,2 1-7 0,1 0-7 0,5-1-75 15,-2 1-2-15,-4 2 0 16,-2-1 0-16,-6 1 0 0,-4 1 0 0,-18 3 0 16,2 0 0-16,-14 3 0 0,-4 0 0 15,-5-1 0-15,-3 3 0 0,-4-1 0 16,-2 0 0-16,1 0 0 0,-2 2 0 15,-10 0 0-15,13-3 0 0,-13 3 0 0,12-2 0 16,-12 2 0-16,9-1 0 0,-9 1 0 0,0 0 0 16,14-2 0-16,-14 2 0 0,9-2 0 15,-9 2 0-15,0 0 0 0,13 0 0 0,-13 0 0 16,0 0 0-16,14 0 0 0,-14 0 0 16,0 0 0-16,9-2 0 0,-9 2 0 15,0 0 0-15,0 0 0 0,0 0 0 0,0 0 0 16,0 0 0-16,0 0 0 0,0 0 0 15,0 0 0-15,0 0 0 0,0 0 0 16,18 0 0-16,-18 0 0 0,0 0 0 0,0 0 0 16,0 0 0-16,0 0 0 0,0 0 0 15,5-3 0-15,-5 3 0 0,0 0 0 0,0 0 0 16,0 0 0-16,0 0 0 0,0 0 0 16,0 0 0-16,0 0-640 0,0 0-356 15,0 0 98-15,-46 3-1026 0,33 1-1345 16</inkml:trace>
  <inkml:trace contextRef="#ctx0" brushRef="#br0" timeOffset="5467.82">30460 16330 4897 0,'0'0'-252'0,"1"-6"68"0,-1 6 71 16,7-8 69-16,-7 8 71 0,2-8 56 15,-2 8 27-15,4-8 31 0,-4 8 18 0,1-9 5 16,-1 9 14-16,0-8 7 0,0 8 17 16,2-8 2-16,-2 8 4 0,0 0 0 15,2-9-6-15,-2 9-6 0,0 0-14 0,0-10-12 0,0 10-13 16,0 0-5-16,0 0-13 15,0 0-8-15,0 0-9 0,-2-8-9 0,2 8-10 16,0 0-9-16,0 0-12 0,-9-6-12 16,9 6-5-16,-10-5-25 0,10 5-40 0,-15-2 0 15,15 2 0-15,-19-4 0 0,9 4 0 16,-4-2 0-16,14 2 0 0,-27-2 0 16,11 2 0-16,1-2 0 0,-2 4 0 0,1-4 0 15,-4 2 0-15,2 2 0 16,0-2 0-16,2 0 0 0,-3 2 0 0,2 0 0 15,-2 2 0-15,2-2 0 0,-2 2 0 16,-1 1 0-16,0 3 0 0,-1-2 0 16,-3 3 0-16,8-1 0 0,-5 1 0 15,3 0 0-15,0 1 0 0,0-3 0 0,1 5 0 16,0-2 0-16,2 0 0 16,-3-1 0-16,7-1 0 0,-2 1 0 0,0 1 0 15,1-2 0-15,1 1 0 0,-1 0 0 16,0-1 0-16,1 1 0 0,0 1 0 15,1-1 0-15,-1 1 0 0,2-1 0 0,-1 1 0 16,0 0 0-16,-1 0 0 0,3 1 0 16,2-2 0-16,-5 0 0 0,4 4 0 15,0-3 0-15,0 1 0 0,-2 1 0 0,-1 0 0 16,4-1 0-16,-1 1 0 0,-1-1 0 0,3-1 0 16,-2 0 0-16,4 1 0 0,-3-1 0 0,1 2 0 0,1-2 0 15,-2 0 0-15,0 2 0 16,0 0 0-16,3-2 0 0,1 2 0 0,-2-1 0 15,0-1 0-15,4 0 0 0,-1 1 0 16,1-2 0-16,-2 3 0 0,0 2 0 16,-1-5 0-16,3 3 0 0,-2 2 0 15,2-3 0-15,-2 4 0 0,2-1 0 16,0-2 0-16,2 5 0 0,0-5 0 0,1 5 0 0,-1-2 0 16,0-1 0-16,-2 2 0 15,1-1 0-15,3-1 0 0,0 2 0 0,-2-2 0 16,-1-2 0-16,-1 2 0 0,6 0 0 15,-2-3 0-15,-1 1 0 0,-2 0 0 0,3 1 0 16,-2-1 0-16,2-1 0 0,-1-1 0 16,-1 3 0-16,4-3 0 0,-5 2 0 15,3-1 0-15,3-1 0 0,-4 0 0 16,1 2 0-16,2 2 0 0,-3 0 0 16,3 0 0-16,0-1 0 0,2 3 0 0,-3-3 0 15,1 1 0-15,1 0 0 0,0-1 0 16,-4 1 0-16,7-3 0 0,-5 1 0 0,1 2 0 15,0-1 0-15,2-1 0 0,-3-2 0 16,2 1 0-16,2 2 0 0,-2-1 0 16,1 0 0-16,1 0 0 0,1-1 0 0,-3 0 0 15,4 0 0-15,0 2 0 0,-2-4 0 16,0 1 0-16,3 0 0 0,-3-1 0 16,2-1 0-16,1 4 0 0,-1-4 0 15,3 1 0-15,-3-1 0 0,2 0 0 0,1 0 0 0,-1-1 0 16,1 0 0-16,1 2 0 0,-1-1 0 15,0-3 0-15,2 1 0 0,-1-2 0 16,3 2 0-16,-6 0 0 0,8-4 0 16,-5 2 0-16,-2-2 0 0,0 0 0 15,5 1 0-15,-3-3 0 0,0 0 0 16,0 0 0-16,3 0 0 0,-2-1 0 0,4-3 0 16,-3 1 0-16,0 0 0 0,1-3 0 0,2 0 0 15,1 0 0-15,-1 0 0 16,-2-1 0-16,0 1 0 0,-6-3 0 0,8 2 0 15,-5 1 0-15,2-5 0 0,-4 3 0 16,3-3 0-16,-3 3 0 0,-1-4 0 0,1 0 0 0,-1 3 0 16,-1-6 0-16,0 5 0 15,3-6 0-15,-3 3 0 0,1-3 0 0,-3 3 0 16,2-3 0-16,1 1 0 0,-3-1 0 16,1 3 0-16,0-1 0 0,-5 1 0 15,3-1 0-15,1-1 0 0,-3-2 0 0,2 4 0 16,-4-4 0-16,3-1 0 0,-2-2 0 15,1 1 0-15,2 0 0 0,-2-1 0 0,-2 2 0 16,1 0 0-16,-1-1 0 0,-1 2 0 16,2 1 0-16,-1-1 0 0,-2-1 0 0,0 1 0 15,1 0 0-15,-1 0 0 0,0 2 0 16,2 0 0-16,-3-1 0 0,-1-1 0 16,2 1 0-16,0-1 0 0,-2 2 0 0,2 1 0 15,1-3 0-15,-3 3 0 16,0-5 0-16,0 6 0 0,0-7 0 0,2 3 0 0,-2 3 0 15,2-4 0-15,-2 5 0 16,0-5 0-16,0 5 0 0,1-1 0 0,-2 0 0 16,1 0 0-16,-2 2 0 0,2-1 0 15,-2-1 0-15,-1 2 0 0,1 0 0 0,-2 0 0 16,4 0 0-16,-1 0 0 0,-1 0 0 16,-2 0 0-16,-1-1 0 0,3-1 0 15,-4-1 0-15,0-2 0 0,2 3 0 0,-2-6 0 16,-1 1 0-16,2 2 0 0,-2-1 0 15,1 2 0-15,3 1 0 0,-1 1 0 16,-1 0 0-16,1 2 0 0,-4 2 0 16,2-2 0-16,0 3 0 0,6 1 0 0,-5 0 0 15,-1-1 0-15,3 2 0 0,-6 0 0 16,6-1 0-16,3 8 0 0,-8-9 0 16,3 4 0-16,-3-2 0 0,4 2 0 15,-2-2 0-15,1 2 0 0,-3 0 0 0,8 5 0 16,-12-11 0-16,7 7 0 0,-1 0 0 15,6 4 0-15,-15-8 0 0,7 6 0 0,8 2 0 16,-17-3 0-16,5 3 0 0,12 0 0 16,-25 0 0-16,11 0 0 0,1 3 0 15,-1-2 0-15,3-1 0 0,11 0 0 0,-21 3 0 0,11-3 0 16,10 0 0-16,-15 2 0 0,15-2 0 16,-15 2 0-16,15-2 0 0,-16 4 0 15,16-4 0-15,-15 4 0 0,5 0 0 16,3 2 0-16,-2-6 0 0,1 6 0 15,-2-3 0-15,3 5 0 0,-3-5-646 16,0 2-365-16,10-5 105 0,-11 7-1008 0,11-7-1336 16</inkml:trace>
  <inkml:trace contextRef="#ctx0" brushRef="#br0" timeOffset="6263.18">30370 15350 4675 0,'-2'-6'-301'0,"2"6"60"0,-5-12 50 0,-1 5 39 0,2-1 47 15,-3-1 37-15,1 1 33 0,-4-2 16 0,3-3 23 16,-2 3 18-16,-3 0 11 0,1 1 14 16,-1 1 8-16,0-3 10 0,0 5-4 15,-2 1 3-15,-3-1 0 0,-2 5 3 0,-3 1-3 16,-3 2 14-16,0 3-2 15,-11 3 18-15,4 2 8 0,-2 2 5 0,2 2 0 0,1 3 0 16,3 0 6 0,1 6 8-16,3 4 14 0,2 2 8 0,-1 8 4 0,9 6 5 15,2-3 6-15,8 5 14 0,0 1-2 16,4 2 7-16,4 11-10 0,3-1 6 0,3-2-2 16,7-2-7-16,2-3-8 0,6-3-3 0,6-4-4 15,5-3-8-15,4-8-7 16,8-4-9-16,1-6-9 0,2-8-9 0,5-5-9 15,-8-8-29-15,-3-4-69 0,9-8 0 16,-4-5 0-16,0-9 0 0,-3-4 0 16,-2-5 0-16,-3-2 0 0,-6-5 0 0,-3-3 0 15,-5-3 0-15,-3-7 0 0,-3-2 0 16,-8-3 0-16,-6-3 0 0,-5-3 0 16,-6-5 0-16,-6-1 0 0,-15-16 0 0,-1 4 0 15,-11 0 0-15,-8 10 0 0,-1 9 0 16,0 20 0-16,0 13 0 0,-5 9 0 15,-4 8 0-15,4 12 0 0,-11 15 0 16,-6 14 0-16,-9 13 0 0,2 12 0 16,6 11-343-16,8 6-174 0,5 5-246 15,11-1-144-15,6 0 101 0,9-18-845 0,2-1-1089 16</inkml:trace>
</inkml:ink>
</file>

<file path=ppt/ink/ink8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5-03-08T03:17:09.015"/>
    </inkml:context>
    <inkml:brush xml:id="br0">
      <inkml:brushProperty name="width" value="0.05292" units="cm"/>
      <inkml:brushProperty name="height" value="0.05292" units="cm"/>
      <inkml:brushProperty name="color" value="#FF0000"/>
    </inkml:brush>
  </inkml:definitions>
  <inkml:trace contextRef="#ctx0" brushRef="#br0">28375 6958 1116 0,'-12'-2'212'0,"5"0"-36"0,-4-2-10 0,1 3-16 0,-1 0-1 15,-2-3-7-15,-3 2 1 0,1-2-12 0,-2 2 5 16,2 0-4-16,-3 1 5 0,6-3-7 15,-4 4 2-15,1 0-9 0,-1 0-2 16,-3 4-6-16,-3-1-1 0,-1 1 3 0,-10 4 5 0,3 2 5 16,-3 3-2-16,-1 0-1 15,2 0 1-15,0 3-1 0,-2 2-4 0,2-2 2 0,2 1-1 16,-7 9-4 0,7-4-5-16,-4 4-5 0,7-1-3 0,-3 7-3 0,1 0 3 15,0 4-6-15,4 3-2 16,3-1 0-16,1 8 0 0,-2 3 0 15,4 4 4-15,5 0-10 0,3 0-4 0,6 5-1 16,0 1 3-16,5-1-2 0,7 0 4 16,0 2-13-16,6-2-5 0,5 0-12 0,3-3 2 15,3-1-6-15,4-3-19 0,5-3 19 16,4-2-6-16,3-4-12 0,9-3 28 0,4-6-3 0,1-4-2 16,5-2-3-16,2-6 2 0,2-4-5 15,-6-5-4-15,0-3-2 0,-7-6-8 16,-5-5-2-16,1 0-2 0,0-6-8 15,5-4 2-15,-3-3-1 0,-2-3-4 16,-7-4 0-16,-3-3 7 0,-1-4 5 16,0-4 15-16,-7-4 2 0,-4-4 7 0,0-5-2 15,-5-3-3-15,-2-3-6 0,-4-4-3 16,-3-4-48-16,-5-3 0 0,1-2 0 0,-6 1 0 16,-4-2 0-16,-3 4 0 0,-3 4 0 15,-5 2 0-15,-4 4 0 0,-7 2 0 16,-7 7 0-16,-6 1 0 0,-2 8 0 0,-9 4 0 15,-1 5 0-15,-6 7 0 0,-4 6 0 0,-6 8 0 16,0 5 0-16,-2 8 0 16,3 6 0-16,-1 7 0 0,7 4-139 0,4 3-122 15,2 2-64-15,9 1-95 0,6 3-86 0,3-2-108 16,4 0-206-16,3 2 78 0,11-6 79 0,0 0-596 16,7-3-719-16</inkml:trace>
  <inkml:trace contextRef="#ctx0" brushRef="#br0" timeOffset="1101">29235 12985 3602 0,'-13'-7'-76'0,"-1"2"19"0,-1 0 30 16,-2 3 31-16,0-1 36 0,-10-1 29 0,0 4 18 15,-3 0 8-15,-11 2 1 0,0 1 2 16,1 4-2-16,-5 2 2 0,6-1 2 16,-1 4 0-16,-1 2-5 0,-6 1 1 0,1 6-6 15,3 1-5-15,0 2-2 0,3 4-4 16,3 1 2-16,-1 7 5 0,-1 2 2 16,3 4 3-16,2 8-1 0,1 6 5 15,-3 16-7-15,11-11 3 0,2 4-5 0,7 2-4 16,4 7 3-16,6 1 6 0,4 1 3 0,8-2-6 15,10 17 6-15,4-4 29 16,7-4-18-16,3-7 8 0,11-7-5 16,-5-18-2-16,17 7 3 15,-7-17-9-15,5-4-6 0,5-7 6 0,3-5-19 16,4-1-7-16,5-11-6 0,2-4-4 0,3-6-9 0,1-6-4 16,-2-6-1-16,-4-2-6 0,-4-9-4 0,-3-3-4 15,-1-2-3-15,-12-3 1 0,1-4-5 16,-6-2 3-16,-4 1 5 0,-3-5 9 15,-8 0 10-15,-3-3 10 0,-1-2 2 16,-2-3 2-16,-7-5-54 0,-4-2-16 0,-1-2 0 16,-10 7 0-16,-4-11 0 15,-5-4 0-15,-5-3 0 0,-10-17 0 0,-7 4 0 16,-2 4 0-16,-7 3 0 0,-1 7 0 0,-7 5 0 16,-6 6 0-16,3 17 0 0,-6 4 0 0,-4 8 0 15,-4 6 0-15,-4 7 0 16,4 8 0-16,-3 6 0 0,0 8 0 0,3 6 0 15,0 8 0-15,4 7 0 16,-12 13-16-16,25-5-206 0,-8 17-43 0,17-12-43 0,3 2-75 16,8 1-70-16,5-3-93 0,0-5-148 15,13-8-76-15,6-6 80 0,1-8-617 0,1-5-766 16</inkml:trace>
  <inkml:trace contextRef="#ctx0" brushRef="#br0" timeOffset="5903.09">16356 15656 5400 0,'-7'-12'285'0,"0"5"-128"0,4 2-12 0,-3 2-29 16,6 3 21-16,0 0 79 0,0 0 27 0,0 0-9 15,6 31-30-15,6-2-12 16,2 6-14-16,4 11-6 0,2 0-10 0,3 0-14 15,-1-3-11-15,-1-4-72 0,-4-4-65 16,0-8 0-16,0-3 0 0,-3-3 0 0,-5-7 0 16,-2-3 0-16,3 0 0 0,-2-6 0 15,-5 0 0-15,-3-5 0 0,0 0 0 0,0 0 0 0,12-25 0 16,-14 2 0-16,-6-14 0 0,3-5 0 16,-11-8 0-16,3-3 0 0,-1 2 0 15,5 3 0-15,5 12 0 0,1 8 0 16,-3 7 0-16,6 4 0 0,-2 5 0 0,8 0 0 15,-1 6 0-15,6 2 0 0,1 3 0 16,3 1 0-16,8 5 0 0,2 1 0 16,9 6 0-16,-1-3 0 0,-5 3 0 0,5 0 0 15,-8-1 0-15,-7-5 0 0,0 2 0 16,-4-4 0-16,0 2 0 0,-3-3 0 16,1-1 0-16,-12-2 0 0,15 0 0 0,-15 0 0 15,12-11 0-15,-6 1 0 0,-4-1 0 16,-1-4 0-16,1 1 0 0,0 2 0 15,-2-2 0-15,2 1 0 0,0 5 0 0,0 1 0 16,1 0 0-16,1 5 0 0,-4 2 0 16,20 0 0-16,-20 0 0 0,24 10 0 15,-7 0 0-15,2-1 0 0,-1 1 0 16,6 8 0-16,-3-7 0 0,6 4-52 0,-2-6-464 16,-4-2-109-16,1 0-114 15,-4-4-119-15,0-3 73 0,2 0-785 0,-3-6-1012 16</inkml:trace>
  <inkml:trace contextRef="#ctx0" brushRef="#br0" timeOffset="6240.7">17262 15369 4188 0,'-9'-15'51'0,"6"5"107"0,-3 3 71 0,2 2 48 16,4 5 33-16,-3-7-3 0,3 7-16 0,0 0-6 0,0 0 0 16,0 0-12-16,0 0-22 0,0 0-21 0,32 16-22 15,-19-6-16-15,3 2-19 0,5 8-19 16,-5-3-12-16,0 8-11 0,-1-1-75 0,-6-3-56 15,0 1 0-15,-4-2 0 0,1 1 0 16,-6-2 0-16,0-1 0 0,0 0 0 0,-6-5 0 16,2 1 0-16,-6-4 0 0,3-3 0 15,-2-5 0-15,9-2 0 0,-31-7 0 16,6-12 0-16,-2-3 0 0,4-3 0 0,5-3 0 16,0 2 0-16,7 6 0 0,6 1 0 15,0 4 0-15,5 0 0 0,3 3 0 16,0 2 0-16,9 0 0 0,-1 4 0 15,2 1 0-15,7 5 0 0,0 0 0 16,5 0 0-16,4 5 0 0,7-3 0 16,-2 5-36-16,2-1-139 0,-7 1-77 0,-4-3-81 0,-2 2-94 15,-2-1-94-15,-3-1-93 0,-2 0-109 0,1 0-17 16,-3 1 63-16,-7-1-579 0,0-1-717 16</inkml:trace>
  <inkml:trace contextRef="#ctx0" brushRef="#br0" timeOffset="6646.26">17590 15262 3698 0,'-5'-12'91'16,"3"3"46"-16,0 2 38 0,2 7 30 0,6-6 19 16,-6 6 11-16,12-3-4 0,-12 3-10 15,18 3-11-15,-18-3-13 0,27 6-14 0,-11 0-13 16,-3 2-16-16,1 1-19 0,-2 1-6 0,0 0-12 16,0 4-7-16,-3-2-18 0,-4 2-13 15,-1 1-35-15,1 1-32 0,-3-2-47 16,-2-3-40-16,0 2-44 0,-2-4-43 15,-3 0-49-15,1-5-58 0,4-4-48 0,0 0-40 16,0 0-31-16,-25-25-26 0,11-1-11 16,1-6 24-16,-1-5 64 0,3-1 78 15,1 1 72-15,4 4 63 0,2 7 65 0,1 7 62 16,-3 6 68-16,2 3 78 0,4 2 66 16,0 8 69-16,0 0 44 0,0 0 47 0,0 0-1 15,2 28 14-15,4-9-4 16,-2 2-11-16,1 12-17 0,2-2-20 0,5 2-27 15,-2-4-33-15,4-2-26 16,-3-6-29-16,6-1-26 0,2-6-29 0,-4-5-32 16,2-3-42-16,2-3-50 0,1-6-59 0,0-1-68 0,3-4-52 15,4-5-49-15,4-3-57 0,-7 2-62 16,-1-6-83-16,0 3-87 0,-9 4-110 0,-5-1-161 16,-4 1 21-16,1 2 76 15,-2 2-538-15,-3 2-652 0</inkml:trace>
  <inkml:trace contextRef="#ctx0" brushRef="#br0" timeOffset="7062.61">16758 14394 3440 0,'-86'-5'-12'0,"12"9"30"16,-29 15 25-16,-3 17 34 0,-7 16 40 0,0 10 36 0,-24 34 22 15,15 23 13-15,17 15 4 16,16 24 5-16,16 13 9 0,12 7-4 0,20 11-5 16,14 9 3-16,22-34-2 0,14 43-2 15,21-15 2-15,26-17-9 16,18-23-6-16,2-51-11 0,18-14-3 0,18-24-4 16,18-22-3-16,18-22-4 0,18-23-18 15,55-30-9-15,-3-24-12 0,-5-21-11 0,0-21-6 16,-5-16-14-16,-8-15-6 0,-15-4-5 15,-15-6-9-15,-20-4-9 0,-19-3-25 0,-22-1-34 16,-27 3 0-16,-42 30 0 0,-18-1 0 0,-23 0 0 16,-21 2 0-16,-21 0 0 0,-18-1 0 0,-49-25 0 15,-20 13-5-15,-21 20-6 16,-20 18 1-16,-8 21 7 0,30 40-3 16,-9 25-6-16,-1 26-8 0,-42 37-28 0,13 22-36 15,8 20-82-15,10 23-78 0,5 10-96 16,13 9-120-16,8-4-120 0,15-3-223 15,18-14 21-15,35-41 68 0,5-13-614 16,8-10-783-16</inkml:trace>
  <inkml:trace contextRef="#ctx0" brushRef="#br0" timeOffset="7659.64">18440 15100 3543 0,'-3'4'143'0,"3"-4"46"0,-4 8 5 0,4-8-8 16,0 0 0-16,0 0 10 0,0 0-2 0,0 0-3 16,0 0-11-16,0 0-12 0,0 0-14 0,21-17-32 15,-10 8-39-15,3-4-64 16,3 1-78-16,-3-3-92 0,-1-1-110 0,8-2-93 16,0-1-136-16,-2 5-167 0,-7 0 49 15,-1 4 79-15,-4 3-369 0,-1 2-379 0</inkml:trace>
  <inkml:trace contextRef="#ctx0" brushRef="#br0" timeOffset="7821.96">18687 15051 2884 0,'-6'12'463'0,"0"-2"-13"0,2 0-9 15,1-1-31-15,-1-4-34 0,0 0-39 0,4-5-35 16,-3 7-66-16,3-7-72 0,0 0-87 0,0 0-93 15,0 0-103-15,0 0-132 0,0 0-139 16,0 0-157-16,0 0-145 0,0 0 48 0,0 0-540 16,0 0-649-16</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18.148"/>
    </inkml:context>
    <inkml:brush xml:id="br0">
      <inkml:brushProperty name="width" value="0.035" units="cm"/>
      <inkml:brushProperty name="height" value="0.035" units="cm"/>
    </inkml:brush>
  </inkml:definitions>
  <inkml:trace contextRef="#ctx0" brushRef="#br0">674 111 4324 0 0,'3'-3'1609'0'0,"-1"0"0"0"0,0 0 0 0 0,0 0 0 0 0,0-1-1 0 0,0 1 1 0 0,0-1 0 0 0,-1 1 0 0 0,1-1 0 0 0,-1 1 0 0 0,1-5-1 0 0,-6-9 3112 0 0,-12 1-5895 0 0,7 11 1264 0 0,1 0 0 0 0,-1 1 0 0 0,0 0-1 0 0,0 0 1 0 0,-1 1 0 0 0,1 0 0 0 0,-1 1-1 0 0,1 0 1 0 0,-1 0 0 0 0,0 1 0 0 0,0 0-1 0 0,0 1 1 0 0,0 0 0 0 0,1 1 0 0 0,-1 0-1 0 0,0 0 1 0 0,-12 4 0 0 0,-6 2-26 0 0,0 1 1 0 0,1 1 0 0 0,0 2-1 0 0,-40 22 1 0 0,38-17-30 0 0,1 1 0 0 0,1 2 0 0 0,0 1 0 0 0,1 1 0 0 0,2 1 0 0 0,-24 26 0 0 0,37-36 35 0 0,0 2 0 0 0,1-1 0 0 0,0 2 0 0 0,1-1-1 0 0,0 1 1 0 0,2 0 0 0 0,-1 1 0 0 0,2 0 0 0 0,0 0 0 0 0,1 1-1 0 0,1-1 1 0 0,0 1 0 0 0,-1 25 0 0 0,5-29 61 0 0,0-1 0 0 0,2 1-1 0 0,-1-1 1 0 0,1 0 0 0 0,1 0 0 0 0,1 0 0 0 0,-1 0-1 0 0,2 0 1 0 0,-1 0 0 0 0,2-1 0 0 0,0 0-1 0 0,0 0 1 0 0,1-1 0 0 0,0 0 0 0 0,0 0 0 0 0,2 0-1 0 0,-1-1 1 0 0,1 0 0 0 0,0-1 0 0 0,12 9 0 0 0,-2-3 5 0 0,1-1 1 0 0,0 0 0 0 0,1-2 0 0 0,0 0-1 0 0,0-2 1 0 0,1 0 0 0 0,1-1 0 0 0,0-1-1 0 0,36 6 1 0 0,-6-7-111 0 0,1-2-1 0 0,103-7 1 0 0,-47-6-4949 0 0,-64-1-831 0 0,-15 2-2329 0 0,-23 5 4556 0 0,8-2-5166 0 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18.492"/>
    </inkml:context>
    <inkml:brush xml:id="br0">
      <inkml:brushProperty name="width" value="0.035" units="cm"/>
      <inkml:brushProperty name="height" value="0.035" units="cm"/>
    </inkml:brush>
  </inkml:definitions>
  <inkml:trace contextRef="#ctx0" brushRef="#br0">58 84 15813 0 0,'-30'-14'1109'0'0,"28"13"795"0"0,-2 5-1107 0 0,2-1-646 0 0,-1-1 0 0 0,1 1 0 0 0,0 0 0 0 0,0 0 0 0 0,1 0 0 0 0,-1 0 0 0 0,1 1 0 0 0,-1-1 0 0 0,1 0 0 0 0,0 1 0 0 0,0-1 0 0 0,0 0 0 0 0,1 1 0 0 0,-1-1 0 0 0,1 1 0 0 0,0 5 0 0 0,1 0 61 0 0,0-1 1 0 0,0 1 0 0 0,1-1-1 0 0,0 0 1 0 0,0 1-1 0 0,7 13 1 0 0,1-1 74 0 0,1-1 1 0 0,1 0-1 0 0,1 0 0 0 0,23 26 0 0 0,-26-35-164 0 0,1-1 0 0 0,0 0 0 0 0,1 0 1 0 0,0-1-1 0 0,0-1 0 0 0,1 0 0 0 0,0-1 0 0 0,0 0 0 0 0,19 6 0 0 0,-23-9-45 0 0,0-1 0 0 0,0-1 0 0 0,0 1 1 0 0,1-1-1 0 0,-1-1 0 0 0,1 0 0 0 0,0 0 0 0 0,-1-1 1 0 0,1 0-1 0 0,0-1 0 0 0,-1 0 0 0 0,1 0 0 0 0,-1-1 0 0 0,1 0 1 0 0,12-5-1 0 0,-18 5-58 0 0,-1 0 0 0 0,0 0-1 0 0,0-1 1 0 0,0 1 0 0 0,0 0 0 0 0,-1-1 0 0 0,1 0 0 0 0,-1 0 0 0 0,1 0-1 0 0,-1 0 1 0 0,0 0 0 0 0,0 0 0 0 0,0 0 0 0 0,-1-1 0 0 0,1 1 0 0 0,-1-1-1 0 0,1 1 1 0 0,-1-1 0 0 0,-1 0 0 0 0,1 1 0 0 0,0-1 0 0 0,-1 0 0 0 0,0 1-1 0 0,0-1 1 0 0,0-5 0 0 0,-1-12 12 0 0,-1 0-1 0 0,-1 0 1 0 0,-8-28 0 0 0,5 23-34 0 0,1 0-83 0 0,-2-1 0 0 0,-11-27 0 0 0,16 47-137 0 0,-1 0 0 0 0,-1 0 1 0 0,1 0-1 0 0,-1 0 0 0 0,-1 0 0 0 0,1 1 0 0 0,-1 0 0 0 0,0 0 0 0 0,-1 0 0 0 0,1 0 1 0 0,-12-7-1 0 0,14 11-165 0 0,-1 0 1 0 0,0 0 0 0 0,0 1-1 0 0,0 0 1 0 0,0 0 0 0 0,0 0-1 0 0,-1 0 1 0 0,1 0 0 0 0,0 1 0 0 0,0 0-1 0 0,0 0 1 0 0,-1 0 0 0 0,1 1-1 0 0,0-1 1 0 0,-8 3 0 0 0,-2 0-3008 0 0,-1 2 1 0 0,-25 11 0 0 0,25-7-3710 0 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19.101"/>
    </inkml:context>
    <inkml:brush xml:id="br0">
      <inkml:brushProperty name="width" value="0.035" units="cm"/>
      <inkml:brushProperty name="height" value="0.035" units="cm"/>
    </inkml:brush>
  </inkml:definitions>
  <inkml:trace contextRef="#ctx0" brushRef="#br0">1 9 13825 0 0,'0'0'169'0'0,"0"-1"0"0"0,0 1 0 0 0,0-1 0 0 0,0 1 0 0 0,1-1 0 0 0,-1 1 0 0 0,0-1-1 0 0,0 1 1 0 0,1-1 0 0 0,-1 1 0 0 0,0 0 0 0 0,1-1 0 0 0,-1 1 0 0 0,1 0 0 0 0,-1-1 0 0 0,0 1 0 0 0,1 0 0 0 0,-1 0-1 0 0,1-1 1 0 0,-1 1 0 0 0,1 0 0 0 0,-1 0 0 0 0,1 0 0 0 0,-1-1 0 0 0,1 1 0 0 0,-1 0 0 0 0,1 0 0 0 0,-1 0-1 0 0,1 0 1 0 0,-1 0 0 0 0,1 0 0 0 0,-1 0 0 0 0,1 0 0 0 0,-1 0 0 0 0,1 0 0 0 0,-1 1 0 0 0,1-1 0 0 0,-1 0-1 0 0,1 0 1 0 0,17 22 2760 0 0,16 57-1864 0 0,-23-50 202 0 0,1 3-253 0 0,-2 1-1 0 0,10 51 1 0 0,5 16 2410 0 0,-23-96-3039 0 0,-2-4-383 0 0,0 0-1 0 0,0 0 0 0 0,0 1 0 0 0,1-1 1 0 0,-1 0-1 0 0,0 0 0 0 0,0 0 1 0 0,0 0-1 0 0,0 0 0 0 0,1 0 0 0 0,-1 0 1 0 0,0 0-1 0 0,0 0 0 0 0,0 0 1 0 0,0 0-1 0 0,1 0 0 0 0,-1 0 0 0 0,0 0 1 0 0,0 0-1 0 0,0 0 0 0 0,1 0 1 0 0,-1 0-1 0 0,0 0 0 0 0,0 0 1 0 0,0 0-1 0 0,0-1 0 0 0,0 1 0 0 0,1 0 1 0 0,-1 0-1 0 0,0 0 0 0 0,0 0 1 0 0,0 0-1 0 0,0 0 0 0 0,0-1 0 0 0,1 1 1 0 0,-1 0-1 0 0,0 0 0 0 0,0 0 1 0 0,0 0-1 0 0,0 0 0 0 0,0-1 0 0 0,0 1 1 0 0,0 0-1 0 0,0 0 0 0 0,0 0 1 0 0,0 0-1 0 0,0-1 0 0 0,0 1 0 0 0,0 0 1 0 0,0 0-1 0 0,0 0 0 0 0,0-1 1 0 0,0 1-1 0 0,0 0 0 0 0,0 0 0 0 0,0 0 1 0 0,0-1-1 0 0,23-61-1 0 0,-13 30 0 0 0,2 1 0 0 0,1 0 0 0 0,18-30 0 0 0,-30 58 0 0 0,-1 2 0 0 0,1 0 0 0 0,0 0 0 0 0,-1 0 0 0 0,1 0 0 0 0,0 0 0 0 0,-1 0 0 0 0,1 0 0 0 0,0 0 0 0 0,0 0 0 0 0,0 0 0 0 0,0 1 0 0 0,0-1 0 0 0,0 0 0 0 0,0 1 0 0 0,0-1 0 0 0,0 1 0 0 0,0-1 0 0 0,0 1 0 0 0,0-1 0 0 0,0 1 0 0 0,0 0 0 0 0,0-1 0 0 0,1 1 0 0 0,-1 0 0 0 0,0 0 0 0 0,0 0 0 0 0,0 0 0 0 0,3 0 0 0 0,20 1 0 0 0,-15 0 0 0 0,1 1 0 0 0,-1 1 0 0 0,0-1 0 0 0,0 2 0 0 0,0-1 0 0 0,-1 1 0 0 0,1 0 0 0 0,-1 1 0 0 0,11 8 0 0 0,5 7 0 0 0,39 41 0 0 0,-53-51 0 0 0,0-3 0 0 0,-9-7 0 0 0,-1 0 0 0 0,1 1 0 0 0,0-1 0 0 0,0 0 0 0 0,0 0 0 0 0,0 0 0 0 0,-1 0 0 0 0,1 0 0 0 0,0 0 0 0 0,0 0 0 0 0,0 0 0 0 0,0 0 0 0 0,-1-1 0 0 0,1 1 0 0 0,0 0 0 0 0,0-1 0 0 0,0 1 0 0 0,-1 0 0 0 0,1-1 0 0 0,0 1 0 0 0,1-1 0 0 0,9-10 0 0 0,0 0 0 0 0,0-1 0 0 0,-1 0 0 0 0,-1 0 0 0 0,15-26 0 0 0,-12 19 0 0 0,0 1 0 0 0,30-33 0 0 0,-29 34 0 0 0,-11 14 0 0 0,0-1 0 0 0,1 1 0 0 0,-1-1 0 0 0,1 1 0 0 0,0 0 0 0 0,0 0 0 0 0,0 0 0 0 0,0 1 0 0 0,0-1 0 0 0,1 1 0 0 0,-1 0 0 0 0,1-1 0 0 0,0 2 0 0 0,0-1 0 0 0,0 0 0 0 0,0 1 0 0 0,0 0 0 0 0,4-1 0 0 0,18 3 0 0 0,-22 0 0 0 0,1 1 0 0 0,-1 0 0 0 0,1 0 0 0 0,-1 1 0 0 0,0-1 0 0 0,0 1 0 0 0,0 0 0 0 0,0 0 0 0 0,-1 0 0 0 0,1 1 0 0 0,-1-1 0 0 0,0 1 0 0 0,0 0 0 0 0,0 0 0 0 0,3 7 0 0 0,5 8 0 0 0,-2 1 0 0 0,9 25 0 0 0,-7-16 0 0 0,3 16 66 0 0,-13-37-360 0 0,1 0-1 0 0,0 0 0 0 0,1 0 1 0 0,0 0-1 0 0,0-1 0 0 0,7 12 1 0 0,-1-17-8431 0 0,12-17 3278 0 0,7-18-1550 0 0,-12 8-749 0 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19.379"/>
    </inkml:context>
    <inkml:brush xml:id="br0">
      <inkml:brushProperty name="width" value="0.035" units="cm"/>
      <inkml:brushProperty name="height" value="0.035" units="cm"/>
    </inkml:brush>
  </inkml:definitions>
  <inkml:trace contextRef="#ctx0" brushRef="#br0">79 90 15361 0 0,'-45'-88'2439'0'0,"45"87"-1005"0"0,-5 9-616 0 0,0 3-591 0 0,0 0 1 0 0,1 1 0 0 0,1-1-1 0 0,0 1 1 0 0,0 0-1 0 0,1-1 1 0 0,-1 20-1 0 0,2 100 1242 0 0,2-91-1121 0 0,50 884 4501 0 0,-22-519-3606 0 0,-19-241-1182 0 0,-15 211-1 0 0,0-299-525 0 0,2-24-1019 0 0,-9 53 0 0 0,10-99-3336 0 0,-1-8 1871 0 0,-2-21 801 0 0,-1-49-156 0 0,12-99-4445 0 0,-6 65 1106 0 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19.611"/>
    </inkml:context>
    <inkml:brush xml:id="br0">
      <inkml:brushProperty name="width" value="0.035" units="cm"/>
      <inkml:brushProperty name="height" value="0.035" units="cm"/>
    </inkml:brush>
  </inkml:definitions>
  <inkml:trace contextRef="#ctx0" brushRef="#br0">3 145 10273 0 0,'-1'-13'107'0'0,"0"1"0"0"0,1-1 0 0 0,2-23 0 0 0,-1 31 191 0 0,-1 1-1 0 0,1-1 1 0 0,1 1-1 0 0,-1 0 1 0 0,0 0-1 0 0,1-1 1 0 0,0 1-1 0 0,0 0 1 0 0,0 0-1 0 0,1 1 1 0 0,-1-1-1 0 0,1 0 1 0 0,6-5-1 0 0,-7 8-163 0 0,0 0 1 0 0,0 0-1 0 0,0 0 1 0 0,0 0-1 0 0,0 0 1 0 0,0 1-1 0 0,0-1 1 0 0,0 1-1 0 0,1 0 1 0 0,-1-1-1 0 0,0 1 0 0 0,0 0 1 0 0,1 0-1 0 0,-1 1 1 0 0,0-1-1 0 0,0 0 1 0 0,0 1-1 0 0,1-1 1 0 0,-1 1-1 0 0,0 0 1 0 0,3 1-1 0 0,42 22 1300 0 0,-36-17-1144 0 0,0 2-1 0 0,0 0 0 0 0,-1 0 0 0 0,0 1 0 0 0,-1 0 0 0 0,0 1 0 0 0,0 0 0 0 0,-1 0 0 0 0,-1 1 0 0 0,12 24 0 0 0,-16-30-194 0 0,-1 0-1 0 0,0 0 1 0 0,0 1-1 0 0,-1-1 1 0 0,0 1-1 0 0,0-1 1 0 0,0 1-1 0 0,-1-1 0 0 0,0 1 1 0 0,0-1-1 0 0,-1 1 1 0 0,0 0-1 0 0,0-1 1 0 0,0 1-1 0 0,-1-1 1 0 0,0 0-1 0 0,0 0 0 0 0,-1 1 1 0 0,1-1-1 0 0,-1-1 1 0 0,-1 1-1 0 0,1 0 1 0 0,-1-1-1 0 0,-7 8 1 0 0,9-10-253 0 0,0-1 1 0 0,0 0-1 0 0,0 0 1 0 0,0 0 0 0 0,-1 0-1 0 0,1 0 1 0 0,0-1-1 0 0,-1 1 1 0 0,0-1 0 0 0,1 1-1 0 0,-1-1 1 0 0,0 0-1 0 0,0 0 1 0 0,1 0 0 0 0,-1 0-1 0 0,0-1 1 0 0,0 1-1 0 0,0-1 1 0 0,0 0 0 0 0,0 0-1 0 0,0 0 1 0 0,0 0 0 0 0,0 0-1 0 0,0-1 1 0 0,0 1-1 0 0,0-1 1 0 0,0 0 0 0 0,1 0-1 0 0,-1 0 1 0 0,0 0-1 0 0,-3-3 1 0 0,-3-1-1236 0 0,1 0-1 0 0,1 0 1 0 0,-1-1-1 0 0,1 0 1 0 0,0-1 0 0 0,0 0-1 0 0,1 0 1 0 0,-9-12 0 0 0,5 4-3974 0 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20.155"/>
    </inkml:context>
    <inkml:brush xml:id="br0">
      <inkml:brushProperty name="width" value="0.035" units="cm"/>
      <inkml:brushProperty name="height" value="0.035" units="cm"/>
    </inkml:brush>
  </inkml:definitions>
  <inkml:trace contextRef="#ctx0" brushRef="#br0">0 157 10669 0 0,'0'0'67'0'0,"3"-7"-67"0"0,1 4 1177 0 0,-2 7 2509 0 0,3 11-2995 0 0,-1 1-1 0 0,-1 0 0 0 0,0 0 0 0 0,0 23 0 0 0,10 55 1313 0 0,-7-70-1526 0 0,1 1-1 0 0,1-1 0 0 0,2 0 1 0 0,0-1-1 0 0,1 0 0 0 0,1-1 0 0 0,20 28 1 0 0,-27-43-359 0 0,0-1 0 0 0,0 0 0 0 0,1 0 0 0 0,0 0 0 0 0,0-1 0 0 0,0 1 0 0 0,1-1 0 0 0,0-1 0 0 0,0 0 0 0 0,0 0 0 0 0,1 0 0 0 0,-1-1 0 0 0,1 0 1 0 0,0 0-1 0 0,0-1 0 0 0,0 0 0 0 0,0 0 0 0 0,0-1 0 0 0,0 0 0 0 0,0-1 0 0 0,1 1 0 0 0,-1-2 0 0 0,0 1 0 0 0,0-1 0 0 0,0 0 0 0 0,14-5 0 0 0,-11 3-36 0 0,-1 0 1 0 0,0-1-1 0 0,0 0 0 0 0,0-1 0 0 0,0 0 0 0 0,-1-1 0 0 0,0 0 1 0 0,0 0-1 0 0,0-1 0 0 0,-1 0 0 0 0,13-15 0 0 0,-10 8-2 0 0,0 0-1 0 0,-2-1 0 0 0,0 0 1 0 0,0 0-1 0 0,-1-1 0 0 0,9-28 1 0 0,-5 4-215 0 0,-2 0 1 0 0,-2-1 0 0 0,-2 1 0 0 0,-1-1 0 0 0,-2-58 0 0 0,-3 92-188 0 0,0-5-17 0 0,0 0 0 0 0,0 1-1 0 0,-2-1 1 0 0,-3-19 0 0 0,4 29 98 0 0,0-1 0 0 0,0 1 0 0 0,0 0-1 0 0,0 0 1 0 0,0-1 0 0 0,0 1 0 0 0,0 0 0 0 0,-1 0 0 0 0,1 0 0 0 0,-1 1 0 0 0,1-1 0 0 0,-1 0 0 0 0,-2-1 0 0 0,3 2-135 0 0,-1 0 0 0 0,0 0 1 0 0,1 1-1 0 0,-1-1 0 0 0,0 0 1 0 0,1 1-1 0 0,-1 0 0 0 0,0-1 1 0 0,0 1-1 0 0,0 0 0 0 0,1 0 1 0 0,-1 0-1 0 0,0 0 0 0 0,0 0 1 0 0,0 0-1 0 0,0 1 0 0 0,1-1 1 0 0,-1 0-1 0 0,-3 2 0 0 0,4-1 206 0 0,-12 2-1668 0 0,2 2 0 0 0,-1 0 0 0 0,-15 8 0 0 0,-4 7-4665 0 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20.471"/>
    </inkml:context>
    <inkml:brush xml:id="br0">
      <inkml:brushProperty name="width" value="0.035" units="cm"/>
      <inkml:brushProperty name="height" value="0.035" units="cm"/>
    </inkml:brush>
  </inkml:definitions>
  <inkml:trace contextRef="#ctx0" brushRef="#br0">1 130 13633 0 0,'3'-127'5979'0'0,"-3"125"-3759"0"0,2 10-1051 0 0,69 566 5162 0 0,-35-231-4286 0 0,-1 10-426 0 0,-27-118-4398 0 0,-13-260-7820 0 0,-15-45 6832 0 0,11 39 874 0 0,0-3-1648 0 0,-1-1-2020 0 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20.596"/>
    </inkml:context>
    <inkml:brush xml:id="br0">
      <inkml:brushProperty name="width" value="0.035" units="cm"/>
      <inkml:brushProperty name="height" value="0.035" units="cm"/>
    </inkml:brush>
  </inkml:definitions>
  <inkml:trace contextRef="#ctx0" brushRef="#br0">52 141 12053 0 0,'-30'-53'1267'0'0,"12"17"4636"0"0,15 30-4308 0 0,6 5-1619 0 0,0-1 0 0 0,0 0 1 0 0,0 1-1 0 0,0-1 0 0 0,0 1 0 0 0,1 0 0 0 0,-1 0 1 0 0,1 0-1 0 0,-1 0 0 0 0,4 0 0 0 0,-6 1-129 0 0,132-28-13274 0 0,-101 24 8307 0 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20.956"/>
    </inkml:context>
    <inkml:brush xml:id="br0">
      <inkml:brushProperty name="width" value="0.035" units="cm"/>
      <inkml:brushProperty name="height" value="0.035" units="cm"/>
    </inkml:brush>
  </inkml:definitions>
  <inkml:trace contextRef="#ctx0" brushRef="#br0">81 74 10217 0 0,'0'0'1206'0'0,"1"-12"128"0"0,7 14 6338 0 0,3 6-7233 0 0,-1 1 1 0 0,0 0 0 0 0,-1 1-1 0 0,0 0 1 0 0,0 0 0 0 0,8 15-1 0 0,-14-21-232 0 0,-1 0 0 0 0,0 0 0 0 0,1 0 0 0 0,-2 1 0 0 0,1-1 0 0 0,0 1 0 0 0,-1-1 0 0 0,0 1 0 0 0,0 0 0 0 0,0 5 0 0 0,-1-8-137 0 0,0 0-1 0 0,0 1 1 0 0,-1-1 0 0 0,1 0 0 0 0,-1 0-1 0 0,1 0 1 0 0,-1 0 0 0 0,0 0-1 0 0,0 0 1 0 0,0 0 0 0 0,0 0-1 0 0,0 0 1 0 0,0 0 0 0 0,0 0 0 0 0,-1-1-1 0 0,1 1 1 0 0,0-1 0 0 0,-1 1-1 0 0,0-1 1 0 0,1 1 0 0 0,-1-1-1 0 0,0 0 1 0 0,-2 2 0 0 0,0 0 8 0 0,-1-1 0 0 0,1 1 0 0 0,-1-1-1 0 0,1 0 1 0 0,-1 0 0 0 0,0-1 0 0 0,1 1 0 0 0,-1-1 0 0 0,0 0 0 0 0,0-1 0 0 0,0 1 0 0 0,-10-1-1 0 0,12 0-87 0 0,-1-1 0 0 0,1 0-1 0 0,0 0 1 0 0,-1-1 0 0 0,1 1-1 0 0,0 0 1 0 0,0-1-1 0 0,0 0 1 0 0,0 0 0 0 0,0 0-1 0 0,1 0 1 0 0,-1 0 0 0 0,0-1-1 0 0,1 1 1 0 0,0-1-1 0 0,-1 0 1 0 0,1 1 0 0 0,0-1-1 0 0,1 0 1 0 0,-3-4 0 0 0,0-2-36 0 0,0 0 0 0 0,0 0 0 0 0,1-1 0 0 0,0 1 0 0 0,1-1 0 0 0,0 0 0 0 0,0 0 0 0 0,1-13 0 0 0,0 16 6 0 0,1 0-1 0 0,0 1 0 0 0,0-1 1 0 0,1 0-1 0 0,0 0 1 0 0,0 0-1 0 0,0 0 1 0 0,1 0-1 0 0,0 1 1 0 0,1-1-1 0 0,0 1 0 0 0,6-12 1 0 0,-7 16 32 0 0,-1 0 0 0 0,1 1-1 0 0,0-1 1 0 0,-1 1 0 0 0,1-1 0 0 0,0 1 0 0 0,0 0 0 0 0,0-1 0 0 0,0 1-1 0 0,0 0 1 0 0,1 0 0 0 0,-1 1 0 0 0,0-1 0 0 0,0 0 0 0 0,1 1 0 0 0,-1 0-1 0 0,0-1 1 0 0,1 1 0 0 0,-1 0 0 0 0,0 0 0 0 0,1 0 0 0 0,-1 0 0 0 0,0 1-1 0 0,1-1 1 0 0,-1 1 0 0 0,3 0 0 0 0,8 3-7 0 0,-1 1 0 0 0,0 0 0 0 0,19 10 0 0 0,-18-9 3 0 0,60 36-47 0 0,-41-23-454 0 0,59 26 0 0 0,-81-41-354 0 0,1-1 0 0 0,-1 1 0 0 0,1-2 0 0 0,0 1-1 0 0,0-2 1 0 0,0 1 0 0 0,0-1 0 0 0,0-1 0 0 0,0 0-1 0 0,14-2 1 0 0,61-15-8274 0 0,-58 11 3744 0 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21.486"/>
    </inkml:context>
    <inkml:brush xml:id="br0">
      <inkml:brushProperty name="width" value="0.035" units="cm"/>
      <inkml:brushProperty name="height" value="0.035" units="cm"/>
    </inkml:brush>
  </inkml:definitions>
  <inkml:trace contextRef="#ctx0" brushRef="#br0">298 103 12121 0 0,'-21'-23'677'0'0,"14"14"-63"0"0,0 1-1 0 0,-1 0 1 0 0,0 0 0 0 0,0 1 0 0 0,-1 0 0 0 0,1 0-1 0 0,-1 1 1 0 0,-1 0 0 0 0,-17-8 0 0 0,20 18 371 0 0,1 3-690 0 0,1 1 1 0 0,-1 0-1 0 0,1 0 0 0 0,0 1 0 0 0,1-1 1 0 0,0 1-1 0 0,0 0 0 0 0,-4 18 0 0 0,-15 85 1035 0 0,22-107-1271 0 0,-12 95 757 0 0,3 0 0 0 0,6 0 1 0 0,3 0-1 0 0,22 165 0 0 0,108 388 1627 0 0,-119-612-2303 0 0,51 258 1022 0 0,-113-400-3836 0 0,-4-47 1782 0 0,-61-138-283 0 0,105 262 1149 0 0,8 14 60 0 0,0 1 0 0 0,-1 0 0 0 0,0 0 0 0 0,-1 0 0 0 0,0 0 0 0 0,0 1 0 0 0,-10-10 0 0 0,15 18 645 0 0,11 1-479 0 0,53 4 74 0 0,0-3 0 0 0,99-8 0 0 0,69 1 65 0 0,-203 6-189 0 0,0 2 0 0 0,1 1-1 0 0,46 13 1 0 0,-61-13-58 0 0,-1 1-1 0 0,0 1 1 0 0,0 0 0 0 0,0 1-1 0 0,-1 0 1 0 0,0 1 0 0 0,0 0-1 0 0,-1 1 1 0 0,11 12-1 0 0,-6-6-204 0 0,0 2-1 0 0,16 22 0 0 0,-10 2-4788 0 0,-16-18-1483 0 0,-4 0-3672 0 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21.625"/>
    </inkml:context>
    <inkml:brush xml:id="br0">
      <inkml:brushProperty name="width" value="0.035" units="cm"/>
      <inkml:brushProperty name="height" value="0.035" units="cm"/>
    </inkml:brush>
  </inkml:definitions>
  <inkml:trace contextRef="#ctx0" brushRef="#br0">32 20 12209 0 0,'-9'-8'-860'0'0,"-1"2"44"0"0,-3 0-1380 0 0</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22.041"/>
    </inkml:context>
    <inkml:brush xml:id="br0">
      <inkml:brushProperty name="width" value="0.035" units="cm"/>
      <inkml:brushProperty name="height" value="0.035" units="cm"/>
    </inkml:brush>
  </inkml:definitions>
  <inkml:trace contextRef="#ctx0" brushRef="#br0">19 23 7317 0 0,'-5'-13'4261'0'0,"5"12"-4032"0"0,0 1-1 0 0,0-1 0 0 0,0 1 0 0 0,0 0 0 0 0,0-1 0 0 0,-1 1 0 0 0,1-1 0 0 0,0 1 0 0 0,0-1 1 0 0,-1 1-1 0 0,1 0 0 0 0,0-1 0 0 0,-1 1 0 0 0,1-1 0 0 0,0 1 0 0 0,-1 0 0 0 0,1 0 1 0 0,-1-1-1 0 0,1 1 0 0 0,0 0 0 0 0,-1-1 0 0 0,1 1 0 0 0,-1 0 0 0 0,1 0 0 0 0,-1 0 0 0 0,1 0 1 0 0,-1 0-1 0 0,1-1 0 0 0,-1 1 0 0 0,1 0 0 0 0,-1 0 0 0 0,1 0 0 0 0,-1 0 0 0 0,0 1 0 0 0,2 16 4377 0 0,0-5-5347 0 0,25 314 5678 0 0,-18-254-4660 0 0,29 117 1 0 0,-25-136-2162 0 0,-12-53 1611 0 0,0 1-1 0 0,0-1 1 0 0,0 0 0 0 0,0 1-1 0 0,1-1 1 0 0,-1 0-1 0 0,0 1 1 0 0,0-1 0 0 0,0 0-1 0 0,0 1 1 0 0,0-1 0 0 0,0 0-1 0 0,0 1 1 0 0,1-1-1 0 0,-1 0 1 0 0,0 1 0 0 0,0-1-1 0 0,1 0 1 0 0,-1 0 0 0 0,0 1-1 0 0,0-1 1 0 0,1 0-1 0 0,-1 0 1 0 0,0 0 0 0 0,0 1-1 0 0,1-1 1 0 0,-1 0 0 0 0,0 0-1 0 0,1 0 1 0 0,-1 0-1 0 0,0 0 1 0 0,1 1 0 0 0,-1-1-1 0 0,0 0 1 0 0,1 0 0 0 0,0 0-1 0 0,12-10-2148 0 0,3-12 1279 0 0,-8 8-3344 0 0,4-11-2478 0 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22.198"/>
    </inkml:context>
    <inkml:brush xml:id="br0">
      <inkml:brushProperty name="width" value="0.035" units="cm"/>
      <inkml:brushProperty name="height" value="0.035" units="cm"/>
    </inkml:brush>
  </inkml:definitions>
  <inkml:trace contextRef="#ctx0" brushRef="#br0">36 107 12333 0 0,'-2'-12'679'0'0,"0"0"0"0"0,-2 1 0 0 0,1-1-1 0 0,-1 1 1 0 0,-1 0 0 0 0,-9-17 0 0 0,13 27-114 0 0,1-8-598 0 0,-1 14-2375 0 0,2 17-237 0 0,21 50-4553 0 0,-12-44 3688 0 0</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22.887"/>
    </inkml:context>
    <inkml:brush xml:id="br0">
      <inkml:brushProperty name="width" value="0.035" units="cm"/>
      <inkml:brushProperty name="height" value="0.035" units="cm"/>
    </inkml:brush>
  </inkml:definitions>
  <inkml:trace contextRef="#ctx0" brushRef="#br0">165 221 8029 0 0,'0'0'3017'0'0,"-8"4"-1910"0"0,-1 2-719 0 0,1 0 1 0 0,0 0-1 0 0,1 1 0 0 0,-1-1 1 0 0,1 2-1 0 0,1-1 1 0 0,-1 1-1 0 0,1 0 0 0 0,1 0 1 0 0,-1 1-1 0 0,2 0 0 0 0,-7 14 1 0 0,-1 3 575 0 0,1 0 0 0 0,2 1 0 0 0,1 0 0 0 0,-10 56 0 0 0,15-67-581 0 0,1 0 0 0 0,1-1 0 0 0,1 1 0 0 0,0 0 0 0 0,1 0 0 0 0,0 0 0 0 0,2-1 0 0 0,0 1-1 0 0,0-1 1 0 0,11 27 0 0 0,-11-35-236 0 0,0-1 0 0 0,0 1 0 0 0,0-1 1 0 0,1 0-1 0 0,0 0 0 0 0,0 0 0 0 0,0-1 0 0 0,1 0 0 0 0,0 1 0 0 0,0-2 0 0 0,1 1 0 0 0,-1-1 0 0 0,1 1 0 0 0,0-1 0 0 0,0-1 0 0 0,0 1 0 0 0,0-1 0 0 0,1 0 0 0 0,0-1 0 0 0,-1 0 0 0 0,1 0 0 0 0,0 0 0 0 0,0-1 0 0 0,0 0 0 0 0,0 0 0 0 0,0 0 0 0 0,0-1 0 0 0,0 0 0 0 0,0-1 0 0 0,0 0 0 0 0,0 0 0 0 0,0 0 0 0 0,0-1 0 0 0,0 0 0 0 0,0 0 0 0 0,-1-1 0 0 0,1 0 0 0 0,-1 0 1 0 0,0 0-1 0 0,0-1 0 0 0,11-8 0 0 0,-5 3-117 0 0,0-1 1 0 0,-1 0-1 0 0,0-1 1 0 0,-1 0-1 0 0,0-1 1 0 0,-1 0 0 0 0,-1-1-1 0 0,1 1 1 0 0,-2-1-1 0 0,11-26 1 0 0,-11 20-25 0 0,-1-2 1 0 0,0 1-1 0 0,-2-1 1 0 0,0 0 0 0 0,-1 0-1 0 0,-2 0 1 0 0,0-22-1 0 0,-3 3-10 0 0,-2 0 1 0 0,-2 0-1 0 0,-2 1 0 0 0,-1 0 0 0 0,-2 0 0 0 0,-2 1 0 0 0,-28-60 0 0 0,38 93 4 0 0,1-1 0 0 0,-1 1 0 0 0,-1 0 0 0 0,1 0 0 0 0,-1 0 0 0 0,0 0 0 0 0,0 0 0 0 0,0 1 0 0 0,-1 0 0 0 0,1 0 0 0 0,-1 0 0 0 0,0 0 0 0 0,0 1 0 0 0,-1 0 0 0 0,1 0 0 0 0,-8-3 0 0 0,8 5 0 0 0,0 0 0 0 0,0 0 0 0 0,0 0 0 0 0,1 0 0 0 0,-1 1 0 0 0,0 0 0 0 0,0 0 0 0 0,0 1 0 0 0,0-1 0 0 0,0 1 0 0 0,0 0 0 0 0,1 0 0 0 0,-1 1 0 0 0,0-1 0 0 0,1 1 0 0 0,-1 0 0 0 0,1 1 0 0 0,0-1 0 0 0,0 1 0 0 0,-7 5 0 0 0,0 0 0 0 0,2 1 0 0 0,-1 1 0 0 0,2 0 0 0 0,-1 0 0 0 0,1 1 0 0 0,1-1 0 0 0,0 2 0 0 0,0-1 0 0 0,1 1 0 0 0,1 0 0 0 0,0 0 0 0 0,-4 14 0 0 0,8-19 0 0 0,-1 0 0 0 0,1 0 0 0 0,0 0 0 0 0,0 0 0 0 0,1 0 0 0 0,-1 0 0 0 0,2 0 0 0 0,-1 1 0 0 0,1-1 0 0 0,3 11 0 0 0,-3-14 0 0 0,1 1 0 0 0,0-1 0 0 0,0 1 0 0 0,0-1 0 0 0,1 0 0 0 0,-1 0 0 0 0,1 0 0 0 0,0 0 0 0 0,0 0 0 0 0,1-1 0 0 0,-1 0 0 0 0,1 1 0 0 0,0-1 0 0 0,-1 0 0 0 0,1-1 0 0 0,8 5 0 0 0,0-1 0 0 0,-1-2 0 0 0,1 1 0 0 0,0-1 0 0 0,1-1 0 0 0,-1 0 0 0 0,0-1 0 0 0,1-1 0 0 0,0 1 0 0 0,-1-2 0 0 0,1 0 0 0 0,0 0 0 0 0,14-3 0 0 0,19-6 0 0 0,-1-1 0 0 0,47-16 0 0 0,-46 12 0 0 0,60-11 0 0 0,-99 23 0 0 0,25 1 0 0 0,102 23 0 0 0,-124-21 0 0 0,0 0 0 0 0,1-1 0 0 0,-1 0 0 0 0,0 0 0 0 0,0-1 0 0 0,0-1 0 0 0,0 1 0 0 0,0-2 0 0 0,0 1 0 0 0,-1-1 0 0 0,18-9 0 0 0,24-5 0 0 0,-19 8 0 0 0,3 5 0 0 0,-26 8 0 0 0,-6-1 0 0 0,2-2 0 0 0,-1 0 0 0 0,1 1 0 0 0,-1 0 0 0 0,1 0 1 0 0,-1 0-1 0 0,0 1 0 0 0,0-1 0 0 0,0 1 0 0 0,0 0 0 0 0,-1 0 0 0 0,1 0 0 0 0,-1 1 0 0 0,0-1 1 0 0,0 1-1 0 0,0 0 0 0 0,3 4 0 0 0,23 27-29 0 0,-18-19-4784 0 0,-3-4-1117 0 0,6 1-5123 0 0,5-1 1965 0 0</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23.479"/>
    </inkml:context>
    <inkml:brush xml:id="br0">
      <inkml:brushProperty name="width" value="0.035" units="cm"/>
      <inkml:brushProperty name="height" value="0.035" units="cm"/>
    </inkml:brush>
  </inkml:definitions>
  <inkml:trace contextRef="#ctx0" brushRef="#br0">184 997 18126 0 0,'-15'-25'3196'0'0,"14"24"-1865"0"0,-4-7 318 0 0,1 6 65 0 0,3 7 3672 0 0,1-4-5333 0 0,0 15 232 0 0,0 1-1 0 0,-1-1 1 0 0,-1 1-1 0 0,-5 20 1 0 0,6-33-291 0 0,0 1 1 0 0,-1-1 0 0 0,0 1 0 0 0,0-1-1 0 0,0 0 1 0 0,0 1 0 0 0,-1-1-1 0 0,1 0 1 0 0,-1-1 0 0 0,0 1 0 0 0,0 0-1 0 0,-1-1 1 0 0,1 0 0 0 0,-1 1 0 0 0,1-1-1 0 0,-1-1 1 0 0,0 1 0 0 0,0-1 0 0 0,-1 1-1 0 0,-7 2 1 0 0,-7-5 5 0 0,16-1 0 0 0,0 0 0 0 0,0-1 0 0 0,0 1 0 0 0,1-1 0 0 0,-1 0 0 0 0,0 0 0 0 0,1 0 0 0 0,-1 0 0 0 0,1 0 0 0 0,-1 0 0 0 0,1-1 0 0 0,0 1 0 0 0,0-1 0 0 0,0 0 0 0 0,0 1 0 0 0,1-1 0 0 0,-1 0 0 0 0,0-4 0 0 0,-1-1 0 0 0,0 0 0 0 0,1 0 0 0 0,0 0 0 0 0,1 0 0 0 0,-1 0 0 0 0,2-1 0 0 0,-1-9 0 0 0,1 5-69 0 0,0-1 0 0 0,1 0 0 0 0,1 1 0 0 0,0-1-1 0 0,6-20 1 0 0,-8 34 58 0 0,1-1 1 0 0,-1 1-1 0 0,1 0 0 0 0,0-1 0 0 0,-1 1 0 0 0,1 0 1 0 0,-1 0-1 0 0,1-1 0 0 0,0 1 0 0 0,-1 0 0 0 0,1 0 0 0 0,0 0 1 0 0,-1 0-1 0 0,1 0 0 0 0,0 0 0 0 0,0 0 0 0 0,-1 0 1 0 0,1 0-1 0 0,0 0 0 0 0,-1 1 0 0 0,1-1 0 0 0,-1 0 0 0 0,1 0 1 0 0,0 0-1 0 0,-1 1 0 0 0,1-1 0 0 0,0 0 0 0 0,-1 1 1 0 0,1-1-1 0 0,0 2 0 0 0,18 9-53 0 0,-18-11 61 0 0,24 21-58 0 0,37 40 1 0 0,-38-35 72 0 0,42 33 0 0 0,-58-53-3 0 0,0 0 0 0 0,0-1 0 0 0,0 0 0 0 0,1 0 1 0 0,-1-1-1 0 0,1 0 0 0 0,0-1 0 0 0,1 0 0 0 0,-1 0 0 0 0,11 1 1 0 0,-14-4-31 0 0,-1 1 1 0 0,1-1 0 0 0,-1 0-1 0 0,1-1 1 0 0,0 1 0 0 0,-1-1-1 0 0,1 0 1 0 0,-1-1-1 0 0,0 1 1 0 0,1-1 0 0 0,-1 0-1 0 0,0 0 1 0 0,0-1 0 0 0,7-4-1 0 0,-4 1-82 0 0,1-1 1 0 0,-1 0-1 0 0,0 0 0 0 0,-1-1 0 0 0,0 0 0 0 0,0 0 0 0 0,6-10 0 0 0,1-5-203 0 0,-1-1 0 0 0,0-1 0 0 0,-2 0 0 0 0,-1 0 0 0 0,7-29 0 0 0,14-78-793 0 0,-6-2-1 0 0,-5-1 1 0 0,3-219 0 0 0,-22 338 1085 0 0,-2-50-146 0 0,1 63 187 0 0,-1 0-1 0 0,1 0 0 0 0,-1 0 0 0 0,1 1 0 0 0,-1-1 0 0 0,0 0 1 0 0,0 1-1 0 0,0-1 0 0 0,0 1 0 0 0,-1-1 0 0 0,1 1 0 0 0,-1-1 1 0 0,0 1-1 0 0,1 0 0 0 0,-1 0 0 0 0,0 0 0 0 0,0 0 0 0 0,-3-2 1 0 0,3 3 391 0 0,-9 10 96 0 0,2 0-352 0 0,-1 1 1 0 0,1 0-1 0 0,0 0 0 0 0,1 1 1 0 0,0 0-1 0 0,1 0 1 0 0,0 1-1 0 0,1 0 0 0 0,1 0 1 0 0,-1 1-1 0 0,-4 19 1 0 0,2 9 281 0 0,2 0 0 0 0,1 0 0 0 0,2 1 0 0 0,2 0 0 0 0,2-1 0 0 0,2 1 0 0 0,1 0 0 0 0,3-1 1 0 0,13 48-1 0 0,-4-33-369 0 0,3-1 1 0 0,2-2 0 0 0,2 0-1 0 0,2-1 1 0 0,3-1-1 0 0,38 51 1 0 0,-56-89-180 0 0,0 1 0 0 0,1-2 0 0 0,1 0 0 0 0,0 0 0 0 0,16 11 0 0 0,-8-8-4834 0 0,0-1-4787 0 0</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23.945"/>
    </inkml:context>
    <inkml:brush xml:id="br0">
      <inkml:brushProperty name="width" value="0.035" units="cm"/>
      <inkml:brushProperty name="height" value="0.035" units="cm"/>
    </inkml:brush>
  </inkml:definitions>
  <inkml:trace contextRef="#ctx0" brushRef="#br0">239 38 15921 0 0,'-1'-28'185'0'0,"0"27"-126"0"0,1 1-1 0 0,0-1 0 0 0,-1 1 0 0 0,1-1 0 0 0,0 1 0 0 0,-1-1 1 0 0,1 0-1 0 0,-1 1 0 0 0,1-1 0 0 0,-1 1 0 0 0,1 0 1 0 0,-1-1-1 0 0,1 1 0 0 0,-1-1 0 0 0,0 1 0 0 0,1 0 1 0 0,-1-1-1 0 0,1 1 0 0 0,-1 0 0 0 0,0 0 0 0 0,1 0 0 0 0,-1 0 1 0 0,-1-1-1 0 0,0 2 88 0 0,-1-1-1 0 0,0 0 1 0 0,0 1 0 0 0,1 0 0 0 0,-1-1-1 0 0,0 1 1 0 0,1 0 0 0 0,-1 0 0 0 0,1 1-1 0 0,-1-1 1 0 0,1 1 0 0 0,0-1 0 0 0,-1 1-1 0 0,-2 3 1 0 0,-11 10 399 0 0,0 1-1 0 0,2 0 0 0 0,0 2 1 0 0,1-1-1 0 0,0 2 0 0 0,2 0 1 0 0,0 0-1 0 0,1 1 1 0 0,-12 34-1 0 0,12-25-18 0 0,2 0 0 0 0,0 0 1 0 0,3 1-1 0 0,0 0 0 0 0,2 0 0 0 0,0 44 1 0 0,4-43-5 0 0,2 1 0 0 0,1-1 0 0 0,13 48 0 0 0,-13-64-519 0 0,1 0-1 0 0,1 0 1 0 0,0-1 0 0 0,0 1 0 0 0,2-2-1 0 0,0 1 1 0 0,0-1 0 0 0,21 24-1 0 0,-24-32-310 0 0,0 0-1 0 0,1 0 0 0 0,-1 0 0 0 0,1-1 0 0 0,1 0 0 0 0,-1 0 0 0 0,0-1 0 0 0,1 1 0 0 0,-1-1 0 0 0,1-1 0 0 0,0 1 0 0 0,0-1 0 0 0,0-1 0 0 0,1 1 1 0 0,8 0-1 0 0,-3-2-308 0 0,-1 0 1 0 0,0-1-1 0 0,0 0 0 0 0,0-1 1 0 0,0-1-1 0 0,0 1 1 0 0,0-2-1 0 0,16-6 1 0 0,5-6-1451 0 0,-1-1 1 0 0,-1-1-1 0 0,0-2 1 0 0,-2-1-1 0 0,35-31 1 0 0,-9 1-4117 0 0</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24.239"/>
    </inkml:context>
    <inkml:brush xml:id="br0">
      <inkml:brushProperty name="width" value="0.035" units="cm"/>
      <inkml:brushProperty name="height" value="0.035" units="cm"/>
    </inkml:brush>
  </inkml:definitions>
  <inkml:trace contextRef="#ctx0" brushRef="#br0">236 192 11321 0 0,'1'-3'124'0'0,"0"0"-1"0"0,-1 0 1 0 0,1 0 0 0 0,-1 0 0 0 0,1 0-1 0 0,-1 0 1 0 0,0 0 0 0 0,0 0-1 0 0,0 0 1 0 0,-1 0 0 0 0,1 0 0 0 0,-1 0-1 0 0,0 0 1 0 0,1 0 0 0 0,-1 0-1 0 0,-1 0 1 0 0,1 0 0 0 0,0 1 0 0 0,-1-1-1 0 0,1 0 1 0 0,-1 1 0 0 0,0-1-1 0 0,0 1 1 0 0,0-1 0 0 0,0 1 0 0 0,0 0-1 0 0,-1 0 1 0 0,-2-2 0 0 0,3 3 978 0 0,-5 2 42 0 0,-1 2-808 0 0,0 0-1 0 0,0 0 1 0 0,1 0 0 0 0,0 1 0 0 0,0 0-1 0 0,0 0 1 0 0,0 1 0 0 0,1 0 0 0 0,-1 0-1 0 0,1 1 1 0 0,1 0 0 0 0,-1 0 0 0 0,-8 12-1 0 0,2-1 158 0 0,0 1-1 0 0,1 0 1 0 0,0 1-1 0 0,2 0 1 0 0,0 0-1 0 0,1 1 1 0 0,1 0-1 0 0,1 1 1 0 0,-3 21-1 0 0,8-33-313 0 0,0-1-1 0 0,0 1 1 0 0,1 0 0 0 0,0-1-1 0 0,1 1 1 0 0,0 0 0 0 0,0-1-1 0 0,1 1 1 0 0,0-1 0 0 0,0 0-1 0 0,4 9 1 0 0,-3-12-90 0 0,1 1 0 0 0,-1 0 0 0 0,1-1 0 0 0,0 1 0 0 0,0-1 1 0 0,1 0-1 0 0,-1-1 0 0 0,1 1 0 0 0,0-1 0 0 0,0 0 0 0 0,1 0 0 0 0,-1 0 0 0 0,1-1 0 0 0,0 0 1 0 0,0 0-1 0 0,6 2 0 0 0,-2-1-8 0 0,-1-1 0 0 0,1 0 0 0 0,-1-1-1 0 0,1 0 1 0 0,0-1 0 0 0,0 1 0 0 0,0-2 0 0 0,0 0 0 0 0,0 0 0 0 0,0-1 0 0 0,0 0 0 0 0,0 0 0 0 0,-1-1-1 0 0,1 0 1 0 0,0-1 0 0 0,-1 0 0 0 0,0-1 0 0 0,0 0 0 0 0,0-1 0 0 0,0 1 0 0 0,0-2 0 0 0,12-9 0 0 0,-10 5-50 0 0,1 0 0 0 0,-1-1 0 0 0,-1 0 0 0 0,0-1 0 0 0,-1 0 1 0 0,0-1-1 0 0,-1 0 0 0 0,-1 0 0 0 0,1-1 0 0 0,-2 0 0 0 0,0 0 1 0 0,-1 0-1 0 0,-1-1 0 0 0,4-17 0 0 0,-1-6-28 0 0,2-60 0 0 0,-8 81-15 0 0,-1-1 0 0 0,-1 0 0 0 0,-1 1-1 0 0,0-1 1 0 0,-9-31 0 0 0,10 45-130 0 0,-1 0 0 0 0,1 1 0 0 0,-1-1-1 0 0,0 0 1 0 0,1 0 0 0 0,-2 1 0 0 0,1-1 0 0 0,0 1-1 0 0,-1 0 1 0 0,1-1 0 0 0,-1 1 0 0 0,0 1 0 0 0,0-1-1 0 0,0 0 1 0 0,-1 1 0 0 0,1-1 0 0 0,-1 1 0 0 0,1 0-1 0 0,-1 0 1 0 0,0 0 0 0 0,1 1 0 0 0,-1-1 0 0 0,-7 0-1 0 0,3 1-493 0 0,0 0-1 0 0,1 1 1 0 0,-1 0-1 0 0,0 1 1 0 0,0 0 0 0 0,0 0-1 0 0,1 0 1 0 0,-1 1-1 0 0,1 1 1 0 0,-1-1-1 0 0,1 1 1 0 0,-8 4-1 0 0,-54 34-4434 0 0,26-6-1339 0 0,19-12-1266 0 0</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24.782"/>
    </inkml:context>
    <inkml:brush xml:id="br0">
      <inkml:brushProperty name="width" value="0.035" units="cm"/>
      <inkml:brushProperty name="height" value="0.035" units="cm"/>
    </inkml:brush>
  </inkml:definitions>
  <inkml:trace contextRef="#ctx0" brushRef="#br0">0 61 13909 0 0,'5'-7'79'0'0,"1"-3"1071"0"0,0 0 1 0 0,1 1-1 0 0,14-16 3220 0 0,-17 32-3230 0 0,6 11-629 0 0,-1 1-1 0 0,0 0 0 0 0,-2 0 0 0 0,0 1 1 0 0,-1-1-1 0 0,-2 2 0 0 0,0-1 0 0 0,0 0 0 0 0,-2 1 1 0 0,0 24-1 0 0,-3 23 976 0 0,-18 125 0 0 0,17-170-1174 0 0,2-16-200 0 0,-1 0-1 0 0,1-1 0 0 0,-1 1 1 0 0,-1 0-1 0 0,0-1 1 0 0,1 0-1 0 0,-7 12 1 0 0,3-49-83 0 0,7 7-29 0 0,2-1 0 0 0,0 1 0 0 0,2-1 0 0 0,1 1 0 0 0,0 1 0 0 0,20-41 0 0 0,78-126 0 0 0,-97 177 0 0 0,2 3 0 0 0,6 11 0 0 0,-10 3 0 0 0,0-1 0 0 0,-1 1 0 0 0,1 0 0 0 0,-1 1 0 0 0,1-1 0 0 0,-1 1 0 0 0,-1 0 0 0 0,1 0 0 0 0,-1 1 0 0 0,6 8 0 0 0,36 71 0 0 0,-24-42 0 0 0,3 10 0 0 0,-24-53 0 0 0,-1 1 0 0 0,0-1 0 0 0,0 0 0 0 0,0 0 0 0 0,0 1 0 0 0,1-1 0 0 0,-1 0 0 0 0,0 0 0 0 0,0 1 0 0 0,1-1 0 0 0,-1 0 0 0 0,0 0 0 0 0,0 0 0 0 0,1 1 0 0 0,-1-1 0 0 0,0 0 0 0 0,0 0 0 0 0,1 0 0 0 0,-1 0 0 0 0,0 0 0 0 0,1 0 0 0 0,-1 1 0 0 0,0-1 0 0 0,1 0 0 0 0,-1 0 0 0 0,0 0 0 0 0,1 0 0 0 0,-1 0 0 0 0,0 0 0 0 0,1 0 0 0 0,-1 0 0 0 0,0-1 0 0 0,1 1 0 0 0,-1 0 0 0 0,0 0 0 0 0,0 0 0 0 0,1 0 0 0 0,-1 0 0 0 0,1-1 0 0 0,5-2 0 0 0,0-1 0 0 0,0 1 0 0 0,-1-1 0 0 0,1-1 0 0 0,-1 1 0 0 0,0-1 0 0 0,0 0 0 0 0,0 0 0 0 0,-1-1 0 0 0,7-9 0 0 0,-7 8 0 0 0,1 1 0 0 0,-1-1 0 0 0,2 1 0 0 0,-1 0 0 0 0,1 1 0 0 0,0-1 0 0 0,0 1 0 0 0,0 0 0 0 0,1 1 0 0 0,-1 0 0 0 0,11-5 0 0 0,-3 9 0 0 0,-10 1 1 0 0,-1 1-1 0 0,1 0 1 0 0,-1 0-1 0 0,0 1 1 0 0,0-1 0 0 0,0 1-1 0 0,0-1 1 0 0,0 1 0 0 0,0 0-1 0 0,-1 0 1 0 0,1 0-1 0 0,-1 0 1 0 0,0 1 0 0 0,0-1-1 0 0,0 0 1 0 0,-1 1 0 0 0,1 0-1 0 0,-1-1 1 0 0,0 1-1 0 0,0 0 1 0 0,1 4 0 0 0,4 17-63 0 0,6 51 1 0 0,-11-61-24 0 0,12 71-1969 0 0,-7-58-1328 0 0,0-2-3709 0 0,11-56-11099 0 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25.064"/>
    </inkml:context>
    <inkml:brush xml:id="br0">
      <inkml:brushProperty name="width" value="0.035" units="cm"/>
      <inkml:brushProperty name="height" value="0.035" units="cm"/>
    </inkml:brush>
  </inkml:definitions>
  <inkml:trace contextRef="#ctx0" brushRef="#br0">54 147 14597 0 0,'-13'-57'637'0'0,"9"41"169"0"0,0-1 0 0 0,1 1-1 0 0,-2-23 1 0 0,5 37 820 0 0,-1 14-646 0 0,-21 436 3445 0 0,20-268-3355 0 0,4 1058 4272 0 0,3-895-4480 0 0,7 203-2416 0 0,-6-504-2017 0 0,-2-47 279 0 0,2-8 2448 0 0,0 0-1 0 0,-1-1 1 0 0,-1 0 0 0 0,0 0 0 0 0,4-23-1 0 0,5-83-2220 0 0,-8 61 1544 0 0,17-150-5217 0 0,-12 98 639 0 0</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25.284"/>
    </inkml:context>
    <inkml:brush xml:id="br0">
      <inkml:brushProperty name="width" value="0.035" units="cm"/>
      <inkml:brushProperty name="height" value="0.035" units="cm"/>
    </inkml:brush>
  </inkml:definitions>
  <inkml:trace contextRef="#ctx0" brushRef="#br0">102 169 11049 0 0,'0'-22'-106'0'0,"-1"9"418"0"0,1 0 0 0 0,0 0 0 0 0,0 0-1 0 0,2 0 1 0 0,-1 1 0 0 0,2-1 0 0 0,0 0-1 0 0,7-21 1 0 0,-9 33-199 0 0,0 1 0 0 0,-1-1 1 0 0,1 0-1 0 0,0 1 0 0 0,-1-1 0 0 0,1 0 0 0 0,0 1 0 0 0,0-1 0 0 0,0 1 0 0 0,0-1 0 0 0,0 1 0 0 0,-1-1 1 0 0,1 1-1 0 0,0 0 0 0 0,0 0 0 0 0,0-1 0 0 0,0 1 0 0 0,0 0 0 0 0,0 0 0 0 0,0 0 0 0 0,0 0 0 0 0,0 0 1 0 0,0 0-1 0 0,0 0 0 0 0,0 0 0 0 0,0 1 0 0 0,0-1 0 0 0,0 0 0 0 0,0 0 0 0 0,0 1 0 0 0,0-1 0 0 0,1 1 1 0 0,22 12 1126 0 0,-18-7-940 0 0,0 0 1 0 0,0 0 0 0 0,0 1 0 0 0,-1-1-1 0 0,0 1 1 0 0,0 0 0 0 0,-1 1-1 0 0,0-1 1 0 0,0 1 0 0 0,0 0-1 0 0,2 11 1 0 0,-1-5 139 0 0,-1 1-1 0 0,-1 0 1 0 0,0 1-1 0 0,-1-1 1 0 0,1 20 0 0 0,-4-17-40 0 0,-1-1 0 0 0,0 1 0 0 0,-1-1 0 0 0,-1 1 0 0 0,0-1 0 0 0,-11 25 1 0 0,12-34-386 0 0,0-1 0 0 0,0 1 0 0 0,-1 0 0 0 0,-1-1 0 0 0,1 0 0 0 0,-1 0 0 0 0,0 0 0 0 0,-1 0 0 0 0,1-1 0 0 0,-1 0 0 0 0,0 0 0 0 0,-1-1 0 0 0,0 1 0 0 0,0-1 0 0 0,-10 5 0 0 0,14-9-216 0 0,1 0 1 0 0,-1 0 0 0 0,1 0 0 0 0,-1 0 0 0 0,1-1 0 0 0,-1 1 0 0 0,1-1 0 0 0,-1 0 0 0 0,1 0 0 0 0,-1 0 0 0 0,0 0 0 0 0,1 0 0 0 0,-1 0 0 0 0,1-1-1 0 0,-1 1 1 0 0,1-1 0 0 0,-1 0 0 0 0,1 0 0 0 0,0 0 0 0 0,-4-2 0 0 0,2 1-124 0 0,0-1 1 0 0,1 0-1 0 0,-1-1 1 0 0,1 1-1 0 0,0 0 0 0 0,0-1 1 0 0,0 0-1 0 0,0 0 1 0 0,1 0-1 0 0,-4-6 0 0 0,0-5-649 0 0,0-1-1 0 0,0 0 0 0 0,1 0 1 0 0,1 0-1 0 0,-2-20 0 0 0,2-43-4149 0 0,6-22-2303 0 0</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25.486"/>
    </inkml:context>
    <inkml:brush xml:id="br0">
      <inkml:brushProperty name="width" value="0.035" units="cm"/>
      <inkml:brushProperty name="height" value="0.035" units="cm"/>
    </inkml:brush>
  </inkml:definitions>
  <inkml:trace contextRef="#ctx0" brushRef="#br0">22 21 15181 0 0,'8'-20'10978'0'0,"-5"47"-8311"0"0,-1 69-2572 0 0,-2-90 482 0 0,-4 371 2693 0 0,-24 508-3271 0 0,27-864-139 0 0,-1 38-1445 0 0,6-33-2179 0 0,7-7-3571 0 0</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25.859"/>
    </inkml:context>
    <inkml:brush xml:id="br0">
      <inkml:brushProperty name="width" value="0.035" units="cm"/>
      <inkml:brushProperty name="height" value="0.035" units="cm"/>
    </inkml:brush>
  </inkml:definitions>
  <inkml:trace contextRef="#ctx0" brushRef="#br0">214 71 16197 0 0,'-5'3'11'0'0,"2"-1"464"0"0,0 0 1 0 0,0 0-1 0 0,0 1 0 0 0,0-1 1 0 0,0 1-1 0 0,1-1 0 0 0,-1 1 1 0 0,1 0-1 0 0,-1 0 0 0 0,-2 5 1 0 0,4-6 1673 0 0,23 7-249 0 0,-17-7-1657 0 0,0-1 0 0 0,0 0 0 0 0,1-1 0 0 0,-1 1 0 0 0,0-1 0 0 0,1 0 0 0 0,-1-1 0 0 0,0 1 0 0 0,1-1 0 0 0,-1 0 0 0 0,0 0 0 0 0,0-1 0 0 0,1 1-1 0 0,-1-1 1 0 0,6-4 0 0 0,-5 4-72 0 0,0-1 0 0 0,0 0 0 0 0,-1-1 0 0 0,1 1-1 0 0,-1-1 1 0 0,0 0 0 0 0,0-1 0 0 0,5-6 0 0 0,-8 9-102 0 0,0 0 1 0 0,0-1-1 0 0,0 0 1 0 0,-1 1-1 0 0,1-1 0 0 0,-1 0 1 0 0,0 0-1 0 0,0 0 1 0 0,0 0-1 0 0,0 0 1 0 0,0 0-1 0 0,-1 0 1 0 0,1 0-1 0 0,-1 0 0 0 0,0 0 1 0 0,0 0-1 0 0,0 0 1 0 0,-1-4-1 0 0,-11-2 171 0 0,2 8-190 0 0,0 2 66 0 0,-12 8-104 0 0,2 1 0 0 0,0 1 0 0 0,0 0 0 0 0,1 2 0 0 0,0 0-1 0 0,1 1 1 0 0,1 1 0 0 0,0 1 0 0 0,1 0 0 0 0,0 1 0 0 0,-20 31-1 0 0,25-32-11 0 0,1 1-1 0 0,0 0 0 0 0,1 0 0 0 0,1 1 1 0 0,0 0-1 0 0,2 0 0 0 0,0 0 0 0 0,1 1 1 0 0,1 0-1 0 0,1 1 0 0 0,0-1 0 0 0,2 0 1 0 0,0 1-1 0 0,2 27 0 0 0,0-41-6 0 0,0 0 0 0 0,0 0 0 0 0,0 0 0 0 0,0-1 0 0 0,1 1 0 0 0,0 0 0 0 0,0 0 0 0 0,0-1 0 0 0,1 0 0 0 0,0 1 0 0 0,0-1 0 0 0,1 0 0 0 0,-1 0 0 0 0,1-1 0 0 0,0 1 0 0 0,0-1 0 0 0,0 0 0 0 0,1 0 0 0 0,0 0 0 0 0,0 0 0 0 0,0-1 0 0 0,9 5 0 0 0,-5-5-394 0 0,0 0-1 0 0,0-1 1 0 0,0 0 0 0 0,0 0-1 0 0,0-1 1 0 0,1 0-1 0 0,-1-1 1 0 0,0 0 0 0 0,1 0-1 0 0,-1-1 1 0 0,0 0-1 0 0,0-1 1 0 0,0 0 0 0 0,10-3-1 0 0,4-3-1692 0 0,0 0-1 0 0,-1-2 1 0 0,41-24-1 0 0,-9-2-5039 0 0,-7 3-2083 0 0</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26.097"/>
    </inkml:context>
    <inkml:brush xml:id="br0">
      <inkml:brushProperty name="width" value="0.035" units="cm"/>
      <inkml:brushProperty name="height" value="0.035" units="cm"/>
    </inkml:brush>
  </inkml:definitions>
  <inkml:trace contextRef="#ctx0" brushRef="#br0">159 35 15425 0 0,'-1'-2'203'0'0,"0"0"0"0"0,1 0 0 0 0,-1-1 0 0 0,0 1 1 0 0,0 0-1 0 0,0 0 0 0 0,-1 0 0 0 0,1 0 0 0 0,0 0 0 0 0,-1 1 0 0 0,-9-11 12577 0 0,18 38-12418 0 0,0 0 0 0 0,-2 1-1 0 0,-1 0 1 0 0,-1 0 0 0 0,-1 0-1 0 0,-2 35 1 0 0,0-49-373 0 0,-2-1-1 0 0,1 0 1 0 0,-1 0 0 0 0,-1-1-1 0 0,0 1 1 0 0,-1 0 0 0 0,0-1-1 0 0,-1 0 1 0 0,0 0 0 0 0,0 0-1 0 0,-1 0 1 0 0,-1-1 0 0 0,0 0-1 0 0,0-1 1 0 0,-1 1 0 0 0,0-1-1 0 0,-13 10 1 0 0,8-11 11 0 0,-2-8 0 0 0,12-1-190 0 0,0-1-1 0 0,0 0 1 0 0,1 0 0 0 0,-1-1 0 0 0,1 1-1 0 0,0-1 1 0 0,-1 1 0 0 0,1-1-1 0 0,0 0 1 0 0,0 1 0 0 0,1-1 0 0 0,-1 0-1 0 0,1 0 1 0 0,-1 0 0 0 0,1-1-1 0 0,0 1 1 0 0,0 0 0 0 0,1 0 0 0 0,-1-1-1 0 0,1 1 1 0 0,-1 0 0 0 0,1-1-1 0 0,0 1 1 0 0,0 0 0 0 0,0-1 0 0 0,2-5-1 0 0,1-16-1825 0 0,1 0-1 0 0,11-38 0 0 0,-11 45 1268 0 0,-3 15 620 0 0,23-82-3983 0 0,-3 25-1401 0 0,12-8-3707 0 0</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26.469"/>
    </inkml:context>
    <inkml:brush xml:id="br0">
      <inkml:brushProperty name="width" value="0.035" units="cm"/>
      <inkml:brushProperty name="height" value="0.035" units="cm"/>
    </inkml:brush>
  </inkml:definitions>
  <inkml:trace contextRef="#ctx0" brushRef="#br0">201 1 16057 0 0,'0'0'2223'0'0,"-11"4"-1183"0"0,2 1-735 0 0,0 0 1 0 0,0 0-1 0 0,1 1 1 0 0,-1 0-1 0 0,1 0 1 0 0,1 1-1 0 0,-1 0 1 0 0,1 0 0 0 0,0 1-1 0 0,1 0 1 0 0,-10 16-1 0 0,2 2 485 0 0,0 1 0 0 0,3 1 0 0 0,0 0 0 0 0,1 1 0 0 0,-7 39 0 0 0,14-52-421 0 0,0 1 1 0 0,1-1-1 0 0,1 1 0 0 0,0-1 1 0 0,1 1-1 0 0,1 0 0 0 0,1-1 0 0 0,0 1 1 0 0,1-1-1 0 0,1 0 0 0 0,7 19 1 0 0,-9-31-343 0 0,0 1 1 0 0,0-1 0 0 0,0 0-1 0 0,1 0 1 0 0,0 0 0 0 0,0 0-1 0 0,0 0 1 0 0,0 0 0 0 0,0-1 0 0 0,1 0-1 0 0,0 0 1 0 0,0 0 0 0 0,0 0-1 0 0,0 0 1 0 0,0-1 0 0 0,0 1-1 0 0,1-1 1 0 0,-1 0 0 0 0,1-1 0 0 0,-1 1-1 0 0,6 0 1 0 0,-6 0-28 0 0,-1-1 0 0 0,0 0 0 0 0,1-1 0 0 0,-1 1 0 0 0,1 0 0 0 0,-1-1 0 0 0,0 0 0 0 0,1 0 0 0 0,-1 0 0 0 0,1 0 0 0 0,-1 0 0 0 0,1-1 0 0 0,5-1 0 0 0,1-1 0 0 0,1 2-103 0 0,0-2-1 0 0,0 1 1 0 0,-1-1 0 0 0,1-1-1 0 0,-1 0 1 0 0,0 0 0 0 0,0-1 0 0 0,-1 0-1 0 0,1-1 1 0 0,-1 0 0 0 0,0-1-1 0 0,-1 0 1 0 0,1 0 0 0 0,11-14-1 0 0,3-7-93 0 0,0-2 0 0 0,-3 0-1 0 0,18-33 1 0 0,-3 4 807 0 0,-33 75-264 0 0,0 1 0 0 0,-2-1-1 0 0,0 1 1 0 0,-4 23 0 0 0,-7 25-536 0 0,2-25-237 0 0,3 1 1 0 0,0 0-1 0 0,3 1 0 0 0,4 74 0 0 0,-1-116 195 0 0,0 1 0 0 0,0 0-1 0 0,0-1 1 0 0,0 1 0 0 0,0 0-1 0 0,0-1 1 0 0,0 1-1 0 0,0-1 1 0 0,0 1 0 0 0,0 0-1 0 0,1-1 1 0 0,-1 1-1 0 0,0 0 1 0 0,0-1 0 0 0,1 1-1 0 0,-1-1 1 0 0,0 1 0 0 0,1-1-1 0 0,-1 1 1 0 0,1-1-1 0 0,-1 1 1 0 0,1-1 0 0 0,-1 1-1 0 0,1-1 1 0 0,-1 0 0 0 0,1 1-1 0 0,-1-1 1 0 0,1 0-1 0 0,-1 1 1 0 0,1-1 0 0 0,0 0-1 0 0,-1 0 1 0 0,1 0-1 0 0,-1 1 1 0 0,1-1 0 0 0,0 0-1 0 0,-1 0 1 0 0,1 0 0 0 0,0 0-1 0 0,-1 0 1 0 0,1 0-1 0 0,0 0 1 0 0,-1 0 0 0 0,1-1-1 0 0,-1 1 1 0 0,1 0 0 0 0,0 0-1 0 0,-1 0 1 0 0,2-1-1 0 0,1-1-711 0 0,0 0 0 0 0,1 0 0 0 0,-1 0 1 0 0,0 0-1 0 0,-1-1 0 0 0,1 1 0 0 0,0-1 0 0 0,-1 0 0 0 0,4-3 0 0 0,6-13-6585 0 0</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26.622"/>
    </inkml:context>
    <inkml:brush xml:id="br0">
      <inkml:brushProperty name="width" value="0.035" units="cm"/>
      <inkml:brushProperty name="height" value="0.035" units="cm"/>
    </inkml:brush>
  </inkml:definitions>
  <inkml:trace contextRef="#ctx0" brushRef="#br0">39 121 13557 0 0,'-12'-76'1537'0'0,"10"71"-895"0"0,1-1-1 0 0,-1 1 1 0 0,0-1 0 0 0,-1 1 0 0 0,1 0 0 0 0,-5-7-1 0 0,6 11-132 0 0,0 86-14069 0 0,-4-58 8881 0 0</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26.873"/>
    </inkml:context>
    <inkml:brush xml:id="br0">
      <inkml:brushProperty name="width" value="0.035" units="cm"/>
      <inkml:brushProperty name="height" value="0.035" units="cm"/>
    </inkml:brush>
  </inkml:definitions>
  <inkml:trace contextRef="#ctx0" brushRef="#br0">35 222 9657 0 0,'-16'-134'3491'0'0,"-3"46"6197"0"0,28 399-3615 0 0,-1-91-4571 0 0,4 40-1351 0 0,-2-87-3166 0 0,-8-129 782 0 0,1 14-3253 0 0,-2-19-5611 0 0</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27.218"/>
    </inkml:context>
    <inkml:brush xml:id="br0">
      <inkml:brushProperty name="width" value="0.035" units="cm"/>
      <inkml:brushProperty name="height" value="0.035" units="cm"/>
    </inkml:brush>
  </inkml:definitions>
  <inkml:trace contextRef="#ctx0" brushRef="#br0">146 384 12633 0 0,'-82'-43'1613'0'0,"22"12"3509"0"0,60 31-5072 0 0,0 0-1 0 0,0 0 1 0 0,-1 0 0 0 0,1 0 0 0 0,0 0 0 0 0,0 0 0 0 0,0-1-1 0 0,-1 1 1 0 0,1 0 0 0 0,0 0 0 0 0,0 0 0 0 0,0-1 0 0 0,-1 1-1 0 0,1 0 1 0 0,0 0 0 0 0,0 0 0 0 0,0-1 0 0 0,0 1 0 0 0,0 0-1 0 0,0 0 1 0 0,-1-1 0 0 0,1 1 0 0 0,0 0 0 0 0,0 0 0 0 0,0-1-1 0 0,0 1 1 0 0,0 0 0 0 0,0 0 0 0 0,0-1 0 0 0,0 1 0 0 0,0 0-1 0 0,0 0 1 0 0,0-1 0 0 0,0 1 0 0 0,0 0 0 0 0,0 0 0 0 0,1-1-1 0 0,-1 1 1 0 0,0 0 0 0 0,0 0 0 0 0,0-1 0 0 0,0 1 0 0 0,0 0-1 0 0,0 0 1 0 0,1-1 0 0 0,-1 1 0 0 0,0 0 0 0 0,0 0 0 0 0,0 0-1 0 0,1 0 1 0 0,-1-1 0 0 0,0 1 0 0 0,0 0 0 0 0,1 0 0 0 0,-1 0-1 0 0,0 0 1 0 0,0 0 0 0 0,1 0 0 0 0,-1 0 0 0 0,0 0 0 0 0,1-1-1 0 0,18-7-306 0 0,-17 8 484 0 0,93-31-803 0 0,150-29-1 0 0,101 5-902 0 0,-74 13 61 0 0,243-58-1620 0 0,-514 100 3097 0 0,-1-1-1 0 0,1 1 1 0 0,-1 0-1 0 0,0 0 1 0 0,1 0-1 0 0,-1 0 0 0 0,1 0 1 0 0,-1 0-1 0 0,1 0 1 0 0,-1 0-1 0 0,0 0 1 0 0,1 0-1 0 0,-1 0 0 0 0,1 0 1 0 0,-1 0-1 0 0,1 0 1 0 0,-1 0-1 0 0,0 1 0 0 0,1-1 1 0 0,-1 0-1 0 0,1 0 1 0 0,-1 0-1 0 0,0 1 1 0 0,1-1-1 0 0,-1 0 0 0 0,0 0 1 0 0,1 1-1 0 0,-1-1 1 0 0,0 0-1 0 0,0 1 1 0 0,1-1-1 0 0,-1 0 0 0 0,0 1 1 0 0,0-1-1 0 0,1 1 1 0 0,-1-1-1 0 0,0 0 1 0 0,0 1-1 0 0,0-1 0 0 0,0 1 1 0 0,0-1-1 0 0,0 0 1 0 0,0 1-1 0 0,0-1 1 0 0,0 1-1 0 0,0-1 0 0 0,0 1 1 0 0,0-1-1 0 0,0 0 1 0 0,0 1-1 0 0,0-1 1 0 0,0 1-1 0 0,0-1 0 0 0,0 0 1 0 0,0 1-1 0 0,-1-1 1 0 0,1 1-1 0 0,-13 28 1321 0 0,-124 200 3603 0 0,-89 160-63 0 0,167-276-3541 0 0,-68 185 0 0 0,101-228-1360 0 0,-23 73-3745 0 0,51-154-9313 0 0,4-30 10354 0 0,-4 20-1519 0 0,3-21-3063 0 0</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27.357"/>
    </inkml:context>
    <inkml:brush xml:id="br0">
      <inkml:brushProperty name="width" value="0.035" units="cm"/>
      <inkml:brushProperty name="height" value="0.035" units="cm"/>
    </inkml:brush>
  </inkml:definitions>
  <inkml:trace contextRef="#ctx0" brushRef="#br0">14 248 13233 0 0,'0'-49'198'0'0,"-1"-73"2205"0"0,-11 45 7785 0 0,17 83-9470 0 0,36 32-13 0 0,4-2-3346 0 0,6-10-3436 0 0,-44-24 4477 0 0,1 0 0 0 0,-1 0 0 0 0,1-1 0 0 0,-1 0 0 0 0,14 1 0 0 0</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27.947"/>
    </inkml:context>
    <inkml:brush xml:id="br0">
      <inkml:brushProperty name="width" value="0.035" units="cm"/>
      <inkml:brushProperty name="height" value="0.035" units="cm"/>
    </inkml:brush>
  </inkml:definitions>
  <inkml:trace contextRef="#ctx0" brushRef="#br0">444 0 15169 0 0,'-28'14'438'0'0,"0"2"-1"0"0,2 1 1 0 0,0 0-1 0 0,1 2 1 0 0,0 1-1 0 0,2 1 1 0 0,0 1-1 0 0,-21 27 0 0 0,21-20 179 0 0,0 1-1 0 0,2 1 1 0 0,2 1-1 0 0,1 0 1 0 0,1 2-1 0 0,-19 53 1 0 0,27-57-126 0 0,1 0-1 0 0,1 0 1 0 0,1 1 0 0 0,2 0 0 0 0,1 0 0 0 0,1 0-1 0 0,2 0 1 0 0,7 62 0 0 0,-4-78-329 0 0,0 0-1 0 0,0 0 1 0 0,2-1-1 0 0,0 1 1 0 0,0-1 0 0 0,1 0-1 0 0,1 0 1 0 0,0-1-1 0 0,1 0 1 0 0,1 0 0 0 0,0-1-1 0 0,0 0 1 0 0,1-1-1 0 0,1 0 1 0 0,0 0 0 0 0,0-1-1 0 0,1-1 1 0 0,1 0-1 0 0,-1 0 1 0 0,20 9 0 0 0,-12-10-56 0 0,-1-1 0 0 0,1-1 0 0 0,1 0 0 0 0,-1-2 0 0 0,1 0 0 0 0,0-2 0 0 0,-1 0 0 0 0,1-1 0 0 0,0-1 0 0 0,0-1 0 0 0,0-1 0 0 0,0 0 0 0 0,0-2 0 0 0,36-12 0 0 0,-21 5-105 0 0,-1-2-1 0 0,0-2 1 0 0,-1-1-1 0 0,-1-1 1 0 0,0-2-1 0 0,-2-1 1 0 0,43-36-1 0 0,-56 40 1 0 0,-1-2 0 0 0,0 0 0 0 0,-2-1 0 0 0,0-1 0 0 0,0 0 0 0 0,-2-1 0 0 0,-1 0 0 0 0,-1-1 0 0 0,0 0 0 0 0,-2-1 0 0 0,0 0 0 0 0,-2-1 0 0 0,-1 1 0 0 0,6-40 0 0 0,-9 37 0 0 0,-1 0 0 0 0,-1 1 0 0 0,-1-1 0 0 0,-1 0 0 0 0,-2 0 0 0 0,0 1 0 0 0,-2-1 0 0 0,0 1 0 0 0,-2 0 0 0 0,-1 1 0 0 0,-1 0 0 0 0,-1 0 0 0 0,-24-41 0 0 0,29 57 0 0 0,0 0 0 0 0,0 1 0 0 0,-1 0 1 0 0,0 0-1 0 0,0 0 0 0 0,-1 1 0 0 0,0 0 0 0 0,0 0 0 0 0,0 1 0 0 0,-1 0 0 0 0,0 0 1 0 0,0 1-1 0 0,0 0 0 0 0,-1 0 0 0 0,-16-5 0 0 0,11 7-3 0 0,0-1 1 0 0,0 2-1 0 0,0 0 0 0 0,-1 1 1 0 0,1 0-1 0 0,0 1 0 0 0,0 1 1 0 0,0 0-1 0 0,-23 7 0 0 0,2 1-703 0 0,1 3 1 0 0,1 1-1 0 0,0 1 0 0 0,1 1 0 0 0,-55 40 0 0 0,24-10-4704 0 0,-90 88-1 0 0,113-92-923 0 0,10-5-3162 0 0</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28.199"/>
    </inkml:context>
    <inkml:brush xml:id="br0">
      <inkml:brushProperty name="width" value="0.035" units="cm"/>
      <inkml:brushProperty name="height" value="0.035" units="cm"/>
    </inkml:brush>
  </inkml:definitions>
  <inkml:trace contextRef="#ctx0" brushRef="#br0">449 27 17990 0 0,'-4'-3'154'0'0,"-1"-1"1"0"0,0 1-1 0 0,0 1 0 0 0,0-1 1 0 0,0 1-1 0 0,-1 0 1 0 0,1 0-1 0 0,0 1 1 0 0,-1-1-1 0 0,1 1 1 0 0,-1 0-1 0 0,0 1 1 0 0,1-1-1 0 0,-1 1 1 0 0,0 0-1 0 0,1 1 0 0 0,-1 0 1 0 0,1-1-1 0 0,-1 2 1 0 0,0-1-1 0 0,1 1 1 0 0,0-1-1 0 0,-1 1 1 0 0,1 1-1 0 0,0-1 1 0 0,0 1-1 0 0,0 0 0 0 0,-7 6 1 0 0,-7 5 339 0 0,1 1-1 0 0,0 1 1 0 0,1 1-1 0 0,1 0 1 0 0,-22 32-1 0 0,19-22-61 0 0,2 1-1 0 0,2 1 1 0 0,0 1-1 0 0,2 0 0 0 0,1 0 1 0 0,1 1-1 0 0,-12 60 1 0 0,9-9 716 0 0,-7 157 0 0 0,20-185-783 0 0,1-1 1 0 0,13 83 0 0 0,-10-115-705 0 0,1 0 1 0 0,1-1-1 0 0,1 0 1 0 0,0 0-1 0 0,2 0 1 0 0,0-1-1 0 0,2 0 0 0 0,0-1 1 0 0,16 24-1 0 0,-22-37-88 0 0,1-1-1 0 0,-1 1 0 0 0,1-1 0 0 0,0 0 0 0 0,0 0 1 0 0,0-1-1 0 0,0 1 0 0 0,1-1 0 0 0,-1 0 0 0 0,1-1 1 0 0,0 1-1 0 0,0-1 0 0 0,0 0 0 0 0,0-1 1 0 0,0 1-1 0 0,0-1 0 0 0,0 0 0 0 0,8-1 0 0 0,7 0-1698 0 0,0 0-1 0 0,0-2 0 0 0,0-1 0 0 0,22-5 1 0 0,20-8-6146 0 0</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28.555"/>
    </inkml:context>
    <inkml:brush xml:id="br0">
      <inkml:brushProperty name="width" value="0.035" units="cm"/>
      <inkml:brushProperty name="height" value="0.035" units="cm"/>
    </inkml:brush>
  </inkml:definitions>
  <inkml:trace contextRef="#ctx0" brushRef="#br0">31 80 16081 0 0,'-22'-20'8249'0'0,"16"14"-6229"0"0,3 5-577 0 0,4 6 3162 0 0,26 171-4236 0 0,-27-176-369 0 0,0 0 0 0 0,1 0 0 0 0,-1 0 0 0 0,0 0 0 0 0,0 0 0 0 0,0 0 0 0 0,0-1 0 0 0,0 1 0 0 0,0 0 0 0 0,1 0 0 0 0,-1 0 0 0 0,0 0 0 0 0,0 0 0 0 0,0 0 0 0 0,0 0 0 0 0,0 0 0 0 0,1 0 0 0 0,-1 0 0 0 0,0 0 0 0 0,0 0 0 0 0,0 0 0 0 0,0 0 0 0 0,1 0 0 0 0,-1 0 0 0 0,0 0 0 0 0,0 0 0 0 0,0 0 0 0 0,0 0 0 0 0,1 0 0 0 0,-1 0 0 0 0,0 0 0 0 0,0 0 0 0 0,0 0 0 0 0,0 0 0 0 0,0 0 0 0 0,1 0 0 0 0,-1 0 0 0 0,0 0 0 0 0,0 1 0 0 0,0-1 0 0 0,0 0 0 0 0,0 0 0 0 0,0 0 0 0 0,1 0 0 0 0,-1 0 0 0 0,0 0 0 0 0,0 1 0 0 0,0-1 0 0 0,0 0 0 0 0,0 0 0 0 0,0 0 0 0 0,0 0 0 0 0,0 1 0 0 0,0-1 0 0 0,0 0 0 0 0,0 0 0 0 0,0 0 0 0 0,0 0 0 0 0,0 0 0 0 0,0 1 0 0 0,0-1 0 0 0,0 0 0 0 0,0 0 0 0 0,56-71 0 0 0,-36 43 0 0 0,0 1 0 0 0,39-37 0 0 0,-51 57 0 0 0,-4 3 0 0 0,0 0 0 0 0,0 0 0 0 0,1 0 0 0 0,-1 1 0 0 0,1-1 0 0 0,0 1 0 0 0,0 1 0 0 0,0-1 0 0 0,1 0 0 0 0,-1 1 0 0 0,7-2 0 0 0,10 6 0 0 0,-14 0 0 0 0,-1 1 0 0 0,1 0 0 0 0,-1 0 0 0 0,0 1 0 0 0,0 0 0 0 0,0 0 0 0 0,-1 1 0 0 0,1 0 0 0 0,-1 0 0 0 0,0 0 0 0 0,9 11 0 0 0,7 11 0 0 0,28 44 0 0 0,-5-7 0 0 0,-37-52 54 0 0,0-1 1 0 0,2-1-1 0 0,-1 0 0 0 0,1 0 1 0 0,1-1-1 0 0,17 13 0 0 0,-23-20-147 0 0,-1 0 0 0 0,0 1 0 0 0,1-2-1 0 0,0 1 1 0 0,-1-1 0 0 0,1 1 0 0 0,0-1 0 0 0,0-1-1 0 0,0 1 1 0 0,0-1 0 0 0,6 0 0 0 0,-4 0-511 0 0,-1-1 0 0 0,1 0 1 0 0,-1-1-1 0 0,1 1 0 0 0,11-6 1 0 0,41-25-7658 0 0,-26 3-360 0 0,-13 4-1048 0 0</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28.757"/>
    </inkml:context>
    <inkml:brush xml:id="br0">
      <inkml:brushProperty name="width" value="0.035" units="cm"/>
      <inkml:brushProperty name="height" value="0.035" units="cm"/>
    </inkml:brush>
  </inkml:definitions>
  <inkml:trace contextRef="#ctx0" brushRef="#br0">314 147 17290 0 0,'4'-33'311'0'0,"-2"10"859"0"0,1 1 0 0 0,1 0-1 0 0,8-23 1 0 0,-12 43 229 0 0,3 3-1204 0 0,0 1 0 0 0,-1-1 0 0 0,1 0 0 0 0,-1 1 1 0 0,0-1-1 0 0,1 1 0 0 0,-1 0 0 0 0,0-1 0 0 0,0 1 0 0 0,0 0 0 0 0,0 0 0 0 0,-1 1 1 0 0,1-1-1 0 0,2 3 0 0 0,-3-3-19 0 0,5 9 249 0 0,0 0 0 0 0,0 1 0 0 0,-1 0-1 0 0,-1 0 1 0 0,0 0 0 0 0,5 22-1 0 0,-1-1 254 0 0,25 109-94 0 0,-6 1-1 0 0,-6 2 1 0 0,4 228-1 0 0,-24-255-583 0 0,-6 0 0 0 0,-23 144 0 0 0,13-176 0 0 0,-3-2 0 0 0,-5-1 0 0 0,-60 148 0 0 0,61-181 27 0 0,-38 62-1 0 0,50-96-108 0 0,-1-1-1 0 0,0 0 1 0 0,0-1-1 0 0,-2 0 0 0 0,1-1 1 0 0,-2-1-1 0 0,-25 20 1 0 0,34-29-625 0 0,-1 0 1 0 0,1 0-1 0 0,-1-1 1 0 0,1 0-1 0 0,-1 0 1 0 0,0 0-1 0 0,0 0 1 0 0,0-1-1 0 0,0 0 1 0 0,-10 0-1 0 0,-34-4-10126 0 0,18-2-866 0 0</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29.653"/>
    </inkml:context>
    <inkml:brush xml:id="br0">
      <inkml:brushProperty name="width" value="0.035" units="cm"/>
      <inkml:brushProperty name="height" value="0.035" units="cm"/>
    </inkml:brush>
  </inkml:definitions>
  <inkml:trace contextRef="#ctx0" brushRef="#br0">17 665 17814 0 0,'-1'-33'1395'0'0,"-2"-12"5436"0"0,0 33-1278 0 0,-2 48-4472 0 0,4 317-988 0 0,4-164-93 0 0,-5-126 0 0 0,0-58 0 0 0,0-35 0 0 0,2 6 0 0 0,2 0 0 0 0,0 1 0 0 0,2-1 0 0 0,9-31 0 0 0,-4 15 0 0 0,47-178 0 0 0,113-286 0 0 0,-65 253 0 0 0,-104 249-18 0 0,1 1 0 0 0,0-1-1 0 0,0 0 1 0 0,-1 1 0 0 0,1-1 0 0 0,0 0 0 0 0,0 1-1 0 0,1-1 1 0 0,-1 1 0 0 0,0 0 0 0 0,0-1 0 0 0,1 1-1 0 0,-1 0 1 0 0,0 0 0 0 0,1 0 0 0 0,0 0 0 0 0,-1 0-1 0 0,1 0 1 0 0,3-1 0 0 0,-4 2-1920 0 0,2 5-956 0 0,1 5 1516 0 0,-1-1 0 0 0,0 0 1 0 0,0 1-1 0 0,0-1 1 0 0,-2 1-1 0 0,1 0 1 0 0,-1-1-1 0 0,0 1 0 0 0,-1 0 1 0 0,0 0-1 0 0,-3 15 1 0 0,-8 38-7807 0 0</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30.084"/>
    </inkml:context>
    <inkml:brush xml:id="br0">
      <inkml:brushProperty name="width" value="0.035" units="cm"/>
      <inkml:brushProperty name="height" value="0.035" units="cm"/>
    </inkml:brush>
  </inkml:definitions>
  <inkml:trace contextRef="#ctx0" brushRef="#br0">74 415 18274 0 0,'-21'5'501'0'0,"-27"4"6486"0"0,44-8-4966 0 0,16-8-1160 0 0,54-21 260 0 0,114-35 0 0 0,94-9-341 0 0,-218 58-714 0 0,-26 5-9 0 0,-16 5 27 0 0,1 0-1 0 0,-1 1 0 0 0,1 0 0 0 0,16-1 0 0 0,-29 5-59 0 0,0-1-1 0 0,0 0 1 0 0,0 1 0 0 0,0-1-1 0 0,1 1 1 0 0,-1-1 0 0 0,0 1-1 0 0,0 0 1 0 0,0 0 0 0 0,0 0-1 0 0,-1 0 1 0 0,1 0 0 0 0,0 1-1 0 0,0-1 1 0 0,-1 0 0 0 0,1 1-1 0 0,0-1 1 0 0,-1 1 0 0 0,0 0-1 0 0,1-1 1 0 0,-1 1 0 0 0,0 0-1 0 0,0 0 1 0 0,1 3 0 0 0,3 6-38 0 0,0 0 0 0 0,-1 1 0 0 0,3 17 0 0 0,4 9 40 0 0,-7-29-26 0 0,0 0 0 0 0,0 0 0 0 0,1-1 0 0 0,0 1 0 0 0,0-1 0 0 0,1 0 0 0 0,0-1 0 0 0,1 1 0 0 0,-1-1 0 0 0,1 0 0 0 0,11 7 0 0 0,-11-9 0 0 0,0-1 0 0 0,1-1 0 0 0,-1 1 0 0 0,1-1 0 0 0,0-1 0 0 0,0 1 0 0 0,0-2 0 0 0,0 1 0 0 0,0-1 0 0 0,0 0 0 0 0,0 0 0 0 0,0-1 0 0 0,17-2 0 0 0,-6 0 0 0 0,0 0 0 0 0,0-2 0 0 0,-1-1 0 0 0,1 0 0 0 0,-1-1 0 0 0,0-1 0 0 0,-1 0 0 0 0,24-15 0 0 0,-33 18 0 0 0,-1-1 0 0 0,0 0 0 0 0,0 0 0 0 0,0 0 0 0 0,0-1 0 0 0,-1 0 0 0 0,0 0 0 0 0,-1-1 0 0 0,1 0 0 0 0,-1 0 0 0 0,-1 0 0 0 0,1-1 0 0 0,-1 1 0 0 0,0-1 0 0 0,-1 0 0 0 0,0 0 0 0 0,0 0 0 0 0,-1-1 0 0 0,0 1 0 0 0,2-16 0 0 0,-4 7 14 0 0,0 1-1 0 0,-1-1 1 0 0,0 1-1 0 0,-1-1 1 0 0,-1 1-1 0 0,-1 0 1 0 0,0 0-1 0 0,-1 0 1 0 0,-11-23-1 0 0,14 34-67 0 0,-1 0 0 0 0,0 0 0 0 0,0 0 0 0 0,0 1 0 0 0,0-1 0 0 0,-1 1 0 0 0,0-1 0 0 0,0 1-1 0 0,0 1 1 0 0,0-1 0 0 0,-1 0 0 0 0,0 1 0 0 0,1 0 0 0 0,-1 0 0 0 0,0 0 0 0 0,-1 1 0 0 0,1 0 0 0 0,0 0 0 0 0,-1 0-1 0 0,1 0 1 0 0,-1 1 0 0 0,1 0 0 0 0,-1 0 0 0 0,0 1 0 0 0,1-1 0 0 0,-1 1 0 0 0,0 1 0 0 0,1-1 0 0 0,-1 1 0 0 0,-8 2 0 0 0,2-1-1385 0 0,0 2 1 0 0,0 0-1 0 0,-17 8 1 0 0,23-9 524 0 0,1-1-1 0 0,0 1 1 0 0,0 0 0 0 0,0 1-1 0 0,1-1 1 0 0,-1 1 0 0 0,1 0-1 0 0,0 0 1 0 0,-6 8 0 0 0,4 1-4916 0 0,12 1-2813 0 0</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30.441"/>
    </inkml:context>
    <inkml:brush xml:id="br0">
      <inkml:brushProperty name="width" value="0.035" units="cm"/>
      <inkml:brushProperty name="height" value="0.035" units="cm"/>
    </inkml:brush>
  </inkml:definitions>
  <inkml:trace contextRef="#ctx0" brushRef="#br0">280 410 17178 0 0,'0'0'10682'0'0,"-9"-3"-9908"0"0,-27-11-65 0 0,33 13-593 0 0,1 0 0 0 0,-1 0 0 0 0,1 0 0 0 0,0-1 0 0 0,0 1 1 0 0,-1-1-1 0 0,1 0 0 0 0,0 1 0 0 0,1-1 0 0 0,-1 0 0 0 0,0 0 0 0 0,0 0 0 0 0,1 0 1 0 0,-1-1-1 0 0,1 1 0 0 0,-1-3 0 0 0,-4-4 311 0 0,-38-50 584 0 0,17 24-1007 0 0,2-2 0 0 0,-26-49 0 0 0,8-4-4 0 0,43 89 0 0 0,-1 0 0 0 0,1 0 0 0 0,-1 0 0 0 0,1-1 0 0 0,-1 1 0 0 0,1 0 0 0 0,0 0 0 0 0,-1 0 0 0 0,1-1 0 0 0,0 1 0 0 0,0 0 0 0 0,0 0 0 0 0,0-1 0 0 0,0 1 0 0 0,0 0 0 0 0,0 0 0 0 0,1-1 0 0 0,-1 1 0 0 0,0 0 0 0 0,1 0 0 0 0,-1 0 0 0 0,1-1 0 0 0,-1 1 0 0 0,1 0 0 0 0,0 0 0 0 0,-1 0 0 0 0,1 0 0 0 0,0 0 0 0 0,0 0 0 0 0,0 0 0 0 0,-1 0 0 0 0,1 1 0 0 0,0-1 0 0 0,0 0 0 0 0,2-1 0 0 0,16-2 0 0 0,-4 5 0 0 0,1 0 0 0 0,-1 1 0 0 0,0 1 0 0 0,0 0 0 0 0,-1 1 0 0 0,1 1 0 0 0,-1 0 0 0 0,0 1 0 0 0,0 0 0 0 0,-1 1 0 0 0,0 1 0 0 0,0 0 0 0 0,0 1 0 0 0,15 14 0 0 0,11 11 0 0 0,-2 2 0 0 0,63 77 0 0 0,-61-61-81 0 0,-3 1 0 0 0,50 96 0 0 0,-82-140-1072 0 0,-1 0 0 0 0,0 0 0 0 0,-1 0 0 0 0,0 0 0 0 0,0 1 0 0 0,0-1 0 0 0,-2 1 1 0 0,1-1-1 0 0,-1 1 0 0 0,0-1 0 0 0,-1 1 0 0 0,0-1 0 0 0,-1 1 0 0 0,0-1 0 0 0,0 0 1 0 0,-1 1-1 0 0,-5 10 0 0 0,-14 37-8763 0 0</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31.110"/>
    </inkml:context>
    <inkml:brush xml:id="br0">
      <inkml:brushProperty name="width" value="0.035" units="cm"/>
      <inkml:brushProperty name="height" value="0.035" units="cm"/>
    </inkml:brush>
  </inkml:definitions>
  <inkml:trace contextRef="#ctx0" brushRef="#br0">128 0 19402 0 0,'0'0'6640'0'0,"14"27"-1843"0"0,1-15-4595 0 0,-1 1-1 0 0,-1 0 1 0 0,0 1-1 0 0,-1 0 1 0 0,0 1-1 0 0,-2 1 0 0 0,1 0 1 0 0,13 30-1 0 0,-13-19-144 0 0,0 1 0 0 0,-2 1 0 0 0,0 0-1 0 0,7 59 1 0 0,-11-30-85 0 0,-2 1 0 0 0,-3-1 0 0 0,-2 1-1 0 0,-3-1 1 0 0,-14 65 0 0 0,12-85 28 0 0,-2-1 0 0 0,-25 64 0 0 0,26-82 0 0 0,-1 0 0 0 0,-1 0 0 0 0,-1-1 0 0 0,0 0 0 0 0,-2-1 0 0 0,-23 26 0 0 0,-6-11-722 0 0,7-17-2643 0 0,5-9-2422 0 0,1-8-3599 0 0,9-5-2265 0 0</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30.845"/>
    </inkml:context>
    <inkml:brush xml:id="br0">
      <inkml:brushProperty name="width" value="0.035" units="cm"/>
      <inkml:brushProperty name="height" value="0.035" units="cm"/>
    </inkml:brush>
  </inkml:definitions>
  <inkml:trace contextRef="#ctx0" brushRef="#br0">27 135 19258 0 0,'-1'-6'170'0'0,"0"0"0"0"0,0-1 1 0 0,1 1-1 0 0,-1 0 0 0 0,1 0 1 0 0,1-1-1 0 0,-1 1 0 0 0,1 0 0 0 0,0 0 1 0 0,1 0-1 0 0,-1-1 0 0 0,1 1 1 0 0,0 1-1 0 0,1-1 0 0 0,-1 0 1 0 0,1 1-1 0 0,0-1 0 0 0,1 1 0 0 0,-1 0 1 0 0,7-7-1 0 0,-9 11-133 0 0,0 1 0 0 0,1-1-1 0 0,-1 1 1 0 0,0-1 0 0 0,0 1 0 0 0,1 0-1 0 0,-1-1 1 0 0,0 1 0 0 0,1 0 0 0 0,-1 0-1 0 0,0 0 1 0 0,1 0 0 0 0,-1 0 0 0 0,0 0-1 0 0,1 1 1 0 0,-1-1 0 0 0,0 0 0 0 0,0 1-1 0 0,1-1 1 0 0,-1 0 0 0 0,0 1 0 0 0,0 0-1 0 0,0-1 1 0 0,1 1 0 0 0,-1 0 0 0 0,0 0-1 0 0,0-1 1 0 0,0 1 0 0 0,0 0 0 0 0,0 0-1 0 0,0 0 1 0 0,-1 0 0 0 0,1 0 0 0 0,0 0-1 0 0,0 1 1 0 0,-1-1 0 0 0,1 1 0 0 0,26 42 577 0 0,-20-27-407 0 0,-2 0 0 0 0,0 1 0 0 0,-1-1 0 0 0,-1 1 0 0 0,-1-1 0 0 0,1 22-1 0 0,-2 7 518 0 0,-7 53 0 0 0,-4-28 322 0 0,-4-1-1 0 0,-44 133 0 0 0,-12 56 840 0 0,69-252-1885 0 0,0 0 0 0 0,1 0 1 0 0,-1 0-1 0 0,1 0 1 0 0,1 0-1 0 0,0 0 1 0 0,0 0-1 0 0,0-1 0 0 0,1 1 1 0 0,0 0-1 0 0,0-1 1 0 0,0 1-1 0 0,7 11 0 0 0,3 1 0 0 0,0 0 0 0 0,30 32 0 0 0,14 22 0 0 0,-40-43 0 0 0,0 0 0 0 0,-2 1 0 0 0,-1 0 0 0 0,-2 1 0 0 0,-1 1 0 0 0,9 55 0 0 0,9 205 0 0 0,-28-285 0 0 0,1 34-2196 0 0,-2-1 0 0 0,-1 1 0 0 0,-15 73 0 0 0,-48 125-9751 0 0,15-87 1767 0 0</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31.561"/>
    </inkml:context>
    <inkml:brush xml:id="br0">
      <inkml:brushProperty name="width" value="0.035" units="cm"/>
      <inkml:brushProperty name="height" value="0.035" units="cm"/>
    </inkml:brush>
  </inkml:definitions>
  <inkml:trace contextRef="#ctx0" brushRef="#br0">39 52 22006 0 0,'-13'-5'422'0'0,"-12"-4"259"0"0,25 9-599 0 0,1 0 0 0 0,-1 0-1 0 0,0 0 1 0 0,0 0 0 0 0,0 0-1 0 0,0 0 1 0 0,0-1 0 0 0,0 1 0 0 0,0 0-1 0 0,0 0 1 0 0,0 0 0 0 0,1 0-1 0 0,-1 0 1 0 0,0-1 0 0 0,0 1-1 0 0,0 0 1 0 0,0 0 0 0 0,0 0 0 0 0,0 0-1 0 0,0 0 1 0 0,0-1 0 0 0,0 1-1 0 0,0 0 1 0 0,0 0 0 0 0,0 0-1 0 0,0 0 1 0 0,0-1 0 0 0,0 1 0 0 0,0 0-1 0 0,0 0 1 0 0,-1 0 0 0 0,1 0-1 0 0,0 0 1 0 0,0-1 0 0 0,0 1-1 0 0,0 0 1 0 0,0 0 0 0 0,0 0-1 0 0,0 0 1 0 0,0 0 0 0 0,0 0 0 0 0,-1 0-1 0 0,1-1 1 0 0,0 1 0 0 0,0 0-1 0 0,0 0 1 0 0,0 0 0 0 0,0 0-1 0 0,-1 0 1 0 0,1 0 0 0 0,137-17 1175 0 0,154 2 0 0 0,159 21-247 0 0,-174-1-1023 0 0,-162-4-666 0 0,468 4-2948 0 0,-389-4-1192 0 0,2-1-3745 0 0,-166 2 3925 0 0,-8 1-1964 0 0</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31.904"/>
    </inkml:context>
    <inkml:brush xml:id="br0">
      <inkml:brushProperty name="width" value="0.035" units="cm"/>
      <inkml:brushProperty name="height" value="0.035" units="cm"/>
    </inkml:brush>
  </inkml:definitions>
  <inkml:trace contextRef="#ctx0" brushRef="#br0">90 251 14065 0 0,'-88'42'3786'0'0,"86"-41"-2949"0"0,5 1-642 0 0,0-1 1 0 0,-1 1 0 0 0,1-1-1 0 0,0 0 1 0 0,0 0 0 0 0,0-1 0 0 0,0 1-1 0 0,0-1 1 0 0,4 1 0 0 0,28 1 417 0 0,0-2 0 0 0,46-5 0 0 0,-42 3-320 0 0,610-49 2389 0 0,409-23-753 0 0,1020 30 717 0 0,-1746 46-2357 0 0,583-15-1775 0 0,-904 12 1262 0 0,42-5-713 0 0,-51 5 780 0 0,0 1-1 0 0,0 0 0 0 0,0-1 0 0 0,0 0 0 0 0,-1 1 0 0 0,1-1 0 0 0,0 0 0 0 0,0 0 0 0 0,-1 0 0 0 0,1 0 0 0 0,-1 0 0 0 0,1-1 0 0 0,-1 1 1 0 0,1 0-1 0 0,-1-1 0 0 0,0 1 0 0 0,1-1 0 0 0,-1 1 0 0 0,0-1 0 0 0,0 0 0 0 0,0 0 0 0 0,1-2 0 0 0,-2 3 40 0 0,0 0 0 0 0,-1 0 0 0 0,1 0 0 0 0,0 0 0 0 0,0 0-1 0 0,0 0 1 0 0,-1 0 0 0 0,1 0 0 0 0,-1 1 0 0 0,1-1 0 0 0,0 0 0 0 0,-1 0-1 0 0,0 0 1 0 0,1 0 0 0 0,-1 0 0 0 0,1 1 0 0 0,-1-1 0 0 0,0 0 0 0 0,0 1 0 0 0,1-1-1 0 0,-1 0 1 0 0,0 1 0 0 0,-1-1 0 0 0,-21-12-1604 0 0,-9 2-398 0 0,0 1 0 0 0,-1 2 0 0 0,0 1 0 0 0,-1 2 0 0 0,-49-2 0 0 0,24 6-2791 0 0</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33.728"/>
    </inkml:context>
    <inkml:brush xml:id="br0">
      <inkml:brushProperty name="width" value="0.035" units="cm"/>
      <inkml:brushProperty name="height" value="0.035" units="cm"/>
    </inkml:brush>
  </inkml:definitions>
  <inkml:trace contextRef="#ctx0" brushRef="#br0">337 280 9769 0 0,'-5'-50'241'0'0,"5"39"548"0"0,-1 1 0 0 0,0 0 1 0 0,0-1-1 0 0,-1 1 0 0 0,-4-11 0 0 0,6 20-178 0 0,-4 8 16 0 0,-23 48 796 0 0,-39 119 0 0 0,21-47-446 0 0,6-29-188 0 0,-63 174 2576 0 0,75-193-1169 0 0,17-59-766 0 0,13-50-1081 0 0,138-527-403 0 0,-103 420 10 0 0,-18 67-49 0 0,43-101 1 0 0,-62 170 92 0 0,-1-1 0 0 0,1 1 0 0 0,-1 0 0 0 0,1 0 0 0 0,0 0 0 0 0,-1-1 0 0 0,1 1 0 0 0,0 0 0 0 0,0 0 0 0 0,0 0 0 0 0,0 0 0 0 0,0 0 0 0 0,0 0 0 0 0,0 1 0 0 0,0-1 0 0 0,0 0 0 0 0,1 0 0 0 0,-1 1 0 0 0,0-1 0 0 0,0 1 0 0 0,1-1 0 0 0,-1 1 0 0 0,0 0 0 0 0,1-1 0 0 0,-1 1 0 0 0,0 0 0 0 0,1 0 0 0 0,-1 0 0 0 0,1 0 0 0 0,-1 0 0 0 0,0 0 0 0 0,1 0 0 0 0,-1 1 0 0 0,0-1 0 0 0,1 0 1 0 0,-1 1-1 0 0,0-1 0 0 0,1 1 0 0 0,-1-1 0 0 0,0 1 0 0 0,0 0 0 0 0,0-1 0 0 0,0 1 0 0 0,0 0 0 0 0,2 1 0 0 0,7 6 12 0 0,0 0 0 0 0,0 1 1 0 0,16 19-1 0 0,-17-18 2 0 0,68 67 227 0 0,2-4-1 0 0,4-3 1 0 0,2-4 0 0 0,106 61-1 0 0,-164-110-117 0 0,-4-4 413 0 0,0 2 0 0 0,25 21-1 0 0,-48-36-513 0 0,1 0-1 0 0,-1 0 0 0 0,0 0 0 0 0,0 0 0 0 0,1 0 1 0 0,-1 1-1 0 0,0-1 0 0 0,0 0 0 0 0,0 0 0 0 0,1 0 1 0 0,-1 1-1 0 0,0-1 0 0 0,0 0 0 0 0,0 0 0 0 0,0 1 1 0 0,1-1-1 0 0,-1 0 0 0 0,0 1 0 0 0,0-1 0 0 0,0 0 1 0 0,0 0-1 0 0,0 1 0 0 0,0-1 0 0 0,0 0 0 0 0,0 1 1 0 0,0-1-1 0 0,0 0 0 0 0,0 0 0 0 0,0 1 0 0 0,0-1 1 0 0,0 0-1 0 0,0 1 0 0 0,0-1 0 0 0,0 0 0 0 0,0 0 0 0 0,-1 1 1 0 0,1-1-1 0 0,0 0 0 0 0,0 1 0 0 0,0-1 0 0 0,0 0 1 0 0,0 0-1 0 0,-1 0 0 0 0,1 1 0 0 0,0-1 0 0 0,0 0 1 0 0,-1 0-1 0 0,1 0 0 0 0,0 1 0 0 0,0-1 0 0 0,-1 0 1 0 0,1 0-1 0 0,0 0 0 0 0,0 0 0 0 0,-1 0 0 0 0,0 1 1 0 0,-17 3 310 0 0,17-4-314 0 0,-271 22 514 0 0,175-17-505 0 0,-87 2-365 0 0,112-6-3331 0 0,42-7-2260 0 0,30 5 5630 0 0,-1 1 1 0 0,1 0 0 0 0,-1-1 0 0 0,1 1 0 0 0,-1 0 0 0 0,1-1 0 0 0,-1 1-1 0 0,1-1 1 0 0,0 1 0 0 0,-1-1 0 0 0,1 1 0 0 0,0-1 0 0 0,-1 1 0 0 0,1-1-1 0 0,0 1 1 0 0,0-1 0 0 0,0 1 0 0 0,-1-1 0 0 0,1 1 0 0 0,0-1 0 0 0,0 0-1 0 0,0 1 1 0 0,0-1 0 0 0,0 1 0 0 0,0-1 0 0 0,0 1 0 0 0,0-1 0 0 0,0 0-1 0 0,0 1 1 0 0,0-1 0 0 0,1 1 0 0 0,-1-1 0 0 0,0 1 0 0 0,0-1 0 0 0,1 1-1 0 0,-1-1 1 0 0,0 1 0 0 0,0-1 0 0 0,1 1 0 0 0,-1-1 0 0 0,1 1 0 0 0,-1-1-1 0 0,0 1 1 0 0,1-1 0 0 0,13-16-7260 0 0</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34.114"/>
    </inkml:context>
    <inkml:brush xml:id="br0">
      <inkml:brushProperty name="width" value="0.035" units="cm"/>
      <inkml:brushProperty name="height" value="0.035" units="cm"/>
    </inkml:brush>
  </inkml:definitions>
  <inkml:trace contextRef="#ctx0" brushRef="#br0">277 61 15161 0 0,'-1'-1'30'0'0,"-32"-41"1034"0"0,31 41-921 0 0,0-1 0 0 0,0 0 0 0 0,0 1 0 0 0,0-1 0 0 0,-1 1 0 0 0,1 0 0 0 0,0-1 0 0 0,-1 1 0 0 0,1 0 0 0 0,-1 1 0 0 0,1-1 0 0 0,-1 0 1 0 0,0 1-1 0 0,1-1 0 0 0,-1 1 0 0 0,0 0 0 0 0,1 0 0 0 0,-1 0 0 0 0,0 0 0 0 0,-4 1 0 0 0,-3 2 57 0 0,-1 1-1 0 0,0-1 1 0 0,1 2-1 0 0,0-1 1 0 0,0 1-1 0 0,0 1 1 0 0,0 0-1 0 0,1 0 1 0 0,0 1-1 0 0,0 0 1 0 0,1 1-1 0 0,0 0 1 0 0,-8 10-1 0 0,11-12-117 0 0,0 1 0 0 0,0 0-1 0 0,1 0 1 0 0,0 1 0 0 0,0-1-1 0 0,1 1 1 0 0,0 0 0 0 0,0 0 0 0 0,0 0-1 0 0,1 0 1 0 0,1 1 0 0 0,-1-1-1 0 0,2 0 1 0 0,-1 1 0 0 0,1-1 0 0 0,0 1-1 0 0,1-1 1 0 0,2 16 0 0 0,2-7-11 0 0,0-1 0 0 0,1 0 0 0 0,1 0 0 0 0,0-1 0 0 0,1 0 0 0 0,1 0-1 0 0,16 20 1 0 0,83 89 382 0 0,-84-98-293 0 0,-10-12-223 0 0,4 5 571 0 0,0 1 0 0 0,-1 0 0 0 0,0 1 1 0 0,-2 1-1 0 0,14 26 0 0 0,-26-42-302 0 0,0 1-1 0 0,0 0 1 0 0,-1 0-1 0 0,0 0 1 0 0,0 0 0 0 0,-1 0-1 0 0,0 0 1 0 0,0 1 0 0 0,-1-1-1 0 0,0 0 1 0 0,0 0-1 0 0,-1 1 1 0 0,1-1 0 0 0,-2 0-1 0 0,1 0 1 0 0,-1 0-1 0 0,0 0 1 0 0,0 0 0 0 0,-1 0-1 0 0,0 0 1 0 0,0-1-1 0 0,-1 1 1 0 0,-7 9 0 0 0,3-5-166 0 0,0 0 1 0 0,0-1 0 0 0,-1 0 0 0 0,-1-1 0 0 0,0 0-1 0 0,0-1 1 0 0,0 1 0 0 0,-19 9 0 0 0,25-16-121 0 0,0 0-1 0 0,0 0 1 0 0,0-1 0 0 0,0 0 0 0 0,0 1 0 0 0,0-1-1 0 0,-1-1 1 0 0,1 1 0 0 0,0-1 0 0 0,-1 1 0 0 0,1-1 0 0 0,-8-1-1 0 0,8 0-201 0 0,0 0-1 0 0,0-1 0 0 0,0 1 0 0 0,1-1 0 0 0,-1 0 0 0 0,1 0 1 0 0,-1 0-1 0 0,1 0 0 0 0,0 0 0 0 0,-1-1 0 0 0,1 1 1 0 0,0-1-1 0 0,1 0 0 0 0,-1 0 0 0 0,0 0 0 0 0,-2-5 0 0 0,2 3-551 0 0,-1-1-1 0 0,1 0 0 0 0,0 0 1 0 0,0-1-1 0 0,1 1 0 0 0,0-1 1 0 0,0 1-1 0 0,1-1 0 0 0,-1 0 0 0 0,1 0 1 0 0,1 0-1 0 0,-1 1 0 0 0,1-1 1 0 0,1 0-1 0 0,-1 0 0 0 0,1 0 0 0 0,0 0 1 0 0,1 1-1 0 0,-1-1 0 0 0,4-8 1 0 0,21-28-7004 0 0</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34.467"/>
    </inkml:context>
    <inkml:brush xml:id="br0">
      <inkml:brushProperty name="width" value="0.035" units="cm"/>
      <inkml:brushProperty name="height" value="0.035" units="cm"/>
    </inkml:brush>
  </inkml:definitions>
  <inkml:trace contextRef="#ctx0" brushRef="#br0">392 63 14925 0 0,'0'-3'96'0'0,"0"1"0"0"0,0-1 0 0 0,0 1 0 0 0,0 0 0 0 0,0-1 0 0 0,-1 1 0 0 0,1 0 0 0 0,-1-1 0 0 0,1 1 0 0 0,-1 0 0 0 0,0 0 0 0 0,0-1 0 0 0,0 1 0 0 0,0 0 0 0 0,0 0 0 0 0,0 0 0 0 0,-1 0 0 0 0,1 0 0 0 0,-1 1 0 0 0,1-1 0 0 0,-1 0 0 0 0,0 1 0 0 0,0-1 0 0 0,1 1 0 0 0,-1-1 0 0 0,0 1 0 0 0,0 0 0 0 0,-1 0 0 0 0,1 0 0 0 0,0 0 0 0 0,0 0 0 0 0,0 1 0 0 0,-1-1 0 0 0,1 0 0 0 0,0 1 0 0 0,-1 0 0 0 0,1 0 0 0 0,0 0 0 0 0,-1 0 0 0 0,1 0 0 0 0,0 0 0 0 0,-4 1 0 0 0,-4 0 109 0 0,1 1 0 0 0,-1 0 0 0 0,1 1-1 0 0,0 0 1 0 0,0 0 0 0 0,0 1 0 0 0,0 1 0 0 0,1-1 0 0 0,-13 9 0 0 0,-5 7 12 0 0,0 0 0 0 0,2 1 0 0 0,0 2 0 0 0,1 0 0 0 0,2 2 0 0 0,0 0-1 0 0,-25 42 1 0 0,44-62-192 0 0,0-1 0 0 0,1 0 0 0 0,-1 0 0 0 0,1 1-1 0 0,0-1 1 0 0,0 0 0 0 0,0 1 0 0 0,1-1-1 0 0,0 1 1 0 0,0 0 0 0 0,0-1 0 0 0,0 1 0 0 0,1-1-1 0 0,-1 1 1 0 0,1-1 0 0 0,0 0 0 0 0,1 1 0 0 0,-1-1-1 0 0,1 0 1 0 0,0 0 0 0 0,0 0 0 0 0,0 0-1 0 0,0 0 1 0 0,1 0 0 0 0,0 0 0 0 0,-1-1 0 0 0,1 1-1 0 0,1-1 1 0 0,3 3 0 0 0,11 11 194 0 0,1-2 0 0 0,1 0 0 0 0,0-1 0 0 0,26 13-1 0 0,-30-18 1 0 0,38 21 535 0 0,61 38 1620 0 0,-105-61-1862 0 0,-1 0 0 0 0,0 0 1 0 0,-1 1-1 0 0,1 0 0 0 0,-1 1 0 0 0,-1 0 0 0 0,0 0 0 0 0,12 19 0 0 0,-18-23-507 0 0,1 0 1 0 0,-1 0-1 0 0,1 0 0 0 0,-1 0 0 0 0,-1 1 1 0 0,1-1-1 0 0,-1 0 0 0 0,0 1 1 0 0,0-1-1 0 0,0 0 0 0 0,-1 0 0 0 0,0 1 1 0 0,0-1-1 0 0,0 0 0 0 0,-1 0 1 0 0,0 0-1 0 0,0 0 0 0 0,0 0 0 0 0,0-1 1 0 0,-1 1-1 0 0,0 0 0 0 0,0-1 0 0 0,0 0 1 0 0,0 0-1 0 0,-1 0 0 0 0,1 0 1 0 0,-7 4-1 0 0,4-2-6 0 0,0 0 1 0 0,-1 0-1 0 0,0-1 0 0 0,0 1 0 0 0,0-2 1 0 0,-1 1-1 0 0,0-1 0 0 0,0 0 1 0 0,0-1-1 0 0,0 0 0 0 0,0 0 1 0 0,-1-1-1 0 0,1 0 0 0 0,-1 0 0 0 0,1-1 1 0 0,-11 0-1 0 0,15-1-115 0 0,0-1 0 0 0,0 0 0 0 0,0-1 0 0 0,0 1 0 0 0,0-1 0 0 0,0 0 0 0 0,1 0 0 0 0,-1 0 0 0 0,1 0 0 0 0,-1 0 0 0 0,1-1 0 0 0,0 0 0 0 0,-1 1 0 0 0,1-1 0 0 0,1-1 0 0 0,-1 1 0 0 0,0 0 0 0 0,1-1 0 0 0,0 1 0 0 0,0-1 0 0 0,0 0 0 0 0,0 1 0 0 0,-2-7 0 0 0,-2-6-975 0 0,0-1 0 0 0,1 0 0 0 0,1-1 1 0 0,-3-18-1 0 0,4 8-1109 0 0,1-1 0 0 0,1 0 0 0 0,2 1 0 0 0,1-1 1 0 0,9-52-1 0 0,12-1-7274 0 0</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34.628"/>
    </inkml:context>
    <inkml:brush xml:id="br0">
      <inkml:brushProperty name="width" value="0.035" units="cm"/>
      <inkml:brushProperty name="height" value="0.035" units="cm"/>
    </inkml:brush>
  </inkml:definitions>
  <inkml:trace contextRef="#ctx0" brushRef="#br0">0 18 16390 0 0,'9'-3'224'0'0,"-1"0"0"0"0,1 0 0 0 0,0 0 1 0 0,0 1-1 0 0,0 1 0 0 0,0-1 1 0 0,0 2-1 0 0,1-1 0 0 0,-1 1 1 0 0,11 1-1 0 0,-15 0 19 0 0,1 1 1 0 0,-1-1-1 0 0,1 1 0 0 0,-1 0 1 0 0,0 0-1 0 0,0 0 1 0 0,0 1-1 0 0,0 0 1 0 0,0 0-1 0 0,0 0 0 0 0,-1 1 1 0 0,1 0-1 0 0,-1-1 1 0 0,0 1-1 0 0,0 1 0 0 0,-1-1 1 0 0,5 6-1 0 0,5 12 314 0 0,-1-1 0 0 0,0 2 1 0 0,-2 0-1 0 0,0 0 0 0 0,9 37 0 0 0,9 60-2000 0 0,-16-31-4302 0 0,-4-24-4939 0 0,-4-45 3831 0 0</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36.083"/>
    </inkml:context>
    <inkml:brush xml:id="br0">
      <inkml:brushProperty name="width" value="0.035" units="cm"/>
      <inkml:brushProperty name="height" value="0.035" units="cm"/>
    </inkml:brush>
  </inkml:definitions>
  <inkml:trace contextRef="#ctx0" brushRef="#br0">80 1864 13461 0 0,'-4'-17'331'0'0,"-8"-55"6314"0"0,15 77-6197 0 0,14 27 234 0 0,-11-20-471 0 0,1-1 0 0 0,-1 1 0 0 0,12 13 0 0 0,-15-22-222 0 0,0 0 0 0 0,0 0-1 0 0,0 0 1 0 0,0 0 0 0 0,0-1 0 0 0,0 1-1 0 0,1-1 1 0 0,-1 0 0 0 0,1 0 0 0 0,-1-1 0 0 0,1 1-1 0 0,0-1 1 0 0,0 1 0 0 0,0-1 0 0 0,6 1-1 0 0,-4-3 3 0 0,-1 0-1 0 0,1 0 0 0 0,0-1 1 0 0,0 1-1 0 0,-1-1 0 0 0,1-1 1 0 0,-1 1-1 0 0,7-5 0 0 0,15-4 424 0 0,-24 10-187 0 0,0 3-132 0 0,-1 0-78 0 0,1-1 0 0 0,0 1 0 0 0,-1 0 0 0 0,0 1 0 0 0,1-1-1 0 0,-1 0 1 0 0,0 1 0 0 0,0-1 0 0 0,-1 1 0 0 0,1-1 0 0 0,0 1 0 0 0,-1 0 0 0 0,1 0 0 0 0,-1 0-1 0 0,0 0 1 0 0,0 0 0 0 0,0 0 0 0 0,-1 0 0 0 0,1 0 0 0 0,-1 5 0 0 0,4 79 237 0 0,-4-50-42 0 0,19 184 2046 0 0,-10-135 102 0 0,5-26 107 0 0,-10-48-2104 0 0,-1 1 0 0 0,0-1 0 0 0,-1 1-1 0 0,2 21 1 0 0,-5 12-344 0 0,-2 0-1 0 0,-2 0 1 0 0,-2 0-1 0 0,-2 0 1 0 0,-2-1-1 0 0,-2-1 1 0 0,-2 0-1 0 0,-21 42 1 0 0,32-79-19 0 0,-1-1 0 0 0,0 1 0 0 0,0-1 0 0 0,0-1 0 0 0,-1 1 0 0 0,0-1 0 0 0,0 0 0 0 0,0 0 0 0 0,-1 0 0 0 0,1-1 0 0 0,-1 0 0 0 0,0-1 0 0 0,0 1 0 0 0,-1-1 0 0 0,1-1 0 0 0,-16 4 0 0 0,19-4 0 0 0,-1-1 0 0 0,1 0 0 0 0,-1 0 0 0 0,0-1 0 0 0,1 1 0 0 0,-1-1 0 0 0,0 0 0 0 0,1 0 0 0 0,-1-1 0 0 0,0 1 0 0 0,1-1 0 0 0,-1 0 0 0 0,0 0 0 0 0,1-1 0 0 0,0 1 0 0 0,-1-1 0 0 0,1 0 0 0 0,0 0 0 0 0,0-1 0 0 0,0 1 0 0 0,0-1 0 0 0,0 0 0 0 0,1 0 0 0 0,-1 0 0 0 0,1 0 0 0 0,0-1 0 0 0,0 1 0 0 0,0-1 0 0 0,-3-4 0 0 0,2-1-73 0 0,1 0-1 0 0,0 0 1 0 0,0 0 0 0 0,1-1 0 0 0,0 1-1 0 0,0-1 1 0 0,1 1 0 0 0,1-1 0 0 0,0 1-1 0 0,0-1 1 0 0,1-10 0 0 0,4-15-1064 0 0,15-56 1 0 0,-16 76 916 0 0,15-49-1071 0 0,4 1 0 0 0,1 1 0 0 0,4 2 0 0 0,2 0 0 0 0,3 2 1 0 0,54-72-1 0 0,-86 129 1271 0 0,52-65-1145 0 0,-49 61 1145 0 0,0 1 0 0 0,0 0 0 0 0,0 0 0 0 0,1 1 0 0 0,0-1 0 0 0,0 1 0 0 0,0 0 0 0 0,0 0 0 0 0,0 1 0 0 0,1 0 0 0 0,10-4 0 0 0,-14 6 68 0 0,0 0-1 0 0,0 0 1 0 0,-1 0-1 0 0,1 1 1 0 0,0-1-1 0 0,0 0 1 0 0,-1 1-1 0 0,1-1 1 0 0,0 1-1 0 0,0 0 1 0 0,-1-1-1 0 0,1 1 1 0 0,-1 0-1 0 0,1 0 1 0 0,-1 0-1 0 0,1 0 0 0 0,-1 1 1 0 0,1-1-1 0 0,-1 0 1 0 0,0 0-1 0 0,0 1 1 0 0,0-1-1 0 0,0 1 1 0 0,0-1-1 0 0,0 1 1 0 0,0-1-1 0 0,0 1 1 0 0,0 0-1 0 0,-1-1 1 0 0,1 1-1 0 0,0 2 1 0 0,14 61 1391 0 0,-14-55-1193 0 0,0-5-120 0 0,-1 1 0 0 0,1-1 0 0 0,0 0 0 0 0,0 1-1 0 0,1-1 1 0 0,0 0 0 0 0,0 0 0 0 0,0 0-1 0 0,0 0 1 0 0,1 0 0 0 0,0-1 0 0 0,0 1 0 0 0,0-1-1 0 0,5 6 1 0 0,-7-9-115 0 0,1-1-1 0 0,0 1 1 0 0,-1-1-1 0 0,1 1 1 0 0,0-1 0 0 0,-1 0-1 0 0,1 0 1 0 0,0 1-1 0 0,-1-1 1 0 0,1 0 0 0 0,0-1-1 0 0,-1 1 1 0 0,1 0-1 0 0,0 0 1 0 0,-1-1-1 0 0,1 1 1 0 0,0-1 0 0 0,-1 1-1 0 0,2-2 1 0 0,34-18-160 0 0,-25 13 96 0 0,29-21-124 0 0,-1-1 0 0 0,-1-2 1 0 0,53-57-1 0 0,-42 38 2356 0 0,-48 49-839 0 0,2 6-943 0 0,3 7-70 0 0,0 1 0 0 0,-1 0-1 0 0,-1 0 1 0 0,8 26 0 0 0,-13-37-330 0 0,1 1-1 0 0,0 0 1 0 0,0 0 0 0 0,0 0 0 0 0,0-1 0 0 0,0 1 0 0 0,0-1 0 0 0,1 1-1 0 0,-1-1 1 0 0,1 1 0 0 0,0-1 0 0 0,0 0 0 0 0,0 0 0 0 0,0 0 0 0 0,0 0 0 0 0,0 0-1 0 0,1 0 1 0 0,-1-1 0 0 0,4 3 0 0 0,-3-3-208 0 0,4-5-42 0 0,9-6 34 0 0,0-1 0 0 0,-1 0 0 0 0,0-1 0 0 0,-1-1 0 0 0,0 0 0 0 0,-1-1 0 0 0,18-25 0 0 0,-8 12-348 0 0,33-31 0 0 0,-55 57 481 0 0,0 6 26 0 0,0 8 55 0 0,0-1 0 0 0,0 1 1 0 0,-2 0-1 0 0,-1 17 0 0 0,0-22 3 0 0,1 1 0 0 0,0-1 0 0 0,0 1 1 0 0,1-1-1 0 0,0 1 0 0 0,1-1 0 0 0,0 1 0 0 0,0-1 1 0 0,1 1-1 0 0,0-1 0 0 0,0 0 0 0 0,1 0 0 0 0,0 0 1 0 0,0 0-1 0 0,8 11 0 0 0,-8-14-18 0 0,1-1 0 0 0,0 0 0 0 0,0 0 0 0 0,0 0 0 0 0,0 0 1 0 0,1-1-1 0 0,-1 0 0 0 0,1 0 0 0 0,0 0 0 0 0,0 0 0 0 0,0-1 0 0 0,1 0 0 0 0,-1 0 0 0 0,9 2 0 0 0,-5-3-26 0 0,0 0 0 0 0,0 0-1 0 0,0-1 1 0 0,0 0 0 0 0,0 0-1 0 0,0-1 1 0 0,-1-1 0 0 0,13-2-1 0 0,3-4-63 0 0,0 0 0 0 0,0-2-1 0 0,-1-1 1 0 0,-1 0 0 0 0,31-22 0 0 0,-22 11 35 0 0,-2-2 1 0 0,0 0 0 0 0,-2-2-1 0 0,0-1 1 0 0,-2-1 0 0 0,-2-1 0 0 0,0-1-1 0 0,-2-2 1 0 0,20-38 0 0 0,2-18 185 0 0,-3-2 1 0 0,35-121-1 0 0,-50 130 433 0 0,-4 0-1 0 0,-4-1 1 0 0,10-111-1 0 0,-26 176-176 0 0,-1-1 1 0 0,0 1-1 0 0,-1 0 0 0 0,-1-1 1 0 0,-1 1-1 0 0,0 0 1 0 0,-8-21-1 0 0,11 37-348 0 0,0 1 0 0 0,0-1 0 0 0,-1 0 1 0 0,1 1-1 0 0,-1-1 0 0 0,1 1 0 0 0,0-1 0 0 0,-1 0 0 0 0,1 1 0 0 0,-1-1 1 0 0,1 1-1 0 0,-1-1 0 0 0,1 1 0 0 0,-1 0 0 0 0,1-1 0 0 0,-1 1 0 0 0,0-1 1 0 0,1 1-1 0 0,-1 0 0 0 0,0 0 0 0 0,1-1 0 0 0,-1 1 0 0 0,0 0 0 0 0,1 0 1 0 0,-1 0-1 0 0,0 0 0 0 0,0 0 0 0 0,1-1 0 0 0,-1 2 0 0 0,0-1 0 0 0,1 0 1 0 0,-1 0-1 0 0,0 0 0 0 0,0 0 0 0 0,1 0 0 0 0,-1 0 0 0 0,0 1 0 0 0,1-1 1 0 0,-1 0-1 0 0,1 1 0 0 0,-1-1 0 0 0,0 0 0 0 0,1 1 0 0 0,-1-1 1 0 0,1 1-1 0 0,-1-1 0 0 0,1 1 0 0 0,-1-1 0 0 0,1 1 0 0 0,-1-1 0 0 0,1 1 1 0 0,-1 0-1 0 0,1-1 0 0 0,-1 2 0 0 0,-25 34 223 0 0,12-7-170 0 0,1 1 0 0 0,1 0 0 0 0,1 1 0 0 0,2 0 0 0 0,1 0 0 0 0,2 1 0 0 0,1 0 0 0 0,1 0 0 0 0,2 47 0 0 0,2-51-142 0 0,2-1 0 0 0,1 0 0 0 0,1 0 0 0 0,2-1 1 0 0,0 1-1 0 0,2-1 0 0 0,1 0 0 0 0,1-1 0 0 0,1 0 0 0 0,1-1 1 0 0,24 36-1 0 0,-31-53-127 0 0,0 0 0 0 0,0 0 0 0 0,1-1 1 0 0,0 1-1 0 0,0-2 0 0 0,1 1 0 0 0,-1-1 0 0 0,1 0 1 0 0,0 0-1 0 0,0 0 0 0 0,1-1 0 0 0,0-1 0 0 0,-1 1 1 0 0,1-1-1 0 0,1 0 0 0 0,-1-1 0 0 0,0 0 0 0 0,0 0 1 0 0,1-1-1 0 0,-1 0 0 0 0,16 0 0 0 0,-13-3-23 0 0,0 1-1 0 0,-1-1 1 0 0,1-1-1 0 0,-1 0 1 0 0,0 0-1 0 0,1-1 1 0 0,-2 0-1 0 0,1-1 1 0 0,0 0-1 0 0,-1 0 1 0 0,0-1-1 0 0,0-1 1 0 0,-1 1-1 0 0,0-1 0 0 0,0-1 1 0 0,0 1-1 0 0,6-10 1 0 0,5-8-120 0 0,-2-1 1 0 0,-1 0-1 0 0,-2-1 0 0 0,0 0 1 0 0,16-47-1 0 0,38-154-600 0 0,-61 201 874 0 0,42-180 421 0 0,-9-2 0 0 0,24-404 0 0 0,-62 592-60 0 0,-2 0 0 0 0,-1 0 0 0 0,-3-24 0 0 0,4 44-235 0 0,-9-22 326 0 0,-3 20 4 0 0,-6 17 540 0 0,-8 18-597 0 0,2 2-1 0 0,1 1 1 0 0,2 0 0 0 0,1 2 0 0 0,2 0-1 0 0,-16 48 1 0 0,7 4 94 0 0,3 1 0 0 0,5 1 0 0 0,3 1-1 0 0,5 0 1 0 0,3 1 0 0 0,5 0 0 0 0,3 0 0 0 0,5 0-1 0 0,4 0 1 0 0,4 0 0 0 0,3-2 0 0 0,5 0 0 0 0,4-1-1 0 0,43 105 1 0 0,-37-120-193 0 0,78 166-405 0 0,-95-214-93 0 0,21 33-523 0 0,-32-57 538 0 0,-1 0 0 0 0,1 0 0 0 0,0-1 0 0 0,0 1 0 0 0,0 0 0 0 0,0-1 0 0 0,0 0 0 0 0,0 0 0 0 0,1 0 0 0 0,-1 0 0 0 0,1 0 0 0 0,0-1 0 0 0,-1 0 0 0 0,8 2 0 0 0,-9-3 62 0 0,-1-1-1 0 0,1 1 1 0 0,-1-1-1 0 0,1 1 1 0 0,-1-1-1 0 0,1 0 1 0 0,-1 0-1 0 0,1 0 1 0 0,-1 0-1 0 0,0 0 1 0 0,1 0-1 0 0,-1 0 1 0 0,0 0-1 0 0,0 0 1 0 0,0 0-1 0 0,0-1 1 0 0,1-1-1 0 0,0 1-333 0 0,2-3-275 0 0,1-1 0 0 0,-1 0 1 0 0,0 0-1 0 0,-1-1 1 0 0,1 1-1 0 0,-1-1 0 0 0,0 0 1 0 0,-1 1-1 0 0,0-1 0 0 0,0 0 1 0 0,-1-1-1 0 0,1 1 0 0 0,-1 0 1 0 0,-1 0-1 0 0,0-1 0 0 0,0-9 1 0 0,0-25-6374 0 0</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36.254"/>
    </inkml:context>
    <inkml:brush xml:id="br0">
      <inkml:brushProperty name="width" value="0.035" units="cm"/>
      <inkml:brushProperty name="height" value="0.035" units="cm"/>
    </inkml:brush>
  </inkml:definitions>
  <inkml:trace contextRef="#ctx0" brushRef="#br0">45 1 12845 0 0,'-9'7'479'0'0,"-13"9"65"0"0,8-11 4449 0 0,32 3-3561 0 0,-17-7-1388 0 0,0 0 0 0 0,1 0 0 0 0,0 0 0 0 0,-1 0 0 0 0,1 0 0 0 0,0 0 0 0 0,-1-1 0 0 0,1 1 1 0 0,0-1-1 0 0,-1 1 0 0 0,1-1 0 0 0,3 1 0 0 0,26-3-915 0 0,53-9 1 0 0,-55 5-3881 0 0,50-1 0 0 0,-71 8 1395 0 0,10 4-1055 0 0</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36.490"/>
    </inkml:context>
    <inkml:brush xml:id="br0">
      <inkml:brushProperty name="width" value="0.035" units="cm"/>
      <inkml:brushProperty name="height" value="0.035" units="cm"/>
    </inkml:brush>
  </inkml:definitions>
  <inkml:trace contextRef="#ctx0" brushRef="#br0">247 329 11641 0 0,'-88'8'1905'0'0,"-7"0"1809"0"0,34-6 1691 0 0,59-2-3619 0 0,12-2-45 0 0,157-18 1408 0 0,1000-112 277 0 0,-19 7-3426 0 0,-477 78-1130 0 0,-227 31-7238 0 0,-416 14 6546 0 0,17 0-1412 0 0,-19 8-5627 0 0</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37.436"/>
    </inkml:context>
    <inkml:brush xml:id="br0">
      <inkml:brushProperty name="width" value="0.035" units="cm"/>
      <inkml:brushProperty name="height" value="0.035" units="cm"/>
    </inkml:brush>
  </inkml:definitions>
  <inkml:trace contextRef="#ctx0" brushRef="#br0">67 99 15541 0 0,'0'-2'214'0'0,"0"1"0"0"0,0-1 0 0 0,-1 1 0 0 0,1-1 0 0 0,-1 1 0 0 0,1 0-1 0 0,-1-1 1 0 0,1 1 0 0 0,-1-1 0 0 0,0 1 0 0 0,0 0 0 0 0,0 0-1 0 0,0 0 1 0 0,0-1 0 0 0,0 1 0 0 0,-2-1 0 0 0,3 2-79 0 0,-1 0 0 0 0,1 0-1 0 0,-1 0 1 0 0,1 0 0 0 0,-1 0 0 0 0,0 0 0 0 0,1 0-1 0 0,-1 1 1 0 0,1-1 0 0 0,-1 0 0 0 0,1 0 0 0 0,-1 1-1 0 0,1-1 1 0 0,0 0 0 0 0,-1 1 0 0 0,1-1 0 0 0,-1 0-1 0 0,1 1 1 0 0,0-1 0 0 0,-1 1 0 0 0,1-1 0 0 0,0 0-1 0 0,-1 1 1 0 0,1-1 0 0 0,0 1 0 0 0,0-1 0 0 0,-1 1-1 0 0,1 0 1 0 0,-4 8 590 0 0,1-1 0 0 0,0 1 0 0 0,1-1 0 0 0,-2 13-1 0 0,-21 193 5318 0 0,37-257-6038 0 0,2 1 0 0 0,2 1-1 0 0,31-58 1 0 0,-16 53-4 0 0,-22 38 0 0 0,8 10 0 0 0,-13 0 0 0 0,-1 0 0 0 0,1 0 0 0 0,-1 1 0 0 0,0-1 0 0 0,0 1 0 0 0,0 0 0 0 0,0 0 0 0 0,0 0 0 0 0,-1 0 0 0 0,0 0 0 0 0,1 1 0 0 0,2 6 0 0 0,22 54 0 0 0,-5-10 0 0 0,-15-39 0 0 0,-6-12 0 0 0,0 0 0 0 0,0 1 0 0 0,1-1 0 0 0,-1 0 0 0 0,1 0 0 0 0,0 0 0 0 0,0 0 0 0 0,0 0 0 0 0,0-1 0 0 0,1 1 0 0 0,-1-1 0 0 0,6 5 0 0 0,-7-6 0 0 0,1-1 0 0 0,-1 1 0 0 0,0 0 0 0 0,1-1 0 0 0,-1 1 0 0 0,1-1 0 0 0,-1 1 0 0 0,1-1 0 0 0,-1 0 0 0 0,1 0 0 0 0,-1 0 0 0 0,1 0 0 0 0,-1 0 0 0 0,1 0 0 0 0,-1 0 0 0 0,1 0 0 0 0,-1 0 0 0 0,1-1 0 0 0,-1 1 0 0 0,0-1 0 0 0,1 1 0 0 0,-1-1 0 0 0,2 0 0 0 0,1-1 0 0 0,8-3 0 0 0,-1 0 0 0 0,1-1 0 0 0,-1-1-1 0 0,0 0 1 0 0,0 0 0 0 0,-1-1 0 0 0,16-15 0 0 0,2 0-11 0 0,53-50-198 0 0,-59 51 76 0 0,1 0-1 0 0,2 2 1 0 0,0 1-1 0 0,29-18 1 0 0,-52 36 116 0 0,0 0 0 0 0,0 0-1 0 0,0 0 1 0 0,0 0 0 0 0,0 0 0 0 0,1 1 0 0 0,-1-1-1 0 0,0 1 1 0 0,0-1 0 0 0,0 1 0 0 0,1 0 0 0 0,-1 0 0 0 0,0 0-1 0 0,1 0 1 0 0,-1 0 0 0 0,0 0 0 0 0,0 0 0 0 0,1 1-1 0 0,-1-1 1 0 0,0 1 0 0 0,0 0 0 0 0,0 0 0 0 0,0 0 0 0 0,0 0-1 0 0,0 0 1 0 0,0 0 0 0 0,0 0 0 0 0,0 1 0 0 0,0-1-1 0 0,-1 1 1 0 0,1-1 0 0 0,0 1 0 0 0,-1 0 0 0 0,0 0 0 0 0,1-1-1 0 0,-1 1 1 0 0,0 0 0 0 0,2 3 0 0 0,4 10-1096 0 0,0 1 0 0 0,-1 0 1 0 0,-1 0-1 0 0,6 24 0 0 0,0 2-4825 0 0,-8-35 4594 0 0,-1-1 0 0 0,1 1 0 0 0,0-1 0 0 0,1 0 0 0 0,-1 0 0 0 0,1 0 0 0 0,9 9 0 0 0,3 0-5755 0 0</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37.766"/>
    </inkml:context>
    <inkml:brush xml:id="br0">
      <inkml:brushProperty name="width" value="0.035" units="cm"/>
      <inkml:brushProperty name="height" value="0.035" units="cm"/>
    </inkml:brush>
  </inkml:definitions>
  <inkml:trace contextRef="#ctx0" brushRef="#br0">334 35 12805 0 0,'19'-34'8362'0'0,"-18"40"-7168"0"0,0 7-807 0 0,0-1 0 0 0,-1 0 0 0 0,-1 1 0 0 0,0-1 0 0 0,-1 0 0 0 0,-1 1 1 0 0,1-1-1 0 0,-2 0 0 0 0,0-1 0 0 0,0 1 0 0 0,-1-1 0 0 0,0 0 0 0 0,-1 0 0 0 0,-1 0 0 0 0,1-1 1 0 0,-14 15-1 0 0,10-12-370 0 0,0-1 1 0 0,-1-1-1 0 0,0 0 1 0 0,-1 0 0 0 0,0-2-1 0 0,-1 1 1 0 0,0-1-1 0 0,-1-1 1 0 0,0 0 0 0 0,0-1-1 0 0,0-1 1 0 0,-1 0-1 0 0,-17 4 1 0 0,29-9-85 0 0,1 0 1 0 0,-1 0-1 0 0,0-1 1 0 0,1 1-1 0 0,-1-1 0 0 0,0 0 1 0 0,0 1-1 0 0,0-1 0 0 0,0 0 1 0 0,1-1-1 0 0,-1 1 1 0 0,0 0-1 0 0,0-1 0 0 0,1 0 1 0 0,-1 1-1 0 0,0-1 0 0 0,1 0 1 0 0,-1 0-1 0 0,1-1 1 0 0,-1 1-1 0 0,1-1 0 0 0,-1 1 1 0 0,1-1-1 0 0,0 0 0 0 0,0 1 1 0 0,0-1-1 0 0,0 0 1 0 0,0-1-1 0 0,0 1 0 0 0,1 0 1 0 0,-1 0-1 0 0,1-1 0 0 0,-3-4 1 0 0,2 1-54 0 0,1 1-1 0 0,0-1 1 0 0,0 0 0 0 0,0 0 0 0 0,1 1 0 0 0,0-1-1 0 0,0 0 1 0 0,0 0 0 0 0,1 0 0 0 0,0 1 0 0 0,0-1-1 0 0,1 0 1 0 0,-1 1 0 0 0,1-1 0 0 0,4-7 0 0 0,-3 6 77 0 0,0 0 1 0 0,1 0 0 0 0,0 0 0 0 0,0 0-1 0 0,0 1 1 0 0,1-1 0 0 0,0 1 0 0 0,1 1-1 0 0,-1-1 1 0 0,12-8 0 0 0,-13 11 79 0 0,1 1 1 0 0,-1 0-1 0 0,1 0 1 0 0,0 0 0 0 0,0 0-1 0 0,0 1 1 0 0,0 0-1 0 0,0 0 1 0 0,0 0-1 0 0,1 1 1 0 0,-1-1-1 0 0,0 1 1 0 0,0 1-1 0 0,0-1 1 0 0,1 1-1 0 0,7 1 1 0 0,2 3-305 0 0,-1-1-1 0 0,1 2 1 0 0,-1 0 0 0 0,0 1 0 0 0,21 13-1 0 0,35 16-3907 0 0,-53-30 2258 0 0,0-1-1 0 0,0 0 0 0 0,0-2 1 0 0,1 0-1 0 0,22 0 0 0 0,-7-2-4114 0 0</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38.108"/>
    </inkml:context>
    <inkml:brush xml:id="br0">
      <inkml:brushProperty name="width" value="0.035" units="cm"/>
      <inkml:brushProperty name="height" value="0.035" units="cm"/>
    </inkml:brush>
  </inkml:definitions>
  <inkml:trace contextRef="#ctx0" brushRef="#br0">0 29 11605 0 0,'31'-28'2200'0'0,"-30"27"-950"0"0,6 3 185 0 0,0 1-906 0 0,-1 0 1 0 0,1 1-1 0 0,0 0 0 0 0,-1 0 1 0 0,0 1-1 0 0,0-1 0 0 0,0 2 1 0 0,-1-1-1 0 0,1 0 0 0 0,-1 1 0 0 0,0 0 1 0 0,-1 0-1 0 0,0 1 0 0 0,7 13 1 0 0,0 3 439 0 0,-1 1 0 0 0,-2 1 0 0 0,0 0 1 0 0,-2 0-1 0 0,-1 0 0 0 0,0 1 1 0 0,0 33-1 0 0,3 5-386 0 0,-7-51-583 0 0,-4 1 0 0 0,3-13 0 0 0,0-1 0 0 0,-1 1 0 0 0,1-1 0 0 0,0 1 0 0 0,-1-1 0 0 0,1 1 0 0 0,0-1 0 0 0,-1 0 0 0 0,1 1 0 0 0,-1-1 0 0 0,1 1 0 0 0,-1-1 0 0 0,1 0 0 0 0,-1 0 0 0 0,1 1 0 0 0,-1-1 0 0 0,1 0 0 0 0,-1 0 0 0 0,1 0 0 0 0,-1 1 0 0 0,1-1 0 0 0,-1 0 0 0 0,1 0 0 0 0,-1 0 0 0 0,0 0 0 0 0,1 0 0 0 0,-2 0 0 0 0,-32-5 0 0 0,6 5 0 0 0,27 0-48 0 0,0 1 1 0 0,0-1-1 0 0,-1 0 1 0 0,1 0-1 0 0,0 1 1 0 0,0-1-1 0 0,0 0 0 0 0,0 1 1 0 0,0-1-1 0 0,0 1 1 0 0,0 0-1 0 0,0-1 1 0 0,0 1-1 0 0,0 0 1 0 0,0-1-1 0 0,0 1 0 0 0,1 0 1 0 0,-1 0-1 0 0,0 0 1 0 0,0 0-1 0 0,1 0 1 0 0,-1 0-1 0 0,1 0 0 0 0,-1 0 1 0 0,1 0-1 0 0,-1 0 1 0 0,1 0-1 0 0,-1 2 1 0 0,1-1-84 0 0,0 1 0 0 0,0 0 0 0 0,1 0-1 0 0,-1-1 1 0 0,1 1 0 0 0,-1-1 0 0 0,1 1 0 0 0,0 0 0 0 0,0-1 0 0 0,0 1 0 0 0,3 3 0 0 0,1 4-41 0 0,2-1 0 0 0,-1 0 0 0 0,1 0 0 0 0,13 13 0 0 0,-17-20 445 0 0,15 15-654 0 0,-2 1-3462 0 0,-15-16 3010 0 0,0 0 0 0 0,0 0 0 0 0,0 0 0 0 0,0 0 0 0 0,0 0 0 0 0,0 0 0 0 0,0 0 0 0 0,0 0 0 0 0,-1 1 0 0 0,1-1 0 0 0,-1 0 0 0 0,0 0 0 0 0,0 1 0 0 0,0-1 0 0 0,0 0 0 0 0,0 0 0 0 0,-1 5 0 0 0,-4 9-7321 0 0</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38.495"/>
    </inkml:context>
    <inkml:brush xml:id="br0">
      <inkml:brushProperty name="width" value="0.035" units="cm"/>
      <inkml:brushProperty name="height" value="0.035" units="cm"/>
    </inkml:brush>
  </inkml:definitions>
  <inkml:trace contextRef="#ctx0" brushRef="#br0">22 2 17154 0 0,'0'0'142'0'0,"-1"0"0"0"0,1 0 0 0 0,-1-1 0 0 0,0 1 0 0 0,1 0 0 0 0,-1 0 1 0 0,0 0-1 0 0,1 0 0 0 0,-1 0 0 0 0,0 0 0 0 0,1 0 0 0 0,-1 0 1 0 0,0 0-1 0 0,0 0 0 0 0,1 0 0 0 0,-1 0 0 0 0,1 1 0 0 0,-1-1 0 0 0,0 0 1 0 0,1 0-1 0 0,-1 1 0 0 0,0-1 0 0 0,1 0 0 0 0,-1 1 0 0 0,1-1 1 0 0,-1 1-1 0 0,1-1 0 0 0,-1 0 0 0 0,1 1 0 0 0,-1-1 0 0 0,1 1 0 0 0,0 0 1 0 0,-1-1-1 0 0,1 1 0 0 0,0-1 0 0 0,-1 1 0 0 0,1 0 0 0 0,0 0 1 0 0,8 30 3491 0 0,25 44 542 0 0,-17-36-3611 0 0,1 0 0 0 0,3-1-1 0 0,29 44 1 0 0,-46-76-565 0 0,-2-4 0 0 0,0-1 0 0 0,0 1 0 0 0,-1-1 0 0 0,1 1 0 0 0,0-1 0 0 0,0 0 0 0 0,0 0 0 0 0,1 1 0 0 0,-1-1 0 0 0,0 0 0 0 0,0 0 0 0 0,1 0 0 0 0,-1 0 0 0 0,1 0 0 0 0,-1 0 0 0 0,1 0 0 0 0,-1-1 0 0 0,1 1 0 0 0,-1-1 0 0 0,1 1 0 0 0,-1-1 0 0 0,1 1 0 0 0,0-1 0 0 0,-1 0 0 0 0,1 0 0 0 0,0 0 0 0 0,0 0 0 0 0,-1 0 0 0 0,1 0 0 0 0,0 0 0 0 0,-1 0 0 0 0,1-1 0 0 0,2 0 0 0 0,28-5 0 0 0,1-2 0 0 0,-2-1 0 0 0,1-2 0 0 0,39-19 0 0 0,-11 6 0 0 0,-44 16 0 0 0,-13 6 0 0 0,1 0 0 0 0,0 0 0 0 0,0 1 0 0 0,-1-1 0 0 0,1 1 0 0 0,0 0 0 0 0,0 0 0 0 0,1 1 0 0 0,-1-1 0 0 0,0 1 0 0 0,0 0 0 0 0,0 0 0 0 0,6 1 0 0 0,4-2-6 0 0,0 2 1 0 0,0 0-1 0 0,0 1 1 0 0,0 0-1 0 0,0 1 0 0 0,16 6 1 0 0,15 2-1024 0 0,-10-6-1652 0 0,0-1 0 0 0,55-2 0 0 0,-61-4-4506 0 0,49-9 0 0 0,-58 8-239 0 0</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42.100"/>
    </inkml:context>
    <inkml:brush xml:id="br0">
      <inkml:brushProperty name="width" value="0.035" units="cm"/>
      <inkml:brushProperty name="height" value="0.035" units="cm"/>
    </inkml:brush>
  </inkml:definitions>
  <inkml:trace contextRef="#ctx0" brushRef="#br0">27 192 6281 0 0,'-2'-2'251'0'0,"1"-1"0"0"0,-1 0 1 0 0,1 0-1 0 0,-1 1 1 0 0,1-1-1 0 0,0 0 0 0 0,0 0 1 0 0,0 0-1 0 0,1 0 0 0 0,-1 0 1 0 0,1 0-1 0 0,-1 0 1 0 0,1 0-1 0 0,0-1 0 0 0,0 1 1 0 0,1 0-1 0 0,-1 0 1 0 0,2-6-1 0 0,0 4-98 0 0,0 1 0 0 0,0-1 0 0 0,1 0 0 0 0,-1 1 0 0 0,1-1 0 0 0,0 1 0 0 0,0 0 0 0 0,1 0 0 0 0,-1 0 0 0 0,7-5 1 0 0,1 0-23 0 0,1 0 0 0 0,0 1 0 0 0,0 1 0 0 0,1 0 0 0 0,0 0 1 0 0,0 1-1 0 0,18-5 0 0 0,-19 7-22 0 0,0 1 0 0 0,0 1 0 0 0,0 0-1 0 0,1 1 1 0 0,-1 0 0 0 0,1 1 0 0 0,-1 1 0 0 0,0 0 0 0 0,1 0 0 0 0,-1 1 0 0 0,0 1-1 0 0,0 0 1 0 0,0 0 0 0 0,18 9 0 0 0,-23-9-72 0 0,-1 0 1 0 0,0 1-1 0 0,0 0 1 0 0,0 0-1 0 0,-1 1 0 0 0,1-1 1 0 0,-1 1-1 0 0,0 0 0 0 0,0 1 1 0 0,-1-1-1 0 0,1 1 1 0 0,-1 0-1 0 0,-1 0 0 0 0,1 0 1 0 0,-1 0-1 0 0,0 1 0 0 0,0 0 1 0 0,-1-1-1 0 0,0 1 1 0 0,0 0-1 0 0,-1 0 0 0 0,1 0 1 0 0,-2 0-1 0 0,1 0 0 0 0,-1 1 1 0 0,-1 9-1 0 0,-1 2 23 0 0,-1-1 0 0 0,-1 0 0 0 0,-1 0 0 0 0,0 0 0 0 0,-1-1 0 0 0,-1 0 0 0 0,-1 0 1 0 0,-1 0-1 0 0,0-1 0 0 0,-18 24 0 0 0,-16 15 245 0 0,-71 71 0 0 0,97-108-219 0 0,-22 22 130 0 0,4-4 372 0 0,0 1-1 0 0,-48 70 0 0 0,81-105-500 0 0,1 1-1 0 0,-1-1 1 0 0,1 0-1 0 0,-1 1 1 0 0,1 0 0 0 0,0-1-1 0 0,0 1 1 0 0,0 0-1 0 0,1 0 1 0 0,-1-1-1 0 0,1 1 1 0 0,-1 0 0 0 0,1 0-1 0 0,0 0 1 0 0,0 0-1 0 0,1 4 1 0 0,0-5-24 0 0,0 1 1 0 0,0-1-1 0 0,0 0 1 0 0,0 0-1 0 0,0 0 1 0 0,1 0-1 0 0,-1-1 1 0 0,1 1-1 0 0,0 0 1 0 0,-1 0-1 0 0,1-1 0 0 0,0 1 1 0 0,0-1-1 0 0,0 0 1 0 0,0 0-1 0 0,0 1 1 0 0,0-1-1 0 0,0-1 1 0 0,1 1-1 0 0,-1 0 1 0 0,0 0-1 0 0,4 0 1 0 0,31 7 199 0 0,0-1 0 0 0,0-1 0 0 0,1-2-1 0 0,0-2 1 0 0,46-3 0 0 0,197-28 221 0 0,-249 25-475 0 0,326-60-2350 0 0,-241 34-1844 0 0,114-46 1 0 0,-49 5-2508 0 0,-95 36 1181 0 0</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42.754"/>
    </inkml:context>
    <inkml:brush xml:id="br0">
      <inkml:brushProperty name="width" value="0.035" units="cm"/>
      <inkml:brushProperty name="height" value="0.035" units="cm"/>
    </inkml:brush>
  </inkml:definitions>
  <inkml:trace contextRef="#ctx0" brushRef="#br0">751 5 11709 0 0,'0'1'24'0'0,"0"-1"1"0"0,0 0-1 0 0,-1 0 1 0 0,1 0-1 0 0,0 0 0 0 0,0 0 1 0 0,0 0-1 0 0,0 0 1 0 0,-1 0-1 0 0,1 0 0 0 0,0 0 1 0 0,0 0-1 0 0,0 0 1 0 0,0 0-1 0 0,-1 0 0 0 0,1 0 1 0 0,0 0-1 0 0,0 0 1 0 0,0 0-1 0 0,0 0 0 0 0,-1 0 1 0 0,1 0-1 0 0,0 0 0 0 0,0 0 1 0 0,0 0-1 0 0,0 0 1 0 0,0 0-1 0 0,-1 0 0 0 0,1-1 1 0 0,0 1-1 0 0,0 0 1 0 0,0 0-1 0 0,0 0 0 0 0,0 0 1 0 0,0 0-1 0 0,-1 0 1 0 0,1-1-1 0 0,0 1 0 0 0,0 0 1 0 0,0 0-1 0 0,0 0 1 0 0,0 0-1 0 0,0 0 0 0 0,0-1 1 0 0,0 1-1 0 0,0 0 0 0 0,0 0 1 0 0,0 0-1 0 0,0-1 1 0 0,0 1-1 0 0,0 0 0 0 0,0 0 1 0 0,0 0-1 0 0,0 0 1 0 0,0-1-1 0 0,0 1 0 0 0,0 0 1 0 0,0 0-1 0 0,0 0 1 0 0,0 0-1 0 0,0-1 0 0 0,-13 23 540 0 0,-13 41 262 0 0,-13 55 649 0 0,6 2-1 0 0,5 1 1 0 0,5 2-1 0 0,-11 199 0 0 0,25-140 359 0 0,9-181-1826 0 0,0-1 1 0 0,0 0-1 0 0,0 0 1 0 0,0 0-1 0 0,0 1 1 0 0,1-1-1 0 0,-1 0 1 0 0,0 0-1 0 0,0 1 1 0 0,0-1-1 0 0,0 0 1 0 0,0 0 0 0 0,0 1-1 0 0,0-1 1 0 0,0 0-1 0 0,0 0 1 0 0,0 0-1 0 0,0 1 1 0 0,-1-1-1 0 0,1 0 1 0 0,0 0-1 0 0,0 1 1 0 0,0-1-1 0 0,0 0 1 0 0,0 0 0 0 0,0 0-1 0 0,0 1 1 0 0,0-1-1 0 0,-1 0 1 0 0,1 0-1 0 0,0 0 1 0 0,0 0-1 0 0,0 1 1 0 0,0-1-1 0 0,-1 0 1 0 0,1 0 0 0 0,0 0-1 0 0,0 0 1 0 0,0 0-1 0 0,-1 0 1 0 0,1 0-1 0 0,0 0 1 0 0,0 0-1 0 0,-1 1 1 0 0,1-1-1 0 0,0 0 1 0 0,0 0-1 0 0,-1 0 1 0 0,1 0 0 0 0,0 0-1 0 0,0 0 1 0 0,0 0-1 0 0,-1 0 1 0 0,1-1-1 0 0,0 1 1 0 0,0 0-1 0 0,-1 0 1 0 0,1 0-1 0 0,0 0 1 0 0,0 0 0 0 0,0 0-1 0 0,-1 0 1 0 0,1 0-1 0 0,0-1 1 0 0,0 1-1 0 0,0 0 1 0 0,-1 0-1 0 0,-68-65 185 0 0,46 42-164 0 0,0 1-1 0 0,-1 2 0 0 0,-30-21 0 0 0,27 27-10 0 0,0 2-1 0 0,-1 0 1 0 0,0 2 0 0 0,-1 1-1 0 0,-51-10 1 0 0,-17-5 31 0 0,83 20-11 0 0,7 3-25 0 0,9-1 236 0 0,198-48-41 0 0,101-25-62 0 0,-212 58-97 0 0,128-10 0 0 0,-208 26-46 0 0,0 1 0 0 0,1 0 0 0 0,-1 1 0 0 0,0 0 0 0 0,0 0 0 0 0,1 1 0 0 0,-1 0 0 0 0,0 0 0 0 0,0 1 0 0 0,-1 0 0 0 0,1 1 0 0 0,-1 0 0 0 0,11 7 1 0 0,-14-8-1 0 0,-1 1 1 0 0,1 0-1 0 0,-1 0 1 0 0,0 1 0 0 0,0-1-1 0 0,0 1 1 0 0,0 0-1 0 0,-1 0 1 0 0,0 0-1 0 0,0 0 1 0 0,-1 1 0 0 0,1-1-1 0 0,-1 1 1 0 0,0 0-1 0 0,-1 0 1 0 0,1-1 0 0 0,-1 1-1 0 0,0 0 1 0 0,-1 0-1 0 0,1 12 1 0 0,-2 2 10 0 0,2 1-1 0 0,1 0 1 0 0,0 0 0 0 0,1-1-1 0 0,2 1 1 0 0,0-1-1 0 0,14 36 1 0 0,-15-47-8 0 0,1-1-1 0 0,0 0 1 0 0,0 0 0 0 0,0 0-1 0 0,1-1 1 0 0,0 1-1 0 0,0-1 1 0 0,1-1 0 0 0,0 1-1 0 0,0-1 1 0 0,1-1-1 0 0,-1 1 1 0 0,1-1 0 0 0,0-1-1 0 0,1 1 1 0 0,-1-1 0 0 0,1-1-1 0 0,0 0 1 0 0,15 4-1 0 0,-7-3 2 0 0,0-1-1 0 0,1-1 0 0 0,-1 0 1 0 0,0-2-1 0 0,1 1 0 0 0,-1-2 1 0 0,1-1-1 0 0,-1 0 0 0 0,0-1 1 0 0,0-1-1 0 0,0 0 0 0 0,0-1 1 0 0,-1-1-1 0 0,30-16 0 0 0,-41 19-1 0 0,0-1 0 0 0,-1 0 0 0 0,0 0 0 0 0,1 0 0 0 0,-2 0 0 0 0,1-1-1 0 0,0 0 1 0 0,-1 0 0 0 0,0 0 0 0 0,0 0 0 0 0,0 0 0 0 0,-1 0 0 0 0,0-1-1 0 0,0 0 1 0 0,0 1 0 0 0,-1-1 0 0 0,1 0 0 0 0,-2 0 0 0 0,1 1 0 0 0,0-1-1 0 0,-1 0 1 0 0,0 0 0 0 0,-1 0 0 0 0,1 0 0 0 0,-1 0 0 0 0,0 0 0 0 0,-3-7-1 0 0,-1-8-1 0 0,-2 1 0 0 0,0-1 0 0 0,-1 1 0 0 0,-1 0 0 0 0,-1 1 0 0 0,-14-20 0 0 0,11 19 13 0 0,-1 1 1 0 0,-1 0 0 0 0,0 1 0 0 0,-2 0 0 0 0,0 2-1 0 0,-20-16 1 0 0,27 25-238 0 0,0-1 0 0 0,-1 2 0 0 0,0-1 0 0 0,0 2 0 0 0,-1-1 0 0 0,0 1 0 0 0,0 1 0 0 0,0 0 0 0 0,0 1 0 0 0,-1 1 0 0 0,1-1 0 0 0,-26 0-1 0 0,22 4-1202 0 0,0-1-1 0 0,0 2 1 0 0,-18 4-1 0 0,-17 11-7468 0 0,37-11 2123 0 0</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43.225"/>
    </inkml:context>
    <inkml:brush xml:id="br0">
      <inkml:brushProperty name="width" value="0.035" units="cm"/>
      <inkml:brushProperty name="height" value="0.035" units="cm"/>
    </inkml:brush>
  </inkml:definitions>
  <inkml:trace contextRef="#ctx0" brushRef="#br0">1 117 13841 0 0,'6'-40'593'0'0,"0"0"4193"0"0,1 43-4006 0 0,0 2-584 0 0,1 1 0 0 0,-1 0 0 0 0,0 0 1 0 0,0 0-1 0 0,-1 1 0 0 0,0 0 0 0 0,0 1 1 0 0,0-1-1 0 0,-1 1 0 0 0,0 0 0 0 0,-1 0 0 0 0,0 1 1 0 0,0-1-1 0 0,3 10 0 0 0,6 23 834 0 0,15 73 1 0 0,-23-72-407 0 0,-4-34-333 0 0,-1-1 1 0 0,1 1-1 0 0,0-1 0 0 0,1 0 0 0 0,-1 1 0 0 0,1-1 1 0 0,4 8-1 0 0,-5-14 195 0 0,-1 0-448 0 0,0-1-1 0 0,0 0 1 0 0,0 1-1 0 0,1-1 1 0 0,-1 1-1 0 0,0-1 1 0 0,0 0 0 0 0,0 1-1 0 0,1-1 1 0 0,-1 0-1 0 0,0 1 1 0 0,1-1 0 0 0,-1 0-1 0 0,0 1 1 0 0,1-1-1 0 0,-1 0 1 0 0,0 0-1 0 0,1 1 1 0 0,-1-1 0 0 0,0 0-1 0 0,1 0 1 0 0,-1 0-1 0 0,1 0 1 0 0,-1 1-1 0 0,0-1 1 0 0,1 0 0 0 0,-1 0-1 0 0,1 0 1 0 0,-1 0-1 0 0,1 0 1 0 0,-1 0 0 0 0,1 0-1 0 0,-1 0 1 0 0,0 0-1 0 0,1 0 1 0 0,-1-1-1 0 0,1 1 1 0 0,-1 0 0 0 0,0 0-1 0 0,1 0 1 0 0,-1 0-1 0 0,1-1 1 0 0,-1 1-1 0 0,0 0 1 0 0,1 0 0 0 0,-1-1-1 0 0,0 1 1 0 0,1-1-1 0 0,128-98 1225 0 0,15-13-446 0 0,-127 101-758 0 0,1 1-1 0 0,-1 1 1 0 0,1 0 0 0 0,1 1 0 0 0,0 1-1 0 0,36-9 1 0 0,-50 15-58 0 0,0 0 0 0 0,0 0 0 0 0,0 0 0 0 0,0 1 0 0 0,0 0 0 0 0,1 0 0 0 0,-1 1 0 0 0,0-1 0 0 0,0 1 0 0 0,0 0 0 0 0,0 1 0 0 0,0-1 0 0 0,0 1 0 0 0,0 0 0 0 0,-1 0 0 0 0,1 0 0 0 0,0 1 0 0 0,-1 0 0 0 0,0-1 0 0 0,0 2 0 0 0,0-1 0 0 0,0 0 0 0 0,0 1 0 0 0,-1 0 0 0 0,1 0 0 0 0,4 7 0 0 0,4 9 0 0 0,-2 1 0 0 0,0 0 0 0 0,-1 0 0 0 0,12 44 0 0 0,-14-41 0 0 0,1 0 0 0 0,15 30 0 0 0,-20-50 0 0 0,0 1 0 0 0,0-1 0 0 0,0 1 0 0 0,1-1 0 0 0,-1 0 0 0 0,1 0 0 0 0,0-1 0 0 0,0 1 0 0 0,1-1 0 0 0,-1 0 0 0 0,1 0 0 0 0,-1 0 0 0 0,1-1 0 0 0,0 1 0 0 0,9 2 0 0 0,-4-2 0 0 0,0-1 0 0 0,0-1 0 0 0,0 1 0 0 0,0-2 0 0 0,0 1 0 0 0,0-1 0 0 0,0-1 0 0 0,10-1 0 0 0,11-4 0 0 0,-1-1 0 0 0,0-2 0 0 0,-1-1 0 0 0,45-21 0 0 0,-53 20 3 0 0,1-1 0 0 0,-2-1 0 0 0,0-1 0 0 0,0-1 0 0 0,-2 0 0 0 0,0-1 0 0 0,30-35 0 0 0,-18 12-102 0 0,-1 0 0 0 0,44-82 0 0 0,-73 119 16 0 0,24-48-2958 0 0,-16 23-1190 0 0,-10 5-3574 0 0</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50.067"/>
    </inkml:context>
    <inkml:brush xml:id="br0">
      <inkml:brushProperty name="width" value="0.035" units="cm"/>
      <inkml:brushProperty name="height" value="0.035" units="cm"/>
    </inkml:brush>
  </inkml:definitions>
  <inkml:trace contextRef="#ctx0" brushRef="#br0">190 276 15249 0 0,'0'0'-852'0'0,"-12"6"-1417"0"0,7-4 2878 0 0,0-1 0 0 0,-1 1 0 0 0,1-1 0 0 0,0-1 0 0 0,0 1 0 0 0,-1-1 0 0 0,-4 0 0 0 0,3-1-358 0 0,1 1 0 0 0,0-1 1 0 0,0-1-1 0 0,-1 1 0 0 0,1-1 0 0 0,0 0 1 0 0,0 0-1 0 0,1-1 0 0 0,-1 1 0 0 0,0-1 1 0 0,1-1-1 0 0,0 1 0 0 0,-1-1 1 0 0,2 0-1 0 0,-1 0 0 0 0,-8-9 0 0 0,10 9-157 0 0,0 0 0 0 0,1 1 0 0 0,-1-1 0 0 0,1-1 0 0 0,0 1 0 0 0,0 0 0 0 0,0 0 0 0 0,1-1 0 0 0,0 1 0 0 0,-1-1 0 0 0,1 1 0 0 0,1-1 0 0 0,-1 0 0 0 0,1 1 0 0 0,0-1 0 0 0,0 0 0 0 0,0 0 0 0 0,1 1 0 0 0,-1-1 0 0 0,1 1 0 0 0,0-1 0 0 0,1 0 0 0 0,-1 1 0 0 0,1 0 0 0 0,0-1 0 0 0,0 1 0 0 0,0 0 0 0 0,0 0 0 0 0,1 0 0 0 0,0 0 0 0 0,0 1 0 0 0,0-1 0 0 0,4-4 0 0 0,2 0-33 0 0,0-1 0 0 0,0 1 0 0 0,1 1 0 0 0,0-1 0 0 0,0 2 0 0 0,1-1 1 0 0,0 2-1 0 0,0-1 0 0 0,0 2 0 0 0,1-1 0 0 0,23-4 0 0 0,-16 6-23 0 0,1 2-1 0 0,-1 0 1 0 0,1 1 0 0 0,-1 1 0 0 0,1 0 0 0 0,-1 2 0 0 0,1 1 0 0 0,-1 0 0 0 0,28 10 0 0 0,-34-9-31 0 0,0 0 0 0 0,0 0 0 0 0,0 1 1 0 0,0 1-1 0 0,-1 0 0 0 0,-1 1 1 0 0,1 0-1 0 0,-1 0 0 0 0,0 2 0 0 0,-1-1 1 0 0,0 1-1 0 0,-1 1 0 0 0,15 19 0 0 0,-21-23-4 0 0,0-1-1 0 0,0 1 0 0 0,-1 0 1 0 0,0 0-1 0 0,0 0 0 0 0,-1 0 0 0 0,0 0 1 0 0,0 0-1 0 0,0 0 0 0 0,-1 1 1 0 0,0-1-1 0 0,-1 0 0 0 0,1 0 1 0 0,-1 0-1 0 0,-1 0 0 0 0,1 0 0 0 0,-1 0 1 0 0,-1 0-1 0 0,-4 11 0 0 0,-6 8 4 0 0,-1 0 0 0 0,0-1 0 0 0,-27 33 0 0 0,33-47 0 0 0,-36 42 45 0 0,-2-1 1 0 0,-84 74 0 0 0,-23 23 209 0 0,109-93 896 0 0,44-55-1126 0 0,0 0 1 0 0,0-1 0 0 0,-1 1 0 0 0,1 0 0 0 0,1 0-1 0 0,-1-1 1 0 0,0 1 0 0 0,0 0 0 0 0,0-1 0 0 0,0 1-1 0 0,0 0 1 0 0,1 0 0 0 0,-1-1 0 0 0,0 1 0 0 0,0-1-1 0 0,1 1 1 0 0,-1 0 0 0 0,1-1 0 0 0,-1 1 0 0 0,1-1 0 0 0,-1 1-1 0 0,1 0 1 0 0,-1-1 0 0 0,1 0 0 0 0,-1 1 0 0 0,1-1-1 0 0,-1 1 1 0 0,1-1 0 0 0,0 0 0 0 0,-1 1 0 0 0,1-1-1 0 0,0 0 1 0 0,-1 0 0 0 0,1 1 0 0 0,0-1 0 0 0,-1 0-1 0 0,2 0 1 0 0,23 9 301 0 0,14-3-78 0 0,0-2 1 0 0,0-2-1 0 0,0-1 0 0 0,46-6 0 0 0,-7 2-23 0 0,25 2 84 0 0,116-7 458 0 0,-201 9-703 0 0,25-3-24 0 0,-8-3-1057 0 0,-33 5 233 0 0,13-7-3104 0 0,-7 1-2761 0 0,-7 3 5550 0 0,0 0-260 0 0,1-4-5294 0 0,3-7-1684 0 0</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50.790"/>
    </inkml:context>
    <inkml:brush xml:id="br0">
      <inkml:brushProperty name="width" value="0.035" units="cm"/>
      <inkml:brushProperty name="height" value="0.035" units="cm"/>
    </inkml:brush>
  </inkml:definitions>
  <inkml:trace contextRef="#ctx0" brushRef="#br0">100 320 14045 0 0,'-2'2'23'0'0,"1"-1"0"0"0,-1 0-1 0 0,0 1 1 0 0,0-1 0 0 0,1 0-1 0 0,-1 0 1 0 0,0 0 0 0 0,0 0-1 0 0,0 0 1 0 0,0 0 0 0 0,-1-1-1 0 0,1 1 1 0 0,0-1 0 0 0,0 1-1 0 0,0-1 1 0 0,0 0 0 0 0,-1 0-1 0 0,1 0 1 0 0,0 0 0 0 0,0 0-1 0 0,0 0 1 0 0,-1-1 0 0 0,1 1-1 0 0,0-1 1 0 0,0 0 0 0 0,0 1-1 0 0,0-1 1 0 0,0 0 0 0 0,0 0-1 0 0,0 0 1 0 0,0-1 0 0 0,0 1-1 0 0,1 0 1 0 0,-1-1 0 0 0,0 1-1 0 0,1-1 1 0 0,-1 1 0 0 0,-1-4-1 0 0,0-1 280 0 0,0 1-1 0 0,0-1 0 0 0,1 0 0 0 0,-1 0 0 0 0,1 0 1 0 0,1 0-1 0 0,-1-1 0 0 0,1 1 0 0 0,1 0 0 0 0,-1-1 1 0 0,1 1-1 0 0,0-10 0 0 0,2 5-85 0 0,0 0-1 0 0,0 1 1 0 0,1-1 0 0 0,1 1-1 0 0,0-1 1 0 0,0 1 0 0 0,1 0 0 0 0,0 1-1 0 0,1-1 1 0 0,0 1 0 0 0,0 0-1 0 0,1 1 1 0 0,0-1 0 0 0,0 1-1 0 0,1 0 1 0 0,0 1 0 0 0,17-11-1 0 0,-18 12-120 0 0,1 1 0 0 0,0 0 0 0 0,0 1 0 0 0,0 0 0 0 0,0 0 0 0 0,0 1 0 0 0,1 0 0 0 0,0 0 0 0 0,0 1 0 0 0,-1 0 0 0 0,1 1 0 0 0,0 0 0 0 0,0 0-1 0 0,1 1 1 0 0,-1 0 0 0 0,0 1 0 0 0,0 0 0 0 0,0 0 0 0 0,0 1 0 0 0,-1 0 0 0 0,1 0 0 0 0,10 5 0 0 0,2 3 4 0 0,-1 1 1 0 0,0 1-1 0 0,-1 1 1 0 0,-1 1-1 0 0,0 0 1 0 0,0 1-1 0 0,-2 1 0 0 0,0 1 1 0 0,0 0-1 0 0,19 31 1 0 0,-26-35-18 0 0,-1 0 1 0 0,-1 1-1 0 0,0 0 0 0 0,-1 1 1 0 0,0-1-1 0 0,-2 1 0 0 0,1 0 1 0 0,-2 1-1 0 0,0-1 1 0 0,-1 1-1 0 0,0-1 0 0 0,-1 1 1 0 0,-1 0-1 0 0,-1-1 0 0 0,0 1 1 0 0,-5 23-1 0 0,-9 17 941 0 0,-23 59 0 0 0,37-113 418 0 0,6-7-1352 0 0,-1 0 0 0 0,0 0 0 0 0,0 0 0 0 0,0 0 0 0 0,-1-1 0 0 0,3-6 0 0 0,8-10 28 0 0,21-24 45 0 0,3 2 0 0 0,1 1 1 0 0,2 2-1 0 0,2 3 0 0 0,2 1 0 0 0,79-51 0 0 0,-116 83-162 0 0,1-1 0 0 0,0 1 0 0 0,0 1 0 0 0,1-1 0 0 0,-1 2 0 0 0,1-1 0 0 0,0 1 0 0 0,0 1 0 0 0,15-2 0 0 0,-18 3 0 0 0,0 2 0 0 0,0-1 0 0 0,0 1 0 0 0,0 0 0 0 0,0 0 0 0 0,0 1 0 0 0,-1 0 0 0 0,1 0 0 0 0,0 0 0 0 0,-1 1 0 0 0,0 0 0 0 0,0 1 0 0 0,0-1 0 0 0,10 8 0 0 0,29 26 0 0 0,49 51 0 0 0,-63-56 0 0 0,2-2 0 0 0,1-1 0 0 0,55 36 0 0 0,-43-36 104 0 0,-36-24-5357 0 0,18-19-11587 0 0,-12-3 7918 0 0</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51.035"/>
    </inkml:context>
    <inkml:brush xml:id="br0">
      <inkml:brushProperty name="width" value="0.035" units="cm"/>
      <inkml:brushProperty name="height" value="0.035" units="cm"/>
    </inkml:brush>
  </inkml:definitions>
  <inkml:trace contextRef="#ctx0" brushRef="#br0">909 32 16654 0 0,'1'-2'10'0'0,"0"0"1"0"0,0 0-1 0 0,1 0 1 0 0,-1 0 0 0 0,0 0-1 0 0,1 0 1 0 0,-1 1 0 0 0,1-1-1 0 0,0 0 1 0 0,-1 1 0 0 0,1 0-1 0 0,0-1 1 0 0,0 1-1 0 0,0 0 1 0 0,0 0 0 0 0,0 0-1 0 0,0 0 1 0 0,1 0 0 0 0,-1 0-1 0 0,4 0 1 0 0,-3 1 36 0 0,1 1 0 0 0,-1 0-1 0 0,0 0 1 0 0,0 0 0 0 0,0 0 0 0 0,0 0-1 0 0,0 1 1 0 0,-1-1 0 0 0,1 1 0 0 0,0 0 0 0 0,-1 0-1 0 0,1 0 1 0 0,-1 0 0 0 0,0 0 0 0 0,4 5 0 0 0,12 13 184 0 0,0 2 0 0 0,-2 0 0 0 0,0 0 0 0 0,-2 2 0 0 0,0-1 0 0 0,-2 2 1 0 0,-1 0-1 0 0,0 0 0 0 0,-2 1 0 0 0,-1 1 0 0 0,-2-1 0 0 0,7 44 0 0 0,-7-9 140 0 0,-2 0 0 0 0,-2 0-1 0 0,-4 0 1 0 0,-14 98-1 0 0,5-96-79 0 0,-4-1-1 0 0,-2 0 0 0 0,-2-1 1 0 0,-3-1-1 0 0,-3-1 0 0 0,-3-1 0 0 0,-58 92 1 0 0,13-44-464 0 0,-5-3 1 0 0,-164 169 0 0 0,185-215-1890 0 0,-3-3 1 0 0,-85 59 0 0 0,100-82-1108 0 0,-2-3 0 0 0,-60 27 0 0 0,28-24-3573 0 0</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51.454"/>
    </inkml:context>
    <inkml:brush xml:id="br0">
      <inkml:brushProperty name="width" value="0.035" units="cm"/>
      <inkml:brushProperty name="height" value="0.035" units="cm"/>
    </inkml:brush>
  </inkml:definitions>
  <inkml:trace contextRef="#ctx0" brushRef="#br0">559 1 13077 0 0,'-30'19'-121'0'0,"1"2"1"0"0,1 0-1 0 0,0 3 0 0 0,2 0 0 0 0,-42 51 1 0 0,26-23 374 0 0,4 2 0 0 0,-39 69 1 0 0,46-65 119 0 0,3 1 1 0 0,2 2-1 0 0,3 0 1 0 0,3 2-1 0 0,2 0 1 0 0,3 2-1 0 0,3-1 1 0 0,3 1-1 0 0,3 1 1 0 0,2 71-1 0 0,6-92-101 0 0,1-1 0 0 0,3-1 0 0 0,2 1 0 0 0,1-1 0 0 0,3 0 1 0 0,30 76-1 0 0,-27-87-143 0 0,1-2 1 0 0,1 0-1 0 0,2-1 1 0 0,1 0 0 0 0,1-2-1 0 0,1 0 1 0 0,1-2-1 0 0,2 0 1 0 0,41 31 0 0 0,-31-29-353 0 0,1-3 1 0 0,1 0 0 0 0,1-3-1 0 0,56 24 1 0 0,-71-37-781 0 0,-1-1 0 0 0,1 0 0 0 0,46 6 0 0 0,-53-12-325 0 0,-1 0-1 0 0,0-1 1 0 0,1-1 0 0 0,-1 0-1 0 0,1-1 1 0 0,28-7 0 0 0,-9-2-2864 0 0</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56.929"/>
    </inkml:context>
    <inkml:brush xml:id="br0">
      <inkml:brushProperty name="width" value="0.035" units="cm"/>
      <inkml:brushProperty name="height" value="0.035" units="cm"/>
    </inkml:brush>
  </inkml:definitions>
  <inkml:trace contextRef="#ctx0" brushRef="#br0">340 297 8441 0 0,'-66'6'233'0'0,"-205"30"1155"0"0,269-35-416 0 0,19-2-530 0 0,767-90 1130 0 0,-385 37-1697 0 0,-299 41-228 0 0,412-54-372 0 0,-5-32-6136 0 0,-450 84 3733 0 0</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55.619"/>
    </inkml:context>
    <inkml:brush xml:id="br0">
      <inkml:brushProperty name="width" value="0.035" units="cm"/>
      <inkml:brushProperty name="height" value="0.035" units="cm"/>
    </inkml:brush>
  </inkml:definitions>
  <inkml:trace contextRef="#ctx0" brushRef="#br0">51 215 8313 0 0,'-48'8'6'0'0,"45"-7"120"0"0,16-6 3362 0 0,69-20-2628 0 0,836-147 3335 0 0,-870 164-4238 0 0,38-1-2665 0 0,-84 9 1297 0 0,6-3-1439 0 0,-2 2 1463 0 0</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55.853"/>
    </inkml:context>
    <inkml:brush xml:id="br0">
      <inkml:brushProperty name="width" value="0.035" units="cm"/>
      <inkml:brushProperty name="height" value="0.035" units="cm"/>
    </inkml:brush>
  </inkml:definitions>
  <inkml:trace contextRef="#ctx0" brushRef="#br0">55 277 7877 0 0,'-55'23'8225'0'0,"72"-24"-7418"0"0,228-27 627 0 0,295-71-1 0 0,-361 47-4837 0 0,-158 44 2028 0 0,0-1-1 0 0,-1 0 0 0 0,0-2 0 0 0,-1 0 0 0 0,0-2 0 0 0,23-18 0 0 0,-14 4-3501 0 0</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56.152"/>
    </inkml:context>
    <inkml:brush xml:id="br0">
      <inkml:brushProperty name="width" value="0.035" units="cm"/>
      <inkml:brushProperty name="height" value="0.035" units="cm"/>
    </inkml:brush>
  </inkml:definitions>
  <inkml:trace contextRef="#ctx0" brushRef="#br0">80 80 10757 0 0,'-1'-2'42'0'0,"1"-1"1"0"0,-1 1-1 0 0,1-1 0 0 0,-1 1 0 0 0,1-1 1 0 0,0 0-1 0 0,0 1 0 0 0,0-1 0 0 0,0 1 1 0 0,0-1-1 0 0,1 1 0 0 0,-1-1 1 0 0,1 1-1 0 0,0-1 0 0 0,0 1 0 0 0,0 0 1 0 0,0-1-1 0 0,0 1 0 0 0,0 0 1 0 0,1 0-1 0 0,-1 0 0 0 0,1 0 0 0 0,-1 0 1 0 0,1 0-1 0 0,0 0 0 0 0,0 0 0 0 0,0 1 1 0 0,0-1-1 0 0,0 1 0 0 0,0-1 1 0 0,0 1-1 0 0,0 0 0 0 0,1 0 0 0 0,-1 0 1 0 0,0 0-1 0 0,1 0 0 0 0,-1 0 1 0 0,1 1-1 0 0,-1-1 0 0 0,1 1 0 0 0,-1 0 1 0 0,1 0-1 0 0,3 0 0 0 0,15-2 155 0 0,0 1-1 0 0,0 2 1 0 0,0 0-1 0 0,0 1 1 0 0,-1 1-1 0 0,1 1 1 0 0,-1 0-1 0 0,36 14 1 0 0,-22-4 24 0 0,0 0 0 0 0,-1 3 0 0 0,-1 1 0 0 0,34 24 0 0 0,-39-23-73 0 0,-1 2-1 0 0,-2 1 0 0 0,0 1 1 0 0,-1 0-1 0 0,-1 2 0 0 0,-2 1 0 0 0,0 0 1 0 0,-2 2-1 0 0,-1 0 0 0 0,-1 1 1 0 0,16 39-1 0 0,-23-41-28 0 0,0 0 0 0 0,-1 0 0 0 0,-2 0 0 0 0,-1 1 0 0 0,-1 0 1 0 0,-1 0-1 0 0,-2 1 0 0 0,-1-1 0 0 0,-1 0 0 0 0,-1 0 0 0 0,-1 0 0 0 0,-2 0 0 0 0,-11 38 0 0 0,4-29-9 0 0,-2-2 0 0 0,-1 0 0 0 0,-2 0 0 0 0,-1-1-1 0 0,-1-2 1 0 0,-2 0 0 0 0,-2-1 0 0 0,-1 0-1 0 0,-1-3 1 0 0,-1 0 0 0 0,-42 34 0 0 0,3-7-550 0 0,-121 78 0 0 0,152-113-1606 0 0,-74 31-1 0 0,84-42-284 0 0,-1-1 0 0 0,-1-1 0 0 0,-49 7 0 0 0,52-11-1760 0 0</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57.927"/>
    </inkml:context>
    <inkml:brush xml:id="br0">
      <inkml:brushProperty name="width" value="0.035" units="cm"/>
      <inkml:brushProperty name="height" value="0.035" units="cm"/>
    </inkml:brush>
  </inkml:definitions>
  <inkml:trace contextRef="#ctx0" brushRef="#br0">828 147 7089 0 0,'-52'-98'1002'0'0,"48"84"-548"0"0,4 12-421 0 0,0 1-1 0 0,-1-1 1 0 0,1 1 0 0 0,0-1 0 0 0,0 1 0 0 0,-1-1 0 0 0,1 1 0 0 0,-1 0 0 0 0,1-1 0 0 0,-1 1 0 0 0,0 0 0 0 0,1-1 0 0 0,-1 1 0 0 0,0 0 0 0 0,0 0 0 0 0,0 0 0 0 0,0-1-1 0 0,0 1 1 0 0,0 0 0 0 0,0 1 0 0 0,-1-1 0 0 0,1 0 0 0 0,0 0 0 0 0,0 0 0 0 0,-1 1 0 0 0,1-1 0 0 0,0 0 0 0 0,-1 1 0 0 0,1 0 0 0 0,-1-1 0 0 0,1 1 0 0 0,-1 0 0 0 0,1-1-1 0 0,-1 1 1 0 0,1 0 0 0 0,-1 0 0 0 0,-1 1 0 0 0,-12 1 100 0 0,0 1 1 0 0,0 1-1 0 0,0 0 0 0 0,1 2 0 0 0,0-1 1 0 0,-1 2-1 0 0,-22 13 0 0 0,-91 69 774 0 0,126-88-891 0 0,-47 37 503 0 0,2 1 1 0 0,2 3-1 0 0,1 1 0 0 0,-58 77 0 0 0,78-88-211 0 0,3 0 0 0 0,0 1 0 0 0,3 1 0 0 0,0 1-1 0 0,3 1 1 0 0,0 0 0 0 0,3 1 0 0 0,-11 51 0 0 0,19-69-165 0 0,2 0 1 0 0,0 0-1 0 0,1 1 1 0 0,1-1 0 0 0,1 0-1 0 0,1 1 1 0 0,0-1 0 0 0,1 0-1 0 0,2 0 1 0 0,0-1 0 0 0,0 1-1 0 0,2-1 1 0 0,0 0 0 0 0,2-1-1 0 0,-1 1 1 0 0,2-2-1 0 0,1 1 1 0 0,0-1 0 0 0,0-1-1 0 0,25 24 1 0 0,-14-17-13 0 0,2-2-1 0 0,1 0 1 0 0,0-2-1 0 0,1 0 1 0 0,1-2-1 0 0,1-1 1 0 0,0-1-1 0 0,1-2 1 0 0,0 0 0 0 0,1-2-1 0 0,57 11 1 0 0,-41-14-60 0 0,1-2 1 0 0,0-2 0 0 0,0-2 0 0 0,-1-2 0 0 0,1-2 0 0 0,0-2-1 0 0,-1-2 1 0 0,0-2 0 0 0,0-2 0 0 0,-1-3 0 0 0,-1-1-1 0 0,0-2 1 0 0,74-40 0 0 0,-96 44-53 0 0,-1-1 0 0 0,-1-1 0 0 0,0 0 0 0 0,-1-2 1 0 0,-1 0-1 0 0,0-1 0 0 0,-2-1 0 0 0,28-39 0 0 0,-27 30-5 0 0,0-1 1 0 0,-2-1-1 0 0,-2 0 1 0 0,0-1 0 0 0,-3 0-1 0 0,10-42 1 0 0,-11 29-10 0 0,-2 1 1 0 0,-3-1-1 0 0,-1 0 1 0 0,-2 0-1 0 0,-2-1 1 0 0,-2 1 0 0 0,-2 0-1 0 0,-1 1 1 0 0,-3-1-1 0 0,-20-61 1 0 0,23 89-16 0 0,-1-1 0 0 0,0 1 0 0 0,-1 1 0 0 0,-1-1 0 0 0,0 1 0 0 0,-1 1 0 0 0,-1 0 0 0 0,0 0 0 0 0,0 1 0 0 0,-2 1 0 0 0,0 0 0 0 0,0 0 0 0 0,-1 2 0 0 0,-16-11 0 0 0,12 11-109 0 0,0 1 0 0 0,-1 1-1 0 0,0 0 1 0 0,-1 2 0 0 0,0 0-1 0 0,1 1 1 0 0,-2 1 0 0 0,1 1 0 0 0,0 1-1 0 0,-1 0 1 0 0,-37 3 0 0 0,7 4-847 0 0,0 2 1 0 0,1 2-1 0 0,-86 28 0 0 0,-44 34-5047 0 0,88-21 426 0 0,61-31 1412 0 0</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58.249"/>
    </inkml:context>
    <inkml:brush xml:id="br0">
      <inkml:brushProperty name="width" value="0.035" units="cm"/>
      <inkml:brushProperty name="height" value="0.035" units="cm"/>
    </inkml:brush>
  </inkml:definitions>
  <inkml:trace contextRef="#ctx0" brushRef="#br0">914 96 8977 0 0,'-1'-6'23'0'0,"0"1"0"0"0,-1-1 0 0 0,1 0 0 0 0,-1 0-1 0 0,0 1 1 0 0,-1-1 0 0 0,1 1 0 0 0,-1 0 0 0 0,0 0 0 0 0,0 0 0 0 0,-1 0 0 0 0,-6-7 0 0 0,7 10-1 0 0,0 0 1 0 0,0 0-1 0 0,0 0 1 0 0,0 0-1 0 0,0 1 1 0 0,-1-1-1 0 0,1 1 1 0 0,0 0-1 0 0,-1 0 1 0 0,1 0-1 0 0,-1 0 1 0 0,1 1-1 0 0,-1-1 1 0 0,0 1-1 0 0,1 0 0 0 0,-1 0 1 0 0,1 0-1 0 0,-1 1 1 0 0,1-1-1 0 0,-1 1 1 0 0,1 0-1 0 0,-1 0 1 0 0,-4 2-1 0 0,-26 10 246 0 0,1 1 0 0 0,0 2 0 0 0,1 1 1 0 0,0 2-1 0 0,2 1 0 0 0,0 1 0 0 0,1 2 0 0 0,-48 49 0 0 0,27-18 276 0 0,3 1 0 0 0,2 3 1 0 0,-56 96-1 0 0,67-94-7 0 0,3 2 0 0 0,3 0 1 0 0,2 2-1 0 0,4 1 0 0 0,2 1 0 0 0,-21 127 0 0 0,33-140-237 0 0,3 1 0 0 0,3 0-1 0 0,1 0 1 0 0,3 0-1 0 0,2 0 1 0 0,3 0-1 0 0,2-1 1 0 0,2 0-1 0 0,23 62 1 0 0,-27-95-378 0 0,1 0 0 0 0,1 0-1 0 0,1-1 1 0 0,0 0 0 0 0,2 0 0 0 0,21 25-1 0 0,-27-37-395 0 0,0-1-1 0 0,0 0 1 0 0,1-1-1 0 0,-1 1 1 0 0,1-1-1 0 0,1-1 1 0 0,-1 1-1 0 0,10 3 0 0 0,-11-6-343 0 0,1 0 0 0 0,-1 0 0 0 0,1 0 0 0 0,-1-1 0 0 0,1 0 0 0 0,0 0 0 0 0,0-1-1 0 0,0 1 1 0 0,0-2 0 0 0,0 1 0 0 0,9-2 0 0 0,16-6-3850 0 0</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58.682"/>
    </inkml:context>
    <inkml:brush xml:id="br0">
      <inkml:brushProperty name="width" value="0.035" units="cm"/>
      <inkml:brushProperty name="height" value="0.035" units="cm"/>
    </inkml:brush>
  </inkml:definitions>
  <inkml:trace contextRef="#ctx0" brushRef="#br0">18 308 10877 0 0,'-17'-20'2961'0'0,"23"28"489"0"0,27 42-726 0 0,9 18 1254 0 0,-42-67-3304 0 0,0-1-623 0 0,0 0 1 0 0,0 1-1 0 0,0-1 1 0 0,0 0 0 0 0,-1 0-1 0 0,1 1 1 0 0,0-1-1 0 0,0 0 1 0 0,0 1-1 0 0,0-1 1 0 0,0 0 0 0 0,0 1-1 0 0,0-1 1 0 0,0 0-1 0 0,0 0 1 0 0,0 1 0 0 0,0-1-1 0 0,0 0 1 0 0,1 1-1 0 0,-1-1 1 0 0,0 0 0 0 0,0 0-1 0 0,0 1 1 0 0,0-1-1 0 0,0 0 1 0 0,1 0-1 0 0,-1 1 1 0 0,0-1 0 0 0,0 0-1 0 0,0 0 1 0 0,1 1-1 0 0,-1-1 1 0 0,0 0 0 0 0,0 0-1 0 0,1 0 1 0 0,-1 0-1 0 0,0 0 1 0 0,0 1 0 0 0,1-1-1 0 0,-1 0 1 0 0,0 0-1 0 0,1 0 1 0 0,-1 0-1 0 0,0 0 1 0 0,0 0 0 0 0,1 0-1 0 0,-1 0 1 0 0,0 0-1 0 0,1 0 1 0 0,-1 0 0 0 0,0 0-1 0 0,1 0 1 0 0,-1 0-1 0 0,0 0 1 0 0,0 0 0 0 0,1 0-1 0 0,-1 0 1 0 0,0-1-1 0 0,0 1 1 0 0,1 0-1 0 0,-1 0 1 0 0,0 0 0 0 0,0 0-1 0 0,1-1 1 0 0,-1 1-1 0 0,0 0 1 0 0,0 0 0 0 0,1-1-1 0 0,29-39 543 0 0,2 2 1 0 0,37-34-1 0 0,-54 57-438 0 0,1 1 1 0 0,1 0-1 0 0,1 1 0 0 0,-1 1 1 0 0,2 1-1 0 0,0 1 0 0 0,33-13 1 0 0,-50 22-135 0 0,0 0 0 0 0,1 0 0 0 0,-1 0 0 0 0,1 0 1 0 0,-1 1-1 0 0,1-1 0 0 0,-1 1 0 0 0,1 0 0 0 0,-1 0 0 0 0,1 0 1 0 0,-1 0-1 0 0,1 0 0 0 0,-1 1 0 0 0,1-1 0 0 0,-1 1 0 0 0,1-1 0 0 0,-1 1 1 0 0,0 0-1 0 0,1 0 0 0 0,-1 0 0 0 0,0 0 0 0 0,0 1 0 0 0,0-1 1 0 0,1 1-1 0 0,-1-1 0 0 0,-1 1 0 0 0,1-1 0 0 0,0 1 0 0 0,0 0 0 0 0,-1 0 1 0 0,1 0-1 0 0,-1 0 0 0 0,1 0 0 0 0,-1 1 0 0 0,0-1 0 0 0,0 0 1 0 0,0 0-1 0 0,0 1 0 0 0,0-1 0 0 0,-1 1 0 0 0,1-1 0 0 0,-1 3 0 0 0,4 15 71 0 0,-1 0-1 0 0,-1-1 0 0 0,-1 1 0 0 0,-2 28 1 0 0,0-23-18 0 0,1 24-59 0 0,-2-24-15 0 0,1-1-1 0 0,2 1 1 0 0,0 0 0 0 0,2-1-1 0 0,1 1 1 0 0,0-1-1 0 0,12 35 1 0 0,-15-57-1 0 0,1 0 0 0 0,-1 0 0 0 0,0 0 0 0 0,0-1 0 0 0,1 1 0 0 0,-1 0 0 0 0,1 0 0 0 0,-1-1 0 0 0,1 1 0 0 0,0-1 0 0 0,0 0 0 0 0,-1 1 0 0 0,1-1 0 0 0,0 0 0 0 0,0 0 0 0 0,0 0 0 0 0,0 0 0 0 0,1-1 0 0 0,-1 1 0 0 0,0 0 0 0 0,4 0 0 0 0,20 1 0 0 0,-12-4-1 0 0,-1 0 1 0 0,0-1-1 0 0,0-1 1 0 0,0 0-1 0 0,0 0 1 0 0,0-1-1 0 0,-1-1 1 0 0,0 0-1 0 0,0-1 1 0 0,17-12-1 0 0,17-16-704 0 0,47-46 0 0 0,-67 58 9 0 0,331-330-15277 0 0,-308 297 10743 0 0,-4-4-2366 0 0</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58.916"/>
    </inkml:context>
    <inkml:brush xml:id="br0">
      <inkml:brushProperty name="width" value="0.035" units="cm"/>
      <inkml:brushProperty name="height" value="0.035" units="cm"/>
    </inkml:brush>
  </inkml:definitions>
  <inkml:trace contextRef="#ctx0" brushRef="#br0">148 1 14989 0 0,'0'0'511'0'0,"3"5"22"0"0,63 100 2071 0 0,-10-21-1394 0 0,-9 2-526 0 0,-4 2 0 0 0,-3 1 0 0 0,-4 2 0 0 0,-5 2 0 0 0,-3 1 0 0 0,-5 1-1 0 0,13 106 1 0 0,-29-126-320 0 0,-3-1 0 0 0,-3 1-1 0 0,-3-1 1 0 0,-4 1-1 0 0,-2-1 1 0 0,-4 0 0 0 0,-31 102-1 0 0,23-111-685 0 0,-3-1 0 0 0,-3 0-1 0 0,-2-2 1 0 0,-3-2-1 0 0,-3 0 1 0 0,-2-3-1 0 0,-3 0 1 0 0,-58 64 0 0 0,86-110-461 0 0,0 0 1 0 0,-1 0 0 0 0,0-1 0 0 0,-15 9 0 0 0,23-16 255 0 0,0-1 1 0 0,0 0 0 0 0,0 0 0 0 0,0-1-1 0 0,0 1 1 0 0,0-1 0 0 0,-1 0 0 0 0,-7 1-1 0 0,10-1 138 0 0,1-1-1 0 0,-1 0 1 0 0,0-1-1 0 0,0 1 1 0 0,0 0-1 0 0,1 0 1 0 0,-1-1-1 0 0,0 1 1 0 0,0-1-1 0 0,1 0 1 0 0,-1 1-1 0 0,0-1 1 0 0,1 0-1 0 0,-1 0 1 0 0,1 0-1 0 0,-1 0 1 0 0,1 0-1 0 0,-1 0 1 0 0,1-1-1 0 0,0 1 1 0 0,-2-3-1 0 0,-5-12-5863 0 0</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2:59.181"/>
    </inkml:context>
    <inkml:brush xml:id="br0">
      <inkml:brushProperty name="width" value="0.035" units="cm"/>
      <inkml:brushProperty name="height" value="0.035" units="cm"/>
    </inkml:brush>
  </inkml:definitions>
  <inkml:trace contextRef="#ctx0" brushRef="#br0">5470 0 12985 0 0,'-13'12'195'0'0,"-1"0"-1"0"0,0-1 0 0 0,0-1 1 0 0,-1 0-1 0 0,0-1 1 0 0,-21 9-1 0 0,-108 37 979 0 0,111-43-897 0 0,-213 66 2286 0 0,-498 89 0 0 0,-274-46-388 0 0,139-59-979 0 0,-568 61 562 0 0,1399-117-1729 0 0,-113 14-149 0 0,-303 77 1 0 0,452-93-370 0 0,-75 27-560 0 0,49-7-2258 0 0,34-21 2095 0 0,1 0-1 0 0,-1 1 0 0 0,1 0 1 0 0,0-1-1 0 0,0 1 0 0 0,-5 7 0 0 0</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3:01.169"/>
    </inkml:context>
    <inkml:brush xml:id="br0">
      <inkml:brushProperty name="width" value="0.035" units="cm"/>
      <inkml:brushProperty name="height" value="0.035" units="cm"/>
    </inkml:brush>
  </inkml:definitions>
  <inkml:trace contextRef="#ctx0" brushRef="#br0">0 196 12593 0 0,'45'-194'4421'0'0,"-45"192"-2942"0"0,1 11-985 0 0,21 236 1109 0 0,77 353 3 0 0,-36-231-3249 0 0,-53-297 258 0 0,-6-40-3042 0 0,-1-8-4003 0 0</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3:01.297"/>
    </inkml:context>
    <inkml:brush xml:id="br0">
      <inkml:brushProperty name="width" value="0.035" units="cm"/>
      <inkml:brushProperty name="height" value="0.035" units="cm"/>
    </inkml:brush>
  </inkml:definitions>
  <inkml:trace contextRef="#ctx0" brushRef="#br0">1 821 9045 0 0,'15'-38'118'0'0,"1"0"0"0"0,2 1 1 0 0,1 1-1 0 0,45-61 0 0 0,113-118 872 0 0,-116 147-1191 0 0,-3-2 0 0 0,51-81 1 0 0,-106 145-38 0 0,0 3-133 0 0,-1 0 1 0 0,0 0-1 0 0,0 0 0 0 0,-1-1 1 0 0,1 1-1 0 0,-1 0 1 0 0,1-1-1 0 0,-1 1 0 0 0,0-1 1 0 0,0 0-1 0 0,-1 1 0 0 0,1-1 1 0 0,-1-7-1 0 0,-2 2-2370 0 0</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3:01.482"/>
    </inkml:context>
    <inkml:brush xml:id="br0">
      <inkml:brushProperty name="width" value="0.035" units="cm"/>
      <inkml:brushProperty name="height" value="0.035" units="cm"/>
    </inkml:brush>
  </inkml:definitions>
  <inkml:trace contextRef="#ctx0" brushRef="#br0">1 0 7677 0 0,'12'3'984'0'0,"4"3"-184"0"0,-3-3-112 0 0,6-3-148 0 0,7 5-304 0 0,-10-2-44 0 0,3 0-92 0 0,0 0-312 0 0,4 0-420 0 0,-1 0-636 0 0,-3 2-652 0 0,0 1-525 0 0,-3 0-439 0 0</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3:01.835"/>
    </inkml:context>
    <inkml:brush xml:id="br0">
      <inkml:brushProperty name="width" value="0.035" units="cm"/>
      <inkml:brushProperty name="height" value="0.035" units="cm"/>
    </inkml:brush>
  </inkml:definitions>
  <inkml:trace contextRef="#ctx0" brushRef="#br0">126 92 7129 0 0,'2'-1'110'0'0,"-1"0"0"0"0,1 0 0 0 0,0 1 0 0 0,-1-1 0 0 0,1 1 0 0 0,-1-1 1 0 0,1 1-1 0 0,0 0 0 0 0,-1-1 0 0 0,1 1 0 0 0,0 0 0 0 0,-1 0 0 0 0,1 0 0 0 0,0 0 1 0 0,-1 1-1 0 0,1-1 0 0 0,0 0 0 0 0,-1 1 0 0 0,1-1 0 0 0,0 1 0 0 0,-1 0 0 0 0,1-1 1 0 0,-1 1-1 0 0,3 1 0 0 0,-2 0 44 0 0,0 1 0 0 0,0-1 1 0 0,0 0-1 0 0,-1 1 0 0 0,1-1 1 0 0,0 1-1 0 0,-1-1 0 0 0,0 1 0 0 0,0 0 1 0 0,1-1-1 0 0,-2 1 0 0 0,3 6 0 0 0,-2-2 72 0 0,0 1 0 0 0,0-1-1 0 0,0 1 1 0 0,-1-1 0 0 0,0 1 0 0 0,0-1-1 0 0,-1 0 1 0 0,0 1 0 0 0,-1-1-1 0 0,-3 14 1 0 0,1-15-111 0 0,1 0-1 0 0,-1 0 1 0 0,0 0-1 0 0,0 0 1 0 0,-1-1-1 0 0,-6 7 1 0 0,10-10-83 0 0,-1-1-1 0 0,0 1 1 0 0,0 0-1 0 0,0-1 1 0 0,0 0-1 0 0,0 1 1 0 0,0-1-1 0 0,0 0 1 0 0,0 0-1 0 0,-1 0 1 0 0,1 0-1 0 0,-1 0 1 0 0,1-1-1 0 0,0 1 1 0 0,-1-1-1 0 0,1 1 1 0 0,-1-1-1 0 0,1 0 1 0 0,-1 0 0 0 0,1 0-1 0 0,-1 0 1 0 0,1-1-1 0 0,-1 1 1 0 0,-2-1-1 0 0,0-2-8 0 0,0 0 0 0 0,-1-1 0 0 0,1 1-1 0 0,1-1 1 0 0,-1 0 0 0 0,0 0 0 0 0,1 0 0 0 0,0-1-1 0 0,0 1 1 0 0,0-1 0 0 0,1 0 0 0 0,0 0 0 0 0,0-1-1 0 0,0 1 1 0 0,0-1 0 0 0,1 1 0 0 0,0-1 0 0 0,0 0-1 0 0,-1-9 1 0 0,-1 3 5 0 0,1-1-1 0 0,0 1 1 0 0,1-1-1 0 0,0 0 0 0 0,1 0 1 0 0,1 0-1 0 0,0-1 1 0 0,1 1-1 0 0,0 0 1 0 0,1 0-1 0 0,6-23 1 0 0,-7 34-13 0 0,-1 2-13 0 0,0-1-1 0 0,0 1 1 0 0,1-1 0 0 0,-1 1-1 0 0,0-1 1 0 0,0 1-1 0 0,0 0 1 0 0,1-1 0 0 0,-1 1-1 0 0,0-1 1 0 0,0 1 0 0 0,1 0-1 0 0,-1-1 1 0 0,0 1-1 0 0,1 0 1 0 0,-1-1 0 0 0,1 1-1 0 0,-1 0 1 0 0,0 0-1 0 0,1 0 1 0 0,-1-1 0 0 0,1 1-1 0 0,-1 0 1 0 0,1 0 0 0 0,-1 0-1 0 0,1 0 1 0 0,-1 0-1 0 0,0-1 1 0 0,1 1 0 0 0,-1 0-1 0 0,1 0 1 0 0,-1 0-1 0 0,1 0 1 0 0,-1 0 0 0 0,1 1-1 0 0,-1-1 1 0 0,1 0 0 0 0,-1 0-1 0 0,1 0 1 0 0,-1 0-1 0 0,0 0 1 0 0,1 1 0 0 0,-1-1-1 0 0,1 0 1 0 0,-1 0-1 0 0,0 1 1 0 0,1-1 0 0 0,0 1-1 0 0,144 83 93 0 0,52 26 8 0 0,-166-95-37 0 0,-11-5-188 0 0,0-1-1 0 0,0 0 1 0 0,1-2-1 0 0,33 8 0 0 0,-48-14-163 0 0,1 0-1 0 0,0-1 1 0 0,0 1-1 0 0,0-2 1 0 0,-1 1-1 0 0,1-1 1 0 0,0 0-1 0 0,0 0 1 0 0,-1-1-1 0 0,1 1 1 0 0,-1-2-1 0 0,1 1 1 0 0,-1-1-1 0 0,0 0 0 0 0,0 0 1 0 0,0-1-1 0 0,0 1 1 0 0,10-10-1 0 0,-1-1-784 0 0,-1 0 0 0 0,0-1-1 0 0,-1-1 1 0 0,-1 0 0 0 0,14-23-1 0 0,1-12-1657 0 0</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3:02.239"/>
    </inkml:context>
    <inkml:brush xml:id="br0">
      <inkml:brushProperty name="width" value="0.035" units="cm"/>
      <inkml:brushProperty name="height" value="0.035" units="cm"/>
    </inkml:brush>
  </inkml:definitions>
  <inkml:trace contextRef="#ctx0" brushRef="#br0">574 132 6941 0 0,'-3'-24'498'0'0,"-1"-1"1"0"0,-14-45-1 0 0,11 57 31 0 0,-2 16 121 0 0,-5 23 28 0 0,14-26-681 0 0,-11 29 338 0 0,0 0 0 0 0,2 1 0 0 0,1 0-1 0 0,-5 42 1 0 0,-5 128 673 0 0,16-155-749 0 0,-10 191 845 0 0,12-1 1 0 0,37 307 0 0 0,-25-452-821 0 0,0-7 571 0 0,3 156-1 0 0,-14-272-834 0 0,-2 1-1 0 0,-7-60 1 0 0,6 79-25 0 0,0 0 0 0 0,-1 0-1 0 0,-1 0 1 0 0,0 0 0 0 0,0 1 0 0 0,-2 0 0 0 0,1 0 0 0 0,-1 0 0 0 0,-1 1-1 0 0,-14-20 1 0 0,17 27 0 0 0,-1 0 1 0 0,1 0-1 0 0,-1 0 0 0 0,1 1 0 0 0,-1 0 0 0 0,0 0 0 0 0,-1 0 0 0 0,1 0 0 0 0,0 1 1 0 0,-1 0-1 0 0,1 0 0 0 0,-1 0 0 0 0,0 0 0 0 0,0 1 0 0 0,-8 0 0 0 0,3 0 0 0 0,1 1-1 0 0,-1 1 1 0 0,0 0 0 0 0,1 0-1 0 0,-1 1 1 0 0,0 1-1 0 0,1-1 1 0 0,-11 6-1 0 0,2 0 0 0 0,0 0-1 0 0,1 2 1 0 0,0 0-1 0 0,1 1 1 0 0,0 1-1 0 0,1 0 0 0 0,0 1 1 0 0,-22 24-1 0 0,31-28 12 0 0,0-1-1 0 0,1 1 0 0 0,0 0 0 0 0,0 1 1 0 0,1-1-1 0 0,1 1 0 0 0,-1 0 0 0 0,2 0 1 0 0,-1 1-1 0 0,1-1 0 0 0,1 1 0 0 0,0-1 1 0 0,1 1-1 0 0,-1 12 0 0 0,2-17 0 0 0,0 1 0 0 0,1 0 0 0 0,0-1 0 0 0,0 1-1 0 0,1-1 1 0 0,-1 0 0 0 0,1 1 0 0 0,1-1 0 0 0,-1 0 0 0 0,1 0 0 0 0,0 0-1 0 0,1-1 1 0 0,-1 1 0 0 0,1-1 0 0 0,0 0 0 0 0,0 0 0 0 0,1 0-1 0 0,0 0 1 0 0,0-1 0 0 0,0 0 0 0 0,0 0 0 0 0,0 0 0 0 0,1 0 0 0 0,8 3-1 0 0,-4-2-263 0 0,1 0-1 0 0,-1-1 0 0 0,1 0 1 0 0,0-1-1 0 0,0 0 0 0 0,0-1 1 0 0,21 2-1 0 0,-21-4-926 0 0,0 0 0 0 0,0-1 0 0 0,0-1-1 0 0,0 1 1 0 0,-1-1 0 0 0,1-1 0 0 0,0 0 0 0 0,12-6 0 0 0,-1 0-2702 0 0</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09-21T03:13:03.323"/>
    </inkml:context>
    <inkml:brush xml:id="br0">
      <inkml:brushProperty name="width" value="0.035" units="cm"/>
      <inkml:brushProperty name="height" value="0.035" units="cm"/>
    </inkml:brush>
  </inkml:definitions>
  <inkml:trace contextRef="#ctx0" brushRef="#br0">2822 491 8313 0 0,'0'0'162'0'0,"4"-1"35"0"0,-1 1-43 0 0,0-1 1 0 0,0 0-1 0 0,0 0 1 0 0,0 0-1 0 0,0 0 0 0 0,-1 0 1 0 0,1-1-1 0 0,0 1 0 0 0,-1-1 1 0 0,1 0-1 0 0,-1 1 0 0 0,1-1 1 0 0,-1 0-1 0 0,0-1 1 0 0,3-3-1 0 0,-4 5-69 0 0,0 0-1 0 0,0 0 1 0 0,0-1 0 0 0,0 1-1 0 0,0-1 1 0 0,-1 1-1 0 0,1 0 1 0 0,-1-1 0 0 0,1 0-1 0 0,-1 1 1 0 0,1-1 0 0 0,-1 1-1 0 0,0-1 1 0 0,0 1 0 0 0,0-1-1 0 0,0 0 1 0 0,0 1 0 0 0,0-1-1 0 0,0 1 1 0 0,0-1 0 0 0,-1 0-1 0 0,1 1 1 0 0,-1-1-1 0 0,1 1 1 0 0,-1-1 0 0 0,1 1-1 0 0,-1-1 1 0 0,0 1 0 0 0,0 0-1 0 0,0-1 1 0 0,-1 0 0 0 0,1 1-45 0 0,-1 0 1 0 0,0 1 0 0 0,0-1 0 0 0,1 1 0 0 0,-1-1-1 0 0,0 1 1 0 0,0-1 0 0 0,0 1 0 0 0,0 0-1 0 0,0 0 1 0 0,1 0 0 0 0,-1 0 0 0 0,0 1 0 0 0,0-1-1 0 0,0 0 1 0 0,-3 2 0 0 0,-29 7 177 0 0,32-9-211 0 0,-26 12 119 0 0,1 1 1 0 0,0 0 0 0 0,0 2 0 0 0,1 2-1 0 0,1 0 1 0 0,1 1 0 0 0,1 2 0 0 0,-29 30-1 0 0,48-46-91 0 0,-13 12 129 0 0,0 1 0 0 0,-23 32 0 0 0,37-45-108 0 0,1 0 0 0 0,-1-1 0 0 0,1 1 0 0 0,0 0-1 0 0,0 1 1 0 0,0-1 0 0 0,0 0 0 0 0,1 0-1 0 0,-1 1 1 0 0,1-1 0 0 0,0 1 0 0 0,1-1-1 0 0,-1 1 1 0 0,1 0 0 0 0,0-1 0 0 0,0 1 0 0 0,0-1-1 0 0,1 1 1 0 0,0 0 0 0 0,1 6 0 0 0,-1-9-15 0 0,1 1 0 0 0,-1-1 0 0 0,1 1 0 0 0,-1-1 0 0 0,1 1 0 0 0,0-1 1 0 0,0 0-1 0 0,0 0 0 0 0,0 0 0 0 0,0 0 0 0 0,0 0 0 0 0,0-1 0 0 0,1 1 1 0 0,-1-1-1 0 0,1 1 0 0 0,4 1 0 0 0,-1-1 17 0 0,1 0-1 0 0,0 0 1 0 0,0-1 0 0 0,1 1-1 0 0,-1-1 1 0 0,10-1 0 0 0,7 0 67 0 0,0-2 0 0 0,43-8 0 0 0,-33 2-46 0 0,0-1 0 0 0,0-2 1 0 0,-1-1-1 0 0,-1-2 0 0 0,39-21 0 0 0,-2-7 1198 0 0,74-59 0 0 0,-140 100-1207 0 0,-1-1 1 0 0,0 1-1 0 0,0 0 1 0 0,1-1-1 0 0,-1 1 0 0 0,1 0 1 0 0,-1 1-1 0 0,1-1 1 0 0,0 0-1 0 0,-1 1 1 0 0,1-1-1 0 0,0 1 1 0 0,-1 0-1 0 0,5 0 0 0 0,-4 0 62 0 0,3 4 1 0 0,0-1-1 0 0,0 0 0 0 0,0 0 1 0 0,1 0-1 0 0,-1-1 0 0 0,9 3 1 0 0,-12-5 8 0 0,3-1-12 0 0,15-3 4 0 0,0-2 1 0 0,27-11-1 0 0,-32 11-62 0 0,1 0 0 0 0,0 0 0 0 0,0 2 0 0 0,0 0 0 0 0,29-2 0 0 0,-36 6-45 0 0,0 2 0 0 0,1-1 0 0 0,-1 1 0 0 0,0 1 0 0 0,15 5 0 0 0,-14-4 2 0 0,-1-1 0 0 0,1 0-1 0 0,20 2 1 0 0,-13-5-18 0 0,1-1 1 0 0,0 0-1 0 0,-1-2 1 0 0,1 0-1 0 0,-1-1 1 0 0,0-1-1 0 0,0 0 1 0 0,0-1-1 0 0,-1-2 0 0 0,0 1 1 0 0,0-2-1 0 0,-1 0 1 0 0,0-1-1 0 0,-1-1 1 0 0,20-17-1 0 0,4-7-18 0 0,-2-1 0 0 0,-2-2-1 0 0,-1-1 1 0 0,36-55 0 0 0,62-91-82 0 0,-109 158 27 0 0,-23 27 62 0 0,0 0 0 0 0,1 0 0 0 0,-1 0 0 0 0,0 0 0 0 0,1 0 0 0 0,-1 0 0 0 0,0 0 0 0 0,0 0 0 0 0,1 0 0 0 0,-1 0 0 0 0,0 0-1 0 0,1 0 1 0 0,-1 0 0 0 0,0 0 0 0 0,0 0 0 0 0,1 0 0 0 0,-1 0 0 0 0,0 0 0 0 0,1 1 0 0 0,-1-1 0 0 0,0 0 0 0 0,0 0 0 0 0,0 0 0 0 0,1 0 0 0 0,-1 1 0 0 0,0-1 0 0 0,0 0 0 0 0,1 0 0 0 0,-1 0 0 0 0,0 1 0 0 0,0-1 0 0 0,0 0 0 0 0,0 0-1 0 0,0 1 1 0 0,1-1 0 0 0,-1 0 0 0 0,0 0 0 0 0,0 1 0 0 0,0-1 0 0 0,0 0 0 0 0,0 1 0 0 0,0-1 0 0 0,0 0 0 0 0,0 0 0 0 0,0 1 0 0 0,0-1 0 0 0,0 0 0 0 0,0 1 0 0 0,-4 64-56 0 0,1-36 57 0 0,3-14-2 0 0,0 0-1 0 0,0 0 1 0 0,1-1 0 0 0,1 1 0 0 0,1 0 0 0 0,0-1 0 0 0,1 1-1 0 0,0-1 1 0 0,1 0 0 0 0,13 25 0 0 0,-9-24 8 0 0,2 1-1 0 0,-1-2 1 0 0,2 1 0 0 0,0-2-1 0 0,0 0 1 0 0,2 0 0 0 0,-1-1-1 0 0,27 18 1 0 0,31 14 18 0 0,96 45 0 0 0,-98-55-22 0 0,123 82 0 0 0,-186-112-3 0 0,0 0-1 0 0,0 0 1 0 0,-1 1 0 0 0,1-1 0 0 0,-1 1-1 0 0,-1 1 1 0 0,1-1 0 0 0,-1 1 0 0 0,1 0-1 0 0,4 10 1 0 0,-9-15 1 0 0,0 0 0 0 0,0 0 0 0 0,0 0 0 0 0,0 0 1 0 0,0 0-1 0 0,0 0 0 0 0,0 0 0 0 0,0 0 0 0 0,0 0 0 0 0,-1 1 0 0 0,1-1 0 0 0,0 0 0 0 0,-1 0 1 0 0,1 0-1 0 0,-1 0 0 0 0,1 0 0 0 0,-1 0 0 0 0,1-1 0 0 0,-1 1 0 0 0,0 0 0 0 0,0 0 0 0 0,1 0 0 0 0,-1-1 1 0 0,0 1-1 0 0,0 0 0 0 0,0-1 0 0 0,0 1 0 0 0,0 0 0 0 0,-1 0 0 0 0,1-1 1 0 0,-16 12-2 0 0,-1-2 1 0 0,0 0-1 0 0,0-1 0 0 0,-1-1 1 0 0,0 0-1 0 0,-35 7 0 0 0,-22 11-7 0 0,-63 30-1 0 0,23-7 11 0 0,-1-5 0 0 0,-136 31 0 0 0,-862 158 101 0 0,95 8-77 0 0,7 53-15 0 0,988-286-48 0 0,-354 131 67 0 0,320-113-622 0 0,0 3 1 0 0,2 3 0 0 0,-106 77-1 0 0,142-91-625 0 0,0 1 0 0 0,1 0-1 0 0,-18 25 1 0 0,19-20-2167 0 0,1 2-1 0 0,-24 44 1 0 0,17-23-3016 0 0</inkml:trace>
</inkml:ink>
</file>

<file path=ppt/ink/ink16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5-09-21T03:38:10.561"/>
    </inkml:context>
    <inkml:brush xml:id="br0">
      <inkml:brushProperty name="width" value="0.05292" units="cm"/>
      <inkml:brushProperty name="height" value="0.05292" units="cm"/>
      <inkml:brushProperty name="color" value="#FF0000"/>
    </inkml:brush>
  </inkml:definitions>
  <inkml:trace contextRef="#ctx0" brushRef="#br0">3874 2123 2381 0,'-2'-17'247'0,"-1"0"-60"0,3 3-33 0,0-1 20 0,-1 6-25 15,-1-4 16-15,0 4 0 0,2-3-5 0,-2 6 24 16,2 6 2-16,-4-14 0 0,4 9-9 16,0 5-15-16,-1-10-16 0,1 10-17 15,0 0-14-15,-2-9-11 0,2 9-14 16,0 0-8-16,0 0-6 0,5 44-4 0,3-5-5 16,0 19-2-16,3 10-2 0,5 26 29 15,2 10-3-15,0 7 37 0,0 7-17 16,-2 4-15-16,-1 6 0 0,0 7 29 0,-2 5-4 15,1 3-7-15,-3 0-2 0,0 3 21 16,0 4 9-16,-6-6 8 0,-1-3-4 0,-1-1 5 16,-1-3 9-16,-2-7 0 0,2-4 8 15,-7-3 2-15,-3-5-93 0,3-7-75 16,-1-4 0-16,-2-3 0 0,0-5 0 0,5-19 0 16,-3 0 0-16,4 0 0 0,-1-5 0 15,1-2 0-15,2-4 0 0,-3-4 0 16,6 1 0-16,-1-10 0 0,3 0 0 15,1-3 0-15,-3-10 0 0,5-1 0 0,0-3 0 16,1-4 0-16,-1-1 0 0,-1-5 0 16,2-7 0-16,-4-3 0 0,1-4 0 0,1 1 0 15,-1-2 0-15,4-3 0 0,-1 1 0 16,5-4 0-16,6-1 0 0,1-7 0 0,8 0 0 16,14-4 0-16,13-7 0 0,3-3 0 15,2-1 0-15,2-2 0 0,1-3 0 0,-1 1 0 16,-4 2 0-16,-5 3 0 0,-16 4 0 15,-4-1 0-15,-9 8 0 0,-6-2 0 16,-4 1 0-16,-3 1 0 0,-3 3 0 0,-9 0 0 16,0 0 0-16,11 7 0 0,-11-7 0 15,-3 7 0-15,3-7-581 0,0 0-261 16,0 0-63-16,-42-29 71 0,15-7-876 0,-7-11-1145 16</inkml:trace>
  <inkml:trace contextRef="#ctx0" brushRef="#br0" timeOffset="447.85">3771 1966 4814 0,'-10'-7'-187'0,"-1"-1"27"0,3 3 17 0,2 0 17 0,6 5 16 0,-5-9 27 0,5 9 30 16,0 0 16-16,2-10 17 0,7 5 4 0,5-4 6 16,16-3 0-16,6 2 3 0,0 0-2 15,9 3 2-15,-6 2-2 0,-1 0 6 0,-5 1-15 16,-8 4-33-16,-6 0-39 0,-1 2-42 15,-4 0-66-15,-3 3-105 16,-3-2-208-16,0 4-18 0,-4-2-149 0,-2 4-172 16</inkml:trace>
  <inkml:trace contextRef="#ctx0" brushRef="#br0" timeOffset="1397.82">9488 2021 2167 0,'-15'-7'163'0,"5"2"-7"0,2 1 11 0,4-2-11 0,3-1-11 0,1 0-13 0,3-2-13 16,6-4 13-16,0-3-13 0,4 3-7 15,8-6-8-15,2 2-10 0,2 3-4 0,-3 4-16 16,-1 5-7-16,-1 5-1 0,-2 3-7 16,4 6-1-16,3 13-1 0,-1 16 5 15,-7 17 19-15,-3 12 40 0,-5 27-2 16,0 16 28-16,0 4 6 0,0 8-2 0,4 2 1 16,6 4-6-16,8 1 21 0,5-1 22 15,1 2 8-15,5-2 9 0,-1-3 5 0,4-2 5 16,-1-4-10-16,-2-4-5 0,1-3-21 15,-5-4-11-15,-2-3-9 0,-1 0-19 16,-5-3-11-16,-4-3-8 0,-6-5-14 0,-7-18-8 16,0-6-10-16,-12 0-61 0,-3-3-29 15,-5-2 0-15,-4-4 0 0,-6-2 0 16,-4-6 0-16,-1-3 0 0,-9-7 0 0,-1-4 0 16,-10-8 0-16,-1-6 0 0,-5-7 0 15,-3-5 0-15,-4-7 0 0,7-4 0 0,1-2 0 16,1-2 0-16,1-4 0 15,1 2 0-15,5 0 0 0,2 1 0 0,5-3 0 16,9 5 0-16,4-2 0 0,9 1 0 16,-2 2 0-16,3-4 0 0,6 4 0 0,-4-2 0 15,11 2 0-15,-13-2 0 0,13 2 0 16,0 0 0-16,-1 10 0 0,1-10 0 0,14 17 0 16,-2-9-550-16,7 0-444 0,0 0 97 15,14 1-1058-15,-1 2-1376 0</inkml:trace>
  <inkml:trace contextRef="#ctx0" brushRef="#br0" timeOffset="1880.22">10736 4805 5719 0,'-10'-13'-7'0,"1"4"1"0,2 4 3 0,-4 4 18 0,11 1 47 0,-11 8 52 0,4 4 59 0,-2 7 16 0,-1 12 21 15,0 6 0-15,5 2-4 16,1 2 2-16,4 3-14 0,4-3-12 0,0 2-14 16,1-1-10-16,6-5-24 0,1 0-9 15,3-7-13-15,4 1-84 0,3-9-28 0,-2-3 0 16,3-9 0-16,-2-5 0 0,1-5 0 15,5-1 0-15,10-11 0 0,-4-4 0 0,3-11 0 16,-4-7 0-16,-2-2 0 0,-5-6 0 16,-4-1 0-16,-2 4 0 0,-1 10 0 0,-7 7 0 15,-4 5 0-15,0 5 0 0,0 1 0 16,-2 6 0-16,-5 5 0 0,0 0 0 0,0 0 0 16,13 33 0-16,-7-11 0 0,0 14 0 15,0 5 0-15,1 11 0 0,4-2 0 16,0 4 0-16,-2 1 0 0,0 1 0 0,3-4 0 15,-3-3 0-15,1-9 0 0,-2-5 0 16,-1-3 0-16,1-10 0 0,-7-5 0 16,3-3 0-16,-2-4 0 0,5-6 0 0,-2-4 0 15,-5 0-348-15,19-21-426 0,-2-4-148 16,12-18 74-16,-1-10 90 0,12-20-786 16,4-4-989-16</inkml:trace>
  <inkml:trace contextRef="#ctx0" brushRef="#br0" timeOffset="2231.86">11798 4855 4397 0,'4'-8'90'15,"-2"2"50"-15,-2 6 28 0,0 0 37 16,0 0 63-16,0 0 46 0,0 0 35 0,-37 30 10 16,18-5-2-16,1 4-20 15,0 3-29-15,-5 7-33 0,4 4-24 0,6-7-25 16,-7 9-79-16,7-10-147 0,-2 9 0 16,3-8 0-16,1-2 0 0,-1-1 0 0,1 1 0 15,0-4 0-15,-3-1 0 0,1 0 0 16,1-9 0-16,1-5-77 0,2-4-182 0,3-6-3 15,-4-5 4-15,10 0 21 16,-13-20 23-16,3-11 24 0,3-11 32 0,1-18 43 16,5 0 42-16,6 2 44 0,1 4 43 15,-3 16 36-15,1 11 19 0,2 8 14 0,-2 4 55 16,2 6 53-16,-1 3 35 0,3 4 10 16,-8 2 5-16,19 5-8 0,-6 0-6 15,3 7-63-15,5 9-164 0,1-1 0 0,1 3 0 16,0-1 0-16,-1 1 0 0,-2-2 0 15,1 1 0-15,4 1 0 0,-2-4 0 0,-1-2 0 16,-2-5 0-16,-6-2-495 0,0-3-149 16,-3-3-114-16,1-6-91 0,0 0 78 0,0-6-819 15,13-9-1030-15</inkml:trace>
  <inkml:trace contextRef="#ctx0" brushRef="#br0" timeOffset="2563.86">12114 4971 4271 0,'9'-23'25'0,"-1"6"77"15,-2 5 45-15,0 0 42 0,-5 5 43 0,3 3 77 16,-4 4 57-16,0 0 40 15,0 0 27-15,0 0-2 0,0 0-15 0,0 0-26 16,-2 32-30-16,2-23-246 0,0 2-114 16,4 0 0-16,0 1 0 0,2 1 0 0,2-2 0 15,1 1 0-15,0-4 0 0,3-1 0 16,-1-2 0-16,3-5 0 0,3-2 0 0,2-3 0 16,11-7 0-16,-3-3 0 0,2-4 0 15,-2-3 0-15,-3-2 0 0,1 2 0 16,-6 0 0-16,-2 9 0 0,-5 1 0 0,-3 6 0 15,-2 0 0-15,0 6 0 0,-7 0 0 16,5 14 0-16,-3-1 0 0,-4 12 0 0,0 18 0 16,-6 13 0-16,3 4 0 0,-5 2 0 15,7 2 0-15,-3 2 0 0,3 1 0 16,8-4 0-16,-1-5 0 0,-2-17 0 0,-1-3 0 16,-1-12 0-16,2-5 0 0,0-6 0 15,-2-5 0-15,0-4 0 0,0-6 0 16,0 0-111-16,0 0-907 0,0 0 87 0,-11-33 95 15,-1 6-965-15,-5 1-1229 16</inkml:trace>
  <inkml:trace contextRef="#ctx0" brushRef="#br0" timeOffset="3496.93">2275 3785 4516 0,'0'0'203'0,"0"0"-104"0,-6-6-8 0,6 6 35 0,0 0 4 0,-25 23 9 0,6 2 12 16,-3 1 12-16,-5 10-14 0,-3-1 15 15,1 1 18-15,0 4-23 0,4-4-18 16,4-7-6-16,1 0-19 0,2-1-13 0,4-7-8 15,1-1-8-15,4-6-8 0,4-6-4 16,-2-1 2-16,3-2 8 0,4-5-8 0,0 0-8 16,0 0-10-16,-1-35-7 0,6-5-2 15,5-14-14-15,1-5-4 0,5-3-6 16,4 2-4-16,-4 4-4 0,3 10-2 0,-2 15-3 16,-1 2-6-16,-3 14 0 0,0 5-3 15,1 5 1-15,-3 6 0 0,6 4 1 0,6 10 0 16,3 3 5-16,3 3-7 0,8 7 1 15,3 1 8-15,1 0-3 0,7-2 1 16,1-2-4-16,3 0 1 0,0-2 1 16,-7-9-5-16,-8-3 3 0,-7-1-1 0,-6-2 3 15,-6-5 4-15,-3 0 5 0,-5-3 0 16,-10 0 0-16,0 0-5 0,11-10 13 16,-11 10-1-16,-17-16 4 0,-2 7-3 0,-12-1-2 15,-5 0-4-15,-6 5-3 0,-2 3-4 16,-2 4-4-16,-1 1-3 0,1 5-2 0,4 0 3 15,1-2-5-15,4 5-2 0,10-6-24 16,7 0-71-16,0 0-93 0,7 1-91 16,0-5-115-16,1 3-144 0,3-4-276 15,9 0-25-15,-14-8 88 0,9 2-693 16,5-2-893-16</inkml:trace>
  <inkml:trace contextRef="#ctx0" brushRef="#br0" timeOffset="4396.76">15975 2602 4465 0,'1'-4'237'0,"-1"4"-42"0,2-6-18 0,-2 6-22 0,0 0-11 15,0 0 54-15,2 31-10 0,-2-12-13 16,0 7-17-16,0 0-11 0,0 11-17 16,3-1-2-16,1 0-22 0,-2-7-7 0,-2-2-16 15,1-4-69-15,-1-3-92 0,2-3-103 16,0 1-109-16,-2-5-106 0,2-4-120 0,-2-2-137 16,0-3-67-16,0-4 63 0,0 0-468 15,0 0-594-15</inkml:trace>
  <inkml:trace contextRef="#ctx0" brushRef="#br0" timeOffset="4746.6">16059 2513 3027 0,'2'-25'51'0,"-1"3"53"16,-1 4 34-16,0 5 34 0,0-1 3 15,2 3 6-15,2 2-6 0,0 0-6 16,2 2-15-16,5 3-11 0,-11 4-10 16,25 2-18-16,-8 7-7 0,2 1-9 0,4 7-13 15,0 3-3-15,-8 5-11 0,-2 0-2 16,-3 6-7-16,-4-2-3 0,-3-5-8 15,-3 4-3-15,-1-2-2 0,1-2-3 0,0 0-5 16,-2-4-6-16,4-1-2 16,-1-2 0-16,3 0-5 0,4 2 4 0,0 0 1 15,5-2 7-15,-1 0 3 0,4 5-5 16,0-2 12-16,1 2-14 0,-5-4 7 0,-5-1 31 0,1 1 9 16,-7-1 33-16,-1 2 6 15,-1 2 23-15,-7-1 12 0,-6 8-3 0,0-3-3 16,-8-1-12-16,4-2-18 0,-3-5-9 15,-3-1-11-15,3-3-14 0,5-7-10 16,-2 0-14-16,5-6-72 0,-3-4-101 0,4-4-125 16,-2-7-143-16,4-2-179 0,5-7-250 15,7 0-13-15,3-12 89 0,13-6-640 0,-2-1-828 16</inkml:trace>
  <inkml:trace contextRef="#ctx0" brushRef="#br0" timeOffset="4915.1">17151 2672 4325 0,'0'0'334'16,"0"0"15"-16,0 0 11 0,0 0-10 15,2-14-27-15,-2 14-34 0,0 0-33 16,9-10-28-16,3 6-27 0,3-1-49 0,6-3-138 16,13 2-181-16,0-2-197 0,-3 8-229 15,-3 0-243-15,-1 0 52 0,-2 6 95 0,6 6-586 16,-8 5-734-16</inkml:trace>
  <inkml:trace contextRef="#ctx0" brushRef="#br0" timeOffset="5064.21">17212 3019 4157 0,'-13'7'445'16,"3"-5"4"-16,0 1-12 0,10-3-19 16,0 0-42-16,0 0-40 0,0 0-35 0,0 0-35 15,0 0-25-15,22-22-56 0,2 8-123 16,4 0-171-16,3 3-188 0,-3-1-228 0,7-2-315 15,-5 0-6-15,5 1 82 0,1-2-696 16,-3 7-908-16</inkml:trace>
  <inkml:trace contextRef="#ctx0" brushRef="#br0" timeOffset="5646.96">17831 1625 4210 0,'1'-10'-23'0,"2"1"16"0,-1 4 18 15,-2 5 22-15,6-8 17 0,-6 8 0 0,0 0-5 16,0 0-8-16,0 0 2 16,0 0 17-16,3 31 64 0,1 11 29 0,2 22-1 0,-1 15 26 15,2 34 0-15,-4 16 7 0,5 16 37 16,-5 5-16-16,-1 5-17 0,2 8-6 15,-2 7 30-15,0 53 25 0,-4-7 8 0,-2-5 3 16,-5-4-5-16,0-49-1 0,-3 2-15 16,-3-6 4-16,-1-4-129 0,-2-10-99 15,-2-13 0-15,3-4 0 0,4-10 0 16,2-16 0-16,0-27 0 0,8-12 0 0,-1-19 0 16,4-10 0-16,6-8 0 0,1-8 0 15,12-2 0-15,5-10 0 0,17-1 0 0,7-5 0 16,17-3 0-16,1-4 0 0,-5 2 0 15,-2-1 0-15,-12 5 0 0,-8-5 0 0,-3 4 0 16,-11 2 0-16,-2 0 0 0,-6-2 0 16,1 5 0-16,-4-4 0 0,0-1 0 15,-1 0 0-15,-1-2 0 0,-1-1 0 16,-1-2 0-16,0-3 0 0,-5-4 0 0,1-3 0 16,-3-12-432-16,1-7-425 0,-2-2-66 15,-8-13 94-15,-1-4-922 0,0 2-1184 0</inkml:trace>
  <inkml:trace contextRef="#ctx0" brushRef="#br0" timeOffset="18360.81">21450 5082 3044 0,'0'-14'276'0,"0"2"-49"0,0 0-4 0,0 2-11 0,0 0-16 15,-2 3 1-15,2-2-3 0,0 9-17 0,0-13-15 16,0 13-21-16,-4-6-12 0,4 6-10 16,0 0 11-16,-8 24 0 0,1-1-12 15,0 13-14-15,-2 4-6 0,6 3-7 0,-1-2-8 16,4 3-7-16,5-1-8 0,4-2-2 16,2-4-9-16,2-3-8 0,3-5 0 0,-2 0-7 15,4-3-2-15,-5-9 2 0,-1-4-6 16,-1-5-5-16,1-4 2 0,-3-4-5 0,-9 0-3 15,31-15-3-15,-10-5 1 0,-1-3-6 16,3-4-3-16,2-14-3 0,0-5 18 16,-3-1-2-16,1 4-3 0,-3 13-2 15,-4 3-5-15,-3 9-11 0,-6 5-3 0,0 7 1 16,-1 6 4-16,-6 0 8 0,0 0 4 16,8 31 3-16,-4-10 11 0,-4 5 9 0,2 12 10 15,0 3 2-15,-1 3-9 0,3-3-5 16,2 1-2-16,2-1-2 0,1-6-5 0,0 2 1 15,3-6-8-15,-2-2-5 0,-3-6-19 16,-1-7-24-16,-3-2-18 0,4-4-17 16,-5 0-18-16,1-1-20 0,1-2-37 15,0-3-65-15,-4-4-61 0,7 2-64 0,-7-2-45 16,14-13-21-16,-5-4-23 0,9-14-4 16,4-9 23-16,7-7 38 0,-1-3 61 15,6-2 65-15,2 6 63 0,-2 3 53 0,-6 4 53 16,1 5 52-16,-11 8 62 0,-6 7 50 15,0 4 47-15,-5 5 27 0,-2 0 16 0,-3 4 23 16,0 3 29-16,-2 3 19 0,0 0-2 16,0 0-3-16,0 0-15 0,-28 22-20 0,16-6-14 15,1 1-23-15,-3 8-20 16,2-4-11-16,0 8-17 0,-3 3-12 0,0-3-15 0,-1 2-16 16,2-2-39-16,-4 4-31 15,-2-4-42-15,4-1-48 0,-4-2-56 0,-3-2-53 0,5-4-48 16,0-6-49-16,5-6-30 15,3-3-19-15,3-6 6 0,7 1 21 0,-13-16 28 16,9-3 41-16,4-6 50 0,4-14 59 16,3-11 55-16,6 3 62 0,-3 11 75 0,2 6 42 15,-7 5 29-15,2 7 17 0,-4 6 1 16,1 1-11-16,0 4 32 0,-1 6 44 16,-3 1 16-16,0 0-16 0,0 0-16 0,25 14-14 15,-16-2-19-15,4 3-20 0,5 5-15 16,5 3-17-16,4-3-28 0,2 3-63 0,-1-4-70 15,3-3-76-15,-3-1-80 16,-6-5-87-16,2-3-80 0,-7-5-72 0,0-2-65 16,2-2-52-16,1-3-35 0,0-5-15 15,3-9-494-15,-2-3-557 0</inkml:trace>
  <inkml:trace contextRef="#ctx0" brushRef="#br0" timeOffset="18661.91">22503 5354 2801 0,'20'-30'-42'0,"-3"1"58"0,-2 1 55 0,-4 7 48 15,-1 6 31-15,-2 3 12 0,-3 2 9 0,-1 5 12 0,2 3 53 16,-6 2 34-16,0 0 6 0,0 0 15 0,12 17 24 15,-12-5-20-15,0 2-28 0,2 3-22 16,-2 2-30-16,1-2-15 0,1 2-23 16,6 0-20-16,0-1-14 0,-3-2-10 15,3-3-13-15,1-1-8 0,1-4-5 0,1-2-14 16,2-6-8-16,3 0-4 0,3-8-14 16,2-2-5-16,7-9-3 0,6-10-8 15,1-2-12-15,-2-2 1 0,-3-6-5 0,1 3-3 16,-9 9 9-16,-2 5 5 0,-8 5-12 15,0 5-8-15,-2 10-3 0,-5 2 21 0,-5 0 15 16,8 17-2-16,-8 1-30 0,-4 7-27 16,-3 8 0-16,-1 4 0 0,1 5 0 0,-5 7 0 15,1-2 0-15,1-7 0 16,4-1 0-16,-1-2 0 0,-1-5 0 0,4-5-121 16,1-6-186-16,-2-4-111 0,3-5-114 15,0-4-169-15,2-1-149 0,0-2 70 0,0-5-744 16,-3 6-970-16</inkml:trace>
  <inkml:trace contextRef="#ctx0" brushRef="#br0" timeOffset="20396.9">2359 9515 2486 0,'4'-6'230'0,"-4"6"-72"0,2-6-54 0,-2 6-42 0,0 0-13 0,0 0-20 0,0 0 16 15,0 0 26-15,0 0 25 0,-13 41 3 0,4-6 21 16,0 3 1-16,-9 13 31 0,0 1-1 16,-3 0-3-16,3 1-9 15,0 0-9-15,0-5-6 0,2 0-9 0,0-6-10 16,3-7-7-16,3-2-12 0,1-6-7 15,1-5-13-15,4-6-4 0,-1-3-4 0,-2 0-4 0,4-5-1 16,1-1-3-16,-2-4-39 16,4-3-58-16,0 0-57 0,0 0-41 0,-9-12-49 15,7-3-42-15,2-4-35 0,0-9-48 16,2-16-48-16,5-13-56 0,3-5-60 16,0-4-32-16,-1 1-249 0,0 0-255 15</inkml:trace>
  <inkml:trace contextRef="#ctx0" brushRef="#br0" timeOffset="20576.93">2214 9530 2133 0,'9'-31'36'0,"-3"10"41"0,-2 6 20 0,0 1-2 0,-2 5-5 15,2 5 6-15,-4 4 48 0,5-2 33 16,-5 2 25-16,16 19 7 0,0 6-8 16,4 6 1-16,9 9 21 0,1 3-3 15,4 1-20-15,0-1-19 0,2 2-20 16,2-2-15-16,-1-4-16 0,-3 1-28 0,1-1-30 16,-7-2-33-16,-6-9-46 0,-4 0-48 15,-6-9-48-15,-3-1-50 0,0-1-42 0,-5-3-48 16,-2-4-62-16,-2-1-90 0,0-5-128 15,-4 2-64-15,4-6 59 0,-11 7-200 16,11-7-219-16</inkml:trace>
  <inkml:trace contextRef="#ctx0" brushRef="#br0" timeOffset="20760.15">2271 9906 2362 0,'-14'0'250'0,"1"1"12"16,13-1 17-16,-15 0 8 0,15 0 11 15,0 0-4-15,0 0-2 0,0 0-27 0,0 0-20 16,0 0-24-16,0 0-21 0,0 0-23 16,0 0-24-16,50-12-71 0,-14 7-88 0,4 0-113 15,0 1-136-15,0-2-167 0,0 0-200 16,-9 3-66-16,-9 3 77 0,-3 2-390 0,-6 1-478 16</inkml:trace>
  <inkml:trace contextRef="#ctx0" brushRef="#br0" timeOffset="21513.06">3202 9910 3163 0,'-18'0'225'0,"2"0"23"0,3 0 19 0,13 0 28 0,-17-3 20 0,17 3 29 16,-13 0 5-16,13 0-15 0,0 0-27 15,0 0-31-15,-13-1-26 0,13 1-28 0,0 0-16 16,0 0-25-16,45-11-18 16,-20 8-41-16,13-4-63 0,0 0-79 0,4-2-85 15,9-1-82-15,-8 0-90 0,-2 0-100 16,-5 1-98-16,-2 2-110 0,-10 2-193 16,-11 2 60-16,-7 3 81 0,-6 0-440 0,0 0-549 15</inkml:trace>
  <inkml:trace contextRef="#ctx0" brushRef="#br0" timeOffset="21678.87">3270 9941 2949 0,'-21'7'109'16,"1"1"39"-16,5-2 14 0,2 0 11 0,2 0 16 16,1 0 25-16,3-1 19 0,-1 3 12 15,2-4 2-15,4 2-7 0,2-6-34 16,0 13-19-16,8-3-15 0,5-4-21 16,6 0-26-16,10-4-60 0,1-2-78 15,16 0-100-15,1-6-115 0,9-2-134 0,1-4-180 16,-14 3-167-16,-4 1 71 0,-5 4-454 15,-7 2-562-15</inkml:trace>
  <inkml:trace contextRef="#ctx0" brushRef="#br0" timeOffset="22409.83">4346 9050 3254 0,'-4'-14'68'0,"1"5"14"0,1 3 14 0,0-1 11 0,0 1 22 0,2 6 6 0,-5-6 6 0,5 6-5 16,-3-5-21-16,3 5-12 0,0 0-10 15,-4 20 37-15,2 16 35 0,2 25 2 0,0 15 24 16,-1 31-4-16,6 10 1 16,3 11-6-16,3 11 17 0,-3 5-5 0,4 9-17 15,-5 1-5-15,1 5 10 0,-5-1 15 16,-3 3 10-16,-3-2 2 0,-5 0 14 0,1-7 12 15,-1-9 17-15,-2-10 17 0,3-11-263 16,-5-6-6-16,3-5 0 0,-1-12 0 0,3-24 0 16,-1-4 0-16,4-9 0 0,0-3 0 15,3-16 0-15,-1 0 0 0,4-6 0 0,-1-6 0 16,3 2 0-16,3-8 0 0,4 5 0 16,2-4 0-16,4-4 0 0,8-3 0 0,2-4 0 15,5-5 0-15,4-3 0 16,2-5 0-16,5-4 0 0,6-5 0 0,8-3 0 0,0-7 0 15,2 2 0-15,-3-4 0 16,-2 1 0-16,-6 0 0 0,-12 3 0 0,-2 2 0 16,-3 1 0-16,-8 4 0 0,-5-1 0 15,-6 5 0-15,-2-2 0 0,-2 0 0 0,-1 1 0 16,-3 0 0-16,-2-4 0 0,-2 3 0 16,0-4 0-16,-4-3 0 0,-1-7-645 0,-5-9-165 15,-2-5-104-15,-9-13 87 0,-1-2-872 16,-5-7-1133-16</inkml:trace>
  <inkml:trace contextRef="#ctx0" brushRef="#br0" timeOffset="22760.43">4264 9126 4449 0,'-6'-6'-49'0,"1"0"40"0,3 2 4 0,2 4 6 0,-4-8 5 0,4 8-1 0,0-9-4 0,4 1 8 0,3 0-3 16,7-4-4-16,13-5 8 0,4 2-11 0,3-3 2 16,9-2-33-16,-5 6-54 0,3 0-54 15,-5 4-75-15,-6 2-104 0,-3 3-154 16,-9 3-103-16,-5 4 59 0,-10 1-187 0,-3 2-196 16</inkml:trace>
  <inkml:trace contextRef="#ctx0" brushRef="#br0" timeOffset="23777.04">5046 9298 1875 0,'-6'-8'49'0,"6"8"30"0,-4-5 11 0,4 5 2 0,0 0 7 0,-3-7 10 16,3 7 14-16,-4-7 11 0,4 7 5 16,0 0-3-16,-2-7-5 0,2 7-1 0,0 0-7 15,0 0 4-15,-2-10-4 0,2 10 8 16,0 0 1-16,0 0 4 0,-3-7-2 15,3 7-3-15,0 0-3 0,0 0-2 0,0 0-7 16,0 0-2-16,0 0-6 0,-7-7-8 16,7 7-7-16,0 0-11 0,0 0-10 15,0 0-3-15,0 0-6 0,0 0-7 16,0 0-4-16,0 0-3 0,0 0-1 0,-4-5 2 16,4 5 4-16,0 0 4 0,0 0 2 15,0 0 7-15,0 0 1 0,0 0 8 0,0 0 1 16,0 0 0-16,0 0 3 0,0 0-2 15,0 0-2-15,0 0-2 0,0 0-5 0,0 0-17 16,0 0 9-16,0 0-11 16,0 0-10-16,0 0-5 0,0 0-10 0,0 0 2 0,0 0-9 15,0 0 27-15,4 33 31 16,3-3 10-16,-2 11 16 0,2 17 24 0,-1 6 13 16,-6 7 2-16,0 3-1 0,-4 1-4 15,-7 19-1-15,-1-1-4 0,3-20-109 16,-3 0-25-16,1-5 0 0,4-3 0 0,-3-2 0 15,2-8 0-15,4-13 0 0,2-5 0 16,-1-7 0-16,3-8 0 0,0-3 0 0,0-4 0 16,0-1 0-16,3-2 0 0,-1-1 0 15,2-5 0-15,1 1 0 0,6-4 0 16,-2 1 0-16,2-2 0 0,3-1 0 16,-14-1 0-16,30-1 0 0,-10-3 0 0,0 2 0 15,5-1 0-15,2-2 0 0,1 3 0 16,-1-3 0-16,0 1 0 0,0 1 0 0,-3 1 0 15,-3 0 0-15,-2 1 0 0,-6-1 0 16,1 0 0-16,-1 2 0 0,-13 0 0 0,18-3 0 16,-18 3 0-16,13 0 0 0,-13 0 0 15,11-3 0-15,-11 3 0 0,8-7 0 0,-6 3 0 16,-2 4 0-16,2-8 0 0,-2 2-499 16,0 6-226-16,-6-18-179 0,3 7 44 15,-4-2 97-15,2-6-747 0,-5 2-956 0</inkml:trace>
  <inkml:trace contextRef="#ctx0" brushRef="#br0" timeOffset="24092.87">5029 9094 4223 0,'-14'-5'-38'0,"1"3"13"0,1 2 17 0,3-2 29 0,9 2 26 0,-20 0 23 0,13 0 15 0,7 0-7 16,0 0-2-16,-11-4-13 0,11 4-3 15,0 0-4-15,0 0-2 0,0 0-2 16,0 0-13-16,32-11 1 0,-9 9-27 0,4-2-59 15,11-2-76-15,2 4-90 0,0 4-101 16,-8-2-151-16,7 6-161 0,-11 0 64 16,1 3-311-16,-5 5-355 0</inkml:trace>
  <inkml:trace contextRef="#ctx0" brushRef="#br0" timeOffset="24676.89">6356 8983 2459 0,'-12'-5'54'0,"2"3"10"0,2-3 22 15,8 5 14-15,-11-5 20 0,7 2 20 16,4 3 0-16,-3-7-7 0,3 7-13 16,1-12-9-16,3 6-16 0,3 0-8 0,1-1-8 15,2-3-11-15,1 4-5 0,-2 0-14 16,3 2-5-16,-2 3-1 0,-3-1 0 0,-7 2 9 16,16 3 14-16,-9 1 20 15,2 8 18-15,0 3 19 0,0 12 16 0,-2 4 18 0,3 3 13 16,-4 8 9-16,1 10-5 0,4 6-8 15,1 0-19-15,1 5-5 0,3 4-18 0,3-1-10 16,0-2-8-16,2 0-10 0,1 1-13 16,-2-1-7-16,-1-2-7 0,0 1 4 15,-2-5 6-15,-2-4 17 0,-1-4 10 0,-7-11-2 16,1-2 9-16,-5-4 13 16,2-6 16-16,-5-7 3 0,0-1 10 0,-2 0 4 15,-1 0 8-15,-4 2 3 0,1-1-85 16,-7 5-85-16,-4 0 0 0,-3 0 0 0,-2 0 0 15,-1-1 0-15,-2-2 0 0,0-2 0 16,0-1 0-16,9-3 0 0,0-6 0 0,5-1 0 16,4-3 0-16,-2-1 0 0,2 0 0 15,1 0 0-15,3-3 0 0,3-2 0 0,-8 4 0 16,8-4 0-16,0 0 0 16,0 0 0-16,0 0 0 0,0 0 0 0,-8-11 0 0,8 11 0 15,0 0-475-15,2-11-289 16,-2 11-174-16,0-12 91 0,-2 5 88 0,2 7-740 15,2-12-946-15</inkml:trace>
  <inkml:trace contextRef="#ctx0" brushRef="#br0" timeOffset="25942.89">5539 9535 3924 0,'3'-7'-122'0,"-3"7"45"0,2-10 36 0,-2 10 18 0,1-7 8 0,-1 7 13 0,0 0 46 15,0 0 40-15,0 0 24 0,-8 33 19 0,4-8 10 16,-3 13 6-16,0 1 5 0,-4 9 5 15,-2 2 1-15,2-10 0 0,-1 8-11 0,3-14-14 16,2-2 0-16,1-6-14 0,2-3-8 16,-2-8-12-16,2 3-6 0,2-7-9 15,-1-1-8-15,1 3 7 0,0-9-3 0,2-4-6 16,0 0 8-16,0 0-9 16,0 0-10-16,0 0-5 0,-2-36-9 0,6 14-6 15,0-14-15-15,-1-5-12 0,5-12-4 16,-2 2 0-16,0 10-2 0,1 2 0 0,2 8-3 15,-5 6-5-15,1 6-2 0,-2 5-1 16,1 2 4-16,0 4-4 0,1 3 0 0,1 3 8 16,-6 2 1-16,0 0 4 0,28 12 5 15,-12-1 6-15,4 5 1 0,5 3 0 0,-3 4 1 16,5-2-3-16,-3 5-1 16,2-5-2-16,1 2 3 0,-2-1-9 0,0-3 6 0,-6 0-1 15,-2-4 1-15,-5-5-5 16,-3-3 20-16,1 0 21 0,-7 0 29 0,4-2 30 15,-5-2 29-15,-2-3-9 0,0 0-7 16,0 0-13-16,-20 9-15 0,7-11-7 0,-8 1-10 16,-4-1-8-16,-15-2-5 0,10 1-8 15,1-1-5-15,2 3-6 0,-1-1-3 0,5-1-6 16,-1-1-6-16,8 1-7 0,0 1-12 16,3 1-32-16,2-3-37 0,1 1-45 15,1 1-57-15,1-2-70 0,8 4-96 0,-8-5-125 16,8 5-127-16,2-10-169 15,4 3-57-15,0-1 81 0,3-1-635 0,5 1-811 16</inkml:trace>
  <inkml:trace contextRef="#ctx0" brushRef="#br0" timeOffset="26210.45">5802 9463 3836 0,'0'-14'16'0,"-2"5"46"0,2 1 32 0,0 8 31 0,-2-12 16 0,2 12 18 0,-1-6-8 16,1 6-9-16,0 0 13 0,0 0 32 0,0 0 17 16,11 35-18-16,-3-2-16 0,5 0-15 15,-4 8-11-15,7 5-12 0,-1 2-22 16,0-1-7-16,2-4-5 0,2-1-15 16,-3-9-8-16,-1-1-5 0,1-1-40 0,-5-3-25 15,-2-7-35-15,-4-5-41 0,2-3-40 16,0-1-48-16,-5-6-73 0,0-2-86 0,-2-4-69 15,0 0-69-15,0 0-51 0,4-20-71 16,-4 5-47-16,-2-6-450 0,2-6-545 16</inkml:trace>
  <inkml:trace contextRef="#ctx0" brushRef="#br0" timeOffset="26427.75">6019 9474 2923 0,'2'-21'38'0,"-2"4"51"0,0 5 29 16,0 2 22-16,-2 2 20 0,2 8 16 15,0-9 12-15,0 9 52 0,0 0 36 0,0 0 13 16,14 21 2-16,-5 1 21 15,4 7-8-15,9 15-1 0,-3 0-14 0,6 3-23 16,-5-1-18-16,5 1-28 0,-2 0-20 16,0-5-10-16,-6 2-21 0,4-5-17 0,-6-10-12 15,-3 0-19-15,-5-6-13 0,-1-5-34 16,-1-6-36-16,0-1-43 0,-3-1-44 16,0 0-71-16,0-1-72 0,-2-3-87 0,0-6-115 15,-4 8-120-15,4-8-140 0,0 0-166 16,0 0 68-16,0 0-705 0,0 0-905 0</inkml:trace>
  <inkml:trace contextRef="#ctx0" brushRef="#br0" timeOffset="27476.66">8261 9085 4188 0,'0'-20'-41'0,"-2"6"54"0,2 2 34 0,0 2 25 0,0 2 36 0,0-1 23 0,0 4 6 16,0 5-7-16,0-10-15 0,0 10-9 0,0 0 31 16,0 0 36-16,9 34 27 0,-3 3 12 15,-2 19 12-15,-2 6 9 0,-2 11 7 16,0 3 3-16,-4 0-3 0,2 5-1 0,-4 0-9 15,4-3-14-15,-2-3-12 0,4 0-26 16,4-7-10-16,-2-4-120 0,6-10-48 16,1-1 0-16,1-16 0 0,4-3 0 15,0-3 0-15,4-5 0 0,2-4 0 0,1-8 0 16,-1-6 0-16,5-2 0 0,5-3 0 16,8-3 0-16,4-2 0 0,0-1 0 0,-4-3 0 15,-2 0 0-15,-9 2 0 0,-4-1 0 16,-4 0 0-16,-6 3 0 0,-2 0 0 0,3 1 0 15,-6-1 0-15,-8 2 0 16,9-2 0-16,-9 2-269 0,0-8-233 0,0 8-93 0,-11-12-131 16,-1 3-114-16,-1 3 70 15,-5-7-757-15,-4-7-971 0</inkml:trace>
  <inkml:trace contextRef="#ctx0" brushRef="#br0" timeOffset="27710.15">8209 8930 4390 0,'-9'-12'51'0,"-1"1"31"15,5 5 13-15,0-1 9 0,1 2 11 16,4 0-2-16,0 5-9 0,7-12-9 16,4 3-7-16,7-1-13 0,0 1-7 0,14-2-7 15,3 4-21-15,-1-1-38 0,5 1-57 16,-3 4-77-16,-6-1-104 0,-1 4-94 15,-2 2-109-15,-3 6-194 0,-5-2 15 0,-2 5 72 16,-5 7-302-16,-5 11-334 0</inkml:trace>
  <inkml:trace contextRef="#ctx0" brushRef="#br0" timeOffset="28258.98">9035 9120 2844 0,'-12'-6'328'0,"-3"6"-19"0,-1 2-4 0,1 6 11 15,-11 8 25-15,-5 4-8 0,-5 12-3 16,-1 8-17-16,3 4-16 0,0 4-25 0,5 3-23 16,2 2-24-16,3 1-21 0,-1-4-23 15,4-1-20-15,5-4-14 0,4-7-13 0,0-8-16 16,0 0-13-16,5-9-7 0,3-5-12 15,3-2-9-15,-3-3-6 0,2-5-3 16,2-4-15-16,0-2-18 0,0 0-11 16,11-17-4-16,-2-3-11 0,3-17-2 0,5-13-7 15,0-5 0-15,5 2-3 0,-4-11 1 16,-2 2-1-16,2-1-1 0,-2 12 0 0,-5 15 0 16,-1 4 8-16,0 8-2 0,-5 5 0 15,-1 6-2-15,-1 1-9 0,1 10 27 0,3 0 28 16,-7 2 5-16,13 8-14 0,1 3-37 15,2 11 0-15,7 4 0 0,6 6 0 0,3 2 0 16,6 1 0-16,2-3 0 0,0 0 0 16,-2-3 0-16,-2 0 0 0,-7-11 0 0,-2 1 0 15,-8-7 0-15,-6 0 0 16,-2-5 0-16,-1 0 0 0,-2 0 0 0,-3-2 0 16,1 0 0-16,-4-1 0 0,-2-4 0 15,0 0 0-15,-13 7 0 0,0-6 0 0,-3-1 0 16,-5 2 0-16,1-2 0 0,-9 1 0 15,0-2 0-15,2-1 0 0,6 2 0 0,1-1 0 16,0-1 0-16,7 0 0 0,-4 2 0 16,6-2 0-16,11 2 0 0,-18-1 0 15,9 1 0-15,9 0-40 0,-8-4-463 0,8 4-145 16,-4-8-198-16,4 1-8 0,6-2 84 16,0-1-771-16,5-5-984 0</inkml:trace>
  <inkml:trace contextRef="#ctx0" brushRef="#br0" timeOffset="28492.25">9336 8997 4477 0,'-3'-16'98'0,"3"4"50"0,0 6 22 0,-2-3 9 0,2 9-2 0,0 0 15 0,0 0 77 16,0 0 20-16,0 0-10 0,16 53-21 0,-7-17-26 15,7 12-20-15,-1 1-20 0,0 1-21 16,0 0-19-16,-1-2-46 0,-3 0-55 15,0-11-54-15,-2 1-45 0,-4-6-52 16,1-3-56-16,-5-7-48 0,3-5-38 0,-2-5-46 16,-2-2-57-16,2-3-57 0,-2-3-53 15,0-4-30-15,0 0-24 0,0 0-22 16,8-33-21-16,1 4-581 0,1-8-602 0</inkml:trace>
  <inkml:trace contextRef="#ctx0" brushRef="#br0" timeOffset="28725.1">9604 9157 3032 0,'10'-23'-16'0,"-4"5"61"0,-3 4 36 16,1 3 35-16,0 2 23 0,-3 0 12 15,3 4 31-15,-4 5 29 0,8-4 14 0,-8 4 0 16,0 0-4-16,19 11 0 0,-9 1-3 16,1 3-10-16,-2 7 1 0,3 5-25 0,-6 6-20 15,1-2 13-15,-7 6 4 0,0-1 7 16,-3-2 8-16,1-3 14 0,-2 1 7 0,0-3-3 16,3-11-17-16,1-1-14 15,0-3-10-15,0-1-19 0,1-3-12 0,3 0-11 16,5-5-119-16,-1-3-12 0,-8-2 0 15,28-4 0-15,-10-1-127 0,1-3-159 0,0-4-103 16,0 3-124-16,3-3-156 0,-8-1-182 16,1 1 69-16,-1 0 83 0,-3 2-619 15,-1 1-775-15</inkml:trace>
  <inkml:trace contextRef="#ctx0" brushRef="#br0" timeOffset="29126.13">9949 8481 3990 0,'-8'-13'151'15,"4"5"8"-15,2 1-3 0,1 0-13 0,-1 2-13 16,2 5-5-16,0 0 8 0,0 0 6 16,0 0 4-16,32 16 9 0,-11 9 9 15,8 13 11-15,3 6-4 0,-1 7-7 16,-1 1-9-16,1 7-18 0,-4 2-14 0,-6 3-2 0,-5 4-3 15,-2 1-10-15,-1-1 4 0,-4 4-6 16,-3-1 7-16,2 4 24 0,-2 1 18 16,-1 0 8-16,-3-4 6 0,2-2-2 15,-2-5 3-15,-2-1-68 0,-2-6-99 0,-2-15 0 0,2-1 0 16,-3-1 0-16,1-10 0 16,1-4 0-16,-6-4 0 0,4-3 0 0,-5-1 0 15,1-2 0-15,-3 1 0 0,-1-3 0 16,-1-1 0-16,1 0 0 0,2-3 0 0,-3 2 0 15,2-5 0-15,0-1 0 0,-1 0 0 16,3-4 0-16,-2 1 0 0,3-4 0 0,9 0 0 16,-19-2 0-16,9-1-606 0,10 3-376 15,-12-8 86-15,7 6 94 0,5 2-866 0,-9-2-1105 16</inkml:trace>
  <inkml:trace contextRef="#ctx0" brushRef="#br0" timeOffset="29910.34">5330 11621 4300 0,'0'-21'-119'0,"-2"0"56"0,2 2 51 0,-3-1 49 0,3 2 44 0,0 1 46 0,3 0 39 15,-1 0 36-15,-2 1 27 16,2 0 10-16,0 2 8 0,0 1-17 0,0 5-20 15,-2 0-17-15,0 8-1 0,5-3 23 16,-5 3 18-16,13 25 10 0,-5 8-8 0,0 9-11 16,-5 15-14-16,-1 6-6 0,-2 9 1 15,-2 6-42-15,-1-1-163 0,-3-1 0 0,2-1 0 16,-2-5 0-16,2-3 0 0,6-4 0 16,3-4 0-16,-2-16 0 0,3-1 0 15,1-6 0-15,4-3 0 0,3-8 0 0,-1-6 0 16,5-7 0-16,-3-3 0 0,2-7 0 0,6-1 0 15,2-4 0-15,1-3 0 0,11-2 0 16,-3-1 0-16,-1-1 0 0,-9 3 0 16,-3 0 0-16,-6 4 0 0,0-2 0 15,-3 2 0-15,-2 1 0 0,-1-2 0 0,-3 1 0 16,0-2-273-16,-6 5-349 0,3-9-107 16,-3 3-156-16,0 6 66 0,-7-14 101 0,2 3-692 15,-2-4-861-15</inkml:trace>
  <inkml:trace contextRef="#ctx0" brushRef="#br0" timeOffset="30108.49">5289 11339 4346 0,'-20'-7'206'16,"4"2"7"-16,5 1 25 0,-1-1 48 15,7 2 23-15,-1-1-3 0,6 4-27 0,-9-5-29 16,9 5-23-16,2-10-24 0,9 1-22 15,7-1-24-15,14-3-77 0,4-5-77 0,14 1-111 16,2 2-115-16,0 1-143 0,2 2-158 16,-11 4-208-16,2 2-51 0,-13 4 90 15,-4 4-618-15,-4 4-769 0</inkml:trace>
  <inkml:trace contextRef="#ctx0" brushRef="#br0" timeOffset="30675.25">5974 11332 3985 0,'-4'-10'152'0,"-2"1"6"16,2 2-7-16,0 2-5 0,4 5-4 0,0 0 15 15,0 0 39-15,0 0 56 16,0 0 16-16,-7 34-3 0,3 2-13 0,-3 3-7 0,-1 2-16 15,-3 12-9-15,0-4-15 16,-5-1-13-16,5-12-16 0,-1 0-19 0,-1-4-17 16,-1 0-10-16,5-10-12 0,1-3-13 15,1-4-10-15,0-3-40 0,4-2-55 16,-1-3 0-16,0-3 0 0,4-4 0 0,0 0 0 16,0 0 0-16,-5-36 0 15,8 1 0-15,3-19 0 0,4-7 0 0,1-2-48 0,4 1-10 16,-1 4 9-16,-3 11 8 15,1 12 9-15,-5 10 13 0,-1 5 11 0,-2 8 6 0,-1 4 40 16,3 8 37-16,-6 0 23 16,0 0-52-16,25 25-46 0,-8 0 0 0,5 4 0 15,3 7 0-15,0 0 0 0,6 0 0 16,-1-4 0-16,1-3 0 0,-4-3 0 0,-4-5 0 16,2-3 0-16,-9-4 0 0,0-4 0 15,-5 1 0-15,-2-2 0 0,2-4 0 0,-6-1 0 16,1 1 0-16,-6-5 0 0,0 0 0 15,0 0 0-15,0 0 0 0,0 0 0 16,0 0 0-16,0 0 0 0,0 0 0 0,-47-9 0 16,25 9 0-16,1-2 0 0,-2 2 0 15,1 0 0-15,-5 2 0 0,8-2 0 16,-5 1 0-16,6-1 0 0,0 0 0 0,6 2 0 16,-4-2 0-16,7 1 0 0,-1 2 0 15,10-3-74-15,-15 1-674 0,15-1-216 16,0 0 79-16,0 0 90 0,0 0-812 0,0 0-1047 15</inkml:trace>
  <inkml:trace contextRef="#ctx0" brushRef="#br0" timeOffset="30991.38">6302 11272 4869 0,'-2'-8'162'0,"2"-3"17"0,2 4-6 0,-2 7 6 0,6-12 19 0,-6 12-2 0,5-3 4 0,-5 3 2 16,0 0-7-16,38 13-14 16,-11 3-18-16,0 5-14 0,-3 4-11 0,3 11-13 15,-5 3 0-15,-4 6 13 0,-11-6 21 16,-1 6 29-16,-6-2 32 0,-4 2-168 0,-3-3-52 16,-1-2 0-16,3-2 0 0,-2-5 0 15,6-9 0-15,-3-6 0 0,2-2 0 0,2-4 0 16,2-4 0-16,3-3 0 0,2-3 0 15,6-4 0-15,3-1 0 0,2-6 0 0,12-4 0 16,-3-4 0-16,2-6 0 0,3-6 0 16,-1-3 0-16,-3-6-155 0,1-2-795 15,-4 2 0-15,0-1 95 0,-5 0-941 16,-4 5-1225-16</inkml:trace>
  <inkml:trace contextRef="#ctx0" brushRef="#br0" timeOffset="31176.75">6867 11267 4827 0,'-3'-27'26'0,"-1"8"73"0,0 1 59 0,2 7 56 16,1-1 48-16,-1 4 19 0,0 1 6 15,2 7-8-15,-2-6 1 0,2 6 29 0,0 0-9 16,9 26-10-16,-5-2-30 0,3 13-24 16,-1 18-153-16,0 4-83 0,0 3 0 15,-2-4 0-15,1 2 0 0,-3 1 0 0,4-4 0 16,-3-5 0-16,2-8 0 0,0-5 0 16,-1-1-46-16,0-11-352 0,-1-3-90 15,1-8-83-15,0-4-116 0,1-6-152 0,-2-4 74 16,-3-2-730-16,0 0-943 0</inkml:trace>
  <inkml:trace contextRef="#ctx0" brushRef="#br0" timeOffset="31558.81">7011 10878 4490 0,'-33'-2'134'0,"6"2"33"0,2 2 24 0,4 0 40 15,6-2 32-15,3 0 13 16,-2 0-12-16,4 0-13 0,10 0-15 0,-12 5-5 16,12-5-8-16,0 0-19 0,27 5-19 15,0-1-21-15,17 3-16 0,16 2-14 0,-4 7-14 16,1 1-12-16,0 8-7 0,-9 10-31 16,-2 8-70-16,-7 7 0 0,-2 19 0 15,-10 10 0-15,-12-8 0 0,-3 1 0 0,-3 4 0 16,-1-1 0-16,-5 0 0 0,3-1 0 15,0-2 0-15,4-3 0 0,-5-10 0 0,2-2 0 16,6-8 0-16,-8-10 0 16,2-7 0-16,-3-6 0 0,-2-7 0 0,3-5 0 15,-4-1 0-15,1-1 0 0,-2 0 0 16,-2-1 0-16,-6 2 0 0,-3 1 0 0,-2 0 0 16,-12 4 0-16,0 2 0 0,-7-2 0 15,1-1 0-15,1-1 0 0,-1-2 0 0,-1-4 0 16,7-5 0-16,4-3-919 0,4-4-53 15,3-3 115-15,1-5-994 0,1-4-1277 0</inkml:trace>
  <inkml:trace contextRef="#ctx0" brushRef="#br0" timeOffset="32157.72">8396 10944 5413 0,'-1'-23'26'0,"-2"3"14"0,1 7 14 0,0 3 3 0,2 0 10 0,0 6 21 0,0 4 71 0,0 0 69 16,8 22 22-16,-2 16 15 0,-1 19 5 15,3 12-3-15,-5 7-5 0,4 26-8 16,0 0-7-16,-3 0-3 0,0-25-244 16,1-2 0-16,1-1 0 0,2-6 0 0,3-4 0 15,2-6 0-15,1-8 0 0,1-2 0 16,4-7 0-16,-3-12 0 0,1-3 0 0,-2-4 0 15,2-6 0-15,0-6 0 0,4 0 0 16,0-5 0-16,2 1 0 0,2-3 0 0,0-2 0 16,1 3 0-16,-3-4 0 0,4-2 0 15,0-1 0-15,-6-2 0 0,3 1 0 16,-3-1 0-16,0-2 0 0,-6 2-428 16,-5-3-284-16,0-1-167 0,-7-1 20 0,-3 0 91 15,-3-2-778-15,-7-5-989 0</inkml:trace>
  <inkml:trace contextRef="#ctx0" brushRef="#br0" timeOffset="32358.63">8262 10953 4730 0,'-14'-1'225'0,"3"-3"27"15,2 0-2-15,9 4-12 0,-5-5-14 0,5 5-15 0,0 0-25 16,14-17-15-16,4 5-19 15,14-1-16-15,16-4-15 0,-1 2-25 0,9 3-78 16,3 1-86-16,2 4-96 0,-4-1-115 16,-10 8-135-16,1 0-162 0,-4 2-200 0,-2 4 68 15,-4 2 72-15,-5 2-504 0,-8 5-609 16</inkml:trace>
  <inkml:trace contextRef="#ctx0" brushRef="#br0" timeOffset="32894.19">9130 11143 3772 0,'-6'-4'392'0,"2"-2"-37"0,4 6-33 16,0 0 5-16,-15 15 24 0,8 2 16 15,-9 12-5-15,3 6-12 0,-5 9-21 0,5 5-31 16,-4 0-23-16,4-1-26 0,1 1-27 15,1-10-20-15,2-3-184 0,-2-2-18 16,2-5 0-16,6-6 0 0,-3-6 0 0,2-3 0 16,2-2 0-16,0-4 0 0,0-1 0 15,2-7 0-15,0 0 0 0,0 0 0 16,0 0 0-16,6-35 0 0,2 0 0 0,1-15 0 16,3-2 0-16,-1 0 0 0,2-1 0 15,-1 4 0-15,-1 15 0 0,-4 5 0 16,0 6 0-16,-2 6 0 0,-1 3 0 0,-2 4 0 15,3 5 0-15,-5 5 0 0,8 0 0 16,-8 0 0-16,17 10 0 0,-4 2 0 0,9 6 0 16,1 5 0-16,4-4 0 0,-1 2 0 15,5 1 0-15,-1-3 0 0,3 1 0 0,-7-3 0 16,-2-2 0-16,-6-4 0 16,-3 0 0-16,-5-3 0 0,-1 0 0 0,-1-2 0 0,-3 1 0 15,2 0 0-15,-6 0 0 0,-1-7 0 16,0 12 0-16,-3-5 0 0,-6-1 0 0,0 0 0 15,0-4 0-15,-3 3 0 16,-3 0 0-16,1-3 0 0,1-1 0 0,-4-1 0 16,2 2 0-16,-3-2 0 0,2 0 0 15,-2 1 0-15,4 0 0 0,0 2 0 0,-1-3 0 16,3 3-470-16,-28-11-550 16,36-1 113-16,3-3 92 0,2 2-878 0,7-4-1129 15</inkml:trace>
  <inkml:trace contextRef="#ctx0" brushRef="#br0" timeOffset="33176.91">9514 11097 5102 0,'-2'-14'159'0,"0"4"35"0,1 1 21 0,1 1 17 0,0 2 20 0,1-2 9 0,5-1-6 16,4 5-10-16,1-3-21 0,5 3-17 15,4 3-37-15,2 5-19 0,6 4-13 0,3 5-6 16,-3 6-11-16,-3 5-16 0,-2 3-77 15,-12 4-28-15,2 4 0 0,-9 6 0 0,-1-2 0 16,-10 3 0-16,0 0 0 0,1-3 0 16,-3-2 0-16,-1-4 0 0,5-10 0 0,1-3 0 15,0-4 0-15,2-4 0 0,2-1 0 16,2-1 0-16,6-3 0 0,1-4 0 16,6-3 0-16,0-2 0 0,8-3 0 0,12-6 0 15,-3-3 0-15,0-3 0 0,3-1 0 16,3-5-676-16,-2-1-314 0,-9 1 105 15,2 4-1033-15,-6-3-1340 0</inkml:trace>
  <inkml:trace contextRef="#ctx0" brushRef="#br0" timeOffset="33463.14">10149 11201 5225 0,'-9'-4'1'0,"1"-3"53"0,3-1 27 0,0 2 22 16,5 6 5-16,-4-12 9 0,4 12 5 15,9-13-3-15,-4 5-4 0,4 4-17 0,5-2 5 16,3 1-1-16,1 3-9 0,-6 4-7 15,6 3-7-15,0 4 13 0,-2 4-11 16,3 10 10-16,-5 6 22 0,-9 4 22 16,-1 8 27-16,-6 1 36 0,-4 10 38 0,-3-1 46 15,-3-1-87-15,5-9-195 0,-1-3 0 16,-2-4 0-16,6-6 0 0,4-5 0 0,-1-5 0 16,2-1 0-16,1-2 0 0,5 0 0 15,-2-10 0-15,5 1 0 0,-1-4 0 16,5-4 0-16,0 0 0 0,10-7 0 0,4-3 0 15,-1-2 0-15,0-5 0 0,0-4-357 16,-5-5-657-16,6-4 83 0,-6 5 103 16,-1-2-893-16,8-4-1155 0</inkml:trace>
  <inkml:trace contextRef="#ctx0" brushRef="#br0" timeOffset="33924.31">10602 10677 4855 0,'-20'-10'41'16,"1"3"23"-16,1 2 22 0,3 0 36 15,4-1 41-15,-3 0 45 0,5-2 13 16,-1 4-6-16,5-3-13 0,-1-1-21 0,6 8-20 15,0-12-18-15,0 12-17 0,16-8-11 16,-3 7-11-16,4 2-9 0,3 7-4 0,11 10-11 16,10 13-2-16,-2 5 1 0,-3 8-7 15,2 8-22-15,8 21-1 0,-6 2-13 0,-6 0 19 16,2 2-15-16,-4 0-6 0,-2 4-6 16,-8-18-3-16,3 16 1 0,-5-16 6 0,-4-1 8 15,2-3-1-15,-3-6 8 16,-1-2 11-16,-7-11 20 0,2-6-26 0,1-1-52 15,-8-8 0-15,2-6 0 0,-2-2 0 16,-2-3 0-16,-4 3 0 0,-1 2 0 0,-7-1 0 16,-7 5 0-16,-4 1 0 0,-4-3 0 15,0 0 0-15,-3 0 0 0,-1-1 0 0,5-3 0 16,-3-4 0-16,11-1 0 0,4-3 0 16,3-2 0-16,0-6 0 0,4-1 0 0,7 0-255 15,-13-10-643-15,9 0-47 16,4-4 105-16,0-5-947 0,0-9-1215 0</inkml:trace>
  <inkml:trace contextRef="#ctx0" brushRef="#br0" timeOffset="34707.69">10821 8650 4547 0,'-12'-10'-152'0,"0"2"20"0,2 1 12 0,7 0 26 0,-3 2 10 0,4-1 15 0,2 6 20 0,4-12 16 15,1 6 8-15,9-1 1 0,7-1 9 16,12-2-1-16,5 3-1 0,0 1 7 15,1 0 1-15,2 6 0 0,-7-2 0 16,-5 4 7-16,7 4 13 0,-4 7 14 0,-1 7 26 16,-1 11 33-16,-1 10 23 0,-4 10 19 15,-5 12 23-15,5 24 23 0,-4 8 5 16,2 6 5-16,-1 7-12 0,5 5-2 0,4 7 8 16,-1 1-9-16,3 8 11 0,-3 4 15 15,-3-3 16-15,2 3 6 0,-5-2 9 0,0-1 21 16,-6-1 3-16,1-1 4 15,-3 1 7-15,1-4 7 0,-3-7 25 0,-1-2-123 0,-1-7-168 16,1-7 0-16,-4-24 0 16,-2-6 0-16,0-3 0 0,-2-7 0 0,1-2 0 15,-1-7 0-15,-3-11 0 0,0-1 0 16,-2-12 0-16,2-4 0 0,-2-1 0 0,0-3 0 16,0-6 0-16,-2-1 0 0,2 0 0 15,-2-3 0-15,0 2 0 0,0-3 0 0,1 2 0 16,-7-1 0-16,-4 0 0 0,-1 1 0 15,-3 4 0-15,2-5 0 0,-4 2 0 0,3-1 0 16,0-2 0-16,4 0 0 0,0-1 0 16,0-2 0-16,4 0 0 0,1-3 0 0,1 2 0 15,-2-3 0-15,4 1 0 16,3-4 0-16,-10 7 0 0,10-7 0 0,-7 5 0 0,7-5 0 16,-5 3 0-16,5-3 0 15,-11 5 0-15,11-5 0 0,-3 4 0 0,3-4 0 16,0 0 0-16,-8 5 0 0,8-5 0 15,-3 3 0-15,3-3-31 0,-6 5-666 0,6-5-141 16,0 0-59-16,0 0 85 0,0 0-860 16,0 0-1108-16</inkml:trace>
  <inkml:trace contextRef="#ctx0" brushRef="#br0" timeOffset="35908.62">14461 9014 4968 0,'-1'-14'94'0,"-1"4"25"0,0-1 15 0,-2 5 13 0,4 0 3 0,0 6-12 0,0 0 40 0,0 0 78 16,0 0 39-16,9 48 20 0,3-12-9 15,3 15-6-15,1 8-24 0,1 1-26 16,-2 5-23-16,-2-1-189 0,-3-3-38 0,1 0 0 16,-5-5 0-16,-2-9 0 0,-3-7 0 15,1-4 0-15,-2-5 0 0,0-6 0 0,0-6 0 16,0-1 0-16,-2-5-376 0,-3-3-161 16,1-5-111-16,1-3-153 0,3-2-17 0,0 0 77 15,-20-23-711-15,15 4-902 0</inkml:trace>
  <inkml:trace contextRef="#ctx0" brushRef="#br0" timeOffset="36276.76">14411 9068 4258 0,'-11'-12'46'0,"6"-1"24"15,1 4 22-15,2 1 18 16,0 3 16-16,2 5-2 0,4-13 2 0,5 8 1 16,7 0-3-16,9 2-13 0,6 3-11 15,12 5-9-15,16 7-6 0,-2 7-4 0,1 3-10 16,-7 7-6-16,-3 3-4 0,-9-1-1 15,-4 6 13-15,-11 0 19 0,-10-4 41 0,-8 1 27 16,-8 6 18-16,-7-1 12 0,-13 7 16 16,-8 0 23-16,-1-2 16 0,-3-8 26 0,0-5 24 15,9-7-104-15,6-4-191 0,2-5 0 16,7-1 0-16,3-5 0 0,-1-1 0 0,6 2 0 16,2 3 0-16,0-1 0 15,4 4 0-15,2 1 0 0,1 1 0 0,1 3 0 16,5 6 0-16,-2 2 0 0,-2-4 0 15,-6-3 0-15,-1 2 0 0,-2-1 0 0,-4 3 0 16,-3 5 0-16,1-6 0 0,-5 2 0 16,-1-5 0-16,0-5 0 0,3-3 0 0,0-2 0 15,-1 0 0-15,2-7 0 0,-1-1 0 16,4-3 0-16,5-1 0 0,-16-15 0 0,10-4 0 16,5-18-56-16,4-6-989 15,10-19 100-15,19-16 91 0,5-2-945 0,5 4-1229 0</inkml:trace>
  <inkml:trace contextRef="#ctx0" brushRef="#br0" timeOffset="36443.5">15485 9276 5505 0,'0'0'244'16,"0"0"8"-16,7-8-20 0,-5 3-18 0,8 1-26 16,2 1-18-16,1-3-19 0,2 3-31 15,5 0-53-15,-4 3-75 0,5-2-93 0,3 2-116 16,-6 0-147-16,1 0-148 0,5 2-200 15,-8-2-52-15,4 3 83 0,-8 0-606 0,0 3-746 16</inkml:trace>
  <inkml:trace contextRef="#ctx0" brushRef="#br0" timeOffset="36623.83">15431 9627 4055 0,'-14'9'331'0,"0"-4"37"0,3 0 28 15,3-1 16-15,1 2 17 0,7-6 16 0,-7 4 21 16,7-4-18-16,0 0-31 0,14 8-43 15,-1-8-324-15,7 0-50 0,6-4 0 0,7-4 0 16,5 0 0-16,0-1 0 0,-1-4 0 16,0 1 0-16,-2 0-88 0,-1 0-583 0,-6 1-167 15,-5 1-60-15,-4 5 94 16,-5 0-860-16,-5 0-1100 0</inkml:trace>
  <inkml:trace contextRef="#ctx0" brushRef="#br0" timeOffset="37290.17">16437 8504 4754 0,'7'-31'-67'0,"0"8"56"0,-5 4 15 0,2 5 7 0,0 2 9 0,-3 2 4 0,1 3 4 0,0 5 61 15,-2 2 38-15,8 17 33 0,-2 19 21 16,1 18 17-16,-1 10 18 0,0 11 6 0,2 27 18 15,-4 15 31-15,-4 6-2 0,-2 13 6 16,0 8 1-16,-8 3 1 0,2 11 3 0,-8 48-15 16,-6-7-183-16,8-48-82 0,3-4 0 15,-1-3 0-15,1-5 0 0,2-7 0 0,5-11 0 16,6-12 0-16,-2-27 0 16,8-11 0-16,2-9 0 0,3-8 0 0,4-9 0 15,-2-15 0-15,4-6 0 0,2-7 0 0,4-9 0 16,0-5 0-16,3-3 0 0,16-5 0 15,0 0 0-15,12-6 0 0,-2 1 0 16,1-2 0-16,-3 0 0 0,2-2 0 0,-13 3 0 16,-1 2 0-16,1 2 0 0,-11-3 0 15,-5 5 0-15,-5-2 0 0,-6 2 0 0,-3 1 0 16,0 2 0-16,2-1 0 16,-8 0 0-16,2-1 0 0,-3-3 0 0,-2 1 0 0,1-6 0 15,-8-1-829-15,0-3-123 16,-10-13 79-16,-5-2-1010 0,-6-13-1307 0</inkml:trace>
  <inkml:trace contextRef="#ctx0" brushRef="#br0" timeOffset="37556.94">16346 8264 5546 0,'-7'2'47'0,"7"-2"5"0,-11 2-6 0,11-2-2 0,0 0 18 0,0 0 16 0,0 0-3 0,7-15-5 16,7 7-6-16,13-6-8 0,9-2-9 0,11-2-3 16,5 3-37-16,1 1-47 0,4 2-63 15,-2 6-75-15,-11-1-90 0,1 7-92 0,-10 0-115 16,-9 1-232-16,-2 5 46 0,-12-3 81 15,0 2-395-15,-6 2-452 0</inkml:trace>
  <inkml:trace contextRef="#ctx0" brushRef="#br0" timeOffset="37840.26">17619 8338 3305 0,'-4'-6'436'16,"4"6"-40"-16,-3-9-39 0,3 9-39 0,0 0-34 15,0 0 23-15,0 0 18 0,-10 33-4 16,5-1-24-16,1 7-25 0,-2 2-26 0,-2 13-27 16,7-12-24-16,-3 1-21 0,-4 9-29 15,5-11-57-15,-4-3-63 0,2-3-67 16,-1 0-72-16,1-10-79 0,-3-3-88 15,2-3-87-15,-2-7-67 0,1 1-62 0,0-6-52 0,-2-4-67 16,4-1-62-16,5-2 46 16,-13-8-492-16,7-5-593 0</inkml:trace>
  <inkml:trace contextRef="#ctx0" brushRef="#br0" timeOffset="38190.87">17484 8566 2957 0,'8'-31'-21'0,"-5"10"59"16,6 1 53-16,-7 7 42 0,1-3 33 15,1 7 15-15,0-4 5 0,-1 3-1 0,5 2 4 16,2 2 3-16,1 2-8 0,0 1-11 15,5 1-9-15,-2 4-7 0,4 3-7 0,3 3-14 16,6 8-10-16,2 4-6 0,-7 4 2 16,-3-1 3-16,-4 4-7 0,1 2 4 15,-11-3 23-15,-3-1 17 0,-4 2 11 16,-1 5-14-16,-5 1 5 0,5-8 5 0,-8-1-5 16,8-7-11-16,-3-1-10 0,4-4-16 15,0 2-12-15,4-1-2 0,0 3-11 0,4 0-10 16,1 0-10-16,3-2-7 0,1 2-16 15,1-1-59-15,1 2 0 0,-2 1 0 0,0-1 0 16,-6 2 0-16,2-6 0 0,-1 4 0 16,-4-1 0-16,-2-1 0 0,-4 2 0 0,0 0 0 15,-5 0 0-15,-5-1 0 0,-6 4 0 16,2-5 0-16,-1-3 0 0,-1-5 0 16,-3 3 0-16,0-8 0 0,2 1 0 15,4-6 0-15,-5-1 0 0,-3-11 0 0,5-8 0 16,4-7-415-16,9 1-187 0,3 0-146 15,6 2-128-15,4-5 83 0,-1 6-825 0,7-3-1057 16</inkml:trace>
  <inkml:trace contextRef="#ctx0" brushRef="#br0" timeOffset="38507.18">18199 8374 4763 0,'-6'-18'70'0,"0"4"58"0,4 4 45 0,-1 1 38 0,-1 1 19 0,0 4-8 0,4 4-8 0,0 0-2 0,0 0 39 16,0 0 13-16,0 0 1 0,4 36-1 0,3-4-25 15,-3 11-7-15,6 8-17 0,-2 2-20 16,-3 1-152-16,1 1-43 0,-3-12 0 15,-1 1 0-15,0-1 0 0,-2-2 0 16,0 0 0-16,-2-4 0 0,0-6 0 0,2-8 0 0,-1-4 0 16,-1 0 0-16,2-3 0 0,0-3-242 15,0-4-211-15,2-6-86 0,-2-3-91 16,0 0-115-16,0 0-43 0,23-22 71 16,-9-4-670-16,6-7-839 0</inkml:trace>
  <inkml:trace contextRef="#ctx0" brushRef="#br0" timeOffset="38690.69">18496 8438 3559 0,'12'-24'15'0,"-7"5"124"15,-1 3 74-15,2 6 61 0,-5-1 38 16,1 5 21-16,0-1-2 0,-2 7-10 0,0 0 40 16,0 0 17-16,0 0-3 0,18 24-15 15,-15-3-6-15,5 18-35 0,-5 2-29 0,8 13-33 16,-6-2-257-16,1 4 0 0,-6-12 0 16,-4 2 0-16,4-1 0 0,0-1 0 15,-4 0 0-15,1-1 0 0,-6-5-149 16,0-1-306-16,0-5-78 0,-7-4-74 0,5-8-109 15,-2-5-76-15,-1-4 53 0,1-3-689 16,-4-2-880-16</inkml:trace>
  <inkml:trace contextRef="#ctx0" brushRef="#br0" timeOffset="39039.83">16859 8661 3764 0,'3'-29'33'16,"2"3"41"-16,6-6 19 0,7 3 30 15,0 0 25-15,5 6 27 0,0 2 27 16,2 2 2-16,-8 7 7 0,-1 7 9 0,-3 5 16 16,-4 7 15-16,-3 11 8 0,-2 15 14 15,-4 10 1-15,-6 12 0 0,-4 3 3 16,-1 4-20-16,1 1 6 0,-3 5-12 15,8-5-5-15,-1 0-163 0,10-3-83 0,1-4 0 16,8-1 0-16,8-6 0 0,3-5 0 0,2-3 0 16,1-7 0-16,2-11 0 0,1-3 0 15,-4-3 0-15,5-8 0 0,-5-1 0 16,-1-8 0-16,0 0 0 0,0-8 0 0,4-4-63 16,0-3-553-16,-3-6-115 0,-5-6-166 15,-4-2 73-15,-8-2 96 0,-7-8-745 0,-4-4-922 16</inkml:trace>
  <inkml:trace contextRef="#ctx0" brushRef="#br0" timeOffset="39223.01">17084 8245 4361 0,'-14'-12'87'0,"1"5"16"16,4 1 9-16,1 0 16 15,2 0 7-15,3 1 2 0,3 5-12 0,-8-7-16 16,8 7-12-16,0 0-12 0,13-7-17 15,5 5-44-15,7 2-66 0,16-1-103 0,11 0-132 16,14-2-147-16,5 0-276 0,7-3 60 16,2-2 74-16,4 1-379 0,0 2-423 0</inkml:trace>
  <inkml:trace contextRef="#ctx0" brushRef="#br0" timeOffset="39595.22">19037 7902 3008 0,'-3'-17'225'15,"-1"6"-16"-15,0-2-13 0,4 2-14 16,2 4-18-16,2 0-12 0,-1 2-4 0,-3 5 6 16,11-2 16-16,-11 2 16 0,25 29 9 15,-7 2 14-15,0 15 6 0,-2 9-20 0,2 7-9 16,-4 3-19-16,-1 4-15 15,-1 2-22-15,-1 2-11 0,0 2-17 0,-4-1-3 0,0 0 9 16,-3-2-25-16,2-2 4 16,-5-5-1-16,-1 3 7 0,2-2 0 0,-4-6 11 0,1-4 16 15,-5-13 9-15,1-3 4 16,-1-2 10-16,-1-8 11 0,-4-1 4 0,2-4-21 16,-2 0-137-16,-6-1 0 0,-3-2 0 15,-2-1 0-15,-7-1 0 0,1-1 0 0,-5 0 0 16,-2-2 0-16,6 0 0 0,-5-2 0 15,11-1 0-15,1-2 0 0,6-5 0 0,5-1-271 16,0-2-450-16,1-4-213 0,10 0 71 16,0 0 104-16,-7-10-820 0,7 10-1021 0</inkml:trace>
  <inkml:trace contextRef="#ctx0" brushRef="#br0" timeOffset="40906.01">20699 8107 4627 0,'-2'-21'4'0,"-1"4"31"0,1 3 21 0,0 4 16 0,0 3-3 0,-1 1-8 15,3 6-7-15,0 0 31 0,0 0 39 0,-11 26 29 16,4 14 15-16,-5 13 5 0,-3 7 13 16,4 7 10-16,-3 4 4 0,5 1-10 15,-3-2-12-15,4-1-13 0,1-2-23 16,3-6-4-16,4-1-13 0,-1-4-14 0,1-11-7 15,3-4-10-15,3-4-12 0,-3-8-11 16,3-7-4-16,2 8-6 0,3-11-2 0,-1-3-4 16,0-3-6-16,6-1-18 0,-2-7-35 0,8 3-17 15,-2-7-48-15,-1-1-52 0,5-3-51 16,11-6-63-16,0 1-69 0,-5-4-83 16,1-4-80-16,-6-1-79 0,-1-2-109 0,-3-1-68 15,-4-2 53-15,-6 2-558 0,-1 3-691 16</inkml:trace>
  <inkml:trace contextRef="#ctx0" brushRef="#br0" timeOffset="41107.96">20678 8061 3744 0,'-6'-14'151'0,"-1"-1"10"15,3 5 3-15,3-1-2 0,-1 3 1 16,4-4-9-16,-1 3-16 0,7-3-17 0,-1 2-13 15,5 1-12-15,5-2-33 0,4 3-46 16,2 1-68-16,-1 1-101 0,3 3-98 0,-2 2-102 16,0 2-158-16,0 2-120 15,-2 5 59-15,-4 2-356 0,6 7-408 0</inkml:trace>
  <inkml:trace contextRef="#ctx0" brushRef="#br0" timeOffset="41624.41">21225 8211 3017 0,'-6'-1'296'0,"6"1"-26"0,0 0-16 16,0 0 14-16,-30 10 13 0,12 1 12 0,-4 7-8 16,3 1-8-16,-4 3-24 0,4 3-24 15,0 0-21-15,1-1-23 0,3 2-15 0,-2 1-17 16,0-1-14-16,2-1-14 0,-8 1-11 15,9 0-11-15,3-9-8 0,1-3-6 16,5-4-15-16,-1-1 2 0,2-3-2 16,3-2-11-16,1-4-7 0,0 0-8 0,0 0-5 15,3-35-1-15,8 1-4 0,9-7-4 16,1-7-6-16,1-3-7 0,3 0-1 0,0 7-3 16,-2 3 0-16,-3 14-1 0,-9 8-4 15,0 3-1-15,-1 8-4 0,-1 4 14 0,0 4 10 16,-9 0 8-16,25 12-4 0,0 4-1 15,-3 6-2-15,-2 0-6 0,1 1 1 16,0 1-5-16,0-1-2 0,0 2-2 0,-2-3-1 16,4-3-2-16,-10-3-2 0,0-5 0 15,-1 0 7-15,-4-4-13 0,-3 0-7 16,3-3 0-16,-5 2 0 0,2-4 0 0,-5-2 0 16,0 0 0-16,0 0 0 0,0 0 0 15,0 0 0-15,0 0 0 0,-29-12 0 0,10 8 0 16,-8 2 0-16,0 1 0 0,1 1 0 15,-1 3 0-15,1-1 0 0,-1 3 0 0,2 0 0 16,4 2 0-16,1 1 0 0,-2-1 0 16,8-1 0-16,2-2 0 0,0 0-558 0,6-2-209 15,6-2-153-15,0 0 85 0,-7-10-903 16,10-1-1171-16</inkml:trace>
  <inkml:trace contextRef="#ctx0" brushRef="#br0" timeOffset="41840.08">21692 7978 4980 0,'-1'-6'75'0,"-2"0"32"0,3 6 21 0,-8-6 5 0,8 6 34 0,0 0 50 0,0 0 28 0,-16 22 2 16,7-4-8-16,0 11-18 0,4 3-20 0,-3 3-23 16,5 2-15-16,3 3-18 0,0 1-16 15,0-2-60-15,1 1-53 0,-1-1-80 0,0-4-87 16,2-6-85-16,0-3-92 15,0-4-77-15,0-3-46 0,-2-1-29 0,2-6-30 16,-2-3-30-16,1-1-3 0,1-4-10 16,-2-4-603-16,0 0-623 0</inkml:trace>
  <inkml:trace contextRef="#ctx0" brushRef="#br0" timeOffset="42073.13">21761 8373 3067 0,'25'-38'-50'0,"-1"-4"61"0,2 0 56 16,-2 5 54-16,-3 8 48 0,-3 4 38 0,-4 8 20 15,-1 3 7-15,-1 6 7 0,-1 2 5 16,0 5-12-16,-11 1 5 0,22 8 6 15,-13 2 12-15,-3 4 11 0,2 3 10 0,-5 6 5 16,1 2 2-16,-2 1 2 0,-2-1 2 0,-4 12 2 16,2-8 6-16,2-3-22 0,-2-1-152 15,2-4-123-15,0-2 0 0,0 0 0 16,2-1 0-16,0-2 0 0,4-2 0 16,-1-3 0-16,5 2 0 0,-2-5 0 0,1-2 0 15,1-2 0-15,-1-1 0 0,2-3 0 16,-11 0 0-16,25-9-454 0,-5-3-454 0,-2-7-6 15,2-2 90-15,-3-8-907 0,5-10-1165 16</inkml:trace>
  <inkml:trace contextRef="#ctx0" brushRef="#br0" timeOffset="42355.38">22351 7715 5138 0,'-9'-12'105'0,"1"2"50"0,3 3 23 16,-2 2 9-16,2 1-7 0,5 4-11 15,-4-6 5-15,4 6 26 0,0 0 13 16,34 26-5-16,1 1-15 0,3 6-17 0,4 6-18 16,-2 9-14-16,6 14-10 0,-8 6 6 15,-10-7 5-15,-5-3 0 0,-2 7-96 0,-7 2-49 16,-9 1 0-16,1 3 0 0,-8-3 0 16,-6-1 0-16,-3-2 0 0,-6-1 0 0,-3-4 0 15,-4-2 0-15,-4-2 0 0,-5-1 0 16,0-5 0-16,1-3 0 0,-4-6 0 0,0-3 0 15,2-7 0-15,3-10 0 16,2-2 0-16,3-3 0 0,-3-4 0 0,4-4 0 16,5-3 0-16,-1-3-453 0,-1 0-507 15,8 0 50-15,0-4 105 0,1 2-917 0,4-4-1155 16</inkml:trace>
  <inkml:trace contextRef="#ctx0" brushRef="#br0" timeOffset="43705.11">17341 10152 5059 0,'6'-5'27'0,"-2"5"2"0,-4 0 33 0,6 17 38 0,-4 0 55 0,-4 8 18 0,-6 14 5 16,-4 10-6-16,-1 7-12 0,0-2-13 0,-6-1-16 16,3 0-4-16,2-7-12 0,2-8-10 15,0-6-9-15,0 0-12 0,5-9-9 0,3-6-4 16,3-4-6-16,-1-2-5 0,0-3 0 15,0-1-7-15,2-7-10 0,0 0-18 16,0 0-23-16,0 0-17 0,11-27-8 16,1-2-17-16,-5-6 1 0,6-12-1 0,-1-3 4 15,-4-4 0-15,1-1 5 0,-2 5 15 16,4 13 12-16,-6 4 11 0,1 7 8 0,-3 8-8 16,1 2 17-16,3 7-2 0,-6 3 8 15,3 2 23-15,-4 4 18 0,0 0-2 0,29 15-14 16,-9 5-2-16,7-2-5 0,1 3-6 15,8 7-3-15,3-2-1 0,5-5-4 0,2 2-4 16,-3-3-6-16,-7-4-6 0,-1-4-5 16,-12-2 7-16,-8-1 0 0,-2-4 6 0,-1 2 28 15,-4-4 24-15,-5 2 6 0,-3-5 3 16,-3 10-51-16,-7-6-36 0,-3 1 0 0,-5 2 0 16,0-2 0-16,-7 3 0 15,2-4 0-15,-2 4 0 0,-1-6 0 0,-9 5 0 16,9-2 0-16,3 0 0 0,0 1 0 15,-1-2-107-15,4-2-392 0,-1 1-179 0,1-6-239 16,6 1 81-16,2-8 84 0,2-2-745 16,9-3-944-16</inkml:trace>
  <inkml:trace contextRef="#ctx0" brushRef="#br0" timeOffset="43972.33">17735 10166 4526 0,'11'-10'189'0,"-8"1"25"0,7 2 11 0,-5 0 33 0,5 1 13 0,-2-2 2 0,3 0-3 15,3 3-16-15,-1 3-18 16,4 4-20-16,2 2-15 0,0 3-18 0,12 3-21 16,-7 5-15-16,-1 7-14 0,-6 2-12 15,-8-2-5-15,0-1-11 0,-6 1-14 0,-3-3-91 16,-1 6 0-16,-4-3 0 0,1-1 0 16,-1 0 0-16,1-5 0 0,0-3 0 0,2 0 0 15,1-3 0-15,1-2 0 0,0-1 0 16,0-7 0-16,9 7 0 0,2-7 0 0,7-2 0 15,3-6 0-15,11-6 0 16,2-3 0-16,6-10-88 0,1-6-466 0,-2-4-71 16,1 0-88-16,1-7-131 0,-2 1 72 15,-4 2-791-15,-3 3-1005 0</inkml:trace>
  <inkml:trace contextRef="#ctx0" brushRef="#br0" timeOffset="44155.64">18515 9950 3986 0,'8'-11'-23'16,"-7"1"113"-16,3 3 58 0,1 2 21 0,-5 5 9 15,0 0 36-15,0 0 52 0,0 0 46 16,-5 30 24-16,1-9-5 0,-5 16 0 0,2 13-20 15,-3 1-22-15,-1 4-26 0,0 2-26 16,-2 3-25-16,2 0-26 0,2-2-18 0,3-2-31 16,-2-3-87-16,6-9-50 15,-3-3 0-15,-1-5-97 0,5-2-98 0,-1-7-78 0,-3-6-80 16,3-6-77-16,0-3-79 16,1-3-100-16,-1-2-146 0,2-7 28 0,0 0 81 15,0 0-577-15,0 0-687 0</inkml:trace>
  <inkml:trace contextRef="#ctx0" brushRef="#br0" timeOffset="44507.19">18803 9927 3800 0,'-4'-8'248'15,"4"3"19"-15,0 5 10 0,-4-8 1 16,4 8 2-16,0 0-7 0,0 0 5 0,8-8-20 16,2 7-21-16,6-1-27 0,11 4-22 15,13-1-21-15,2 7-15 0,5 5-7 0,2 7-7 16,-8 5-3-16,-4 8 14 0,-8 6 13 16,-13 6 9-16,-2 6 9 0,-14 5 12 15,-4 5-186-15,-9 1-6 0,-3 2 0 0,1 0 0 16,-2-1 0-16,4-3 0 0,-3-3 0 0,1-7 0 15,6-1 0-15,1-13 0 0,-3-3 0 16,3-8 0-16,3-4 0 0,-2-5 0 16,2-1 0-16,-5-1 0 0,1-2 0 15,-5-1 0-15,-1-1-483 0,0-2-351 0,-10-1-68 16,0-3 69-16,-15 0-915 0,-3-2-1179 16</inkml:trace>
  <inkml:trace contextRef="#ctx0" brushRef="#br0" timeOffset="44824.3">16749 10111 5045 0,'4'-29'-40'0,"-1"8"38"15,-1 6 4-15,2 1 12 0,-2 8 15 0,-1 4 54 16,-1 2 53-16,9 20 41 0,-4 17 32 16,5 14 5-16,-7 10 3 0,5 10 14 0,-2 5 9 15,2-1 2-15,-3 0-8 0,4-1-19 16,5 17-20-16,1-21-20 0,8 15-16 16,0-24-14-16,2-4-15 0,4-4-16 15,-3-7-87-15,2-5-27 0,-3-5 0 0,-4-10 0 0,-6-9 0 16,-1-3-120-16,-1-7-148 0,-1-3-118 15,-1-4-139-15,5-4-169 0,-5-7-148 0,5-13 70 16,-2-7-787-16,-3-4-1002 16</inkml:trace>
  <inkml:trace contextRef="#ctx0" brushRef="#br0" timeOffset="45006.09">16924 10274 4818 0,'-15'-6'269'0,"5"3"-4"15,0 0-19-15,5-3-7 0,-1 3-18 0,6 3-20 16,0 0-19-16,9-10-20 16,11 6-28-16,12-8-70 0,12 6-96 0,4 1-111 15,14-1-157-15,7 3-167 0,2 3-241 16,1-1-41-16,0-1 80 0,-1 2-601 0,-1 2-729 16</inkml:trace>
  <inkml:trace contextRef="#ctx0" brushRef="#br0" timeOffset="45806.05">21278 9968 3900 0,'-7'-12'173'0,"2"1"-9"0,-4 5-17 0,6 3-6 0,3 3 10 0,-22 20 30 0,4 9 25 0,-13 17 8 0,1 9 1 0,-13 15-3 0,4 3-9 16,1 1 2-16,0-3-8 0,7-17-10 16,3-2-9-16,5-5-17 0,1-6-9 15,9-12-17-15,1-3-14 0,9-10-13 16,-3-2-7-16,4-4-7 0,1-1-8 0,1-6-3 16,0-3-8-16,0 0-10 0,0 0-1 15,17-31-9-15,-8-2-6 0,4-10-5 0,-1-11-9 16,5-3-8-16,-1-11-5 0,-5-6-11 15,10-17-3-15,-8 24-2 0,1 6 2 0,-1 11-1 16,-6 15-7-16,1 4 0 0,-2 7 0 16,-2 7 0-16,-3 5 0 0,3 7 0 0,2 5 0 15,-6 0 0-15,12 11 0 0,-3 4 0 16,7 13 0-16,0 1 0 0,11 9 0 16,2 3 0-16,5-2 0 0,7-1 0 15,6-1 0-15,0 0 0 0,1-8 0 0,-5-2 0 16,-4-4 0-16,-8-7 0 0,-11-3 0 15,-4-3 0-15,-5-2 0 0,-1 0 0 0,-5 0 0 16,-3-1 0-16,-6 3 0 0,-8 4 0 16,-13 5 0-16,-20 3 0 0,-5 2 0 0,-2-2 0 15,-6-1 0-15,5-1 0 16,1-1 0-16,5-4 0 0,15-3 0 0,1-1 0 0,12-5 0 16,-1 0 0-16,7-1 0 15,4-4 0-15,4 2 0 0,5-3 0 0,-9-9 0 0,7-3 0 16,6-11-483-16,10-11-470 15,4-12 44-15,6-2 99 0,4 0-903 0,5-3-1146 16</inkml:trace>
  <inkml:trace contextRef="#ctx0" brushRef="#br0" timeOffset="46106.98">21570 9835 5096 0,'2'-8'82'0,"4"0"1"0,-3 2 8 0,1 1 18 0,5 1 31 15,2 3 10-15,-11 1 5 0,28 5-3 0,-7 2-11 16,3 8-3-16,3 4-13 16,-4 8 12-16,2 9-8 0,-10 8-4 0,-4 3-3 15,-4-7 12-15,-9-1 13 0,-7 2 14 16,4 2 6-16,-6-5 9 0,-3-3 5 0,5-2-3 16,-2-4-106-16,4-6-72 0,2-7 0 15,1-3 0-15,0-3 0 0,6 1 0 0,0-4 0 16,3-1 0-16,6-1 0 0,2-1 0 15,1-2 0-15,4-1 0 0,1 1 0 0,0-2 0 16,4-2 0-16,2 1 0 0,-4-1-372 16,3 0-293-16,1 0-175 0,-4 0-23 0,1-1 95 15,3 0-825-15,-1 0-1033 0</inkml:trace>
  <inkml:trace contextRef="#ctx0" brushRef="#br0" timeOffset="47107.65">20963 8138 4598 0,'3'-14'-30'0,"1"4"52"0,0 0 32 0,-3 4 19 0,-1 1 4 0,0 5 1 16,0 0 19-16,0 0 64 0,0 0 33 0,-1 28 19 15,-5-5 3-15,-2 15-4 0,-2 12-1 16,-1 1-5-16,1 6-13 0,5-2-11 16,-1 0-16-16,2-1-19 0,4-9-8 0,2-4-19 15,0 1-11-15,2-5-10 0,1-3-12 16,-3-6-4-16,3-3-11 0,0-6-16 15,-5-3-31-15,4-1-26 0,0-3-21 0,-4-2-44 16,2-1-45-16,-1-3-91 0,-1-6-112 16,0 0-116-16,0 0-107 0,0 0-148 0,0-25-98 15,0 4 84-15,2-14-665 0,4-8-818 16</inkml:trace>
  <inkml:trace contextRef="#ctx0" brushRef="#br0" timeOffset="47523.96">21022 8179 3985 0,'0'-18'9'0,"0"3"50"0,3 1 33 16,-1 1 23-16,4 2 21 0,1-1 18 16,2 1 4-16,5-1 3 0,11-4-6 0,-3 6-6 15,13-1-10-15,1 4-12 16,4 6-15-16,0 2-9 0,1 5-9 0,-4 6-11 0,1 2-4 16,-4-1-8-16,-5 6-6 0,-4 2-3 15,-5 1-3-15,-9-4 8 0,-8 3 10 0,-5-2 17 16,-9 10 4-16,-4 2 9 15,-12 5 8-15,-6-2 0 0,1-1 2 0,0-2 4 16,3-7 10-16,4-4 10 0,9-4-7 16,2-4-5-16,3-2-6 0,1-1-9 0,5-1-15 15,0-1-2-15,5 0 10 0,7 2-69 16,-2-1-38-16,8 2 0 0,7 1 0 0,6 7 0 16,7-1 0-16,-5-1 0 0,-3 1 0 15,-1-1 0-15,-4-1 0 0,-5-3 0 0,-5-1 0 16,-5 4 0-16,-1-5 0 0,-8 2 0 15,-1 2 0-15,-9 1 0 0,-6 2 0 16,-5 1 0-16,-4-5 0 0,-2 1 0 16,-3-2 0-16,2-3 0 0,-2-1 0 0,5-2 0 0,4-2 0 15,4-4 0-15,1 0 0 16,-2 0 0-16,1 0 0 0,4 0 0 0,2 0 0 16,2-2 0-16,-1 0-854 0,3 2-118 15,11 0 94-15,-21 2-988 0,11-2-1291 0</inkml:trace>
  <inkml:trace contextRef="#ctx0" brushRef="#br0" timeOffset="48305.74">17429 10239 5280 0,'0'0'-183'0,"12"8"27"0,-7 1 41 0,-1 7 34 0,3 5 35 0,-3 10 40 0,3 2 30 0,-2 6 17 16,1-2 13-16,1 5 2 0,-1-1-6 0,-3-2-3 15,4-1-7-15,-2-1 0 0,-3-2-4 16,2-8-4-16,0-1-5 0,-3-4 1 0,-1-2-9 16,4-2-29-16,-2-3-40 15,2-1-58-15,-4-3-84 0,1-2-73 0,2 0-75 0,-1 0-78 16,2-3-118-16,-4-6-40 15,0 0 69-15,0 0-236 0,9-24-235 0</inkml:trace>
  <inkml:trace contextRef="#ctx0" brushRef="#br0" timeOffset="48705.17">17712 10314 2347 0,'3'-17'189'0,"-1"5"18"0,-2-1 18 16,0 5 14-16,0 0 25 0,2 3 15 15,-2 5-8-15,2-15-19 0,0 10-32 0,-2 5-19 16,1-10-24-16,3 7-20 15,-4 3-10-15,18-4-18 0,-5 6-11 0,2 0-14 16,2 2-7-16,4 5-10 0,8 5-14 16,-4 1-3-16,-5 5-5 0,1-3-7 0,-10 3-1 15,1-3-10-15,-4 2 2 0,-6-3 10 16,0 4 4-16,-4-3 11 0,0 0-5 16,-2 0 5-16,0 0-4 0,1-1-5 0,-4 0-6 15,5-3-2-15,-1 1-8 0,-1-1-2 16,2 0-2-16,0-2 3 0,1 1-4 0,1-1-5 15,0 1-2-15,0-1 6 0,0 0 15 16,0 2 5-16,0-2 10 0,0 3 2 0,0-1 4 16,0 1 4-16,-2 0 0 15,2 0 4-15,-2 1-4 0,-2 0-5 0,-1 1-2 16,0 2-7-16,-1-4-1 0,-3 3-3 16,-3 1-8-16,1-1-34 0,-4-3-23 0,1 1 0 15,2-3 0-15,-4-1 0 0,1-4 0 16,-1-2 0-16,3-5-175 0,-1 0-106 0,-4-5-117 15,2-2-113-15,0 0-128 0,-2-6-207 16,7 5 71-16,3-2 85 0,0 2-628 0,5 0-776 16</inkml:trace>
  <inkml:trace contextRef="#ctx0" brushRef="#br0" timeOffset="49356.89">20890 10020 3955 0,'0'0'90'0,"0"0"30"0,-29 18 53 0,9 9 52 0,-7 11 33 0,-2 10 32 0,1 7 8 16,-1 4 5-16,-2 20-7 0,3 0-17 0,8-15-20 16,4 0-24-16,4-1-18 15,1-5-26-15,1 0-17 0,4-3-20 0,0-13-15 16,3-4-11-16,1-9-33 0,-2-4-41 15,4-1-45-15,-2-4-53 0,2-6-48 0,0 1-64 16,0-4-64-16,0-3-73 0,2-6-96 16,-2-2-90-16,0 0-81 0,0 0-135 0,15-31-36 15,-9 9 74-15,2-14-576 0,5-14-696 16</inkml:trace>
  <inkml:trace contextRef="#ctx0" brushRef="#br0" timeOffset="49787.87">20825 10221 3700 0,'-2'-17'109'0,"4"-1"21"16,0 1 12-16,1 0 22 16,5-3 22-16,-2 1 18 0,7 2 2 0,7-4-14 15,0 3-11-15,-1 5-15 0,3 9-18 16,-6 4-13-16,5 0-12 0,12 11-7 0,-5 5-14 16,3 6-6-16,-1 7-13 0,-1 4-11 15,-10-3 0-15,-4-1-14 0,-6 2 4 0,-7-2 3 16,-2-2 11-16,-5 10 24 0,-6-2 13 15,-9 9 12-15,2-5 13 0,0-10-1 0,3 0-11 16,3-10-10-16,3-1-10 0,4-5-11 16,-2-3-13-16,5 2-5 0,2-1 4 0,7-3-2 15,0 5-10-15,10-3-6 0,10 4-8 16,1-2-14-16,6-4-41 0,2 3 0 16,-4 1 0-16,-2-1 0 0,-7-4 0 15,-4 2 0-15,-4 0 0 0,-3-1 0 0,-7 4 0 16,-1 0 0-16,-6 0 0 0,-3 3 0 15,-6 2 0-15,-11 2 0 0,-3 2 0 0,-1-1 0 16,-9-2 0-16,-6 3 0 0,-4-3 0 16,8-4 0-16,-1-2 0 0,-1-4 0 0,1 0 0 15,7-7 0-15,7-2 0 0,0-5 0 16,2-6 0-16,-1-5 0 0,10-3 0 0,5 3 0 16,8-1-357-16,6-2-538 0,13-10-38 15,10-7 105-15,5 4-933 0,6-3-1192 16</inkml:trace>
  <inkml:trace contextRef="#ctx0" brushRef="#br0" timeOffset="50105.21">22075 9897 5289 0,'-2'-14'152'0,"-2"2"33"0,6 2 16 0,0 1 7 0,3 1 0 0,4 1-2 0,4 0-8 15,4 4-11-15,2 4-21 0,6 3-13 0,9 8-14 16,-2 5-16-16,9 12-11 16,-11 5-10-16,-7 6-5 0,-13-3 10 0,-7 2 20 15,-6 5 26-15,-9 7-75 0,-7-1-78 16,-4 0 0-16,-2-5 0 0,2-5 0 0,6-7 0 16,0-4 0-16,4-8 0 0,3-4 0 15,2-5 0-15,3 0 0 0,1-2 0 0,4-3 0 16,6-1 0-16,-1-2 0 0,9-2 0 15,1-2 0-15,2-2 0 0,8-1 0 0,11-8 0 16,0 1 0-16,8-12 0 0,4 1 0 16,0-4-260-16,-3-4-768 0,1-1 121 0,0-4-1132 15,-7-1-1454-15</inkml:trace>
  <inkml:trace contextRef="#ctx0" brushRef="#br0" timeOffset="50372.15">22774 9646 5591 0,'-5'-11'-26'16,"1"3"47"-16,-2 2 27 0,5 2 13 16,1 4 2-16,-4-5 21 0,4 5 40 0,0 0 24 15,0 0 1-15,29 29-5 0,-9 0 1 16,8 12-10-16,3 3-15 0,-4 11 8 0,-4 4-11 16,-7 3-5-16,-4 4 1 15,-4 2 11-15,-6 6 20 0,0 5 10 0,-6 0 20 16,-5 16 9-16,-2-19-48 0,-3 12-135 15,-2-18 0-15,-1-4 0 0,0-2 0 0,-2-6 0 0,-4-4 0 16,2-5 0-16,-6-8 0 16,2-3 0-16,3-13 0 0,-7-7 0 0,1-6 0 15,-6-5-255-15,1-5-383 0,-6-8-152 16,-8-1-77-16,-12-8 67 0,-2-4-846 0,-5-5-1085 16</inkml:trace>
  <inkml:trace contextRef="#ctx0" brushRef="#br0" timeOffset="50723.94">20438 9792 4837 0,'2'-8'-7'0,"-2"10"9"16,0-2 33-16,6 29 57 0,0 10 38 0,-3 19 24 15,5 8 11-15,-3 4 1 16,-1 3-4-16,2 4-4 0,2 1-2 0,-3-1-8 16,1-3-4-16,1-4-14 0,2-2-11 15,-2-7-12-15,0-1-27 0,1-7-7 0,-2-2-2 16,3-14-28-16,1-3-44 0,-2-3-51 15,3-4-63-15,0-7-71 0,1-9-106 0,3-6-111 16,4-7-117-16,12-8-215 0,-1-9 28 16,16-11 86-16,2-7-513 0,13-20-601 0</inkml:trace>
  <inkml:trace contextRef="#ctx0" brushRef="#br0" timeOffset="51223.96">23317 7935 3137 0,'12'-16'-56'15,"1"7"7"-15,-2 3 2 0,3 5 8 16,-1 2 21-16,10 6 19 0,10 7 13 0,8 12 8 16,4 9 4-16,0 7 11 0,10 23 20 15,3 10 17-15,-7 13 17 0,-4 8 7 16,-4 3-10-16,-9 10 1 0,-9 4 14 0,-10 8 8 15,-10 0 7-15,-7 10 38 0,-3 5 30 16,-8-1 22-16,-5-3 15 0,2 7 23 0,-4-1 6 16,5-5 16-16,-2 2 4 15,3 1 8-15,7-8-4 0,1-5 3 0,4-4-7 16,4-5-14-16,0-6-15 0,0-28-17 16,0-6-20-16,-2-7-15 0,-4-7-14 0,-3-5-62 15,-7-6-115-15,-5-5 0 0,-6-9 0 16,-7-2 0-16,-2-6 0 0,-10-5 0 0,-2-1 0 15,-9-7 0-15,-2-4 0 0,-1-2 0 16,15-4 0-16,0-2 0 0,9-2 0 0,9-4-611 16,1-1-359-16,3-3 72 0,7-2 113 15,5 2-891-15,2-3-1111 0</inkml:trace>
  <inkml:trace contextRef="#ctx0" brushRef="#br0" timeOffset="56253.1">7853 13377 3909 0,'-2'-8'357'0,"0"1"-124"0,2 7-94 0,-1-4-47 0,1 4 11 0,0 0 40 0,1 43 15 0,1 1-1 16,-2 14 11-16,0 4-1 0,0 2 1 15,2 0-3-15,0 2-11 0,0 0 2 16,3-4-16-16,-1-3-12 0,3-5-11 0,-2-11-15 15,2-2-7-15,1-5-14 0,-1-4-4 16,-1-6-23-16,-2-4-48 0,0-8-52 0,-2 1-51 16,2-3-44-16,-3-3-63 0,-1-4-102 15,0-5-88-15,0 0-71 0,0 0-84 0,-21-20-118 16,6-7-7-16,-4-16-525 0,-2-11-664 16</inkml:trace>
  <inkml:trace contextRef="#ctx0" brushRef="#br0" timeOffset="56504.09">7633 13393 3159 0,'0'-33'-44'0,"3"4"34"0,3 5 26 0,1-8 18 0,11 3 32 16,-2 3 21-16,7 3 24 16,6 6 17-16,7 5 9 0,4 8 2 0,4 8 4 15,10 8-7-15,-2 11-2 0,4 4-6 16,-5 4-7-16,-4 6-6 0,-6 3-4 0,-7 1-1 16,-5 2 0-16,-9 1-2 0,-8-7-7 15,-10 0 1-15,-6 3-3 0,-8-4-9 0,-8 8-11 16,-5-3-5-16,-2-3-5 0,-3-6-6 15,3-9-10-15,0-4 1 0,0-2-10 16,7-7-4-16,1-4-9 0,-1-6-33 0,4-6-56 16,-4-2-81-16,0-11-112 0,1-8-125 15,3-6-168-15,5-4-157 0,7-2 60 16,8 3-456-16,1 4-568 0</inkml:trace>
  <inkml:trace contextRef="#ctx0" brushRef="#br0" timeOffset="56969.51">8479 13287 3288 0,'4'-9'80'0,"-1"6"-7"16,-3 3-9-16,2-9-5 0,-2 9-5 15,0 0 4-15,0 0 16 0,4-7 0 0,-4 7 5 16,0 0 20-16,0 0 19 0,0 0 18 15,14 14 4-15,-2 1 15 0,5 9 4 0,0 5 0 16,2 11-1-16,0 1 7 0,4 3-5 16,-4-1-6-16,-5 2 21 0,2 1-17 0,-5-11 19 15,-4 1-8-15,2 1-14 0,0-2-15 16,-2-2-13-16,-3-4-9 0,-1-5-14 0,3-2-7 16,-1-2-4-16,-3-4-18 15,3-3-5-15,-1 3-6 0,-3-3-7 0,-1-5-1 16,2 1-3-16,0-3 8 0,-2-6 2 0,-4 14 0 15,-3-8-4-15,-1 1 9 0,-3 1 15 16,-5 2 13-16,3-3 10 0,-5 1 11 16,5-2-36-16,2 0-81 0,-1 0 0 15,5-3 0-15,1 0 0 0,6-3 0 0,-12 6 0 16,12-6 0-16,0 0 0 0,0 0 0 16,0 0 0-16,41 3 0 0,-17-8 0 0,13-2 0 15,1 0 0-15,-2-3 0 0,-2-1 0 16,-2 3 0-16,-7 0 0 0,-1 3 0 0,-10 2 0 15,2 1 0-15,-7-2 0 0,1 6-428 16,-10-2-301-16,8 7-185 0,-8 0 43 16,-2 1 110-16,-2 1-765 0,-4 4-972 15</inkml:trace>
  <inkml:trace contextRef="#ctx0" brushRef="#br0" timeOffset="57286.69">7683 15135 4686 0,'4'-19'203'0,"1"5"-23"0,0 3-11 0,2 0-1 0,-3 8 21 0,-4 3 39 16,0 0 26-16,27 12 11 15,-14 3-1-15,6 10-22 0,-2 7-21 0,0 0-22 16,5 9-20-16,-6 2-16 0,2 0-20 16,-3-6-15-16,-7-1-13 0,1 0-13 0,0 1-30 15,-5-3-51-15,-2-4-63 0,-2-6-70 16,-2-1-87-16,0-1-81 0,-3-2-98 0,-1-3-101 16,-3-3-114-16,1-4-155 15,-2-4-30-15,3-2 54 0,-3-4-588 0,10 0-770 16</inkml:trace>
  <inkml:trace contextRef="#ctx0" brushRef="#br0" timeOffset="57503.28">7640 15089 3899 0,'7'-26'57'0,"10"0"0"0,2 4 22 0,2 3 21 16,6 5 24-16,2 1 12 0,-1 7-8 16,-2 5-9-16,3 2-4 0,10 7-12 0,-3 4-6 15,0 1-3-15,-8 6 2 0,-1 3 0 16,-4 0 4-16,-8 5 4 0,-6-5 7 15,-4-1-7-15,-5-1-15 0,-3 1-4 0,-1 2-9 16,-7 7-8-16,2-8-20 0,-1-5-36 16,1-2-56-16,1-2-75 0,-2-7-96 15,3-2-108-15,7-4-107 0,0 0-112 16,-19-18-141-16,18-5 44 0,-4-13-416 0,10-4-528 16</inkml:trace>
  <inkml:trace contextRef="#ctx0" brushRef="#br0" timeOffset="57719.97">8287 14794 2962 0,'23'-11'42'0,"-4"5"15"0,-2 4 26 16,1 2 23-16,-3 4 45 0,2 0 34 0,-2 8 29 16,-1 5 31-16,-1 8 27 0,-4 6 31 15,-7 2-8-15,0 4 12 0,-4-1 6 16,0-2 5-16,-2-6 0 0,4-5-17 16,0-3-11-16,0-4-8 0,4 1-19 0,5-3-17 15,2-2-18-15,1-3-26 0,10-3-16 0,5-5-164 16,1-2-22-16,16-7 0 0,0 0 0 15,7-4-16-15,0-1-303 0,-8 5-138 16,-3-2-146-16,-2 5-176 0,-10 2-83 0,-5 3 97 16,-6 1-728-16,1 4-940 0</inkml:trace>
  <inkml:trace contextRef="#ctx0" brushRef="#br0" timeOffset="58003.19">7963 16107 4735 0,'0'0'373'0,"0"0"-30"16,0 0-19-16,0 0 41 0,0 0 26 0,-4 34 4 15,8 1-9-15,3 4-23 0,-2 12-28 16,6-1-154-16,-2 4-181 0,3-1 0 15,-2-2 0-15,-1-1 0 0,1-2 0 0,-3-8 0 16,-1-3 0-16,-1 2 0 0,2-3 0 0,-5-10 0 16,2-2 0-16,-8-4 0 15,6-3-532-15,-4-4-149 0,0-4-119 0,-3-2-66 16,3-4 63-16,2-3-731 0,0 0-977 16</inkml:trace>
  <inkml:trace contextRef="#ctx0" brushRef="#br0" timeOffset="58236.61">7909 16300 4255 0,'1'-31'5'0,"1"4"31"0,2 5 18 16,3 2 39-16,6-6 35 0,5 4 7 16,-1 6 4-16,-2 1-4 0,5 5-10 15,2 3-13-15,1 4-5 0,0 3-4 16,6 3-2-16,3 6 9 0,0 8 25 16,-1 0 17-16,-6 5 33 0,-2 4 24 0,-7 4 19 15,0-1 20-15,-9 4 10 0,-5-4-11 16,0-4-20-16,-2-1-16 0,-2-1-26 0,-3 1-15 15,1 0-72-15,-4-7-98 0,-1 1 0 16,-1-1 0-16,0-5 0 0,-1-4 0 16,0-5-183-16,-1-1-272 0,-1-4-160 15,-12-13-222-15,4-4-29 0,2-8 87 0,0 1-737 16,12 4-960-16</inkml:trace>
  <inkml:trace contextRef="#ctx0" brushRef="#br0" timeOffset="58585.88">8626 15879 4444 0,'0'-5'118'0,"0"5"7"0,6-5 13 15,-6 5 25-15,0 0 41 0,16 0 19 0,-16 0 15 16,0 0-1-16,14 7-3 0,-3 0-19 16,-8 1-20-16,3 3-34 0,-3 2-9 0,-1 1-18 15,0 3-11-15,0 0-7 0,-4 3-16 16,0-2-10-16,0-1-10 0,2 2-6 0,0-5-6 15,0-2-10-15,4 0-9 0,5 0 1 16,-2-2-9-16,6 4-3 0,4-2-4 16,0 1-7-16,8 4 5 0,0 4 11 0,0 3 19 15,-2-2 27-15,-1 6-53 0,-1 1-36 16,-1 1 0-16,-4 0 0 0,0-1 0 16,-5 2 0-16,-2-2 0 0,-5-2 0 15,-1-3 0-15,-3-6 0 0,-5 4 0 0,0-2 0 16,-3 1 0-16,-3-1 0 0,-8 3 0 15,-2-4 0-15,-2 0 0 0,-1-4-102 0,-7 1-618 16,1-3-256-16,-1-1 69 16,-5 4 110-16,3 3-798 0,0 0-1035 0</inkml:trace>
  <inkml:trace contextRef="#ctx0" brushRef="#br0" timeOffset="59287.11">8176 17292 4711 0,'-11'3'225'0,"11"-3"15"0,-7 7 26 15,5 6 44-15,2 8 36 0,8 14 13 0,-1 17-17 16,7 3-21-16,2 6-20 0,0 2-31 16,4 2-28-16,0-2-23 0,3 0-180 15,-3-5-39-15,0-3 0 0,-3-9 0 16,-4-8 0-16,-2-8 0 0,-1-7 0 0,-2-5 0 15,-5-7 0-15,1-2-286 0,-6-6-124 16,2-3-39-16,0 0-25 0,0 0-9 16,-23-20 3-16,7-7 21 0,-11-13 13 0,-4-5 33 15,1-8 65-15,-10-19 63 0,1-1 72 16,13 15 77-16,3 4 81 0,4 7 67 0,8 13 51 16,1 0 33-16,4 6 41 0,6 8 22 15,4 5 21-15,2 0 21 0,5 3 23 16,4 0 6-16,1 7 4 0,1 1-1 0,6 2-11 15,-4 4 4-15,6 2 3 0,7 11 14 16,-1-1 6-16,-3 6 5 0,-3 1 2 16,-6 6-10-16,-2 0-12 0,-6 1-10 15,-5 2-20-15,2-5-19 0,-8-4-15 0,0-2-23 16,-1-1-68-16,-4-1-79 0,1-3 0 16,0 0 0-16,-1-7 0 0,-1-1-171 15,6-6-162-15,-12-2-91 0,12 2-62 0,-3-21-38 16,5 1-26-16,1-3-1 0,9-9 61 15,1 2 93-15,3 5 109 0,0 0 88 0,-2 9 86 16,1 3 85-16,1 6 84 0,-1 2 92 16,-1 5 78-16,-2 2 80 0,4 1 53 0,3 5 17 15,-4 3 15-15,4 2-5 0,-2-2-16 16,1 1-1-16,0-1-21 0,0 1-28 16,0-3-29-16,2 0-28 0,-3-5-27 15,2-3-108-15,0-2-127 0,0-3 0 16,2-2 0-16,0-4 0 0,1 0 0 0,-6 1 0 15,4-1 0-15,-8 3 0 0,0 4 0 16,-2 3 0-16,-10 0 0 0,18 10 0 0,-8 0 0 16,-2 2 0-16,-1 2 0 0,3-1 0 15,0 3 0-15,-3-3 0 0,0-2 0 0,2-3-70 16,-2-2-159-16,2-2-106 0,1-2-107 16,-10-2-116-16,17-6-152 0,-10-3-127 15,2-3 75-15,-6-2-683 0,-1-7-894 16</inkml:trace>
  <inkml:trace contextRef="#ctx0" brushRef="#br0" timeOffset="59605.55">9265 13513 4317 0,'0'0'69'0,"0"0"-9"0,0 0-11 0,30-10-23 0,-16 7-16 0,6-6-20 0,5 2-34 0,4-5-83 0,3 4-102 16,-5 3-144-16,-2 1-241 0,-2 2 53 16,-1 2 67-16,1 6-213 0,-3 0-201 0</inkml:trace>
  <inkml:trace contextRef="#ctx0" brushRef="#br0" timeOffset="59802.86">9164 14096 2538 0,'-14'7'469'0,"5"-2"-20"16,3 0-17-16,1-1-5 0,5-4 1 16,-6 5-14-16,6-5-28 0,0 0-34 0,0 0-37 15,35-4-37-15,1-1-63 0,3-3-113 16,17-3-125-16,-13 3-138 0,3 1-153 0,-4 2-171 16,0-2-244-16,-6 2-34 15,-7 2 86-15,-8 1-566 0,-4 0-703 0</inkml:trace>
  <inkml:trace contextRef="#ctx0" brushRef="#br0" timeOffset="60919.29">10294 13166 3337 0,'2'-7'-88'0,"0"-2"22"0,-1 2 22 0,1-1 32 0,-2 8 40 15,2-7 35-15,-2 7 44 0,2-10 27 0,-2 10 18 16,0 0 9-16,0 0 2 0,-4-10 1 15,4 10-1-15,0 0-7 0,-2-7-7 0,2 7-7 16,0 0-6-16,0 0-7 0,-7-7-4 16,7 7-2-16,0 0 4 0,-4-5 0 0,4 5 8 15,0 0 2-15,0 0 5 0,0 0 6 16,0-10 14-16,0 10-6 0,0 0-7 16,0 0-15-16,10-7-4 0,-10 7-9 15,0 0-5-15,10-5-4 0,-10 5 8 0,0 0-7 16,0 0-4-16,0 0 27 0,7 20 21 15,-5-1 22-15,-6 22 8 0,3 5-115 0,-3 17-72 16,-1 2 0-16,3 3 0 0,4 2 0 16,3 0 0-16,4-3 0 0,2-5 0 15,9-4 0-15,-2 2 0 0,3-4 0 0,4-8 0 16,-2-3 0-16,-4-12 0 0,-4-4 0 16,-2-4 0-16,-1-4 0 0,-1-4 0 0,-5-3 0 15,2-4 0-15,-4-2 0 0,2-1 0 16,-3 2 0-16,5-2 0 0,-3-1 0 15,5 1 0-15,0-3 0 0,-1 1 0 16,1 0 0-16,1-1 0 0,0-1 0 0,1 2 0 16,-3-3 0-16,1 1 0 0,-10-3 0 15,15 3 0-15,-15-3 0 0,11 2 0 0,-11-2 0 16,13 0 0-16,-13 0 0 0,0 0 0 16,5-5 0-16,-5 5 0 0,-4-13 0 0,-4 2-551 15,-5-5-448-15,-6-4 82 0,-3-2-1030 16,-13-5-1366-16</inkml:trace>
  <inkml:trace contextRef="#ctx0" brushRef="#br0" timeOffset="61236.7">10138 12899 5628 0,'-9'-6'-64'0,"-2"4"14"0,4-1 22 0,7 3 38 0,-7-6 45 0,7 6 35 0,-8-3 24 0,8 3 6 0,0 0-10 0,-2-7-7 15,2 7-4-15,0 0-11 0,24-2-9 0,-2 0-8 16,4 0-7-16,12 2-9 0,9 0-8 15,-6-2-12-15,2 2-35 0,2-2-35 16,-4-1-52-16,-6 2-50 0,-9 1-53 0,-4-1-70 16,-5 1-76-16,-2 0-70 0,-1 0-112 15,-3 0-167-15,-11 0 35 0,17 1-480 0,-17-1-598 16</inkml:trace>
  <inkml:trace contextRef="#ctx0" brushRef="#br0" timeOffset="61818.77">11371 12800 3392 0,'-17'-2'94'16,"4"0"17"-16,1 2 21 0,2-2 30 0,10 2 40 15,-12-3 31-15,12 3 11 0,-7-2 0 16,7 2-35-16,2-10-23 0,6 6-28 0,7-2-10 15,6-1-19-15,4 2-10 0,4 2-15 16,9-1-13-16,-6 4-5 0,-2 0-11 0,6 4-6 16,1 2-6-16,-5 5-12 0,-2 2-4 15,-3 7 0-15,-4 5-2 0,0 4 25 0,-1 16 6 16,-2 3 3-16,-1 1 10 16,-2 5 4-16,1 4 3 0,-2 0-9 0,4 2-4 15,-1 0-8-15,-1 0-10 0,4-2-2 16,-3-1-1-16,0-7 14 0,-4 0 0 0,0-4 12 15,-5-9 6-15,-2-4 12 0,-3-2 8 16,1-7 3-16,-6-3 12 0,0-4-117 0,-4 0-12 16,2 0 0-16,-3-2 0 0,-6 2 0 15,0-1 0-15,-5 4 0 0,-4 0 0 0,-3-4 0 16,5 1 0-16,0-5 0 0,1-1 0 16,0-1 0-16,3-1 0 0,3-3 0 15,0 4 0-15,-1-8 0 0,3 2 0 16,1 0 0-16,-2-2 0 0,10-2-547 0,-15-2-249 15,15 2-130-15,-14-6 76 0,7 4-875 16,7 2-1158-16</inkml:trace>
  <inkml:trace contextRef="#ctx0" brushRef="#br0" timeOffset="64484.9">10839 14278 5084 0,'-25'0'26'0,"7"3"2"0,-2-1-8 0,4-2 19 0,5 1 31 0,0-1 44 0,11 0 49 16,-14 3 49-16,14-3 6 0,0 0 0 0,0 0-11 16,70-3-23-16,0-3-14 0,32-8-21 15,19-4-15-15,4 1-15 0,4-3-21 0,0-1-67 16,-11-1-44-16,-8 0-69 0,-29 8-53 16,-13 2-43-16,-9 2-37 0,-21 3-3 0,-15 4 14 15,-13 3 18-15,-10 0 14 16,0 0 35-16,-40 17 8 0,-14-5 14 0,-13 5 40 0,-30 9 34 15,-3-1 22-15,-7 3 26 16,-3-6 32-16,2 3 37 0,11-8 30 0,24 0 31 16,12-5 5-16,18-4 21 0,7-2 12 15,9 0 4-15,10 0 7 0,2-3-8 0,9-3-15 16,6 0-15-16,0 0-13 0,33-9-13 16,8-1-12-16,20-2-12 0,14-3-11 0,22-3-9 15,6-3-12-15,-2 2-22 0,0-5-38 16,-4 7-56-16,-20-1-54 0,-9 6-53 0,-9-2-48 15,-2 0-51-15,-21 6-49 0,-3-3-53 16,-10 5-45-16,-8-2-55 0,-10 4-73 16,-1-3-137-16,-6 2-5 0,2 5 54 15,-15-9-409-15,1 4-503 0</inkml:trace>
  <inkml:trace contextRef="#ctx0" brushRef="#br0" timeOffset="65384.61">12544 12850 3286 0,'-1'-20'204'0,"2"2"-9"0,3 2-10 0,1 3 3 0,-2-1 25 0,1-1 29 0,2 1 22 16,-3 2 14-16,1 3 1 0,2-1-25 0,-5 3-29 15,-1 7-15-15,0 0-5 0,18 22 27 16,-9 16 14-16,1 18 8 0,-6 17 11 0,-2 4-2 16,-4 5 15-16,-2 23 5 0,4-4-141 15,0-21-142-15,0-2 0 0,6-4 0 16,-1-3 0-16,5-7 0 0,0-3 0 0,1-4 0 16,5-5 0-16,-3-5 0 0,-2-11 0 15,4-3 0-15,-2-5 0 0,3-5 0 0,-3-6 0 16,5-3 0-16,-4-4 0 0,8-1 0 15,-5-5 0-15,2-2 0 0,4-2 0 16,2-2 0-16,0-4 0 0,7-2 0 0,-5 1 0 16,0-5 0-16,-2 3 0 0,0-5 0 15,-3-1 0-15,-10 1 0 0,-4-4-144 16,-2-3-865-16,-6 2 63 0,-1-5 98 0,-12-12-935 16,-5-4-1214-16</inkml:trace>
  <inkml:trace contextRef="#ctx0" brushRef="#br0" timeOffset="65586.86">12678 12601 4919 0,'-15'-4'156'0,"2"3"-16"16,3-2-12-16,2 3 7 0,8 0 13 15,0 0 5-15,-9-4-12 0,9 4-14 0,0 0-17 16,32-9-31-16,6 3-66 0,12 0-100 15,15 0-141-15,9-3-160 0,6-1-201 0,0-3-148 16,17-1 68-16,0-4-539 0,-20 3-671 16</inkml:trace>
  <inkml:trace contextRef="#ctx0" brushRef="#br0" timeOffset="65901.53">14113 12346 3580 0,'0'0'116'0,"0"0"0"15,0 0-5-15,0 0 6 0,0 0 25 0,0 0 41 16,0 0 46-16,4 25 30 0,1-8 22 16,9 14-6-16,5 10-19 0,0 5-23 15,2 6-20-15,0 3-14 0,-2 3-19 0,0 2-15 16,2 3 15-16,-2 1-6 0,-2-2-4 16,0 0-2-16,-4-1-13 0,1-3-9 0,-5 0-7 15,-1-2-5-15,-4-3-3 16,0-9-9-16,-4-1-105 0,0-1-17 0,-2-4 0 0,-1 3 0 15,-8-4 0-15,2-1 0 16,0-2 0-16,-5 0 0 0,-1-1 0 0,-4-2 0 16,-8 4 0-16,4-8 0 0,-9 2 0 15,5-5 0-15,3-2 0 0,1-4 0 0,3-5 0 16,6-3 0-16,2-4-435 0,2-5-346 16,1-1-140-16,9 0 66 0,-14-7-913 0,11 0-1199 15</inkml:trace>
  <inkml:trace contextRef="#ctx0" brushRef="#br0" timeOffset="76715.74">11083 13617 2050 0,'-32'4'801'0,"-1"-2"-310"0,8 0-173 0,7-1-111 16,-2-1-60-16,7 3-33 0,1-3-18 16,3 2-21-16,9-2 6 0,0 0 22 15,0 0 16-15,67-19 3 0,24-13 3 0,31-2-12 16,21-7-13-16,62-19-8 0,7-2-9 16,12 2-8-16,-5 3-7 0,-8 2-10 0,-10 6-9 15,-61 13-27-15,-11 3-44 16,-16 2-38-16,-22 3-26 0,-31 13-22 0,-24 7-4 15,-19 2 12-15,-13 6 9 0,-4 0 12 0,-45 12 11 16,-21 5-1-16,-35 9 19 0,-21 3 26 16,-12 4 23-16,-15 2 25 0,-50 19 18 0,3-1 16 15,3 2 13-15,51-12 18 0,8-5 9 16,19-5 3-16,24-4-2 0,33-11 7 16,8-2-6-16,21-7-9 0,18-3-5 15,17-2-12-15,-6-4-6 0,66-6-6 0,35-7-9 16,23-7-8-16,19-5-1 0,63-8-14 15,5-6-31-15,-3 3-16 0,-52 9-6 0,-3 5 0 16,-20 4 3-16,-19 6-3 0,-40 6-2 16,-13 2 1-16,-20 4 1 0,-16 4 4 15,-12-1 13-15,-9 2 21 0,-4-5 18 16,-25 12 15-16,-10-2 7 0,-15 2-1 0,3-5 6 16,-10 3 1-16,14-1-6 0,4-4-1 15,13 0-3-15,7-3-6 0,3 0-2 0,10-4-11 16,6 2-53-16,0 0-56 0,18-13-72 15,20-1-96-15,21-5-107 0,9-4-135 0,26-4-241 16,5 0 50-16,0 0 77 0,-4-2-434 16,-9 3-510-16</inkml:trace>
  <inkml:trace contextRef="#ctx0" brushRef="#br0" timeOffset="77551.92">16957 12816 2850 0,'7'-41'92'15,"0"0"48"-15,1 2 24 0,-2 1 30 0,-2 11 28 0,2 6 14 16,-5 5 8-16,1 2-4 0,-2 1-20 16,0 7-20-16,0 6 8 0,0 0 31 0,0 0 2 15,-21 45 3-15,3-1-7 0,-6 5-7 16,1 8 5-16,0 6-2 0,-1-2-10 0,-1 0-6 15,0 1-14-15,4-4-21 0,-4 0-20 16,3-6-15-16,1-4-11 0,-1-2-16 16,6-5-11-16,0-12-86 0,3-3-23 0,3-5 0 15,1-5 0-15,1-9 0 0,5 3 0 16,-5-6 0-16,0-4 0 0,8 0-159 16,-11-19-214-16,5-3-90 0,1-12-79 0,-2-21-79 15,9-8-97-15,0-7-41 0,1-4 48 16,2 0-597-16,3 1-765 0</inkml:trace>
  <inkml:trace contextRef="#ctx0" brushRef="#br0" timeOffset="77698.66">16663 12680 3548 0,'4'-19'-35'0,"-1"7"42"0,1 7 60 0,2 1 60 16,-2 3 46-16,-4 1 48 0,0 0 25 0,34 14 30 15,-7-1 14-15,7 4 2 0,10 9-21 16,4-2-26-16,5 1-27 0,0 1-20 0,1 2-19 16,-4 1-22-16,-2-4-10 15,-3 2-17-15,-5 0-35 0,-4-1-91 0,-10-3-86 16,-3 3-85-16,-6 0-108 0,-5 1-91 15,-6 0-88-15,-6-4-101 0,-8 12-166 0,-6-4 56 16,-2 1-550-16,-7-3-677 0</inkml:trace>
  <inkml:trace contextRef="#ctx0" brushRef="#br0" timeOffset="77881.98">16844 13089 3254 0,'-16'-10'176'15,"5"3"49"-15,4 2 19 0,-2 0 14 16,2 1 18-16,7 4 37 0,-5-4 20 0,5 4-9 15,0 0-20-15,0 0-23 16,0 0-28-16,0 0-24 0,25-8-25 0,-1 8-22 16,5-3-18-16,16 1-19 0,3 1-105 15,-2-3-117-15,5 1-157 0,-5-1-188 0,0 0-231 16,-6 2-155-16,-12-2 64 0,-5 6-707 16,-8-2-901-16</inkml:trace>
  <inkml:trace contextRef="#ctx0" brushRef="#br0" timeOffset="79464.92">17608 12533 4245 0,'0'-12'41'0,"2"5"27"0,0 1 12 0,-2 2 10 0,0 4 18 0,0 0 10 15,0 0-1-15,0 0 75 16,0 0 73-16,0 25 32 0,2 2 19 0,-4 16-6 16,4 5 1-16,-4 12 1 0,4 4-19 15,-4-1-2-15,4-1-9 0,-1 0-13 0,1-3-83 16,5-1-186-16,-2-5 0 0,1-11 0 16,-2 1 0-16,-3-3 0 0,1-1 0 0,0-2 0 15,-2-8 0-15,0-4 0 0,2-4 0 16,-4-3 0-16,2-3 0 0,0-1 0 0,2-1 0 15,-4-5 0-15,4-4 0 0,-2-4 0 16,0 0-590-16,0 0-178 0,0 0-134 0,4-46 68 16,2 9-899-16,3-18-1167 15</inkml:trace>
  <inkml:trace contextRef="#ctx0" brushRef="#br0" timeOffset="79698.67">17875 12611 4772 0,'9'-32'10'0,"-3"6"53"15,0 6 42-15,-2 3 31 0,0 5 34 16,-2 0 25-16,-1 5 5 0,1-1 10 0,-2 8 18 15,0 0 57-15,0 0 11 0,9 37-12 16,-3-1-2-16,-1 7-15 0,-2 13-6 0,3 4-7 16,-1 2-81-16,1-3-173 0,2 2 0 15,0-3 0-15,1-5 0 0,-2 3 0 0,2-14 0 16,-4-3 0-16,3-2 0 16,-5 0 0-16,3-4 0 0,-3-8 0 0,-3-4 0 15,3-4 0-15,-1-3 0 0,-2-4 0 0,0 0 0 16,4-3 0-16,-2-3-284 0,-2-4-496 15,0 0-167-15,0 0 86 0,20-25 94 16,-1 5-781-16,6-4-992 0</inkml:trace>
  <inkml:trace contextRef="#ctx0" brushRef="#br0" timeOffset="80115.28">18668 12622 4588 0,'-6'-11'164'0,"2"5"-3"0,-2 6 7 15,6 0 26-15,0 0 41 0,-31 20 31 16,19-5 15-16,-10 13-12 0,6 2-24 16,-6 12-22-16,3 5-23 0,2-1-18 0,2 3-19 15,-2 1-16-15,7 0-13 0,2-9-16 16,-1-2-14-16,4 0-14 0,-5-1-8 0,0-1-8 16,3-5-59-16,0-1-55 0,-2-9-66 15,6-3-64-15,-1-7-64 0,-4-4-61 0,5-4-75 16,-3-4-48-16,6 0-37 0,-16-19-15 15,7 0 12-15,-3-17 35 0,-1-12 54 0,-1-6 51 16,5-7 54-16,0-1 72 16,3 3 65-16,0 2 63 0,2 15 66 0,2 3 75 0,2 12 65 15,0 4 36-15,0 6 26 16,0 5 27-16,4 4 38 0,1 3 56 0,-5 5 31 16,16 3 24-16,4 7 4 0,7 9-13 15,-2 5-27-15,11 8-52 0,0 5-25 0,-2 2-28 16,2 4-24-16,-2-2-26 0,0-1-19 15,1-3-16-15,-1 1-82 0,-7-1-72 0,4-6 0 16,-13-4 0-16,2-5-96 0,-4 0-168 16,-4-6-109-16,-3-4-128 0,-3 0-138 0,0-4-203 15,-2-3 49-15,2-1 86 0,-6-4-645 16,0 0-808-16</inkml:trace>
  <inkml:trace contextRef="#ctx0" brushRef="#br0" timeOffset="80431.87">19822 12216 4161 0,'-21'-11'164'0,"-1"6"-16"0,3 6-13 0,-16 12 17 0,-2 12 59 0,-4 9 48 0,1 15 61 0,-4 21 24 15,2 7 8-15,10 4 4 0,9 3 1 0,6 8 5 16,9-14-3-16,4-2-15 0,8 2-177 16,2 0-167-16,7 14 0 0,1-23 0 0,3 2 0 15,0-6 0-15,0-5 0 0,1-3 0 16,-4-7 0-16,-2-13 0 0,1-3 0 0,-2-5 0 16,1-3 0-16,-2-6 0 0,-5-8 0 15,4-2 0-15,-2-6 0 0,-2-1-548 0,-5-3-421 16,16-9 64-16,-7-2 96 0,4-6-878 15,5-12-1122-15</inkml:trace>
  <inkml:trace contextRef="#ctx0" brushRef="#br0" timeOffset="80665.22">20018 12618 5154 0,'-3'-9'182'0,"-3"5"-16"16,6 4 44-16,0 0 66 0,-9 20 46 15,5 1 19-15,1 13-2 0,-2 5-41 16,-1 17-21-16,4 3-17 0,2 0-34 0,0 2-86 16,0-4-140-16,-1-10 0 0,1 1 0 0,0-3 0 15,-2 0 0-15,-2-7 0 16,2 1 0-16,-1-3 0 0,1-9 0 0,0-5 0 16,-2-3-51-16,1-3-410 0,1-5-108 15,1-3-132-15,-1-4-156 0,2-4 69 0,0 0 76 16,0 0-666-16,-6-25-832 0</inkml:trace>
  <inkml:trace contextRef="#ctx0" brushRef="#br0" timeOffset="81050.14">19994 12661 4121 0,'-1'-14'120'16,"-1"4"37"-16,2 1 37 0,-3 1 37 16,6 1 7-16,-1-1-9 0,-2 8-19 15,11-14-26-15,-2 9-20 0,3 1-20 16,1 2-14-16,2 4-15 0,2 2-10 0,4 3-13 15,2 9-5-15,1 5-14 0,-4 2-6 16,-4 4-10-16,-5 4-3 0,-6-1-1 0,-3 0-12 16,-8 3 13-16,-1 4 48 0,-7 1 45 15,3-2 27-15,-6 8 17 0,2-10-7 0,1-4-4 16,5 1-2-16,3-6-63 0,2-4-115 16,4-3 0-16,4-1 0 0,2 5 0 0,-1-3 0 15,7 8 0-15,-1-5 0 0,5 0 0 16,-5-1 0-16,-2-2 0 0,3-2 0 15,-2 2 0-15,-3-1 0 0,-1-1 0 0,2 4 0 16,-4-5 0-16,-3 1 0 0,-1-1 0 16,-1-1 0-16,-3 1 0 0,-3-1 0 15,2-3 0-15,-3 0 0 0,-3-2 0 0,-1-1 0 16,1-6 0-16,-3-1 0 0,0-4 0 16,-8-5 0-16,6-3 0 0,0-4 0 15,-1-9 0-15,2-2 0 0,6 2 0 0,1 2-396 16,5-4-622-16,3 1 104 0,7 5-1080 15,-2-14-1411-15</inkml:trace>
  <inkml:trace contextRef="#ctx0" brushRef="#br0" timeOffset="81284.98">20463 12666 5912 0,'2'-13'84'0,"-1"2"21"0,-1 3 35 15,2 4 33-15,-2 4 44 0,0 0 67 16,0 0 53-16,0 0 28 0,6 31-16 15,-6-5-124-15,0 13-225 0,0 7 0 0,-2 15 0 16,-2 2 0-16,2 0 0 0,1 3 0 16,-1-4 0-16,0-2 0 0,-2 2 0 0,0-2 0 15,1-4 0-15,-4-12 0 0,5-5 0 16,-1 0 0-16,-5-6 0 0,7-8 0 0,-3-5 0 16,2-5-85-16,-2-6-658 0,4-4-184 15,0-5 57-15,0 0 78 0,0 0-832 16,17-29-1062-16</inkml:trace>
  <inkml:trace contextRef="#ctx0" brushRef="#br0" timeOffset="81597.89">20663 12722 4335 0,'4'-15'66'16,"-2"0"29"-16,1 3 21 0,1 1 29 16,5 1 34-16,2 2 46 0,0-1 24 0,1 6 13 15,2 3-1-15,4 1-15 0,2 8-20 16,5 10-16-16,-4 5-9 0,-2 8 9 0,-3 16 4 15,-5 7-4-15,-8 7 7 0,-3 0 16 16,-9-1 13-16,0-1-201 0,-7 1-45 0,1-5 0 16,0-1 0-16,-2-7 0 15,3-11 0-15,3-6 0 0,6-7 0 0,-4-4 0 16,7-6 0-16,2 1 0 0,2-5 0 16,5 0 0-16,-2-1 0 0,6-5 0 0,1 2 0 15,1-2 0-15,0-4 0 0,5 4 0 16,1-2 0-16,3 0 0 0,0 0 0 0,3-2 0 15,1 0 0-15,3-2 0 0,9-2 0 16,-4-2 0-16,0-3 0 0,2-1-462 0,-1-8-548 16,7-3 107-16,-2-6-1075 0,0-2-1396 15</inkml:trace>
  <inkml:trace contextRef="#ctx0" brushRef="#br0" timeOffset="81815.13">21610 12983 6056 0,'-7'-1'269'0,"7"1"12"0,-12 0 28 15,12 0 39-15,0 0 56 0,0 0 6 0,0 0-296 16,0 0-114-16,48-6 0 0,-21 3 0 16,10-1 0-16,-1-1 0 0,0 0 0 0,-5-1 0 15,-6 0 0-15,-2 1 0 0,2 2 0 16,-7-2 0-16,-4 5-408 0,-1-2-558 0,-3 0 55 15,-10 2 91-15,11 0-910 0,-11 0-1162 16</inkml:trace>
  <inkml:trace contextRef="#ctx0" brushRef="#br0" timeOffset="82082.19">22334 12543 5350 0,'-3'-8'275'0,"-2"2"-22"16,5 6-21-16,-4-4-3 0,4 4 75 0,0 0 48 0,0 26 27 16,-1-1-19-16,-1 16-25 15,0 5-213-15,-4 12-122 0,1 10 0 0,-3-2 0 16,2 2 0-16,0-3 0 0,-1-1 0 16,0-2 0-16,0-6 0 0,0-1 0 0,-1-4 0 15,3-11 0-15,-3-4 0 0,2-4 0 16,0-4 0-16,5-10 0 0,-3-3 0 0,2-3 0 15,0-5 0-15,0-5-564 0,2-2-331 16,0 0-6-16,0 0 87 0,13-36-892 0,-1 3-1141 16</inkml:trace>
  <inkml:trace contextRef="#ctx0" brushRef="#br0" timeOffset="82465.31">22431 12541 5101 0,'-1'-16'128'0,"-3"5"33"0,0 1 58 16,2-2 40-16,4 3 24 0,2-2 3 0,5 1-18 15,5-2-25-15,4 2-23 0,2 1-24 16,5 2-15-16,-3 2-23 0,3 3-18 0,0 6-12 16,0 3-17-16,3 8-12 0,-3 5-89 15,-2 9-10-15,-8 4 0 0,-6 6 0 16,-3 5 0-16,-8 2 0 0,-3 11 0 0,-8 4 0 16,-9 1 0-16,1-3 0 0,-2-3 0 15,1-5 0-15,1-1 0 0,1-6 0 0,7-10 0 16,2-3 0-16,7-6 0 0,-2-4 0 15,2 4 0-15,4-2 0 0,0-1 0 16,0 1 0-16,0 4 0 0,2 0 0 16,-2 0 0-16,4 10 0 0,-4-6 0 0,0-4 0 15,0 0 0-15,-4-1 0 0,2-1 0 16,1-1 0-16,-3-3 0 0,-2-1 0 0,1-1 0 16,-4-3 0-16,0 2 0 0,0-7 0 15,-5-3 0-15,-1 2 0 0,0-5 0 0,-6-3 0 16,0-2 0-16,-6-5 0 0,-5-5 0 15,0-2 0-15,1-3 0 0,4-6 0 0,4-3 0 16,7-3 0-16,5-6-389 0,10-3-625 16,4-3 116-16,13-10-1105 0,7-2-1420 15</inkml:trace>
  <inkml:trace contextRef="#ctx0" brushRef="#br0" timeOffset="82784.03">22805 12767 5830 0,'14'-17'-19'0,"-3"1"25"0,4 4 32 0,2 1 51 0,10-5 45 0,-2 6 22 0,-7 3 10 16,2 2-5-16,1 3-12 0,-3 4-5 0,5 3-8 15,4 7-11-15,-2 5-10 0,-4 7 2 16,-8 5 14-16,-2 5 13 0,-9 5 1 16,-5 4 18-16,-9 11 30 0,-3 1-125 15,-6-4-68-15,0 2 0 0,4-5 0 0,-2-1 0 0,2-4 0 16,6-12 0-16,-1-1 0 15,6-6 0-15,2-3 0 0,2-6 0 0,1-1 0 16,2-1 0-16,1-1 0 0,4-2 0 16,-2-3 0-16,4 1 0 0,-1-2 0 0,4-3 0 15,-1-3 0-15,3 0 0 0,1-3 0 16,3 1 0-16,2-6 0 0,10-3 0 0,-2-5-642 16,0 0-344-16,-2-3 108 15,8 2-1055-15,7-7-1355 0</inkml:trace>
  <inkml:trace contextRef="#ctx0" brushRef="#br0" timeOffset="83082.92">23512 12818 5416 0,'-17'-2'175'16,"-1"-2"49"-16,9 2 22 0,9 2 39 0,-11-2 60 16,11 2 22-16,0 0-10 0,0 0-23 15,0 0-39-15,25-10-148 0,-9 8-147 0,4 2 0 16,-4 2 0-16,4 1 0 0,1 6 0 15,1 8 0-15,0 7 0 0,-7 5 0 16,-5 9 0-16,-7 3 0 0,-5 2 0 16,-3 10 0-16,-7-2 0 0,-1 2 0 0,-1 1 0 15,-1-4 0-15,4-2 0 0,3-9 0 16,0-2 0-16,5-3 0 0,-1-8 0 0,2-7 0 16,2-1 0-16,0-4 0 0,0-3 0 15,6-2 0-15,-3-2 0 0,8-3 0 0,2-6 0 16,1-5 0-16,15-10 0 0,1-12 0 15,5-8 0-15,2-7-33 0,10-24-1012 0,3-4 116 16,1-2-1174-16,6-5-1514 0</inkml:trace>
  <inkml:trace contextRef="#ctx0" brushRef="#br0" timeOffset="83314.58">24332 12426 5741 0,'0'0'-79'0,"-12"-2"39"16,12 2 67-16,0 0 80 0,-8 12 83 0,8-2 60 15,4 6 30-15,2 7 11 0,4 13-3 16,-3 3-19-16,6 16-25 0,-6 3-25 0,2 9-20 16,-7 3-37-16,0 2-119 0,-6 2-43 15,-5-1 0-15,0 2 0 0,-9 15 0 0,-5-4 0 16,-8-6 0-16,-5-7 0 0,6-15 0 16,-9-9 0-16,1-2 0 0,-4-1 0 0,-6-4 0 15,1-5 0-15,-3-6-192 16,0-2-428-16,3-3-220 0,-1-7-39 0,12-7 81 0,4-4-856 15,1-5-1090-15</inkml:trace>
  <inkml:trace contextRef="#ctx0" brushRef="#br0" timeOffset="85032.87">16981 13791 4292 0,'-13'-2'-143'0,"2"-1"43"0,-5 1 32 0,1-2 34 16,0 3 43-16,-7-2 42 0,4 3 34 0,-2-4 30 15,-3 3 24-15,5 1 15 0,-5 0 14 16,1 0 12-16,4 1 10 0,-3-1-2 16,-1 2 6-16,4 0 31 0,2-2-7 15,3 0-2-15,-2 0 2 0,15 0-3 16,-19 3 2-16,19-3 0 0,-16 1-6 0,16-1-11 16,-11 2-3-16,11-2 12 0,0 0-2 15,0 0 3-15,0 0-199 0,48 2-11 0,3-4 0 16,30-1 0-16,8 0 0 0,35-2 0 15,5-1 0-15,6 0 0 0,-3 2 0 0,-10-4 0 16,-2 4 0-16,-35 0 0 0,-4 1 0 16,-8 0 0-16,-12 0 0 0,-20-1 0 0,-6 4 0 15,-11-2 0-15,-7 0 0 16,1 2 0-16,-5-1 0 0,-3 1 0 0,-10 0 0 16,14-3 0-16,-14 3 0 0,0 0 0 15,0 0 0-15,0 0 0 0,0 0 0 0,0 0 0 16,-41 6 0-16,20-6 0 0,-6 2 0 15,-4-2 0-15,-12 2 0 0,-7-2 0 0,-1 0 0 16,-20 2 0-16,-1-2 0 0,-5 4 0 16,4-1 0-16,-10 5 0 0,4-3 0 15,-2 2 0-15,7 3 0 0,3-3 0 16,9-1 0-16,2 3 0 0,13-2 0 0,7 0 0 16,7-5 0-16,8 2 0 0,3 0 0 15,5-2 0-15,4 0 0 0,1-1 0 0,12-1 0 16,-15 4 0-16,15-4 0 0,0 0 0 15,0 0 0-15,47-11 0 0,10 3 0 0,14-2 0 16,7-1 0-16,29 0 0 0,5-1 0 16,-3 0 0-16,-3 2 0 0,-22 3 0 0,-5 1 0 15,-9-2 0-15,-7 6 0 0,-22-4 0 16,-7 4 0-16,-10 0 0 0,-7 2 0 0,-6-3 0 16,-5 3 0-16,-6 0 0 0,0 0 0 15,0 0 0-15,-43 7 0 0,-1-1 0 0,-19 2 0 16,-4 3 0-16,-11-3 0 0,3 2 0 15,-4 3 0-15,4-5 0 0,9 0 0 16,5 1 0-16,17-2 0 0,5-2 0 16,14-1 0-16,5 0 0 0,4-2 0 0,5 0 0 15,8 0 0-15,3-2 0 0,0 0 0 16,0 0 0-16,36-2 0 0,2-3 0 0,8-2 0 16,13-1 0-16,4-1 0 0,-6 1 0 15,0-1 0-15,-11 1 0 0,-9 4 0 0,-4 0 0 16,-10 0 0-16,-4 3 0 0,-4 0 0 15,-1-1 0-15,-1 0 0 0,-6-2 0 0,3 4 0 16,-10 0 0-16,10-1 0 0,-10 1 0 16,0 0 0-16,0 0 0 0,0 0 0 15,0 0 0-15,0 0 0 0,0 0 0 16,0 0 0-16,0 0 0 0,0 0 0 0,0 0-260 16,0 0-759-16,-31 5 89 0,31-5 110 15,0 0-936-15,0 0-1186 0</inkml:trace>
  <inkml:trace contextRef="#ctx0" brushRef="#br0" timeOffset="85830.28">20154 13765 5071 0,'-21'-3'-59'16,"1"0"24"-16,-4 3 35 0,3-2 37 0,0 0 42 0,-1-2 45 0,-1 4 39 0,1 0 19 0,-1 0 4 15,10 0 12-15,-1 0-5 0,14 0-4 0,-22 0 0 16,22 0-2-16,-12 4-12 0,12-4-8 15,0 0-11-15,39 9-12 0,8-6-13 16,23 2-16-16,4-1-11 0,6 0-11 0,-1 2-8 16,4-3-10-16,-10 1-11 0,0 1-4 15,-8-2-5-15,-20 1-3 0,-4-1-41 16,-12-3-11-16,-9 1 0 0,-4-1 0 16,-7 2 0-16,-9-2 0 0,0 0 0 0,-6 7 0 0,-11-3 0 15,-7 1 0-15,-17-2 0 16,-2 4 0-16,-5-5 0 0,2 1 0 0,6 1 0 15,7-1 0-15,13-1 0 0,3-1 0 16,4 1 0-16,2 0 0 0,11-2 0 0,0 0 0 16,0 0 0-16,0 0 0 0,0 0 0 15,52-9 0-15,-23 6 0 0,9-2 0 0,2 2 0 16,-2-1 0-16,0 1 0 0,-6-1 0 16,-5 1 0-16,-5 1 0 0,-6 0 0 0,2 1 0 15,-5-1 0-15,-1-2 0 0,-5 2 0 16,-7 2 0-16,9-1 0 0,-9 1-442 0,0 0-134 15,0 0-153-15,0 0-152 16,0 0 92-16,-34-3-835 0,34 3-1062 0</inkml:trace>
  <inkml:trace contextRef="#ctx0" brushRef="#br0" timeOffset="88763.03">18075 12205 4322 0,'1'-4'-129'0,"6"1"34"0,-7 3 24 0,5-6 33 0,-5 6 39 0,4-5 46 16,-4 5 38-16,0 0 33 16,4-5 23-16,-4 5 10 0,0 0 0 0,0 0-13 0,0 0 7 15,-4-10-11-15,4 10 0 0,-4-7-3 16,4 7-7-16,-5-8-8 0,1 1-14 16,1 3-6-16,-2-2-9 0,-3-1-2 15,3 0 1-15,-2 0-5 0,-4 0-8 16,0 2-8-16,-3-2-10 0,0 0 1 0,-8-1-8 15,2-1 3-15,-9-1-5 0,1 3 1 16,3 2-3-16,-11-3 0 0,2 1-2 0,1 3-15 16,5 3 5-16,-11-5-5 0,5 6-1 15,3-2 5-15,4 1-1 0,-3 1-9 0,-1 0 6 16,3 0-4-16,-3 1-2 0,3-1-4 16,-3 2-7-16,-7 2 4 0,2 1 1 0,-2-2 1 15,1 3-4-15,10-1 0 0,-8 1 0 16,0 1-1-16,1 0 1 0,-2 0-1 15,9 0 2-15,2-2-3 0,1-1-2 16,1 2-2-16,-11 3 7 0,9-4 4 0,2 0-12 16,0 2 12-16,3 0-5 0,-3 0 7 15,1-1-4-15,-1-1 2 0,1 2-5 0,1 0 0 16,1 0 4-16,-2 0 5 0,1 1 2 16,2-1-1-16,-2 0-17 0,0 2 13 0,2-1 1 15,0 1 8-15,2-1-3 0,-3 2 3 16,4-3-2-16,-4 3-3 0,4-2 0 0,-2 2 0 15,1 1 5-15,2-1-4 0,-3 0 2 16,3 1-3-16,-2 1-1 0,2 1 1 16,-1 1-4-16,-6 5 2 0,3 1 1 15,-3 1-3-15,2-1 2 0,3 2-5 0,4-2 1 16,-9 1 2-16,11-4-6 0,-3-1 1 16,3 1 2-16,-1-1-2 0,1-2 1 0,4-1-4 15,-1-1-1-15,0 1 1 0,1-1-6 16,-1 1 2-16,5-5 3 0,-6 5-2 0,6-3 0 15,-1 0 1-15,0 0 1 0,1 3 2 16,-1 0 0-16,-2 1-3 0,2 2 3 0,0-1 2 16,0 0-9-16,4 2 5 0,-3 0-3 15,-1 2 0-15,4 1 1 0,-4-1-1 0,4 2 4 16,0 0-6-16,-2 1 1 0,1-3-2 16,1 2-2-16,0-3 9 0,1 1-7 0,1 4 1 15,0-5 1-15,0 1 0 16,2 0 2-16,-1-1 2 0,-1-2-1 0,2 1-4 15,0 2-4-15,0-3 0 0,2 3 0 16,-2-3 0-16,-1 1 0 0,-1-2 0 0,4 2 0 16,-5-1 0-16,3-1 0 0,3 2 0 15,-6-2 0-15,3 2 0 0,0-1 0 0,1 1 0 16,-3 1 0-16,4-1 0 0,-2-1 0 16,-2 1 0-16,6 1 0 0,-7-1 0 0,3-1 0 15,-2-1 0-15,2-1 0 0,-2-1 0 16,-1 1 0-16,-1-2 0 0,2 0 0 0,0 0 0 15,3 2 0-15,-3-2 0 16,-1-2 0-16,1 2 0 0,0 0 0 0,4 0 0 16,-5-2 0-16,3 2 0 0,0-1 0 15,2-2 0-15,-2 3 0 0,3 2 0 0,1-3 0 16,-1-1 0-16,3 4 0 0,0-3 0 16,-3 2 0-16,5 3 0 0,-3-3 0 0,0-1 0 15,2 0 0-15,-4 0 0 0,2 2 0 16,0-4 0-16,2 4 0 0,-4-4 0 0,2 0 0 15,2 1 0-15,-2-1 0 0,0 3 0 16,1-5 0-16,3 2 0 0,-2-2 0 16,7 3 0-16,-3-3 0 0,0 2 0 15,5-1 0-15,-6-3 0 0,2 4 0 0,1-3 0 16,-2 0 0-16,0-1 0 0,3-1 0 16,-3 3 0-16,-2-2 0 0,2 1 0 0,3 0 0 15,-2 0 0-15,6 1 0 0,-7-2 0 16,2 1 0-16,2-3 0 0,3 2 0 15,-4-1 0-15,1-2 0 0,5 2 0 0,0-1 0 16,-1 1 0-16,2-2 0 0,0 1 0 16,-3-1 0-16,1 0 0 0,-4 1 0 0,0-1 0 15,0 1 0-15,1 1 0 0,-6-3 0 16,4 1 0-16,-2 1 0 0,0-1 0 16,1 0 0-16,-1-1 0 0,-4 0 0 15,4-2 0-15,-1 1 0 0,2-1 0 0,3 0 0 0,0-1 0 16,1-1 0-16,1 0 0 15,-4 1 0-15,7-3 0 0,0 3 0 0,-4-1 0 16,-2-2 0-16,0 3 0 0,0-3 0 16,-2 3 0-16,-4-1 0 0,3 0 0 0,-3 0 0 15,1 1 0-15,-1-3 0 0,0 1 0 16,0-1 0-16,5 1 0 0,-5-2 0 16,3 0 0-16,-3-2 0 0,-1 2 0 0,2-2 0 15,-3 0 0-15,1 2 0 0,-1-2 0 0,2 0 0 16,-1 0 0-16,-1-3 0 0,3 2 0 15,-3-3 0-15,3-2 0 0,-3-1 0 16,2 2 0-16,1-2 0 0,1 1 0 16,-1 1 0-16,1-1 0 0,-3 3 0 0,-1-1 0 15,2-1 0-15,-1 2 0 0,-1 2 0 16,1-3 0-16,-3 3 0 0,0 1 0 0,0-2 0 16,2 1 0-16,-2-2 0 0,-2 1 0 15,3 0 0-15,-2 1 0 0,-3-1 0 0,5-3 0 16,-2 1 0-16,-1 0 0 0,3-2 0 15,0 1 0-15,-3-1 0 0,0 1 0 0,5-1 0 16,-2-1 0-16,-3-1 0 0,0 1 0 16,4 1 0-16,-6-2 0 0,4 3 0 0,-3-2 0 15,0 1 0-15,2-1 0 16,-3 0 0-16,-1 1 0 0,3-1 0 0,-3 0 0 16,3-1 0-16,-4 0 0 0,1-1 0 15,0 1 0-15,-1-1 0 0,-1-3 0 0,4-2 0 16,-4 3 0-16,-1-5 0 0,4 1 0 15,-3-2 0-15,0 2 0 0,2-2 0 16,-3 0 0-16,-1 0 0 0,2 0 0 16,-2 0 0-16,0-1 0 0,0-1 0 0,2 0 0 0,-4 0 0 15,2-3 0-15,0-11 0 16,0 3 0-16,0-2 0 0,2-5 0 0,-2-1 0 16,4-13 0-16,-2 0 0 0,-1-2 0 15,-1 0 0-15,4 4 0 0,-4 9 0 0,-2 3 0 0,0 1 0 16,1 3 0-16,-7 3 0 15,1 4 0-15,-5 2 0 0,-5 6 0 0,-2 3 0 16,-4 2 0-16,-6 5 0 0,-1 5 0 16,-6 5 0-16,1 3 0 0,-4 4 0 0,-6 8 0 15,-7 9 0-15,-9 10-136 0,-12 18-552 16,1 9-225-16,-1 5 25 0,4 8 100 0,5 4-837 16,4 9-1064-16</inkml:trace>
  <inkml:trace contextRef="#ctx0" brushRef="#br0" timeOffset="89163.88">17648 13977 4809 0,'12'-6'55'0,"-7"3"-6"0,5-1-1 0,2-2-6 0,-1 3 13 0,3-2 13 0,2 1 4 0,2-1-3 0,-2 5-6 15,0 0-7-15,2 0-3 16,0 5 3-16,0 4 14 0,-4 4 30 0,-1 2 42 16,-3 2 53-16,-4 1 46 0,-2 2 24 15,-4-1 23-15,-4 4 18 0,0 2 17 0,1-1 10 16,-4-2 0-16,2 0-233 0,-1-1-100 15,2-3 0-15,1-1 0 0,1-3 0 0,-2-2 0 16,4 1 0-16,0-2 0 0,4-1 0 16,-2 1 0-16,1-2 0 0,3 0 0 0,-1-1 0 15,7-1 0-15,-2 0 0 16,1-4 0-16,6 1 0 0,3-4 0 0,0 0 0 16,3 0 0-16,4-5 0 0,3-4-796 15,5-4-115-15,-7-2 31 0,1-3 82 0,-2-5-837 0,0 0-1072 16</inkml:trace>
  <inkml:trace contextRef="#ctx0" brushRef="#br0" timeOffset="89730.17">18359 13975 4510 0,'6'-11'22'16,"-5"5"51"-16,-1 0 34 0,0 6 23 15,0 0 12-15,0 0 55 0,0 0 57 0,0 0 50 16,-12 23 2-16,0 6-17 0,-1 0-17 16,-1 2-21-16,-1 5-11 0,-3 6-23 0,6-6-24 15,-6 7-15-15,1 0-24 16,3-8-15-16,2 0-17 0,-2 0-31 0,3-4-91 0,0-6 0 15,-2-4 0-15,8-4 0 16,-1-5 0-16,1-5 0 0,-2-2-58 0,7-5-151 16,0 0-25-16,0 0-9 0,-13-26 4 15,12 4 9-15,-3-12 25 0,2-7 18 0,2-5 23 16,0-2 28-16,0 3 32 0,7 3 46 16,-3 3 51-16,0 10 56 0,0 8 40 0,-3 3 45 15,4 4 19-15,1 3 21 0,-1 3 10 16,2 5 8-16,2 1-8 0,-9 2-16 0,22 4-16 15,-8 0-16-15,1 3-14 0,0 2-13 16,6 0-12-16,-6-1-46 0,0 1-91 0,3-3-91 16,-5 1-94-16,0 0-78 0,0 0-84 15,-1-2-54-15,-1 0-25 0,-1-1-11 16,-4-1 30-16,2 1 42 0,-5-1 38 16,-3-3 65-16,10 5 74 0,-10-5 80 0,10 3 81 15,-10-3 51-15,11-1 38 0,-11 1 36 16,16-14 18-16,-4 5 22 0,1-5 10 15,9-6 5-15,-5 5 4 0,0 3 19 0,-1-3 8 16,-2 6-4-16,-3 1-15 0,1 6-11 16,-1 2 0-16,-11 0 14 0,24 12 25 0,-15-1 50 15,-6 9 44-15,6 0 33 16,-7 6 33-16,-2 9 32 0,-6 5 14 0,1-3 2 0,-4-2 1 16,6 0-12-16,-1-8-286 15,0-6-64-15,4-3 0 0,0-4 0 0,2 0 0 16,4-4 0-16,1 0 0 0,7-1 0 15,1-4 0-15,0-2 0 0,7-3 0 0,5 0 0 16,12-3 0-16,3-1 0 0,-3 1 0 16,6 0 0-16,-4 1-499 0,4 2-495 0,0-2 81 15,-1 1-1054-15,3 1-1387 0</inkml:trace>
  <inkml:trace contextRef="#ctx0" brushRef="#br0" timeOffset="90396.66">19760 12051 5083 0,'-6'-16'-119'0,"2"6"36"0,3 1 7 0,-2 4 10 0,-1-1 4 0,4 6 7 16,-2-6 7-16,2 6 15 0,0 0 22 16,-2-6 3-16,2 6 6 0,0 0 3 15,0 0 0-15,0 0 9 0,0 0 45 0,0 0 16 16,11 23 35-16,-11 3 18 0,-3 12 31 15,-5 28 27-15,-8 23 36 0,-7 10 34 16,-10 7 25-16,1 8 26 0,-6 8 19 0,-1 6 14 16,1-2 7-16,4-1 12 0,6-1 4 15,6-9-158-15,9-9-201 0,10-8 0 0,3-21 0 16,7-6 0-16,8-3 0 0,4-2 0 16,4-7 0-16,2-6 0 0,6-8 0 0,-1-7 0 15,3-5 0-15,-5-8 0 0,-4-5 0 16,5-6 0-16,-4-5 0 0,-4-1 0 0,-4-4 0 15,0-3 0-15,-1 1 0 0,-5 0 0 16,0-2 0-16,1 0 0 0,-12 0 0 16,17 0 0-16,-17 0 0 0,10-4 0 15,-10 4 0-15,7-5 0 0,-5 0 0 0,4-3 0 16,-4-4 0-16,-2 0 0 0,0-1 0 16,-2-5-959-16,-6-11-5 0,1-6 114 0,-1-5-993 15,-3-11-1268-15</inkml:trace>
  <inkml:trace contextRef="#ctx0" brushRef="#br0" timeOffset="90582.91">19712 12436 5270 0,'-11'-10'68'0,"3"0"-1"16,6 1-6-16,0 0-6 0,6 1 1 0,4-2 2 15,4-4-3-15,13-4-2 0,6 4-7 16,5-2-8-16,5 3-7 0,2 5-47 0,7 4-107 15,-3 4-162-15,12 10-193 16,0 4-219-16,-1 8 31 0,-1 5 82 0,-2 4-440 0,17 13-497 16</inkml:trace>
  <inkml:trace contextRef="#ctx0" brushRef="#br0" timeOffset="91029.65">22980 12320 2904 0,'6'-15'41'0,"-1"3"14"0,5 2 0 15,2 3 1-15,-1-3 16 0,4 4 30 16,5-3 21-16,0 1 8 0,1 0 1 16,4 3-7-16,0 2-8 0,1 1-20 0,3 2-5 15,8 5-6-15,-1 2-15 0,2 3-6 16,-2 7-3-16,4 8-9 0,-4 8-2 0,-3 11 7 16,-8 6 23-16,-9 9 24 0,-4 1 34 15,-3 10 26-15,-3 0-7 0,-4 1-14 0,0 7-14 16,-1-3-9-16,-1-1-12 0,0-1-17 15,-1-5-7-15,-1-2-8 0,0-2-4 0,-4-4-14 16,1-6-5-16,-3-6-6 0,-2-7-5 16,-1-8-4-16,-1 0-6 0,-3-2-5 15,-2-4-5-15,-2-4-20 0,-4-1-47 16,0-3-70-16,-5-6-113 0,-5 3-144 0,-1-8-187 16,-6-3-173-16,0 1 61 0,-2-5 84 15,4-4-454-15,8 3-512 0</inkml:trace>
  <inkml:trace contextRef="#ctx0" brushRef="#br0" timeOffset="91463.2">21083 14067 3433 0,'0'0'368'0,"-11"-3"-40"0,11 3-32 0,0 0-25 0,0 0-32 0,20-7-24 16,-4 5-15-16,6-2-17 0,-1 4-13 15,2-1-23-15,1-2-19 0,-5 2-17 0,5 1-80 16,-4 1-100-16,-4-1-121 0,-2 0-161 15,0 0-157-15,-5 0-217 0,-9 0 63 16,0 0 66-16,0 0-431 0,0 0-501 16</inkml:trace>
  <inkml:trace contextRef="#ctx0" brushRef="#br0" timeOffset="92264.37">19584 13734 3026 0,'0'-12'83'0,"2"2"-2"0,0-1-8 0,-2 5-3 0,2-2 9 0,-1 2 29 0,-1 6 32 16,2-10 29-16,1 5 15 0,-3 5 0 15,4-8-9-15,-4 8-18 0,2-8-19 0,-2 8-13 16,0 0-15-16,0 0 15 0,0 0 29 15,0 39 22-15,-4 2 15 0,-1 13 8 0,8 9 3 16,-3 4-1-16,4 3 7 0,0 3 1 16,5-1 7-16,7-1 3 0,12 13-15 0,8-4-20 15,6-8-15-15,8-4-20 0,7-2-9 16,11-6 11-16,13-1 3 0,2-2-116 16,5-6-38-16,5-3 0 0,-2-6 0 15,-1-5 0-15,-6-6 0 0,-18-12 0 0,-5-5 0 0,-1 1 0 16,-7-3 0-16,-13-4 0 15,-8-1 0-15,-7 0 0 0,-4-4 0 0,-8 1 0 16,-1-4 0-16,-2 2 0 0,-10-2 0 16,0 0 0-16,11 2 0 0,-11-2 0 0,0 0 0 15,0 0-455-15,-31-11-195 0,13 3-206 16,-15-1-11-16,-2-6 91 0,1-2-784 0,2 1-1003 16</inkml:trace>
  <inkml:trace contextRef="#ctx0" brushRef="#br0" timeOffset="92495.29">20705 14686 4657 0,'0'0'123'0,"0"0"11"0,0 0 9 16,17 7 8-16,-7 3 33 0,1 4 41 16,1 3 40-16,2 7-5 0,-2 4-9 0,1 4-21 15,-2 3-15-15,-2-1-20 0,-2 0-20 16,-1 0-16-16,-4-5-17 0,-2-1-18 0,-6 4-12 15,-1 1-12-15,-5-4-11 0,-3 0-15 16,-5-3-45-16,-5 0-76 0,1-4-84 0,0-2-92 16,-5-2-102-16,-3-3-121 15,-3-1-124-15,0-4-195 0,-1-2-35 0,0 1 85 16,-2-1-651-16,4-2-819 0</inkml:trace>
  <inkml:trace contextRef="#ctx0" brushRef="#br0" timeOffset="93179.67">22067 14701 3919 0,'-15'7'139'0,"4"-3"35"0,-4-1 20 0,3 2 20 0,1 0 35 0,-1 0 34 0,3-1 23 16,-3 1 23-16,5 0 8 0,7-5-5 16,-12 6-9-16,12-6-19 0,-6 7-24 0,6-7-21 15,0 0-25-15,25 11-25 0,-10-6-103 16,16 8-106-16,-1-2 0 0,2 7 0 0,-5 2 0 15,7 6 0-15,-7 0 0 0,0 8 0 16,-6 2 0-16,-4-2 0 0,-5 0 0 16,-5 2 0-16,-1 0 0 0,-4 0 0 0,-4 1 0 15,-4-3 0-15,3 0 0 0,-7-2 0 16,0 1 0-16,-3-4 0 0,3-4 0 16,3-9 0-16,-2 2 0 0,1-5 0 15,2-1 0-15,0-2 0 0,2-3 0 0,3-5-88 0,1-2-567 16,0 0-132-16,-8-15-114 15,5-1 84-15,-1-1-864 0,-1-7-1117 0</inkml:trace>
  <inkml:trace contextRef="#ctx0" brushRef="#br0" timeOffset="93363.06">22103 15147 4390 0,'0'0'90'16,"-16"0"86"-16,16 0 41 0,0 0 40 0,-21 2 46 16,21-2 57-16,-11 4 50 0,11-4 31 15,0 0-19-15,0 0-27 0,0 0-31 16,0 0-34-16,0 0-294 0,0 0-36 0,70-12 0 15,-31 4 0-15,6 0 0 0,7-1 0 16,4-1 0-16,-1 1 0 0,4-2 0 16,1 2-266-16,-7 1-508 0,2-4-170 0,-4-3 85 15,-1 0 98-15,-3 0-799 0,1-1-1003 16</inkml:trace>
  <inkml:trace contextRef="#ctx0" brushRef="#br0" timeOffset="93564.49">23147 14751 4306 0,'0'0'57'15,"0"0"52"-15,-11 20 37 0,6-5 34 16,-8 11 26-16,-7 3 18 0,-3 8 11 0,0 3-17 16,-1-3-13-16,1-1-19 0,-2-2-19 15,4-2-13-15,1-6-25 0,-3 3-8 16,1-3-15-16,-5 0-52 0,4-2-66 16,-6 0-69-16,-2-3-68 0,3-4-79 0,-5-4-82 15,8-4-58-15,2-4-55 0,4-6-30 16,2-5-15-16,3-5-19 0,3-7 20 0,2-12 69 15,5-9-609-15</inkml:trace>
  <inkml:trace contextRef="#ctx0" brushRef="#br0" timeOffset="93696.79">22601 15059 2704 0,'10'-40'24'0,"1"-7"83"0,3 11 72 16,-1 7 42-16,0 9 52 0,0 11 39 15,5 3 36-15,-5 6 42 0,4 6 11 0,7 11-12 16,3 4-23-16,0 3-27 0,-2-1-34 16,0 2-33-16,0 0-26 0,-1 2-29 15,3-4-25-15,-2 3-48 0,12 1-83 0,-8-6-96 16,0 0-100-16,-3-4-111 0,-4-5-134 15,-6-2-147-15,-4-2-162 0,-2-2-86 0,-1-5 70 16,-3-1-655-16,-6 0-814 0</inkml:trace>
  <inkml:trace contextRef="#ctx0" brushRef="#br0" timeOffset="93928.67">23245 14558 4073 0,'0'-17'130'0,"0"9"35"0,0 7 31 0,0 1 29 0,0 0 33 16,0 0 27-16,25 20 9 15,-14-8-16-15,2 2-24 0,9 8-27 0,1 2-21 16,0 5-17-16,-1 7-27 0,3 2-21 16,-8-6-13-16,-2 3-12 0,1 10-11 0,-7-8-16 15,0-1-20-15,0 4-25 0,-7-4-35 16,-1 1-45-16,-1-8-36 0,-1 0-37 16,-1-6-42-16,-3 0-55 0,1-1-70 0,-1-3-85 15,-3 1-94-15,-1-5-107 0,1-2-162 16,-3-6 21-16,2-3 67 0,-2 0-504 0,-2-4-608 15</inkml:trace>
  <inkml:trace contextRef="#ctx0" brushRef="#br0" timeOffset="94095.57">23256 15129 3535 0,'-7'-5'274'16,"7"5"47"-16,0 0 46 0,0 0 12 16,0 0 18-16,0 0 10 0,0 0-11 0,23-8-28 15,-14 7-37-15,4-2-34 0,5-1-38 16,-3 0-61-16,0 0-82 0,5-1-97 15,-5 2-114-15,0-2-94 0,0 4-99 0,-1 1-108 16,-3-3-122-16,-2 0-164 0,-1 2-93 16,-8 1 60-16,13 4-648 0,-13-4-816 15</inkml:trace>
</inkml:ink>
</file>

<file path=ppt/ink/ink16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5-09-21T03:13:37.733"/>
    </inkml:context>
    <inkml:brush xml:id="br0">
      <inkml:brushProperty name="width" value="0.05292" units="cm"/>
      <inkml:brushProperty name="height" value="0.05292" units="cm"/>
      <inkml:brushProperty name="color" value="#FF0000"/>
    </inkml:brush>
  </inkml:definitions>
  <inkml:trace contextRef="#ctx0" brushRef="#br0">7365 3396 684 0,'6'-7'353'0,"-6"7"-69"0,0 0-56 0,0 0-44 0,0 0-14 0,0 0-15 0,0 0-13 0,0 0-6 0,0 0 6 16,0 0-4-16,0 0 1 15,0 0 0-15,0 0-19 0,0 0 13 0,0 0 5 16,0 0-6-16,0 0 2 0,0 0-1 16,0 0 4-16,0 0 8 0,4-5 3 0,-4 5 12 15,0 0-3-15,0 0 8 0,0 0 8 16,0 0 0-16,0 0 1 0,0 0-3 16,0 0-3-16,0 0-7 0,0 0-13 0,0 0-6 15,0 0-7-15,0 0-14 0,0 0-13 16,0 0-13-16,0 0-11 0,0 0-7 0,0 0-6 15,0 0-11-15,0 0 0 16,0 0-11-16,0 0-6 0,0 0-6 0,0 0-3 16,0 0-14-16,0 0-5 0,0 0 2 15,0 0-6-15,0 0 1 0,-25 25 4 0,17-7-3 16,-6 14 6-16,0 14 10 0,-6 0 2 16,2 0 4-16,-4 2 10 0,3 0 12 15,2 1 0-15,0-3 3 0,4-12 6 0,1-1 1 16,5-3 5-16,-3-1-5 0,5-6-3 15,-2-7-4-15,4-2-3 0,-1-1-5 0,0-3-4 16,2 0-11-16,-1 0 2 0,1-1-7 16,-2-3-2-16,2 1-2 0,2-7-12 15,-3 10-24-15,3-10-38 0,-5 8-42 16,5-8-52-16,0 0-46 0,-7 4-57 16,7-4-57-16,0 0-58 0,0 0-56 0,0 0-52 15,-11-18-85-15,11 12-93 0,0-7-85 16,1 1 79-16,5-3-448 0,1-4-569 0</inkml:trace>
  <inkml:trace contextRef="#ctx0" brushRef="#br0" timeOffset="266.38">7364 3492 3004 0,'1'-17'23'0,"3"1"44"0,-4 5 51 0,2 2 38 0,0 2 46 0,0 0 32 0,-2 7 18 0,1-9-8 16,-1 9-23-16,0-7-28 0,0 7-21 15,0 0-3-15,0 0 2 0,22 25-8 16,-13-6-10-16,8 12-4 0,2 8-3 0,0 2-9 16,0 1-13-16,4 2-3 0,-2-1-12 15,0 0-6-15,2-2-5 0,-6-8-16 0,0-2-13 16,-5-2-13-16,-3-7-34 0,0-2-24 16,-2-4-37-16,-2-1-41 0,-1-3-39 0,1 0-46 15,-1-3-36-15,-2-1-46 0,0 0-45 16,0-4-73-16,-2-4-85 0,0 0-95 15,0 0-114-15,0 0 35 0,0 0-386 16,0 0-486-16</inkml:trace>
  <inkml:trace contextRef="#ctx0" brushRef="#br0" timeOffset="482.97">7317 3887 3170 0,'-9'-2'237'0,"9"2"25"0,-12-3 26 0,12 3 32 15,0 0 34-15,-9-5 7 0,9 5-5 16,0 0-34-16,-8-4-34 0,8 4-31 0,0 0-25 16,0 0-29-16,0 0-27 15,24-17-60-15,-10 12-103 0,4 0-116 0,4 0-110 0,3-1-125 16,9 0-151-16,5-1-220 16,-1-3-56-16,2 3 72 0,-3 0-547 15,0 0-701-15</inkml:trace>
  <inkml:trace contextRef="#ctx0" brushRef="#br0" timeOffset="717.54">8230 3560 3760 0,'0'0'212'0,"-17"-1"14"0,17 1-2 15,0 0 1-15,0 0 16 0,0 0-2 16,-13-1 9-16,13 1-18 0,0 0-12 0,0 0-25 16,0 0-21-16,39-12-12 0,-21 8-55 15,1 1-86-15,-2-2-98 0,2 1-107 16,3 3-118-16,-4-1-131 0,3-2-172 0,4 2-133 16,-8 2 75-16,0 2-511 0,-4-2-640 15</inkml:trace>
  <inkml:trace contextRef="#ctx0" brushRef="#br0" timeOffset="900.7">8322 3730 3643 0,'-12'2'243'0,"5"2"40"0,7-4 42 0,-12 3 43 16,12-3 23-16,0 0 7 0,-9 6-15 16,9-6-29-16,0 0-39 0,0 0-35 0,0 0-37 15,0 0-36-15,0 0-76 0,0 0-90 16,0 0-114-16,0 0-125 0,0 0-129 0,59-20-149 15,-25 8-188-15,2 0-180 0,2-1 87 16,8-4-694-16,3 1-900 16</inkml:trace>
  <inkml:trace contextRef="#ctx0" brushRef="#br0" timeOffset="1383.54">9025 3149 4178 0,'-6'-13'95'0,"0"2"25"0,3 2-2 15,-1 3-2-15,4 6-5 0,-4-9-15 16,4 9-13-16,0 0-6 0,0 0 29 16,0 0 35-16,-4 46 19 0,0-2 5 15,0 13 19-15,3 8 0 0,-5 6 12 0,0 4-2 16,3 5 8-16,-4 22 18 0,2-1 2 15,-3 3-2-15,3-3-15 0,-3-2 3 0,2-21 0 16,0-2-5-16,1-2-24 0,3-2-179 16,0-6 0-16,-2-8 0 0,4-10 0 0,-1-5 0 15,1-4 0-15,-2-8 0 0,2-7 0 16,-2-5 0-16,2 0 0 0,2-4 0 0,0-1 0 16,-1-2 0-16,5-4 0 0,1 1 0 15,1-2 0-15,4-4 0 0,4-3 0 16,4-1 0-16,8-5 0 0,8 0 0 15,2-5 0-15,3 1 0 0,-1 0 0 0,-1 1 0 16,-4 4 0-16,-2-3 0 0,-9 4 0 0,-5 1 0 16,-1-1 0-16,-7 3 0 15,0-1 0-15,-1 0 0 0,-1 0 0 0,-9 2 0 16,13-3 0-16,-13 3 0 0,7-3 0 16,-7 3 0-16,0 0 0 0,0 0 0 0,4-4 0 15,-4 4-300-15,-11-10-450 0,4 1-207 16,1-4 73-16,-5-3 102 0,1-3-755 0,-3-9-980 15</inkml:trace>
  <inkml:trace contextRef="#ctx0" brushRef="#br0" timeOffset="1717.43">8953 3210 4150 0,'-16'-10'-49'0,"5"4"19"0,0 0 11 0,2 2 24 0,2-1 32 0,7 5 48 16,-9-6 32-16,9 6 18 0,-10-4 0 0,10 4-10 15,0 0-16-15,-8-7-14 16,8 7-7-16,0 0-7 0,0 0-7 0,16-16-10 15,-1 12-6-15,6-4-12 0,8-2-36 16,3-1-33-16,-4 5-37 0,3-3-42 0,-6 4-37 16,-5 1-51-16,-2 2-45 0,-2-1-44 15,-7 1-39-15,0 1-50 0,-9 1-63 0,12-2-133 16,-12 2 39-16,0 0-183 0,0 0-202 16</inkml:trace>
  <inkml:trace contextRef="#ctx0" brushRef="#br0" timeOffset="2432.59">10543 3048 2050 0,'0'0'68'0,"0"0"16"0,-11-3 2 0,11 3-4 0,0 0-2 0,0 0 5 0,-2-10-4 15,2 10 7-15,13-11-5 0,-2 5-11 16,1 0-3-16,4-4-6 0,-1 7-5 0,6-4-2 16,-4 2-1-16,0 1 7 15,0 2 1-15,-1 1-4 0,1 2 17 0,0 3 21 16,0 6 12-16,-2 4 10 0,6 7 11 15,-6 9 10-15,7 11 18 0,-7 5 0 0,0 5 7 16,-1 5-4-16,-3 6 5 0,-4 9 25 16,4 1 32-16,1 3 16 0,-4 3-7 0,-1 17-2 15,5 0 20-15,1-2 14 0,-3-18-10 16,1-3-6-16,0-1-11 0,2-4-2 16,-2-2-17-16,-2-7-14 0,-3-4-17 0,2-11-31 15,-5-6-156-15,1-8 0 0,0-6 0 16,-2-5 0-16,-2-4 0 0,0 0 0 0,-2-2 0 15,-2-2 0-15,-1 0 0 0,-8-3 0 16,2 1 0-16,-3-2 0 0,-8-1 0 16,-1-2 0-16,-4 1 0 0,-10-3 0 15,2 1 0-15,5 0 0 0,-1-2 0 0,3 2 0 16,1 0 0-16,8 0 0 0,2-2 0 16,1 0 0-16,3 2 0 0,-1-2 0 0,3 0 0 15,11 0 0-15,-19 0 0 0,19 0 0 16,-13 0 0-16,13 0 0 0,-11 0 0 0,11 0 0 15,0 0 0-15,-16 0 0 0,16 0 0 16,0 0 0-16,-11 3 0 0,11-3-12 0,-7 3-950 16,7-3-5-16,-9 2 89 0,9-2-949 15,0 0-1254-15</inkml:trace>
  <inkml:trace contextRef="#ctx0" brushRef="#br0" timeOffset="3198.74">11366 4477 4897 0,'0'0'-74'0,"-18"-2"65"0,18 2 40 0,0 0 35 0,-14-5 26 0,14 5 21 0,0 0 16 0,-4-4 13 16,4 4 1-16,0 0-8 16,0 0-9-16,24-10-6 0,-24 10-11 0,19 0-15 15,-19 0-5-15,29 7-10 0,-15 1-5 16,2 4-11-16,-1 2 2 0,1 10 11 0,-9-2 20 15,-1 2 26-15,-6 2 20 0,-8 9 20 16,-4-1 24-16,-3 2 14 0,1-3 27 0,2-3 23 16,-1-2-4-16,-1-5-246 15,5-1 0-15,1-9 0 0,3-1 0 0,0-1 0 16,1-3 0-16,4-2 0 0,0 4 0 16,4-4 0-16,4 0 0 0,3 1 0 0,0-1 0 15,5 0 0-15,1-3 0 0,0 0 0 0,5 3 0 16,-4-3 0-16,1-1 0 15,5 1 0-15,-6 0 0 0,3-3 0 0,-4 2 0 16,0 0 0-16,-1 0 0 0,-3-2 0 16,-2 3 0-16,1-1 0 0,-3-2 0 0,-9 0-138 15,16-2-587-15,-16 2-124 0,15-3-45 16,-8 1 86-16,-7 2-817 0,12-7-1063 0</inkml:trace>
  <inkml:trace contextRef="#ctx0" brushRef="#br0" timeOffset="3469.66">12022 4502 4850 0,'-5'-7'142'0,"3"-3"41"0,0 5 30 16,2 5 19-16,0 0 16 0,-12-3 23 16,12 3 11-16,-11 14 3 0,0 1-12 0,-3 11-22 15,1 3-28-15,-1 3-25 0,3 0-20 16,-3 5-15-16,5-3-18 0,-2 2-91 0,1-2-54 15,3-1 0-15,-3 0 0 0,5-8 0 16,-5 4 0-16,0-6 0 0,7-4 0 0,-5-5 0 16,0 1-192-16,4-3-44 0,1-2-57 15,-5-3-56-15,5-4-58 0,3-3-42 16,0 0-44-16,0 0-32 0,-20-14-31 16,16-1-38-16,-3-3-57 0,1-15-521 15,-2 0-638-15</inkml:trace>
  <inkml:trace contextRef="#ctx0" brushRef="#br0" timeOffset="3632.31">11718 4628 3153 0,'0'-12'-4'0,"-4"1"56"0,4 5 43 16,0 6 33-16,0-11 30 0,0 11 40 16,0 0 30-16,5-4 27 0,-5 4 11 0,0 0-1 15,24 16-13-15,-12-3-17 0,4 2-48 16,4 5-22-16,0 0-17 0,3 1-70 16,-2-2-77-16,3 0-93 0,-4-5-127 15,6-1-131-15,-2-1-166 0,-4-3-193 16,3-2 74-16,4-2 57 0,-2-1-361 0,0-3-419 15</inkml:trace>
  <inkml:trace contextRef="#ctx0" brushRef="#br0" timeOffset="3981.88">12288 4576 2989 0,'-4'-6'269'0,"4"6"20"0,-2-13 9 15,2 13 6-15,0-7 21 0,0 7-17 0,0 0 18 16,0 0 1-16,11-3-14 15,-11 3-21-15,0 0-21 0,25 20-29 0,-14-7-14 0,-2 6-19 16,3 7 1-16,-2-1 8 16,-9 0 4-16,-1 3 15 0,-5 8 20 0,-2 2-200 15,-4-3-57-15,2 2 0 0,-2-4 0 16,1-6 0-16,3-5 0 0,-1-1 0 0,4-7 0 16,1-3 0-16,3 1 0 0,2-3 0 15,3-2 0-15,6-2 0 0,7-2 0 0,7-1 0 16,3-2 0-16,14-3 0 0,-1-1 0 15,0 1 0-15,-5-2 0 0,-5 0 0 0,-8-1 0 16,-5 5 0-16,2-4 0 0,-6 3 0 16,-2-2 0-16,0 2 0 0,-2 0 0 15,-5-2 0-15,3-1 0 0,-8 5 0 16,5-10-9-16,-3 8-548 0,-2 2-132 0,-2-14-171 16,0 7 8-16,-1 1 89 0,-5-3-754 15,5 0-963-15</inkml:trace>
  <inkml:trace contextRef="#ctx0" brushRef="#br0" timeOffset="5948.96">14185 3067 3791 0,'9'-7'-196'0,"-9"7"48"0,0 0 27 0,0 0 32 0,0 0 24 16,3-5 22-16,-3 5 10 0,0 0 7 0,0 0 10 16,0 0-2-16,0 0 6 15,0 0 10-15,0 0 10 0,0 0 10 0,0 0 10 16,0 0 0-16,0 0 6 0,0 0 11 15,0 0 1-15,0 0 6 0,0 0 2 16,0 0 1-16,0 0 7 0,0 0-7 0,2-8 4 16,-2 8 2-16,0 0-1 0,0 0-9 15,0 0 8-15,0 0 2 0,0 0-6 0,0 0 8 16,0 0 4-16,0 0 10 0,0 0 9 16,0 0 10-16,0 0 4 0,0 0 4 15,0 0 3-15,0 0 3 0,0 0 4 0,0 0 3 16,0 0-4-16,0 0-2 15,0 0-3-15,0 0-4 0,0 0 0 0,0 0 0 16,0 0 0-16,0 0-5 0,0 0-4 16,0 0-8-16,0 0-10 0,0 0-13 0,0 0-11 15,0 0-9-15,0 0-2 0,0 0 7 16,0 0 6-16,-2 35-4 0,2-10-1 0,2 2-10 16,2 12-2-16,-2 5 3 0,-1-3-2 15,3 0-8-15,2-3-3 0,-5 1-3 16,1-10-2-16,3-4-3 0,-3 0 2 0,0-3-4 15,0-5-7-15,-2-3-23 0,0-1-20 16,0 0-38-16,0-1-60 0,0-4-81 0,-4 1-102 16,-1-1-121-16,1-4-131 0,-1 1-157 15,-1-3 21-15,6-2-528 0,0 0-692 16</inkml:trace>
  <inkml:trace contextRef="#ctx0" brushRef="#br0" timeOffset="6365.73">14149 3118 3185 0,'0'-17'-61'0,"6"0"48"0,-3 2 22 0,2 3 26 0,2-2 20 0,4 1 5 0,0 2 24 0,2 1 14 15,-1 2-7-15,2 1 0 0,3 1-4 16,2 3-3-16,-6 3-11 0,7 3-8 16,-5 1-10-16,6 5 6 0,-6 2-13 15,2 1-3-15,2 11 2 0,-4-4 0 16,-6-3 6-16,-6 5 1 0,1 1 10 0,-4 2 11 15,-6 11 8-15,-4 0 0 0,1 0 0 16,-2-2-3-16,-3-3-8 0,5 0-2 0,1-10-2 16,-2 0-3-16,7-7 0 0,1 0 6 15,0-2 6-15,2-1 11 0,2 2 7 16,1-2 14-16,4 2 8 0,0 1 8 0,3 0 2 16,2-1 12-16,-3 0 9 0,2 1 2 15,3 4 4-15,-1-6-1 0,-2 5-4 0,1-3 2 16,-1 1-1-16,-4-2-2 15,2 2-1-15,-6-4-6 0,1 2 0 0,0 0-4 0,-4 0-3 16,0 1-7-16,-4-1-75 16,-2 2-52-16,-1-2 0 0,-5 5 0 0,-1-5 0 15,-3-1 0-15,5-2 0 0,-4 0 0 16,2-7 0-16,-5 1 0 0,3-6 0 0,0-1-350 16,-2-6-121-16,3-6-127 0,7-1-178 15,-1-4-90-15,8 3 82 0,0 0-694 16,4-4-926-16</inkml:trace>
  <inkml:trace contextRef="#ctx0" brushRef="#br0" timeOffset="6548.58">14789 3324 4515 0,'4'-5'263'0,"-4"5"58"0,8-5 29 0,-8 5 14 0,0 0 6 0,6-5-13 15,-6 5-33-15,0 0-32 0,5-7-33 0,-5 7-34 16,18-7-35-16,-5 6-67 0,2-4-94 15,-3 1-125-15,1 2-125 0,1 2-121 0,-2-1-133 16,1 1-152-16,-2 1-195 16,-2 3 21-16,1 1 74 0,-3 2-590 0,-1 0-773 0</inkml:trace>
  <inkml:trace contextRef="#ctx0" brushRef="#br0" timeOffset="6714.54">14841 3537 4002 0,'-7'9'218'0,"-2"-2"71"16,2-4 64-16,7-3 42 0,-7 4 20 0,7-4 7 15,0 0-9-15,-10 6-33 16,10-6-42-16,0 0-34 0,0 0-30 0,0 0-49 16,0 0-76-16,0 0-135 0,0 0-55 15,47-10-168-15,-29 5-149 0,2-3-137 0,9-4-187 16,1-1-222-16,1 1 89 0,1 0 87 16,7 2-619-16,1-1-801 0</inkml:trace>
  <inkml:trace contextRef="#ctx0" brushRef="#br0" timeOffset="7331.73">15641 2777 3956 0,'-2'-22'62'0,"0"4"27"0,1 0 36 16,1 5 49-16,-2 1 47 0,-2-1 41 0,4 5 9 16,-4-2-5-16,4 3-18 0,-1-3-25 15,1 10-28-15,-2-9-32 0,2 9-15 16,0 0-10-16,0 29-6 0,-4 7 11 0,4 10-5 16,-3 18 18-16,-1 9 26 15,3 10 4-15,-5 16-5 0,2 7-1 0,-1 3 5 16,-5 0-18-16,0 0-167 0,-1-2 0 15,1-5 0-15,1 1 0 0,0-8 0 0,1-22 0 16,4-3 0-16,-2-7 0 0,6-6 0 16,0-14 0-16,4-3 0 0,1-7 0 0,-2-8 0 15,6-6 0-15,1-3 0 0,2-5 0 16,4-4 0-16,9-3 0 0,2-1 0 0,4-3 0 16,8-6 0-16,6 0 0 0,-6-3 0 15,-3 1 0-15,-1 0 0 0,-11 2 0 0,1-1 0 16,-5-1 0-16,-2 0 0 0,-2 3 0 15,-3-2 0-15,-4 2 0 0,1 1 0 0,-2 0 0 16,-3-4 0-16,1 3 0 16,-1 2 0-16,-5 3 0 0,5-9 0 0,-5 3-258 15,0 6-432-15,-4-14-125 0,-2 7-67 16,-3-5 67-16,-2-4-794 0,-9-6-1049 16</inkml:trace>
  <inkml:trace contextRef="#ctx0" brushRef="#br0" timeOffset="7615.57">15443 2438 4758 0,'-10'-3'66'0,"10"3"4"0,-9-5 7 0,9 5 12 0,0 0 20 0,0 0 19 15,0 0 22-15,0 0 3 0,16-7-13 0,0 5-14 16,9-1-15-16,13-1-5 0,7 2-18 16,-2-4-33-16,3 6-51 0,-2-4-42 0,-5 3-53 15,-6-1-59-15,-8 2-49 0,-6-2-46 16,0 0-38-16,-6 2-47 0,0 0-54 16,-4 0-88-16,-9 0-150 0,0 0 8 15,0 0-339-15,0 0-432 0</inkml:trace>
  <inkml:trace contextRef="#ctx0" brushRef="#br0" timeOffset="9115.31">16415 4162 2817 0,'-10'-6'164'0,"10"6"29"0,-11-5 9 0,7 0 12 0,4 5 23 15,-5-11 12-15,3 5 7 0,2-3 4 16,0 9-7-16,4-17-13 0,1 7-19 0,4 2-21 16,2-2-23-16,0 3-25 0,0 2-14 15,1 2-5-15,1 2-20 0,-13 1-12 0,28 8-5 16,-12 4 5-16,6 5-21 0,-8-1 7 15,-3 2-10-15,-1 3 10 0,-6 3 9 16,-2 1 6-16,-4 11 7 0,-6-1-4 16,0 1 10-16,-5-1 19 0,1-3 5 0,3-6 18 15,4-1 8-15,-1-7 4 0,2-3-117 0,0-3-52 16,0-2 0-16,2-1 0 16,4-2 0-16,-2-7 0 0,6 11 0 0,2-6 0 15,3-1 0-15,5-2 0 0,0-2 0 16,6-2 0-16,4-2 0 0,10 1 0 0,0-2 0 15,-3 1 0-15,-6 0 0 0,-1 0 0 16,-2 1 0-16,-6-1 0 0,1 1 0 0,-4 1 0 16,-3-1 0-16,1 1 0 0,-6 0 0 15,5 2 0-15,-12 0 0 0,13-3 0 16,-4 3 0-16,-9 0 0 0,9-4 0 0,-9 4 0 16,0 0 0-16,15 2-164 0,-15-2-500 15,0 0-122-15,0 0-123 0,8-5 82 16,-8 5-819-16,6-7-1085 0</inkml:trace>
  <inkml:trace contextRef="#ctx0" brushRef="#br0" timeOffset="9400.7">17473 4068 4338 0,'-2'-8'71'0,"-1"0"73"0,3 8 29 0,-3-10 14 0,3 10 24 0,-4-8 34 0,4 8 20 0,0 0 24 16,0 0 11-16,-29 29-8 0,11-3-17 0,0 5-26 16,-7 11-24-16,3-2-20 15,-3 3-20-15,4-2-17 0,4 1-15 0,-4-2-18 16,7-8-54-16,0 3-81 0,0-4 0 16,3-1 0-16,-2-2 0 0,4-7 0 0,0-3 0 15,4-3 0-15,-3-3-220 0,4 1-67 16,-4-3-82-16,3-4-88 0,-3-2-69 0,8-4-82 15,0 0-82-15,-15-12-77 0,7 0 79 16,5-5-529-16,-3-4-681 0</inkml:trace>
  <inkml:trace contextRef="#ctx0" brushRef="#br0" timeOffset="9598.69">17118 4162 3634 0,'-1'-6'127'0,"1"6"33"15,-2-10 28-15,2 10 37 0,0 0 37 0,0 0 70 16,0 0 16-16,0 0 13 0,3 31-9 15,5-13-20-15,1 11-16 0,5 0-30 0,1 0-24 16,0 0-28-16,2-1-21 0,2 0-27 16,1 0-55-16,0-6-68 0,1 0-92 15,1-3-100-15,-4-6-79 0,0-1-85 16,-3-4-103-16,0-4-103 0,1-3-125 0,-1-1-180 16,2-4 53-16,2-1 76 0,0-4-551 15,4-6-688-15</inkml:trace>
  <inkml:trace contextRef="#ctx0" brushRef="#br0" timeOffset="9964.1">17807 3947 3556 0,'0'-6'167'0,"0"6"19"0,0-11 8 0,0 11 6 16,3-5 7-16,-3 5 6 0,11-5 7 15,-11 5-12-15,20-2-17 0,-20 2-21 16,20 3-10-16,-8 4-21 0,1 0-13 15,3 1-13-15,-7 4-2 0,2 0-9 0,1 8-4 16,-4-7-23-16,-5 3 1 0,1 0 35 16,-2 4 27-16,-6 3 23 0,2 2 10 0,-1-1 8 15,-7 5-7-15,5-5-1 0,-2-2-3 16,4-1-14-16,1-6-8 0,-2 3-38 0,2-5-108 16,4 1 0-16,-2 2 0 0,2-3 0 15,0 1 0-15,0 1 0 0,-1 1 0 16,1 1 0-16,0-2 0 0,-2-1 0 0,0 0 0 15,0 1 0-15,-2-1 0 0,0 3 0 16,-3-2 0-16,-2-3 0 0,-1 0 0 0,-2-2 0 16,3-1 0-16,-5-3 0 15,2-4 0-15,-3-3 0 0,-1-4-263 0,0-4-563 0,-11-11-132 16,4-5 89-16,-10-10-925 16,2-7-1223-16</inkml:trace>
  <inkml:trace contextRef="#ctx0" brushRef="#br0" timeOffset="10931.94">16851 2530 5063 0,'-11'-4'-170'0,"-1"-2"31"0,3 3 38 0,9 3 34 0,-11-5 53 0,11 5 39 0,-8-4 21 0,8 4-5 15,0 0 1-15,-10-5-12 0,10 5-4 0,0 0-4 16,0 0 4-16,0 0-3 0,0 0-3 16,0 0-4-16,38-2 2 0,-16 2-4 15,2-5-2-15,1 4-2 0,0-1 3 0,-2 2-8 16,-6-2 2-16,2 4 3 0,-6-2-3 16,2 2-3-16,-1 1 4 0,-3 2-1 15,-1 2 3-15,0 3 17 0,-3 8 27 16,-2 3 17-16,4 16 16 0,-4 2 27 0,-1 6 20 15,0 15 23-15,1 1-1 0,-3 9 15 16,5 5 13-16,4 19 1 0,-4-17-20 0,11 14-6 16,-4 0-16-16,6-3-16 0,-5-19-8 15,-2 0-9-15,2-5-15 0,-3 2-4 0,-1-8-6 16,0-4-12-16,-7-13-5 0,3-3-25 16,-6-4 1-16,3-8-5 0,-2-6-2 15,0-4 5-15,0-1 6 0,-2-2 15 16,2-2 24-16,-2-2 9 0,0-3 7 15,1 1-103-15,-1-7 0 0,0 14 0 0,0-14 0 16,0 8 0-16,0-8 0 0,0 9 0 16,0-9 0-16,2 8 0 0,-2-8 0 0,0 0 0 15,0 0 0-15,0 10 0 0,0-10 0 16,0 0 0-16,0 0 0 0,0 7 0 0,0-7 0 16,0 0 0-16,0 0 0 0,0 8 0 15,0-8 0-15,0 0 0 0,0 0 0 16,0 0 0-16,0 0 0 0,0 0 0 15,0 0 0-15,0 0 0 0,-2 8 0 0,2-8 0 0,0 0 0 16,0 0 0-16,0 0 0 0,0 0 0 16,0 0 0-16,-5 6 0 0,5-6 0 15,0 0 0-15,0 0 0 0,-20 2 0 16,20-2 0-16,-25 1 0 0,9 0 0 0,-4 5 0 16,-2-3 0-16,-1 3 0 0,0-1 0 15,4 0 0-15,0-1 0 0,3 2 0 16,5-4 0-16,0 1 0 0,1-1 0 0,5 0 0 15,5-2 0-15,-13 1 0 16,13-1 0-16,-10 2 0 0,10-2 0 0,0 0 0 0,0 0 0 16,-13-8-736-16,13 8-258 15,-6-7 91-15,6 7 91 0,0 0-802 0,-14 0-1054 16</inkml:trace>
  <inkml:trace contextRef="#ctx0" brushRef="#br0" timeOffset="11947.23">13191 5631 4427 0,'0'-17'-65'0,"0"3"52"0,0 3 21 0,-3 5 18 0,1-1 17 0,2 7 4 15,-1-9 12-15,1 9 57 0,0 0 60 0,-24 43 40 16,2 0 36-16,1 7 32 16,-6 8 13-16,-5 18-5 0,-2 7 7 0,1-2-6 15,10-17-10-15,5-1-18 0,4 0-17 16,5-5-15-16,5-3-24 0,6-9-13 0,5 4-196 16,4-12 0-16,5-4 0 0,7 2 0 15,-1-10 0-15,1-3 0 0,4-6 0 0,2-3 0 16,-2-6 0-16,-2-5 0 0,-3-4 0 15,5-2 0-15,11-6 0 0,-3-2 0 0,-3-1 0 16,-2 0 0-16,1 0 0 0,-11 2-347 16,0 1-228-16,-5 3-139 0,-4-5-180 15,1 4 82-15,-4-1 84 0,1-1-674 16,-3 1-853-16</inkml:trace>
  <inkml:trace contextRef="#ctx0" brushRef="#br0" timeOffset="12199.75">13435 6328 4197 0,'0'0'120'0,"-12"-1"-2"16,12 1-9-16,0 0 25 0,0 0 34 15,0 0 33-15,4 17 17 0,2-8 5 0,5 4-11 16,4 3-12-16,6 8-13 16,1-1-22-16,1 5-8 0,-1 8-18 0,-5-7-9 15,-2 2-16-15,-3 0-5 0,-3 2-15 16,-7-8-7-16,-4-2-8 0,1 4-8 0,-7 6-8 15,-4-2-3-15,1-4-22 0,-2-2-21 16,-1-4-32-16,3-5-35 0,-3-2-49 16,1-3-49-16,-1-1-55 0,3-2-63 0,0-6-85 15,-1 3-85-15,1-8-106 0,11 3-157 16,-14-10 1-16,11 2 67 0,-1-3-482 0,4 0-582 16</inkml:trace>
  <inkml:trace contextRef="#ctx0" brushRef="#br0" timeOffset="13731.73">14789 6268 2917 0,'12'-2'-22'0,"-12"2"63"0,10 0 47 0,-10 0 47 0,0 0 42 16,5-5 42-16,-5 5 36 16,0 0 28-16,0 0 12 0,8-6 4 0,-8 6-2 15,0 0-11-15,-2-10-10 0,2 10-17 16,-4-11-11-16,4 11-21 0,-4-12-18 0,1 7-18 15,3 5-17-15,-11-9-23 0,0 4-17 16,0 5-12-16,11 0-14 0,-34 9-12 0,4 4-16 16,-5 7-9-16,-5 5 0 0,2 4-11 15,2 2 4-15,2 4 0 0,5 0 6 0,6 2 3 16,7-5 8-16,7 2 11 16,3-1-92-16,6-8 0 0,6 0 0 0,3 2 0 15,7-2 0-15,3 2 0 0,4-5 0 16,1-3 0-16,7-2 0 0,-1-2 0 0,5-3 0 15,-1-1 0-15,1-5 0 0,-5-1 0 16,-6-3 0-16,3 2 0 0,-2-3 0 0,-4 1 0 16,-6-2 0-16,1 2 0 0,-3 0 0 15,1-2 0-15,-3 0 0 0,-11 0 0 0,17 1 0 16,-7-1 0-16,-10 0-444 0,12-5-149 16,-1 2-141-16,-6-1-152 0,3 1 97 0,-5-1-825 15,5-1-1053-15</inkml:trace>
  <inkml:trace contextRef="#ctx0" brushRef="#br0" timeOffset="13980.04">15609 6440 4966 0,'-19'-2'280'0,"19"2"13"0,-12-1 9 0,12 1 10 0,0 0 4 0,0 0-8 0,0 0-20 16,0 0-26-16,0 0-25 0,0 0-27 16,0 0-22-16,0 0-33 0,34-10-81 0,-10 8-74 15,2 0-16-15,-1 0-168 16,4-1-120-16,-4 1-147 0,1-1-148 0,-3-1-177 16,-4 3-45-16,-6 1 69 0,1 1-706 15,-7 3-908-15</inkml:trace>
  <inkml:trace contextRef="#ctx0" brushRef="#br0" timeOffset="14146.56">15666 6632 4288 0,'-7'2'162'0,"7"-2"26"0,-12 2 17 0,12-2 18 16,-8 4 24-16,8-4-6 0,0 0-3 16,0 0-20-16,0 0-20 0,0 0-33 15,0 0-25-15,34-13-72 0,-12 6-78 16,3 2-89-16,11-3-100 0,0-3-133 0,0 1-140 15,1-1-178-15,-1 1-68 0,-2 0 69 16,4 1-525-16,3 2-640 0</inkml:trace>
  <inkml:trace contextRef="#ctx0" brushRef="#br0" timeOffset="14747.88">16756 6152 3707 0,'-16'-12'247'0,"4"3"15"15,1 3-2-15,-2 1-10 0,4 3 0 0,9 2 7 16,0 0-13-16,-27 10 25 0,15 4 2 16,-4 10-15-16,-1 3-10 0,1 4-8 15,4 4-10-15,-4-2-19 0,-3 11-17 0,2 2-16 16,-3-3-14-16,-2-2-16 0,8-7-12 15,1-2-14-15,-4-1-53 0,2-4-67 16,1 0 0-16,3-8 0 0,4-5 0 16,-2-2 0-16,6-4 0 0,-3 1 0 0,4-4 0 0,2-5 0 15,0 0 0-15,0 0 0 16,-9-19 0-16,9 0 0 0,6-18 0 0,1-2 0 16,11-14 0-16,-4-3 0 0,8 3 0 15,-4 3 0-15,3 9 0 0,-9 10 0 0,0 8 0 16,-3 9 0-16,-2-1 0 0,1 6 0 15,2 4 0-15,-3 5 0 0,-7 0 0 0,25 11 0 16,-6 1 0-16,6 8 0 0,8 8 0 16,-1 2 0-16,8-1 0 0,-2 5 0 15,-1-4 0-15,2 1 0 0,-1-2 0 0,-4-3 0 16,-3-6 0-16,-4-4 0 0,-10-3 0 16,0-1 0-16,-5-7 0 0,-3 3 0 15,-2-2 0-15,1 0 0 0,-2-2 0 0,-6-4 0 0,6 5 0 16,-6-5 0-16,0 0 0 15,0 0 0-15,0 0 0 0,0 0 0 0,-44-15 0 16,19 13 0-16,-11-4 0 0,1 4 0 16,-3 0 0-16,4 2 0 0,4 0 0 0,-1 0 0 15,6 2 0-15,2 0 0 0,5-2 0 16,0 0 0-16,5 2 0 0,-1-2 0 0,5 1 0 16,9-1 0-16,-17 0 0 0,17 0 0 15,-11-1 0-15,11 1-544 0,-6-8-461 0,6 8 107 16,6-13 82-16,5 5-860 0,6-5-1112 15</inkml:trace>
  <inkml:trace contextRef="#ctx0" brushRef="#br0" timeOffset="15213.63">17461 6143 4406 0,'-2'-6'40'0,"-1"0"60"0,3 6 29 0,-4-8 9 0,4 8 11 0,-4-3 7 0,4 3 7 16,0 0 27-16,0 0 30 15,-16 20-8-15,7-4-7 0,-4 11-12 0,-4 0-10 16,-5 6-5-16,0 4-9 0,-3 4-17 16,2-2-13-16,-2 0-17 0,2-3-11 0,7-5-12 15,-2-4-12-15,1 0-13 0,4-2-35 16,3-7-44-16,1-6-36 0,3-1-38 0,0-1-31 15,2-3-30-15,1-3-36 0,3-4-35 16,0 0-49-16,0 0-18 0,-6-17-6 0,6 2 16 16,2-3 16-16,2-10 24 0,-2-6 34 15,-2-4 39-15,1-1 40 0,1 0 50 16,-2 10 56-16,0 4 65 0,2 7 58 16,-2 1 48-16,0-1 29 0,0 5 16 0,0 0 9 15,0 4-10-15,2-1-7 0,0 5 34 16,-2 5 28-16,0 0 13 0,0 0-25 0,23 12-16 0,-9 0-15 15,1 3-16-15,6 8-14 16,-1 0-21-16,11 8-136 0,-5-4-31 0,7 3 0 16,-7-5 0-16,9 4 0 0,-10-7 0 15,1-2-144-15,-1-1-206 0,-1-1-115 0,-8-5-114 16,2-5-161-16,-5 0-92 0,0-4 77 16,0 0-716-16,-2-1-920 0</inkml:trace>
  <inkml:trace contextRef="#ctx0" brushRef="#br0" timeOffset="15446.8">17800 6121 4236 0,'0'-8'289'0,"-2"1"11"0,2 7 22 0,0-7 11 0,0 7 22 0,0 0 29 0,0 0-9 0,9 24-12 15,-7-7-24-15,1 5-32 0,1 12-31 16,-2 1-25-16,-2 2-190 0,3-1-61 15,-3 1 0-15,2-1 0 0,-2-5 0 0,0-6 0 0,0 1 0 16,0-4 0-16,0-3 0 0,2 1 0 16,-2-8-313-16,0 1-139 0,-2-3-98 0,0-4-105 15,1-2-148-15,1-4 22 16,0 0 83-16,0 0-642 0,0 0-795 0</inkml:trace>
  <inkml:trace contextRef="#ctx0" brushRef="#br0" timeOffset="15832.56">17871 6059 3737 0,'-2'-18'109'0,"1"3"59"16,-4 4 38-16,3 3 27 0,2 2 13 0,0 6-2 16,0-10 6-16,0 10 0 0,7-7-13 15,-7 7-15-15,13-6-17 0,-13 6-21 0,23 0-13 16,-9 6-6-16,4 2-5 16,-1 4-7-16,4 5-9 0,-2 4-7 0,0 2-7 0,-5 3-2 15,-1 1-3-15,-3 4-2 16,-7-2 4-16,-1-4 8 0,-2 4 8 0,-2 7-84 0,-1 0-59 15,-6-4 0-15,8-3 0 16,-3-7 0-16,2 0 0 0,0-3 0 0,2 2 0 16,0-4 0-16,2 2 0 0,2 3 0 15,-1-1 0-15,3 0 0 0,0-2 0 0,4 3 0 16,-5-1 0-16,3 0 0 0,-2-3 0 16,1 2 0-16,-3-5 0 0,0 0 0 0,-2 1 0 15,-2-4 0-15,0 2 0 16,-2 0 0-16,-4-4 0 0,3 3 0 0,-8-1 0 15,0-1 0-15,-2-1 0 0,-2 0 0 16,-4-4 0-16,4-2 0 0,-5-4 0 0,0 0 0 0,0-3 0 16,-3-4 0-16,5 0 0 15,-2-5 0-15,-3-5 0 0,10-2-979 0,-4-5 17 16,9 4-1163-16,7-1-1536 0</inkml:trace>
  <inkml:trace contextRef="#ctx0" brushRef="#br0" timeOffset="16048.62">18630 6332 5938 0,'-2'-8'332'0,"2"8"34"0,-2-11 35 0,2 11 18 0,9-10-9 0,-3 6-85 0,3 0-325 16,7-3 0-16,-1 1 0 0,0 2 0 15,8-2 0-15,-4 2 0 0,-2 2 0 16,7-1 0-16,-8 1 0 0,2 1 0 0,-4 1 0 15,0 0-270-15,-3 0-428 0,0 0-170 16,-2 3-8-16,-4 2 92 0,-5 1-813 0,0 2-1037 16</inkml:trace>
  <inkml:trace contextRef="#ctx0" brushRef="#br0" timeOffset="16246.42">18646 6539 4249 0,'-12'10'150'0,"2"0"108"15,0-6 88-15,6 1 63 0,4-5 58 0,-9 6 43 16,5-5 20-16,4-1 0 0,0 0-24 15,0 0-270-15,0 0-236 0,40-3 0 0,-17-3 0 16,-1 1 0-16,15 1 0 0,-2-4 0 16,-1 0 0-16,-7 3 0 0,-4 0 0 0,-9 2 0 15,2 1 0-15,-3-2 0 0,-2 2 0 16,1 2 0-16,-1-3 0 0,-11 3 0 0,14-2 0 16,-6 1 0-16,-8 1-613 0,0 0-296 15,0 0 2-15,0 0 104 0,0 0-884 0,0 0-1121 16</inkml:trace>
  <inkml:trace contextRef="#ctx0" brushRef="#br0" timeOffset="17962.66">19763 5908 4472 0,'0'-12'-118'0,"-3"2"42"0,1 2 40 0,-2-1 45 0,0 2 43 0,4 2 20 15,0-3 23-15,0 1 15 0,0-2 10 0,0 1 10 16,0 8-3-16,2-7-6 0,-2 7-17 16,2-5-5-16,-2 5 21 0,0 0 28 0,9 37 9 15,-9 4 2-15,-1 17 2 16,-7 10 12-16,3 6 32 0,-7 23 4 0,-3 6-1 0,-1-2-4 15,1 0-8-15,3-4-18 16,1-3-10-16,6-21-13 0,-1-1 0 0,1-5-4 0,5-3 1 16,0-6-141-16,2-12-11 15,1-4 0-15,3-5 0 0,-1-2 0 0,3-6 0 16,1-4 0-16,-3-4 0 0,5-4 0 16,-1-4 0-16,3 1 0 0,0 0 0 0,3-4 0 15,3 1 0-15,-2-4 0 16,4-1 0-16,0-2 0 0,2 1 0 0,-2-3 0 0,4-1 0 15,-7 2 0-15,6-2 0 0,-7-1 0 16,0 0 0-16,-3 0 0 0,-1 0 0 0,-1-4 0 16,-1 4 0-16,-11 0 0 0,16 0 0 15,-6-1 0-15,-10 1 0 0,13-7-383 16,-11 1-290-16,2 0-148 0,-2 0-49 16,-4-4 99-16,-4 2-818 0,1-3-1031 0</inkml:trace>
  <inkml:trace contextRef="#ctx0" brushRef="#br0" timeOffset="18280.7">19676 5808 4676 0,'-11'-12'17'0,"3"0"-2"0,2 1 9 0,2 3-1 0,2-2 4 0,2 1 8 0,4-3-2 15,-1-2-5-15,8 1-5 0,2-3 0 0,2 3-4 16,14-4-5-16,1 5 2 0,-4 0-13 16,1 4-30-16,-6 3-30 0,-1 1-36 0,-5 2-39 15,-2 2-28-15,-3 0-23 0,-1 2-26 16,-4 2-33-16,-5-4-53 0,7 8-57 15,-5-3-95-15,-2-5-76 0,-6 12 50 16,2-8-134-16,0 1-105 0</inkml:trace>
  <inkml:trace contextRef="#ctx0" brushRef="#br0" timeOffset="19079.13">21313 5634 2071 0,'-10'-9'285'0,"0"1"-11"0,7 1 1 0,-3-1 14 0,2 2 16 0,2 1-6 0,2 5-24 15,2-13-26-15,8 4-27 0,3-3-27 16,14-5-18-16,6 2-14 0,3 6-21 0,-2 2-15 16,-2 6-13-16,4 6-7 15,-4 7-3-15,7 17 3 0,-5 6 15 0,-10 13 14 16,-6 4 24-16,-6 9 4 0,-5 5 11 16,-5 6 3-16,-4 3 1 0,1 3 12 0,-1 4 7 15,2 2 6-15,2 16 5 0,3 1 4 16,2-23 1-16,3-3-146 0,4-2-68 15,-2-1 0-15,6-6 0 0,-1-1 0 0,-2-2 0 16,0-10 0-16,-3-4 0 0,-3-13 0 16,1-3 0-16,-4-9 0 0,-2-4 0 15,-4-3 0-15,2 0 0 0,-6-1 0 0,-2-3 0 16,-6 7 0-16,-6-1 0 0,-5 0 0 16,-8-1 0-16,-9 3 0 0,-4 0 0 0,-4-4 0 15,1-2 0-15,7-3 0 0,5-2 0 16,3 1 0-16,10-4 0 0,2-1 0 0,5-1 0 15,4-3 0-15,0 2 0 0,0-3 0 16,2 2 0-16,9-3 0 0,0 0 0 0,-19-4 0 16,11-2 0-16,5 1 0 15,1-1 0-15,-2-6 0 0,4 3-133 0,6-3-756 0,-5-2-64 16,7 1 93-16,-2 4-962 0,2-3-1248 16</inkml:trace>
  <inkml:trace contextRef="#ctx0" brushRef="#br0" timeOffset="19462.59">21894 7190 5432 0,'-2'-9'109'0,"0"2"19"0,2 7 15 0,2-13 14 0,2 5 14 0,1 0 12 0,3 2-2 0,2 1-7 16,1 3-12-16,1 2-8 0,-1 4-6 16,3 3-8-16,-3 7 9 0,0 3 2 15,-3 1 1-15,-2 5 14 0,-4 2 16 0,-2 3-73 16,-4 10-109-16,-6-2 0 0,1 0 0 16,-3-2 0-16,0-1 0 0,-1 0 0 0,4-11 0 15,3-3 0-15,2-5 0 16,0-1 0-16,1-3 0 0,3-1 0 0,0-2 0 0,5 0 0 15,5-3 0-15,5 0 0 16,3-2 0-16,2-4 0 0,7 0 0 0,9-4 0 0,1-5 0 16,1-1 0-16,-2 1 0 0,0-5 0 15,8-5 0-15,-2 1 0 0,-8 1 0 0,-2-1-772 16,1 3-191-16,1-3 80 16,-6 1-1012-16,1 3-1319 0</inkml:trace>
  <inkml:trace contextRef="#ctx0" brushRef="#br0" timeOffset="19912.59">22672 7074 5142 0,'-2'-12'23'16,"0"6"55"-16,0-1 47 0,0 1 35 16,2 6 42-16,-4-10 25 0,4 10 6 0,0 0 16 15,0 0-11-15,-19 17-6 0,10-1-17 16,-9 8-18-16,3 3-18 0,-4 5-18 15,-4 9-16-15,0 3-16 0,1-3-12 0,1-2-12 16,-1 3-71-16,4-1-34 0,0-10 0 16,4 2 0-16,0-2 0 0,-1-4 0 0,3-8 0 15,4-3 0-15,-1-3 0 0,3-3 0 16,-2-2-161-16,3-3-36 0,-1-1-33 0,6-4-16 16,0 0-10-16,0 0-4 0,-23-15-2 15,18 3 13-15,-1-5 19 0,2-4 17 0,0-12 31 16,2 4 35-16,0-6 34 0,0 6 45 15,6 4 44-15,-2 3 50 0,1 5 41 0,-2-1 34 16,-1 5 29-16,2 2 40 16,6 3 51-16,-5-2 40 0,5 6 21 0,2 3 5 15,-10 1 2-15,18 1-6 0,0 2-12 16,-1 4-17-16,0 2-58 0,10 5-196 0,0 5 0 16,0-4 0-16,-4 0 0 0,-3-1 0 15,-3-2 0-15,-2-2 0 0,6 0 0 0,-8-1 0 16,7 1 0-16,-4 0-54 0,0-6-456 15,-5-2-162-15,5 0-231 0,-3-4 66 0,-1-1 84 16,3-3-765-16,0-3-962 0</inkml:trace>
  <inkml:trace contextRef="#ctx0" brushRef="#br0" timeOffset="20296.4">23052 6987 4512 0,'-2'-10'204'0,"-1"1"21"0,1-1 4 0,2 0 14 0,2 2 13 0,0 1 3 0,3-2-5 16,3 2-16-16,2 1-16 0,1 2-20 16,1 1-17-16,1 6-20 0,2 1-16 0,-2 5-14 15,5 2-11-15,-7 6-13 0,-4 0-9 16,2 3-6-16,-6 4-10 0,-3 2-6 16,-1 1-7-16,-8 10-32 0,0-2-41 15,-6 2 0-15,-4 3 0 0,-1 2 0 0,4-10 0 16,2-3 0-16,1 0 0 0,4-8 0 15,0-2 0-15,8-3 0 0,1-3 0 0,1-1 0 16,6 2 0-16,-2 0 0 0,5-2 0 16,-1-2 0-16,-1 2 0 0,1 0 0 0,1-2 0 15,-5 1 0-15,4-1 0 0,-6 0 0 16,3 1 0-16,-4 0 0 0,-2 2 0 0,-2-2 0 16,-4 1 0-16,-4 5 0 0,-1-4 0 15,-10 5 0-15,-3-1 0 0,-1-2 0 0,0-6 0 16,4 0 0-16,-4-1 0 0,2-4 0 15,0 0 0-15,2-2 0 0,3-4 0 16,-5-2 0-16,-1-3 0 0,1 2-555 16,1 0-437-16,1 0-1267 0,0 3-1662 0</inkml:trace>
  <inkml:trace contextRef="#ctx0" brushRef="#br0" timeOffset="24927.31">4260 9097 5601 0,'2'-4'-395'0,"3"0"62"0,-5 4 52 0,5-8 48 0,-1 2 52 0,2 1 51 16,-3-1 43-16,1 0 34 0,-2 1 24 16,1 0 24-16,-3 5 14 0,7-10 20 0,-3 6 21 15,-4 4 11-15,3-8 12 0,-3 8 4 16,4-7 0-16,-4 7-8 0,4-7-1 0,-4 7-10 16,0-5-6-16,0 5-10 0,0 0-1 15,0 0-8-15,0 0 1 0,0 0-7 0,0 0-1 16,-19 22 5-16,4 0 0 15,-5 4 15-15,-6 11 14 0,-1 2 5 0,-3 2 3 16,1 3 0-16,-3 3 0 0,3 1 18 16,1-4 4-16,3-3-8 0,4 1-8 0,4-10-9 15,1-5-2-15,5 1-7 0,2-7-8 16,2-4-5-16,2-5-1 0,-1 1-2 16,3-4-3-16,-1-1-4 0,0-2-2 0,1 0 1 15,0-1 2-15,-1 1-9 0,4-6-10 16,0 0-41-16,0 0-33 0,0 0-42 0,0 0-60 15,0 0-76-15,-4-19-59 0,8 7-64 16,3-7-86-16,5-6-166 0,1-3-28 0,5 2 63 16,0-3-280-16,2 0-340 15</inkml:trace>
  <inkml:trace contextRef="#ctx0" brushRef="#br0" timeOffset="25213.55">4339 9056 2498 0,'9'-17'10'15,"-2"5"33"-15,2 2 24 0,-4 1 32 0,1 1 34 16,-2 0 29-16,-1 1 15 0,2 0 0 16,0 0-13-16,-5 7-25 0,6-7-10 0,-6 7-2 15,0 0-6-15,0 0 18 0,32 22 9 16,-17 2-4-16,3 4 1 0,1 11 5 16,3 8-2-16,1 3-9 0,0 1-16 15,0 3-4-15,0 6-13 0,3-5-10 16,-1 0-9-16,2-1-1 0,-2-7-16 0,0-2-6 15,-5-4-6-15,-4-9-9 0,-1-3-5 16,-3-10 0-16,-5-1-9 0,-1-5-22 0,1 1-17 16,-2-3-19-16,-1-4-29 0,-3 0-44 15,-1-7-82-15,0 4-83 0,0-4-83 0,0 0-116 16,0 0-206-16,0 0 6 0,-17-25 67 16,9 13-331-16,1-5-404 0</inkml:trace>
  <inkml:trace contextRef="#ctx0" brushRef="#br0" timeOffset="25461.87">4264 9532 2783 0,'-13'1'84'0,"13"-1"2"15,-15 2 15-15,15-2 40 0,0 0 27 16,0 0 16-16,0 0-6 0,0 0-8 0,0 0-18 15,0 0-15-15,34-16-14 0,-10 12-12 16,1-2-11-16,0 3-24 0,2 0-27 0,0-1-40 16,0 1-46-16,-4-1-67 15,-3 2-62-15,-4 2-57 0,-3-1-63 0,-1-2-73 16,-5 3-103-16,-7 0-96 0,9 0 39 16,-9 0-140-16,0 0-156 0</inkml:trace>
  <inkml:trace contextRef="#ctx0" brushRef="#br0" timeOffset="28045.28">5259 9403 2046 0,'0'0'119'0,"0"0"6"0,-9 0-1 0,9 0 20 16,0 0 32-16,0 0 19 0,0 0 26 0,0 0 3 16,0 0-8-16,0 0-18 0,0 0-20 15,0 0-18-15,21-14-17 0,-8 10-12 0,4 4-15 16,2-6-12-16,0 2-17 0,1 2-34 15,-4-1-48-15,2 1-70 0,-5-1-102 0,1 2-91 16,-5-1-123-16,0 0-202 0,-9 2-14 16,14-2 70-16,-14 2-217 0,0 0-235 0</inkml:trace>
  <inkml:trace contextRef="#ctx0" brushRef="#br0" timeOffset="28244.07">5307 9532 2062 0,'-14'10'35'0,"5"0"32"0,2-3 19 0,-1-2 16 0,3 0 20 0,2-1 37 15,3-4 44-15,-6 5 37 16,6-5 16-16,0 0 2 0,0 0-18 0,0 0-20 16,23 1-23-16,-23-1-20 0,27-6-17 15,-10 1-18-15,4-2-36 0,0 0-38 0,1-3-44 16,-2 6-59-16,-3 1-72 0,-6-2-77 16,1 1-71-16,-4 3-78 0,-8 1-91 15,11-4-151-15,-11 4 10 0,0 0-267 0,0 0-318 16</inkml:trace>
  <inkml:trace contextRef="#ctx0" brushRef="#br0" timeOffset="29510.56">6157 8886 2296 0,'0'-8'-20'0,"0"-2"19"0,0 2 17 0,0-1 14 0,0 1 20 0,0-2 19 0,0 1 20 0,2-4 16 15,-2 4 20-15,0 0 4 0,0 1 2 16,-2 0-12-16,2 1-15 0,0 7-5 16,0-10-18-16,0 10-5 0,0 0-15 0,0 0 4 15,0 0 9-15,0 0-5 0,-4 39 17 16,4-3 11-16,-2 11 11 0,1 13 20 15,-4 8 7-15,-1 7-1 0,-3 24-3 16,0 3-2-16,-3 5-7 0,1-4-9 0,0-2 7 16,1-1 1-16,-3-7 2 0,4-19 11 15,2-2 1-15,1-3 13 0,1-5-14 0,3-5-13 16,-2-4-7-16,4-12-3 0,2-1 1 16,0-3-28-16,0-3-2 0,3-2-17 0,1-1 0 15,-1-6 15-15,2-5-16 0,-2-1-16 16,7 9-10-16,-2-11 8 0,1-1-9 0,0-1-3 15,3-3-1-15,1-1-1 16,2-3-4-16,3-2-1 0,0-3 5 0,1-2-12 16,-1-1 3-16,2-2-6 0,-3-2 6 15,1 0-11-15,-2 1 22 0,1-3-21 16,-4-1-20-16,1 1-24 0,-1 0-36 0,-3-2-26 0,-1 3-44 16,-2-3-44-16,1 4-67 15,-1-4-81-15,-3 0-78 0,-1-2-112 0,-1-1-138 16,0 0-44-16,0-2 65 0,-4-2-468 15,-4-5-575-15</inkml:trace>
  <inkml:trace contextRef="#ctx0" brushRef="#br0" timeOffset="29977.31">6272 8703 3036 0,'0'0'-49'0,"-7"-11"18"0,3 5 8 0,-1 1 7 0,1-2 20 0,0 4 20 0,4 3 26 0,-7-10 18 16,2 6 6-16,5 4 0 0,0-7-6 15,0 7-2-15,11-12-7 0,-4 6-4 0,6-1-14 16,3 0 0-16,-2 0-10 16,0 2 5-16,1 0-31 0,-3 1-16 0,-1 1-27 15,-4 1-19-15,-7 2-14 0,13 0-26 16,-13 0-33-16,0 0-59 0,0 0-71 16,0 0-150-16,0 0-75 0,-20 17-150 0,15-13-131 15</inkml:trace>
  <inkml:trace contextRef="#ctx0" brushRef="#br0" timeOffset="30732.72">6756 8878 1727 0,'3'-9'47'0,"1"1"27"0,-2 0 12 0,2 2 13 0,-4 2 9 0,0 4 19 0,1-10 2 16,-1 10-10-16,0 0-10 0,0 0 3 16,0 0 19-16,0 0 19 0,-13 20 11 15,-2 3-7-15,0 7 1 0,-1 2 8 16,-3 9 3-16,4-5-8 0,2-1-10 0,-1 0-7 15,1-2-7-15,1 0-4 0,-1-4-10 16,1-2-11-16,3-6-7 0,2-5-10 0,1-1-8 16,3-3-9-16,-4-2-3 0,3 1-5 15,-1-5-7-15,3 1-3 0,-2-2-31 0,4-5-50 16,0 0-63-16,-7 4-84 0,7-4-82 16,0 0-83-16,-2-17-97 0,2 1-140 0,6-2-32 15,-3-7 58-15,6-10-257 16,2 1-291-16</inkml:trace>
  <inkml:trace contextRef="#ctx0" brushRef="#br0" timeOffset="30960.34">6692 8767 2268 0,'4'-11'18'0,"-2"3"21"0,0 3 8 16,2 0 3-16,-4 5 11 0,0 0 46 0,11-2 37 16,-11 2 27-16,14 10 4 0,-3 0 1 15,2 4-3-15,8 10-9 0,-2 0 8 0,2 1-16 16,2 1-16-16,0 3-13 0,-2-2-12 15,0 0-10-15,0 0-12 0,-2 1-10 0,0-6-9 16,-4 2-13-16,-2-7-32 0,-2 0-44 16,-6-5-47-16,2-1-60 0,-3-3-68 15,-2 2-70-15,0-6-126 0,0 0-207 16,-2-4 18-16,0 0 77 0,0 0-198 16,0 0-191-16</inkml:trace>
  <inkml:trace contextRef="#ctx0" brushRef="#br0" timeOffset="31160.56">6722 9124 2120 0,'0'0'126'0,"0"0"31"15,0 0 5-15,0 0 7 0,-11-13 26 16,11 13 13-16,0 0-1 0,18-12-12 16,-9 6-19-16,2-2-16 0,5 2-17 15,-1 0-19-15,2 1-14 0,4 1-43 0,2-2-59 16,-2 1-89-16,-2 3-94 0,0 1-92 15,-4 1-113-15,0 1-209 0,3 4 52 0,-7-5-245 16,-1 0-270-16</inkml:trace>
  <inkml:trace contextRef="#ctx0" brushRef="#br0" timeOffset="31460.32">7226 9005 2371 0,'2'-5'130'16,"-2"5"16"-16,3-8-4 0,-3 8-7 15,0 0-15-15,0-7 12 0,0 7 43 0,0 0 13 16,0 0 2-16,14 18-8 0,-6-4 0 16,-1 3 2-16,2 2-2 0,3 10-10 0,-1-1-11 15,3 1-13-15,-5-5-13 0,1 5-13 16,0 0-13-16,-3-6-8 0,-1-1-8 15,-1-3-8-15,-1-2-12 0,3 0-5 0,-6-1-11 16,1-3-9-16,0-1-18 0,-2-2-30 16,0 1-40-16,2-3-41 0,-2 0-66 0,0-8-102 15,-2 9-118-15,2-9-133 0,-4 4-179 16,4-4 47-16,0 0-445 0,0 0-548 16</inkml:trace>
  <inkml:trace contextRef="#ctx0" brushRef="#br0" timeOffset="31727.57">7426 9010 3184 0,'0'-7'66'0,"0"7"17"0,0 0 16 15,0-11 5-15,0 11 10 0,0 0 43 16,0 0 41-16,0 0 15 0,0 0 2 16,17 25 0-16,-7-8-6 0,1 11-9 0,0 1 3 15,1 2-11-15,-1 0-9 16,0 2-6-16,1-1-14 0,-2-1-14 0,-1-1-9 0,-3-2-12 15,2 4-17-15,-5-11-11 16,3 0-10-16,-2-3-8 0,-1-1-8 0,-3-5-8 16,2 3-7-16,1-3-7 0,-1-4-32 15,-2 1-36-15,0-3-37 0,2 2-44 0,-2-4-83 16,0-4-131-16,0 0-127 0,0 0-147 16,0 0-179-16,0 0 43 0,0 0 95 0,-12-23-481 15,12 7-577-15</inkml:trace>
  <inkml:trace contextRef="#ctx0" brushRef="#br0" timeOffset="32193.18">8734 8845 3004 0,'1'-12'-40'0,"1"1"40"0,-2 3 39 0,0-4 33 0,0 4 44 0,0 1 28 0,0 1 13 16,0 6-6-16,0-11-17 0,0 11-13 0,-2-5-15 16,2 5 6-16,0 0 19 0,-13 20 12 15,1-4 9-15,0 11-1 0,-4 5 3 0,0 4 8 16,-1 6 1-16,6-4-7 0,-2 0-13 16,1-1-17-16,2-1-11 0,1-1-12 15,4-2-11-15,-5-4-4 0,6-4-11 16,-2-4-8-16,2-2-8 0,1-4-9 0,-1-3-36 15,2 0-38-15,0-3-34 0,0-1-32 16,2 1-48-16,-1-4-93 0,1-5-91 16,0 0-62-16,0 0-68 0,0 0-91 0,0 0-102 15,9-33 49-15,-4 11-362 0,5-14-433 16</inkml:trace>
  <inkml:trace contextRef="#ctx0" brushRef="#br0" timeOffset="32428.89">8682 8797 2572 0,'5'-16'-15'0,"-1"2"39"0,3 3 39 15,-4-1 34-15,1 4 37 0,-2 1 30 0,1 2 7 16,-3 5-6-16,6-7 23 16,-6 7 16-16,0 0 11 0,23 14 2 0,-10-1-1 15,1 5-6-15,2 7-5 0,2 4-2 16,3 2-15-16,0 8-11 0,4 0-19 0,-4 0-15 16,4 0-18-16,-5-1-12 0,5-2-9 15,-6-9-5-15,-2 1-13 0,-3-9-22 16,-3-1-38-16,-4-7-40 0,4-1-44 0,-6 1-48 15,-1-3-47-15,-1-2-78 0,1-2-108 16,-4-4-117-16,0 0-135 0,0 0-88 0,0 0 57 16,0 0-421-16,0 0-517 15</inkml:trace>
  <inkml:trace contextRef="#ctx0" brushRef="#br0" timeOffset="32626.57">8693 9085 3115 0,'-8'0'89'0,"1"-4"50"16,7 4 33-16,-7-6 38 0,7 6 36 16,0 0 11-16,0 0-13 0,-7-5-19 0,7 5-19 15,0 0-26-15,16-5-18 0,-7 2-20 16,5 1-14-16,1 0-14 0,2 0-37 16,2 2-55-16,0-3-65 0,3 3-75 15,-4-2-105-15,1 2-101 0,-4 0-117 0,1-1-191 16,-1 1-13-16,-1 0 74 0,-3 0-358 15,-11 0-409-15</inkml:trace>
  <inkml:trace contextRef="#ctx0" brushRef="#br0" timeOffset="32909.82">9145 8998 2875 0,'1'-6'173'0,"1"-3"27"0,0 4 9 16,-2 5-7-16,5-7-19 0,-5 7 5 0,0 0 18 16,0 0 8-16,16 15-5 15,-8-3-19-15,0 5-15 0,3 11-10 0,-2 1-15 16,2 3-14-16,-2 0-22 0,-2 1-8 16,1-10-8-16,0 12-11 0,-1-5-9 0,-1-6-8 15,-2-3-32-15,-3-4-32 0,1 0-45 16,3-3-56-16,-3 0-74 0,0-5-83 0,-2 0-97 15,0-4-131-15,0-5-187 0,0 7 21 16,0-7 59-16,0 0-361 0,0 0-428 16</inkml:trace>
  <inkml:trace contextRef="#ctx0" brushRef="#br0" timeOffset="33242.93">9463 9050 2715 0,'11'-9'23'15,"3"2"26"-15,-4 2 34 0,1 0 42 0,-1 3 35 16,-10 2 29-16,18-1 18 0,-18 1 16 16,23 6 9-16,-12 1 0 0,3 7 11 0,-6-2 0 15,-1 5 11-15,0 3 7 0,-4-3-3 16,-1 3 10-16,-4 3-2 0,-1 2-11 0,-2-4-5 16,-1 4-5-16,3-3-14 15,-3-1-15-15,4-2-15 0,2-2-7 0,0 0-11 16,0-2-4-16,4-1-11 0,3 1-130 15,4-2-38-15,5-1 0 0,5 0 0 0,8-1 0 16,5 1 0-16,0 0 0 0,-1-1 0 16,-3-2 0-16,-5 0 0 0,-2-4 0 0,-6-1 0 15,-6 2 0-15,1-4 0 0,-3 2 0 16,0 0-110-16,0 0-172 0,-4-3-73 0,-5-1-82 16,6 5-95-16,-6-5-124 0,0 0-152 15,0 0 54-15,0 0-694 0,-29 4-897 16</inkml:trace>
  <inkml:trace contextRef="#ctx0" brushRef="#br0" timeOffset="34408.87">6892 9921 3895 0,'4'-9'-90'0,"-2"3"30"0,-2 0 18 0,0 6 8 0,2-7 11 0,-2 7 7 0,0 0 42 0,0 0 46 16,0 0 28-16,-19 33 16 0,7-6 17 15,1 7 21-15,-6 10 6 0,2 0 0 16,-1 4 0-16,3-2 2 0,-1 3-3 16,3-11-7-16,4 0-13 0,-1 0-15 0,0-5-5 15,4-6-18-15,1-2-9 0,-1-5-4 16,0-3-13-16,4-3-9 0,0-2-5 0,-1-2-7 16,-3 0-5-16,2 0-10 0,2-4-24 15,-2 0-38-15,2-6-52 0,0 0-56 0,0 0-57 16,0 0-62-16,0 0-41 0,-10-24-41 15,10 7-42-15,0-8-38 0,4-11-60 0,-1-7-57 16,6-8-26-16,-2-3-321 16,2 0-358-16</inkml:trace>
  <inkml:trace contextRef="#ctx0" brushRef="#br0" timeOffset="34609">6803 9989 2399 0,'7'-24'-2'0,"1"7"46"16,-4 4 44-16,0 0 31 0,0 5 39 16,-3 0 12-16,1 0-17 0,2 5 0 15,-4 3 34-15,12-2 27 0,-12 2 9 16,20 19 12-16,1 2-2 0,-1 4-4 0,9 10 0 15,-2 0-14-15,0 4-10 0,3-2-23 16,1 1-19-16,-2 1-12 0,-3-4-10 0,-1-8-13 16,-5 0-22-16,0 0 0 0,-1-4-15 15,-6-5-18-15,-1-4-37 0,-2-3-30 0,-3 0-31 16,1-3-37-16,-4-1-45 0,0-2-83 16,-1-1-125-16,-3-4-121 0,0 0-129 0,0 0-147 15,0 0 52-15,-9-21-484 16,3 11-611-16</inkml:trace>
  <inkml:trace contextRef="#ctx0" brushRef="#br0" timeOffset="34826.83">6841 10226 3372 0,'-15'1'100'15,"15"-1"6"-15,0 0 21 0,-9 0 28 0,9 0 25 16,0 0 8-16,0 0-9 15,0 0-15-15,0 0-19 0,0 0-15 0,0 0-9 16,32-11-17-16,-14 7-34 0,2 2-53 0,1-1-67 16,3 2-97-16,1-1-97 0,-4 0-124 15,-1-2-180-15,-2 4-85 0,-4-3 69 16,-1 3-322-16,-6-2-368 0</inkml:trace>
  <inkml:trace contextRef="#ctx0" brushRef="#br0" timeOffset="37413.54">7420 10251 2356 0,'0'0'-30'0,"0"0"39"0,0 0 35 0,0 0 33 0,0 0 36 0,0 0 33 0,0 0 39 16,0 0 25-16,0 0 16 0,0 0 21 15,0 0 11-15,0 0-6 0,0 0-25 16,0 0-18-16,14-10-19 0,-7 8-16 16,5-4-8-16,3 0-16 0,-2 5-7 0,4-3-23 15,1 3-4-15,-3 1-16 0,-15 0-7 16,28 5-5-16,-15 2-3 0,1 1-3 0,-5 2-11 16,-1 4 2-16,-4 2 13 0,-4 0 0 15,-1 2 22-15,-10 5 7 0,-2 2 4 0,1 4 7 16,-1-4 5-16,-2 0 3 15,4-6-10-15,1-4-4 0,3-2-3 0,1-2-3 16,0-1 0-16,2-2 8 0,3-2 7 0,-1 1 2 16,2-7 4-16,0 11-135 0,0-11 0 15,3 9 0-15,-3-9 0 0,11 5 0 16,-2-3 0-16,-9-2 0 0,18 4 0 16,-6-4 0-16,-1 0 0 0,2-2 0 0,1 0 0 15,-1 0 0-15,1-1 0 0,1 1 0 16,0-4 0-16,-4 3-153 0,2 0-310 0,-2-3-99 15,-2-1-110-15,-2 0-167 16,2 0 42-16,-6 0 82 0,1 0-642 0,0 1-812 0</inkml:trace>
  <inkml:trace contextRef="#ctx0" brushRef="#br0" timeOffset="37692.03">7870 10188 3527 0,'5'-12'18'15,"0"4"63"-15,-3-1 38 0,0 4 30 0,-2 5 16 16,3-8 7-16,-3 8-3 0,0 0 3 16,0 0 42-16,0 0 26 0,0 0 6 0,11 27-4 15,-9-10 0-15,4 5-19 0,-2 2-3 16,4 10-10-16,-3 1-9 0,1 0-19 0,1 0-19 16,0-2-12-16,-2-1-13 15,1-5-15-15,-2-5-12 0,-3-4-11 0,3-1-10 16,-2 1-7-16,0-7-10 0,1 4-6 15,-3-3-11-15,0-4-38 0,0 1-34 0,0-1-55 16,0 1-65-16,0-2-79 0,-3-2-108 16,3-5-133-16,-6 6-152 0,6-6-203 0,0 0 35 15,0 0 81-15,0 0-617 0,-5-23-770 16</inkml:trace>
  <inkml:trace contextRef="#ctx0" brushRef="#br0" timeOffset="38309.86">8795 10060 3857 0,'0'-11'16'0,"0"6"1"0,0 5-6 16,0-4-5-16,0 4 45 0,0 0 28 0,0 0 20 15,-18 20 5-15,11-3 16 0,-3 0 6 16,-4 8 0-16,3 5-1 0,-2-1 0 0,0 3 7 16,-3-3-4-16,1 6-5 15,-8 5-12-15,0-4-9 0,4-5-7 0,-2-4-13 16,4-2-5-16,0-2-10 0,6-6-2 16,3-3-8-16,-2-4 5 0,7-3 29 0,-3-1 39 15,4-4-12-15,2-2-3 0,0 0-13 16,0 0-10-16,2-29-5 0,4 5-19 0,5-10-2 15,4-16-32-15,4-3-4 0,6-1-6 16,0-4-1-16,2 7-10 0,-6 7 0 0,-1 3 5 16,-4 13-11-16,-5 8 2 0,-4 3 0 15,4 5-6-15,-8 0-4 0,5 7 1 0,-5 3 12 16,-3 2 4-16,0 0 3 0,22 15 6 16,-13 1 15-16,3 1 1 0,4 10 3 0,0 1 3 15,4-1 3-15,0 4 6 16,1-2-18-16,3 5 10 0,-3-7-13 0,3 0-1 15,-5-2-8-15,-1-3-2 0,-2-5 4 16,-3-5 3-16,-4-1-14 0,0-2 7 0,-2-4 32 16,-2 3 17-16,-3-4 16 0,2 2 11 15,-2-2 9-15,-2-4-14 0,6 7-95 0,-6-7 0 16,0 0 0-16,-12 8 0 0,-1-4 0 16,0-3 0-16,-6 3 0 0,-4-1 0 15,-2 1 0-15,6-3 0 0,0 3 0 0,3-2 0 16,5-1 0-16,0-1 0 0,3 2 0 15,8-2 0-15,-17 1 0 0,17-1 0 0,-14 0 0 16,14 0 0-16,0 0-244 0,-12-1-201 16,12 1-121-16,-8-7-151 0,8 7-142 15,-2-7 77-15,2 7-775 0,2-7-1000 16</inkml:trace>
  <inkml:trace contextRef="#ctx0" brushRef="#br0" timeOffset="38608.91">9046 10346 4536 0,'2'-6'-13'0,"-1"0"40"0,3-2 34 0,5 1 27 0,-6-1 41 0,6 2 22 15,-1-2 12-15,1 5-3 0,3 0-7 0,-1 1-1 16,-11 2-7-16,23 5 5 0,-10 2 4 16,-1 3 5-16,-3 5 16 0,-1 3-1 15,-2 3-3-15,-4 1 10 0,-2 4 1 16,-2 0 2-16,-1-3 5 0,0 2 0 0,-1-2 6 15,0-2-12-15,3-1-30 0,-3-6-153 16,4 1 0-16,-2-4 0 0,2-1 0 0,0-1 0 16,0 2 0-16,0-6 0 0,0-5 0 15,7 12 0-15,-3-10 0 0,3 1 0 0,-7-3 0 16,22-4-97-16,-5-3-552 0,-4 1-197 16,5-6-61-16,-2-1 96 0,0 0-849 0,5-7-1097 15</inkml:trace>
  <inkml:trace contextRef="#ctx0" brushRef="#br0" timeOffset="38892.93">9524 10374 4513 0,'-1'-7'-54'15,"1"7"45"-15,-4-12 50 0,4 9 36 16,0 3 15-16,4-12 10 0,-1 4 0 0,5 0 2 16,1 3 7-16,3-3-12 0,-1 6-4 15,1 0-7-15,-12 2 10 0,22 7 9 0,-12-1 32 16,0 6 11-16,-5 4 6 15,-1 1-3-15,-4 4 15 0,-4 4 12 0,-5 8 21 0,-1-1 10 16,-5-1 11-16,-1-2 6 16,3-1 5-16,4-7-7 0,1-7-15 0,2 1-64 15,2-5-147-15,3-2 0 0,1 0 0 16,1 0 0-16,3-1 0 0,6-4 0 0,1 0 0 16,2-1 0-16,1-4 0 0,3 2 0 15,0-3 0-15,5 0 0 0,-6 0 0 0,6-5 0 16,-3 2-57-16,1-4-599 0,0-1-187 15,-4-1-60-15,4 1 90 0,-1 2-860 16,5-8-1109-16</inkml:trace>
  <inkml:trace contextRef="#ctx0" brushRef="#br0" timeOffset="39608.62">10212 8657 4265 0,'-11'-3'-172'0,"1"-1"32"0,10 4 35 0,-10-6 29 0,8 0 24 0,2 6 9 16,2-13 4-16,3 3 6 0,6-2 1 0,4-1 2 16,2 1 7-16,10-4 2 0,5 3 4 15,-3 3 3-15,-4 2 6 0,-5 1 1 16,0 3 8-16,-6 0-9 0,0 3 11 15,-1 0 12-15,-1 2 12 0,-1 2 17 16,0 3 24-16,0 1 12 0,-2 5 12 0,-2 0 3 16,3 7 11-16,-2 2 7 0,-1 12 11 15,1 4 24-15,-2 20 5 0,1 6 3 0,-3 9 2 16,2 7-10-16,-5 24-14 0,1 7-11 16,0 7-8-16,-4 2-1 0,0 5 45 0,1 2 34 15,2-4-2-15,-1-3 3 0,6-4 13 16,2-3 1-16,2-8 0 0,-3-8 4 0,1-24-10 15,-2-7-15-15,-4-5-7 0,0-15-8 16,-2-4-14-16,0-12-10 0,-2-6-38 16,0-4-110-16,2-4 0 0,-2-3 0 15,-2-2 0-15,-6-3 0 0,-1-2 0 0,-3-3 0 16,-1 0 0-16,-4-2 0 0,-8-2 0 16,-1 0 0-16,-3 0 0 0,2 2 0 0,-1-1 0 15,2-1 0-15,3 2 0 0,4 0 0 16,6 0 0-16,1 0 0 0,14 0 0 0,-25-2 0 15,16 2 0-15,9 0 0 0,-15 2 0 16,15-2 0-16,0 0 0 0,-19 0 0 0,19 0 0 16,0 0 0-16,-12-2 0 0,12 2 0 15,0 0 0-15,-11-1 0 0,11 1 0 16,0 0 0-16,0 0 0 0,0 0 0 0,-6-4-587 16,6 4-413-16,-3-5 92 0,3 5 102 15,-6-7-857-15,6 7-1100 0</inkml:trace>
  <inkml:trace contextRef="#ctx0" brushRef="#br0" timeOffset="40525.73">12411 9021 4773 0,'4'-14'-64'15,"2"4"51"-15,-5 3 26 0,3 0 14 0,-4 2 2 0,0 5 8 0,0 0 62 16,0 0 45-16,0 0 20 0,7 22 0 16,-5-3-3-16,-4 6-15 0,2 13-11 0,-5 2-12 15,5 1-6-15,0-1-15 0,-2-3-4 16,0-1-17-16,2-5-10 0,0-7-2 16,-2 1-9-16,2-6-7 0,0-1-9 0,-1-5-4 15,-1-1-27-15,0 1-21 0,2-4-31 16,-2-4-65-16,0 1-80 0,2-6-96 0,-5 4-89 15,5-4-80-15,0 0-97 0,-12-15-162 16,8 6 58-16,2-4-489 0,4-4-607 0</inkml:trace>
  <inkml:trace contextRef="#ctx0" brushRef="#br0" timeOffset="40908.71">12447 8956 2933 0,'4'-12'-48'0,"0"3"33"16,-1 1 19-16,4-1 7 0,2-2 16 0,4 2 22 15,1 1 21-15,4 0 12 0,-2 2-1 16,2 4-6-16,-3 2-2 0,-1 2-1 16,6 8 9-16,-6 2 9 0,-2 3 3 0,-2 2 9 15,-4 2 4-15,-2 5 10 0,0 1 3 16,-8 1-5-16,-3 8-6 0,-2-1 4 0,0-4 9 16,0 0 8-16,0-9 0 0,2 0-7 15,3-6-10-15,1 2-6 0,3-2-10 0,-2 0-3 16,4 2-9-16,-1-1-10 0,1 2-1 15,6 2-6-15,-5 0-6 0,6 1-7 0,-2 9-1 16,0-5-7-16,-1-2 1 16,0 1 3-16,-2 0 3 0,-2 1 6 0,0-3 16 15,-2 0 7-15,-4 0 5 0,1-4 7 16,-2 0 16-16,-3-2-1 0,1-1 0 0,-3-2 1 16,1 3-9-16,-6-2-11 0,1-3 0 15,-1-2-16-15,0-1-5 0,-2-2-13 0,-1-2-20 16,-3 1-41-16,5-6-64 0,-6 0-87 15,1-2-99-15,3-4-136 0,-6-3-124 16,10-1-144-16,-4-2-109 0,5-1 58 0,5-1-599 16,0-1-766-16</inkml:trace>
  <inkml:trace contextRef="#ctx0" brushRef="#br0" timeOffset="41127.76">12996 9273 4010 0,'0'0'204'0,"8"-4"25"0,-8 4 19 0,0 0 16 0,10-5 0 0,-10 5-3 0,9-7-16 15,0 2-25-15,3-3-28 0,-1 4-11 16,5-1-29-16,1 0-18 0,0 0-54 16,0 1-70-16,0 1-89 0,2 0-91 0,-3 3-112 15,-4 0-120-15,-1 0-120 0,0 3-213 16,-6 0 40-16,4 3 82 0,-8-1-474 0,1 1-558 15</inkml:trace>
  <inkml:trace contextRef="#ctx0" brushRef="#br0" timeOffset="41309.26">13127 9449 3404 0,'-2'8'262'16,"2"-8"31"-16,-5 6 37 0,5-6 28 0,0 0 23 16,-6 4 11-16,6-4-4 0,0 0-21 15,0 0-40-15,0 0-31 0,0 0-36 0,0 0-23 16,0 0-29-16,0 0-27 0,36-12-53 15,-23 10-70-15,-2-2-82 0,1 0-112 0,1 2-105 16,-2-1-125-16,-2-1-126 16,1 0-147-16,-3 3-194 0,-7 1 75 0,6-5 84 15,-6 5-587-15,0 0-721 0</inkml:trace>
  <inkml:trace contextRef="#ctx0" brushRef="#br0" timeOffset="43391.79">10772 10747 3602 0,'0'0'47'0,"2"-10"13"0,-2 10 5 0,4-10-3 16,0 4-6-16,-4 6 9 0,14-11 16 16,-7 4 10-16,4 3-8 0,3 3-8 0,-14 1-5 15,29 3-5-15,-17 2-8 0,1 4 8 16,1 3 11-16,-3 3 0 0,0 1 12 0,-10 2 18 16,-1 3 19-16,-8 9 26 0,-5 4 15 15,-3-2 20-15,0-3 12 0,-2-3 8 0,2 1 17 16,4-8 0-16,1-2 1 0,3-5 6 15,3-2 6-15,-2 1 5 0,3-3 3 0,3 0-16 16,-3-4-23-16,4-4-15 16,0 11-165-16,0-11-25 0,5 8 0 0,2-2 0 15,4-2 0-15,0-1 0 0,7-2 0 16,-4-1 0-16,8 0 0 0,-1-1 0 0,6-2 0 16,-3 0 0-16,1 0 0 0,0-3-145 15,-2 0-280-15,-3-1-70 0,1 0-71 0,-1-3-87 16,-6-1-136-16,0 3 34 0,-1-1 81 15,-1 3-581-15,-1-3-715 0</inkml:trace>
  <inkml:trace contextRef="#ctx0" brushRef="#br0" timeOffset="43776.54">11422 10728 3614 0,'0'-3'79'16,"0"3"8"-16,0 0-8 0,0 0-14 0,0 0 41 15,0 0 48-15,0 0 24 0,-25 12 7 16,12 2-4-16,-5 6-8 0,-2 5-7 0,3-3-20 16,-2 3-11-16,3 0-10 0,2 1-16 15,-2 1-11-15,5-8-11 0,3-1-4 0,-2 1-14 16,3-4-6-16,0-1-5 16,-2-2-25-16,6-5-24 0,-1 3-17 0,0-3-21 0,-1 2-29 15,-1-4-27-15,6-5-44 16,-10 4-49-16,10-4-26 0,0 0-17 0,-17-16-4 0,14 7 12 15,-4-4 21-15,5 1 22 16,2-4 17-16,0 3 37 0,2-1 28 0,0 2 29 16,1 3 24-16,-1-1 15 0,-1 2 24 15,-1 4 33-15,0 4 25 0,6-5 17 16,-6 5 6-16,0 0-3 0,0 0-2 0,17 9-2 16,-11-1-13-16,1-1-4 0,-1 2-9 15,3-1-3-15,1 0-31 0,1 1-41 0,1-4-72 16,1 2-99-16,-2-2-93 15,3-3-141-15,-3-1-171 0,2-2 61 0,1-1-308 0,1 1-331 16</inkml:trace>
  <inkml:trace contextRef="#ctx0" brushRef="#br0" timeOffset="44058.8">11508 10807 2664 0,'2'-9'182'15,"0"4"9"-15,-1-3 5 0,1 3 2 0,2 0 11 16,-4 5 13-16,10-8 4 0,-4 5-13 15,-6 3-13-15,14 0-10 0,-14 0-12 16,20 11 0-16,-11-1-2 0,-1 3 4 16,-2 5 20-16,-2-1 9 0,-4 3 8 0,-2 7 4 15,-6 8 9-15,-7 2 0 0,-7 3 3 16,8-10 1-16,-4 0-1 0,3-2 1 16,1-8-6-16,7-6-28 0,3-2-81 0,-3 1-119 15,5-7 0-15,0 0 0 0,2-6 0 16,10 12 0-16,-3-11 0 0,7 0 0 0,-14-1 0 15,28-1 0-15,-13 1 0 0,6-1 0 16,1 1 0-16,4-4 0 0,-3 6 0 0,2-4-377 16,-4 2-299-16,4-4-203 0,-3 0 9 15,-3 1 93-15,1 0-792 0,2-3-1010 0</inkml:trace>
  <inkml:trace contextRef="#ctx0" brushRef="#br0" timeOffset="44909">13841 8644 4129 0,'1'-8'-146'0,"1"2"46"0,0-1 44 0,0-1 33 0,-2 8 43 0,4-12 45 0,-3 4 35 0,-1 2 31 15,0 6 11-15,5-11-1 0,-5 7-13 0,0 4-16 16,2-8-14-16,-2 8-13 16,0 0-8-16,0 0 0 0,0 0 16 0,0 0 9 15,7 35 13-15,-7-11 15 0,-3 12 16 16,-8 17 21-16,-1 1 29 0,-6 11 5 15,-9 21 15-15,1 5 1 0,-4 1 4 0,-1 5-3 16,-1 2-4-16,3 2-5 0,1-4-3 16,1-3-13-16,0-2-3 0,6 1-13 0,2-7-177 15,9-18 0-15,-1-3 0 0,4-2 0 16,0-3 0-16,0-6 0 0,3-11 0 0,1-1 0 16,-3-1 0-16,2-2 0 0,4-3 0 15,-3-7 0-15,0-5 0 0,1-2 0 0,0-2 0 16,2-4 0-16,0-4 0 0,2 3 0 15,0-6 0-15,3 3 0 0,-2-4 0 16,8 4 0-16,5-7 0 0,4 1 0 16,3 0 0-16,13 0 0 0,-5-2 0 0,-4-2 0 15,1 0 0-15,-1 1 0 0,2-2 0 16,-2 1 0-16,-4 0 0 0,-5-2 0 0,3 1 0 16,-2 1 0-16,-3-1 0 0,-4 2 0 15,1-3 0-15,-4 0 0 0,-9 0 0 0,15 0 0 16,-15 0 0-16,17-4 0 0,-10 1 0 15,0-2 0-15,-3 0 0 0,-1-7 0 0,-3 2-181 16,-1-6-859-16,-7-4 107 0,-6-10-1120 16,-1-5-1467-16</inkml:trace>
  <inkml:trace contextRef="#ctx0" brushRef="#br0" timeOffset="45257.91">13860 8511 5726 0,'-5'-14'-271'0,"3"3"34"0,2 0 38 0,0 3 27 0,5 1 37 0,3-2 54 0,-1 1 47 0,2 1 21 16,5-2 20-16,1 4 2 0,2 0 0 0,-2 2 3 16,5-3-2-16,-3 3 3 0,2 0 1 15,-2-1 1-15,0 1-5 0,-2 1 2 16,0-1-2-16,-3 1-3 0,-1 0-1 0,-11 2-2 16,20-3-15-16,-20 3-27 0,9-2-49 15,-9 2-62-15,0 0-40 0,0 0-55 16,11 4-73-16,-11-4-124 0,0 0-128 15,-6 10 44-15,6-10-207 0,-11 13-224 0</inkml:trace>
  <inkml:trace contextRef="#ctx0" brushRef="#br0" timeOffset="45610.09">14414 8679 2415 0,'2'-15'186'16,"-2"3"29"-16,0 2 22 0,2 3 10 0,-2 0 8 16,0 7 4-16,0-8-18 0,0 8-21 15,0 0 1-15,0 0 23 0,0 0-13 0,0 0-15 16,-6 34-21-16,-1-12-14 0,4 2-4 15,1 10-27-15,-1-1-13 0,-1 2-14 0,4-6-14 16,-2-3-10-16,2 11-26 0,-2-8 12 16,0-5-11-16,1 0-10 0,-3-2-29 0,0-5-35 15,1 0-50-15,0-3-65 0,-1-2-68 16,-1-1-91-16,1-3-103 0,-2-3-118 16,4-1-172-16,2-4-33 0,0 0 70 15,0 0-458-15,0 0-558 0</inkml:trace>
  <inkml:trace contextRef="#ctx0" brushRef="#br0" timeOffset="46041.59">14484 8557 2819 0,'4'-12'-38'0,"2"0"34"0,-2 3 25 16,2 0 25-16,-1 2 22 0,1-2 24 0,1 3 10 15,5-1 10-15,-2 2-8 0,4 1-2 16,-2 2-12-16,1 0-8 0,5 4-9 0,-1 2-9 15,0 2-7-15,4 0 1 16,-4 4-5-16,1 4 3 0,-6-1-4 0,2 4-1 0,-3-2 7 16,-3-1 11-16,-4 4 12 15,-2-3 13-15,-2 3 9 0,-2 1 4 0,1-2 1 16,-6-2-1-16,3 5-9 0,-3-1 0 16,3-2-2-16,1 1 3 0,-1 0 6 0,-1-1 6 15,3 0-3-15,1 3-2 0,1-2 3 16,1 3-5-16,-1 4-3 0,2-2 5 15,1 0 0-15,-3 2-4 0,6-1-2 0,-5-2 4 16,1 1 3-16,0-6 9 0,-2 0 18 16,-2-2 17-16,0 1 6 0,1-5 3 15,-5 1 5-15,1 0-2 0,-4-2 5 16,2-1-12-16,-5 1-8 0,1-4-22 0,-4 2-126 16,1-3 0-16,1-3 0 0,-1 2 0 15,0-4 0-15,-2 0 0 0,16 0 0 0,-31-6 0 16,18 1 0-16,0 1 0 0,1-1 0 15,1 0 0-15,3 1-122 0,2-2-225 0,-1 4-109 16,7 2-115-16,-5-7-162 0,5 7-114 16,-2-8 88-16,2 8-723 0,0 0-928 0</inkml:trace>
  <inkml:trace contextRef="#ctx0" brushRef="#br0" timeOffset="46392.09">14934 8990 4345 0,'4'-11'50'0,"0"5"58"0,-2 0 45 0,-1 2 35 0,-1 4 17 0,2-7 3 0,-2 7-7 15,0 0-23-15,0 0-3 0,0 0 14 16,0 0 18-16,12 18-5 0,-10-2 4 0,4 4-4 15,-4 6-2-15,-1 0-5 0,1 9-7 16,0-1-9-16,0-4-11 0,-4-5-14 0,2 2-15 16,-2-3-10-16,2 0-107 0,-2-6-22 15,1 0 0-15,-1-3 0 0,0-1 0 16,0-1 0-16,0-4 0 0,0-1 0 16,2 1 0-16,0-2 0 0,0-2 0 0,-3 0 0 15,3-5 0-15,0 0-221 0,-4 7-278 16,4-7-126-16,0 0-168 0,0 0-51 0,0 0 78 15,6-25-745-15,-3 14-957 0</inkml:trace>
  <inkml:trace contextRef="#ctx0" brushRef="#br0" timeOffset="46673.83">15165 9043 4198 0,'2'-12'5'15,"0"2"72"-15,0 3 73 0,0 0 52 16,-2 7 33-16,0 0 12 0,0-10 10 0,0 10-14 15,0 0-12-15,0 0 36 0,0 0 15 16,0 0 3-16,13 20-4 0,-8-6 11 0,2 6 0 16,-2 1-1-16,-1 1-18 0,0 0-190 15,-1 2-83-15,-1-1 0 0,0 0 0 0,2 0 0 16,-1-4 0-16,-3-3 0 16,1 1 0-16,-1-4 0 0,0 1 0 0,2-4 0 0,-2 0 0 15,0-1 0-15,0 0 0 16,0-2 0-16,0-1 0 0,0-6 0 0,0 11 0 15,0-5 0-15,0-6 0 0,0 6 0 16,0-6 0-16,0 0 0 0,0 0-276 0,0 0-628 16,0 0-40-16,0 0 88 0,-27-12-916 15,17 5-1203-15</inkml:trace>
  <inkml:trace contextRef="#ctx0" brushRef="#br0" timeOffset="47461.49">16158 8779 5091 0,'10'-14'-53'0,"-3"5"66"0,-1 1 50 0,-1 1 32 0,-1 2 16 0,-2 1 7 16,-2 4 5-16,0 0 51 0,0 0 41 0,8 14 10 16,-6-2-4-16,-2 7 2 0,2 5-30 15,-2 1-16-15,2 12-11 0,-1-1-18 0,1 0-11 16,-2-5-13-16,4-5-15 0,-2-3-11 15,0 1-8-15,-2-5-12 0,0-2-7 0,0-3-19 16,2 1-38-16,-2-3-42 0,1 0-43 16,-1-4-55-16,0-1-74 0,0-7-107 15,-1 4-117-15,1-4-99 0,0 0-118 16,0 0-162-16,0 0 54 0,-2-25-681 0,4 13-880 16</inkml:trace>
  <inkml:trace contextRef="#ctx0" brushRef="#br0" timeOffset="47890.07">16328 8603 3887 0,'3'-11'-71'15,"-1"-1"47"-15,4 4 26 0,-1-2 19 0,4 3 17 16,-4-1 17-16,10 1 18 0,-1 0-8 16,0 2 1-16,4 3-10 0,-3 2 0 15,1 0-8-15,0 5-4 0,4 3 1 16,-3 2-12-16,-4 2 4 0,3 3 1 0,-5 3-2 15,-4 1 14-15,-1-2 7 0,-4 2 8 16,-2-1 14-16,-6 5 10 0,1-1 11 0,-5-2 7 16,3-1 7-16,-1-2-5 0,0 0-2 15,5-5-1-15,-3 2-5 0,2-1-1 0,2 0 7 16,4-1-4-16,-2 0 7 0,6 3-10 16,-2 1 12-16,3 1-1 0,0 1-6 15,5-1-2-15,-2 3-5 0,-1-3-4 0,-3 2 1 16,2 0-1-16,-1 0 0 0,-1-4 5 15,-5 2 8-15,3-2 3 0,-4-1 13 16,3 1 7-16,-6-1 5 0,-1 1-3 0,3-3-5 16,-7 2 6-16,4-5-53 0,-3 3-80 15,-1-3 0-15,-1 1 0 0,-3-4 0 0,-1-2 0 16,-2 2 0-16,-3-3 0 0,3-3 0 16,0 0 0-16,-4-1 0 0,-2-3 0 0,0-1 0 15,2 0-68-15,2 1-435 0,1 1-146 16,3 0-231-16,2-2 28 0,3 1 87 15,-2 0-757-15,10 4-966 0</inkml:trace>
  <inkml:trace contextRef="#ctx0" brushRef="#br0" timeOffset="48156.74">16857 9002 3983 0,'4'-17'16'0,"-3"3"62"0,-1 4 66 0,0-1 64 0,0 5 50 15,0-3 43-15,0 9 19 0,0-10-14 0,0 10-30 16,0 0-22-16,0 0 21 0,0 0 7 16,0 0-28-16,0 0-15 0,3 32-21 0,-1-8-14 15,2 0-7-15,-1 12-15 0,-1-2-15 16,2 1-138-16,0-1-29 0,-4-6 0 0,2-4 0 16,-2-1 0-16,-2-2 0 15,0-2 0-15,-2-2 0 0,2 0 0 0,0-5 0 16,1 0 0-16,-1-2 0 0,0-2 0 15,0-2-348-15,2-6-152 0,-2 5-97 0,2-5-128 16,0 0-116-16,0 0 75 0,21-24-735 16,-9 7-948-16</inkml:trace>
  <inkml:trace contextRef="#ctx0" brushRef="#br0" timeOffset="48462.74">17187 8978 4324 0,'7'-11'-39'0,"1"5"48"0,0 1 35 16,-1-1 37-16,1 3 36 0,0 0 24 0,-8 3 16 15,17 0 5-15,-17 0 19 16,19 12 13-16,-10-1 9 0,-3 7 28 0,-3 4 15 0,-6 12 17 16,-5 4 10-16,-5-1 3 15,-6 10 5-15,-2-3 9 0,-3-1 9 0,-1-1 9 16,0-7-158-16,7-6-150 0,5-4 0 16,2-5 0-16,7-3 0 0,0-3 0 0,6-3 0 15,4-3 0-15,7-2 0 0,7 0 0 16,5-2 0-16,14 1 0 0,7-3 0 0,3 2 0 15,1-4 0-15,-4 2 0 0,-7 0 0 16,-6 0 0-16,-10 0 0 0,-6-2 0 0,0 0 0 16,-3 0 0-16,-5 3 0 15,-2-2 0-15,-7-1 0 0,4 6 0 0,-4-6-222 0,0 0-459 16,-13 8-178-16,2-4-22 16,-3 1 86-16,-2 0-822 0,-13 7-1055 0</inkml:trace>
  <inkml:trace contextRef="#ctx0" brushRef="#br0" timeOffset="49040.1">14538 9767 4679 0,'4'-12'-13'0,"-1"2"22"0,-1 5 14 0,2 1-10 0,-4 4 34 0,0 0 73 0,0 0 62 0,8 25 30 0,-6-6 25 16,-2 9-13-16,0 13 10 15,-2 3-4-15,1 2-7 0,-4-3-8 0,-1-1-13 0,4-3-16 16,-1 1-17-16,1-4-18 16,-2-9-14-16,2-3-16 0,1-2-16 0,-3-5-47 15,2-3-50-15,-1-1-62 0,1-1-70 16,1 0-61-16,1-5-93 0,-6-1-124 0,0-2-128 15,6-4-150-15,0 0-109 0,-19-10 73 16,13 4-649-16,3-7-820 0</inkml:trace>
  <inkml:trace contextRef="#ctx0" brushRef="#br0" timeOffset="49473.61">14531 9828 3740 0,'3'-10'-36'0,"1"0"34"0,2 0 33 16,-3 2 31-16,3 2 36 15,0 1 27-15,2 0 8 0,-1 0-5 0,0 1-8 16,4 4 1-16,-11 0-6 0,20 4-5 16,-8-1-6-16,3 4-5 0,-1 0-7 0,-1 6-9 15,0-1-6-15,0 2-3 0,-2-2 4 16,-2 1-1-16,-2 1 12 0,-3 0 12 16,0 1 8-16,-4 2 2 0,-4-3-2 0,-2 7 4 15,-1-1 2-15,-7 8-7 0,3-6 5 0,4-5 3 16,-4 2-12-16,4-1-2 0,3-3 0 15,1 2 1-15,3-3 0 0,-2-1 1 16,6 5-3-16,-3-2-6 0,9 3-6 16,-1 2-11-16,7 4-1 0,-2-1-9 0,2 3-1 15,3-4-7-15,-4 2-3 0,1-1-2 16,-7-5 4-16,0 1 9 0,-3-5 13 16,-1 1 12-16,-4-1-81 0,-1 1-12 0,-1-5 0 15,-6 5 0-15,2-4 0 0,-5 0 0 16,1-2 0-16,-7 0 0 0,3-1 0 0,-4-1 0 15,-1-5 0-15,2-2 0 0,-6 1 0 16,6-4 0-16,-4-2 0 0,6-2 0 16,0-1 0-16,1-1 0 0,3 0 0 0,0 0 0 15,7-1-211-15,-3 3-304 0,6-1-70 0,0-2-86 16,4 2-140-16,1 0 37 16,3 1 72-16,-1 1-632 0,7-2-790 0</inkml:trace>
  <inkml:trace contextRef="#ctx0" brushRef="#br0" timeOffset="49739.96">14862 10355 3468 0,'11'-5'-24'0,"0"-1"50"0,0 2 35 0,-4-2 44 0,2 2 27 0,2 0 24 0,0 0 28 15,-2 1 11-15,-9 3 8 0,19-2 10 0,-8 2-2 16,-11 0 0-16,25 3-7 0,-14 3 7 16,1 0 8-16,-1 5 6 0,-3 1-2 15,-2 2-12-15,2 4-6 0,-5-1-1 16,-1 0-1-16,2 2-1 0,-2 0-2 0,0-2-4 15,1 0-7-15,-1 0-16 0,3-5-8 16,-3-1-145-16,-1-1-20 0,1-2 0 16,2 3 0-16,2-3 0 0,-5 0 0 0,3-1 0 15,3-2 0-15,-7-5 0 0,9 7 0 16,-4-5 0-16,-5-2 0 0,13 4 0 0,-3-4 0 16,-10 0-226-16,21-4-277 0,-6-1-105 15,-2 1-151-15,7-6-93 0,-3-2 89 16,2 2-761-16,-2-1-968 0</inkml:trace>
  <inkml:trace contextRef="#ctx0" brushRef="#br0" timeOffset="49989.82">15422 10390 3911 0,'0'0'-54'0,"-2"-13"65"0,2 8 60 16,0 5 53-16,0-11 41 0,0 11 33 0,-1-9 21 16,1 9 12-16,-2-8 7 0,2 8-19 15,0 0 10-15,0 0 32 0,0 0 15 0,0 0-7 16,0 0-14-16,13 30-10 0,-12-15-8 15,1 6-15-15,0 1-18 0,-2 3-19 0,0 1-15 16,0 1-22-16,0 2-14 0,-2-4-111 16,0 8-23-16,-1-4 0 0,-1-5 0 15,0-2 0-15,4-2 0 0,-1-4 0 0,-1-2 0 16,-2-3 0-16,4 0-217 0,-2-3-175 16,-2 1-136-16,2-6-152 0,2-3-178 15,-8 5 64-15,8-5 94 0,0 0-668 16,0 0-822-16</inkml:trace>
  <inkml:trace contextRef="#ctx0" brushRef="#br0" timeOffset="50407.4">16586 10028 3765 0,'7'-8'-12'16,"-4"3"47"-16,-3-1 57 0,0 6 46 0,4-8 32 0,-4 8 24 0,2-7 10 15,-2 7-10-15,0 0 0 0,0 0 53 16,0 0 30-16,4 24 8 0,-3-6 1 16,-1 2-8-16,-1 8-12 0,1 11-11 15,-2-1-14-15,-2 1-18 0,0 0-18 0,1 0-22 16,-2-2-17-16,1-2-20 0,-1-3-11 16,-1-6-111-16,1-6-24 0,-1 1 0 0,2-6 0 15,-2-1 0-15,2 0 0 0,-1-4-5 16,-1 0-267-16,-1-3-103 0,0-4-118 0,0-1-98 15,7-2-150-15,0 0-67 0,-13-12 72 16,11 0-682-16,2-1-870 0</inkml:trace>
  <inkml:trace contextRef="#ctx0" brushRef="#br0" timeOffset="50789.96">16609 10046 3914 0,'2'-12'-36'0,"-2"4"37"0,4 0 18 16,2 1 24-16,-2 1 30 0,3-2 34 0,3 4 18 15,2-2 13-15,1 4 0 0,0 2-5 16,0 0-4-16,2 2-10 0,3 4-7 0,-4 4-6 16,2 2-4-16,-3 4-4 0,-1 1-7 15,-3 2-5-15,-1 0 1 0,-5 5 0 0,0-4 0 16,-1 1 10-16,-4 3 2 0,-8 7 8 16,3-2 4-16,-2-2 6 0,-2-3 1 0,6-3 4 15,-3-2-10-15,5 5-6 16,-3-5 4-16,4 4-8 0,-1 0-4 0,3-3-13 15,0 1-2-15,3 3 0 0,1-2-7 16,-4-2 4-16,4 0 0 0,-4-2 5 0,2 2 0 16,-2-3 6-16,-2 3 1 0,2-3 0 15,-4-1 0-15,2 1 1 0,-3-3-77 0,2-1-16 16,-3-3 0-16,3 1 0 0,-3-3 0 16,-1 1 0-16,-2-2 0 0,2-2 0 15,0 0 0-15,-3-3 0 0,0-1 0 0,10-1 0 16,-18-5 0-16,4-2 0 0,3-1 0 15,-1-1 0-15,2 1-222 0,3 1-303 16,0-3-171-16,-2-1-203 0,6 3 80 0,-1-3 80 16,4 4-720-16,0 1-909 0</inkml:trace>
  <inkml:trace contextRef="#ctx0" brushRef="#br0" timeOffset="51124.59">17032 10480 4280 0,'4'-11'20'0,"2"1"41"0,-2 3 26 0,6 1 33 0,-5-1 27 0,2 0 29 0,6 3 12 0,-4 1-12 0,-9 3-7 16,19 2 10-16,-19-2 7 0,19 10 3 16,-9 0 6-16,-6 4 10 0,-1 3 10 15,-3 2 5-15,-2 6 1 0,-3 6 0 0,-7 2 5 16,-1-2 6-16,1-2 6 0,-3-1-6 15,1-3-224-15,3-3-8 0,4-6 0 0,1-1 0 16,4-5 0-16,-2 1 0 0,4-3 0 16,0 1 0-16,2-2 0 0,2-2 0 0,5-2 0 15,-1 2 0-15,-1-5 0 0,5 2 0 16,-12-2 0-16,20-2 0 0,-6 2 0 16,1-5 0-16,1-2 0 0,0-1 0 15,2-2-769-15,1-1-204 0,5-6 89 0,-6 4-1009 16,0-1-1315-16</inkml:trace>
  <inkml:trace contextRef="#ctx0" brushRef="#br0" timeOffset="51410.56">17398 10461 5433 0,'0'-7'-66'16,"-2"2"53"-16,2 5 41 16,0-10 38-16,0 10 28 0,6-11 37 0,-6 11 11 0,10-7 11 15,-1 6-7-15,-9 1-1 0,15-2-9 16,-15 2 8-16,20 7 12 0,-13 1 23 15,-2 3 16-15,2 4 5 0,-3 2 7 16,-4 2 1-16,-4 4 0 0,0 1 0 0,-8 6-117 16,3 1-91-16,-5-4 0 0,5-4 0 15,2-7 0-15,-1 1 0 0,4-4 0 0,0-1 0 16,-2-1 0-16,4-1 0 0,2-2 0 16,2-1 0-16,-2-7 0 0,12 13 0 0,-6-9 0 15,1 0 0-15,2-3 0 0,2-1 0 16,-11 0 0-16,24-2 0 0,-9-4 0 0,2-3 0 15,1-3 0-15,5-10-455 0,0 0-542 16,-5-6 89-16,3-1 95 0,4-7-894 0,-2-3-1140 16</inkml:trace>
  <inkml:trace contextRef="#ctx0" brushRef="#br0" timeOffset="52072.35">18195 8696 4350 0,'-11'0'-230'0,"0"0"43"0,11 0 38 0,-16 0 48 0,16 0 57 0,0 0 59 15,0 0 36-15,0 0-5 0,0 0-5 16,0 0-2-16,0 0-9 0,44-17 10 0,-18 12-5 16,9 0 7-16,3 0 18 15,-8 2 0-15,-1 3 9 0,-2 0-8 0,-7 3 1 16,0 2 0-16,-1 4 19 0,-4 3 25 15,-4 3 29-15,-5 6 16 0,-2 3 12 0,-4 11 4 16,-4 8-2-16,-2 13 9 0,-5 4-2 16,2 4 4-16,-2 5-8 0,6 5-1 0,-3 19 11 15,5-11 3-15,-3 20-10 0,4-2-2 16,6 3 1-16,3 4 15 0,6 4 6 0,-1 0-4 16,-1-2-10-16,5 3-10 0,-3-7-5 15,7-4-86-15,-6-7-76 0,0-20 0 0,-3-5 0 16,0-6 0-16,1-6 0 0,-8-16 0 15,0-4 0-15,-2-10 0 0,-2-5 0 16,-2-3 0-16,-4-2 0 0,-1 0 0 16,-13 3 0-16,-6-2 0 0,-5-5 0 0,-9-2 0 0,-13-3 0 15,-12-1 0-15,1-2 0 16,-1-3 0-16,13 0 0 0,9-1 0 0,9-1 0 16,9 2 0-16,3 0 0 0,7 0 0 15,2-1 0-15,3-1 0 0,10 0 0 0,-21 0 0 16,21 0 0-16,-11 0 0 0,11 0 0 15,-8-3 0-15,8 3 0 0,0 0 0 0,0 0 0 16,-6-5 0-16,6 5 0 0,0 0 0 16,-2-7 0-16,2 7 0 0,0 0 0 0,-5-4 0 15,5 4 0-15,0 0-579 0,-6-5-426 16,6 5 110-16,0 0-1048 0,0 0-1362 0</inkml:trace>
  <inkml:trace contextRef="#ctx0" brushRef="#br0" timeOffset="58488.15">4328 13065 2628 0,'0'0'264'0,"7"-3"-76"15,-7 3-57-15,0 0-7 0,0 0 16 0,11-4 4 0,-11 4 2 16,0 0-4-16,4-8 3 0,-4 8-3 0,0 0-8 16,5-7-9-16,-5 7-10 0,0 0-9 15,3-7-8-15,-3 7 1 0,0 0-2 0,4-8 0 16,-4 8-1-16,0 0-1 0,0-9-8 16,0 9-7-16,0 0-3 0,-10-10-15 15,4 6 1-15,-3 1-12 0,-3-1-11 0,-1 4-1 16,-6 2-4-16,-16 7-6 0,1 5-4 15,-11 6-1-15,-1 6 2 0,2 1 7 0,-2 6 10 16,8 2 4-16,2 6 36 0,4-2-2 16,5 4-5-16,10-1 23 0,7-6 19 15,9 0 1-15,2 0 18 0,10-1 15 16,5-2 10-16,4-4-21 0,12 3-10 0,2-2-9 16,4-7-12-16,-4-7-6 0,2-1-13 15,0-5-3-15,1 0-9 0,-3-5-2 0,-7-1-7 16,-3-2 6-16,-4 0-18 0,-5-1-58 15,0-1 0-15,-4 0 0 0,-11 0 0 16,21-1 0-16,-21 1 0 0,16-4 0 0,-9 2 0 16,-7 2 0-16,0 0 0 0,15-2 0 15,-15 2 0-15,9 0 0 0,-9 0-4 0,0 0-296 16,9-3-76-16,-9 3-113 16,0 0-124-16,0 0-189 0,0 0-23 0,0 0 88 15,0 0-639-15,-21 11-829 0</inkml:trace>
  <inkml:trace contextRef="#ctx0" brushRef="#br0" timeOffset="59404.43">5083 13264 3944 0,'-14'2'48'0,"1"-2"-7"0,13 0 7 0,-22 2 16 0,22-2 39 0,-13 1 58 16,13-1 50-16,0 0 38 0,-11 0 10 15,11 0-7-15,0 0-15 0,0 0-27 16,0 0-15-16,0 0-42 0,43-15-18 0,-26 12-13 16,20-4-14-16,-11 3-37 0,-3 1-47 15,-4 0-50-15,2 3-62 0,-1 0-75 16,-6 0-90-16,2 0-93 0,-3 3-91 0,1 0-102 15,-7-1-174-15,-1 3 43 0,-3-1-486 16,-3-4-624-16</inkml:trace>
  <inkml:trace contextRef="#ctx0" brushRef="#br0" timeOffset="59623.02">5110 13430 3357 0,'-7'3'140'0,"7"-3"21"0,-8 4 18 0,8-4 27 16,0 0 40-16,-9 4 45 0,9-4 38 15,0 0 1-15,0 0-23 0,0 0-26 0,0 0-28 16,0 0-27-16,0 0-22 0,0 0-21 16,0 0-19-16,0 0-15 0,47-8-20 0,-29 8-51 15,-5-3-40-15,1 3-57 0,0-4-40 16,-1 2-48-16,-1-1-51 0,1 3-56 16,-1-3-79-16,-1 1-89 0,-1 0-118 0,-2 0-181 15,-1-2-67-15,1 0 78 16,-8 4-493-16,12-3-630 0</inkml:trace>
  <inkml:trace contextRef="#ctx0" brushRef="#br0" timeOffset="61454.5">5970 12558 3167 0,'-1'-13'-72'0,"1"1"18"0,0 0 28 0,-2 5 31 0,-1-2 30 0,3 9 28 0,-4-14 31 16,2 8 19-16,2 6 13 0,-2-13-5 0,2 13-14 15,-3-9-9-15,3 9-16 0,-2-6-8 16,2 6-9-16,0 0-3 0,0 0 12 0,0 0 16 15,0 0 6-15,-6 22 13 16,6-7 9-16,-1 7 9 0,1 5 6 0,-2 12 11 16,2 1 6-16,0 7 3 0,0 10 8 15,0 4-16-15,2 2 10 0,-4-2 1 16,-2 4 11-16,2-1 2 0,-3 0-7 0,5 4 1 16,0 0-9-16,0-1 2 0,0-2-16 15,0 0-12-15,0-2-5 0,0 0 9 0,0-1-3 16,0 0-11-16,0-2-9 15,0 2-9-15,0 0-4 0,-1-4-6 0,-3 0-4 16,0 0-2-16,2-2-70 0,-3 4-14 16,-1-4 0-16,0-1 0 0,0-1 0 0,-1-1 0 15,3-12 0-15,1 0 0 0,-3-2 0 16,4-2 0-16,-1-2 0 0,0 2 0 0,1-10 0 16,2-1 0-16,0-1 0 0,0 3 0 15,0-2 0-15,2 10 0 0,0-1 0 0,-2 6 0 16,1-4 0-16,-1 1 0 0,0-1 0 15,0 3 0-15,0-1 0 0,-1 0 0 16,-3 2 0-16,2-3 0 0,0 4 0 0,0-3 0 16,0 2 0-16,1-2 0 0,-1 0 0 15,0-3 0-15,2-5 0 0,0-5 0 16,-2 2 0-16,2 0 0 0,-2-1 0 16,4 9 0-16,-2-5 0 0,0-4 0 0,-2 1 0 15,0 7 0-15,1-3 0 0,1 4 0 16,-5-2 0-16,3-7 0 0,0-1 0 0,0-2 0 15,1 0 0-15,-3-2 0 0,2-5 0 16,0 0 0-16,0 0 0 0,0-2 0 0,2 0 0 16,-1 2 0-16,-3 1 0 0,2-3 0 15,0 2 0-15,-1 2 0 0,2 3 0 0,-5 0 0 16,4-1 0-16,0-2 0 0,0 5 0 16,-1-4 0-16,1 2 0 0,-2-3 0 15,2-1 0-15,2-1 0 0,-3-1 0 16,3-3 0-16,-3-1 0 0,3-1 0 0,-2-1 0 15,2-2 0-15,0 1 0 0,0-1 0 16,0-3 0-16,-2 2 0 0,2 2 0 0,0-9 0 16,0 12 0-16,0-7 0 0,0 2 0 15,0 0 0-15,0 1 0 0,0-1 0 16,0 0 0-16,2-2 0 0,-2-5 0 0,0 14 0 16,0-8 0-16,0-6 0 0,2 7 0 15,1-1 0-15,-3-6 0 0,3 6 0 0,-3-6 0 16,0 6 0-16,0-6 0 15,8 6 0-15,-3-3 0 0,-5-3 0 0,14 2 0 16,-3 2 0-16,0-2 0 0,5-1 0 16,4-1 0-16,2 0 0 0,4 0 0 0,5 0 0 15,10-3 0-15,6 1 0 0,-2-2 0 16,10-3 0-16,4-1 0 0,-3 2 0 0,-1-5 0 16,-11 5 0-16,0 0 0 0,-8 1 0 15,-9 2 0-15,-4-1 0 0,-8 2 0 0,1 2 0 16,-4-1 0-16,-4-1 0 0,-8 2 0 15,17-2 0-15,-9 1 0 0,-8 1 0 16,11-2 0-16,-11 2 0 0,0 0 0 0,12-3 0 16,-12 3 0-16,0 0 0 0,-4-9 0 15,4 9 0-15,-12-14 0 0,-1 1-52 16,-4-8-1001-16,-4-5 85 0,-4-8 105 0,-5-8-924 16,3-8-1217-16</inkml:trace>
  <inkml:trace contextRef="#ctx0" brushRef="#br0" timeOffset="62138.49">5981 12564 4758 0,'0'0'-145'0,"-5"-11"33"0,5 11 19 0,0 0 17 0,0 0 40 0,-2-8 30 0,2 8 19 0,9-8 19 16,0 4 14-16,5-4 13 0,9 1 2 15,0 3-6-15,15-4-6 0,-2 0 1 0,4 4-7 16,-2-1-6-16,-6 2-4 0,-5 2-1 16,0-3-7-16,-6 2 3 0,1-1-7 0,-10 3-4 15,4 0 1-15,-3 0 1 16,-13 0-3-16,19-1 1 0,-19 1 2 0,15-3-3 16,-15 3-8-16,0 0-14 0,14 0-28 15,-14 0-46-15,0 0-67 0,0 0-81 16,-3 9-89-16,3-9-115 0,0 0-195 0,-18 11 51 15,10-5-294-15,-4 1-353 0</inkml:trace>
  <inkml:trace contextRef="#ctx0" brushRef="#br0" timeOffset="63087.78">6587 12899 2375 0,'8'-6'20'0,"-3"-3"29"0,2 4 31 0,-2-2 24 0,-1 1 47 0,-2 2 32 16,-2 4 26-16,5-9 4 0,-5 9-1 0,2-6-15 16,-2 6-24-16,4-4-18 0,-4 4-1 15,0 0 25-15,0 0 3 0,-11 41 0 0,0-5-2 16,-1 10 19-16,-5 5 2 16,1 1 10-16,0 0-5 0,2-1-3 0,-3-1-9 15,2-3-11-15,2 1-3 0,3-13-17 16,0-3-10-16,-1 0-16 0,1-9-9 0,6-5-15 15,-3-5-11-15,3 1-8 0,2-4-10 16,-3 1-9-16,3-3-11 0,-3-1-36 16,5-2-43-16,0-5-69 0,0 0-75 0,0 0-63 15,0 0-76-15,-7-17-78 0,9 0-84 16,0-9-83-16,6-11-84 0,1-16-123 0,-1 1 75 16,3-3-518-16,-1 2-657 0</inkml:trace>
  <inkml:trace contextRef="#ctx0" brushRef="#br0" timeOffset="63320.95">6530 12834 3181 0,'4'-18'-47'0,"0"3"40"0,-3 3 39 16,-1 4 28-16,2 2 27 0,-2 6 20 16,7-12 27-16,-7 12 27 0,7-1 14 0,-7 1 6 15,21 13 14-15,-10 1-1 0,9 15 7 16,-2 0-1-16,7 12-8 0,2 1-14 16,-4 1-20-16,2 1-11 0,-3 1-23 0,3-3 3 15,-2-3-28-15,-1-8-12 16,-6-4-7-16,2 1-26 0,-2-6-28 0,-4-4-31 0,-2-5-27 15,-3-1-26-15,-1-4-29 16,-3-1-35-16,2-2-63 0,-1 0-80 0,-4-5-81 16,0 0-99-16,0 0-124 0,0 0-86 15,0 0 58-15,0 0-342 0,-20-22-418 0</inkml:trace>
  <inkml:trace contextRef="#ctx0" brushRef="#br0" timeOffset="63503.83">6603 13251 2569 0,'-14'-2'129'0,"14"2"42"0,-19-5 15 16,19 5 14-16,-11-4 11 0,11 4 8 16,-4-6 1-16,4 6-5 0,0 0-22 15,15-14-18-15,-5 11-15 0,5-5-19 0,2 4-14 16,0 0-11-16,4-1-26 0,1 2-50 16,-4 1-57-16,3 0-71 0,-1 1-91 15,-4 1-96-15,0 0-107 0,1 1-161 0,-4-1-85 16,-1 2 68-16,0 1-287 0,-3 0-332 15</inkml:trace>
  <inkml:trace contextRef="#ctx0" brushRef="#br0" timeOffset="63787.37">6951 13205 2752 0,'-3'-4'240'0,"3"4"12"0,-2-10-15 16,2 10-17-16,0 0-26 0,-2-9-10 16,2 9 4-16,0 0 22 0,0 0-9 0,19 21-14 15,-7-7-9-15,-5 3-16 0,4 12-14 16,-1 0-10-16,-1 2-12 0,-3 4-9 0,-1-4-15 16,0-2-8-16,-5-8-6 15,2 4-8-15,0-5-12 0,0-1-6 0,-2-2-5 0,0-3-30 16,0-1-39-16,2-1-53 0,-2-3-66 15,0 1-83-15,0-1-104 0,0-6-124 16,0-3-163-16,0 0-104 0,0 0 62 16,0 0-431-16,0 0-549 0</inkml:trace>
  <inkml:trace contextRef="#ctx0" brushRef="#br0" timeOffset="64070">7190 13199 3214 0,'3'-10'136'0,"-3"1"29"0,2 1 23 15,-2 8 11-15,0-8 8 0,0 8-7 16,0 0 12-16,0 0 20 0,0 0-10 16,0 0-10-16,20 30-12 0,-15-9-17 15,3 10-9-15,-5 1 0 0,3 2-8 0,0 4-4 16,-2-1-4-16,3-2-2 0,-3 2 0 16,4-3-11-16,-2 0 7 0,0-9-17 15,-5-4-11-15,3-4-13 0,0-3-14 0,-2-1-8 16,1-1-8-16,-1-3-10 0,0-1-4 15,0 1-11-15,0-2-26 0,-2-7-33 0,4 9-79 16,-4-9-77-16,2 4-62 0,-2-4-65 16,0 0-79-16,0 0-79 0,0 0-102 0,0 0-161 15,0 0-59-15,0-20 78 0,0 20-539 16,-8-7-689-16</inkml:trace>
  <inkml:trace contextRef="#ctx0" brushRef="#br0" timeOffset="64537.61">7525 13062 3857 0,'-7'-10'272'0,"5"6"36"0,2 4 33 0,-7-10 26 0,7 3 21 0,0 7 16 15,-1-10-3-15,1 10-30 0,-4-10-33 0,4 10-31 16,0-7-37-16,0 7-33 0,0 0-25 16,0-9-94-16,0 9-118 0,0 0 0 15,0 0 0-15,4-5 0 0,-4 5 0 16,0 0 0-16,0 0 0 0,0 0 0 0,0 0-10 15,0 0-375-15,0 0-119 0,0 0-134 16,0 0-193-16,0 0-3 0,0 0 92 0,1 22-702 16,-8-11-895-16</inkml:trace>
  <inkml:trace contextRef="#ctx0" brushRef="#br0" timeOffset="64854.06">7796 12818 4308 0,'5'-18'114'16,"-3"5"22"-16,0 1 17 0,0 4 15 0,2 1 4 16,-4 7 2-16,1-8-11 0,-1 8-1 15,0 0 38-15,0 0 9 0,14 17-9 0,-10-2-12 16,3 5-9-16,-1 11-16 0,2 2-4 15,2 2-16-15,-5-1-15 0,1-2-15 16,-5-3-10-16,4-4-10 0,-1-2-7 16,-4-2-14-16,0-1-23 0,0-3-52 0,-2 3-61 15,0-5-74-15,-1 3-79 0,1-3-89 16,-3-3-113-16,1-2-122 0,2-1-153 0,-3-3-77 16,1-2 66-16,4-4-580 0,0 0-743 15</inkml:trace>
  <inkml:trace contextRef="#ctx0" brushRef="#br0" timeOffset="65271.93">7819 12731 3775 0,'-7'-15'34'0,"6"-1"35"16,-3 3 26-16,4 2 13 0,4-1 11 0,-3 2-3 16,6 0-6-16,0 3-13 0,3 0-9 15,-1 3-9-15,7 3-8 0,-4 2-7 16,4 3-11-16,-1 5-1 0,2 1-8 0,7 9-3 15,-4 1-1-15,-3 3-6 0,-2 0-5 16,-5 0-1-16,-4-5-3 0,-4 1 2 16,-2 3 4-16,-4-1 6 0,0 4 13 0,-6 6 12 15,5-7 3-15,-1-7-2 16,2 0-7-16,1-5 2 0,1 1-4 0,0-1 13 16,2 0 6-16,2 0 6 0,3 2 8 0,1 0-5 15,3 0-6-15,3 1-4 0,1 0-8 16,5 5-10-16,-4 0-1 0,0-5-13 15,-1 1 3-15,5 5-7 0,-7-1 1 0,-2-5-1 16,1 3 2-16,-2-3 8 0,-5 0 20 16,-3-1 21-16,0 1 9 0,-1 1 8 0,-5-3 7 15,-3 4-3-15,0-3-4 0,-2 0-7 16,-1-1-9-16,-2-1-7 0,-6-2-11 16,7-3-5-16,-1-1-8 0,-4 0-19 0,2-4-36 15,3-2-59-15,13 0-73 0,-25-2-68 16,12 0-89-16,3-4-123 0,-1-2-133 0,2 3-191 15,3-3-63-15,0 0 76 16,4 1-624-16,0 2-800 0</inkml:trace>
  <inkml:trace contextRef="#ctx0" brushRef="#br0" timeOffset="65570.14">8438 13188 4089 0,'-4'-12'166'0,"2"4"31"0,2 8 10 0,-1-9 11 0,1 9-4 0,0 0-15 0,0 0-15 0,0 0 48 15,0 0 16-15,0 0-11 16,1 29-19-16,1-8-12 0,0 4 0 0,4 7-9 16,-3 4-10-16,1-2-16 0,0 1-11 15,-1-6-18-15,-2-3-10 0,-1-1-14 0,0 0-14 16,0-5-13-16,0-1-23 0,0-2-68 15,-1 0 0-15,-2-5 0 0,1 2 0 0,0-4-85 16,2-1-117-16,0-1-67 0,0-3-90 16,0-5-118-16,0 0-116 0,0 0-154 15,0 0-52-15,0 0 81 0,14-19-623 0,-7 6-796 16</inkml:trace>
  <inkml:trace contextRef="#ctx0" brushRef="#br0" timeOffset="65838.5">8632 13223 3547 0,'5'-14'62'15,"-4"6"68"-15,1 1 34 16,0 1 34-16,-2 6 21 0,2-9 15 0,-2 9 22 16,0 0 26-16,0 0 49 0,0 0 15 15,7 20-18-15,-5-4-19 0,2 8-16 0,0 10-5 16,-3 4-7-16,1-1-23 0,3 4-18 16,-1 0-12-16,-4-1-31 0,1-2-197 15,1-2 0-15,0-7 0 0,2-5 0 16,-1-2 0-16,-3-3 0 0,2-3 0 0,0-2 0 15,-2-3 0-15,0-1 0 0,2 0 0 16,-2-3 0-16,0-7 0 0,0 15 0 16,0-10 0-16,0-5 0 0,0 0 0 0,-2 8 0 15,2-8 0-15,0 0 0 0,0 0-544 16,0 0-181-16,0 0-203 0,-13-18 80 0,10 12 90 16,-1 0-734-16,4 6-940 0</inkml:trace>
  <inkml:trace contextRef="#ctx0" brushRef="#br0" timeOffset="66488.57">9328 12942 4390 0,'-15'-5'38'0,"1"2"31"0,3 3 33 0,11 0 42 0,-13-2 41 0,13 2 41 15,-12-4 31-15,12 4 10 0,0 0-9 0,0 0-25 16,0 0-20-16,0 0-22 0,36-15-19 16,-11 11-18-16,5 3-19 0,8-2-24 15,1 3-51-15,3-2-35 0,-5 0-70 16,-2 0-77-16,-9 2-71 0,1 0-90 0,-4-2-102 16,-3 1-99-16,-4 1-127 0,0-3-150 15,-5 1 74-15,-2 0-558 0,0-1-705 0</inkml:trace>
  <inkml:trace contextRef="#ctx0" brushRef="#br0" timeOffset="66753">9585 12755 3617 0,'-3'-14'92'0,"1"4"32"16,-3 1 36-16,5 3 34 0,0 6 20 0,-4-12 6 15,4 12-8-15,-1-7-26 16,1 7-19-16,0 0 5 0,0 0 4 0,0 0 5 0,3 34-20 15,2-11-8-15,1 12 10 16,-1-2-13-16,1 4-8 0,-3 1-11 0,5 4-22 16,-2-6-12-16,2 0-5 0,-5-1-10 15,1 0-9-15,0-8-2 0,-4-5-13 0,1-1-2 16,-1-4-9-16,0 3-27 0,-1-3-36 16,1-4-43-16,-2 3-57 0,0-3-63 0,2-1-92 15,-2 0-106-15,2-3-122 0,0-2-171 16,-2 0-89-16,2-7 69 0,0 6-563 15,0-6-714-15</inkml:trace>
  <inkml:trace contextRef="#ctx0" brushRef="#br0" timeOffset="67071.03">10338 12746 3852 0,'-3'-13'172'0,"2"2"-16"0,1 5-21 16,0 1-14-16,0 5 4 0,0 0 49 0,0 0 40 15,-8 27 14-15,-1 2 9 16,2 8 2-16,-2 6 6 0,-2 7-5 0,2 4-15 16,-1-1-9-16,2-3-2 0,1-8-16 15,2-3-17-15,-4 0-18 0,2-4-20 0,-1 0-8 16,3-10-13-16,-1-4-17 0,2-4-12 15,0-1-31-15,-2-5-43 0,5 1-51 0,-3-3-62 16,0-2-74-16,2-2-95 0,2-5-113 16,0 0-94-16,0 0-79 0,0 0-78 15,-10-24-136-15,12 0 46 0,5-12-628 0,0-7-801 16</inkml:trace>
  <inkml:trace contextRef="#ctx0" brushRef="#br0" timeOffset="67290.03">10328 12707 3635 0,'4'-14'-9'0,"-1"3"53"15,2 0 34-15,-3 4 15 0,2 2 30 16,-4 5 49-16,0 0 40 0,0 0 36 0,26 12 33 16,-13 4 17-16,5 11 7 0,0 5-11 15,6 11-15-15,-1 2-14 0,-2 3-20 16,-1-2-22-16,0 1-24 0,-4-3-20 0,4-3-21 16,-7-8-14-16,-1 0-16 0,-1-6-12 15,-4-4-22-15,0-3-43 0,-2-7-51 0,-1 3-61 16,-1-4-57-16,1-2-67 15,2 1-70-15,-5-5-106 0,2-2-135 0,-3-4-143 0,0 5-169 16,0-5 58-16,0 0-672 16,0 0-874-16</inkml:trace>
  <inkml:trace contextRef="#ctx0" brushRef="#br0" timeOffset="67503.32">10335 13168 4319 0,'-12'-6'171'0,"1"3"48"0,0-1 44 16,4-1 69-16,7 5 31 0,-7-5 16 0,7 5-22 16,0-8-33-16,0 8-36 15,11-11-27-15,1 6-31 0,1-2-29 0,4 1-49 16,3-1-57-16,5 2-69 0,-2 2-84 16,1-1-87-16,-6 4-95 0,1 0-89 0,-4 0-95 15,-1 0-79-15,-1 0-78 0,-1 2-121 16,-5 1-42-16,-1 1 71 0,-1 2-545 0,-5-6-681 15</inkml:trace>
  <inkml:trace contextRef="#ctx0" brushRef="#br0" timeOffset="68237.16">10855 13232 3626 0,'3'-12'100'0,"1"1"42"0,2 5 39 16,-5 0 38-16,-1 6 26 0,4-9 24 0,-4 9 11 0,2-8-13 0,-2 8-14 15,0 0 34-15,0 0 23 16,6 21-2-16,-5-2-22 0,2 5-27 0,1 14-20 15,1 1-24-15,-3 0-17 0,6 1-23 16,-5-1-19-16,-1-4-14 0,3-6-108 0,-3-5-34 16,0-2 0-16,-1-3 0 0,-1-4 0 15,2-1 0-15,-2-4 0 0,0 0 0 0,0-1 0 16,0-2-79-16,0-7-285 0,-2 7-115 16,2-7-111-16,0 0-108 0,0 0-140 0,0 0 72 15,-5-31-723-15,5 16-935 0</inkml:trace>
  <inkml:trace contextRef="#ctx0" brushRef="#br0" timeOffset="68571.94">11121 13162 4373 0,'3'-12'35'0,"2"3"18"0,1 1 29 0,-5 3 20 16,5-2 29-16,-6 7 23 0,11-5 4 15,-11 5 9-15,14 2 1 0,-14-2 16 0,18 11 11 16,-7 1 4-16,-2 6 13 0,-4 2 12 15,2 2 9-15,-3 2 1 0,-3 2-6 0,-1 1 2 16,-5 9 1-16,0-2 6 0,2-7 3 16,-3-3-119-16,2-9-121 0,1 1 0 15,1-3 0-15,0-1 0 0,0-2 0 0,2 1 0 16,2-5 0-16,3 1 0 0,1 0 0 16,3 0 0-16,3-1 0 0,-1-2 0 15,0 1 0-15,5-1 0 0,-3-3 0 16,1 3 0-16,1-2 0 0,-1-2 0 0,-2 0 0 15,2 0 0-15,-1 0 0 0,1-2 0 16,-3 0 0-16,-2 0 0 0,2 1 0 0,-4-1 0 16,-7 2-494-16,11-7-125 0,-5 3-117 15,-5 0-139-15,-1 4 75 0,0 0-787 0,-7-16-1029 16</inkml:trace>
  <inkml:trace contextRef="#ctx0" brushRef="#br0" timeOffset="69086.83">11671 13072 4896 0,'0'0'250'0,"0"0"23"0,0-10 20 0,0 10 34 0,0 0 31 0,0 0 30 0,0 0-7 15,-1-10-21-15,1 10-33 0,0 0-35 0,0 0-246 16,0 0-46-16,0-9 0 0,0 9 0 15,0 0 0-15,0 0 0 0,0 0 0 0,1-7 0 16,-1 7 0-16,0 0 0 0,0 0 0 16,0 0 0-16,0 0 0 0,0 0-138 0,0 0-470 15,0 0-131-15,0 0-172 0,0 0 81 16,-13 18 94-16,1-7-702 0,-6 1-889 16</inkml:trace>
  <inkml:trace contextRef="#ctx0" brushRef="#br0" timeOffset="69370.06">11927 12862 4459 0,'2'-15'240'0,"2"3"-1"15,-2 6-5-15,1-1-4 0,-3 1-14 16,0 6 0-16,6-8-1 0,-6 8 42 15,0 0 17-15,16 21-3 0,-11-3-24 16,4 11-19-16,-2 4-36 0,0 4-14 0,1-1-16 16,-3 1-19-16,-1-1-10 0,2 0-76 15,-4-1-57-15,2-6 0 0,-4-5 0 0,0-4 0 16,0-1 0-16,0-3 0 0,0 1 0 16,-2-4-60-16,0-1-237 0,0 0-106 0,1-2-126 15,-6-1-162-15,3-4-170 0,4-5 72 16,-3 4-762-16,3-4-995 0</inkml:trace>
  <inkml:trace contextRef="#ctx0" brushRef="#br0" timeOffset="69786.38">12089 12796 4500 0,'0'-17'-23'0,"2"1"33"0,1 1 20 15,2 1 21-15,3 1 16 0,-3 1 13 0,4 0 0 16,3 3-6-16,1 3-10 0,-2 0-9 15,1 5-1-15,-12 1-6 0,23 5-5 0,-13 2-4 16,-1 1 0-16,-1 4-4 0,0 2 2 16,-5 3 5-16,1 0 15 0,-4 3 11 0,-11 9 8 15,4-3 3-15,2-3 7 0,-2-2 24 16,1-2-2-16,0-1-4 0,5-4-9 16,-1 0 7-16,-1 0 9 0,6-1 12 15,0 3 6-15,1-3 0 0,4 4 0 0,-1 0-11 0,5 0-10 16,-3 4-7-16,4 1-6 15,5 5-4-15,-7-8 4 0,-3 3 0 0,1-3 3 16,-1 1 1-16,-3 1 4 0,2 1 8 16,-4 0 9-16,-1-3 6 0,-2 1-126 0,-2-1 0 15,2-2 0-15,-3 2 0 0,-4-2 0 16,4-2 0-16,-7 2 0 0,-1 0 0 16,1-3 0-16,-1-2 0 0,-5-2 0 0,1-2 0 15,-2-3 0-15,-2-1 0 0,-2-4 0 16,2-2 0-16,-2-4 0 0,4 2 0 15,2-3 0-15,1-1-264 0,1 0-510 16,3 2-172-16,6-3 79 0,-1 3 89 0,5 6-774 16,0-12-994-16</inkml:trace>
  <inkml:trace contextRef="#ctx0" brushRef="#br0" timeOffset="70135.53">12539 13326 4659 0,'-2'-12'128'0,"0"5"18"0,2 0 12 16,0 7-5-16,8-12 0 0,-5 9-1 0,-3 3-4 0,10-5-7 0,-10 5-14 0,0 0-2 16,0 0 4-16,24 16 13 0,-17-3 6 15,-2 4 18-15,-1 3 11 0,-2 5 18 0,-2-1 4 16,-2 2 14-16,2 0 4 0,-4 1 5 15,4-3 7-15,-3 1-165 0,-1-2-64 0,1-4 0 16,1-2 0-16,1-3 0 0,-1-1 0 16,2-1 0-16,0 0 0 0,-2-4 0 0,4 1 0 15,-2-1 0-15,3-2 0 16,-3-6 0-16,11 11 0 0,-2-7 0 0,2 0 0 16,1-3 0-16,5-1 0 0,-2-3 0 0,7 1 0 15,-2-6 0-15,8-5-310 0,1-4-568 0,0 1-74 16,-1-4 97-16,-3 2-912 0,-2 0-1198 15</inkml:trace>
  <inkml:trace contextRef="#ctx0" brushRef="#br0" timeOffset="70353.09">13010 13317 4679 0,'2'-13'-107'0,"2"1"72"16,-4 2 54-16,1 3 59 0,-1 0 52 16,0 7 39-16,0-9 46 0,0 9 42 0,0 0-5 15,2-8-9-15,-2 8 42 0,0 0 21 16,0 0-9-16,4 27-17 0,-6-9-21 15,2 7-20-15,0 12-26 0,-4 2-20 16,3 1-20-16,-7 3-127 0,2 7-46 0,0-7 0 16,2-2 0-16,-1-1 0 0,-1-5 0 15,3 2 0-15,-2-10 0 0,1-4 0 0,-1-1 0 16,-1-5-187-16,3 0-375 0,-6-5-231 16,4 0-112-16,-3-3 79 0,3-1-847 0,-1-3-1108 15</inkml:trace>
  <inkml:trace contextRef="#ctx0" brushRef="#br0" timeOffset="73020.56">17162 12717 1575 0,'3'-8'269'0,"0"-3"-51"0,1 3 0 0,0-2-6 15,-2-2 5-15,1-1 1 0,1 2 3 0,0-1 2 16,-3 2 27-16,3 1 12 0,1 1-1 16,-3 0-13-16,-1 2-14 0,-1 6-27 0,0-9-13 15,0 9-3-15,0 0 37 0,0 0 7 16,-10 38 2-16,1-7 1 0,0 6-5 0,-7 11-5 15,1 5-9-15,1 1-7 0,0-1-14 16,-4-2-15-16,3-3-11 0,0-3-16 0,2-10-16 16,1-2-10-16,-1-4-15 0,5-4-66 15,-2-7-49-15,5-4 0 0,-3 0 0 16,5-2 0-16,1-2 0 0,-2-3 0 16,0 0 0-16,2-2 0 0,2-5 0 0,0 0 0 15,0 0-133-15,0 0-237 0,-10-15-93 16,10-1-85-16,4-5-99 0,2-12-138 15,0-3 4-15,1-3 82 0,3 0-582 0,2-9-739 16</inkml:trace>
  <inkml:trace contextRef="#ctx0" brushRef="#br0" timeOffset="73252.53">17142 12535 3731 0,'1'-17'20'0,"-1"5"41"16,0 2 29-16,2 3 18 0,-2 7 13 15,2-10-3-15,-2 10 43 0,0 0 33 16,0 0 17-16,23 29 0 0,-6-4-9 0,-2 4-15 15,8 8-16-15,2 1-19 0,0 1 16 16,1 2-28-16,1-1-3 0,2-3-19 16,-2 3-14-16,-1 0-11 0,-7-13-23 15,0-3-27-15,-6-3-27 0,-1-6-40 0,-3-3-35 16,1 2-40-16,-5-3-48 0,2-2-63 16,-4-2-79-16,-3-2-93 0,0-5-119 0,0 7-202 15,0-7 25-15,0 0 84 0,-14 3-406 16,14-3-477-16</inkml:trace>
  <inkml:trace contextRef="#ctx0" brushRef="#br0" timeOffset="73435.27">17160 13021 3189 0,'-13'-4'274'0,"6"1"25"0,7 3 34 16,-12-5 48-16,10 1 24 0,2 4-19 0,-4-10-25 15,4 10-35-15,9-13-37 0,3 2-32 16,7 3-28-16,0-2-25 0,10-4-26 15,1 3-54-15,3 3-76 0,-3-1-91 0,2 1-116 16,-3 4-124-16,-6 1-153 0,-4 0-176 16,0 3-196-16,-3 0 62 0,-1 3 79 0,-4 0-533 15,3 3-665-15</inkml:trace>
  <inkml:trace contextRef="#ctx0" brushRef="#br0" timeOffset="73951.69">17791 13009 3503 0,'0'-14'20'0,"-2"2"57"0,2 4 48 0,-2-3 42 0,2 3 45 15,-2 3 42-15,2 5 35 16,-1-12 12-16,1 12-13 0,0-9-26 0,0 9-28 16,0 0-34-16,0 0-13 0,0 0 4 15,0 0 2-15,0 0-7 0,9 26-9 0,-6-4-12 16,8 11-1-16,-6-1-9 0,1 4-11 16,-1 3-11-16,3-4-7 0,-4 1-16 0,2-2-8 15,-4-6-11-15,1-3-8 0,-3-5-31 16,0-2-52-16,2-1 0 0,-2-5 0 0,0 3 0 15,2-6 0-15,-2-1 0 0,0 1 0 16,0 0 0-16,0-3 0 0,0-6-34 0,0 7-254 16,0-7-123-16,0 0-116 0,0 0-113 15,0 0-165-15,0 0 8 0,-4-25 85 16,4 13-641-16,2-2-807 0</inkml:trace>
  <inkml:trace contextRef="#ctx0" brushRef="#br0" timeOffset="74268.63">18008 12920 3871 0,'0'-15'68'0,"0"6"24"0,-2 1 18 15,2 0 9-15,0 8 18 0,2-10 9 16,-2 10-8-16,0 0-9 0,0 0 30 0,0 0 15 16,0 0 11-16,19 27-2 0,-9 1 25 15,4 5-5-15,-5 1-13 0,4 12-12 16,-3-9-9-16,-1 4-14 0,-2 0-13 15,4-2-7-15,-4-1-10 0,-1-1-4 0,-3-3-4 16,3-5-8-16,-4-8-1 0,0-4-4 16,2-2-6-16,-2-1-6 0,-2-1-8 15,4-5-7-15,-4 0-1 0,2-1-11 0,-1 1-6 16,-1 0-10-16,0-2-33 0,0-6-16 16,2 7 0-16,-2-7-48 0,0 10-59 15,0-10-62-15,2 8-59 0,-2-8-68 0,0 7-80 16,0-7-95-16,-4 7-112 0,4-7-149 15,0 0-31-15,-12 5 68 0,7-3-571 16,5-2-727-16</inkml:trace>
  <inkml:trace contextRef="#ctx0" brushRef="#br0" timeOffset="74885.74">18476 12859 3905 0,'0'0'206'0,"0"0"4"0,3-6 8 0,-3 6 23 0,0 0 49 0,0 0 28 0,0 0 10 0,2-10-12 16,-2 10-24-16,0 0-25 0,0 0-29 0,0 0-25 15,4-8-21-15,-4 8-22 0,0 0-19 16,0 0-17-16,0 0-22 0,0 0-39 0,5-5-44 16,-5 5-43-16,0 0-64 0,0 0-61 15,0 0-75-15,0 0-98 0,0 0-108 0,0 0-108 16,0 0-140-16,0 0-117 0,0 0 57 15,-2 20-638-15,-5-12-821 0</inkml:trace>
  <inkml:trace contextRef="#ctx0" brushRef="#br0" timeOffset="75168.5">18856 12622 4156 0,'4'-11'154'0,"-2"1"-11"0,-1 5-13 0,-1 2-6 16,0 3 58-16,0 0 47 0,13 18 17 15,-10-3-11-15,3 8-13 0,-1 10-10 0,4 2-18 16,-6 2-18-16,3 0-14 0,-4-1-17 16,1 3-14-16,-1-4-9 0,0-8-11 15,-2-1-11-15,-2-2-9 0,2-5-13 0,0 0-29 16,0-4-52-16,-2-3-56 0,2 3-59 0,0-4-72 15,-1 1-90-15,-1-4-119 16,-2-3-142-16,0-1-170 0,4-4-44 0,0 0 72 16,0 0-560-16,0 0-703 0</inkml:trace>
  <inkml:trace contextRef="#ctx0" brushRef="#br0" timeOffset="75585.24">18949 12562 3456 0,'2'-17'-36'15,"-2"2"21"-15,7 6 14 0,-4-2 19 16,3 2 17-16,1 0 9 0,3 3 17 16,2 3-7-16,-1 1-10 0,4 2 1 0,-2 5 1 15,3 3 3-15,1 4 0 0,-3 3 5 16,-2 1 12-16,0 3 7 0,-6 1 2 0,0 1 5 16,-5-1 4-16,-1 0-2 0,-3 4 12 15,-7 7 8-15,-2-2 10 0,1 0 6 0,3-8 2 16,1-3-5-16,1-3-1 0,4-3 3 15,0 1 11-15,2-1 4 0,0 0 11 0,6 3-3 16,1 3 11-16,4-1-8 0,-2 0-12 16,4 7-9-16,2 0-5 0,2 1-12 15,-1-1-10-15,-1 2-6 0,-2 0 1 0,-3-6-12 16,-3-3-2-16,0 1 3 0,-4-3 8 16,-1 3 0-16,-2-5 9 0,2 3-6 15,-6-1-7-15,2 1 1 0,-4-3-6 16,-2 1-9-16,1 0-2 0,-2-4-4 0,-3 0-7 15,-3-1-5-15,-1-2-7 0,3-3-9 16,-2 0-10-16,2-2-42 0,-3-4-73 0,-1-2-84 16,5 2-98-16,1-6-123 0,2 2-111 15,4-3-119-15,-4 2-195 0,7-1 51 0,2 1 78 16,0-2-578-16,4 1-728 16</inkml:trace>
  <inkml:trace contextRef="#ctx0" brushRef="#br0" timeOffset="75801.91">19363 13052 3632 0,'10'-14'100'0,"-5"2"43"0,2 5 43 0,-4-1 29 0,1 2 20 0,-4 6 17 0,4-7-12 0,-4 7 5 16,0 0 29-16,0 0 8 0,0 0-17 0,3 35-29 16,-3-16-20-16,-3 4-23 0,-3 14-22 15,-1-2-16-15,0 4-15 0,2 0-16 16,-4 0-20-16,3 1-33 0,-2-4-47 15,0-1-61-15,6-9-50 0,-1-1-71 0,1-8-84 0,-2-1-113 16,2-3-105-16,0-1-135 16,1-5-203-16,1-4 69 0,0-3 83 0,0 0-509 15,0 0-622-15</inkml:trace>
  <inkml:trace contextRef="#ctx0" brushRef="#br0" timeOffset="76102.94">19575 13189 3488 0,'5'-10'150'0,"5"-1"12"0,-7 5 3 15,8 1 23-15,0-1 45 0,3 2 11 16,-2 4-8-16,1-2-12 0,7 4-9 0,-3 2 3 16,-4 4-4-16,5 3-8 0,-5 5-2 15,-4 1-5-15,-1 3-1 0,-4 3-4 0,-2 2 3 16,-4 1-2-16,-4 8 8 16,-2 0 3-16,-1-2 7 0,0-5 4 0,0-4-14 15,4-6-184-15,1-5-19 0,0 0 0 16,4-2 0-16,-1-3 0 0,1 1 0 0,0-8 0 15,3 9 0-15,5-6 0 0,-8-3 0 16,15 4 0-16,-4-3 0 0,-11-1 0 0,22-1 0 16,-13 1 0-16,3-2 0 0,1 0 0 15,-2-3 0-15,-1 3 0 0,-1-1 0 0,1-1 0 16,-2 2 0-16,-3-2-374 0,-5 4-235 16,12-7-125-16,-12 2-144 0,0 5 62 0,1-11-810 15,-1 11-1064-15</inkml:trace>
  <inkml:trace contextRef="#ctx0" brushRef="#br0" timeOffset="76635.17">20297 12818 4274 0,'-17'3'96'0,"2"-3"43"0,1 1 22 0,5-1 16 0,9 0 31 0,0 0 48 16,-20 2 46-16,20-2 17 0,0 0-7 0,0 0-20 16,0 0-24-16,0 0-26 0,50-6-24 15,-10 6-26-15,8-4-16 0,1 0-22 0,-1 0-30 16,2-1-50-16,-3 0-53 16,-1 0-63-16,-6 1-71 0,-4-2-68 0,-7 2-69 0,-6-1-73 15,-7 2-85-15,2-3-70 16,-9 1-87-16,3 2-115 0,-6-2-56 0,-2 1 58 15,-4 4-530-15,-2-8-671 0</inkml:trace>
  <inkml:trace contextRef="#ctx0" brushRef="#br0" timeOffset="76905.49">20617 12521 3588 0,'-2'-16'87'15,"0"5"51"-15,0 2 42 0,2 3 31 0,0 6 20 16,0-10 15-16,0 10-29 15,0 0 10-15,0 0 67 0,0 0 3 0,-1 35-18 16,-1-9-23-16,4 14-15 0,-2 3-8 16,1 1-18-16,1 13-14 0,2-2-18 0,-2-6-15 15,0-5-17-15,0-1-16 0,-2-1-16 16,1-4-8-16,-1-7-12 0,2-6-15 0,-2-1-84 16,3-6 0-16,-3-3 0 0,-3-1 0 15,3-2 0-15,0-3 0 0,0-1 0 0,0 1 0 16,0-4 0-16,0-5-203 15,-2 7-193-15,2-7-128 0,0 0-131 0,0 0-192 0,0 0 43 16,14-21 89-16,-6 10-661 0,-3-1-831 16</inkml:trace>
  <inkml:trace contextRef="#ctx0" brushRef="#br0" timeOffset="77319.53">21433 12491 3879 0,'2'-14'42'0,"-1"4"39"0,-1 1 31 15,0 2 23-15,0 7 24 0,2-10 9 16,-2 10-3-16,0 0-7 0,0 0 59 0,0 0 36 16,-11 30 9-16,-1 3 1 0,1 2-5 15,-5 12-2-15,-4 1-10 0,1 1-16 0,-2 1-20 16,4 0-12-16,-3-3-20 0,4-1-16 16,-4 0-17-16,7-12-15 0,0-3-12 0,1-2-16 15,3-9-38-15,3-2-64 0,-2-5 0 16,7-5 0-16,-3 4 0 0,0-6 0 15,0 1-112-15,4-7-116 0,0 0-76 16,0 0-91-16,0 0-58 0,0 0-44 16,19-38-62-16,-3 9-57 0,7-14-90 0,-1-3 23 15,-1-5-554-15,6-1-700 0</inkml:trace>
  <inkml:trace contextRef="#ctx0" brushRef="#br0" timeOffset="77536.44">21472 12523 3281 0,'9'-13'-23'0,"-5"3"60"15,-1 1 49-15,1 3 39 0,-2-2 19 0,-2 8 20 16,3-8 14-16,-3 8 22 0,0 0 42 15,0 0 45-15,20 18 25 0,-9 1 7 0,3 10 1 16,-1 8-8-16,4 9-18 0,0 4-20 16,-1-2-21-16,-3 3-18 0,-4 3-22 15,1-3-19-15,-5-10-22 0,-1 0-13 0,0-3-18 16,0-2-14-16,-3-6-11 0,-1-7-87 16,0-4-29-16,2-3 0 0,-2-3 0 15,3-3 0-15,-1 2 0 0,-4-4 0 16,4-3-211-16,-2-5-144 0,2 8-129 0,-2-8-125 15,0 0-147-15,0 0-63 0,0 0 74 16,0 0-688-16,0 0-882 0</inkml:trace>
  <inkml:trace contextRef="#ctx0" brushRef="#br0" timeOffset="77718.58">21448 13019 4338 0,'-8'-10'171'16,"3"5"41"-16,5 5 42 0,-6-9 45 0,6 9 32 15,-4-7 6-15,4 7-12 0,6-10-26 16,-1 5-31-16,7 0-28 0,0-2-26 0,2 0-27 16,6 2-32-16,1 0-59 0,2 0-82 15,-3 0-113-15,3 1-117 0,-3 0-152 16,-2 3-154-16,4 1-190 0,-8 0-119 0,6 0 87 16,-4 1-701-16,4 5-894 0</inkml:trace>
  <inkml:trace contextRef="#ctx0" brushRef="#br0" timeOffset="77968.96">22111 12951 4172 0,'2'-17'119'0,"-2"6"57"16,0 1 48-16,0 2 31 0,0 0 22 15,0 8-6-15,3-8-21 0,-3 8-17 0,0 0 25 16,0 0 4-16,0 0-18 0,11 31-25 15,-10-9-19-15,3 12-20 0,0-5-19 0,-2 7-17 16,-2-5-14-16,-2 7-14 0,0-1-14 16,-2-2-33-16,1 0-43 0,-1-8-46 15,-2-3-67-15,2-4-80 0,-2 1-86 0,1-1-115 16,1-6-127-16,0-2-164 0,2-5-174 16,1-2 58-16,-1 0 94 0,2-5-594 15,0 0-736-15</inkml:trace>
  <inkml:trace contextRef="#ctx0" brushRef="#br0" timeOffset="78284.05">22340 13040 3842 0,'6'-11'103'0,"1"1"22"16,-1 5 27-16,4 2 28 0,-1 1 24 16,-9 2 18-16,19 5-1 0,-8 4 5 0,0 4 17 0,-6 5-1 15,-1 5 1-15,-6 4-8 16,-2 12-3-16,-8 9 0 0,-3 0 7 0,-6 0 9 15,2-2 4-15,0-2 4 0,4-9 12 16,2-6-42-16,3-5-226 0,2-7 0 0,4-1 0 16,1-6 0-16,-1-1 0 0,6-1 0 15,2-3 0-15,5-3 0 0,3 0 0 0,4-2 0 16,4-2 0-16,-3-1 0 0,6 1 0 16,-2 0 0-16,-2 0 0 0,0-1 0 0,-4 3 0 15,-2-2 0-15,1 2 0 0,-5-1 0 16,-9 1 0-16,20 0 0 0,-20 0 0 15,15 0 0-15,-15 0-435 0,11-2-264 16,-5-2-139-16,2 1-26 0,-8 3 77 16,7-7-767-16,-5 0-996 0</inkml:trace>
  <inkml:trace contextRef="#ctx0" brushRef="#br0" timeOffset="78650.81">22912 12777 4492 0,'0'0'310'0,"0"0"27"0,-4-8 37 0,4 8 35 0,0 0 45 0,0 0 9 0,-2-6-5 15,2 6-22-15,0 0-30 0,0 0-354 0,0 0-52 16,-2-6 0-16,2 6 0 16,0 0 0-16,0 0 0 0,0 0 0 0,0 0 0 0,-4-5 0 15,4 5 0-15,0 0 0 16,0 0 0-16,0 0 0 0,0 0 0 0,0 0 0 0,0 0-325 15,0 0-665-15,0 0 49 16,0 0 109-16,-8 19-904 0,1-11-1167 0</inkml:trace>
  <inkml:trace contextRef="#ctx0" brushRef="#br0" timeOffset="79017.48">23220 12630 4450 0,'6'-8'-104'0,"-2"1"52"0,-3 1 53 0,1 2 37 15,-2 4 36-15,7-8 34 0,-7 8 32 16,0 0 11-16,0 0 4 0,2-8-10 0,-2 8-17 15,0 0 35-15,0 0 34 0,0 0 22 16,2 29-4-16,-4-13 2 0,0 7-5 0,-5 12-5 16,2 2-12-16,-1 3-17 15,1-1-16-15,-1 4-15 0,4-1-14 0,-2-1-17 16,0 0-15-16,0-4-9 0,2-8-7 16,1-3-26-16,-1-2-33 0,0-7-36 0,-2-1-51 15,2-1-45-15,2-1-55 0,-1-3-60 16,1-1-72-16,0-2-122 0,-2-2-139 0,2-6-164 15,0 0-70-15,0 0 72 0,0 0-616 16,0 0-787-16</inkml:trace>
  <inkml:trace contextRef="#ctx0" brushRef="#br0" timeOffset="79500.66">23278 12586 3967 0,'-6'-18'122'16,"1"4"27"-16,4 3 40 0,1-2-6 16,1 1-16-16,8-1-6 0,-2 0-6 0,6 2-15 15,5 1-13-15,3 1-14 0,-3 4-11 16,6 3-14-16,-3 4-11 0,2 1-5 0,-3 6-7 16,7 7-6-16,-2 3-8 0,-6 2-5 15,-4 1-3-15,-6 1-1 0,0-4-4 0,-7 1-2 16,-2 1 2-16,-7 2 5 15,-2 7 10-15,-4-1 9 0,-5 0 6 0,2 1 11 16,-4-3-1-16,7-3 1 0,-2 1-10 16,4-8 0-16,0-1 1 0,6 0 4 0,-1-1-1 15,4 0-1-15,2-1 2 0,2 4-12 16,0-1-6-16,6 3-1 0,-3 1-8 16,3-4-2-16,3 10 0 0,1 2-5 0,-2-6 6 15,-5-2 5-15,3-1 5 0,-5 1 6 16,4-1 9-16,-5-1 14 0,0-2 4 0,-2 0 9 15,-4-1-8-15,-3 1-90 0,0 0 0 16,-2-2 0-16,-3 2 0 0,-3-6 0 0,-3 1 0 16,0-2 0-16,-3-3 0 0,-2-1 0 15,0-2 0-15,2-2 0 0,0-4 0 16,1-2 0-16,-2 0 0 0,5-5 0 0,4 1 0 16,1 0 0-16,3 0-163 0,-1 1-429 15,5 1-149-15,-2-2-173 0,5 3 85 16,2 5 96-16,-1-7-702 0,1 7-885 0</inkml:trace>
  <inkml:trace contextRef="#ctx0" brushRef="#br0" timeOffset="79868.61">23712 13336 4349 0,'0'-13'147'0,"2"1"12"0,3 3 3 0,4 1 5 0,-6-1 15 0,7 2 2 0,1-2-8 0,1 6 6 0,-1-2-23 15,1 3-17-15,-12 2-6 0,18 0-14 16,-18 0 2-16,18 12 5 0,-13-3 7 0,1 7 9 16,-6 0 6-16,-2 8 11 0,-5 5 12 15,-3 6 12-15,-5-2 17 0,0-2 14 16,-3-1 4-16,3-2-145 0,2-3-76 15,2-6 0-15,0-3 0 0,6-4 0 0,-1-2 0 16,3-2 0-16,1 1 0 0,0-1 0 16,2-8 0-16,2 12 0 0,3-7 0 0,5-1 0 15,2 0 0-15,-1 0 0 0,0-4 0 16,4 0 0-16,-2 0 0 0,5-3 0 0,1 0 0 0,2-3 0 16,-2-4-188-16,8-3-796 15,0-3 35-15,-2 1 98 0,0-1-924 0,4 1-1205 16</inkml:trace>
  <inkml:trace contextRef="#ctx0" brushRef="#br0" timeOffset="80167.14">24179 13329 4581 0,'-2'-13'-14'0,"0"2"44"0,2 2 53 16,0 1 58-16,0 8 38 16,2-17 27-16,0 7 17 0,0 2 8 0,4 1-11 15,-1 1-19-15,3 0-17 0,-8 6-17 16,12-2-6-16,-12 2-5 0,13 7 7 0,-6 1 9 15,-3 6 4-15,-2 3 2 0,-2 2 1 16,-8 13 7-16,1 1 7 0,-2 2 2 16,-5-2-195-16,-1-4 0 0,1 1 0 0,-1-2 0 15,1-8 0-15,9-3 0 0,-3-3 0 0,5-2 0 16,1-2 0-16,0 0 0 0,4-3 0 16,0 0 0-16,5 0 0 0,2-3 0 15,3 0 0-15,1-4 0 0,3 0 0 16,-1 0 0-16,2-3 0 0,-2 0 0 0,3-3 0 15,-2 0 0-15,-2 0-222 0,1 1-677 16,3-7-56-16,-6 4 96 0,1-1-929 0,-1-1-1216 16</inkml:trace>
  <inkml:trace contextRef="#ctx0" brushRef="#br0" timeOffset="81633.57">25065 12243 5047 0,'-8'-8'-171'0,"2"-2"38"0,5 6 44 0,1 4 22 0,1-15 12 0,-1 15 28 16,9-12 27-16,-4 5 17 0,6 2 13 0,3-2-2 15,5-3-4-15,9-2-4 16,5 2 0-16,-6 3 1 0,-4 0 6 0,0 1 6 16,1 2 3-16,-3-1 5 0,-3 2-2 15,-4-1 0-15,2 4 1 0,-5-2-2 0,-11 2 16 16,21 7 14-16,-10-2 15 0,-3 6 16 16,-3 2 7-16,2 4 5 0,-2 6 11 15,-3 12 13-15,-2 9 7 0,-2 1 0 0,1 18 8 16,-10 2-8-16,4 2-4 0,-6 3-10 15,-5 21 4-15,0 0-1 0,-5 4 15 0,2 7 32 16,2 4 24-16,9 5 34 0,3 5 10 16,8-3-15-16,5 0-120 0,0 2-111 0,4-1 0 15,1-4 0-15,-2-2 0 16,1-1 0-16,-1-4 0 0,1-8 0 0,-2-19 0 16,-1-5 0-16,-1-7 0 0,-1-3 0 15,-1-6 0-15,1-12 0 0,-3-4 0 0,1-3 0 16,-3-12 0-16,0-2 0 0,0-5 0 15,2 1 0-15,-2-4 0 0,-2 6 0 0,2 1 0 16,-1 2 0-16,-1 12 0 0,0 0 0 16,-1 2 0-16,-1 0 0 0,2 3 0 0,1-1 0 15,-3 3 0-15,2 1 0 16,0 4 0-16,-1-1 0 0,3 1 0 0,-2-2 0 16,4-2 0-16,-2-2 0 0,1-6 0 15,-1-6 0-15,0-4 0 0,0-7 0 0,2-1 0 16,-2-3 0-16,2-2 0 0,0 0 0 15,-2-3 0-15,0 2 0 0,2-5 0 0,-2 1 0 16,0-1 0-16,0 2 0 0,0-8 0 16,0 10 0-16,0-10 0 0,0 9 0 0,0-9 0 15,2 6 0-15,-2-6 0 0,0 8 0 16,0-8 0-16,0 0 0 0,-2 8 0 0,2-8 0 16,0 0 0-16,0 0 0 0,2 9 0 15,-2-9 0-15,0 0 0 0,-2 8 0 0,2-8 0 16,0 7 0-16,0-7 0 0,0 7 0 15,0-7 0-15,2 8 0 0,-2-8 0 0,-2 8 0 16,4-2 0-16,-2-6 0 16,-2 10 0-16,0-3 0 0,2 2 0 0,-2-1 0 15,0 2 0-15,0 3 0 0,2-3 0 16,-1 2 0-16,-1 1 0 0,2 1 0 0,-2 1 0 16,0-4 0-16,0 1 0 0,-1-2 0 15,3-2 0-15,0 1 0 0,-1-1 0 0,1-2 0 16,-2 2 0-16,2-8 0 0,-2 9 0 15,2-9 0-15,0 8 0 0,0-8 0 0,-2 8 0 16,2-8 0-16,0 0 0 0,0 4 0 16,0-4 0-16,0 0 0 0,0 0 0 0,-4 9 0 15,4-9 0-15,0 0 0 16,0 0 0-16,-3 6 0 0,3-6 0 0,-11 2 0 16,-2 1 0-16,-3 0 0 0,-11-1 0 15,-2 0 0-15,-10-2 0 0,-6 2 0 0,6-2 0 16,6 3 0-16,8-1 0 0,4-2 0 15,6 1 0-15,0-1 0 0,2 2 0 0,1-2 0 16,2 0 0-16,10 0 0 0,-16 1 0 16,16-1 0-16,-14 2 0 0,14-2 0 0,-11 0 0 15,11 0 0-15,0 0 0 0,-12 0 0 16,12 0 0-16,0 0 0 0,0 0 0 0,-13-2 0 16,13 2 0-16,0 0 0 0,0 0 0 15,-12-3 0-15,12 3 0 0,-11-6-239 16,3 2-820-16,-4-4 130 0,-6 0-1099 15,-1-1-1444-15</inkml:trace>
  <inkml:trace contextRef="#ctx0" brushRef="#br0" timeOffset="83067.42">6441 14940 1318 0,'0'0'240'0,"1"-11"-18"0,-1 11 0 0,0-11 16 0,0 11 9 0,0-9 10 0,0 9-12 0,-1-12-20 16,1 12-8-16,0 0-23 0,0 0 4 16,0 0 28-16,0 0 18 0,-12 31 1 0,7-1-8 15,-2 6-13-15,2 2-21 0,-1 3-7 16,-1 1-19-16,3-3-15 0,-2 2-8 16,0-3-22-16,3-1-9 0,-3 1-14 15,2-5-13-15,-1-8-9 0,1-2-9 16,1-4-6-16,0-3-6 0,1-5-16 0,0 1-25 15,0-4-31-15,0 0-40 0,2-3-68 16,0-5-74-16,0 0-82 0,0 0-63 0,0 0-58 16,0-30-62-16,4 8-51 0,1-11-66 15,2-8-83-15,-1-1-436 0,1-13-559 0</inkml:trace>
  <inkml:trace contextRef="#ctx0" brushRef="#br0" timeOffset="83283.78">6444 14905 2854 0,'9'-22'-30'0,"-6"1"53"0,1 8 35 0,-2-1 33 0,3 4 38 16,-3 0 27-16,2 1 15 15,0 3 8-15,-4 6 20 0,10-8 15 0,-10 8 18 16,27 8 22-16,-3 7 0 0,0 3-17 16,13 13-9-16,-5 5-10 0,5 4-21 0,-1 2-12 15,0-2-24-15,0 1-11 0,-2 0-24 16,0-4-7-16,-3-2 0 0,-3-2-21 16,-6-9-14-16,-3-2-16 0,-6-5-20 0,-4-5-34 15,1 0-33-15,-4-5-35 0,-1 1-35 16,1-2-49-16,1-3-93 0,-7-3-106 0,0 0-106 15,0 0-130-15,0 0-176 0,0 0 65 16,0 0-513-16,-5-26-661 0</inkml:trace>
  <inkml:trace contextRef="#ctx0" brushRef="#br0" timeOffset="83483.85">6709 15147 3511 0,'-23'-6'100'16,"10"2"14"-16,1 2 29 0,3-1 27 15,9 3 38-15,-13-3 31 0,13 3 15 0,0 0 3 16,-8-5-20-16,8 5-28 0,0 0-22 16,0 0-18-16,0 0-15 0,28-12-30 15,-10 6-59-15,5 2-66 0,2-3-78 16,1 6-107-16,3-1-131 0,-4 1-154 16,1-1-249-16,1 4 21 0,0-1 67 0,-7 1-401 15,0 1-506-15</inkml:trace>
  <inkml:trace contextRef="#ctx0" brushRef="#br0" timeOffset="83850.8">7102 15182 3106 0,'0'0'72'0,"6"-12"-16"0,-3 10-5 0,-3 2 32 16,14-4 26-16,-14 4 16 0,20 4 38 0,-11 0 16 15,2 7 10-15,0 5 11 16,-1 3 13-16,-4 3 19 0,-5 5 16 0,-4 9 4 16,-6 1 16-16,-2-2 24 0,-2-1 34 15,-2-2 8-15,2-3 7 0,1-9-11 0,4-5 4 16,3-1-2-16,-1-5 5 0,5 1-318 16,-3-3-19-16,4-7 0 0,4 9 0 0,-4-9 0 15,16 0 0-15,4-2 0 0,3-2 0 16,3 1 0-16,10-4 0 0,2 2 0 0,0-2 0 15,-4 2 0-15,-3 0 0 16,-6 1 0-16,-2 1 0 0,-4 1 0 0,-2-1 0 16,2 1 0-16,-8 0 0 0,1 1 0 15,-2-1 0-15,-1 0 0 0,-2 1 0 16,-7 1 0-16,14-4-309 0,-14 4-218 0,8-6-66 16,-8 6-106-16,0 0-155 0,1-4 58 15,-1 4-705-15,0 0-947 0</inkml:trace>
  <inkml:trace contextRef="#ctx0" brushRef="#br0" timeOffset="84449.86">7481 15193 4191 0,'-2'-15'-4'0,"0"1"37"0,0 4 47 0,2 0 40 0,0 3 42 0,0 7 31 0,0-11 20 15,0 11-4-15,0-8-24 0,0 8-23 0,0 0 10 16,0 0 20-16,10 20 8 16,-6 0-6-16,5 15-14 0,-3 5-11 0,4 10-13 15,-1-1-5-15,2 2-10 0,-5-9-8 16,4-3-10-16,-1 1-8 0,1-3-15 0,-2-2-6 16,-1-10-6-16,-1-1-7 0,-1-9-4 15,-3 1-7-15,0-3-5 0,0-2-3 0,3-2-7 16,-4 0-26-16,1-3-29 0,0 2 0 15,-2-8 0-15,6 10 0 0,-6-10 0 0,0 0-120 16,3 5-98-16,-3-5-68 0,0 0-96 16,0 0-101-16,0 0-127 0,0 0-157 15,0 0-30-15,0 0 79 0,0 0-578 16,0 0-754-16</inkml:trace>
  <inkml:trace contextRef="#ctx0" brushRef="#br0" timeOffset="85234.18">7941 15020 4008 0,'0'0'221'0,"0"0"0"0,0 0 8 0,0 0 27 0,-2-12 56 0,2 12 26 0,0 0 29 0,0 0 3 16,-3-8-17-16,3 8-35 0,0 0-33 15,0 0-26-15,0 0-31 0,-2-9-22 16,2 9-23-16,0 0-146 0,0 0-37 0,0 0 0 16,0 0 0-16,7-5 0 0,-7 5 0 15,0 0 0-15,0 0 0 0,0 0-169 16,0 0-179-16,0 0-103 0,0 0-122 0,0 0-192 16,0 0-84-16,5 15 80 0,-5-15-682 15,-7 16-901-15</inkml:trace>
  <inkml:trace contextRef="#ctx0" brushRef="#br0" timeOffset="85519.61">8443 14768 4417 0,'-7'-17'150'0,"3"5"-5"0,3 2-12 15,-3 3-10-15,2 2-7 0,2 5 51 16,0 0 61-16,0 0 25 0,0 0-3 0,11 42-21 16,-4-11-20-16,3 8-18 15,0-4-33-15,-1 1-17 0,2 4-15 0,-2-4-11 0,-2 0-12 16,-2-2-13-16,-1-9-7 0,-2-1-24 16,-2-4-39-16,0-2-51 0,-2 0-48 15,0-1-56-15,0-2-71 0,1-3-71 16,-5-3-88-16,2-1-92 0,-1-4-114 0,5-4-115 15,-9 3-42-15,9-3 62 0,0 0-458 16,-11-20-593-16</inkml:trace>
  <inkml:trace contextRef="#ctx0" brushRef="#br0" timeOffset="85916.15">8459 14812 3100 0,'-2'-17'-14'0,"4"5"20"0,0-1 17 0,0 2 14 15,2 3 18-15,-3 1 19 0,1 0-9 16,2 0 3-16,1 2 1 0,-5 5-10 0,14-5-4 15,-14 5-3-15,19 3 0 0,-7 1 14 16,-3 5-5-16,2 1 4 0,-1 5-4 16,0 1 2-16,-3 2 4 0,-1 3 14 15,-6 0 2-15,0 0 7 0,-6 4 3 0,-3 4 4 16,-1 2-1-16,5-9-5 0,-2-3 4 16,4-5 0-16,1-1 5 0,2-5 2 0,0 2 7 15,4 1-1-15,-3-1-6 0,8 1-10 16,0 1-10-16,4 2 0 0,3-1-12 0,-2 2-7 15,8 2-3-15,-1 2-13 16,-4-4 0-16,-4 1-5 0,0-1-5 0,-1-1 3 16,-1 1 2-16,-1-1 11 0,-2-2 9 15,-1 1 10-15,-1-1 8 0,-2 1 7 16,-3-3 16-16,-2 2 9 0,-3-1-2 0,0 0-11 16,-3-1-7-16,-1 0-9 0,-4-1-5 15,1-1-6-15,1 0-14 0,-3-4-29 0,-1-1-55 16,3-3-64-16,11 0-83 0,-19-3-94 15,10 0-105-15,1 0-106 0,1-1-129 0,0 1-179 16,7 3 67-16,-7-8-574 0,5 4-752 16</inkml:trace>
  <inkml:trace contextRef="#ctx0" brushRef="#br0" timeOffset="86166.63">8784 15178 3563 0,'2'-10'51'0,"3"3"53"0,-5 1 30 0,0 6 24 0,4-8 20 0,-4 8 15 0,0 0 3 0,0 0 19 16,0 0 25-16,0 0 9 0,0 0-15 15,20 23-18-15,-14-9-13 0,0 6-17 0,1 1-16 16,1 9-14-16,0 1-14 0,-1 0-13 0,-3-4-13 16,2-2-14-16,-5-3-13 15,1-1-9-15,0-4-8 0,0 1-39 0,0-4-59 16,-4 0-55-16,4-5-69 0,0 2-76 15,0-2-95-15,-2-2-129 0,0-7-149 0,2 5-175 16,-2-5 52-16,0 0-591 0,0 0-770 16</inkml:trace>
  <inkml:trace contextRef="#ctx0" brushRef="#br0" timeOffset="86432.84">8992 15154 3775 0,'-2'-9'118'0,"1"5"18"0,1 4 3 16,0-9 9-16,0 9 38 0,0 0 74 15,0 0 57-15,0 0 10 0,13 26-10 16,-9-9-16-16,2 5-17 0,-1 11-23 16,-1 6-16-16,1 4-9 0,4 10 18 0,-4-10-14 15,3 7-25-15,-3-9-21 0,4-2-16 16,-4-5-118-16,1-7-60 0,-3-3 0 0,1-7 0 16,0-3 0-16,-1-2 0 0,-3 1 0 15,2-3 0-15,0-1 0 0,1-5 0 0,-3-4 0 16,5 10 0-16,-5-10 0 15,0 0 0-15,0 0 0 0,0 0-186 0,0 0-289 16,10-21-112-16,-9 13-132 0,-2 0-137 0,-3 2 56 16,0 0-754-16,4 6-996 0</inkml:trace>
  <inkml:trace contextRef="#ctx0" brushRef="#br0" timeOffset="86934.04">9749 15037 4694 0,'0'0'159'0,"-15"-5"7"0,15 5 7 0,0 0 27 0,-6-5 38 0,6 5 15 0,0 0 3 15,0 0-6-15,0 0-16 0,21-15-21 0,2 11-23 16,11-3-22-16,4-1-15 0,3 3-31 15,-2 0-50-15,-1-2-58 0,-5 3-73 0,-8 4-75 16,-1-1-79-16,-4-3-90 0,-3 2-108 16,-2 0-112-16,0-2-163 0,-6 0-94 15,0 1 67-15,-9 3-557 0,3-4-729 16</inkml:trace>
  <inkml:trace contextRef="#ctx0" brushRef="#br0" timeOffset="87232.39">9937 14720 3483 0,'-2'-13'186'16,"-3"0"35"-16,3 5 7 0,2 1 1 0,0 7 9 15,-2-8-7-15,2 8 28 0,0 0 58 16,0 0 43-16,2 25 2 0,0-1-7 0,3 15-25 16,6 11-21-16,-2 7-19 15,0-1-24-15,1 1-17 0,1-4-22 0,0-2-176 16,-4-9-51-16,0-3 0 0,1-2 0 15,-3-4 0-15,-1-8 0 0,1-5 0 0,-2-5 0 16,1-1 0-16,-2-3 0 0,0-1 0 16,-1-2 0-16,-1-1 0 0,0 0 0 0,2-1 0 15,-2-6 0-15,0 0 0 0,0 0 0 16,0 0 0-16,0 0 0 0,0 0 0 0,0 0-499 16,6-17-165-16,-8 7-163 0,2 10-55 15,-2-11 86-15,0 5-742 0,2 6-983 16</inkml:trace>
  <inkml:trace contextRef="#ctx0" brushRef="#br0" timeOffset="90148.84">10645 14875 4004 0,'6'-11'-129'0,"-5"2"37"0,1 1 40 0,0 2 46 16,0-2 38-16,-2 1 45 0,0 7 31 0,4-8 20 16,-4 8 4-16,0-6-11 0,0 6-11 15,0 0 5-15,0 0 26 0,0 0 19 16,-8 29 10-16,3 2-3 0,-3 8 2 15,2 2 12-15,0 0 7 0,-1 2-7 16,1 0-6-16,3-4-12 0,-4 1-13 0,3-3-9 16,3-4-13-16,-3-6-2 0,0-5-25 15,4-5-11-15,-2 1-9 0,1-5-2 0,1-1-9 16,0-1-22-16,-4-2-42 0,4-3-45 16,0 1-40-16,0-7-55 0,-2 7-84 15,2-7-81-15,0 0-74 0,0 0-47 16,0 0-38-16,0-37-37 0,2 14-50 0,2-10-49 15,1-3-29-15,2-15-393 0,-3-2-490 16</inkml:trace>
  <inkml:trace contextRef="#ctx0" brushRef="#br0" timeOffset="90349.04">10647 14895 2641 0,'4'-29'-6'0,"-3"6"64"0,1 5 49 15,-2 5 46-15,2 1 18 0,-2 0 13 16,2 4 10-16,-2 1-3 0,0 7 43 0,0 0 48 16,0 0 43-16,21 15-29 0,-6 12 2 15,4 1-5-15,4 12-18 0,4 3-18 0,-1 0-23 16,1 0-26-16,3-5-18 0,-1-1-21 15,1 0-16-15,-6-10-18 0,-3-2-13 16,-3 0-30-16,0-1-42 0,-5-9-50 16,-5-1-50-16,0-3-41 0,-3-2-47 0,1 0-48 15,-5-1-66-15,-1-3-90 0,2 0-96 16,-2-5-118-16,0 0-157 0,-7 7-9 16,7-7 86-16,0 0-446 0,0 0-554 0</inkml:trace>
  <inkml:trace contextRef="#ctx0" brushRef="#br0" timeOffset="90565.35">10821 15115 3226 0,'-11'-3'64'0,"0"0"1"0,11 3 20 16,-12-3 25-16,7-1 25 0,5 4 15 0,-8-2 0 16,8 2-7-16,0 0-12 0,-7-5-10 15,7 5-13-15,0 0-6 0,0 0-9 0,-7-4-7 16,7 4-6-16,0 0-12 0,0 0-8 15,0 0-8-15,0 0-32 0,0 0-41 0,-7-5-50 16,7 5-73-16,0 0-93 0,0 0-87 16,0 0-92-16,0 0-145 0,-25 8-30 15,21-2 68-15,-3-2-212 0,2 4-227 16</inkml:trace>
  <inkml:trace contextRef="#ctx0" brushRef="#br0" timeOffset="91081.66">11264 15254 2510 0,'0'0'354'0,"0"0"-3"0,0 0 7 0,0 0 17 0,-32-7 12 0,32 7-19 0,0 0-25 0,1-13-32 0,-1 13-34 0,16-11-33 0,-5 6-24 15,4-1-23-15,-1 3-18 0,1 3-25 16,0 0-12-16,2 2-13 0,1 5-14 0,-3 1-3 16,2 6-17-16,-3 1-1 0,-5 4 5 15,-3 1 17-15,-5 6 15 0,-1 0 19 16,-7 8 12-16,0 1 22 0,-5-5-150 16,1 1-34-16,-2-8 0 0,6-4 0 0,3-4 0 15,1-3 0-15,-1-2 0 0,2 0 0 16,0-3 0-16,2 3 0 0,0-10 0 0,0 12 0 15,4-7 0-15,-4-5 0 0,9 9 0 16,-1-5 0-16,-2-1 0 0,3-1 0 0,-9-2 0 16,15 0 0-16,-15 0 0 0,21-4 0 15,-7-1-775-15,-1-2-220 0,0 0 99 16,5-4-983-16,-4-2-1303 0</inkml:trace>
  <inkml:trace contextRef="#ctx0" brushRef="#br0" timeOffset="91381.87">11727 15329 5126 0,'-4'-12'-48'0,"2"7"35"0,2 5 19 16,-2-9 37-16,2 9 32 0,0 0 23 15,0-9-1-15,0 9-6 0,0 0-4 0,0 0 10 16,0 0 3-16,0 0 9 0,0 0-11 16,0 0 5-16,18 23 3 0,-16-11 21 0,2 3 23 15,-4 3-2-15,0 0 10 0,-2 4 16 16,-2 2 17-16,2-3 14 0,-1 2 8 15,1-5-5-15,1-1 2 0,1-1 4 0,0-4-196 16,-2 0-18-16,4 0 0 0,-1-4 0 16,1 3 0-16,3-3 0 0,2 2 0 15,3-5 0-15,-5 1 0 0,5 1 0 16,1-4 0-16,-1 2 0 0,2 0 0 0,-3-3 0 16,-2-2 0-16,-7 0 0 0,23 0-219 15,-13-2-234-15,2-3-70 0,-1-2-86 0,3-1-136 16,-2-2-79-16,0-1 77 0,0 1-638 15,1-3-837-15</inkml:trace>
  <inkml:trace contextRef="#ctx0" brushRef="#br0" timeOffset="91665.53">12087 15083 4137 0,'-7'-13'443'0,"1"2"25"16,4 6 17-16,-1-3 3 0,3-1 3 15,0 9-29-15,0-10-29 0,0 10-48 16,2-10-39-16,-2 10-293 0,0 0-53 16,-2-10 0-16,2 10 0 0,0 0 0 0,0 0 0 15,5-6 0-15,-5 6 0 0,0 0 0 16,0 0 0-16,0 0 0 0,0 0 0 0,0 0 0 0,0 0 0 15,4 18-266-15,-4-18-438 16,-6 11-225-16,1-5 43 0,-4-1 96 0,0 2-780 16,2-1-1012-16</inkml:trace>
  <inkml:trace contextRef="#ctx0" brushRef="#br0" timeOffset="91987.31">12428 14773 4423 0,'0'-10'184'0,"2"4"-3"0,1-1 1 15,-3 7 14-15,2-8 22 0,-2 8 0 16,0 0 56-16,0 0 35 0,0 0-5 15,16 29-28-15,-9-8-22 0,4 10-18 0,-6 7-14 16,3 0-27-16,-5-1-18 0,1-1-19 16,2 0-15-16,-6-7-102 0,2-3-41 0,-2-2 0 15,0-5 0-15,0 0 0 16,-2 0 0-16,2-2-71 0,-1-2-203 0,-4-3-81 16,3 0-114-16,-2-5-127 0,3-2-155 15,1-5-71-15,0 0 67 0,0 0-639 0,0 0-846 16</inkml:trace>
  <inkml:trace contextRef="#ctx0" brushRef="#br0" timeOffset="92332.02">12487 14806 4077 0,'-4'-14'11'0,"3"5"30"0,-3-1 29 16,2 2 18-16,2 8 10 16,4-14 7-16,-1 9 4 0,-3 5-8 0,12-9-10 15,-4 8-7-15,-8 1-6 0,21 3-6 16,-8 2 2-16,3 3-3 0,-1 6-5 0,4 6 3 15,-1 3-2-15,-2 1-3 0,-3 1 0 16,1 4 3-16,-5 2 0 0,-1-2 6 16,-1-4 11-16,-1-3 12 0,-4 1 2 0,6-3 3 15,-5 2 8-15,5 2 12 0,-2-5 4 16,0 1-7-16,-1-1 3 0,3 2-11 0,-3-1 0 16,2-3-9-16,-4 0-9 0,-1 0-2 15,-2 0 0-15,2-2-6 0,-2-1-6 0,-2 1-7 16,0-2-8-16,1-1-2 15,-6 1-5-15,1-1-7 0,1-2-8 0,-1-1-5 16,-3-1-10-16,-1 0-57 0,-1 0-67 0,-3-2-68 16,3-1-87-16,-4-1-120 0,5 2-163 15,3-5-222-15,7-1-61 0,-16 3 74 16,16-3-636-16,0 0-833 0</inkml:trace>
  <inkml:trace contextRef="#ctx0" brushRef="#br0" timeOffset="92631.8">12912 15294 4224 0,'7'-12'170'15,"-6"0"15"-15,5 4 34 0,1 1 29 16,-1 0 43-16,-1 4-21 0,2-2-6 16,-7 5-19-16,15-4-10 0,-15 4-8 15,15 7 2-15,-5 2-9 0,-5 1-11 0,1 5-14 16,-3 4-16-16,-3 5-5 0,-1 0-10 15,-1 2-4-15,-2-1-77 0,2-2-83 0,-2 0 0 16,4-5 0-16,-1-1 0 0,1-3 0 16,0 0 0-16,0-5 0 0,0 1 0 0,1-3 0 15,1 1 0-15,2-3 0 16,2 0 0-16,-6-5 0 0,13 6 0 0,-7-5 0 0,-6-1 0 16,19 0 0-16,-19 0 0 0,27-7 0 15,-12 2 0-15,1-2-614 0,-2-6-277 16,8-6-39-16,-4-3 92 0,3 1-835 15,1-3-1108-15</inkml:trace>
  <inkml:trace contextRef="#ctx0" brushRef="#br0" timeOffset="92848.48">13337 15228 4940 0,'0'-5'69'0,"0"5"21"0,0 0 34 16,0 0 84-16,0 0 72 0,0 0 34 16,0 0 15-16,0 34-14 0,0-15-11 0,0 6-17 15,0 15-11-15,-2-1-29 16,4 3-19-16,-2-1-48 0,0-2-180 0,0 0 0 15,0-3 0-15,2-5 0 0,1-5 0 0,-1-2 0 16,-2-5 0-16,1-1 0 16,-1-5 0-16,0 1 0 0,0-2 0 0,0-5 0 15,0 5 0-15,-1-6 0 0,-1 1 0 16,-3-3-353-16,5-4-269 0,0 0-145 0,-13 0-126 16,13 0 71-16,0 0-788 0,-19-11-1050 15</inkml:trace>
  <inkml:trace contextRef="#ctx0" brushRef="#br0" timeOffset="95033.69">17021 14843 4232 0,'8'-11'-119'0,"-3"0"44"0,-1 2 53 0,0 3 50 0,-2 0 46 0,0-2 33 16,-2 8 27-16,0-6 15 0,0 6-9 15,0 0-10-15,0 0 21 0,0 0 36 0,0 0 20 16,-12 53-2-16,3-16-34 0,-3 13-11 16,3 0 22-16,0-3 8 0,1-5-3 15,2-3-1-15,0-2-5 0,2 0-18 0,1-4-12 16,-1-6-11-16,0-6-18 0,3-1-13 16,-1-3-10-16,-3-1-9 0,3-3-12 15,0-1-12-15,1-1-45 0,-1-2-46 0,0-1-55 16,-2-2-58-16,4-6-66 0,-2 8-97 15,2-8-94-15,0 0-78 0,0 0-74 0,0 0-99 16,8-37-90-16,-3 15 40 0,5-8-523 16,1-8-681-16</inkml:trace>
  <inkml:trace contextRef="#ctx0" brushRef="#br0" timeOffset="95264.25">17092 14775 3443 0,'1'-25'26'0,"3"5"53"0,-2 5 44 15,0 3 34-15,0 2 34 0,-1 1 23 0,-1 1 1 16,0 8-11-16,7-5 18 0,-7 5 38 15,0 0 17-15,29 18 3 0,-11 8-10 16,7 9-32-16,2 5-15 0,0 5-21 0,-1 3-17 16,-2 2-18-16,3 0-16 0,4-3-15 15,-5 0-16-15,1-2-16 0,-2-3-12 16,-2-5-41-16,-8-5-33 0,3-6-57 0,-11-3-45 16,2-7-49-16,0-2-50 0,-4-1-54 15,1-2-59-15,-3-3-70 0,-1-1-92 0,-2-4-120 16,0-3-189-16,0 0 54 0,0 0 78 15,0 0-440-15,0 0-545 0</inkml:trace>
  <inkml:trace contextRef="#ctx0" brushRef="#br0" timeOffset="95464.59">17120 15225 3353 0,'-16'-2'226'0,"5"0"3"0,11 2-13 16,-14 0 2-16,14 0 15 0,0 0 7 0,-11-3-11 15,11 3-24-15,0 0-21 0,0 0-11 16,0 0-22-16,0 0-18 0,41-9-9 0,-21 7-37 16,5-1-54-16,11-2-65 15,3-1-75-15,-5 0-103 0,2-1-118 0,-1-3-132 16,-3 1-190-16,-2 1-38 0,-5 2 74 16,-3 3-388-16,-8 0-477 0</inkml:trace>
  <inkml:trace contextRef="#ctx0" brushRef="#br0" timeOffset="95897.61">17565 15255 2692 0,'-7'-8'140'16,"3"-1"36"-16,1 4 14 0,3 5 25 16,-6-10 16-16,6 10 3 0,0-11-2 15,0 11-13-15,8-15-14 0,-5 8-23 0,7 1-17 16,2 4-17-16,0 0-14 0,2 0-14 16,-14 2-5-16,31 6-10 0,-16 3 8 0,0 2 15 15,-2 4 14-15,-3 4 11 0,-2 0 13 16,-5 6 26-16,-3 0 18 0,-7 10 12 15,2-2 11-15,-6 0 8 0,0-4 5 16,2-5-10-16,3-3-8 0,0-8-50 0,1 1-178 16,3-4 0-16,-2 1 0 0,2-3 0 15,2-1 0-15,6 2 0 0,-3-2 0 0,7-1 0 16,3-1 0-16,0-1 0 0,3 2 0 16,-1-5 0-16,1 0 0 0,-2-1 0 0,2 0 0 15,3 0 0-15,-2-1 0 0,1 0-392 16,-4-5-243-16,2 0-148 0,-3 1-116 15,3-1 85-15,-3-3-774 0,0 0-1028 0</inkml:trace>
  <inkml:trace contextRef="#ctx0" brushRef="#br0" timeOffset="96180.95">17991 15175 4695 0,'-1'-11'74'0,"-1"5"26"15,-1-1 8-15,3 7 1 0,0 0-3 16,0 0 36-16,0 0 50 0,0 0 38 0,0 0-16 16,30 27-9-16,-14-1-15 0,-3 0-12 15,5 7-15-15,-5 2 3 0,-1 1-13 16,0 0-5-16,2 0-6 0,-4-4-6 16,1 0-11-16,-3-3-13 0,1-5-11 0,-1-6-10 15,-7-2-10-15,3-4-6 0,3-2-9 16,-5 1-9-16,-1-2-25 0,3-1-32 15,0-2-23-15,-4-6-61 0,2 12-70 0,-1-10-80 16,-1-2-101-16,0 0-129 0,0 0-152 16,0 0-194-16,0 0 0 0,0 0 85 0,4-20-614 15,-4 9-794-15</inkml:trace>
  <inkml:trace contextRef="#ctx0" brushRef="#br0" timeOffset="96497.6">18481 15019 4347 0,'-2'-7'414'15,"0"2"4"-15,2 5 30 0,0 0 44 0,-1-11 36 16,1 11 1-16,0 0-17 0,-2-8-43 15,2 8-435-15,0 0-34 0,-3-6 0 16,3 6 0-16,0 0 0 0,0 0 0 0,0 0 0 16,0 0 0-16,-4-8 0 0,4 8 0 15,0 0 0-15,0 0 0 0,0 0 0 16,0 0 0-16,0 0 0 0,0 0 0 0,0 0 0 16,0 0 0-16,0 0 0 0,0 0 0 15,0 0-206-15,-11 20-831 0,6-11 83 16,-6 3 113-16,0 2-912 0,2 3-1183 0</inkml:trace>
  <inkml:trace contextRef="#ctx0" brushRef="#br0" timeOffset="96964.76">18921 14870 4753 0,'3'-19'-61'0,"-3"1"44"0,2 5 58 0,-2 1 49 0,0 1 49 0,3 2 42 16,-1 4 38-16,0-3 15 0,-2 8-10 0,2-12-30 16,-2 12-1-16,0 0 42 0,0 0 10 15,11 24-16-15,-8-7-12 0,1 16-16 16,3 2-16-16,-6 5-18 0,3-2-18 0,2 0-14 15,-3-1-12-15,1-3-15 0,0-4-101 0,-2-7-7 16,-2-2 0-16,1-1 0 0,-2-3 0 16,1-4-92-16,0 3-122 0,-2-4-68 15,-2-4-95-15,2-1-107 0,-1-3-114 0,3-4-141 16,0 0-54-16,0 0 66 16,0 0-594-16,-13-17-779 0</inkml:trace>
  <inkml:trace contextRef="#ctx0" brushRef="#br0" timeOffset="97346.91">18963 14829 3661 0,'-2'-20'-17'16,"2"5"28"-16,0 1 20 0,4 2 25 0,2 1 20 16,-3-2 9-16,7 1 9 0,0 0-3 15,1 4-6-15,3 3-7 0,-1 1-2 16,0 2 4-16,-13 2 9 0,35 14-1 16,-19-6-1-16,0 6 3 0,-1 0-4 15,-1 3 4-15,-5 2 9 0,-4 2 8 0,-1 0 12 16,0-3 16-16,-8 7 22 0,-1 7 7 15,-6-2 8-15,-1-2-6 0,0-6-8 0,3-3 1 16,5-5-26-16,-2-4-11 0,2 3 3 16,2-5-11-16,2-2-8 0,4 5-1 0,4-3-1 15,4 2-9-15,1-1-9 0,0 3-10 16,2 0-5-16,3 1 6 0,-4 2 4 16,0-1 4-16,-1 3 0 0,7 5 0 0,-9-1-2 15,-2-5 10-15,-1 2-1 16,-2-3-92-16,-2 1 0 0,-3 1 0 0,-1 0 0 15,0-4 0-15,0 3 0 0,-5 0 0 16,-1-3 0-16,-4 3 0 0,-3-1 0 0,-1-1 0 0,0-5 0 16,-6 3 0-16,4-4 0 15,-4-2 0-15,4 0 0 0,-4-4 0 0,3 1 0 16,4-1 0-16,0 0-594 0,1-2-227 16,12 0-115-16,-17-2 82 0,17 2-842 0,0 0-1130 15</inkml:trace>
  <inkml:trace contextRef="#ctx0" brushRef="#br0" timeOffset="97580.64">19325 15170 4998 0,'8'-15'71'0,"-3"4"46"0,1 2 34 0,-2 3 35 0,-1 1 27 0,-3 5 1 0,9-4 42 16,-9 4 11-16,0 0-2 0,23 17-20 15,-16-5-21-15,4 5-25 0,3 9-13 0,-3 3-23 16,0 0-16-16,1 3-13 0,-1 1-13 15,0 0-87-15,-2-2-34 0,-4-4 0 16,1-4 0-16,-4-3 0 0,-2-3-86 0,0 1-161 16,-2-2-95-16,0-3-108 0,-4 2-128 15,5-5-166-15,-5-1-87 0,1-2 81 16,4-4-666-16,1-3-867 0</inkml:trace>
  <inkml:trace contextRef="#ctx0" brushRef="#br0" timeOffset="97930.23">19544 15286 3752 0,'8'-17'-11'16,"-5"3"34"-16,-1 2 30 0,4 2 39 16,0 0 41-16,0 0 29 0,-1 4 20 0,5 0 4 15,0 5 3-15,-10 1 7 0,18 5 10 16,-6 3 8-16,-2 7-16 0,-5 2 22 0,1 7-10 16,-5 1 5-16,-1 13 7 0,-3 1-3 15,-3-1 3-15,-1 0 10 0,-5-3-8 0,4-5 10 16,-1-6 22-16,6-6 17 15,-1-5-184-15,0-1-89 0,1-1 0 0,3-3 0 16,7-3 0-16,2 0 0 0,6-2 0 16,2-3 0-16,7 0 0 0,-1 0 0 0,2 0 0 15,8 0 0-15,7 1 0 0,6 0 0 16,-4 3 0-16,0-1 0 0,-14 2 0 16,-3-3 0-16,-6 0 0 0,-2 0 0 0,-4-1 0 15,1 1 0-15,-5 0 0 0,2-2 0 16,-11 0 0-16,13 1 0 0,-13-1 0 0,7 4 0 15,-7-4 0-15,0 0 0 0,0 0 0 16,0 0 0-16,-20 9-143 0,8-7-701 0,-1 0-124 16,-5 2 70-16,2 4-917 0,-6-1-1244 15</inkml:trace>
  <inkml:trace contextRef="#ctx0" brushRef="#br0" timeOffset="98747.82">20842 15147 5429 0,'-12'-9'123'0,"1"4"14"0,4 1 37 0,0 0 45 0,2 3 53 0,5 1 39 0,0 0 21 15,-11-6 11-15,11 6-13 0,0 0-39 16,0 0-61-16,0 0-230 0,0 0 0 0,28-12 0 16,-4 6 0-16,3 6 0 0,2-5 0 15,12 2 0-15,-4-2 0 0,1 1 0 0,-4-4 0 16,-5 3 0-16,5-2 0 0,-11-2-302 16,-3 1-204-16,-5 2-85 0,-7-4-77 0,-3 3-132 15,-3 1 8-15,-4 1 78 0,2 5-585 16,-12-9-756-16</inkml:trace>
  <inkml:trace contextRef="#ctx0" brushRef="#br0" timeOffset="98963.66">20954 14909 3794 0,'0'-9'115'16,"-2"0"33"-16,2 9 28 0,-2-9 30 0,2 9 30 16,-1-7 17-16,1 7-22 0,0 0-10 15,0 0 31-15,0 0 21 0,0 0 5 16,0 25-18-16,0-3-20 0,1 4-21 0,1 12-26 15,4-1-18-15,-1 3-18 0,0-1-17 0,1 0-13 16,-3 0-14-16,7-1-31 0,-9-2-44 16,6 0-46-16,-5-7-52 0,-2-6-56 15,0 1-55-15,0-3-73 0,-2-2-85 0,2 0-117 16,-7-3-122-16,7-4-207 16,0-1-4-16,0 0 83 0,2-2-574 0,3-1-731 15</inkml:trace>
  <inkml:trace contextRef="#ctx0" brushRef="#br0" timeOffset="99264.06">21694 14742 3796 0,'0'-15'154'0,"2"7"-6"0,-2 1-12 0,0 2-9 16,0 5 39-16,0 0 40 15,0 0 29-15,-4 32 6 0,3-8-13 0,-4 13-15 16,-3 8-4-16,3 7-14 0,-1 5-17 16,3-4-14-16,-4-9-17 0,4-1-15 0,-5 0-11 15,4-2-16-15,-1-3-6 0,-2-2-13 16,-2-5-15-16,4-6-39 0,-5-6-48 0,5 0-55 16,-2-5-56-16,0-3-63 0,1-2-75 15,-1-3-103-15,3-5-74 0,4-1-89 0,0 0-78 16,-13-17-81-16,9 4 40 15,4-8-449-15,4-15-568 0</inkml:trace>
  <inkml:trace contextRef="#ctx0" brushRef="#br0" timeOffset="99479.94">21692 14723 3020 0,'8'-29'67'0,"-5"11"56"0,1 0 39 0,-2 5 25 16,2 2 18-16,-3 5 15 0,-1 0 20 16,0 6 57-16,0 0 19 0,0 0 16 0,22 20-3 15,-15-4-7-15,9 12-11 0,-1 3-33 16,0 2-26-16,6 7-26 0,0 3-25 0,-2-1-16 15,3 1-18-15,-8-9-18 16,-3-2-14-16,3-1-16 0,-3-2-35 0,-3-7-33 16,-4-1-36-16,2-4-42 0,-2-3-58 0,-3 1-57 15,3-1-50-15,0-3-58 0,-2 1-75 16,-4 0-91-16,0-2-96 0,-4 2-131 16,1 0-136-16,-2 0 48 0,-4 0-592 15,2 0-781-15</inkml:trace>
  <inkml:trace contextRef="#ctx0" brushRef="#br0" timeOffset="100197.36">21741 15145 3662 0,'-5'0'62'0,"5"0"30"0,-13-4 25 0,13 4 35 0,0 0 46 0,-16-4 39 15,16 4 45-15,0 0 23 0,-7-4-16 0,7 4 3 16,0 0-12-16,0 0-17 0,-6-4-29 16,6 4-25-16,0 0-23 0,15-11-16 15,-6 5-21-15,1 3-19 0,1-2-21 16,3 1-31-16,-4 1-21 0,-3-2-24 0,2 0-16 0,-9 5-26 15,14-4-32-15,-14 4-29 16,9-3-31-16,-3 2-33 0,-6 1-34 0,0 0-32 16,0 0-33-16,0 0-53 0,0 0-68 15,0 0-83-15,12 8-137 0,-12-8-160 0,0 0 47 16,-6 8-529-16,6-8-679 0</inkml:trace>
  <inkml:trace contextRef="#ctx0" brushRef="#br0" timeOffset="100730.04">22105 15317 3665 0,'-7'-9'108'0,"3"4"9"0,4 5 18 0,4-12 19 0,0 5 28 0,5-1 20 16,3-3 15-16,3 1 1 0,0 3-10 0,0 0-15 16,3 0-19-16,-4 6-12 0,2 1-3 15,-16 0 0-15,29 8 17 0,-18 1 7 16,1 6 4-16,-7 4 11 0,-3 4 3 16,-4 0 11-16,-6 13 15 0,-5 0-1 0,-4 3 2 15,-2-4 4-15,2-4-164 0,4-2-68 16,-3-3 0-16,5-5 0 0,4-6 0 0,-2-2 0 15,5-4 0-15,3 2 0 0,-1-5 0 16,2 1 0-16,0-7 0 0,14 14 0 0,-5-9 0 16,2-2 0-16,7 0 0 0,-4-2 0 15,2-1 0-15,-1-1 0 0,2-2 0 16,3 0 0-16,-2-6-549 0,3 3-238 0,-4-6-148 16,3 1 82-16,-3-1-870 0,3-6-1157 15</inkml:trace>
  <inkml:trace contextRef="#ctx0" brushRef="#br0" timeOffset="101013.19">22578 15323 4514 0,'6'-15'-120'16,"-2"3"45"-16,-1 2 46 0,1 3 37 0,0 0 40 15,-4 7 47-15,2-10 20 0,-2 10 9 16,4-5 29-16,-4 5 25 0,0 0 27 16,0 0 18-16,6 22 12 0,-8-7 0 0,-2 6 12 15,-2 10 7-15,-4 3-3 0,-3 1-4 16,1-1-2-16,1-1 5 0,-2-2-1 0,3-1-4 15,3-8-11-15,1-1-174 0,3-6-60 16,1-1 0-16,2-2 0 0,2-2 0 0,1 1 0 16,5-5 0-16,5 2 0 0,2-4 0 15,3 0 0-15,-1-3 0 0,-2 3 0 16,2-4 0-16,-1 0 0 0,-2 0 0 16,0-2 0-16,-1 0 0 0,5 2 0 0,-5-2 0 15,2-1-356-15,-2-3-294 0,2 0-131 16,-1-2-111-16,-5 2 78 0,1-2-784 15,0 1-1038-15</inkml:trace>
  <inkml:trace contextRef="#ctx0" brushRef="#br0" timeOffset="101313.45">22912 15040 4912 0,'-6'-6'238'0,"2"1"20"0,4 5 40 16,-4-7 50-16,4 7 53 0,0 0 48 0,-4-7 2 16,4 7-10-16,0 0-46 0,0 0-395 15,0 0 0-15,-2-8 0 0,2 8 0 0,0 0 0 16,0 0 0-16,0 0 0 15,-5-7 0-15,5 7 0 0,0 0 0 0,0 0 0 16,0 0 0-16,0 0 0 0,0 0 0 16,0 0 0-16,0 0 0 0,0 0-333 0,0 0-665 15,-9 17 57-15,5-12 109 0,-3 0-898 16,7-5-1163-16</inkml:trace>
  <inkml:trace contextRef="#ctx0" brushRef="#br0" timeOffset="101647.32">23346 14741 5170 0,'6'-22'80'0,"-5"6"17"16,1 4 33-16,3 3 18 0,-3-1 39 0,0 5 15 15,-2 5-1-15,0 0 36 0,0 0 56 16,0 0 18-16,9 29-10 0,-5 7-20 0,-3 7-18 16,3 14-6-16,-4-9-224 0,0 8-33 15,-2-9 0-15,0-1 0 0,1-2 0 0,1-2 0 16,-4-4 0-16,2-1 0 0,2-9 0 16,-2-6 0-16,0-3 0 0,0-4 0 15,2-1 0-15,-1-2 0 0,-1 0 0 16,0 1 0-16,-1-8 0 0,1-1 0 0,2-4-676 15,0 0-161-15,0 0-83 0,0 0 76 16,-7-22-827-16,5 6-1108 0</inkml:trace>
  <inkml:trace contextRef="#ctx0" brushRef="#br0" timeOffset="102046.45">23380 14771 4501 0,'0'-14'-79'0,"0"-1"21"0,4 5 21 0,0-2 21 0,0 3 28 16,5-4 15-16,1 2 21 0,4 1 11 15,-2 4 1-15,6 0-5 0,-3 5-7 0,2 1-3 16,2 3-2-16,-2 4-1 16,3 3-2-16,-4 4 3 0,4 7-1 0,-4 2 0 15,-2 3 4-15,-4 3 2 0,-7-3 6 16,-3 0 2-16,-2 8 5 0,-3 2 6 0,-4 0 4 16,-3 0 10-16,1-2 5 0,-2-1 4 15,2-2 2-15,6-5 5 0,1-3 10 16,2 1 9-16,1 1-7 0,1 0-8 0,1 1-5 15,7 6-14-15,-3 1-2 0,3 0-6 16,2-3-5-16,-5-1-7 0,-1-6 9 0,2 0 13 16,-5-1 5-16,1-3 12 15,2-2 9-15,-4-3 0 0,0 1 6 0,0-2 15 0,-2 0 7 16,0-2 5-16,0-2 0 16,-3 0-2-16,-1-1-9 0,1-1-112 0,-5-2-20 15,-1-1 0-15,-2 0 0 0,-3-4 0 16,1 0 0-16,-4 0 0 0,-2-3 0 0,-6 2 0 15,1 1-166-15,1 0-338 0,-6 0-207 16,7-2-203-16,2 2 57 0,7 0 104 16,3 2-705-16,12-2-906 0</inkml:trace>
  <inkml:trace contextRef="#ctx0" brushRef="#br0" timeOffset="102362.79">23813 15523 3888 0,'6'-18'134'0,"1"5"26"0,-3 1 15 0,2 0 12 0,1 2 28 0,3-1 27 0,-1-1 32 0,3 3-1 0,0 1-16 15,-3 2-26-15,-2 3-26 0,-7 3-17 16,20 0 1-16,-20 0-9 0,17 16-5 16,-9-3-10-16,-7 3-3 0,-2 3 0 0,-7 12 6 15,-2-1 11-15,-1 1 14 0,0-1-4 16,-3-5-189-16,3-3 0 0,1-2 0 0,0-3 0 15,5-1 0-15,-1-7 0 16,5-1 0-16,-6 4 0 0,3-6 0 0,3 1 0 0,1-7 0 16,1 10 0-16,-1-10 0 15,11 9 0-15,-8-4 0 0,-3-5 0 0,9 9 0 16,-5-9 0-16,2 5 0 0,-6-5 0 16,10 7 0-16,-5-6 0 0,-5-1 0 0,15 1-722 15,-15-1-284-15,20-1 103 0,-9 0-988 16,3-3-1314-16</inkml:trace>
  <inkml:trace contextRef="#ctx0" brushRef="#br0" timeOffset="102696.14">24160 15591 5514 0,'0'-15'3'0,"2"1"30"0,1 2 45 0,5 2 39 16,0-2 37-16,1 0 21 0,3-2 3 16,1 6-3-16,0-2-15 0,7 2-8 15,-6 2-10-15,0 2-15 0,-1 4-1 0,-13 0 4 16,23 4 2-16,-13 4 5 0,-3 2 0 15,0 4 0-15,-6 3 1 0,-1 0-3 0,-1 4-24 16,-8 1-111-16,0 6 0 0,-6-3 0 16,-1 3 0-16,5-8 0 0,3-2 0 15,2-4 0-15,1-2 0 0,1-2 0 0,1 0 0 16,1 0 0-16,2-1 0 0,0-2 0 16,2 1 0-16,1 1 0 0,5-1 0 15,-1-1 0-15,1 0 0 0,3-3 0 16,0 2 0-16,2-2 0 0,-1 1 0 0,1-2 0 0,-1 2 0 15,-1-5 0-15,0 2 0 16,-2 0 0-16,-2 1 0 0,3-1 0 0,-2 0 0 16,-8-2 0-16,13 5 0 0,-13-5 0 15,10 1 0-15,-10-1-817 0,0 0-168 0,-2 8 77 16,2-8-956-16,0 0-1289 0</inkml:trace>
  <inkml:trace contextRef="#ctx0" brushRef="#br0" timeOffset="110761.49">2646 8085 425 0,'16'1'10'0,"-7"1"30"0,2 0-38 0,7 1 6 0,5 0-6 0,4 3 6 0,7-1-1 15,4 3-2-15,3-1 7 0,4 0 6 0,8 5 0 16,7-3 12-16,2-3 17 0,5 3-3 16,5-2-3-16,5 2-1 0,6-3 2 15,29 1-4-15,-1-2-1 0,1-1 1 0,6-1-4 16,-1-1-8-16,3-4 3 16,4 0-1-16,1-1 0 0,9-2-5 0,1-1-1 15,3 5-2-15,-2-3 2 0,2 0-10 16,3 4 6-16,-2-2 4 0,6 0-5 0,2 0 13 15,-1 2 4-15,-1 0-1 0,-2 4-10 16,0-4 8-16,-4 3-6 0,-3 1-4 16,2 0 0-16,0 2-3 0,1 1-1 0,-5 0 3 15,-1-2-4-15,1 3 2 0,-1-3 7 16,1 2 2-16,2-2-6 0,7 2 0 0,-2 0 0 16,-2 0-2-16,-4 0-5 0,3-1 1 15,-3 3 2-15,-6-2-5 0,1 2-2 16,-4-2 0-16,-2 0-6 0,-4 0 5 0,-4 1 0 15,-4-1-3-15,-1 3 6 0,-2-1-7 16,-23-5 3-16,20 5-5 0,-16-2 0 0,23-2-1 16,-4 2 2-16,4-3 0 0,-6 4 0 15,-15-4 0-15,18 1 0 0,-23-4-5 16,5 3 8-16,-1-2-5 0,1-2 2 16,-1 1-1-16,26 1-2 0,-26 2-3 0,22-3 3 15,-22-1 0-15,-3 2-2 0,-3-2 2 16,-1 0 1-16,0 1-4 0,-2-1 4 0,-8 0 3 15,1-1-1-15,-1-1-3 16,-6 1-2-16,5-1 0 0,0-2 2 0,3 1-1 0,2 1 1 16,2-1 1-16,1-2-1 0,2 3-1 15,4-2-2-15,-1 1-1 0,4-2 4 16,18-2-3-16,-20 2 4 0,1 0-8 16,20-5 9-16,0 3 0 0,-24 2-5 15,1-2 2-15,-2 0-2 0,1-2 1 0,-2 1 2 16,1-1 2-16,-2 1-5 0,-1-3 2 15,1-1-1-15,-1 4 3 0,-4-2 0 0,6-1-3 16,-1 2 4-16,-3 2-5 0,4 0 2 16,-3 1 3-16,-1 2-4 0,4 2 0 0,-3-1 4 15,1 0-3-15,3 1 4 0,2 0 3 16,-2 1-8-16,4-1 1 0,0-2 2 16,3 3 1-16,-6-3-3 0,3-1 1 15,-4 3 3-15,0-4-2 0,-1 0 1 16,-6 1-2-16,3 4 2 0,-6-3-3 0,1 1-1 15,-1 1 2-15,-4 0-1 0,3 0 3 16,-1 2-3-16,5 0 0 0,1-1 2 0,2 1-4 16,2-2 1-16,1 2 2 0,1-1-3 15,1-1 4-15,2 0-2 0,1 0-16 0,2 2 0 16,-4-3 6-16,6 0 1 0,-1 1-1 16,4-1 1-16,-6 2 0 0,3 0 4 0,-4 1 1 15,-2-2-3-15,-2 2 3 16,1 0-4-16,-6 0 3 0,1 0 6 0,1 0-5 15,-4 0 0-15,7 3 2 0,-1-2-1 16,4 4 0-16,23 0 4 0,-18-2-2 0,19 2-3 16,1-2 2-16,0 4 0 0,1-5-2 15,-2 3 4-15,-20-3-4 0,26 1-2 16,-6-3 1-16,-17 0 0 0,18 4 1 0,-20-4 1 16,-3 2-4-16,-3-4 2 15,4 4 5-15,-2 0-4 0,-5-1 8 0,1 3-4 0,2-3 4 16,3 4-4-16,22 0-4 0,-3 1 5 15,5 1 0-15,-2-1-3 0,1 0 1 0,0 3 1 16,-1-1-1-16,-1-2 2 0,1 0 1 16,4-1 0-16,-5 0 1 0,-21-2-1 0,5 1 2 15,16 2-4-15,-24-6-1 0,6 2 1 16,-6 2 5-16,2-4 5 0,-5 3 0 16,3 0 5-16,-4 1 3 0,2-1-2 15,-1 3 2-15,-1-2-6 0,4-1 0 0,2 4-1 16,-2-2-1-16,2 0-3 0,22 4 7 15,-1-1-6-15,-22-3 3 0,21 4-2 16,-20-5-4-16,25 3-3 0,-5 1 4 0,-20-3-2 16,-2 0 2-16,0 0-4 0,-4 0-1 15,-1 0 1-15,-4-1 1 0,-2-1-3 16,0 0 1-16,-4 3 0 0,-1-3 2 16,1 1-4-16,1 0 2 0,5 2-2 0,4-1 1 15,3-2-1-15,25 4-8 0,-1 3-10 16,5-6-4-16,1 3-8 0,2-2-6 0,-2 2-9 15,5-1 4-15,-1-2 4 0,-2 1-4 16,-1 0 10-16,-24-3 4 0,-1 1 1 0,-5-1 8 16,-5 0 14-16,-1-2 11 0,-13 2 4 15,-3-1 14-15,-18 2 9 0,-4-2 5 0,-10-1 10 16,-9 0 1-16,-3 1-3 0,-3-1-2 16,-3 0-7-16,-2 0-5 0,-11 0-3 15,19 0-10-15,-19 0-14 0,11 2-32 0,-11-2-69 16,0 0-144-16,0 0-300 0,0 0-44 15</inkml:trace>
  <inkml:trace contextRef="#ctx0" brushRef="#br0" timeOffset="111943.75">2612 9093 1120 0,'-5'-8'344'0,"-1"4"-119"0,1 0-87 0,-4 0-46 0,9 4-29 16,-13-3-14-16,13 3-10 0,0 0 12 0,-23 7 1 15,19-3 4-15,4-4-5 0,-9 4 0 16,9-4 33-16,0 4 39 0,0-4 13 0,0 0 16 16,40 4-5-16,3-12-9 15,23-4-15-15,8-5-5 0,23-6-10 0,10-5-16 16,1 1-10-16,-1-2 2 0,-6 1-7 16,-10-1-12-16,-22 6-6 0,-8 5-4 15,-9-2-3-15,-16 9-1 0,-6-1-13 0,-7 5 6 16,-5 3-16-16,-5-2 3 15,-6 0-4-15,-1 6-5 0,-6 0-18 0,0 0-24 0,0 0-37 16,0 0-44-16,0 0-60 0,0 0-69 16,0 0-90-16,0 0-169 0,0 12-76 15,0-12 64-15,-2 9-121 0,2-9-119 16</inkml:trace>
  <inkml:trace contextRef="#ctx0" brushRef="#br0" timeOffset="113011.94">19100 10842 2551 0,'14'-11'98'0,"1"2"-25"0,-1 3-25 0,-2 0-19 0,4 1-5 0,3 2 14 0,-4 1 8 16,0 4 2-16,1 0 8 0,-3 4 4 15,-4 3 15-15,-2 3 37 0,-6 2 17 0,-4 5 26 16,-13 10 16-16,-11 6 15 0,-3 4 17 15,-6-5 7-15,3-2-1 0,8-5-4 0,4-6-9 16,4 0-14-16,5-4 27 0,3-4 37 16,7-2 27-16,4-3 8 0,6 2-10 15,7-6-29-15,19 5-26 0,6-3-22 16,5-6-20-16,-4 2-16 0,5-2-30 0,-2 0-43 16,-5-2-51-16,-5 2-33 0,-8-4-79 15,0 2-89-15,1 0-103 0,-2-2-127 0,2 1-132 16,-2-3-197-16,4-5-76 0,1-1 85 15,-4 1-620-15,-5 0-792 0</inkml:trace>
  <inkml:trace contextRef="#ctx0" brushRef="#br0" timeOffset="113614.07">20149 10831 3456 0,'-6'-5'-23'0,"6"5"22"16,-10-4 0-16,10 4 21 0,-17 0 33 0,17 0 50 15,-25 7 25-15,6 3 13 0,-8 6-2 16,-2 3-8-16,4 0-8 0,-4 3-8 0,-3 7-12 16,-3-1-6-16,0 1-11 0,9-5-2 15,0-2-13-15,-1-1-6 0,2 0-5 0,2-3-7 16,0 0-7-16,6-4-3 0,3-6-16 16,5 0-14-16,2-2-32 0,-4-4-35 0,11-2-33 15,0 0-20-15,-14-12-2 0,12 0 5 16,2-1 16-16,0-8 4 0,4-4 7 0,-1-8 16 15,5 7 30-15,-7 4 39 0,1 7 20 16,3 0 4-16,-3 4-16 0,0 3 7 16,0 2 34-16,-2 6 27 0,0 0 10 15,0 0 2-15,0 0-3 0,26 16-3 0,-15-4-3 16,5 2-7-16,4 4-6 0,5 1-7 16,-3-2-7-16,4 1-2 0,-7-5-8 15,0-1-29-15,1-2-32 0,-6-3-33 0,4-2-54 16,-1 0-66-16,-3-5-51 0,0 0-24 15,0 0 5-15,1-8 12 0,-2 2 18 0,-1-5 26 16,1-1 26-16,1-5 23 16,-3 1 38-16,3-9 31 0,0-1 33 0,2 0 30 0,1 1 21 15,-3 6 44-15,-1 1 0 16,-2 5 16-16,-1 1-6 0,-1 4-3 0,-2 1 8 16,5 1 17-16,-1 4 7 0,-1 2 6 15,-10 0 6-15,21 11 1 0,-12-4 5 0,0 4 8 16,-4 1 0-16,-1 4 0 0,-2 2 11 15,-4 0 9-15,-2 1 7 0,0 2 11 0,-2-3-2 16,0-4 4-16,3 1 2 0,1-1 10 16,2-1 20-16,2-2 5 0,7-1-13 0,8 2-21 15,10-1-16-15,7-3-19 0,1 2-18 16,-5-10-55-16,-1 4-72 0,9 0-83 16,-6-2-106-16,-3-2-143 0,8-6-156 15,-7 6-188-15,-4-4-147 0,-5 1 81 0,0 2-673 16,-2-3-870-16</inkml:trace>
  <inkml:trace contextRef="#ctx0" brushRef="#br0" timeOffset="115927.27">20032 3717 4155 0,'-2'-14'230'0,"2"6"-45"0,0 0-60 0,0 2-42 0,0 6-22 16,-1-7-24-16,1 7 11 0,0 0 58 15,0 0 9-15,-6 33 4 0,1-10 2 16,2 12-4-16,-5 2-12 0,5 9-7 0,-5 5-9 16,3 5-21-16,-2-4-4 0,0 0-13 15,3-11-3-15,-1 0-4 0,-6-2-38 0,4-3-33 16,1-2-45-16,1-8-50 0,-1-6-68 15,3-3-72-15,0 0-56 0,-1-8-67 0,0-2-82 16,4-1-118-16,0-6-42 0,0 0 52 16,0 0-257-16,0 0-317 15</inkml:trace>
  <inkml:trace contextRef="#ctx0" brushRef="#br0" timeOffset="116276.52">20005 3768 2191 0,'11'-36'-4'15,"0"4"48"-15,0 2 31 0,-4 1 27 16,5 1 18-16,3 2 4 0,-1 5 3 0,-1 9-12 15,2 0-16-15,4 4-7 0,0 4-6 16,3 5-4-16,12 5-8 0,-2 8-5 16,0 1-16-16,1 7 3 0,-3 8 3 0,-7-5-9 15,-4 4 5-15,-7 0-12 0,-5 2-1 16,-7-4-2-16,-2-2 2 0,-12 5-9 16,0-1 20-16,-8-1 18 0,-3-6 24 15,2-2 18-15,-6-5 21 0,6-2 17 0,1-7 14 16,6-3 9-16,0 0-7 0,3-1-11 15,1-2-4-15,12 0-4 0,-15 0-22 0,15 0-17 16,0 0-19-16,-17 2-10 0,17-2-6 16,-4 5-9-16,4-5-7 0,6 16 0 15,-1-2-8-15,5 1-2 0,5 10-5 0,5 3 1 16,-4-3-6-16,5 2-3 0,1-2-3 16,-4 1-1-16,2-4-7 0,-5-5-2 0,-4-1-32 15,0-5-46-15,0 2-69 0,-6-5-85 16,3-1-106-16,-3-1-152 0,4-5-223 0,-9-1-42 15,11-1 81-15,-11 1-441 0,14-13-564 16</inkml:trace>
  <inkml:trace contextRef="#ctx0" brushRef="#br0" timeOffset="116643.82">20844 3930 3343 0,'0'0'185'0,"0"0"17"0,0 0 0 0,0 0-11 0,0 0 6 0,0 0-6 16,0 0-8-16,0 0-11 0,6-12-27 15,5 8-7-15,5 2-15 0,-2-3-15 0,6 0-13 16,1-2-15-16,-4 3-19 0,4-3-16 16,-6 0-6-16,-1 0-8 0,-3 0-6 15,1-1-3-15,-9-1-5 0,3 0-3 16,-6 2-5-16,0 7-2 0,-9-10-5 0,-5 8 2 15,-7 4 0-15,-17 3-2 0,-2 5 2 16,-1 4-5-16,-4 3 16 0,2 4 3 0,7-2 15 16,11 1 11-16,2 1 7 0,3 2 6 15,11-1 22-15,3-4 12 0,6 0 14 0,2-1 14 16,4 0 4-16,7-2-5 16,8 4-8-16,4-3-12 0,4-3 8 0,-1-1-13 15,3-1-14-15,-5-5-38 0,-2-2-66 16,3 0-94-16,0-3-107 0,-4 0-149 0,4-3-182 15,7-4-228-15,-2-2 8 0,4-3 82 16,-7-1-550-16,-2-1-707 0</inkml:trace>
  <inkml:trace contextRef="#ctx0" brushRef="#br0" timeOffset="116910.47">21422 3120 3725 0,'-16'-19'110'0,"5"5"15"16,-1 1-3-16,4 6-15 0,-3 7 9 16,11 0 40-16,-30 24 35 0,9 15 7 15,-2 10 11-15,6 11 22 0,1 10 5 0,3 26-18 16,8 7-12-16,3 3-9 0,6 2-29 16,-3 1-31-16,5 1-13 0,-4-9-14 0,0-21-45 15,-4-2-47-15,-4-4-24 0,3-6-52 16,-6-4-67-16,2-4-46 0,-4-14-71 0,2-8-67 15,-2-6-55-15,2-11-71 0,2-5-99 16,-2-7-153-16,4-6 45 0,-1-1-445 16,6-2-558-16</inkml:trace>
  <inkml:trace contextRef="#ctx0" brushRef="#br0" timeOffset="117160.19">21313 3798 3228 0,'7'-17'66'0,"3"4"10"15,-1 4 14-15,3 4 16 0,0-1 17 0,-1 6 12 16,-11 0-6-16,26 7 5 0,-11 5 3 16,1 4 1-16,1 7 1 0,-4 2-8 15,-5 2-5-15,-5-3-3 0,-3 0 3 0,-3 1 4 16,-6 11-6-16,-4-3-9 16,-7-3-11-16,3-1-12 0,-4-4-9 0,-2-1-7 15,4-3-4-15,2-8-5 0,1-1-7 16,5-4-38-16,-1-4-55 0,3-4-82 0,9 0-96 15,-16-8-122-15,5-4-151 0,2-9-235 16,5-4 42-16,4 0 68 0,4-11-334 0,4 4-421 16</inkml:trace>
  <inkml:trace contextRef="#ctx0" brushRef="#br0" timeOffset="117627.44">21642 4100 2840 0,'-5'10'125'16,"1"-7"23"-16,4-3 7 0,-3 9 16 0,3-9 7 16,0 0 0-16,0 0 3 0,0 0-10 15,12 5-18-15,-12-5-16 0,25-2-11 16,-8 1-12-16,1-3-11 0,1 2-9 0,-1-3-8 16,2-2-6-16,-4 1-2 0,-2-1-7 15,-1-2 1-15,-3-1 5 0,0-4 2 16,-5 0 14-16,1-2-9 0,-3-1 0 0,-3-3 0 15,0-1 14-15,-1-1-8 0,-3 2 13 16,-2-1 0-16,1 3 7 0,-5 0-11 0,0 5-5 16,1 6-17-16,-3-3-7 0,3 6-15 15,0 2-6-15,9 2-12 0,-22 0 1 0,22 0-10 16,-16 4 0-16,16-4 1 16,-10 5-3-16,10-5 6 0,0 0-6 0,0 0-3 15,0 0 3-15,51 2-2 0,-13-9-1 16,5 1-3-16,-3 2-6 0,-8 4 2 0,-5 0-6 15,-2 3 0-15,-5 2 7 0,-3 2 25 16,-2 3 5-16,-1 5 12 0,-5 5 5 16,-3 1 6-16,-1 0 2 0,-4 5-5 0,-1-1-2 15,-1 0-5-15,-4 8-12 16,1-4-3-16,2-4-14 0,2-3-43 0,-2-3-61 0,1-2-63 16,1-1-81-16,0-4-93 0,1 1-99 15,-1-4-125-15,2-2-187 0,-2-7-81 16,6 5 79-16,-6-5-593 0,0 0-774 15</inkml:trace>
  <inkml:trace contextRef="#ctx0" brushRef="#br0" timeOffset="117977.46">22544 3920 3669 0,'0'0'52'0,"0"0"49"0,0 0 35 0,0 0 35 0,0 0 24 0,0 0 13 0,0 0-2 0,0 0-12 15,0 0-14-15,0 0-23 16,0 0-11-16,6-11-15 0,3 6-8 0,0-2-20 16,1 2 0-16,1-5-18 0,1-1-13 15,0 0-19-15,-1 0-10 0,-3 1-7 16,-3 1-6-16,-3 1-6 0,-2 3-11 0,0 5 1 16,-7-11-1-16,7 11-2 0,-25 0-2 15,2 6 3-15,-8 5 7 0,1 3 10 0,-1 4 10 16,5 0 9-16,-1 4 3 15,2 1 6-15,3 0-7 0,4 2-1 0,3-1 2 16,3-5 0-16,7-3 0 0,-1 1-4 16,4-2 1-16,4-1-4 0,2 0-7 0,2 1-3 0,1-3-51 15,5 0-64-15,3-2-86 16,2-2-122-16,6-4-151 0,-1 1-201 0,2-3-159 16,-1-1 84-16,-5-1-591 0,3 0-766 15</inkml:trace>
  <inkml:trace contextRef="#ctx0" brushRef="#br0" timeOffset="118392.96">22841 4250 3541 0,'0'0'69'0,"0"0"58"0,-36-7 46 0,28 2 34 16,8 5 23-16,-7-13 15 0,3 6 15 16,2-4-25-16,4-1-18 0,4-3-23 15,1-3-18-15,9-7-22 0,4 0-9 16,9-10-18-16,-1 0-4 0,8-2-22 15,1-4-8-15,-1-2 0 0,0 2-24 0,-1 3-4 16,-9 6 1-16,-2 7-18 0,-12 8 0 16,2 4-11-16,-6 3-8 0,-3 3-7 0,1 1-4 15,-4 4-2-15,-2 2-4 0,0 0 21 16,0 0-22-16,-17 24 3 0,7-11-9 0,1 4 2 16,-1 4-2-16,5-1-1 0,-2 3 3 15,4-1 4-15,3 1 19 0,0 2 33 0,3 12 42 16,-1-4 31-16,8 2 16 0,-4-1-4 15,1-2-4-15,-1-1-6 0,-4-2 8 0,1-7-54 16,-3 2-92-16,-3-6 0 16,-3 4 0-16,2 0 0 0,-3-1 0 0,0-3 0 15,-5-1 0-15,1-2 0 0,-1-1 0 16,-1-1 0-16,0-4 0 0,-1-2 0 0,1-1 0 16,1-2 0-16,1-4 0 0,11 0 0 15,-21-7 0-15,10-2 0 0,-1-2 0 0,2-9 0 16,5-1-456-16,3-2-326 0,0-4-174 15,4-8 93-15,3-1-883 0,1 4-1178 16</inkml:trace>
  <inkml:trace contextRef="#ctx0" brushRef="#br0" timeOffset="119060.44">23403 3928 4952 0,'0'0'-118'0,"-7"3"53"0,7-3 39 0,0 0 27 0,0 0 21 0,0 0 22 0,0 0 7 0,0 0 4 15,0 0 0-15,25-11 4 0,-25 11 2 16,16-4 4-16,-2 1 2 0,-4-1-4 0,-10 4 4 16,21-3-1-16,-14-1 3 15,4 1 5-15,-1-1 5 0,0 0 4 0,-3-2 1 16,0-1 9-16,2 2 11 0,-5-2-7 0,-1 1 5 15,-3 6 0-15,4-12 1 0,-4 5-10 16,0 7-20-16,-7-11-14 0,-2 10-1 16,9 1-12-16,-26 0-3 0,5 5-8 15,-2 0 2-15,-9 11-3 0,-3 0-6 0,7 5-22 16,-6 5 2-16,7-2-7 0,4 1 9 16,1 1-5-16,6 0 0 0,0-3-2 0,9-2 10 15,1-1-4-15,4-7 0 0,4 1 1 16,2-2 0-16,3-2 5 0,4 0-2 0,0-1 6 15,1-4 3-15,4-1-5 0,5-2 0 16,0-1 6-16,6-2-2 0,-2-3-8 0,-1 2 10 16,-4-1 22-16,-2-2 2 15,2 0 5-15,-5 4 0 0,-2-2-5 0,-2 1-2 16,-1 0-13-16,-10 2-7 0,17-1-4 16,-17 1 2-16,11-2 10 0,-11 2-11 15,0 0 7-15,22-2-1 0,-22 2-3 0,0 0-3 16,12 0 2-16,-12 0 0 0,0 0 14 15,22-3 10-15,-8-2-5 0,0-5-4 0,6 1 1 16,-2-1-7-16,2 0-1 0,-3 1 15 16,-2 2 11-16,1 0-28 0,-5 4-30 15,2 0 0-15,-3 3 0 0,-10 0 0 16,20 5 0-16,-10-1 0 0,0 8 0 0,-1 2 0 16,-3-3 0-16,2 3 0 0,-5 2 0 15,5 0 0-15,-4-2 0 0,-1 1 0 0,4-1 0 16,-4-3 0-16,-1 0 0 0,2-1 0 15,0-3 0-15,-1 0 0 0,3-4 0 0,-6-3-417 16,16 3-121-16,-16-3-120 0,23-12-164 16,-7 1-15-16,9-8 82 0,0-5-661 15,8-8-868-15</inkml:trace>
  <inkml:trace contextRef="#ctx0" brushRef="#br0" timeOffset="119309.59">24467 3127 3631 0,'2'-58'-76'0,"-2"8"47"0,-2 8 66 0,-2 4 65 0,-2-1 44 0,3 6 52 0,-2 8 42 0,1 5 12 0,3 6-31 0,-3 6-21 16,2 6 4-16,2 2 57 0,0 0 7 15,-15 32 2-15,7 7 10 0,-1 15 14 16,-2 12 6-16,-1 7 4 0,-7 24 6 0,2 0-19 16,-5 2-25-16,6-1-45 0,-6 2-221 15,1-6 0-15,1-3 0 0,-5-6 0 0,-2-2 0 16,10-19 0-16,-4-9 0 0,2-3 0 15,-1-5 0-15,9-15 0 0,0-3 0 0,6-8 0 16,-2-6-123-16,5-5-331 16,1-5-100-16,1-5-93 0,0 0-83 0,0 0-99 15,21-16 84-15,-14-4-653 0,9-7-849 16</inkml:trace>
  <inkml:trace contextRef="#ctx0" brushRef="#br0" timeOffset="119809.87">24190 3937 3607 0,'-5'-13'-13'0,"-1"1"84"0,-2 0 56 16,1 4 59-16,-1 1 56 0,5 0 59 0,-1 2 43 15,-3 0 24-15,7 5 4 0,-11-10-14 16,9 5-31-16,2 5-32 0,-3-7-37 0,3 7-31 16,0 0-27-16,-4-7-44 15,4 7-52-15,0 0-73 0,0 0-91 0,19 0-90 16,-19 0-78-16,24 2-73 0,-4-1-68 16,-3-1-51-16,2 0-31 0,0 0-17 0,0-1 8 15,0-1 34-15,0 0 62 0,-4 2 82 16,-4-2 103-16,3 1 78 0,-3-2 79 0,-1 2 68 15,-10 1 73-15,15-3 41 0,-5 3 34 16,-10 0 20-16,13-4 2 0,-13 4 4 0,0 0-6 16,21 2 4-16,-13 2 6 0,-1 1 10 15,3 0 9-15,-5 4 9 0,5 1-24 16,-2 2-9-16,-1 0-16 0,-1 1-12 16,-4 4-15-16,-1-4-8 0,-1 3 1 15,-1-2-6-15,-3 3-3 0,0-1-7 0,-1-1-11 16,-1 1-8-16,-4-1-19 0,-1 3-11 0,0-5-72 15,-1-3-32-15,1-1 0 0,-2-2 0 16,3-4 0-16,0-3 0 0,10 0 0 16,-15-10 0-16,11-3 0 0,4-4 0 0,8-16 0 15,11-10 0-15,6 3 0 16,-6 9 0-16,0 6-58 0,-4 2-3 0,-2 6 4 0,-4 6 1 16,0 2 8-16,-2 4 10 0,1 1 21 15,-8 4 9-15,12 1 7 0,-12-1-1 0,11 9 5 16,-8-2-1-16,3 0 0 0,-1 2-4 15,-2 1 2-15,3 2-67 0,-1 0-72 16,1 3-79-16,6 2-45 0,-1-4-67 0,12 5-104 16,1-2-136-16,-1-5-215 15,8 0 21-15,-5-5 74 0,1-6-531 0,0-3-684 16</inkml:trace>
  <inkml:trace contextRef="#ctx0" brushRef="#br0" timeOffset="120326.86">25198 2917 3548 0,'-3'-46'13'0,"-5"5"73"15,6 6 63-15,-1 7 47 0,0 8 25 0,-1 4-19 0,2 4-25 0,1 11-14 16,1 1 50-16,0 0 8 0,-21 39 18 0,9-1-1 16,-3 16 6-16,0 14-2 0,-2 27-15 15,3 0-11-15,9 6-22 0,-5 3-14 0,7-6-19 16,-4-17-12-16,5-2-15 0,-7-7-11 15,2-1-13-15,-3-7-15 0,0-4-28 0,-1-6-31 16,-1-15-14-16,7-5-20 0,-4-5-2 16,3-9-11-16,1-3 7 0,2-5-22 0,-1-6-27 15,0-4-30-15,4-2-10 0,0 0-13 16,0 0-11-16,-11-25-14 0,9 9 4 16,-1-6-9-16,-6-12 10 0,4-6 10 0,-4 0 8 15,-2 4 12-15,0 1 12 16,-2 7 13-16,0 2 24 0,0 8 21 0,2 4 14 0,0 3 19 15,6 2 4-15,-3 2 4 16,2 2 0-16,0-1-5 0,5 2 10 0,1 4 9 16,0 0 18-16,0 0 8 0,10-14-5 15,5 9 12-15,8-1-22 0,11-1-6 0,4 0-7 16,1 2-6-16,6 1-4 0,-11 2-13 16,-5 6 4-16,-3-1-3 0,7 7-8 15,-7 4 3-15,-7-2 4 0,-5 5 6 0,-1 8-4 16,-3-4 2-16,-6 3-4 0,-3-3 4 15,-1 0-4-15,0 3 4 0,-1-1-1 0,-1 0-4 16,-4 0-37-16,3-5-49 16,3-1-61-16,-1-4-94 0,-1 0-110 0,0-4-104 15,4-1-161-15,-4 1-142 0,2-9 73 16,2 11-502-16,-2-11-650 0</inkml:trace>
  <inkml:trace contextRef="#ctx0" brushRef="#br0" timeOffset="120475.99">25576 3393 3361 0,'-4'-19'67'0,"0"4"56"0,0 1 22 0,0 4 9 0,3 1-13 15,-1 2-9-15,0 1-25 0,2 6-50 16,-4-9-59-16,4 9-86 0,0 0-113 16,0 0-159-16,0 0-272 0,-2 20 54 0,4-7 68 15,2 2-142-15,1 4-148 0</inkml:trace>
  <inkml:trace contextRef="#ctx0" brushRef="#br0" timeOffset="121358.83">25732 3771 2086 0,'-23'0'167'0,"-2"0"45"15,2 4 30-15,-4 0 37 0,5 2 25 16,-3 0 1-16,-2 5-11 0,4 0-19 15,5-1-21-15,0 1-26 0,5 3-23 16,1-2-17-16,5 3-18 0,2-3-14 0,3 1-16 16,2 1-9-16,2-2-15 0,5 0-6 15,0 0-13-15,9 0-7 0,1-2-8 0,0-1-10 16,1-2-2-16,0-3-9 0,3-3-6 16,-2-2-3-16,6-3-9 0,-2-3-3 0,-2 0-2 15,8-8 1-15,-5-2-5 0,-1-4-3 16,-4-1-7-16,1-2-4 0,-5-3-1 15,-4-1-2-15,1 0 3 0,-5 4-7 0,-3 2 0 16,-2 6 4-16,-1 2 18 16,-1-1-8-16,0 7-6 0,-3-1 4 0,-1 3-10 15,4 6 3-15,-16-4 3 0,16 4 3 16,0 0-7-16,-26 10-3 0,16-5 2 0,5 2 0 16,1 0-4-16,0 0 3 0,4 2 2 15,0-9 6-15,8 15 1 0,4-7-2 0,1-2 7 16,1 0 3-16,6-4-12 0,-1-2-8 15,2 3 10-15,0-3-5 0,-2 0 3 0,-2 0 11 16,0 0 11-16,-4 0 4 0,1 0 4 16,-14 0-1-16,21 3-1 0,-11-2 13 15,-1 4 9-15,-4 1 9 0,3 1 4 16,-2 0 1-16,0 1-3 0,-2 1-11 16,-1 0-4-16,1 2-58 0,0-1-8 0,-1-2 0 15,2 4 0-15,-1-4 0 0,-1-3 0 16,1 0 0-16,-4-5 0 0,11 9 0 0,-2-6 0 15,-9-3 0-15,18 0 0 0,-18 0 0 16,29-8 0-16,-14 2 0 0,0-1 0 0,3-2 0 16,-4-4 0-16,4 0 0 0,5-6 0 15,-4 3 0-15,-6 1 0 0,0 3 0 16,-2 1 0-16,-2 3 0 0,-2-1 0 16,-1 4 0-16,1-2 0 0,0 2 0 0,-7 5 0 15,9-9 0-15,-6 6 0 0,-3 3 0 16,8-7 0-16,-8 7 0 0,8-4 0 15,-8 4 0-15,9-8 0 0,1 1 0 0,2-1 0 16,10-9-124-16,5-1-109 0,-2-3-12 16,9-12-21-16,0-3-13 0,-4-7-16 0,6-6-14 15,-2-5-5-15,5-20 23 0,-3 2 27 16,-11 11 26-16,0 2 36 0,-6 2 38 0,-3 10 54 16,-7 11 41-16,-7 10 22 0,-4 5 16 15,-6 10 14-15,1 5 35 0,-9 6 37 0,-11 13 32 16,-9 16 39-16,0 12 45 0,0 10 34 15,-13 19 49-15,2 5 15 0,8 3-6 16,3 1-15-16,7-2-19 0,9-15-34 16,6-4-18-16,3-2-18 0,2 0-14 15,7-15-16-15,2-3-17 0,2-5-48 0,9-2-58 16,-6-6-79-16,4-7-85 0,9 3-110 16,-2-6-133-16,2-3-156 0,-1-2-223 0,-3-4-23 15,-2 1 87-15,8-1-593 0,-2 4-767 16</inkml:trace>
  <inkml:trace contextRef="#ctx0" brushRef="#br0" timeOffset="121560.31">27171 4084 3618 0,'0'0'52'0,"-9"12"95"0,-5-8 59 0,-7 8 54 0,-16 0 65 0,-13 6 32 16,-13-2 29-16,-8-1-1 15,-23 4 1-15,-3 2-12 0,-2-5-19 0,-2 4-18 16,0-3-38-16,2-1-27 0,19-6-27 15,0-1-58-15,2 3-187 0,6 0 0 0,3-7 0 16,4 7 0-16,0-2 0 0,8 0 0 16,2-1-422-16,0 4-222 0,14-8-225 0,3 2-19 15,4-3 100-15,6 1-770 0,3-2-1000 16</inkml:trace>
  <inkml:trace contextRef="#ctx0" brushRef="#br0" timeOffset="132506.59">6887 12436 2689 0,'-12'-3'51'0,"3"-1"-39"0,-3 1 3 0,5 1 3 0,7 2 55 0,-12-3 39 0,12 3 24 15,0 0-4-15,-13-5-13 0,13 5-9 0,-5-2-12 16,5 2-10-16,0 0-6 16,-9-3-7-16,9 3-22 0,0 0 9 0,0 0-5 15,0 0 13-15,0 0 1 0,31-2-6 16,-8 4-4-16,20-2-3 0,9 1-10 0,16 1-5 16,5 0-4-16,1 1-2 0,3 2-6 15,2-1-3-15,-2-1-1 0,-7 0-2 16,-5 1-3-16,-15-1-1 0,-7 2-1 0,-2-5-1 15,-11 4-1-15,-5-3-6 0,-10 1 0 16,1-2 1-16,-1 2-2 0,-3 0 2 16,-3-2 2-16,-9 0 3 0,16 1 6 15,-16-1 3-15,13 0-5 0,-13 0-1 0,0 0 1 16,12 2-4-16,-12-2-3 0,0 0-1 16,0 0-4-16,0 0-12 0,0 0-41 0,8 2-73 15,-8-2-108-15,0 0-147 0,0 0-288 16,0 0 39-16,0 0 82 0,-34 5-271 0,34-5-297 15</inkml:trace>
  <inkml:trace contextRef="#ctx0" brushRef="#br0" timeOffset="133123.42">10921 12373 2401 0,'-21'-4'59'0,"2"4"-4"0,-2 0-5 0,6-1-1 0,0 1 9 0,1-2 47 0,3 2 48 0,11 0 29 16,-20-2 15-16,13 1-9 0,7 1-14 16,0 0-17-16,0 0-16 0,0 0-13 15,0 0-15-15,72-6-5 0,-4 6-13 0,5-2-8 16,8 2-14-16,5 0-5 0,-1 0-4 15,-5 2-8-15,-6 2-7 0,-5-2-13 0,-6-1-5 16,-16-1-3-16,-2 2-1 0,-13-2-3 16,-5 2 2-16,-9-2-2 0,3 0-5 15,-5 0-3-15,-5 0 0 0,0 0-1 0,-11 0-4 16,20 0 1-16,-20 0-3 0,7 0-4 16,-7 0-22-16,0 0-52 0,0 0-79 0,0 0-92 15,0 0-127-15,0 0-204 16,-30 8-56-16,17-2 66 0,1-5-293 0,-5 6-337 15</inkml:trace>
  <inkml:trace contextRef="#ctx0" brushRef="#br0" timeOffset="133973.88">7070 14545 2529 0,'-38'5'40'0,"-1"0"11"0,-3 4-2 0,3-3 11 0,-4 2 27 0,5-2 38 16,0-1 25-16,8 1 13 0,7-2 7 15,3-2-8-15,2 1-14 0,4 0-7 16,3-1-16-16,0 0-11 0,11-2-8 16,-16 3-11-16,16-3 8 0,0 0-3 0,0 0 2 15,0 0-11-15,40 4-8 0,6-2-6 16,19-2-8-16,12 0-5 0,2-2-10 16,11 2-2-16,-3-2-6 0,7 2-4 0,-5 0-4 15,-1 0-8-15,-6-2-8 0,-8 1-2 16,-5-1-3-16,-20 0-2 0,-9 0 1 0,-8 2 1 15,-7-3 1-15,-5 3-1 0,-4-3 10 16,0 2 5-16,-5 1 2 0,-11 0 2 16,22-3-5-16,-15 1-4 0,-7 2-1 15,14-4-5-15,-14 4-22 0,11-2-32 0,-11 2-53 16,0 0-68-16,11-2-90 0,-11 2-109 16,0 0-155-16,0 0-178 0,0 0 57 15,0 0-374-15,0 0-478 0</inkml:trace>
  <inkml:trace contextRef="#ctx0" brushRef="#br0" timeOffset="134673.82">11339 14459 3039 0,'-25'-1'100'0,"4"0"-7"0,-1 1-4 0,9-3-12 15,1 1 37-15,12 2 24 0,-18 0 32 0,18 0 18 16,-16-1 10-16,16 1-2 0,0 0 3 15,0 0-1-15,0 0-6 0,0 0-19 0,77 10-17 16,-11-6-16-16,15-1-12 0,5-3-13 16,2 2-14-16,7-4-21 0,-9-1-24 15,-5 1-18-15,-9 0-6 0,-6 0-3 16,-19 2-6-16,-8-1 1 0,-5 0-3 0,-10 1 0 16,-5 0-3-16,-1 0-2 0,-4 0 1 15,-3-3-4-15,1 3 5 0,-12 0-4 16,17-2 2-16,-17 2-9 0,12 0-19 0,-12 0-40 15,0 0-63-15,13-1-94 0,-13 1-135 16,0 0-167-16,0 0-238 0,0 0 51 0,0 0 95 16,0 0-402-16,0 0-480 15</inkml:trace>
  <inkml:trace contextRef="#ctx0" brushRef="#br0" timeOffset="135523">17082 12104 1225 0,'-14'1'398'0,"5"1"-191"0,4 2-86 0,5-4-42 0,-10 4-17 0,10-4 15 0,0 6 29 0,0-6 22 0,13 10 31 16,4-5 20-16,20 2-10 0,6-2-9 0,22 0-9 15,14-1-21-15,3-3-5 0,6 1-17 16,0 0-9-16,4-2-11 0,-1 0-6 0,-3-4-11 16,-6 6-9-16,-3-5-4 15,-15 3-9-15,-13 0-3 0,-6-4-4 0,-15 4 1 16,-3 0-8-16,-9 0 1 0,-2-2-7 16,-1 2-11-16,-1 0 1 0,-14 0-16 0,16-1-18 15,-6 1-35-15,-10 0-39 0,0 0-43 16,0 0-57-16,0 0-70 0,0 0-101 0,0 0-206 15,0 0 25-15,0 0 75 0,-30-7-111 16,30 7-79-16</inkml:trace>
  <inkml:trace contextRef="#ctx0" brushRef="#br0" timeOffset="136206.6">21608 12163 1686 0,'-27'-12'99'0,"4"7"0"0,5-5-8 0,-1 3-8 0,3 1-8 0,5 4 3 0,2-4 38 0,3 5 15 0,6 1-4 0,0 0-4 15,20-12 0-15,7 8-11 0,23 0-12 16,18 3-4-16,18 0-13 0,8 1-7 0,27 1-11 16,7 3 6-16,-2-1-11 15,-10-1-14-15,-26 0-4 0,-8 1-14 0,-10-1 3 16,-7 0-5-16,-19-1 1 0,-14-1-8 15,-3 0 2-15,-11 2-1 0,0-2-6 0,-2 1-2 16,-5-2 0-16,0 1 0 0,-11 0-4 16,14 1 0-16,-14-1-32 0,0 0-42 15,0 0-54-15,0 0-86 0,0 0-129 0,0 0-206 16,0 0 22-16,0 0 76 0,0 0-90 16,0 0-36-16</inkml:trace>
  <inkml:trace contextRef="#ctx0" brushRef="#br0" timeOffset="136992.93">17602 14386 1727 0,'-28'0'144'0,"3"0"-13"0,4 3-16 0,2-3-10 0,3 2-12 0,5 0 18 15,-3-2 20-15,7 1 31 0,7-1 12 16,-13 0-9-16,13 0-7 0,0 0-9 0,0 0-14 16,45-1-13-16,5-4-11 0,21-1-10 15,11 1-9-15,29 0-9 0,2 0-5 0,-2 2-9 16,-18-2-9-16,-1 5-7 0,-2-4-1 15,-6 2-11-15,-11 0-1 0,-8-2-1 0,-17 2-7 16,-4-1 0-16,-16 1-3 0,-3 0 3 16,-5 0 6-16,-6 0-8 0,-2 1-1 0,-1-2-2 15,-3 2-9-15,-3-2 1 16,-5 3-8-16,12-8-22 0,-8 6-30 0,-4 2-48 16,8-3-56-16,-8 3-67 0,3-8-89 15,-3 8-139-15,4-8-157 0,1 4 38 0,-2-2-238 16,5 2-285-16</inkml:trace>
  <inkml:trace contextRef="#ctx0" brushRef="#br0" timeOffset="137523.57">21795 14355 2542 0,'-16'-2'177'0,"16"2"-16"0,0 0-18 0,0 0-9 0,0 0-9 0,56-6 2 0,-14 2-6 15,5-1 2-15,14 0-12 0,0 1-11 16,4 1-6-16,2 1-10 0,-2 0-2 16,0 0-17-16,-14 2-3 0,-2-2-4 0,-2 4-1 15,-6-4-1-15,-9 2 2 0,-7 0-7 16,-5 0 1-16,-4 0 2 0,-2 0 0 16,-1 0-15-16,-4-2 9 0,3 2-7 15,-12 0-28-15,13-2-48 0,-13 2-96 0,6-5-128 16,-6 5-178-16,-6-10-210 0,1 4 51 15,-6 0 80-15,-3 0-236 0,-3 0-243 0</inkml:trace>
  <inkml:trace contextRef="#ctx0" brushRef="#br0" timeOffset="138523.98">22420 11662 3707 0,'-19'-11'123'0,"12"7"-22"0,1 1 1 0,6 3 32 0,-12-7 32 0,6 3 14 0,-3-2 4 16,1-6-10-16,-1 3-12 0,-1-3-1 15,2-2 3-15,1-2-4 0,-1-5 1 16,5-3-14-16,-1-2-11 0,6-12-12 0,1-5-16 16,9-9-16-16,7-7-4 0,13-16-14 15,15 0-11-15,11-1-15 0,15-2-3 0,13 3-7 16,14 4-6-16,13 0-5 0,41-6-10 15,-28 27-11-15,3 6-5 0,1 5-8 16,-6 8-6-16,-8 4-2 0,-9 5-4 0,-31 8 4 16,-9 2 5-16,-8 2 2 0,-17 2-2 15,-6 2 1-15,-9 1 2 0,-6 0 1 16,-6 3 3-16,-1-1 5 0,-3 1 0 16,-2 0 1-16,-9 2-1 0,17-4-2 0,-9 2 3 15,-8 2-20-15,14-2-40 0,-14 2-59 16,9-3-90-16,-9 3-108 0,4-4-120 0,-4 4-172 15,0 0-120-15,0 0 62 0,-27-5-518 16,10 5-647-16</inkml:trace>
  <inkml:trace contextRef="#ctx0" brushRef="#br0" timeOffset="138839.57">23841 10207 3581 0,'9'-12'110'0,"-6"3"-9"0,5 1-13 15,-1 5-7-15,1-1 7 0,3 1 15 0,2 3 5 16,5 1-1-16,3 5-5 0,12 4-7 16,-3 5-8-16,0 4-5 0,-3 3-6 0,-3 2-9 15,-2 4-2-15,-7 3 1 0,-4 0-2 16,-3 3-2-16,-6-5-1 0,-4 5-5 0,-6-1 0 15,-3-2-5-15,-1 0-6 16,-1-2-1-16,-1-2-3 0,-2-2-6 0,-2 0-3 16,2-3-3-16,2-5-7 0,5-3-30 15,-4-2-42-15,6-2-62 0,-2 1-86 0,2-4-87 16,-2-1-115-16,4 0-159 0,-3-3-80 16,8-3 56-16,-5 1-360 0,5-1-421 0</inkml:trace>
  <inkml:trace contextRef="#ctx0" brushRef="#br0" timeOffset="139572.62">24915 10319 2430 0,'-2'-10'3'0,"2"10"46"0,0-12 22 0,2 4 26 0,0 1 18 0,-1-3 12 16,5 2 9-16,1-5-1 0,5 3 4 0,-1-2-10 15,7 1-1-15,-3 3-15 16,2-2-5-16,4 3-8 0,-4 4-10 0,1-1-7 15,-5 4-4-15,0 2-4 0,-1 3 1 0,-3 4-1 16,-2 5-3-16,0-1 0 0,-7 7 2 16,-5 3 9-16,-4 12 10 0,-11 6 8 15,-2 0 7-15,-3 0 1 0,0 0-3 0,-3-2-5 16,1-4 3-16,5-6-6 0,2-2-5 16,3 0-9-16,4-2-9 0,1-6-7 0,6-2-4 15,5-2-4-15,-1-2-4 0,4-2-2 16,3 0-3-16,3-1-4 0,5 1-6 15,1-7-5-15,3 3 0 0,0-5-7 0,2 0-2 16,-3-2-4-16,-4-2 2 0,2-2-1 16,-3-1 0-16,0-3 0 0,-2-2 14 0,-4-4 12 15,-3-5 9-15,-2 0 9 16,-7-12 3-16,-3-4 8 0,-5 1 16 0,-8-5 3 16,3 6 14-16,2 4 12 0,-2 0 11 15,0 2 7-15,4 3 11 0,5 3 7 0,5 4-5 16,0 2-32-16,6-2-14 0,6 0-109 15,10-10 0-15,5 6 0 0,9-1 0 0,12 1 0 16,-1 2 0-16,9 1 0 0,-12 5 0 16,3 4 0-16,-1 2-248 0,-2 2-98 0,-1 2-118 15,-3 4-139-15,-7-1-224 0,10 6 18 16,-6-1 75-16,-6 3-681 0,1 3-866 16</inkml:trace>
  <inkml:trace contextRef="#ctx0" brushRef="#br0" timeOffset="140055.32">25137 9827 4053 0,'-28'-12'-78'0,"-6"8"38"0,-6 3 36 0,-10 2 49 0,-11 7 42 0,-6 6 43 16,3 10 39-16,-17 11 33 0,1 8 17 0,8 13 7 15,4 8 13-15,5 4 7 0,9 7 18 16,11 9 0-16,6 1-8 0,10 0-8 0,14-15-12 16,9-2-6-16,12 2-17 0,8-2-18 15,12 14-15-15,14-12-18 0,11-2-16 0,14-10-15 16,7-8-12-16,2-10-66 0,-7-14-53 15,1-9 0-15,5-5 0 0,5-6 0 0,1-10 0 16,0-4 0-16,14-15 0 0,-7-3 0 16,-2-9 0-16,-11-4 0 0,-2-6 0 0,-6-8 0 15,-12-7 0-15,-2-11 0 16,-9-11 0-16,-8-5 0 0,-5-10 0 0,-10-2 0 16,-12-3 0-16,-10-3-9 0,-17 5-3 15,-13 10 0-15,-10 7 5 0,-15 16-6 0,-10 14-3 16,-14 11 3-16,-10 17-20 0,12 11-43 15,-8 11-54-15,2 8-58 0,-20 11-72 0,2 5-103 16,9 12-120-16,10 2-155 0,3 9-195 16,9 1 70-16,21-8 90 0,9-1-575 0,9 4-709 15</inkml:trace>
  <inkml:trace contextRef="#ctx0" brushRef="#br0" timeOffset="141272.54">26088 10432 3726 0,'5'-9'114'0,"-3"3"24"0,-1 2 20 0,-1 4 13 0,6-9-1 0,-6 9-8 16,0 0-3-16,0 0 49 0,0 0 46 15,0 0 11-15,-4 36 1 0,-1-14 3 0,-4 9 3 16,-2 2-1-16,-3-3 2 0,1 4 0 16,1-3 2-16,-2-4-39 0,1 0-18 0,1-6-22 15,2-6-79-15,5-1-117 0,-1 0 0 16,3-6 0-16,-4 1 0 0,4-1 0 0,-1-1 0 15,2-2 0-15,2-5 0 0,-4 9 0 16,4-9 0-16,0 0 0 0,0 0 0 0,11-27 0 16,1-1 0-16,9-10 0 0,2-4 0 15,4 1 0-15,-1 0 0 0,3 6 0 16,-11 7 0-16,4 4 0 0,-7 5 0 16,-2 6 0-16,-3 4 0 0,0 2 0 0,-1 4 0 15,0 3 0-15,-9 0 0 0,23 7 0 16,-12 2 0-16,1 1 0 0,1 3 0 0,-1 3 0 15,-2 3 0-15,-3-1 0 0,-1-1 0 16,-5-3 0-16,2 3 0 0,1-1 0 0,-4-3 0 16,0 2 0-16,0-5 0 0,0 0 0 15,-2-1 0-15,2 0 0 0,0-9 0 0,-2 11 0 16,2-11 0-16,0 0 0 16,0 0 0-16,21-25 0 0,0-6 0 0,7-8 0 15,5 0 0-15,3 7 0 0,-4 3 0 16,-5 10 0-16,-8 5 0 0,-2 4 0 0,-1 5 0 0,-5 3 0 15,3 5 0-15,-3 4 0 16,2 5 0-16,-1 5 0 0,1 9 0 0,-3 3 0 16,-3-5 0-16,-1 0 0 0,-3 1 0 15,3-3 0-15,-2 1 0 0,-3 0 0 0,1-4 0 16,1-2 0-16,-1 0 0 0,-2-2 0 16,0-4 0-16,0 1 0 0,0-4 0 0,0 2 0 15,-2-1 0-15,-3-2 0 16,4-2 0-16,-5 1-392 0,6-6-462 0,-9 1-82 15,9-1 97-15,0 0-919 0,0 0-1190 16</inkml:trace>
  <inkml:trace contextRef="#ctx0" brushRef="#br0" timeOffset="141823.54">26674 10793 4818 0,'0'0'-14'0,"0"0"34"0,0 0 33 0,13-12 48 0,-8 7 32 0,5-2 34 16,0-2 12-16,1-2 1 0,3-3-3 16,0 1-9-16,8-8-10 0,1 1-20 0,-5-1-11 15,3-1-8-15,-1 1-14 0,-4-2-4 16,2 1-17-16,-5 3-2 0,-1 2-15 16,-1 0-8-16,-4 2-1 0,4 3-11 15,-4 0-4-15,-1 1-5 0,-1 3-6 0,-1 1-6 16,-1 0-9-16,-3 7-6 0,7-5 7 15,-7 5 0-15,0 0-2 0,0 0 6 0,-12 31 11 16,3-12 10-16,-2 11 4 0,-1-3-7 16,0 4 3-16,2-1-5 0,5-4-1 0,1-4-7 15,4 1-2-15,0-5-2 0,2 1 3 16,3-4-4-16,4 3-2 0,-2-5 0 0,2-1 1 16,5-3 6-16,1-1-6 0,3-5-1 15,-4-2-5-15,0-2 1 0,7-6-4 0,0-2-1 16,6-4-2-16,-2-5 2 15,0-4-3-15,-3-2-2 0,-1-5-5 0,4-7 4 16,-9 3-2-16,2 2-1 0,-3 2 1 16,-1 3 3-16,-5 7-4 0,-2 6 0 0,2 1-3 15,-6 4-5-15,3-2-9 0,-2 5 5 16,-4 5-1-16,0 0 16 0,0 0 5 0,0 0 0 16,1 24 1-16,-4-8 7 0,1 2-8 15,0 3 1-15,-2 3 0 0,2 1 1 0,2-2-15 16,0-2 0-16,2-1 0 15,-2-1 0-15,2 0-8 0,2-2-55 0,-2-1-39 0,0-3-50 16,-1-1-53-16,-1-1-64 16,4-4-111-16,3-1-118 0,-6-3-129 0,-1-3-199 15,12 1 72-15,-12-1 85 0,0 0-568 16,19-14-700-16</inkml:trace>
  <inkml:trace contextRef="#ctx0" brushRef="#br0" timeOffset="142089.85">27565 9953 3648 0,'0'-17'77'0,"-2"5"50"0,2 2 19 0,0 2 10 0,0 2-4 0,0 6 19 0,0 0 50 16,0 0 39-16,0 0 4 16,-9 43-13-16,4-4 5 0,-4 13-8 0,2 6-11 15,0 6-19-15,-6 4-19 0,4 2-18 16,0 3-16-16,-3-5-14 0,3-3-18 0,-4 0-8 15,1-4-19-15,1-6-13 0,-3-4-31 16,5-12-14-16,1 0-30 0,1-7-30 0,-1-9-48 16,0-3-36-16,3-8-59 0,3 1-59 15,-4-4-118-15,4-4-143 0,2-5-153 0,0 0-181 16,0 0 65-16,19-21 91 0,0-2-549 16,8-14-667-16</inkml:trace>
  <inkml:trace contextRef="#ctx0" brushRef="#br0" timeOffset="142621.48">28121 9428 3648 0,'-3'-23'162'0,"-3"7"21"16,2 2 0-16,3 7-12 0,-1 4 20 0,2 3 73 16,0 0 43-16,-14 34 11 0,3 14-4 15,2 13 9-15,-2 7-5 0,-3 24-6 16,-2 9-11-16,-4 5-32 0,0 4-26 15,-1 1-20-15,1 0-20 0,2-7-21 0,1-2-106 0,2-8-76 16,4-25 0-16,-3-1 0 0,1-8 0 16,1-4 0-16,-1-9 0 0,4-12 0 15,0-12 0-15,4-2 0 0,-1-8 0 16,4-2 0-16,-1-4 0 0,1-3 0 0,2-4 0 16,0 0 0-16,0 0 0 0,0-29 0 15,2 9 0-15,0-3 0 0,-1-14-80 0,1-2-62 16,-2 3 17-16,-2 7 10 0,1 3 21 15,-3 2 19-15,0 6 23 0,2 2 25 0,1 3 12 16,-4 3 14-16,5 0 34 0,-2-1 2 16,2 3 3-16,0 0 6 0,0 2-9 15,0 6 5-15,2-9-6 0,0 3-3 16,4 2 1-16,3-4 1 0,4 1-9 0,9 1-2 16,1-2-2-16,2 2-4 0,7-1-2 15,-3 2-1-15,-7 2-5 0,-5-1 5 0,1 4-11 16,-3 2 1-16,-1 0-1 0,-2 2 0 15,0 7 1-15,-2 1-8 0,-3 1 11 0,-3 3-1 16,0 1 0-16,-4 1 4 0,1-1-6 16,-1 1-1-16,-1 1 4 0,1-1-19 0,-2-2-22 15,0 2-40-15,0-5-46 0,2-1-62 16,-2 0-57-16,0-3-62 0,2 1-68 0,-2-5-86 16,2 0-118-16,0-5-137 0,0 0-22 15,0 0 68-15,0 0-531 0,0 0-659 16</inkml:trace>
  <inkml:trace contextRef="#ctx0" brushRef="#br0" timeOffset="142755.12">28277 10372 3201 0,'7'-26'14'0,"-1"6"50"0,-5 1 55 0,1 1 34 0,0 1 30 0,-2 3 16 0,2 1 8 16,-2-1-4-16,-2 1-19 0,2 2-21 16,-2 1-39-16,2 1-57 0,0 9-83 0,-2-13-123 15,2 6-142-15,0 7-178 0,0-9-172 16,-1 4 41-16,1 5-351 0,0 0-419 15</inkml:trace>
  <inkml:trace contextRef="#ctx0" brushRef="#br0" timeOffset="143240.62">28705 9604 2882 0,'-14'-16'145'0,"2"6"5"16,-1 3 6-16,6 2 10 0,-2 5 36 15,9 0 54-15,-23 19 28 0,5 8 21 0,2 17 26 16,0 11-12-16,-1 13-14 0,-2 22-33 16,2 6-15-16,-2 4-20 0,4 3-26 0,-3 1-19 15,1-1-24-15,4-5-12 0,-3-3-18 16,5-23-12-16,-2-1-36 0,-1-2-37 16,1-7-34-16,0-7-33 0,0-4-30 15,2-13-36-15,-1-6-36 0,2-8-29 0,5-5-32 16,-4-7-41-16,6-4-46 0,-3-4-26 15,6-4-4-15,0 0 11 0,0 0 15 0,-9-29 8 16,11 3 19-16,3-12 22 0,8-22 16 16,5-7 19-16,9-20 22 0,1 5 47 15,-1 18 68-15,0 10 79 0,-5 7 59 16,-3 8 45-16,-6 11 33 0,-1 8 23 0,-4 3 20 0,-1 5 1 16,2 1 8-16,-2 3-5 0,2 4-7 15,-2 2-2-15,-7 2-17 0,20 9-4 16,-11 2-13-16,1 2-15 0,-4 6-14 15,-1 3-13-15,1 1-12 0,-4 0-10 0,0 2-12 16,-4-4-7-16,-4 3-11 0,1-5-3 16,-4 3-5-16,-2-4-3 0,2 0-10 0,-7-6 1 15,5 0-22-15,-2-6-34 0,1-1-42 16,3-5-60-16,0 0-61 0,9 0-63 0,-16-20-76 16,14 0-85-16,6-21-67 0,8-17-91 15,20-22-118-15,8-11-56 0,5-9 65 0,11-6-478 16,1 4-596-16</inkml:trace>
  <inkml:trace contextRef="#ctx0" brushRef="#br0" timeOffset="143624.57">29052 9588 2992 0,'15'-31'13'0,"-3"9"63"0,-5 5 61 0,-2 2 45 0,-1 6 60 0,1 1 43 15,-3 2 27-15,-2 6 3 0,3-11-7 0,-3 11-36 16,0 0 45-16,0 0 16 0,-5 35 4 16,-4 0 6-16,-3 16 14 0,-4 9-9 0,-1 8-12 15,-6 22-22-15,-2 6-21 0,-4 3-214 16,6 2-79-16,-2 1 0 0,-2-5 0 0,2-4 0 15,-2-9 0-15,0-6 0 0,7-17 0 16,-3-5 0-16,0-6 0 0,1-4 0 0,10-12 0 16,-1-4 0-16,2-8 0 15,4-7 0-15,2-5 0 0,3-2 0 0,2-5-252 0,0-3-204 16,0 0-22-16,0 0-7 16,20-31 0-16,-1 2 24 0,8-15 35 0,5-8 48 15,10-13 59-15,4-2 74 0,-8 15 84 16,-6 9 94-16,-1 4 96 0,-12 14 61 0,0 0 41 15,-7 8 26-15,-1 5 13 0,-6 4 49 16,4 5 67-16,-5 3 20 0,-4 0 13 0,5 15-10 16,-5-1-10-16,-2 8-20 0,-3 14-22 15,-6 0-24-15,0 2-24 0,-2 0-22 16,-2 5-21-16,2-9-37 0,-3-4-56 0,3 0-77 16,-1-3-87-16,5-7-106 0,2-3-97 0,-2-5-112 15,6-3-136-15,1-4-180 16,0-2-68-16,2-3 64 0,0 0-653 0,0 0-832 15</inkml:trace>
  <inkml:trace contextRef="#ctx0" brushRef="#br0" timeOffset="143788.12">29235 10231 4058 0,'-2'-9'41'0,"0"3"1"0,0 0 5 0,2 6 3 0,-4-10-6 0,4 10-7 0,0 0-23 0,0-7-30 16,0 7-52-16,0 0-60 15,0 0-70-15,0 0-64 0,0 0-66 0,0 0-47 0,8 25-35 16,-5-22-20-16,5 0-291 16,-8-3-212-16</inkml:trace>
  <inkml:trace contextRef="#ctx0" brushRef="#br0" timeOffset="144254.57">29283 10251 1964 0,'3'7'35'0,"-3"0"54"0,-1 4 60 16,-1 0 44-16,-7 3 50 0,2 5 27 16,-10 9 26-16,2 1 22 0,-2 2 7 0,-2 0 9 15,-3-2-10-15,6 1-25 0,0-1-25 16,-1-1-31-16,5-3-21 0,3-4-22 0,4-3-16 15,-4-5-25-15,7 1-15 0,1-3-12 16,-1 0-18-16,4-2-26 0,-1 0-37 0,8-3-28 16,0-2-34-16,2-1-27 0,3 1-31 15,1-4-2-15,0 0-1 0,6-4 11 16,-6 1 4-16,5-1 6 0,-5 1 8 16,-1 0 14-16,-3-1 27 0,-11 4 16 0,16-3 22 15,-6 1 13-15,-10 2 13 0,11-3 13 16,-11 3 2-16,0 0 12 0,18 1 47 0,-18-1 18 15,0 0 0-15,7 6-7 0,-7-6 2 16,0 0-22-16,6 8-8 0,-6-8-10 0,2 5-7 16,-2-5-3-16,0 0-3 0,0 0-7 15,0 9-2-15,0-9-35 0,0 0-52 16,0 0 0-16,-15 3 0 0,15-3 0 0,0 0 0 16,-23-12 0-16,17 4 0 15,3-9 0-15,3-2 0 0,3-17 0 0,7 2 0 16,4 5 0-16,-2 0 0 0,-2 9 0 0,0 5 0 15,-5 3 0-15,5 1 0 0,-5 3 0 16,3 3 0-16,2 3 0 0,-10 2 0 16,18 0 0-16,-18 0 0 0,21 7 0 0,-9-1 0 15,1 1 0-15,0 2 0 0,-1 0 0 16,-1-1 0-16,5 1 0 0,3-1 0 0,0-1-76 16,2-2-279-16,0-2-78 15,-2-3-69-15,-1-1-45 0,-2-6-33 0,-3 0-37 16,3-7-37-16,1-8-28 0,-2-3-592 0,-1-8-733 15</inkml:trace>
  <inkml:trace contextRef="#ctx0" brushRef="#br0" timeOffset="144854.5">30178 9297 3273 0,'23'-65'-106'0,"-4"19"83"0,-8 9 88 0,2 4 82 0,-4 14 36 0,-6-1 1 0,3 8-16 0,-4 7 28 0,-2 5 78 15,0 0 32-15,-27 42 40 0,2 7 8 16,-11 23 7-16,2 15-5 0,-2 11-10 0,0 5-15 15,4 10-21-15,0 12-18 0,4-1-30 16,7 0-21-16,4-6-30 0,0 0-97 16,3-11-114-16,1-7 0 0,4-26 0 0,-1-8 0 15,0-6 0-15,-1-6 0 0,5-16 0 16,0-10 0-16,5-8 0 0,-3-4 0 16,4-8 0-16,0-7 0 0,0-1 0 0,0 0-57 15,17-20-248-15,-4-7-41 0,7-18-37 16,-2-5-19-16,2-6 6 0,-7-2 27 0,-5 1 37 15,-4 14 67-15,-4 4 67 0,-2 11 62 16,-3 6 50-16,-2 6 68 0,1 4 53 16,-3 2 59-16,1 3 45 0,-2 2 30 0,3 2 26 15,7 3 10-15,-14-2-4 0,14 2-9 16,0 0 12-16,0 0 4 0,0 0 6 0,0 0-4 16,0 0-14-16,0 0-17 15,41 15-17-15,-14-16-17 0,10-3-16 0,7 0-11 16,0-2-14-16,1-2-12 0,0 0-15 15,-5 0-52-15,-4 3-25 0,-10-1 0 0,-3 4 0 16,-3 2 0-16,-7 0 0 0,0 2 0 16,-1 2 0-16,-3 4 0 0,-4 4 0 0,1 3 0 15,-3 2 0-15,-6 1 0 0,1 5 0 16,-2-1 0-16,1 2 0 0,-3-2 0 16,3-1 0-16,1-2 0 0,0-4 0 0,0-1 0 15,-2-2 0-15,4-4 0 0,0 1 0 0,6 0 0 16,1-4 0-16,2-1 0 15,5 0 0-15,-3-3 0 0,5-1 0 0,-1 0 0 16,-1 2 0-16,-14-2 0 0,24-2 0 16,-10 2 0-16,-3 0 0 0,-11 0 0 0,15-1 0 15,-15 1 0-15,0 0 0 0,19 0 0 16,-19 0 0-16,8-4 0 0,-8 4-436 0,4-4-161 16,-4 4-152-16,0 0-135 0,-7-12 70 15,7 12-788-15,-12-11-1043 0</inkml:trace>
  <inkml:trace contextRef="#ctx0" brushRef="#br0" timeOffset="147272.7">26763 11668 4523 0,'11'-12'-136'0,"-3"2"47"0,-3 1 41 16,0 2 45-16,-3 2 23 0,0 1 2 0,-2 4 6 0,0 0-2 0,0 0 41 0,0 0 28 15,-29 30 3-15,0 6 6 16,-3 3 8-16,-2 10-3 0,0 2 10 0,-1 2 13 15,0 1-8-15,7-2-8 0,-1 0-13 16,7-4-8-16,1-4-6 0,5-10-12 0,5-3-5 16,0-3-4-16,-1-7-7 0,6-4-6 15,1-5 0-15,1-2-3 0,0 1-3 0,1-5-3 16,-2 0-2-16,5-6-7 16,-6 8-34-16,6-8-42 0,0 0-44 0,0 0-53 0,0 0-73 15,6-34-73-15,2 11-60 0,5-11-39 16,7-12-35-16,2-7-12 0,-1-1 7 15,2-5 15-15,2-4 31 0,0 0-580 16</inkml:trace>
  <inkml:trace contextRef="#ctx0" brushRef="#br0" timeOffset="147472.53">26626 11683 2429 0,'23'-48'-67'16,"-7"7"63"-16,-4 12 53 0,-2 7 42 0,-3 2 47 15,1 6 47-15,-2-1 10 0,-2 6-2 16,-1 0-13-16,3 4 17 0,-6 5 28 0,16 3 13 16,-5 9 4-16,8 11-2 0,1 4-5 15,5 12-6-15,4 3-2 0,-2 1-12 0,1 2-12 16,-1-2-23-16,0 2-13 0,0-4-14 15,-7 2-13-15,1-4-15 0,-5-5-15 16,-1-5-13-16,-4-3-6 0,-3-3-15 0,-2-5-28 16,-3-5-46-16,1 3-42 0,0-5-50 0,-4 0-69 15,0-4-103-15,-4 0-118 0,0-3-116 16,4-4-139-16,-7 4-79 0,7-4 56 16,0 0-497-16,-23-8-621 0</inkml:trace>
  <inkml:trace contextRef="#ctx0" brushRef="#br0" timeOffset="147637.53">26762 11935 3277 0,'-14'-2'112'0,"4"-1"32"0,10 3 21 16,-13-1 38-16,13 1 36 0,0 0 33 15,-12-4 17-15,12 4-3 0,0 0-12 0,0 0-25 16,0 0-27-16,0 0-21 16,0 0-18-16,35-12-19 0,-16 9-52 0,6-2-74 15,1 1-113-15,9-3-145 0,1 4-207 16,-6-1-268-16,-3 1-63 0,-3-1 89 0,-2 3-551 15,-1 2-682-15</inkml:trace>
  <inkml:trace contextRef="#ctx0" brushRef="#br0" timeOffset="148470.03">27924 11680 3580 0,'0'-13'23'0,"0"2"38"0,0 2 22 0,-2 2 30 15,2 2 33-15,0 5 5 0,-2-8-14 0,2 8-14 0,0 0 18 16,0 0 41-16,-32 37 2 0,9 0-5 16,-4 7-12-16,-2 9-5 0,0 0-28 15,5 0 6-15,0-1 1 0,0-3 5 0,5-3-15 16,2 0-10-16,4-14-12 16,1-1-14-16,2-7-8 0,5-4-13 0,-3-6-3 0,5-2 1 15,-3-1-8-15,2-2-10 0,0-1-9 16,-2-2-50-16,3-4-52 0,3-2-47 0,0 0-47 15,0 0-44-15,-19-15-49 16,14 1-50-16,0-5-30 0,3-7-11 0,-3-13-1 16,1-5 17-16,2-14 33 0,0 0 30 15,2 11 54-15,2 5 73 0,0 5 62 0,-2 10 60 16,2 4 50-16,0 4 38 0,-1 4 26 16,3 5 24-16,2 0 38 0,2 4 30 15,3 3 22-15,2 3 5 0,5 5 0 0,12 7-2 16,2 5 0-16,4 9-19 15,5 3-13-15,-3 3-20 0,0-1-18 0,-2 7-11 0,-4-3-20 16,0-2-9-16,-7 2-38 0,-3-6-49 16,-6-1-46-16,0 1-57 0,-5-2-81 0,-3-5-96 15,-2-4-112-15,-2-3-123 0,-3-5-191 16,5 0-34-16,-2-2 70 0,1-4-469 16,-5-4-581-16</inkml:trace>
  <inkml:trace contextRef="#ctx0" brushRef="#br0" timeOffset="148687.18">28555 11592 3452 0,'0'-6'162'0,"0"6"-20"0,0 0 50 0,0 0 28 0,-2 32 14 0,0-11 7 0,-5 12-9 0,7 3 4 0,-3 1-28 16,-1 4-24-16,0 2-15 0,3-1-18 0,-1-3-12 15,-2-2-30-15,0-1-52 0,0-7-69 16,0-2-87-16,0-5-104 0,1-5-113 0,-1-1-115 16,2-5-137-16,-2-1-124 0,3-6 55 15,1-4-441-15,0 0-550 0</inkml:trace>
  <inkml:trace contextRef="#ctx0" brushRef="#br0" timeOffset="149037.4">28591 11664 2921 0,'9'-20'46'0,"-4"1"43"0,4 3 37 15,-4 5 17-15,5-1 24 16,-3 1 19-16,5 1 19 0,-1 3-4 0,0 2-1 16,3 5 0-16,-1 4-11 0,3 1 7 15,-2 6 3-15,6 10-10 0,-4 3-5 16,-4 4 4-16,-4 1-1 0,-4 1 23 0,-4-5 34 16,-4 10 6-16,-4 2-7 0,1-1-6 15,-3-3-1-15,1-4-24 0,3-7-12 0,2-5-16 16,1-2-1-16,3-1-7 0,2-1-176 15,-1 3 0-15,5-1 0 0,1 3 0 0,5-1 0 16,-1 2 0-16,-1-2 0 0,2 2 0 16,-1 0 0-16,-4 0 0 0,3-2 0 0,-4 2 0 15,-2-3 0-15,-3 2 0 16,-1-5 0-16,-1 3 0 0,-3-1 0 0,-2 1 0 16,-2-3 0-16,-3 3 0 0,-3-2 0 15,-3-2 0-15,0 0 0 0,-2-2 0 0,-4-3 0 16,2-2 0-16,1-1 0 0,-1-4 0 15,1 0 0-15,2-4 0 0,2-4 0 0,3 1-272 16,-3-5-777-16,9-2 115 0,1 1-1085 16,6 4-1434-16</inkml:trace>
  <inkml:trace contextRef="#ctx0" brushRef="#br0" timeOffset="149537.37">29030 11390 5748 0,'-16'-14'-158'0,"2"6"47"0,3 0 64 0,4-1 68 0,3 4 68 0,-3-1 32 0,7-2-13 0,9-1-9 16,5-1-4-16,19-3-8 0,7 0-14 16,8 8-3-16,1 2-7 0,5 5-7 0,7 6-5 15,-5 7-2-15,2 11-2 0,-8 8 8 16,-5 7 34-16,-8 8 33 0,-9 6 19 0,-5 5 38 15,-8 4 19-15,-7 2 21 0,-5 3 17 16,-5 3-13-16,1-1 5 0,-5-1-188 0,-1 4-40 16,-3-3 0-16,2 1 0 0,1-4 0 15,-1 1 0-15,0-6 0 0,-1-3 0 0,-2 0 0 16,1-8 0-16,-3 0 0 16,-5-6 0-16,-2-3 0 0,-5-6 0 0,-8-2 0 15,-3-2 0-15,-6-6 0 0,-10-6 0 16,-6-3 0-16,-4-7 0 0,-3-5 0 0,15-4 0 15,-11-10 0-15,2-1 0 0,3-11 0 16,4-5-529-16,3-4-489 0,1-6 106 0,9-7-1037 16,-2 2-1370-16</inkml:trace>
  <inkml:trace contextRef="#ctx0" brushRef="#br0" timeOffset="149954.01">26041 11640 5556 0,'-7'-23'-117'0,"0"4"51"0,1 5 24 0,3 2 1 0,1 5-3 0,2 7 59 0,0 0 93 15,-11 29 43-15,1 10 25 0,-1 21 27 16,-5 11 8-16,-3 28 22 0,0 2 12 16,2 6 7-16,5-2-3 0,7-5-5 0,7-17-14 15,5 13-21-15,11-6-20 0,-1-22-16 16,14 11-116-16,-4-19-57 0,9-8 0 0,0-3 0 15,1-6 0-15,1-7 0 0,-2-7 0 16,-1-8 0-16,-9-6 0 0,8-5 0 0,-9-5 0 16,0-3 0-16,0-5-240 15,8-4-286-15,-1-2-189 0,-2-3-194 0,1-3 81 0,-2-4 98 16,1 2-713-16,1-4-893 16</inkml:trace>
  <inkml:trace contextRef="#ctx0" brushRef="#br0" timeOffset="151337.26">28291 13166 4198 0,'-11'0'91'0,"11"0"20"0,0 0 9 0,0 0 20 0,0 0 34 0,0 0 53 15,0 0 52-15,33-19 29 16,-19 19-10-16,0-2-9 0,7 2-16 0,-2 2-12 15,-1 2-7-15,0 4 0 0,-2 5 5 16,-3 1 0-16,-4 5 12 0,-4-2-146 0,-5 3-125 16,-5 4 0-16,-2 7 0 0,-3 1 0 15,1-3 0-15,1-4 0 0,2-4 0 0,1-4 0 16,5-3 0-16,-2 1 0 0,4-3 0 16,1 2 0-16,8-2 0 0,3 0 0 0,8-7 0 15,2-1 0-15,0-2 0 16,5-4 0-16,9-4 0 0,-1-4 0 0,-1-7 0 0,7 0 0 15,0-9 0-15,2 3 0 16,0-3 0-16,0 0 0 0,3-1-440 0,-5-2-212 16,-1 3 13-16,-7 9 73 0,-9 2 97 15,-5 3 104-15,-5 3 99 0,-3 1 100 0,-4 2 80 16,-1 2 68-16,0-2 45 0,-5 3 34 16,-3 3 51-16,0 0 45 0,0 0 37 0,0 0 36 15,0 0 28-15,-32 9 23 0,14-1 3 16,-6 8 2-16,-2 1-2 0,-1 3-7 15,0-1-22-15,-2 3-22 0,3 0-25 0,-1-1-21 16,2 1-21-16,1-1-14 0,3 0-137 16,-1-2-15-16,8-5 0 0,0-2 0 0,1-5 0 15,1 3 0-15,4-6 0 16,1-2 0-16,7-2 0 0,0 0-119 0,-6-17-32 16,10-1 9-16,7-11 17 0,5-2 11 15,11-8 12-15,0 7 21 0,-3 8 33 0,-3 3 30 16,-2 8 11-16,-6 1 21 0,-2 5 23 15,3 2 24-15,-1 1 17 0,-3 4 4 0,-10 0 4 16,24 7-12-16,-8-2-5 0,-3 4-10 16,4 1-5-16,1 0-7 0,4 6-44 0,3 1-34 15,0 2-32-15,0-2-83 0,-3-2-61 16,-1-3-63-16,-5-2-57 0,-5-3-41 0,-2-2-35 16,0-1-34-16,-4-2-7 15,-5-2 28-15,0 0 58 0,0 0 80 0,17-12 76 16,-11 0 67-16,0-4 62 0,7-10 68 15,1-1 69-15,-1 0 49 0,2-1 61 16,2 6 41-16,-3 6 27 0,-5 3-6 0,0 6 9 16,-1 2 32-16,2 3 32 0,-10 2 14 15,15 9 15-15,-10 3 11 0,0 3 13 0,-3 6 12 16,-4 4-7-16,-8 11-17 0,-1 2-282 16,-1-1-68-16,0 0 0 0,0-2 0 0,-1-6 0 15,6-4 0-15,3-6 0 0,1-5 0 16,-1 3 0-16,2-5 0 0,4-4 0 0,2 1 0 15,5-4 0-15,5-3 0 16,1-2 0-16,6-4 0 0,2-3 0 0,7-3 0 0,3 0 0 16,-1 1 0-16,-5 1 0 15,-3 3 0-15,1 1-768 0,0 3-219 0,2-1 91 16,-2 5 90-16,11 4-804 0,0 3-1050 16</inkml:trace>
  <inkml:trace contextRef="#ctx0" brushRef="#br0" timeOffset="151621.56">28419 13868 4749 0,'-139'24'45'0,"2"7"46"0,4 4 54 0,16-6 31 0,28-6 31 0,29-7 75 0,23-2 36 0,15-4 28 16,15-1 2-16,14 3-15 15,26-3-18-15,37 2-22 0,39-2-31 0,18-6-24 16,24 1-195-16,5-2-43 0,14 0 0 15,4 4 0-15,0 0 0 0,2 0 0 0,-4-1 0 16,-9-2 0-16,-8 2 0 0,-14-1 0 16,-21-6 0-16,-36 2 0 0,-17 0 0 15,-17-2 0-15,-13 1 0 0,-6-1 0 0,-13-1 0 16,-2 1 0-16,-9-2-210 0,-3 3-226 16,-4 1-72-16,0 0-101 0,-25-7-179 15,3 8-38-15,-19 3 88 0,-4 3-648 16,-14 1-840-16</inkml:trace>
  <inkml:trace contextRef="#ctx0" brushRef="#br0" timeOffset="171799.66">26475 6118 2694 0,'-4'-14'294'0,"-3"1"-82"0,-3 1-40 0,1 3 0 0,-4 0-19 16,-5 2-11-16,0 3-6 0,-4 4-10 15,-12 6 6-15,-2 8 1 0,-8 8-1 0,2 11 4 16,0 8-13-16,-7 18 9 0,3 6-6 16,6 5 16-16,2 3-8 0,15-13-6 15,4 2-13-15,7-4 0 0,7-1-8 0,9-11-8 16,5 9-12-16,7-6-1 0,8-8-7 16,4 0-12-16,6-9-6 0,7-8-6 0,-5-9-18 15,4-3-4-15,4-6-9 0,1-8-11 16,2-3-11-16,3-9-1 0,4-7 0 15,-4-3-2-15,-7-5 5 0,0-6 18 16,-7-4 26-16,-8-9 41 0,-6-3 32 0,-9-5 15 16,-6-4 0-16,-9-2-3 0,-7-5-16 15,-14-20-7-15,-9 3-16 0,-6 2-9 0,-9 11-10 16,0 11-9-16,3 19-4 0,-1 9-9 16,0 8-5-16,-5 11-9 0,3 7-3 0,-1 8-9 15,-6 9 2-15,-2 5-8 0,1 5-22 16,3 10-42-16,5 4-40 0,3 2-53 15,6 4-51-15,6-1-59 0,5-1-62 16,7-4-77-16,13-2-77 0,1-6-117 0,8-3-188 0,7 5 49 16,9-1 78-16,7-5-515 15,7-4-622-15</inkml:trace>
  <inkml:trace contextRef="#ctx0" brushRef="#br0" timeOffset="172083.47">27016 6003 3559 0,'0'-25'182'0,"-1"8"9"0,-1 5 7 0,2 0 6 0,0 6-14 0,0 6 13 0,-8 0 17 0,8 0 38 0,-13 24 0 16,-2 9-29-16,-1 15 3 0,5 8-16 15,-1 6-18-15,6 4-22 0,3-2-12 16,5 2-22-16,3 2-8 0,7-3-18 15,3-3-9-15,1-6-12 0,-2-3-14 0,6-5-31 16,-7-13-46-16,2-3-36 0,-4-4-62 16,3-8-57-16,-3-5-71 0,-3-4-104 0,2-5-101 15,-3-3-110-15,4-2-140 16,-11-1-40-16,22-10 60 0,-11 1-556 0,1-8-677 16</inkml:trace>
  <inkml:trace contextRef="#ctx0" brushRef="#br0" timeOffset="172449.07">27268 6313 3257 0,'-4'-9'142'0,"2"0"73"0,-1 4 35 16,3 5 19-16,-4-10 17 0,4 10 8 0,-4-5-1 15,4 5-12-15,0 0 0 0,0 0-18 16,0 0-14-16,20-1-24 0,-20 1-22 0,36 14-19 16,-18-5-14-16,0 3-21 0,-4 0-7 15,4 3-15-15,-5-1-8 0,-1 2-8 0,-5-3-8 16,1 0-9-16,-5-1-10 15,3 0 0-15,-4-1-7 0,-2-3-12 0,3-1-5 16,-3-7-6-16,1 7-4 0,-1-7-40 16,0 0-10-16,0 0 0 0,6-28 0 0,-1 9 0 15,5 1 0-15,4-10 0 0,-2 4 0 16,2 7 0-16,-4 1 0 0,1 7 0 16,-1-1 0-16,1 8 0 0,0-1 0 0,3 3 0 15,-1 5 0-15,3 3 0 0,-2 1 0 16,4 3 0-16,-2 3 0 0,8 2 0 15,-7-2 0-15,-2-1 0 0,1 0 0 0,-2-3 0 16,-2-2 0-16,-1 0 0 0,-3-2-107 0,-1 0-114 16,2-3-70-16,-4 0-113 0,-5-4-123 15,7 3-133-15,-7-3-143 0,0 0 42 0,0 0 99 16,0 0-615-16,13-13-737 16</inkml:trace>
  <inkml:trace contextRef="#ctx0" brushRef="#br0" timeOffset="172731.61">27779 5835 3347 0,'-2'-29'78'0,"0"5"74"16,0 5 33-16,2 2 29 0,2-1 32 0,2 5 17 16,-3-1 32-16,7 4-7 0,0 1 2 15,5 5-10-15,1 1-6 0,4 6-7 16,2 1-7-16,3 5-9 0,-1 7-2 16,-1 5 6-16,-1 4-1 0,-7 1 5 15,-6-1-1-15,-3-4-32 0,-4 1-226 0,0-2 0 16,-2 4 0-16,0-1 0 0,-2-5 0 15,4-4 0-15,0 0 0 0,0-2 0 0,4-4 0 0,0 0 0 16,0-1 0-16,6-5 0 16,1-2 0-16,4-5 0 0,2 1 0 0,2-6 0 15,6-5 0-15,-1 3 0 0,-2-5 0 16,4-3 0-16,-1-1 0 0,2-1-135 0,0-2-554 16,7-7-120-16,0-1-77 0,1 1 75 15,-3-1-842-15,-5 8-1091 0</inkml:trace>
  <inkml:trace contextRef="#ctx0" brushRef="#br0" timeOffset="172966.18">28566 5442 4219 0,'-13'0'-90'0,"13"0"60"15,0 0 65-15,0 0 57 0,0 0 72 16,-14 11 50-16,14-11 42 0,5 22 28 16,6-5 18-16,2 10 7 0,2 3-4 0,2 4-9 15,1 10-2-15,2-1-4 0,-4 5-23 16,-4 1 1-16,-5-7-9 0,-5 3-16 0,-4 11-41 15,-6 0-190-15,-5-1-12 0,-5-5 0 16,-9 0 0-16,2-4 0 0,-6-1 0 0,-2-6 0 16,-1 0 0-16,-1-8 0 0,1-2 0 15,0 0 0-15,0-13-78 0,2 2-597 0,-3-6-247 16,3-6 35-16,5 0 101 16,4-3-861-16,2-3-1085 0</inkml:trace>
  <inkml:trace contextRef="#ctx0" brushRef="#br0" timeOffset="174448.76">27940 5771 4062 0,'-5'4'-255'0,"5"-4"58"0,-11 4 43 0,11-4 35 0,-10 3 29 15,10-3 29-15,-10 3 25 0,10-3 17 0,-5 3 17 16,5-3 16-16,-9 4 12 16,9-4 11-16,-9 2 15 0,9-2 10 0,-7 2 10 0,7-2 7 15,0 0 15-15,-13 3 8 16,13-3-1-16,-7 1 5 0,7-1 3 0,0 0 5 16,-13 4 1-16,13-4 5 0,0 0 3 15,0 0-6-15,0 0-9 0,0 0-9 0,-14-8-9 16,14 8-11-16,0-8-7 0,0 8-11 15,5-9-6-15,1 3-6 0,1 0-5 0,2 0-4 16,-2 0-4-16,0 1-6 0,1 1-1 16,-3 0-4-16,-5 4-4 0,14-4-4 15,-14 4 1-15,7 0-1 0,-7 0-3 0,0 0-2 16,20 6-1-16,-15 0 1 16,1 1-3-16,-1 3-1 0,2 0 0 0,-1 1 2 0,-5 3-2 15,5 0 1-15,-2 1-1 16,-3-1 0-16,-1 0-1 0,2-1 0 0,0 1-2 15,-2 0 2-15,0-2 5 0,-2-2-4 16,0 0 7-16,2 1 10 0,0-3 10 0,0-1 12 16,0-7 5-16,0 14 11 0,0-14 6 15,0 8-12-15,0-8 8 0,0 0 2 0,4 8 3 16,-4-8-17-16,0 0 2 0,0 0-11 16,0 0-5-16,0 0-2 0,32-13-11 15,-21 10 4-15,0-1 0 0,3 2-7 0,0-3-5 16,4 0 0-16,-1 4-8 15,-4-1 1-15,4 0-6 0,-1 2 5 0,-2 2-3 0,6-2 4 16,-3 3-5-16,-2 1 6 16,2 2-6-16,-3 3 1 0,-1-2 8 0,1 6 20 15,-5-4 45-15,-2 2 19 0,0 2 19 16,-6 0 21-16,-1 0 11 0,-6 8 3 0,-5 6-4 16,-9 0-4-16,2 1-14 0,-12 3-16 15,-5 1-7-15,-3 1-13 0,-4-2-84 0,0 0-11 16,2-4 0-16,2 1 0 0,7-9 0 15,6-2 0-15,4-3 0 0,5-5 0 0,3-1 0 16,-1-3 0-16,5 2-218 0,-2-4-122 16,4 1-116-16,0-1-124 0,-3-1-164 0,10-2-74 15,-12 1 82-15,12-1-726 0,0 0-911 16</inkml:trace>
  <inkml:trace contextRef="#ctx0" brushRef="#br0" timeOffset="175701.48">2275 3436 2486 0,'-2'-12'220'0,"0"1"7"0,0 5-11 0,2 6 4 0,-3-11-40 0,3 11-31 16,0-7-48-16,0 7-25 0,0 0-1 15,0 0-6-15,0 0 2 0,3 33 3 16,3-10-10-16,3 11-2 0,3 4 0 0,1 5-6 15,3 3-3-15,0-2-3 0,-5-10-5 16,3 1 18-16,-3-2 4 0,2-4-3 0,-4 0 25 16,-2-8 5-16,-1-4 11 0,-2-2 21 15,-2-3 34-15,0-3 18 16,0-4-3-16,-2-5-9 0,0 0-18 0,0 0 1 16,0 0-14-16,0 0-12 0,-27-30-7 15,16 0-17-15,1-7-11 0,2-16-14 0,1-6-5 16,3-7-18-16,0-7-2 0,2-5-6 15,0 2-21-15,2 1-29 0,2 4-26 16,1 9-21-16,6 7-36 0,-4 15-42 0,3 9-52 16,-5 9-49-16,6 7-35 0,0 5-49 15,0 5-67-15,1 5-93 0,3 1-200 0,0 6-19 16,3 5 78-16,1 15-348 0,-3 4-443 16</inkml:trace>
  <inkml:trace contextRef="#ctx0" brushRef="#br0" timeOffset="176131.74">2225 3624 2822 0,'-17'7'71'16,"4"-1"22"-16,3-2 31 0,5-3 44 0,5-1 17 15,0 0 0-15,0 0-18 0,0 0-19 16,-16-9-12-16,16 9-15 0,14-20-12 16,1 6-10-16,8-7-8 0,13-4-14 0,6-3-10 15,2 1-5-15,4 0-5 0,1 6-14 16,1 1-3-16,-11 7-8 0,-1 3-25 15,-3 4-16-15,-7 3-1 0,-7 3-4 0,-3 3 6 16,-2 3-7-16,-3 0 9 0,-2 3-3 16,-4 3 4-16,1-1 5 0,-2 0-2 15,-1 4-4-15,-3-3 5 0,2-1 0 0,0 1 11 16,-1-1-1-16,2-1-3 0,-1 0 8 16,3 1 6-16,0-5 23 0,3 0 7 15,0 0 0-15,5-4-3 0,0-2 1 16,2-4-3-16,4-1-3 0,0-3-3 0,6-6-4 15,-8 2 5-15,-2-1 15 0,-4-1 5 16,-1-1 12-16,-4-3 7 0,-5 1 5 0,-3-1 7 16,-3-5-9-16,-7-6-3 15,-4-2 16-15,-5-2-29 0,-1 2-13 0,-1 4-5 16,-3 5-7-16,6 5-6 0,0 6-6 16,0 5-8-16,0 2-3 0,1 4-45 0,-2 6-70 15,0 4-90-15,2 1-94 0,3 5-125 16,3-1-193-16,6 1-138 0,3-3 72 15,6-1-466-15,9 2-599 0</inkml:trace>
  <inkml:trace contextRef="#ctx0" brushRef="#br0" timeOffset="176498.54">3327 3465 3183 0,'0'0'63'0,"0"0"56"0,0 0 54 0,0 0 25 0,-6-19 9 0,6 19-3 0,-10-14 15 0,5 6 14 0,-1 0-3 15,3-3-22-15,-6-3-16 0,2 3-22 0,-2-2-17 16,1-4-16-16,0 0-14 16,1-3-6-16,-3 1-15 0,5-2-13 0,0 7-8 15,2-1-11-15,-1 2-17 0,2 1-25 16,2 1-26-16,0 3-10 0,0-4 0 0,4-1 2 16,1 1-2-16,5-2 0 0,-4 4 0 15,3-2 1-15,3 2 1 0,-1 2 5 16,0 2-3-16,3-1 3 0,1 6-2 0,1 1 1 15,2 3 5-15,3 2 0 0,3 5-1 16,6 1 2-16,1 4 3 0,-1 2 2 0,-1 2-5 16,-1 2 2-16,-3 0 1 0,-1 1 2 15,-1-1-9-15,-3 2 3 0,-4 1-4 0,-2 0 5 16,-5-2-9-16,-1-1-38 16,-2-4-59-16,-4 5-70 0,-2-3-83 15,0 2-98-15,-2 1-120 0,0 3-176 0,-2-2-44 16,-2 2 82-16,1-5-405 0,-1 0-492 15</inkml:trace>
  <inkml:trace contextRef="#ctx0" brushRef="#br0" timeOffset="177264.39">3338 4749 3068 0,'0'-8'166'0,"0"8"32"0,-2-7 8 0,2 7 1 0,0 0 1 0,0 0-6 0,0 0-7 0,0 0 13 16,0 0 37-16,0 0-18 0,15 26-3 16,-5-9-10-16,3 9-20 0,1 5 48 0,3 0-24 15,0 0-19-15,-4 1-19 16,3-1-14-16,-3-4-20 0,-4-5-19 0,0-3-9 16,-6-4-10-16,3-1 4 0,-3-2 15 15,-1-5 16-15,0-2-5 0,-2-5-10 16,0 0-16-16,0 0-11 0,0 0-37 0,0 0-64 15,-15-36 0-15,3 7 0 0,5-7 0 16,-6-18 0-16,1-6 0 0,-3-10 0 0,1-23 0 16,1-6 0-16,2 0 0 0,3 20 0 15,2 9 0-15,3 7 0 0,1 16 0 0,-2 8 0 16,2 10 0-16,2 8 0 0,0 4 0 16,2 5 0-16,2 7-182 0,1 0-61 0,5 5-57 15,-10 0-82-15,23 17-80 16,-6 5-91-16,-2 2-172 0,3 9-67 0,0 11 82 15,-6 8-597-15,-4 4-764 0</inkml:trace>
  <inkml:trace contextRef="#ctx0" brushRef="#br0" timeOffset="177699.81">3252 4959 3917 0,'-13'10'92'0,"1"-5"3"0,7 0 35 16,-1 0 48-16,6-5 43 0,-5 7 35 15,5-7-11-15,0 0-20 0,0 0-21 16,0 0-15-16,0 0-15 0,28-17-21 0,-3 2-17 15,6-2-9-15,10-8-16 0,5 0-25 16,2-2-10-16,0 0-37 0,-1-2-31 0,-6 3-27 16,-2 3-8-16,-10 5 5 15,-2 5 2-15,-9 2 1 0,-2 5-3 0,-5 2 6 16,-2 2-1-16,-2 2 6 0,-7 0 2 16,0 0 8-16,14 9 18 0,-12 0 2 15,0-2 8-15,0 3 2 0,0 0 5 0,4 0 5 16,-4 0-2-16,4 1-4 0,1-1 3 15,2 1 5-15,3-2 2 0,-1-1 0 0,5-3 3 16,-1 0 9-16,1-3-2 0,0-4-3 16,6-2-7-16,-4-2 1 0,5-3-2 0,2-5 15 15,-6 0 9-15,2-3 20 16,-2-6 8-16,-6-2 0 0,-3 2-5 0,-6-1 13 16,-2-2-1-16,-4-12-7 0,-2 1-13 15,-3 1-8-15,-1 2-29 0,-4 5-44 16,3 9 0-16,-1 3 0 0,1 5 0 0,-2 3 0 15,-3 4 0-15,1 3 0 0,-5 4 0 16,2 3 0-16,-4 4 0 0,3 3-148 0,2 3-175 16,-1 7-87-16,5 2-92 0,6-3-55 15,1-1-18-15,6-1-20 0,5 2 24 0,8 3 47 16,6-3-832-16</inkml:trace>
  <inkml:trace contextRef="#ctx0" brushRef="#br0" timeOffset="178015.4">3927 4659 3415 0,'27'9'-159'0,"-6"-2"85"0,-5-3 84 15,-2-4 84-15,-3 0 77 0,-11 0 51 16,27-5 35-16,-18-1 29 0,5 0 10 0,-1-4-5 15,1-4 1-15,-3-3-13 0,7-4-14 0,-5 1-8 16,-1 3-19-16,-1-10-10 16,-2 3-20-16,-1 4-24 0,0-11-16 0,-3-1-19 15,-3-4-18-15,0-2-13 0,-2 0-13 16,2 11-11-16,-2 4-10 0,0 5-11 16,0 2-12-16,0 4-5 0,0 4-9 0,0 2-7 15,0 6-8-15,0 0-1 0,0 0 1 16,0 0-5-16,0 0-3 0,0 0-3 0,27 14 2 15,-20-7-6-15,5 1 1 0,6 5 2 16,7 4 0-16,-2 1-2 0,4 3 0 0,2 2-14 16,-2-1-4-16,3 9 0 0,1 0 0 15,-11-6 0-15,1 1 0 0,1 2 0 16,-8-3 0-16,2 1 0 0,-1-1 0 16,-6-4 0-16,-1-4 0 0,-2-5-118 15,-2 1-126-15,-3-3-68 0,-1-2-73 0,-1 1-75 16,-7-2-80-16,1 0-82 0,-5-1-145 15,-5 0 41-15,-6-3-640 0,-6-1-821 0</inkml:trace>
  <inkml:trace contextRef="#ctx0" brushRef="#br0" timeOffset="178283.67">2501 4342 4072 0,'-13'-3'52'0,"6"3"-9"0,7 0-1 0,0 0-1 0,-2 11 60 0,8-1-4 0,1 1 38 0,11 14-11 15,0 4 33-15,9 9 36 0,1-1-6 16,-3 1-16-16,0 0-12 0,0 2-14 0,-6-10-15 16,-2 3-30-16,0 1-11 0,-1 1-7 15,-2-1-11-15,-1-4-11 0,-1-1-8 0,-1-7-10 16,-2-1-70-16,2 4-89 15,-2-4-115-15,1-5-142 0,0 0-181 0,1-1-174 16,-1 1 45-16,6 8 86 0,-2 0-432 16,3 3-504-16</inkml:trace>
  <inkml:trace contextRef="#ctx0" brushRef="#br0" timeOffset="178915.4">3864 5922 3339 0,'-2'-12'217'0,"2"0"-4"0,-2 3 9 0,2 9 23 0,2-10 20 0,-2 10 24 0,0-8 2 16,0 8-21-16,0 0-24 0,0 0-12 0,0 0-8 15,0 0-13-15,25 20-10 0,-9 5-12 16,-1 4-26-16,-3 6-12 0,0 2-15 16,0 0-2-16,-4 3-12 0,-1 1-13 0,3-5-7 15,-5 1-8-15,5-2 9 16,-1-3-10-16,-1-8-10 0,-1-2 2 0,0-7-1 0,2 3-44 15,2-5-42-15,1 2 0 16,3-3 0-16,2-2 0 0,8 6 0 0,1-3 0 16,1 1 0-16,0 5 0 0,-2-2 0 15,-2 3 0-15,-3 3 0 0,1 2 0 0,-3 2 0 16,-5 2 0-16,-2 0 0 0,-5-3 0 16,-2-4 0-16,0 0 0 0,-1 0 0 0,-3-3 0 15,2-2 0-15,0-3 0 0,-2-1 0 16,2-1 0-16,0 0 0 0,0-1 0 0,-2-1 0 15,2-3 0-15,-1 3 0 0,2-2 0 16,1 3-300-16,-4 1-557 0,4 0-79 16,-1-1 98-16,1-1-951 0,3 4-1218 0</inkml:trace>
  <inkml:trace contextRef="#ctx0" brushRef="#br0" timeOffset="179331.86">4998 6903 5441 0,'-12'-7'164'0,"1"3"-13"0,2 0-3 0,3 4 11 0,6 0 40 0,0 0 43 0,-8 10 15 0,12 1-11 0,1 9-9 0,6 7-12 16,2 8-14-16,4 7-20 15,2-1-18-15,0 0-26 0,-6-7-147 0,1-1 0 16,1 0 0-16,-5-2 0 0,3-5 0 16,-6-6 0-16,-2-4 0 0,-2-3 0 0,1-2 0 15,-2-4 0-15,-4-3 0 0,2-4 0 16,0 0 0-16,0 0 0 0,0 0 0 0,-21-22 0 16,10-8 0-16,-1-19 0 0,2-7 0 15,5-10 0-15,-1-12 0 0,0-28 0 0,0-8 0 16,3 1 0-16,5 7 0 0,-2 25 0 15,3 9 0-15,4 9 0 0,-2 8 0 16,1 18 0-16,-3 10 0 0,3 8 0 16,-2 4 0-16,4 8 0 0,-1 5 0 0,-7 2-245 15,0 0-392-15,25 20-122 0,-14-2-114 16,1 11 72-16,-4 4-857 0,-1 7-1096 16</inkml:trace>
  <inkml:trace contextRef="#ctx0" brushRef="#br0" timeOffset="179747.61">4975 7090 4747 0,'-17'13'179'0,"2"-6"17"0,-1 3 23 0,3-6 53 16,6 1 68-16,-1 0 49 0,2-1 31 15,6-4-18-15,0 0-44 0,0 0-34 16,0 0-30-16,0-21-243 0,23-3-51 16,10-5 0-16,4-3 0 0,6-1 0 0,2 1 0 15,1-1 0-15,-6 2 0 0,0 3 0 16,-10 8 0-16,-1 4 0 0,-8 5 0 0,-6 3 0 15,-1 2 0-15,-1 4 0 0,-3 2 0 16,-10 0 0-16,11 8 0 0,-5-2 0 16,-3 0 0-16,1 3 0 0,2-1 0 0,-2 4 0 15,4-5 0-15,-1 3 0 0,5 2 0 16,-3-4 0-16,4-2 0 0,3-1 0 0,0-1 0 16,-2-2 0-16,3-2 0 15,4-6 0-15,2 0 0 0,0-2 0 0,1-7 0 16,1-4 0-16,-7 4 0 0,-3 1 0 15,-3 2 0-15,-5-3 0 0,-3 0 0 0,-2 2 0 0,-8-5 0 16,-1-3 0-16,-9-3 0 16,-1 1 0-16,0-1 0 0,2 10 0 0,3 1 0 15,1 5 0-15,-3 5 0 0,3 3 0 16,-2 2 0-16,-3 3 0 0,3 5 0 0,-4 2 0 16,4 1 0-16,-1 1-41 0,7 0-569 15,-1-2-152-15,5-2-126 0,3-3 65 0,3 0-900 16,6-2-1157-16</inkml:trace>
  <inkml:trace contextRef="#ctx0" brushRef="#br0" timeOffset="180082.28">5835 6728 4489 0,'10'-1'58'15,"-3"-5"80"-15,0-1 44 0,-1 2 42 16,-2-4 49-16,-1 0 48 0,4-3 23 16,-2-2 4-16,-1-1-16 0,3-4-22 0,-3-3-23 15,3-9-35-15,-4-4-27 0,3 0-19 16,-1-2-19-16,-1-1-172 0,3 0-15 0,-2 4 0 15,3 1 0-15,-3 9 0 0,-1 8 0 16,-1 2 0-16,-1 6 0 0,0-1 0 0,0 5 0 16,-2 4 0-16,0 0 0 0,0 0 0 15,0 0 0-15,0 0 0 0,2 22 0 16,3-15 0-16,-2 1 0 0,8-3 0 16,0 4 0-16,3-2 0 0,3 1 0 0,0 1 0 15,3 1 0-15,8 6 0 0,-5 1 0 16,2 3 0-16,-4 0 0 0,0 4 0 0,-3 2 0 15,0-1 0-15,-1 3 0 0,-2-1 0 16,-4 0 0-16,3-3 0 0,-3-3 0 16,-5-5 0-16,1-1 0 0,-2-3 0 0,-1-1-246 15,-1 4-556-15,-3-3-134 0,-1 0 88 16,-5 2-975-16,-4-2-1249 0</inkml:trace>
  <inkml:trace contextRef="#ctx0" brushRef="#br0" timeOffset="180349.07">4794 7707 5430 0,'-46'21'111'15,"8"-5"10"-15,11-5 48 0,7-1 63 16,4-2 66-16,11-7 43 0,5-1 19 0,0 0-4 16,34-17-35-16,23-11-30 0,35-16-130 15,19-8-161-15,52-20 0 0,7-5 0 16,1 3 0-16,-1 6 0 0,-39 17 0 15,0-1 0-15,0 5 0 0,-11-2 0 0,-8 9 0 16,-14 5 0-16,-17 0 0 0,-28 13 0 16,-8 2 0-16,-16 6 0 0,-8 5 0 15,-7 3 0-15,-6-2-26 0,-5 4-246 0,-3 3-53 16,0 1-78-16,0 0-75 0,-30-5-99 16,11 5-172-16,-10 2-16 0,0 0 82 0,-12-1-648 15,-5 4-787-15</inkml:trace>
  <inkml:trace contextRef="#ctx0" brushRef="#br0" timeOffset="181547.31">7147 7232 3600 0,'-2'-7'-48'0,"2"7"30"0,0 0 29 0,-9-6 39 0,9 6 41 15,-3-4 42-15,3 4 34 0,0 0 28 0,-6-8 25 16,6 8 11-16,0 0 2 0,-4-5 5 15,4 5 5-15,0 0 1 0,0 0 1 0,-6-6-16 16,6 6-15-16,0 0-18 0,0 0-12 16,0 0-4-16,0 28 14 0,4 6-4 15,-2 7-18-15,6 14-16 0,-3 3-13 16,3 1-15-16,2-1-11 0,3-4 1 16,-2-2-8-16,4-1-85 0,-3-13-25 0,0-1 0 15,1-5 0-15,-4-5 0 0,-1-4 0 16,-1-5 0-16,-3-4 0 0,-2-2 0 0,0-2 0 15,-2-1 0-15,0-4-32 0,0-5-359 16,-8 8-105-16,3-4-96 0,5-4-106 0,0 0-117 16,-23-19 69-16,15 4-758 0,-7-13-949 15</inkml:trace>
  <inkml:trace contextRef="#ctx0" brushRef="#br0" timeOffset="182197.14">6982 7246 3904 0,'-9'-7'-111'0,"-1"2"29"0,0-2 17 0,3 1 26 0,0 2 34 0,-2-2 44 0,5-1 38 15,-3 1 28-15,3-2 19 0,1 2 9 16,-1-3-5-16,4 1 6 0,2-4 5 0,5-4 2 15,4 1 5-15,14-6 6 0,4-1-3 16,3 7-5-16,2 1-12 0,2 7-1 0,-5 4-9 16,-4 3-9-16,5 8-1 0,-5 1-9 15,3 6 2-15,-5 4 11 0,-3 5-10 16,-8 0 8-16,0 4 3 0,-6 3 0 16,-7-4-9-16,-1-1-8 0,-3 8-13 0,-5-1-8 15,-4 1-3-15,1-2-1 0,-1-1-16 16,-3-2-4-16,3-2-8 0,-4-8-5 0,7-3-3 15,-2-4 1-15,4-3 13 0,1-5 23 16,3 1-1-16,3-5 2 0,0 0 3 16,-8-17 5-16,10 7 12 0,4-3 6 0,1 1 5 15,7-1-79-15,-1 1-29 0,6 4 0 16,2 4 0-16,-2 1 0 0,8 2 0 0,2 2 0 16,12 5 0-16,-1 3 0 0,2 1 0 15,12 3 0-15,-9 1 0 0,-7-1 0 16,-1 0 0-16,-5-1 0 0,-3 1 0 15,-7-4 0-15,-2-2 0 0,-8-2 0 0,2 0 0 16,-4-1 0-16,-3-1 0 0,1-2 0 16,-8-1-250-16,0 0-313 0,0 0-137 0,15-8-168 15,-15 1 63-15,0-1 89 0,-2-4-743 16,0-4-907-16</inkml:trace>
  <inkml:trace contextRef="#ctx0" brushRef="#br0" timeOffset="183313.42">7788 7267 4289 0,'0'0'146'0,"0"0"12"0,0 0 11 0,12-5 17 0,-12 5 40 15,11-9 24-15,-6 4 3 0,5-3-5 16,1-1-21-16,1-1-18 0,3-1-22 16,1-1-19-16,-3-2-15 0,3-1-13 0,-5 1-12 15,0-2-18-15,-3 3-11 0,-1-1-12 16,-3 1-8-16,-2 0-2 0,0 4-12 0,-4 0-7 15,-2 2-9-15,4 7-4 0,-12-5-7 16,12 5-2-16,-26 15-3 0,3 5-19 0,4 6 5 16,-1 3-12-16,-2 3 2 15,7-3 3-15,4 4-2 0,1-1 1 0,4-7-2 16,4-4-1-16,2-2 0 0,2-4 10 16,4-1 8-16,2-2 10 0,1-4 10 0,0-1-1 15,3-5-45-15,3-4 0 0,4-5 0 16,8-5 0-16,0-8 0 0,3-2 0 0,3-11 0 15,-1-4 0-15,0-4 0 0,-3 1 0 16,3-5 0-16,-5-1 0 0,0 1 0 0,-2-1 0 16,-5 5 0-16,-4 10 0 0,-1 2 0 15,-3 9 0-15,-5 5 0 0,1 7 0 0,-3 2 0 16,2 6 0-16,-7 0 0 0,7 12 0 16,-2 2 0-16,-1 6 0 0,0 4 0 0,1 11 0 15,-3 2 0-15,7-3 0 16,-4-2 0-16,4-1 0 0,3-2 0 0,1-3 0 15,0-8 0-15,8 3 0 0,-7-3 0 16,-3-7 0-16,0-1 0 0,2 1 0 0,-6-1 0 16,-2-2 0-16,3 4 0 0,-2-4 0 15,-4 4 0-15,0 0 0 0,-4 2 0 0,0-1 0 16,-2 3 0-16,-2-1 0 0,1 1 0 16,-3-3 0-16,5 1 0 0,-3-6 0 0,1-1 0 15,3-2 0-15,2-5 0 0,-5 5 0 16,5-5 0-16,0 0 0 0,0-23 0 15,5 7 0-15,8-13 0 0,1-3 0 0,8-11 0 16,-3 0 0-16,-1-1 0 0,2-1 0 16,-4 3 0-16,0-5 0 0,-1 2 0 15,-5 5 0-15,1 5 0 0,-2 2 0 0,0 8 0 16,-6 6 0-16,3 3 0 0,-4 5 0 16,3-1 0-16,-3 2 0 0,0 5 0 15,2 2 0-15,-4 3 0 0,0 0 0 0,0 0 0 16,12 13 0-16,-9-2 0 0,1-3 0 15,4 3 0-15,-3 1 0 0,2-1 0 0,0-1 0 16,0 2 0-16,4-4 0 0,-6-3 0 16,4 1 0-16,1-2 0 0,-2-4 0 0,-8 0 0 15,20-6 0-15,-6-5 0 16,-1-3 0-16,6-9 0 0,-4-7 0 0,3 0 0 16,-5-5 0-16,-3-1 0 0,-3 0 0 15,-1 0 0-15,-3 4 0 0,-1 6 0 0,0 6 0 16,0 5 0-16,-2 3 0 0,2 4 0 15,-2 2 0-15,0 6 0 0,0 0 0 0,0 0 0 16,0 0 0-16,-8 22 0 0,8-11 0 16,-1 3 0-16,1 1 0 0,1 3 0 0,-1-1 0 15,4-2 0-15,2-1 0 0,-2 0 0 16,6-4 0-16,-5 0 0 0,4-5 0 0,1-1 0 16,3-6 0-16,-3-3 0 15,5-5 0-15,8-12 0 0,0-1 0 0,-4-10 0 16,0-6 0-16,-2-5 0 0,-5-6 0 0,-1-7 0 15,-3-8 0-15,-7-7 0 0,-1-4 0 16,-1-7-8-16,-7-21-48 0,-1 7 5 16,2 27 16-16,-6 8 22 0,2 12 18 0,1 15 18 15,1 15-5-15,0 11-3 0,-1 9 26 16,0 6 9-16,-3 7-39 0,5 7-11 0,3 13 0 16,-1 11 0-16,10 12 0 0,1 6 0 15,7 1 0-15,1 3 0 0,7-3 0 16,-4 0 0-16,7 1 0 0,-3-5 0 0,-4-7 0 15,-2 0 0-15,-5-13 0 0,5-5-102 0,-6-3-244 16,-3-9-100-16,-1-5-97 16,-4-5-111-16,4-4-139 0,-4-4 34 0,0-4 81 15,0 0-638-15,0 0-774 0</inkml:trace>
  <inkml:trace contextRef="#ctx0" brushRef="#br0" timeOffset="183449.69">9130 6580 3713 0,'0'0'115'0,"-6"6"48"0,6-6 27 0,0 0 21 0,0 0 13 0,0 0-7 0,0 0-19 15,0 0-20-15,0 0-23 0,36-16-17 16,-23 9-26-16,3 3-55 0,4-6-75 16,3 4-88-16,2-3-107 0,-2 4-93 15,10-4-54-15,-6 1-113 0,5 1-146 0,-5 0 36 0,-7 0-435 16,1 1-493-16</inkml:trace>
  <inkml:trace contextRef="#ctx0" brushRef="#br0" timeOffset="183730.99">9741 6414 3183 0,'-19'14'238'0,"-10"3"22"0,-10 12 20 15,-13 7 24-15,-26 13 42 0,-8 1 12 16,-9 6 16-16,-10 9-5 0,-7 0-13 16,-35 22-22-16,0 6-31 0,-7 3-31 15,-8-2-24-15,-2 11-20 0,2-1-5 0,-2-3-21 16,13-4-21-16,16-7-49 0,37-20-132 15,8-2 0-15,11-10 0 0,11 0 0 0,20-18 0 16,6-3 0-16,6-10 0 0,11-2 0 16,8-9 0-16,2-4 0 0,4-2 0 0,5-3 0 15,0-1 0-15,4-2 0 0,2-4 0 16,0 0-50-16,0 0-353 0,0 0-107 0,27-14-113 16,-12 2-213-16,0-1 36 0,9-6 82 15,-4-3-728-15,1 2-895 0</inkml:trace>
  <inkml:trace contextRef="#ctx0" brushRef="#br0" timeOffset="184796.44">9888 7215 3730 0,'0'-8'-88'0,"0"8"58"0,0-7 48 0,0 7 45 15,-5-5 33-15,0 0 38 0,5 5 25 0,-9-6 18 16,5 0 10-16,4 6 2 0,-7-4 3 15,1 1-6-15,6 3-17 0,0 0-11 0,-21 7-13 16,12 5 13-16,-9 13 6 0,-5 20 9 16,0 3-16-16,1 14-14 0,1 0 6 0,3 6 3 15,5-1 0-15,4 1-4 0,3 0-2 16,8 0 3-16,4-3-8 0,5-9-7 0,10-5 3 16,4-8-7-16,6-1-3 0,1-9-5 15,8-9-6-15,-6-11-8 0,4-4-108 0,-6-8 0 16,9-9 0-16,-2-4 0 15,9-9 0-15,-4-4 0 0,-2-4 0 0,-4-2 0 16,-4-6 0-16,-5-2 0 0,-4-2 0 16,-8-4 0-16,-5-1 0 0,-10 1 0 0,-9-10 0 15,-4-3 0-15,-9-2 0 0,-12-15 0 16,-4 4 0-16,-5 6 0 0,5 19 0 0,-1 9 0 16,-5 7 0-16,0 11 0 0,5 10 0 15,3 9 0-15,-4 7 0 0,-7 11 0 0,1 6 0 16,2 8 0-16,6 3 0 0,4 6 0 15,3 4 0-15,4 1-288 0,6-2-220 16,2 1-75-16,7-11-108 0,8-6-130 16,2-6 66-16,2-4-791 0,8-1-989 0</inkml:trace>
  <inkml:trace contextRef="#ctx0" brushRef="#br0" timeOffset="185097.67">10545 7074 4337 0,'-16'-8'166'0,"-4"4"-18"0,5 8 28 0,0 2 44 0,-2 8 41 0,-4 8 17 0,1 4-5 0,7 9-13 16,1 3-20-16,11 3-20 0,2 5-4 15,11 9-21-15,5 2-17 0,6-2-17 16,2-5-17-16,4 4-13 0,-1-5-15 0,-1-3-14 16,2-3-26-16,-2-4-43 0,-3-2-81 15,-3-12-83-15,0 2-78 0,2-5-90 0,-2-3-97 16,-6-6-98-16,-2-2-124 16,1-5-159-16,-3-5 55 0,-2 0 77 0,3-1-577 15,-12 0-684-15</inkml:trace>
  <inkml:trace contextRef="#ctx0" brushRef="#br0" timeOffset="185613.47">10774 7464 3250 0,'0'0'46'16,"0"0"69"-16,-7-6 22 0,7 6 17 0,-4-9 27 0,4 5 21 16,0 4 20-16,0-13 13 15,0 13 6-15,9-12-1 0,-5 6-14 0,4 2-4 16,-8 4 1-16,17-1-3 0,-17 1-3 16,31 6-23-16,-13 5-12 0,7 5-10 0,0 3-12 15,-4 1 0-15,2 2-8 0,-4 4 1 16,-2-2-5-16,-7-2-1 0,-1-3-1 15,-1-2 1-15,1 3 0 0,-3-8-6 0,-1-1-130 16,-1-3-11-16,1 1 0 0,-2-2 0 16,1-2 0-16,-4-5 0 0,0 0 0 15,0 0 0-15,0 0 0 0,13-23 0 0,-7 2 0 16,2-10 0-16,-1-2 0 0,4 1 0 16,1 2 0-16,-4 7 0 0,-1 6 0 15,1 2 0-15,-2 6 0 0,1 2 0 0,-1 1 0 16,1 2 0-16,-7 4 0 0,18 6 0 15,-7 2 0-15,1 3 0 0,-1 1 0 0,2 3 0 16,-1 1 0-16,-1 3 0 0,1-2 0 16,1 8 0-16,0 1 0 0,1-5 0 0,-5-4 0 15,0-3 0-15,0 3 0 0,-2-5 0 16,-1-3 0-16,-1-1 0 0,2-2 0 16,-4 0-108-16,-3-6-557 0,2 6-148 15,-2-6-64-15,0 0 81 0,0 0-881 0,0 0-1114 16</inkml:trace>
  <inkml:trace contextRef="#ctx0" brushRef="#br0" timeOffset="186866.08">11113 6911 4240 0,'0'0'-223'0,"-1"-7"46"0,1 7 24 0,0 0 25 15,-8-4 28-15,8 4 35 0,0 0 40 0,0 0 34 16,0 0 34-16,0-8 35 15,0 8 27-15,0 0 17 0,0 0 16 0,6-10 21 16,-6 10 16-16,5-4 9 0,-5 4 6 16,9-6 4-16,-9 6 11 0,16 0 13 0,-3 6 36 15,10 8 31-15,6 11 24 0,5 8 19 16,5 6-19-16,1 4-8 0,-4 2-4 0,0 4-15 16,0 0-14-16,1 3-8 0,-7-1-151 15,2-1-109-15,-3 1 0 0,-3 2 0 0,-3-4 0 16,-2-5 0-16,1 3 0 0,-8-3 0 15,-4-6 0-15,-2-2 0 0,-3 0 0 16,-3-9 0-16,0-2 0 0,-2-1 0 0,-2-6 0 16,0 0 0-16,2-2 0 0,-1-3 0 15,-3-1 0-15,4-1 0 0,-2-2 0 16,0 0 0-16,-1-2 0 0,3-1 0 0,-3 1 0 16,-1-3 0-16,4-4 0 0,-6 8-658 15,-1-3-304-15,3-1 91 0,4-4 82 0,-12 5-881 16,7-2-1107-16</inkml:trace>
  <inkml:trace contextRef="#ctx0" brushRef="#br0" timeOffset="187212.44">9851 8847 5142 0,'-34'10'226'0,"8"-6"-32"0,3 0-18 0,8-1-10 0,0-2 60 0,7-1 63 0,8 0 24 16,0 0 9-16,31-24-10 0,25-3-19 0,48-12-25 15,25-9-28-15,61-19-216 0,16 0-24 16,17 1 0-16,15-2 0 0,4 5 0 16,12 1 0-16,-8-2 0 0,-4 8 0 0,-12 3 0 15,-18 7 0-15,-63 12 0 0,-15 4 0 16,-25 3 0-16,-34 8 0 0,-12 3 0 15,-14 3 0-15,-17 1 0 0,-8 4 0 0,-11-1 0 16,-7 1 0-16,-2 2 0 0,-8 1 0 16,4 5 0-16,-18-11 0 0,5 9 0 0,-6 1-56 15,-1 1-440-15,-5 1-89 0,-4 1-107 16,2 2-147-16,-10 2 72 0,4-4 78 0,6 0-694 16,-3-2-837-16</inkml:trace>
  <inkml:trace contextRef="#ctx0" brushRef="#br0" timeOffset="187863.73">11271 7227 4079 0,'0'0'152'0,"-14"-2"31"0,14 2 28 0,-12-4 22 0,12 4 23 0,-8-10-5 16,10 3 38-16,4-5 3 0,2 2-3 0,8-11-12 15,9 3-24-15,0-1-23 0,0 3-24 16,2 3-20-16,-7 3-16 0,0 2-16 16,-4 1-14-16,-2 3-13 0,-3 2-9 0,1 0-23 15,-12 2-95-15,17 8 0 0,-10-1 0 16,-7 1 0-16,0 4 0 0,-5 1 0 15,-1 6 0-15,-8 7 0 0,-6 0 0 0,-1 0 0 16,2 1 0-16,2-5 0 0,4-3 0 16,1-5 0-16,5-4 0 0,1-1 0 0,2-1 0 15,4 1 0-15,2-2 0 0,6 0 0 16,3-1 0-16,8 1 0 0,6 1 0 0,13-2 0 16,2 2 0-16,-2-1 0 0,4 1 0 15,-2 2 0-15,-1-2 0 0,-3 0 0 0,-6 5 0 16,-5-3 0-16,-7-2 0 15,-4 7 0-15,-3-1 0 0,-7 3 0 0,-6 1 0 0,-3 3 0 16,-13 8 0-16,-4-2 0 0,-10 6 0 16,-9-3 0-16,-2 0 0 0,-4-3 0 15,0-2 0-15,-3-4 0 0,5-1 0 16,-3-3 0-16,7 3 0 0,4-5 0 0,-5 10 0 16,2 0 0-16,10-6 0 0,-4 10-632 15,-3 0-343-15,2 5-1264 0,1 4-1642 0</inkml:trace>
  <inkml:trace contextRef="#ctx0" brushRef="#br0" timeOffset="188281.49">10965 9099 6149 0,'-42'21'192'0,"-2"-1"23"0,6-5-13 0,4-1-12 0,1-5 21 0,10-1 46 0,8-4 55 0,7-4 5 0,8 0-171 16,0 0-146-16,44-33 0 0,27-8 0 15,18 0 0-15,18-7 0 0,15-3 0 0,11 0 0 16,37-11 0-16,-35 13 0 0,41-15 0 16,-43 19 0-16,3 1 0 0,-1 1 0 0,-6-1 0 15,-13 5 0-15,-9 1 0 0,-19 6 0 16,-29 6-319-16,-12 4-218 0,-11 7 2 0,-18 3-15 15,-7 1-35-15,-4 5-116 16,-10-2-8-16,-3 4 61 0,-3-1-579 0,-7-2-689 0</inkml:trace>
  <inkml:trace contextRef="#ctx0" brushRef="#br0" timeOffset="199743.48">28677 2383 1761 0,'0'0'236'0,"-7"-10"-55"0,2 3-15 0,1 1-13 0,4 6 3 15,-9-14 7-15,3 10 5 0,0-4-11 0,-2 3 6 16,3-5-3-16,-3 4-2 0,1-2 10 15,0 3-9-15,0-3-4 0,-2 1-7 0,-1 2-8 16,0 1-7-16,-1 1-13 0,11 3-11 16,-21 0-10-16,6 7-5 0,-11 9-2 15,-1 5 2-15,-9 10 12 0,2 10 17 16,-3 8 4-16,-9 14 11 0,0 5 18 16,6-2-19-16,10-9 0 0,1-2 4 0,8-1 3 15,3 4-10-15,6-7-3 0,8-7 4 16,4-3-5-16,5 1 1 0,7 3-12 0,12-2-8 15,0-6-8-15,2-3-9 0,8-5-11 16,7-4-7-16,1-3-6 0,-3-9-6 0,4-4-12 16,0-6-1-16,4-3-4 0,-2-2-4 15,8-10-7-15,5-5-3 0,-7-1-1 16,0-5-1-16,-1-6 2 0,-5-2-3 16,-2-4 23-16,-3-2-26 0,-6-1-27 0,-2-5 0 15,-5-3 0-15,-6-6 0 0,-4 1 0 16,-7-4 0-16,-6-3 0 0,-6 2 0 15,-8-1 0-15,-5 2 0 0,-6 3 0 0,-2 1 0 16,-10 5 0-16,-1 2 0 0,-4 7 0 16,-2 6 0-16,-4 8 0 0,-3 5 0 0,1 11 0 15,2 5 0-15,-4 9 0 0,-7 5 0 16,0 5-34-16,4 3-247 0,1 5-41 0,4 4-54 16,6 2-60-16,4 2-47 0,3-4-88 15,15-2-149-15,4-2-48 0,7-4 82 16,5-1-509-16,4-5-660 0</inkml:trace>
  <inkml:trace contextRef="#ctx0" brushRef="#br0" timeOffset="200116.96">29902 2218 3135 0,'-13'-19'36'0,"3"1"27"0,-2 1 1 0,1 5 18 0,-1 1 9 16,3 1 20-16,0 5 10 0,-5 5 9 0,-3 7 20 16,-8 12 11-16,-12 18 19 15,3 11 9-15,2 9 24 0,-4 17 7 0,4 8 8 16,5 0-17-16,7 3-14 0,4-17-4 15,8 0-18-15,7 3-13 0,2-3-9 0,7 0-16 16,1-4-9-16,7-4-11 0,0-8-13 16,6-3-15-16,-3-5-5 0,-2-13-12 0,-2-2-10 15,0-4-7-15,-1-4-3 0,-5-9-10 16,0-2-41-16,4-3-53 0,-4-1-50 0,0-5-64 16,3-1-79-16,1-1-103 0,1-3-122 15,-1-3-162-15,2 0-132 0,2-2 65 16,-3 3-570-16,1-3-728 0</inkml:trace>
  <inkml:trace contextRef="#ctx0" brushRef="#br0" timeOffset="200693.59">30218 2930 3641 0,'-8'-16'72'16,"5"2"28"-16,-1-1 41 0,4 1 34 0,0-1 31 16,4-2 19-16,-1-4 14 0,5 1-3 15,5-6 5-15,-1 6-13 0,5-2-12 0,0 4-10 16,-3 7-9-16,0-1-14 0,2 6-13 15,-1 3-11-15,1 0-5 0,0 6-12 16,4 6-15-16,5 6-14 0,0 2 8 0,-7 5-1 16,0 1 1-16,-6-1-1 15,-3-2 14-15,-2 2 12 0,-1-1 9 0,-3 1-52 16,-3 3-103-16,0-6 0 0,0 1 0 16,-1-3 0-16,-1-1 0 0,0-1 0 0,2-3 0 15,-2-2 0-15,0-1 0 0,2-1 0 16,0-8 0-16,0 9 0 0,0-9 0 0,0 0 0 15,0 0 0-15,0 0 0 0,15-36 0 16,3 5 0-16,5-6 0 0,1-4 0 0,1 4 0 16,-4 10 0-16,0 1 0 15,-2 5 0-15,-2 6 0 0,-2 5 0 0,-3 3 0 16,1 5 0-16,1 2 0 0,-14 0 0 0,24 9 0 16,-10-1 0-16,-3 6 0 15,1 1 0-15,-1 4 0 0,-2 0 0 0,3 7 0 16,-3 1 0-16,-1-2 0 0,-1-7 0 15,-1 3 0-15,-2-1 0 0,0-3 0 0,-2 3 0 16,0-5 0-16,-1-1 0 0,-1-2 0 16,0-1 0-16,0 0 0 0,0-3 0 0,2-4-251 15,-2-4-635-15,0 0-71 0,0 0 88 16,0 0-909-16,20-12-1208 0</inkml:trace>
  <inkml:trace contextRef="#ctx0" brushRef="#br0" timeOffset="201126.47">31020 2271 5111 0,'-7'-20'-32'0,"2"6"60"0,2 1 68 16,1 2 45-16,2 3 31 0,0 1 26 0,0 7-8 0,2-12-22 16,1 7-17-16,6 0-8 0,-9 5-21 15,16-2-6-15,-16 2-14 0,27 5-12 0,-11 5-8 16,-1 2-6-16,-1 4-4 0,-3-1-7 15,-2 2-2-15,-1 2-9 0,-4-2 0 0,-2 0 0 16,-4 2 3-16,-2 6 1 0,-8 5 6 16,1 0-6-16,-3-1-8 0,-1 2-4 15,0-6-3-15,5-4-3 0,7-6 0 16,-3-3 10-16,4-2 6 0,2 0 6 16,6-2-4-16,-1 1-6 0,5-1 4 0,0-2 4 15,-1 2-35-15,-2-1-25 0,6 1 0 16,-6 2 0-16,2 1 0 0,-3-1 0 0,-5 2 0 15,4 0 0-15,-5 1 0 0,0 1 0 16,-2 1 0-16,-2 1 0 0,0-1 0 16,-2 1 0-16,-1-1 0 0,-2 1 0 0,0-4 0 15,-2 0 0-15,4-2 0 0,-3-2 0 16,1 0 0-16,-2-2 0 0,-1-3 0 0,0 1 0 16,0-4 0-16,12 0 0 15,-24-5 0-15,12 1 0 0,3-4-383 0,2-4-571 16,1-2 4-16,3-1 102 0,3-4-872 15,5-2-1152-15</inkml:trace>
  <inkml:trace contextRef="#ctx0" brushRef="#br0" timeOffset="201476.42">31632 1839 5059 0,'-7'-20'84'0,"3"5"73"0,-3 0 54 0,6 6 52 0,-1 0 8 0,0 3-15 0,2 6-19 0,0 0-19 16,0 0 5-16,0 0-11 0,41 29-18 15,-16 10-9-15,9 9-22 0,5 24-14 16,3 9-13-16,-12 3-1 0,1 4-97 0,-12 6-38 16,-8 0 0-16,-7-16 0 0,-8 1 0 15,-7-3 0-15,-3-8 0 0,-4 1 0 16,-7 13 0-16,2-23 0 0,3-4 0 0,-3-8 0 15,-1-6 0-15,12-10 0 0,-4-5 0 16,3-6 0-16,3-3 0 0,2-6 0 0,3-2 0 16,1-2 0-16,0-5 0 15,4-2 0-15,0 0 0 0,0 0 0 0,0 0 0 16,-3-18 0-16,5 7-440 0,-1 1-501 0,3 0 5 16,-2 4 85-16,-2 6-857 0,0 0-1143 15</inkml:trace>
  <inkml:trace contextRef="#ctx0" brushRef="#br0" timeOffset="201945.21">29887 4036 5052 0,'5'-17'57'0,"1"3"24"0,-1 1 51 0,3 1 76 0,-2 2 64 0,0-1 33 0,-1 2 3 16,-3 4-10-16,2-2-21 0,-4 7-20 15,6-10-18-15,-6 10 0 0,0 0 17 0,0 0-46 16,0 0-210-16,10 32 0 16,-8 4 0-16,-1 7 0 0,-1 16 0 0,4 6 0 15,2 3 0-15,-1 2 0 0,4 8 0 16,-2-3 0-16,4 18 0 0,-2-19 0 0,1-4 0 16,1-5 0-16,-3-1 0 0,-2-2 0 15,0-6 0-15,-6-15 0 0,0-3 0 0,0-9 0 16,-2-9 0-16,2-1 0 0,-2-5 0 15,0-2 0-15,2-3 0 0,-1-1 0 16,-2-2 0-16,3-6 0 0,0 0 0 0,0 0 0 16,0 0 0-16,-24-13 0 0,13 6 0 15,6 0-707-15,-6-3-276 0,-1 2 103 16,1-3-1032-16,0 1-1333 0</inkml:trace>
  <inkml:trace contextRef="#ctx0" brushRef="#br0" timeOffset="202209.59">29604 4754 5696 0,'-11'-8'126'16,"4"-1"40"-16,2 6 60 0,1 0 64 15,4 3 38-15,0 0 37 0,0 0 35 16,0 0 16-16,23 22-238 0,2 0-178 16,8 9 0-16,3 4 0 0,2-2 0 0,0 2 0 15,0 2 0-15,0-2 0 0,-4 1 0 16,1-5 0-16,-5-1 0 0,-5-7 0 15,-4-3 0-15,-1-3 0 0,-7-6 0 0,-4-1 0 16,1-4 0-16,-3 0 0 0,1 0 0 16,-3-1 0-16,2-3 0 0,-7-2 0 0,11 0 0 15,-11 0-84-15,0 0-705 0,15-7-167 16,-9 0 85-16,0 4 87 0,3-10-817 0,0 1-1041 16</inkml:trace>
  <inkml:trace contextRef="#ctx0" brushRef="#br0" timeOffset="202445.49">30436 4773 4523 0,'0'-7'104'0,"0"7"41"16,0 0 47-16,0 0 74 0,0 0 68 0,-39 26 43 15,19-4 14-15,-4 5-14 0,-2 4-24 16,-1 6-19-16,0 2-28 0,0 2-28 16,5-1-67-16,3-9-211 0,4 0 0 0,-3-2 0 15,4-2 0-15,3-4 0 0,2-7 0 16,2 0 0-16,-2-5 0 0,6 1 0 0,-5-4 0 15,5-1 0-15,-3-1 0 16,0 0 0-16,2-4 0 0,4-2 0 0,-7 5-493 0,7-5-246 16,0 0-177-16,-13-9 75 0,6 4 90 15,7 5-763-15,-15-14-959 0</inkml:trace>
  <inkml:trace contextRef="#ctx0" brushRef="#br0" timeOffset="203244.74">29313 6532 4109 0,'-2'-10'-34'0,"1"3"42"0,-2 0 25 0,-1 2 9 0,4 5 36 0,-13-3 24 0,13 3 37 16,-30 15 29-16,-3 15 28 0,-3 5 25 15,-3 10 41-15,-10 17 0 0,5 3 15 16,4 9 3-16,4 2 12 0,6 1-1 0,10-14-11 15,6 1-19-15,3-3-15 0,10 1-8 16,4-4-12-16,9-3-25 0,3-4-188 0,8-4-13 16,6-5 0-16,3-5 0 0,4-8 0 15,5-5 0-15,-5-9 0 0,2-6 0 0,2-9 0 16,4-6 0-16,10-5 0 0,-6-7 0 16,8-5 0-16,-4-4 0 0,-7-6 0 0,-1 0 0 15,-6-6 0-15,-7-3 0 16,-6-6 0-16,-7-3 0 0,-4-4 0 0,-10-3 0 15,-6-4 0-15,-6 3 0 0,-6-4 0 16,-11 2 0-16,-1 3 0 0,-5 4 0 0,-3 6 0 16,-2 9 0-16,0 6 0 0,-6 8 0 15,9 11 0-15,-3 9 0 0,4 5 0 0,-6 5 0 16,0 9 0-16,-4 9 0 0,2 8 0 16,6 0 0-16,3 5 0 0,8 1-373 15,6-2-216-15,5 0-142 0,11 0-143 0,2-8 79 16,3-2-847-16,10 2-1081 0</inkml:trace>
  <inkml:trace contextRef="#ctx0" brushRef="#br0" timeOffset="203559.61">30251 6392 4911 0,'-23'-8'112'0,"-2"8"11"0,0 5 29 0,-9 8 56 0,-10 12 40 0,2 9 37 0,2 10 27 0,-6 19 11 0,6 5 2 15,4 9-2-15,7 3-16 16,5 9-24-16,7-1-24 0,9-13-239 0,4 0-20 16,6 5 0-16,3-5 0 0,7 0 0 15,1-1 0-15,7-8 0 0,1-2 0 0,-3-8 0 16,5-10 0-16,-1-7 0 0,-8-12 0 15,4-4 0-15,-1-10 0 0,-2-7 0 0,2-6 0 16,1-3 0-16,-2-1-321 0,4-7-309 16,5-6-108-16,-1-5-131 0,0 0 72 0,0-6-848 15,-1 4-1082-15</inkml:trace>
  <inkml:trace contextRef="#ctx0" brushRef="#br0" timeOffset="204093.05">30363 7190 4944 0,'-8'-16'144'0,"3"3"21"16,1-3 52-16,2 5 54 0,2-1 41 0,2 0 14 15,2 1-3-15,1 2-26 0,4-2-24 16,0 4-26-16,2 1-19 0,2 2-12 0,1 3-20 15,0 2-164-15,4 5-32 16,-1 4 0-16,6 5 0 0,-2 6 0 0,2-1 0 16,-6 3 0-16,-3 1 0 0,-1 2 0 15,-6-2 0-15,-1-6 0 0,-2 5 0 0,-2-4 0 16,-4-2 0-16,0 0 0 0,0 0 0 16,0-5 0-16,0-2 0 0,0 0 0 0,2-3 0 15,-2-2 0-15,2-5 0 0,0 0 0 16,0 0 0-16,0 0 0 0,0 0 0 0,0-30 0 15,12-3 0-15,5-8 0 0,2-2 0 16,6 2 0-16,-1 4 0 0,-5 8 0 0,1 5 0 16,-4 4 0-16,2 6 0 15,-5 4 0-15,1 3 0 0,-3 4 0 0,-2 5 0 16,5 4 0-16,-1 9 0 0,1 1 0 16,-1 11 0-16,-4 2 0 0,1 0 0 0,-2 4 0 15,1-2 0-15,-3 2 0 0,-2-5 0 16,0-4 0-16,-3 10 0 0,3-9 0 0,-2-2 0 15,0-6 0-15,0-3 0 0,0-1 0 16,-1-2 0-16,-1-2 0 0,0-1 0 0,0-5 0 16,0-3 0-16,0 0 0 0,0 0 0 15,0 0 0-15,0 0 0 0,0 0 0 0,16-20 0 16,-14 9-813-16,-2 2-161 0,2-3 102 16,0 0-1009-16,0 4-1306 0</inkml:trace>
  <inkml:trace contextRef="#ctx0" brushRef="#br0" timeOffset="204792.23">30961 6582 4787 0,'-3'-7'-117'0,"-1"0"78"0,2 0 51 0,2 7 38 0,0-16 27 0,2 5 31 0,3 1 25 16,1-2 16-16,1 2-1 0,2 1-13 0,0 1-10 16,0 1-12-16,0 3-8 0,3 1-9 15,1 1 4-15,-13 2-5 0,29 7 1 0,-15 2 10 16,-1 4 20-16,-1 4 17 16,-3 2 24-16,-3 4 17 0,-5 0 17 0,-1 4 19 15,-3 4 19-15,1-4 19 0,-7 5 20 16,2-6-182-16,2-4-96 0,-1-3 0 0,2-4 0 0,1-1 0 15,-1-2 0-15,2-2 0 16,0 1 0-16,0-5 0 0,2 3 0 0,2-1 0 16,2 0 0-16,2-2 0 0,1-1 0 15,4 2 0-15,1-4 0 0,3 3 0 0,2-2 0 16,3-2 0-16,-4 3 0 0,4-4 0 16,-4 1 0-16,6 0 0 0,-8-2 0 0,4-2 0 15,-5 2 0-15,3-2 0 0,-5 2 0 16,1-4 0-16,-1 2 0 0,1 0 0 0,-3 0 0 15,-3-2-519-15,-6 4-467 0,5-4 72 16,-5 4 98-16,0 0-870 0,0 0-1120 16</inkml:trace>
  <inkml:trace contextRef="#ctx0" brushRef="#br0" timeOffset="205025.75">31594 6740 5209 0,'0'0'325'0,"0"0"58"0,0 0 60 16,0 0 64-16,0 0 16 16,0 0-5-16,0 0-235 0,0 0-283 0,0 0 0 15,0 0 0-15,0 0 0 0,0 0 0 16,0 0 0-16,0 0 0 0,0 0 0 0,0 0 0 16,0 0 0-16,0 0 0 0,0 0 0 15,-36 0 0-15,36 0 0 0,0 0 0 0,0 0 0 16,0 0 0-16,0 0 0 0,-5 9 0 15,5-9-627-15,-1 8-373 0,1-8 110 0,0 0-1040 16,1 10-1350-16</inkml:trace>
  <inkml:trace contextRef="#ctx0" brushRef="#br0" timeOffset="205760.79">31863 6469 4982 0,'-8'-10'-131'0,"2"3"62"0,1-2 61 0,-1 3 41 0,2-2 45 0,3 2 33 0,1 6 29 0,-2-12 19 16,4 3-7-16,1-1-21 0,3 2-13 16,3-5-11-16,5 0-8 0,1 3-13 0,-2-2-8 15,0 4-6-15,-2 4-7 0,2 1-7 16,-4 3 1-16,-9 0 6 0,19 4 12 16,-11 5 22-16,-5 3 38 0,1 5 15 15,-4 4 22-15,-4 3 6 0,-3 10 6 0,-7 3 7 16,-1 6 10-16,-1 1 2 0,2-9-5 15,1-2-200-15,-1-2 0 0,5 0 0 0,-2-7 0 16,8-6 0-16,3 1 0 0,0-5 0 16,3 0 0-16,4 0 0 0,4-3 0 0,0-1 0 15,5-2 0-15,-1-4 0 0,2 1 0 16,1-3 0-16,-3-2 0 0,-3-2 0 0,-12 2 0 16,25-3 0-16,-14-2 0 15,-4-4 0-15,-1 1 0 0,-5-4 0 0,-4-2 0 0,-3-5 0 16,-8-8 0-16,-1-4 0 15,-8 4 0-15,2-2 0 0,-8-4 0 0,-1 3 0 16,6 3 0-16,1 5 0 0,5 7 0 16,2-8 0-16,0 8 0 0,7 1 0 0,1 2 0 15,0 0 0-15,4 0 0 0,2 1 0 16,2-2 0-16,4-1 0 0,3 1 0 0,4-4 0 16,0 3 0-16,5 0 0 0,-4 2 0 15,10 3 0-15,-1 1 0 0,1 2 0 16,5 6-316-16,0 0-719 0,9 2 109 15,1 4 104-15,-3 3-910 0,-4 3-1164 0</inkml:trace>
  <inkml:trace contextRef="#ctx0" brushRef="#br0" timeOffset="207008.68">32215 6288 4598 0,'2'-8'-103'0,"-2"8"56"0,0 0 48 0,0-8 59 0,0 8 44 0,0 0 46 16,0 0 41-16,-4-9 39 0,4 9 40 16,0 0 10-16,0 0 3 0,-4-10 4 15,4 10-1-15,0 0-4 0,0 0-8 0,0 0-25 16,6-7-21-16,-6 7-18 0,0 0-19 16,0 0-24-16,0 0-167 0,16 29 0 0,-11-9 0 15,1 13 0-15,-6 4 0 0,3 2 0 16,-3 2 0-16,0 4 0 0,-3-3 0 0,-6 8 0 15,9-11 0-15,-6 2 0 0,-1-6 0 16,4 0 0-16,-3-8 0 0,1-7 0 0,3 0 0 16,0-5 0-16,0-3 0 15,0-2 0-15,-1 3 0 0,3-5 0 0,-2-2 0 16,-1 1 0-16,3-7 0 0,0 12 0 16,0-12 0-16,-2 8 0 0,2-8 0 0,0 0 0 15,0 0 0-15,0 0 0 0,0 0 0 16,0 0-523-16,21-22-484 0,-15 17 101 0,-1-3-1051 15,2 2-1377-15</inkml:trace>
  <inkml:trace contextRef="#ctx0" brushRef="#br0" timeOffset="207427.57">32410 6050 5452 0,'-10'-26'-31'0,"2"3"33"0,3 6 35 0,1 3 33 0,0 2 50 16,3 3 57-16,-1-1 27 0,2 3 12 0,0 7-10 16,2-8-9-16,-2 8 19 0,0 0 16 15,54 42 13-15,-10-1-13 0,16 22-14 0,-1 9-23 16,-2 10-12-16,-4 3-163 15,-15 6-20-15,-11 4 0 0,-18 0 0 0,-9-10 0 0,-9 25 0 16,-8-5 0-16,-5 1 0 16,-6-3 0-16,-5-7 0 0,-1-6 0 0,0-7 0 15,-4-7 0-15,10-24 0 0,-1 0 0 16,4-10 0-16,2-4 0 0,8-10 0 0,1-7 0 16,5-7 0-16,2 1 0 0,-4-6 0 15,8 2 0-15,-1-2 0 0,0-2 0 0,2 0 0 16,2-7 0-16,-3 6 0 0,3-6 0 15,0 0 0-15,0 0 0 0,0 0 0 16,0 0 0-16,7-23-52 0,-3 13-984 0,-2 1 81 16,1-1 104-16,2-3-950 15,-5 4-1231-15</inkml:trace>
  <inkml:trace contextRef="#ctx0" brushRef="#br0" timeOffset="207909.57">30976 8144 5359 0,'-45'-1'76'0,"-1"2"16"0,6 1 18 15,8-2 47-15,7 0 91 0,6 2 42 16,3-4 32-16,16 2-20 0,-7-3-29 0,7 3-25 15,42-18-25-15,24 5-27 0,38-4-21 16,19 0-55-16,10-3-120 0,12 0 0 0,2 0 0 16,4 2 0-16,1-2 0 0,-3 1 0 15,-10 3 0-15,-14-1 0 0,-17 4 0 0,-35 4 0 16,-13-1 0-16,-22 1 0 0,-11 3 0 16,-16 0-111-16,-5 1-113 0,-10 0-2 0,-13 0 7 15,-21-1 20-15,-25 5 14 0,-13 1 15 16,-14 0 13-16,-30 7 17 0,-10 0 16 0,-10 5 14 15,-15 3 16-15,-9 5 17 16,-3-2 43-16,0 4 49 0,21-2 43 0,16-3 22 0,26-2-6 16,34-3 19-16,16-1 26 15,22 0-1-15,12-1 21 0,18 1 12 0,14-5 18 16,24 2-22-16,29 5-9 0,36-3-20 16,17 0-13-16,4-3-13 0,4 2-11 0,-4-6-7 15,-4 1-13-15,-25-4-10 0,-3-2-45 16,-8 2-72-16,-12-7-96 0,-5 2-89 0,-21-4-100 15,-6-1-107-15,-6-2-80 0,-7-5-144 16,-8 3-106-16,-10-1 68 0,0 3-638 16,-5-1-814-16</inkml:trace>
  <inkml:trace contextRef="#ctx0" brushRef="#br0" timeOffset="210924.02">31297 3338 3536 0,'-11'0'-168'0,"-3"3"32"0,14-3 27 0,-19-6 15 0,19 6 19 0,-15-2 21 0,15 2 16 15,-12-3 16-15,12 3 5 0,-12-6 4 0,12 6-1 16,-9-3 5-16,9 3-2 0,-7-5 3 15,7 5-5-15,0 0-16 0,0 0-38 0,-10-3-34 16,10 3-47-16,0 0-67 0,0 0-139 16,-11 8-272-16,11-8-125 0</inkml:trace>
</inkml:ink>
</file>

<file path=ppt/ink/ink16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5-09-21T03:17:44.084"/>
    </inkml:context>
    <inkml:brush xml:id="br0">
      <inkml:brushProperty name="width" value="0.05292" units="cm"/>
      <inkml:brushProperty name="height" value="0.05292" units="cm"/>
      <inkml:brushProperty name="color" value="#FF0000"/>
    </inkml:brush>
  </inkml:definitions>
  <inkml:trace contextRef="#ctx0" brushRef="#br0">29231 14876 1509 0,'2'-12'280'0,"0"2"-114"0,-1-1-66 16,-2 3-20-16,1 2 1 0,0-3-6 0,0 1 2 15,0-4 5-15,-4 0 6 0,-2-3-2 16,1-6-7-16,-9-6-2 0,-3-5-2 0,-4-6-3 15,-8-1-3-15,-3-1-1 16,-4-1 5-16,-8 0 0 0,-1 1 5 0,-20-7 4 16,-3 2-7-16,14 11 24 0,-21-3 4 15,-3 4 3-15,-6-2 3 0,0 4-3 16,-3 4 4-16,-5 3-3 0,-3 3-4 0,-2 2-3 16,-5 4-5-16,2 1 6 0,14 7 6 15,-21-1-12-15,22 2 4 0,-5 5 0 0,-2-2-2 16,3 9 0-16,-20 5-4 0,6 1-8 15,10 6-7-15,3 6-5 0,24-1-10 0,-13 13-3 16,4 4-5-16,2 9-6 0,1 3-2 16,1 7-4-16,4 3-7 0,6 3-4 15,0 1-2-15,3 0-3 0,-1 3-3 16,5 3-3-16,0 0 1 0,3 0 0 0,4 0-2 16,0 1 2-16,9-2-2 0,2 1 0 15,10-12 4-15,1 0-1 0,3 2 5 16,10 0 4-16,0-2 5 0,11 1 7 0,2 1 3 15,9-3 9-15,4 5-8 0,10-2 1 16,10 12 4-16,6-3 3 0,6-3 6 0,5-3-2 16,7-2 2-16,5 0-8 0,5-5-4 15,2 0-5-15,5-4-6 0,2-2-2 0,6-3-4 16,3-2-3-16,1-3-7 16,-1-1-2-16,6 0 3 0,-1-1-3 0,3-5-7 0,-3-1-6 15,2-5 5-15,-3-1-3 16,0-3 4-16,-17-8-6 0,4-4 3 0,1-1 6 15,-2-8-9-15,4-2 1 0,-3-4 5 16,-4-7-4-16,4-3 1 0,16-12-2 0,-1-1 0 16,-4-6-2-16,-2-3 6 0,-3-6-3 15,1-4-4-15,-2-6 3 0,2-1 1 0,-3-7 0 16,3-5-1-16,1-4-2 0,-3-4 3 16,-6-2-2-16,-2-4 2 0,-3-5 5 0,-5-2 5 15,-3-10 1-15,-4-5-3 0,-9-11-3 16,-10-8-5-16,-8-10-2 0,-9-8-3 0,-16-3-2 15,-10-4-1-15,-20-4 1 16,-11 7-2-16,-31-27-12 0,-2 51-1 0,-36-12-11 16,10 41-26-16,-16 13-36 0,-11 14-31 15,-14 12-15-15,-2 15-28 0,-9 12-43 16,-2 11-47-16,3 6-56 0,11 9-53 0,8 3-73 16,10 4-130-16,13 3-183 0,25-3 73 15,12 3-508-15,6 1-644 0</inkml:trace>
</inkml:ink>
</file>

<file path=ppt/ink/ink16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5-09-21T03:18:13.862"/>
    </inkml:context>
    <inkml:brush xml:id="br0">
      <inkml:brushProperty name="width" value="0.05292" units="cm"/>
      <inkml:brushProperty name="height" value="0.05292" units="cm"/>
      <inkml:brushProperty name="color" value="#FF0000"/>
    </inkml:brush>
  </inkml:definitions>
  <inkml:trace contextRef="#ctx0" brushRef="#br0">2582 2364 2664 0,'-10'-4'280'0,"0"-4"-57"0,1 2-7 0,3 0-12 0,1 2-21 0,5 4-8 0,-6-5-9 0,6 5-12 16,-8-6-6-16,8 6-8 0,0 0-14 16,0 0-13-16,0 0-8 0,-15 11 6 15,13 5 1-15,-3 7 18 0,-2 12 17 16,2 7-3-16,-1 11-19 0,-1 1 37 0,-1 0-8 15,0 1 19-15,1-2-18 0,-2-3-9 16,2-9-16-16,2-4-22 0,-1-1-12 0,2 0-8 16,-1-1-6-16,1-10-8 0,0-4-10 15,2-4-9-15,-2 1-11 0,2-7-48 16,0 1-63-16,2-3-52 0,0 0-63 0,0-9-58 16,0 6-74-16,0-6-71 0,0 0-64 15,0 0-86-15,10-20-92 0,-8 4-58 16,0-6 36-16,2-3-351 0,1-12-477 15</inkml:trace>
  <inkml:trace contextRef="#ctx0" brushRef="#br0" timeOffset="201.08">2447 2590 2711 0,'0'-27'-35'0,"0"5"41"15,0 3 44-15,0 3 36 0,0 3 45 0,0-1 35 16,0 1 11-16,2 4-1 0,-2 0-17 16,3 2-2-16,-3 7-2 0,11-3 5 15,-11 3-8-15,0 0-10 0,27 15-16 0,-14-1-9 16,8 8-9-16,2 4-11 0,-1 3-6 15,2 5-8-15,-1-7-12 0,5 8-8 0,-6-9-14 16,-1 2-41-16,-3-3-58 16,-2-1-55-16,-3-3-58 0,-2-3-42 15,-1 0-52-15,-2-1-47 0,-1-2-101 0,-1-1-124 16,-2-4-51-16,0 1 49 0,0-5-176 16,-2-1-199-16</inkml:trace>
  <inkml:trace contextRef="#ctx0" brushRef="#br0" timeOffset="382.98">2671 2788 2071 0,'-11'-2'137'0,"11"2"52"16,-16-5 58-16,16 5 30 0,-11 0 26 15,11 0 13-15,0 0-8 0,0 0-17 16,-12-2-22-16,12 2-35 0,0 0-30 16,0 0-23-16,0 0-46 0,0 0-84 0,20-12-114 15,-4 7-116-15,4-2-127 0,1 0-180 16,11-4-195-16,-3-2 62 0,2 3-360 0,1-3-457 15</inkml:trace>
  <inkml:trace contextRef="#ctx0" brushRef="#br0" timeOffset="666.76">3001 2027 2842 0,'-9'-6'74'0,"-1"-1"11"15,4 4 9-15,6 3-23 0,0 0 5 16,0 0 54-16,-19 16 23 0,15 3 27 16,2 18-16-16,2 6-6 0,6 10-8 0,4 9-11 15,1 2-12-15,5 4-6 0,0 2-14 16,0 0-11-16,-1 2-9 0,2-1 2 0,-6-1-9 16,3 0-6-16,-4-1-12 0,-7-4-7 15,1-1-32-15,-2-5-39 0,-4-14-29 16,0-1-28-16,-2-7-49 0,3-8-41 0,-3-7-36 15,2-6-50-15,-2-4-70 16,1-6-74-16,0-2-102 0,3-4-70 0,0 0 31 16,0 0-168-16,-15-31-196 0</inkml:trace>
  <inkml:trace contextRef="#ctx0" brushRef="#br0" timeOffset="899.74">2992 2710 1979 0,'-3'-18'99'0,"3"1"36"0,0 6 27 0,3 1 20 16,-1 0-4-16,3 0-3 0,4-1 4 15,1 2-5-15,2 2-16 0,2 5-12 16,0-1-14-16,7 6-6 0,2-1-17 0,-6 2-6 16,5 4-3-16,-4 2-11 0,1 0 4 15,-4-1-1-15,-1 6 3 0,-7-3 8 0,1 0 4 16,-3 2 2-16,-5-3-3 0,0 1-6 16,-5 2-9-16,-3-2-8 0,1 2-10 15,-1-4-7-15,-1 0-12 0,-1 1-8 16,0-6-47-16,-1-2-77 0,-2-1-108 15,13-2-110-15,-27-9-144 0,13-3-200 0,5-5-14 16,-7-12 67-16,7-3-285 0,4-1-354 16</inkml:trace>
  <inkml:trace contextRef="#ctx0" brushRef="#br0" timeOffset="1183.25">3317 2011 2688 0,'-4'-6'153'0,"1"0"-8"0,3 6 4 0,0 0 34 16,0 0 36-16,-13 18 16 0,6-4 10 16,4 20 5-16,-1 10-12 0,2 2-21 0,4 16-17 15,3 6-16-15,-1 7-12 0,4 0-19 16,3 22-14-16,-7-20-11 0,4 1-15 0,5 14-10 16,-5-18-6-16,1-4-10 0,-1-4-24 15,-2-3-41-15,-1-8-26 16,-3-11-27-16,0-3-37 0,2-12-26 0,-2-4-30 0,0-8-27 15,-2-3-34-15,2-3-44 0,-2-5-44 16,2-3-38-16,-2-3-42 0,0 0-37 0,6-25-41 16,-3 5-31-16,-3-18-18 15,4-7-403-15,-4-19-367 0</inkml:trace>
  <inkml:trace contextRef="#ctx0" brushRef="#br0" timeOffset="1416.82">3403 2668 2376 0,'-4'-31'-5'0,"2"7"52"0,-1 5 40 15,3 3 44-15,-2 5 35 0,0-1 29 0,0 1 26 16,0 3 7-16,2-1-7 0,0 9-17 15,0-12-20-15,4 7-15 0,-4 5-16 0,13-4-9 16,-13 4-15-16,23 6-11 0,-6 2-10 16,0 2-12-16,6 7-6 0,-4 3-10 15,-2 1-5-15,-6 0-8 0,0 0 1 16,-6 0-9-16,-1 0 1 0,-4-1-2 16,-4 2-6-16,0 2 3 0,-1-3-12 0,-3-1-6 15,-2-1-1-15,-1 0-5 0,1-4-1 16,-1-1-9-16,2-5-31 0,-1-2-49 0,-1-4-55 15,-2-3-70-15,13 0-80 0,-22-16-89 16,8-9-112-16,3-10-168 0,2-4-12 0,3-17 67 16,6-7-282-16,8-3-345 0</inkml:trace>
  <inkml:trace contextRef="#ctx0" brushRef="#br0" timeOffset="1666.56">3624 1928 2554 0,'-2'-8'139'0,"0"1"50"0,2 7 4 15,-2-8 6-15,2 8-11 0,0 0-16 16,0 0 13-16,0 0 30 0,0 0 20 0,14 25-14 16,-5 6-16-16,2 5-11 0,1 15 7 15,1 7-23-15,3 5-17 0,-5 0-14 0,0 5-12 16,1-2-11-16,-1 1-10 0,1 1-15 16,-2-6-8-16,-5-4-7 0,2-4-10 0,-5-11-12 15,2-2-15-15,-1-5-37 0,-1-7-49 16,0-7-61-16,-1-3-60 0,-1-6-55 15,0-1-63-15,0-2-65 0,0-10-61 0,0 2-78 16,0-2-92-16,0 0-57 16,0 0 39-16,8-39-292 0,-3 1-366 0</inkml:trace>
  <inkml:trace contextRef="#ctx0" brushRef="#br0" timeOffset="1833.31">3910 2381 2461 0,'2'-4'37'0,"-2"4"52"0,0 0 49 16,0 0 35-16,11 18 34 0,-9-7 7 0,3 7 1 15,-2 3-18-15,-1 3-18 16,2 2-24-16,-1 9-7 0,1-2-13 0,0-4-21 0,-2-4-36 16,1-3-74-16,-1-5-64 0,0 0-71 15,3-1-77-15,-3-4-93 0,-1-3-118 16,1-1-149-16,0-5 11 0,-2-3-225 16,8 3-272-16</inkml:trace>
  <inkml:trace contextRef="#ctx0" brushRef="#br0" timeOffset="1984.48">4066 2305 2317 0,'-2'-11'123'0,"2"1"35"16,-3 2 40-16,1 2 23 0,2 6 11 15,-4-9-10-15,4 9-19 0,0 0-22 0,-6-6-22 16,6 6-24-16,0 0-45 0,-6-6-87 16,6 6-111-16,0 0-135 0,0 0-171 0,0 0-189 15,0 0 35-15,0 0-217 16,0 0-272-16</inkml:trace>
  <inkml:trace contextRef="#ctx0" brushRef="#br0" timeOffset="2215.98">4312 2418 2111 0,'-9'13'99'0,"-3"1"40"0,4 0 37 16,3 1 14-16,1-1 15 0,0 6 10 0,1 2 11 15,-2 1 8-15,5-3-10 16,0 1-9-16,2-1-24 0,1 3-21 0,-1-2-12 16,1-4-17-16,5 3-19 0,-5-5-14 15,5-1-43-15,0-1-63 0,1-3-85 0,2-4-111 16,0-2-106-16,-2-2-138 0,0-4-160 16,-9 2-7-16,21-9 64 0,-10 1-218 15,0-2-250-15</inkml:trace>
  <inkml:trace contextRef="#ctx0" brushRef="#br0" timeOffset="2584.17">4484 2464 2236 0,'0'0'131'0,"5"-11"31"15,-5 11 30-15,0 0 15 0,10-3 29 0,-10 3 23 16,0 0 11-16,19 9 4 16,-12-2-2-16,4 3-5 0,0 2-31 0,-2 3-12 15,0 0-20-15,1 5-9 0,-2 1 9 16,-1-2 3-16,-1 3-9 0,-5-5-18 0,2 1-24 15,-3-2-7-15,-3 1-18 0,3-2-12 16,-7 1-18-16,2-3-7 0,-5 1-8 0,0-2-10 16,-1-2-12-16,-2-1-4 0,1-4-22 15,-1-5-14-15,13 0-20 0,-23-15-20 16,14-6-13-16,-1-11-8 0,4-8-11 16,4-1 5-16,4 4 2 0,2 2 2 15,0 9 4-15,0 7 3 0,-2 4 2 0,5 4 8 16,-3 5 10-16,3 2 10 0,2 3 10 15,-9 1 3-15,18 7 1 0,-6 1 3 0,1 0-1 16,0 6-3-16,3 2-5 0,3 2 1 16,-4 7-1-16,4-4-9 0,-6-1-22 0,-2-3-62 15,1 0-85-15,0-1-80 0,0 2-77 16,6 1-93-16,0-3-171 0,-4-5-160 16,0-2 56-16,1 0-537 0,1-2-695 0</inkml:trace>
  <inkml:trace contextRef="#ctx0" brushRef="#br0" timeOffset="3065.8">4834 1985 3325 0,'-17'-24'73'0,"-2"4"52"0,1 5 49 0,5 1 44 0,4 5 32 0,-1 1-4 15,1 2-16-15,3 3 20 0,6 3 1 0,0 0-3 16,-19 17-17-16,15 2-24 0,2 6 4 15,4 20-19-15,0 14-10 0,0 4-23 0,3 0-13 16,0 6-12-16,2-1-14 0,-1-1-10 16,1 0-11-16,-5-3-10 0,2-5-11 15,-1-11-4-15,-6-3-6 0,-1-5-11 16,2-4-3-16,1-12-2 0,-1-4-5 16,0-4 6-16,2-4-9 0,0-4 1 0,-2-3-9 15,2-5-2-15,0 0-8 0,0 0 1 16,9-27-6-16,0 6-1 0,0-9-4 0,6-3-2 15,0 2-1-15,0 2 2 0,-1 5 14 16,-1 5 12-16,-3 6 14 0,1 3-53 0,-2 0-2 16,3 8 0-16,-1-1 0 0,0 3 0 15,-11 0 0-15,27 15 0 0,-11-2 0 0,2 9 0 16,-2 1 0-16,-3 3 0 0,-3 3 0 16,-6-6 0-16,-2 1 0 0,-2 0 0 15,-4 2 0-15,-1 6 0 0,-6-3 0 16,4-4 0-16,0-7 0 0,-4 1 0 15,2-3 0-15,0-3 0 0,0-4 0 0,-3 0 0 16,3-4 0-16,-4-1 0 0,2-6 0 16,0-3 0-16,-3-9 0 0,2-13-578 0,-2-22-143 15,8-7-138-15,4-15 4 0,4-7 70 16,10-24-709-16,3-4-941 0</inkml:trace>
  <inkml:trace contextRef="#ctx0" brushRef="#br0" timeOffset="3285.05">5053 1644 4088 0,'0'-29'29'0,"3"5"96"0,0 5 64 0,-1 5 63 0,-2 3 26 0,2-1 2 0,-2 8-14 0,0 4 30 0,0 0 7 16,9 21-5-16,2 13-9 15,-2 17-20-15,0 9-11 0,2 8-22 0,3 26-28 16,-5 3-11-16,5-1-20 0,-7 0-24 16,-1-18-153-16,1 1 0 0,-1-1 0 15,-1-4 0-15,-5-5 0 0,0-7 0 0,-2-4 0 16,-3-10 0-16,-1-4 0 15,1-5-90-15,-1-4-376 0,1-13-124 0,1-5-211 0,4-6-70 16,-3-6 79-16,3-5-766 0,0 0-1001 16</inkml:trace>
  <inkml:trace contextRef="#ctx0" brushRef="#br0" timeOffset="3683.67">5585 2467 4321 0,'0'0'49'0,"-11"12"64"15,11-12 52-15,-7 5 38 0,7-5 40 16,0 0 34-16,-5 7 8 0,5-7-6 0,0 0-9 16,0 0-14-16,0 0-23 0,0 0-23 15,19 4-16-15,-19-4-22 0,22-4-13 0,-11-1-20 16,3 0-14-16,0-2-11 0,-1-1-10 16,3-3-9-16,-5-1-9 0,-2 2-9 15,1-2-55-15,-2-3-22 0,-3 3 0 16,-3-1 0-16,0 0 0 0,-2 5 0 15,-4-4 0-15,-1 6 0 0,-3-2 0 0,-4 5 0 16,1 3 0-16,-5 5 0 0,-5 5 0 16,-6 4 0-16,2 9 0 0,2 0 0 0,2 6 0 15,4 3 0-15,6 2 0 0,-1 3 0 16,4-2 0-16,3-1 0 0,3-4 0 0,2-4 0 16,2-4 0-16,3-1 0 0,5-1 0 15,0-1 0-15,1-5 0 0,5-2 0 16,-2-4 0-16,2-5 0 0,-1-1 0 15,2-4 0-15,2-3 0 0,0-1 0 0,2-3-222 16,-6-3-180-16,3 0-99 0,-5 0-99 16,1 0-114-16,-7 2-105 0,-1 3 64 15,-5-1-666-15,1 4-872 0</inkml:trace>
  <inkml:trace contextRef="#ctx0" brushRef="#br0" timeOffset="4255.09">6686 2517 4251 0,'0'0'104'0,"0"0"16"0,0 0 33 0,0 0 43 0,-5 25 43 0,8-8 31 16,-1 0 2-16,2 8-5 0,-2 1 2 0,6 7-13 15,-4-1-16-15,1 0-17 0,1-4-3 16,-2-4-9-16,-1-2-7 0,0-5-7 16,-1 0-11-16,0-5-6 0,2 0-47 0,-3-1-133 15,-1-3 0-15,0-1 0 0,0-7 0 16,0 0 0-16,0 0 0 0,0 0 0 0,0 0 0 15,0 0 0-15,0-43 0 16,2 7 0-16,2-8 0 0,5-16 0 0,3-8 0 16,-1-7 0-16,7-22 0 0,-2 6 0 15,0 21 0-15,-1 6 0 0,2 11 0 0,-7 15 0 16,-1 5 0-16,1 10 0 0,-3 5 0 16,-1 7 0-16,1 4 0 0,2 4 0 0,-9 3 0 15,0 0-16-15,22 17-488 0,-12 1-60 16,-3 3-75-16,1 13-119 0,-3 2-66 0,0 2 65 15,-5 3-645-15,-3 0-855 0</inkml:trace>
  <inkml:trace contextRef="#ctx0" brushRef="#br0" timeOffset="4698.58">6715 2646 3616 0,'-23'5'-51'0,"4"-4"45"0,2 3 27 0,2-2 41 16,1-2 32-16,3 2 37 15,11-2 35-15,-17 0 20 0,17 0 8 0,-13 0 0 16,13 0 3-16,0 0-32 0,-16 3-8 15,16-3-3-15,0 0-4 0,0 0-9 16,23-17-18-16,-4 10-9 0,0-2-10 0,11-4-7 16,1-2-13-16,-3 3-4 15,-6 2-7-15,-5 3-9 0,-2 5-9 0,-3-4-7 0,-3 4 2 16,-9 2-5-16,17 2-1 0,-17-2 6 16,14 11 0-16,-9-3 5 0,-1 4-1 15,2 3 4-15,-5 1-7 0,1 1 0 16,1-1-7-16,-1 4-3 0,0-5 2 0,1 4 5 15,3-3 4-15,1-3-11 0,4 4 7 16,1-3-9-16,0-4 0 0,3-3-6 16,2 0-3-16,2-5-7 0,3-1-1 0,4-2-1 15,-2-3-4-15,1-3-3 0,6-3 8 16,-3 0-7-16,-4 0 12 0,-7-1 10 0,-2 0 10 16,-2-5 13-16,-1 1 10 0,-5-4 5 15,2-4 4-15,-7-1-3 0,1-3-7 0,-3-1-7 16,-5 2-7-16,4 3-34 0,-5 0-21 15,0 3 0-15,-1 6 0 0,-3 2 0 16,-3 5 0-16,0 0 0 0,-3 7 0 16,-3 0-74-16,-3 6-181 0,1 2-118 15,-4 7-125-15,1 4-181 0,2-2-198 0,8-3 68 16,5-4 90-16,9-1-610 0,0-9-785 16</inkml:trace>
  <inkml:trace contextRef="#ctx0" brushRef="#br0" timeOffset="5082.1">7424 2683 4027 0,'0'0'169'0,"0"0"36"0,0 0 30 0,0 0 33 0,0 0 15 0,0 0 9 0,2-31-3 0,0 25-20 0,2-5-16 0,-2 1-11 16,0-2-16-16,-1 4-16 0,-1-5-18 15,0 1-19-15,0 3-16 0,0 1-17 0,-1 0-16 16,1 8-16-16,-12-11-11 0,6 8-12 15,6 3-9-15,-20 3-9 0,4 4-63 16,3-2-4-16,1 0 0 0,3-1 0 0,9-4 0 16,-11 6 0-16,11-6 0 0,0 0 0 15,0 0 0-15,18-20 0 0,7 3 0 16,2 1-48-16,3 1-9 0,-1 0-1 0,2 4 11 16,-8 4-1-16,-3 4 30 0,1 5 37 15,-1 1 25-15,-2 4 18 0,1 2 17 16,-4 4-7-16,1 1-72 0,-5 3 0 0,1 0 0 15,-3 5 0-15,-1-5 0 0,-3 6 0 16,0-3 0-16,-1-5 0 0,-3 3 0 0,3-5 0 16,-2-1 0-16,0 0 0 0,0-4-134 15,-1-1-394-15,-1 0-175 0,0-7-225 16,0 8 83-16,0-8 103 0,0 0-724 0,0 0-915 16</inkml:trace>
  <inkml:trace contextRef="#ctx0" brushRef="#br0" timeOffset="5781.89">8492 2385 3773 0,'1'-5'-58'0,"3"1"51"0,-4 4 37 0,0 0 39 0,0 0 50 0,0 0 24 16,0 0 20-16,11 21 21 0,-9-12 4 0,4 6 6 15,-2-1 3-15,2 8-21 0,-1-2-11 16,1 4-11-16,-3-5-36 0,1 3 0 0,1-1-22 16,-2-4-10-16,1-1-5 0,-2-3-11 15,0 1 0-15,2-3-11 0,-4-3 4 0,1-2 34 16,1 2 25-16,-2-8-2 0,0 0-5 16,0 0-11-16,0 0-12 0,12-21-2 15,-8 5-15-15,7-15-5 0,-4 2 9 16,5-3 7-16,-2 1-10 0,-5 9-4 15,5 3-6-15,-4 2-3 0,-1 5-13 0,-1 2-10 16,2 3 4-16,-1 2-7 0,-5 5 2 16,18 0-4-16,-18 0-1 0,19 5-2 0,-8-2 0 15,2 6-8-15,-3-2 1 0,1 0-2 16,-3-1 0-16,2 1-5 0,-3 0 4 0,-1 0-2 16,-1-2-4-16,2 0 2 0,-7-5 3 15,7 7-1-15,-7-7 3 0,8 3-6 16,-8-3-17-16,0 0 0 0,0 0 0 0,19-18 0 15,-10 6 0-15,1-5 0 0,0 1 0 16,-1 3 0-16,0 1 0 0,1-1 0 16,-2 7 0-16,1 0 0 0,-2 3 0 15,-7 3 0-15,22 2 0 0,-13 5 0 0,3 1 0 16,1 6 0-16,-1 1 0 0,-3 3 0 16,0-1 0-16,3 2 0 0,-2-1 0 0,-1-1 0 15,-2 0 0-15,3-3 0 0,-4 0-73 16,-1-1-203-16,3-3-79 0,0-1-94 0,0-3-110 15,-1-2-141-15,0-2-127 0,-7-2 66 16,22-2-664-16,-13-4-877 0</inkml:trace>
  <inkml:trace contextRef="#ctx0" brushRef="#br0" timeOffset="6183.77">9292 2267 3920 0,'0'-8'82'0,"0"8"57"0,0-12 35 0,0 12 24 0,-2-8 11 0,2 8 9 0,0 0-4 15,0 0-12-15,7-5 18 0,-7 5-1 16,0 0-10-16,29 19-6 0,-14-5-9 0,-2 1-20 16,5 5-14-16,-1 3-7 0,-4-2-7 15,-5-3-12-15,-3 1-6 0,1-1-7 0,-1-1-8 16,-5 0-2-16,-3 0-11 16,-1-2-8-16,-3 4-6 0,-3-4-12 0,-2 1-5 0,-1-3-7 15,-2-2-4-15,0-5-49 0,-1-2-9 16,3-4 0-16,13 0 0 0,-34-12 0 15,13-7 0-15,2-8 0 0,4-6 0 16,4-6 0-16,2-1 0 0,7 3 0 0,2 7 0 16,0 8 0-16,4 3 0 0,5 7 0 15,-2 0 0-15,2 5 0 0,1 4 0 16,3 1 0-16,-13 2 0 0,31 7 0 0,-14 2 0 16,4 1 0-16,4 5 0 0,-1 1 0 15,1 1 0-15,0 1 0 0,-8-3 0 0,2-3 0 16,5 5 0-16,-8-3 0 0,0-4 0 15,-1-1 0-15,-4-3-31 0,1 1-199 0,-3-2-88 16,0 1-95-16,1-1-105 16,1-2-158-16,-1-2-168 0,-6 3 65 0,-4-4-711 15,11 4-938-15</inkml:trace>
  <inkml:trace contextRef="#ctx0" brushRef="#br0" timeOffset="6516.54">9677 1685 4003 0,'-6'-27'-67'0,"4"6"38"15,2-1 45-15,-2 3 43 0,0 2 45 0,4 2 38 0,-2 3 8 0,0 3-8 16,0 1-12-16,0 8 4 0,0 0 46 15,0 0 54-15,12 29-1 0,-5 6-11 0,0 8-17 16,0 12 2-16,0 6-2 0,3 4-13 16,-5 3-15-16,3 2-17 0,0 0-7 15,-3-3-17-15,3-1-15 0,-5-3-11 0,-1-6-13 16,3-3-7-16,-1-12-13 0,-4-3-10 16,-2-10-31-16,2-7-49 0,-2-4-63 15,2-5-56-15,-3-2-81 0,3-5-84 16,-2 0-67-16,2-6-78 0,0 0-69 0,0 0-103 15,0 0-113-15,-11-31 35 0,7 14-534 16,-1-4-689-16</inkml:trace>
  <inkml:trace contextRef="#ctx0" brushRef="#br0" timeOffset="6667.24">9671 2284 3200 0,'-12'-11'14'0,"3"-1"61"0,-2 6 55 16,3 0 54-16,0 3 45 0,1-1 49 0,7 4 38 16,-12-5 12-16,12 5-6 0,-8-3-22 15,8 3-17-15,-7-4-38 0,7 4-23 0,0 0-23 16,0 0-29-16,0 0-85 15,27-12-139-15,-12 7-154 0,6-2-149 0,0-1-189 0,10-6-238 16,-11 6 56-16,-1 1 82 16,-4 2-462-16,3 1-577 0</inkml:trace>
  <inkml:trace contextRef="#ctx0" brushRef="#br0" timeOffset="7131.94">9907 2296 3208 0,'-4'9'89'0,"2"-3"45"0,0 0 30 15,1 0 37-15,1-6 23 0,0 11 11 16,0-11 1-16,1 10 3 0,3-6-29 16,-4-4-14-16,12 10-18 0,-3-8-25 0,-9-2-13 15,17 3-8-15,-7-2-20 16,-10-1-9-16,19-1-11 0,-19 1-4 0,15-3-11 0,-15 3 1 16,11-6 19-16,-4 0 4 15,-3 0 0-15,-3-2-7 0,3-3-7 0,-2-7-7 16,-2 3-5-16,-2-4-5 0,0-5-13 15,0 7-2-15,2 0 4 0,-3 2-5 0,1 3-10 16,-1 3-10-16,1 2 0 0,2 7-3 16,-9-3-2-16,9 3-5 0,0 0-1 0,0 0 3 15,0 0-12-15,0 0 2 0,-21 9 4 16,21-9-11-16,0 0 9 0,0 0-1 16,0 0-4-16,44-14 14 0,-24 4-17 0,9-4 1 15,-2 2 1-15,-2 2 4 0,-4 0 21 16,-4 6 20-16,0 2 28 0,-2 2 22 15,4 4 15-15,-3 2-6 0,-5 2-96 16,4 2-20-16,-1 5 0 0,-3 2 0 0,-3 2 0 16,2 1 0-16,-5 3 0 0,1 1 0 15,-3-2 0-15,1 0 0 0,1-3 0 0,-5 3 0 16,2-7 0-16,-1 3 0 0,-1-1 0 16,0-3 0-16,-1-3 0 0,-1 4-198 0,-3-3-305 15,3-2-141-15,-2 2-170 0,1-1-43 16,-3-1 84-16,4-4-724 0,1 0-944 15</inkml:trace>
  <inkml:trace contextRef="#ctx0" brushRef="#br0" timeOffset="7333.38">10468 2056 4390 0,'1'-16'214'0,"1"7"65"0,0 1 41 0,-4 2 9 0,2 6 21 0,0 0 2 15,0 0 13-15,0 0-1 0,0 0-25 0,0 0-27 16,10 29-34-16,-10-4-27 0,1 10-203 15,-1 11-48-15,0-5 0 0,0 5 0 16,-3-3 0-16,-1 0 0 0,0-2 0 16,1-3 0-16,-3-3 0 0,1-5 0 15,4-8-263-15,-3-3-136 0,2-7-74 0,2-2-79 16,0-6-89-16,0-4-104 0,0 0-11 16,0 0 59-16,0 0-550 0,12-28-707 0</inkml:trace>
  <inkml:trace contextRef="#ctx0" brushRef="#br0" timeOffset="7484.02">10576 1949 3475 0,'2'-27'51'16,"-2"6"63"-16,0 6 44 0,2 3 22 16,-2 2 8-16,0 1-8 0,0 4-22 0,0 5-19 15,0-11-15-15,0 11-19 0,0 0-61 16,0 0-83-16,0 0-129 0,0 0-147 0,0 0-221 16,-14 18-117-16,13-6 53 0,-3 3-286 15,2 2-369-15</inkml:trace>
  <inkml:trace contextRef="#ctx0" brushRef="#br0" timeOffset="7684.17">10698 2063 2478 0,'-11'-11'180'0,"11"11"20"16,0 0 15-16,0 0 40 0,-24 11 55 16,13 3 40-16,-4 11 8 0,-2 3-9 15,5 2-4-15,5 6-17 0,-3 0-10 0,5 0-25 16,1 1-29-16,2-2-26 15,2-2-21-15,2 0-24 0,2 2-16 0,0-9-23 0,-3-4-50 16,3-6-88-16,2-1-98 16,-3-1-116-16,4-4-126 0,-2-5-157 0,1 1-216 15,1-5-107-15,-7-1 70 0,12 3-634 16,-12-3-822-16</inkml:trace>
  <inkml:trace contextRef="#ctx0" brushRef="#br0" timeOffset="8349.89">10955 2213 4021 0,'0'0'36'0,"0"0"49"15,0 0 32-15,0 0 30 0,0 0 40 0,0 0 5 16,0 0 14-16,0 0-15 16,0 0-5-16,0 0-20 0,0 0-10 0,0 0-14 15,0 0-9-15,0 0-17 0,0 0-14 16,27-8-8-16,-16-1-10 0,1 1-8 15,-1-4-13-15,0 3-4 0,0-1-3 0,-4 3-4 16,-1 0-5-16,-3 2-13 0,1-2-1 16,-4 7-6-16,4-3-1 0,-4 3 0 0,0 0-7 15,0 0 1-15,-31 24 7 0,13-2-6 16,-2 2 2-16,-1 0-2 0,4 3-1 16,0 0-8-16,4-1 12 0,2 3 2 15,2-4 0-15,4-6 4 0,1-5-3 0,2 1 1 16,1-3-5-16,1-2 9 0,1-1-3 15,5 1 5-15,1-5-3 0,7-2-3 0,-1-3-9 16,3-1 8-16,4-4-10 0,9-7-20 16,-1-5-22-16,3-4-27 0,5-12-11 0,-1 0-7 15,1-10 4-15,-4 1 10 0,1-6 2 16,-5-2 4-16,3-3 4 0,-2 4 4 16,-4 2 5-16,-7 7 3 0,-2 11 10 0,-9 9-1 15,0 6 0-15,-5 6 2 0,-2 3 0 16,0 5 4-16,0 0 2 0,0 0 5 0,-22 16 7 15,10 0-1-15,1 3 2 0,-5 6 0 16,5-4 0-16,4-2 4 0,3-1 2 16,0-4 0-16,4 3 2 0,1 2 19 15,4 3 27-15,4-2 47 0,6 9 20 0,4-3 39 16,1 5 24-16,-2-2 22 0,0-2 9 16,-2 2 5-16,-3-2-3 0,-4-3-130 0,-4-1-83 15,-3 0 0-15,-2 1 0 0,-2 1 0 16,0-1 0-16,-9 5 0 0,0 0 0 15,-3-3 0-15,-5-1 0 0,4-8 0 0,-1-3 0 16,4-2 0-16,-8-1 0 0,5-5 0 16,0-2 0-16,0 0 0 0,1-4 0 15,-3-4 0-15,2-2 0 0,0 0 0 16,4-3 0-16,-22-34-1077 0,25 26 114 16,5 5 119-16,3 2-961 0,3 2-1233 15</inkml:trace>
  <inkml:trace contextRef="#ctx0" brushRef="#br0" timeOffset="8930.93">12367 2346 5177 0,'-15'-2'100'0,"1"-2"27"0,3 2 16 0,11 2 38 16,-16-4 49-16,16 4 24 0,-12 0 16 0,12 0-2 15,0 0-15-15,0 0-20 0,0 0-23 16,0 0-17-16,0 0-25 0,78 6-12 0,-17-2-17 15,8-2-50-15,-1 3-89 0,-2-5-52 16,2-5-161-16,-5 3-114 0,-2-4-128 0,-11 2-152 16,2-5-194-16,2-3-29 0,-16 4 75 15,-6-5-657-15,-11 5-863 0</inkml:trace>
  <inkml:trace contextRef="#ctx0" brushRef="#br0" timeOffset="9183.11">13019 2087 3906 0,'0'0'28'0,"0"0"40"16,0 0 40-16,0 0 47 0,0 0 28 0,0 0 24 15,0 0 10-15,23 29 18 0,-12-2 48 16,2 2 8-16,-1 4-21 0,-1-1-28 16,-5 2-18-16,-1-4-20 0,-8-2-16 0,-3 7-14 15,-1 0-17-15,0-1-14 0,-7-1-17 16,-1-3-9-16,-1-2-12 0,1-3-16 0,2-3-15 15,-8-3-22-15,6-2-64 16,-2-7-99-16,-1 2-98 0,5-4-116 0,-4-3-139 0,2-1-186 16,-1-4-187-16,3 0 54 15,1-4 90-15,1-3-587 0,4 1-738 0</inkml:trace>
  <inkml:trace contextRef="#ctx0" brushRef="#br0" timeOffset="10947.57">14689 2325 3833 0,'-10'-8'97'0,"6"2"13"0,-2 0 6 0,4-1 18 0,4-3 17 16,2 4 12-16,2-3 3 0,4-3-3 0,4 0-9 15,2 0-16-15,9-3-11 0,-3 5-16 16,1-1-10-16,-1 6-12 0,-3 2-5 0,-1 3-8 16,0 3-8-16,0 6 13 0,4 10-16 15,-6 3-1-15,-5 5 5 0,-6 0 7 16,-5-2 23-16,-4 10 30 0,-7 4 32 0,-4 7 22 15,-9-2 25-15,2 1 16 0,-3-3 14 16,0-5 5-16,4-8 4 0,5-3-24 16,-4-5-223-16,9-4 0 0,6-2 0 0,-4-5 0 15,7 0 0-15,1-1 0 0,2-2 0 16,7 2 0-16,2-4 0 0,5 1 0 0,4-2 0 16,4-1 0-16,4 1 0 0,4-3 0 0,-1-1 0 15,12-1 0-15,-3-3 0 16,2-3 0-16,1 1 0 0,-6-1 0 0,0-2 0 15,-10 4 0-15,-6 0 0 0,-4 0 0 16,-4 2 0-16,1-3 0 0,-1 3 0 0,-2-2 0 16,-5 1 0-16,2-1-403 0,-3-3-212 15,3 4-130-15,-4-4-152 0,1 1 81 0,2-5-788 16,-1 3-1043-16</inkml:trace>
  <inkml:trace contextRef="#ctx0" brushRef="#br0" timeOffset="11364.38">15609 2089 4687 0,'-4'-9'28'0,"0"2"14"0,4 7 32 0,0 0 44 15,0 0 40-15,-25 22 29 0,9 6 25 16,-5 11-2-16,-2 5-8 0,-1 5-13 0,2 3-16 16,-1 1-16-16,0 3-15 0,2 0-6 15,-1 2-17-15,-1-6-14 0,-1 0-10 16,3-5-11-16,3-4-9 0,0-8-3 0,5-5-10 15,-3-2-9-15,7-7-7 0,0-4-22 16,1-5-36-16,2-4-51 0,2-1-57 16,1-4-57-16,3-3-42 0,0 0-36 15,0 0-34-15,-15-14-23 0,12-2-7 0,3-5 4 16,0-15 18-16,5-7 27 0,-1-11 40 16,1-7 54-16,-1 1 55 0,-1 0 42 0,-3 2 51 15,2 14 75-15,-2 7 67 0,2 10 50 16,0 4 26-16,0 6 7 0,0 4-3 0,-2 4-11 15,4 2 43-15,-4 7 32 0,0 0 1 16,0 0-24-16,26 20-23 0,-12-4-21 16,7 9-23-16,1 0-14 0,0 1-13 15,1-2-17-15,0 2-14 0,-1-1-58 16,1-2-67-16,-2-3-89 0,0 4-82 0,2-2-44 16,0-3-86-16,0-1-135 0,-4-5-151 15,-4-5-190-15,2 0 77 0,-3-4 62 0,-1-1-477 16,2-6-599-16</inkml:trace>
  <inkml:trace contextRef="#ctx0" brushRef="#br0" timeOffset="11699.66">15876 2282 3421 0,'3'-21'193'0,"-3"6"45"0,2 3 35 16,-2 0 24-16,2 3 27 0,-2 4 5 16,0 5-15-16,2-12-19 0,2 7-32 0,-4 5-16 15,0 0-18-15,0 0-11 16,27 15-10-16,-17-3-10 0,4 12-9 0,-1 5-6 15,-8 5-2-15,1 5-4 0,-8 2-1 16,-4 2-2-16,-6 6-110 0,-1 0-64 0,-4-2 0 16,0-3 0-16,1-13 0 0,0 1 0 15,4-8 0-15,2-5 0 0,1-4 0 0,5-5 0 16,2-1 0-16,2-2 0 0,0-7 0 16,12 8 0-16,1-6 0 0,2-2 0 0,2 0 0 15,2-2 0-15,3-1 0 0,0 0 0 16,1-1 0-16,-2-1 0 0,2 0 0 15,-8 1 0-15,3-1 0 0,-2 2 0 0,-4-2 0 16,1 1 0-16,-2-1 0 0,-1 0 0 16,2 0 0-16,-3-2 0 0,-1-3-490 15,1 0-454-15,2-4 10 0,1 2 105 16,-2-5-869-16,1 2-1134 0</inkml:trace>
  <inkml:trace contextRef="#ctx0" brushRef="#br0" timeOffset="18080.96">15127 3909 1751 0,'0'0'364'0,"-17"-5"-51"0,11 1-22 0,2 1-20 0,0-2-33 15,0-2-8-15,4-1-31 0,4-3-16 16,3 0 3-16,0-2-4 0,6 0-7 0,3-2-17 15,2 6-18-15,1 2-12 0,6 1-13 16,-4 5 0-16,-2 2 6 0,13 9 4 0,-7 8 11 16,-3 3 21-16,-9 4 20 0,-8 8 4 15,-7 3 21-15,-3 5 25 0,-17 8 11 0,0 1 2 16,-4 0-3-16,-1-4 3 0,-2-1-3 16,2-4-3-16,10-10-13 0,0-2-42 0,3-4-179 15,5-5 0-15,3-3 0 16,3-5 0-16,1-3 0 0,6 3 0 0,-1-4 0 15,8 1 0-15,5-4 0 0,4 0 0 16,5-3 0-16,4-2 0 0,14-4 0 0,-6-1 0 16,9-5 0-16,4-4 0 0,1-3 0 15,7-3-4-15,-3-6-636 0,1-2-109 16,2-1-171-16,-3-4 73 0,-1 4 91 16,-7-2-698-16,-7 4-903 0</inkml:trace>
  <inkml:trace contextRef="#ctx0" brushRef="#br0" timeOffset="18433.03">16170 3889 4274 0,'3'-16'61'0,"1"3"50"0,-2 4 48 0,0 1 34 16,-2 2 27-16,0 6 12 0,0 0 9 16,0 0 7-16,0 0 6 0,-25 18-8 15,6 5-16-15,-2 6-19 0,-4 11-31 16,0 3-12-16,3-1-14 0,-3 3-11 16,4-2-21-16,-1-1-12 0,10-9-14 0,1-2-2 15,-3 0-19-15,4-6-31 0,2-7-61 16,3-1-65-16,-3-4-55 0,4-1-45 0,1 0-41 15,-1-6-43-15,0-1-47 0,4-5-33 16,-4 2-9-16,4-2 9 0,0 0 28 16,-6-17 34-16,8 3 42 0,2-9 50 15,0-14 64-15,6-3 62 0,-5 1 52 0,4-2 53 16,3 5 49-16,-2 5 34 0,-3 7 26 16,1 5 1-16,-4 7-10 0,0 3-13 0,-1 1 22 15,-3 8 23-15,8-4 9 0,-8 4-12 16,0 0-20-16,17 17-14 0,-6-5-16 15,5 5-5-15,4 3-18 0,5 1-31 0,4-3-77 16,3 1-87-16,3-2-104 0,1-1-120 16,2-6-104-16,-2-3-111 0,-5-3-125 0,-8 0-10 15,-5-7 64-15,-2 0-393 0,-3-3-479 16</inkml:trace>
  <inkml:trace contextRef="#ctx0" brushRef="#br0" timeOffset="18697.84">16426 4059 2743 0,'2'-23'44'15,"2"3"39"-15,-2 0 17 0,1-2 22 16,2 3 32-16,4-5 24 0,-1 6 19 15,-1-2 9-15,5 4 5 0,-3-1-1 0,3 6-14 16,-2 4 5-16,1 2 6 0,1 3 8 16,-12 2 12-16,24 7 17 0,-10 4 2 15,-1 4 7-15,0 9 20 0,-3-2 7 0,-5 11 8 16,-3 4 23-16,-6-2 25 0,-5 1-2 16,-5 0-9-16,3-3-318 0,-2-4-7 0,5-5 0 15,2-6 0-15,3-6 0 0,1 1 0 16,2-4 0-16,5 0 0 0,5-2 0 15,5-2 0-15,5-5 0 0,6-1 0 0,11-6 0 16,2-4 0-16,1 0 0 0,14-7 0 0,-5-1 0 16,-1 0-102-16,-6-2-917 15,-8 5 65-15,-9-1 103 0,-10 1-940 0,-8 5-1219 16</inkml:trace>
  <inkml:trace contextRef="#ctx0" brushRef="#br0" timeOffset="19514.47">14014 2346 4826 0,'-14'-29'-117'0,"1"-3"19"0,1 3 39 0,1 8 66 0,2 4 59 0,4 5 20 15,-4 1 9-15,4 4 1 0,-3 5 1 16,8 2 10-16,-38 34 22 15,3 7 12-15,-3 5 14 0,-12 16 14 0,-2 4 4 16,0 0 1-16,0 0-10 0,5-3-7 16,13-13-4-16,4-7-14 0,3-2-14 0,7-9-6 15,6-4-8-15,2-8-15 0,2-5-4 16,3-3-5-16,3-1 2 0,3-5-11 0,1-6-4 16,0 0-8-16,0 0-10 0,0 0-5 15,30-23-8-15,-8-6-3 0,10-11-4 16,4-4-5-16,0-6 1 0,2-1-8 0,-1 0-2 15,-1 2-5-15,-3 10-3 0,-3 3-2 16,-9 10-1-16,-1 6-4 0,-5 6 0 0,-5 4 1 16,-1 5 0-16,2 5-1 0,1 3 1 15,3 3 2-15,3 8 1 0,6 7-3 0,2 3 2 16,9 8 0-16,0-1 2 16,1 2-3-16,-2-2 3 0,0-2 2 0,-4-8-6 15,-5 1-4-15,-5-7 8 0,-5-4-3 16,-3-1-2-16,-3-4 2 0,-4 2 6 15,-1-3-15-15,-2 0 0 0,-2-5 0 0,0 0 0 16,-20 9 0-16,2-8 0 0,-5 1 0 16,-4-2 0-16,-1-2 0 0,-16 1 0 0,3-1 0 15,-6 0 0-15,6 0 0 0,-2 1 0 16,11 1 0-16,7-2 0 0,5 2 0 0,0-2 0 16,6 0 0-16,0 2 0 0,14 0 0 15,-23-1 0-15,13 1-134 0,10 0-201 16,0 0-127-16,0 0-143 0,0 0-185 0,0 0-57 15,0 0 81-15,36-21-680 16,-3 6-896-16</inkml:trace>
  <inkml:trace contextRef="#ctx0" brushRef="#br0" timeOffset="19713.95">14210 2527 4297 0,'0'0'73'0,"0"0"6"0,0 0 3 0,0 0 22 0,0 0 14 0,0 0-3 0,0 0-10 0,0 0-14 16,9-9-6-16,14 4-16 16,12-2-18-16,-7 2-76 0,-1 0-89 0,-2 2-93 15,11-4-96-15,-9 5-117 0,-4-1-200 16,-6 3-3-16,-5 1 65 0,-7 5-258 16,1 1-303-16</inkml:trace>
  <inkml:trace contextRef="#ctx0" brushRef="#br0" timeOffset="19878.68">14280 2710 2254 0,'-14'9'149'0,"2"-2"65"0,2-2 33 16,5-1 28-16,-3-1 35 0,8-3 13 16,-7 5 15-16,7-5 1 0,0 0-2 15,-8 4-15-15,8-4-27 0,0 0-28 16,0 0-22-16,0 0-29 0,0 0-31 0,37-10-56 16,-23 6-100-16,2-1-104 0,3 1-113 15,0 1-133-15,-1 3-131 0,4 2-160 0,-1 5-125 16,-3 0 64-16,-4 4-489 0,-1 5-628 15</inkml:trace>
  <inkml:trace contextRef="#ctx0" brushRef="#br0" timeOffset="20229.5">13688 4195 3703 0,'2'-10'322'0,"2"3"-6"0,-4 2 0 16,0 5-5-16,3-9-2 0,-3 9-28 15,0 0-23-15,0 0 20 0,0 0 5 16,14 21-19-16,-8-6-25 0,-1 6-21 0,5 1-20 15,2 7-24-15,-1 0-16 0,1 0-11 16,-1 1-22-16,-2-2-17 0,-2-6-28 16,4-3-70-16,-8-5-78 0,5-1-68 0,-5-3-65 15,1 1-48-15,1-3-58 0,-2-2-69 16,1-2-78-16,-4-4-62 0,0 0-60 0,0 0-73 16,17-13-41-16,-16 4 45 0,1-3-454 15,1-1-569-15</inkml:trace>
  <inkml:trace contextRef="#ctx0" brushRef="#br0" timeOffset="20580.98">13860 4168 2859 0,'-2'-29'12'0,"2"4"45"16,-3 4 20-16,3 3 16 0,3 0 12 0,-1 0 27 16,5-2 7-16,1 2 9 15,1 1 12-15,5 3 6 0,2-1 7 0,0 5 3 16,1 0 0-16,-1 6-5 0,-2 1-7 16,4 1-12-16,-1 4-10 0,-2 3-6 0,6 3-12 15,-6 0-7-15,5 3-10 0,-7 1 3 16,-1 4-11-16,-7-1 26 0,2 3-9 0,-7 0 30 15,0 2-11-15,-5 4 8 0,1-2 4 16,-5 7 4-16,4-3 7 0,0-6-12 16,1-5-7-16,2 3-2 0,0-2-19 0,2-2-10 15,2 2-8-15,2 1-10 0,0-1-7 16,-1-1-8-16,-1 1-9 0,5-1-4 0,-4 1-9 16,-1-2-3-16,2 2-3 15,1 0-46-15,-3-2-1 0,0-1 0 0,0-1 0 0,-2 0 0 16,2-2 0-16,-2-1 0 15,0 1 0-15,-2-1 0 0,0-2 0 0,-2 1 0 16,1-1 0-16,-5 0 0 0,5-1 0 16,-6-5 0-16,9-1-128 0,0 0-235 0,-20-7-134 15,15-2-129-15,2-4-194 0,3-5 1 16,10-12 73-16,5-1-680 0,11-5-876 0</inkml:trace>
  <inkml:trace contextRef="#ctx0" brushRef="#br0" timeOffset="20729.98">14460 4105 4099 0,'10'-7'148'15,"-5"3"54"-15,3 1 22 0,-8 3 33 0,5-6 20 16,-5 6 10-16,0 0-1 0,12-6-16 16,-4 2-26-16,3 0-22 0,4-4-25 15,6 2-24-15,9-5-47 0,-5 3-100 0,-2 0-113 16,0 3-113-16,0-1-134 0,0 0-153 16,0 2-177-16,-8 0-107 0,-4 2 69 0,1 2-588 15,-12 0-749-15</inkml:trace>
  <inkml:trace contextRef="#ctx0" brushRef="#br0" timeOffset="20895.29">14533 4270 3918 0,'-22'14'271'0,"5"1"57"0,4-3 42 0,2-4 36 0,1 3 27 15,0-3 13-15,7-1 9 16,-5 2-15-16,6-3-18 0,2-6-29 0,2 11-84 16,-2-11-309-16,15 6 0 0,1-6 0 15,0-2 0-15,4-2 0 0,1 0 0 0,1-3 0 16,-1 1 0-16,-3 0 0 0,-1 0 0 15,-2 2-579-15,-4 2-248 0,-1-2-89 0,-5 2 83 16,4-3-880-16,-9 5-1146 0</inkml:trace>
  <inkml:trace contextRef="#ctx0" brushRef="#br0" timeOffset="26415.44">6987 6595 2779 0,'4'-11'286'0,"-2"-1"-35"0,-2 3-4 0,0 1-17 16,0 8-5-16,-2-12-8 0,2 12-8 16,-4-7-30-16,4 7 4 0,0 0-7 0,-24 21-2 15,1 6-7-15,-7 14 12 0,-2 4-16 16,-4 5 31-16,4 1-16 0,2 2-12 0,1 3-14 15,3 0-22-15,5-7-19 16,3-1-3-16,5-11-5 0,4-4-10 0,-1-4-14 0,4-4-8 16,1-7-7-16,3-3-17 15,-2-3-13-15,3-3-1 0,-6-1-37 0,7-3-52 16,0-5-57-16,0 0-47 0,0 0-48 16,0 0-42-16,7-34-47 0,-2 13-20 0,2-16-1 15,4 2 9-15,3-13 24 0,-1-4 21 16,-3-1 28-16,3-3 37 0,-2 4 45 0,0 9 50 15,-4 7 61-15,0 4 60 16,-3 7 61-16,3 7 23 0,-6 1 16 0,5 8 3 0,-2 3 32 16,1 4 43-16,-5 2 35 15,21 10 15-15,-6 2 11 0,8 10-1 0,10 11-7 16,3 3-15-16,4 0-26 0,0 3-15 16,3-1-21-16,2-3-18 0,-4 0-14 0,-5-1-16 15,1-1-18-15,-13-11-56 0,0 1-68 16,-7 0-70-16,-2-5-74 0,-5-3-78 15,-3-3-94-15,-1-2-83 0,-4-3-99 0,1 1-134 16,-4-2-66-16,1-6 65 0,-10 8-537 16,5-4-653-16</inkml:trace>
  <inkml:trace contextRef="#ctx0" brushRef="#br0" timeOffset="26578.63">6919 7100 3579 0,'-21'-3'205'0,"4"-1"37"0,3-1 27 0,1 3 42 0,6 1 39 0,7 1 18 0,-14-4-7 0,14 4-10 15,-7-4-29-15,7 4-30 0,0 0-30 16,16-7-25-16,2 3-25 0,7-1-31 16,13 1-79-16,2 3-103 0,0-3-131 0,-4 4-161 15,4 2-190-15,-8 0-218 0,-7 3-128 16,0 0 74-16,-4 3-758 0,-2 4-960 0</inkml:trace>
  <inkml:trace contextRef="#ctx0" brushRef="#br0" timeOffset="26845.95">6805 7850 4745 0,'-8'-9'343'0,"4"1"16"0,4 6-7 15,0 2-7-15,0 0-22 0,0 0-14 16,0 0 8-16,0 0 7 0,0 0-41 0,0 0-27 15,6 27-25-15,1-8-227 0,-3 1-4 16,4 2 0-16,-4 4 0 0,0-3 0 0,0-1 0 16,-3 1 0-16,-1-4 0 0,2-1 0 15,-2-1 0-15,2-3-373 0,-2 0-79 16,-2-6-54-16,2 1-43 0,-2-2-47 16,2-7-52-16,-5 3-48 0,5-3 24 0,0 0-586 15,0 0-719-15</inkml:trace>
  <inkml:trace contextRef="#ctx0" brushRef="#br0" timeOffset="27194.03">6806 7935 3392 0,'6'-29'-6'0,"-1"4"57"0,-4 0 52 16,3 2 35-16,2 4 25 0,-3 1 22 0,1 3 17 16,2-1-2-16,-5 6-10 0,6 0-21 15,-2 3-14-15,3 1 2 0,-1 6-12 0,-7 0-10 16,20 3-13-16,-11 2-12 16,5 1-12-16,-1 3-5 0,2 5-9 0,-2-1-8 0,0 1-7 15,1 4-5-15,-3-3-6 16,-1 4 1-16,1 0-5 0,-3-3 3 0,0 5 1 15,1-2 2-15,2-2 2 0,0 3 3 16,0-3-3-16,5 5 6 0,0-1 17 16,-1-5 2-16,-3 0 14 0,-1-3 16 0,-1 0 12 15,-1-1 9-15,-1 1 9 0,-3-1 12 16,1 2 9-16,-2 1 9 0,-2-3 3 0,-4 4-175 16,1-1-5-16,-4 1 0 0,-4 1 0 15,-1 0 0-15,-7 6 0 0,0-1 0 0,-2-3 0 16,1-2 0-16,4-3 0 15,-6-1 0-15,4-1 0 0,-4-4 0 0,-1 1 0 0,2-2 0 16,2-2 0-16,-2-5 0 0,5 2 0 16,-2-5 0-16,-2-8-215 0,5-2-582 15,0-1-140-15,3-5 74 0,7-6 105 16,-1-12-814-16,9-1-1013 0</inkml:trace>
  <inkml:trace contextRef="#ctx0" brushRef="#br0" timeOffset="27444.97">8148 6946 4846 0,'-26'-8'248'0,"3"3"20"0,5 1 13 0,5-1 20 0,1 2 4 0,5 1-11 0,1 0-25 15,6 2-27-15,0 0-21 0,0 0-24 16,35-10-22-16,-9 7-39 0,14 1-100 16,4-2-136-16,4-2-168 0,-4 4-204 0,1-4-219 15,-6 2-158-15,-7 2 68 0,-8 2 95 16,-4 0-665-16,-4 0-806 0</inkml:trace>
  <inkml:trace contextRef="#ctx0" brushRef="#br0" timeOffset="27611.22">8115 7132 4261 0,'-16'6'323'0,"4"-3"29"16,3 1 20-16,3-3 8 0,6-1-7 0,-9 3-9 15,9-3-37-15,0 0-37 0,0 0-28 16,0 0-25-16,36-6-28 0,0 1-67 0,7-4-117 16,16-5-153-16,2 2-198 0,7-1-249 15,2-6-332-15,-3 0 76 0,-1 2 87 0,2-4-755 16,-6 3-944-16</inkml:trace>
  <inkml:trace contextRef="#ctx0" brushRef="#br0" timeOffset="28078.76">9490 6574 4582 0,'-14'-13'230'16,"1"1"51"-16,3 4 2 0,5 3-10 15,5 5 14-15,0 0 34 0,-19 19 28 16,9 0 7-16,-3 11-5 0,-1 6-39 16,3 13-16-16,-2-1-29 0,1 1-264 0,1-3-3 15,-3 0 0-15,5-7 0 0,0-3 0 16,-1-2 0-16,-1-3 0 0,-1 0 0 16,4-10 0-16,4-5 0 0,1 1 0 0,-1-6 0 15,2-1 0-15,0-2 0 0,2-8 0 16,0 0 0-16,0 0 0 0,0 0 0 0,29-29 0 15,-10 3 0-15,4-11 0 0,0-6 0 16,2-5 0-16,-4-5 0 0,1-4 0 0,-3-1 0 16,-2 5 0-16,-7 12-2 0,-2 4-69 15,-7 11 25-15,-4 3 18 0,-6 6 17 0,-13 7 22 16,-3 4 21-16,-16 8 23 0,-15 10 5 16,-3 5-60-16,2 4 0 0,1 5 0 15,4-1 0-15,6 1 0 0,6-2 0 16,9-3 0-16,8 1 0 0,10-5 0 0,5-1 0 0,4-3 0 15,8-1 0-15,6 2 0 16,12 3 0-16,9-2 0 0,10-5 0 0,2-2 0 16,7-4 0-16,16-4 0 0,-1-2 0 15,3-6 0-15,4-2 0 0,-2-3-377 0,2-5-625 16,1 1 83-16,-8-2-1085 0,-6 1-1421 16</inkml:trace>
  <inkml:trace contextRef="#ctx0" brushRef="#br0" timeOffset="28443.81">10109 6580 5818 0,'2'-5'-5'0,"-2"-2"43"0,0 7 24 0,0 0 23 0,0 0 37 0,0 0 60 0,0 0 45 0,-17 22 20 15,7-5 0-15,-5 10-4 0,-4 4-14 0,-4 8-20 16,1-1-37-16,-5-1-12 0,0 1-17 16,2-2-131-16,6-5-12 0,0-2 0 15,-2-2 0-15,5 0 0 0,-4-5 0 0,4-5 0 16,5-3 0-16,2-3 0 0,-1-5 0 15,2-3 0-15,-1-1 0 0,9-2 0 0,-17-5 0 16,7-5 0-16,3-3-132 0,3-7-6 16,-6-11 18-16,7-3 8 0,-1-5 16 0,4-5 11 15,4 3 15-15,-3 2 26 0,9 5 37 16,-8 8 27-16,2 7 14 0,2 7 14 16,-1 4 43-16,6 6 33 0,-1 7 22 15,3 0 2-15,5 9-11 0,2 5-81 0,3 5-56 16,2 3 0-16,4 4 0 0,1 1 0 15,-1-1 0-15,-4-6 0 0,0 0 0 0,3-3 0 16,9 6 0-16,-1 1 0 0,1-2-8 16,-6-9-438-16,-1-3-168 0,-1-1-178 0,-8-6-64 15,-4-2 72-15,-3-2-811 0,2 0-1037 16</inkml:trace>
  <inkml:trace contextRef="#ctx0" brushRef="#br0" timeOffset="28881.34">10742 6505 4772 0,'-6'-24'149'0,"3"5"50"0,-4 4 53 0,5 3 37 15,1 4 17-15,-1 1 0 0,2 7-2 16,0 0 39-16,0 0 31 0,0 0-16 0,-8 44-23 16,1-3-131-16,3 3-204 0,0 14 0 15,-4 0 0-15,3-2 0 0,-4 2 0 16,-2-1 0-16,2-5 0 0,-2-4 0 0,-3 0 0 15,7-14 0-15,-4-3 0 0,0-2 0 16,4-7 0-16,3-7 0 0,-1-2 0 16,1-7 0-16,2-1 0 0,2-5 0 0,0 0 0 15,0 0 0-15,0 0 0 0,0 0 0 16,8-40 0-16,-1 5 0 0,4-11-172 0,3-7-164 16,-1-5 6-16,5-8 37 0,-6-1 31 15,1 4 27-15,-6 2 31 0,-3 18 54 16,-8 8 45-16,0 12 38 0,-3 5 42 0,-7 9 38 15,-3 7 45-15,-8 2 60 0,-9 9 54 16,6 7 38-16,-3 4 50 0,10 3 27 16,5 0 30-16,9 0 22 0,3-4-11 0,10-2-251 15,2 0-77-15,10 5 0 0,7-3 0 0,4-5 0 16,3-4 0-16,8-5 0 16,1-3 0-16,0-4 0 0,4-1 0 0,2-4 0 15,-8 2 0-15,2 1 0 0,-10 1 0 16,-9 5 0-16,-7-1-746 0,-5 6-216 0,-9 2 84 15,-2 3-1028-15,-14 12-1329 0</inkml:trace>
  <inkml:trace contextRef="#ctx0" brushRef="#br0" timeOffset="29161.85">8364 7732 5686 0,'-18'0'158'0,"7"0"43"0,3-3 35 0,8 3 28 0,0 0 33 0,0-9 28 16,0 9-4-16,21-17-10 0,-1 11-36 16,10-5-158-16,6 2-117 0,8 0 0 15,9-2 0-15,5 4 0 0,-10 2 0 0,-3 0 0 16,3 2 0-16,-5 1 0 0,-1-1-107 0,-3-1-680 15,-11 4-157-15,-7 3 72 16,-8-3 104-16,-7 2-835 0,-6-2-1043 0</inkml:trace>
  <inkml:trace contextRef="#ctx0" brushRef="#br0" timeOffset="29327.8">8436 7999 4945 0,'-16'8'282'0,"3"0"21"0,2-3 34 0,3-1 30 16,2-2 14-16,6-2 8 0,-7 6-4 15,7-6-22-15,0 0-32 0,0 0-223 0,0 0-108 16,47-3 0-16,-2 2 0 0,12-7 0 16,11-1 0-16,2-5 0 0,5 3 0 15,1-1-391-15,15-10-533 0,-18 3 8 0,-1 1 91 16,-3 0-921-16,-5-2-1179 0</inkml:trace>
  <inkml:trace contextRef="#ctx0" brushRef="#br0" timeOffset="29744.09">9785 7474 5253 0,'-2'-9'183'0,"-4"2"57"16,1 2 30-16,5 5 33 0,0 0 34 0,0 0 37 15,0 0 37-15,-19 22 1 16,11-2-5-16,4 4-406 0,-3 10-1 0,1 2 0 0,0 3 0 16,2 1 0-16,1-1 0 15,-3-1 0-15,2-2 0 0,-1-3 0 0,0-6 0 16,2-3 0-16,-1-7 0 0,2 0 0 15,0-5 0-15,2 2 0 0,0-6 0 0,-2 2 0 16,2-10 0-16,2 4 0 0,-2-4 0 16,0 0 0-16,16-14 0 0,-9 0 0 0,4-11 0 15,3-8 0-15,1-1 0 0,-1-15 0 16,-3-3 0-16,-4 0 0 0,-1 10 0 0,-4 4 0 16,-4 2 0-16,-2 10 0 0,-1 4 0 15,-6 7 0-15,-5 4 0 0,-5 5 0 0,-3 9 0 16,-17 2 0-16,1 5 0 0,-3 11 0 15,0 3 0-15,7 2 0 0,11-4 0 16,4 3 0-16,12-6 0 0,3 2 0 16,6-4 0-16,4 1 0 0,5 0 0 0,9 4 0 15,3-2 0-15,3-8 0 0,5 1 0 16,6-5 0-16,3-2 0 0,1-4 0 0,9-6 0 16,-2-3 0-16,9-3 0 0,2-6-480 15,-1 1-527-15,-1-3 114 0,-4 1-1083 0,6 0-1395 16</inkml:trace>
  <inkml:trace contextRef="#ctx0" brushRef="#br0" timeOffset="30110.22">10622 7558 5244 0,'9'-8'-4'16,"-2"6"85"-16,-4-1 66 0,-3 3 73 0,0 0 59 15,0 0 49-15,-21 18 36 16,7-4 3-16,-8 6 1 0,-3 4-3 0,-4 7-18 16,-3 2-262-16,3 0-85 0,-1-2 0 15,7-2 0-15,-6 3 0 0,4-4 0 0,5-3 0 16,-1 2 0-16,-1-2 0 0,4-3 0 15,-1-2 0-15,1-3 0 0,3-5 0 0,2-3 0 16,-1-1 0-16,3-4 0 0,-2-2 0 16,1-2 0-16,12 0 0 0,-25-9 0 0,14-1 0 15,3-6-149-15,6-7-76 0,0-1 32 16,6-16 40-16,4 3 55 0,3-1 48 16,3 4 58-16,3 2 47 0,1 6 57 15,-6 9 38-15,2 4 31 0,-3 6 35 0,2 5-70 0,1 4-146 16,-1 5 0-16,1 6 0 15,-1 2 0-15,5 9 0 0,-6 3 0 0,6 0 0 16,-5 1 0-16,4 1 0 0,-2-1 0 16,3 1 0-16,0-2 0 0,4 2 0 0,-1-4 0 15,-3-1 0-15,5-3 0 0,-5-7 0 16,-3-3-178-16,0-5-781 0,0 0 23 16,1-8 94-16,2 0-952 0,5-3-1224 0</inkml:trace>
  <inkml:trace contextRef="#ctx0" brushRef="#br0" timeOffset="30594.59">11013 7583 5399 0,'-4'-9'198'0,"2"0"53"15,0 2 37-15,2 3 25 0,0 4 17 0,0 0 43 16,0 0 40-16,0 0 0 0,4 25-200 16,2-2-213-16,-5 10 0 0,3 6 0 0,-2 2 0 15,-2 5 0-15,-4 12 0 0,2 2 0 16,1-2 0-16,1-9 0 0,-6-6 0 0,4 1 0 15,-3-7 0-15,4-8 0 0,-3-3 0 16,2-6 0-16,0-4 0 0,2-3 0 0,-2-5 0 16,2-2 0-16,0-6 0 0,0 0 0 15,0 0 0-15,0 0 0 0,0 0 0 16,8-38 0-16,-2 4-309 0,5-12-302 0,2-9-16 16,9-5 27-16,-1-3 63 0,6-25 97 15,-2 8 84-15,-3 16 106 0,-5 9 96 0,-2 2 83 16,-8 17 85-16,-4 7 65 0,-6 9 55 15,-2 5 48-15,-6 1 43 0,-5 7 48 16,-2 5 35-16,-7 2 38 0,-15 9 28 0,-10 9 3 16,2 6 22-16,1 4 9 0,-1 3 0 15,4 4-1-15,8-2-386 0,2 1-21 0,7 0 0 16,10-7 0-16,10-4 0 0,8-4 0 16,7 0 0-16,17 2 0 0,16-2 0 15,17-2 0-15,4-7 0 0,11-3 0 0,5-2 0 16,-1-6 0-16,-5-1 0 0,-8-2 0 0,-12 3 0 15,-6-1 0-15,-12 0 0 0,-7 2 0 16,-5 0 0-16,-4-2 0 0,-5 2 0 16,-1 0 0-16,-12 0 0 0,9 6 0 0,-9-6 0 15,0 5 0-15,0-5 0 0,0 0 0 16,-17 10 0-16,7-9 0 0,-1 3-320 0,-4-1-691 16,-6-1 103-16,2 2-1116 0,-4-3-1440 15</inkml:trace>
  <inkml:trace contextRef="#ctx0" brushRef="#br0" timeOffset="31663.69">6910 9559 4095 0,'4'-15'346'0,"-4"-1"-107"0,0 6-3 0,0 0-10 0,0 3-11 0,0 7-30 15,0 0-17-15,0 0 40 0,0 0 24 0,-16 48 13 16,3 0 3-16,-3 5 4 0,1 8-8 15,2 2-16-15,-6 5-32 0,3 0-8 0,-2-2-28 16,2-2-13-16,3-6-14 16,-1-5-133-16,3-12 0 0,4-6 0 0,0-4 0 0,0-8 0 15,3-5 0-15,3-3 0 16,-5-5 0-16,4-6 0 0,2-4 0 0,-4 2 0 16,4-2-32-16,0 0-154 0,-4-27-20 15,8 6-20-15,-2-14-18 0,2-10-1 0,3-15 10 16,1-3 28-16,0-5 15 0,1-4 25 15,2 6 20-15,1 4 44 0,-2 8 38 0,-3 13 31 16,2 7 28-16,-2 8 24 0,-2 6 18 16,-1 6 31-16,3 6 36 0,-1 4 36 15,2 4 35-15,-8 0 16 0,29 19 6 16,-7 3 3-16,10 12 9 0,4 3 0 0,1 2-5 16,5 1-14-16,2 1-24 0,2-2-15 15,-4 1-100-15,3-5-50 0,-5-2 0 0,-1-4 0 16,-9-7 0-16,-6-2 0 0,-6-5 0 0,-2-4 0 15,-3-1 0-15,-4-2 0 16,-2-1 0-16,2-1 0 0,-8-2 0 0,-1-4 0 16,0 6 0-16,0-6 0 0,-14 3 0 15,2-3 0-15,-12-2 0 0,-13-1 0 0,-10-3 0 16,-9 0 0-16,-3-3 0 0,-2 1 0 16,4-2 0-16,10 5 0 0,8-4 0 0,1 2 0 15,9-1 0-15,8 6 0 16,3-2 0-16,7 2 0 0,-2 2 0 0,0 2 0 0,3 3 0 15,-2 2 0-15,5 2 0 16,1 5 0-16,1-1-97 0,1 5-890 0,4-3 44 0,0 4 102 16,2-2-969-16,4 7-1239 15</inkml:trace>
  <inkml:trace contextRef="#ctx0" brushRef="#br0" timeOffset="31943.2">6898 10974 5661 0,'-4'-12'372'0,"0"5"-4"0,4 2 5 0,0 5 7 0,-5-10-7 0,5 10-2 0,0 0-78 0,0 0-293 16,5 25 0-16,-3-8 0 0,6 16 0 15,-3-1 0-15,5-1 0 0,-2 1 0 0,-1 1 0 16,-3-8 0-16,1-1 0 0,-4-1 0 15,3 0 0-15,-4-3 0 0,0 1 0 0,-4-4 0 16,3 0 0-16,-6-3 0 0,1-1-214 16,1-3-369-16,-1-8-21 0,-4 2-19 0,10-4-30 15,0 0-12-15,-15-12 19 0,12 3-784 16,1-9-879-16</inkml:trace>
  <inkml:trace contextRef="#ctx0" brushRef="#br0" timeOffset="32260.25">6898 11198 3788 0,'5'-30'-36'0,"0"5"87"0,1 7 49 15,-5 0 39-15,1 4 30 16,2-3 14-16,1 8 11 0,-5-2 3 0,4 1-3 15,0 3 9-15,2 1 6 0,2 3 0 16,-8 3-8-16,0 0-17 0,27 7-17 0,-18 2-9 16,0 1-15-16,3 2-5 0,-3 5-2 15,2 0-4-15,-4 3-1 0,-2 5 4 0,-5 0 0 16,0 3 4-16,-5 8-1 0,1 1-8 16,-1 0-10-16,5-8-14 0,0-4-11 0,5-2-6 15,3 0-9-15,1 6-46 16,5-4-34-16,0 1 0 0,2-1 0 0,1 0 0 0,-2 0 0 15,2 2 0-15,-1-2 0 0,-5 2 0 16,0 1 0-16,-5-4 0 0,-4-2 0 16,-4 2 0-16,1-2 0 0,-8-1 0 15,-4 6 0-15,-1 1 0 0,-4-1 0 0,0-7 0 16,0-3 0-16,-3 0 0 0,-1-5 0 16,6-4 0-16,-2-2 0 0,2-3 0 0,0-6 0 15,-7-5 0-15,-4-8 0 0,5-7 0 16,-1-15 0-16,2-10-812 0,8-11-146 0,4-3 85 15,7-1-1014-15,7-3-1310 0</inkml:trace>
  <inkml:trace contextRef="#ctx0" brushRef="#br0" timeOffset="32476.92">8335 10361 5780 0,'-15'-9'260'0,"5"1"38"0,0 2 26 0,7 0 14 0,-1 2-13 0,4 4-36 0,0-8-31 0,0 8-25 0,19-10-147 16,4 3-86-16,13-2 0 0,6 1 0 15,2 0 0-15,-4-2 0 0,2 0-270 0,-6 1-244 16,-3-1-120-16,-4 6-150 0,-13-4-39 16,0 7 76-16,-7 1-756 0,-9 0-949 15</inkml:trace>
  <inkml:trace contextRef="#ctx0" brushRef="#br0" timeOffset="32627.5">8341 10558 4401 0,'-16'10'155'0,"5"-2"43"0,4-2 23 0,-2 0 17 15,6-3 16-15,-1 0 3 0,4-3-11 16,0 0-17-16,0 0-23 0,0 0-19 0,36 0-21 16,-13-4-68-16,11-8-132 0,11-8-171 15,0-3-217-15,7-2-254 0,-3-4-93 16,2 0 65-16,-1-5-672 0,2-2-830 0</inkml:trace>
  <inkml:trace contextRef="#ctx0" brushRef="#br0" timeOffset="33027.86">9596 9711 4165 0,'-1'-6'138'0,"1"6"-6"16,0-8-8-16,0 8 6 0,0 0 24 15,0 0 27-15,-6 35 23 0,4-12-1 0,-5 11 0 16,-2 4-16-16,-3 8-7 0,-6 5-2 16,0 1-2-16,-4-2 5 0,5-4 7 15,-2-1 8-15,7-10 0 0,1-2-5 16,2-4-11-16,3-4-12 0,6-6-5 0,0-3-16 16,4-1-9-16,3-3-50 0,5-3-88 15,1 0 0-15,0-4 0 0,1-3 0 0,-1-2 0 16,-2 0 0-16,-11 0 0 0,20-7 0 15,-17 2 0-15,1-2 0 0,-4-3 0 0,0 10 0 16,-13-25 0-16,-3 2 0 0,-2-4 0 16,-3 0 0-16,-6-11 0 0,0-1 0 0,5 2 0 15,6 4 0-15,3 1 0 16,1 3 0-16,9 6 0 0,1 2 0 0,4 4 0 0,3-3 0 16,5 2 0-16,5 3 0 15,8-4 0-15,2 2 0 0,6 3 0 0,-1 1 0 16,4 4 0-16,2 2 0 0,0 2 0 15,5 0-733-15,-7 3-244 0,-3 2 108 0,10 0-1040 16,5 0-1330-16</inkml:trace>
  <inkml:trace contextRef="#ctx0" brushRef="#br0" timeOffset="33363.14">10274 9703 5590 0,'-12'-4'35'0,"12"4"43"15,-27 10 62-15,8-1 65 0,-9 7 33 16,1 5 47-16,-2-1 15 0,-5 11 2 15,2-2-12-15,9-2-24 0,-8 6-24 16,10-4-28-16,4 3-208 0,-2-6-6 0,3 3 0 16,1-4 0-16,4 2 0 0,-1-8 0 15,3-3 0-15,4-3 0 0,-2-3 0 0,3 1 0 16,-3-4 0-16,1 0 0 0,1-4 0 16,5-3-73-16,-12 0-109 0,12 0 17 0,-9-12 21 15,5 0 12-15,2-3 22 0,4-5 28 16,2-5 34-16,5-8 47 0,3 2 35 0,3 4 30 15,0 3 32-15,-2 7 16 0,-1 5 14 16,-1 5 18-16,0 3 13 0,2 4-5 0,-13 0-100 16,20 7-52-16,-8 2 0 0,1 1 0 15,2 4 0-15,0 0 0 0,6 4 0 16,3 1 0-16,0 2 0 0,4-3 0 0,5-2-109 16,2-5-456-16,3-1-207 0,-4-3-124 15,-6-5 80-15,-1 4-896 0,0-2-1145 16</inkml:trace>
  <inkml:trace contextRef="#ctx0" brushRef="#br0" timeOffset="33745.04">10871 9624 5127 0,'-2'-24'131'0,"4"7"27"0,-4 3 33 16,2 2 26-16,-1 2 8 0,1 2 2 0,1 1-11 15,5 2-6-15,1 1-9 16,-7 4-11-16,23 9-9 0,-9 3-13 0,7 10-14 0,-6 7-3 15,0 3-12-15,-5 3-8 16,-6 2-18-16,-4 4-52 0,-12 13-61 0,1-6 0 16,-8 2 0-16,0-3 0 0,-4-6 0 15,8-10 0-15,1-4 0 0,5-9 0 0,4 0 0 16,-2-6 0-16,3-4 0 0,6-1 0 16,-2-7 0-16,0 0 0 0,12 3 0 0,-12-3 0 15,0 0 0-15,17-20 0 16,-13 8 0-16,-3-3 0 0,-1-2 0 0,-5-5 0 0,-3-9 0 15,-3-3 0-15,-6 0 0 16,-4-7 0-16,0 2 0 0,6 8 0 0,0 2 0 0,3 1 0 16,4 5 0-16,3 4 0 15,3-1 0-15,4 1 0 0,5-3 0 0,9-5 0 16,4 1 0-16,7 6 0 0,5 2 0 16,1 8 0-16,-3 5 0 0,-3 5 0 0,7 7 0 15,-3 8 0-15,-6 7 0 0,-8 6-610 16,-6 6-376-16,-7 5 111 0,-8 14-1070 0,-5 10-1366 15</inkml:trace>
  <inkml:trace contextRef="#ctx0" brushRef="#br0" timeOffset="33993.24">8309 11296 6076 0,'-31'0'357'0,"10"0"31"0,3-2 46 0,5 1-9 0,4 0-16 0,9 1-307 0,-4-5-102 0,4 5 0 15,33-10 0-15,6 0 0 0,22-2 0 16,6 0 0-16,10-2 0 0,0 2 0 0,20-7 0 16,-20 7 0-16,-9 0 0 0,-3 6-207 15,-17 1-794-15,-6-1 73 0,-16 6 107 0,-8 2-959 16,-11 2-1210-16</inkml:trace>
  <inkml:trace contextRef="#ctx0" brushRef="#br0" timeOffset="34176.98">8337 11533 5365 0,'-19'5'209'16,"6"1"24"-16,3-2 35 0,2-1 26 0,8-3 21 16,-7 6 8-16,7-6-3 0,0 0-11 15,0 0-28-15,0 0-30 0,55-6-228 16,-15-2-23-16,17-4 0 0,4-5 0 15,6 1 0-15,5-2 0 0,21-7 0 0,3-4-336 16,-9 0-437-16,3-1-153 0,-6-5 85 16,-18 11 99-16,-3-3-813 0,-2 3-999 0</inkml:trace>
  <inkml:trace contextRef="#ctx0" brushRef="#br0" timeOffset="34560.26">9974 10862 4521 0,'0'-7'131'0,"2"3"15"0,-2 4 5 16,0 0 10-16,0 0 26 0,0 0 47 0,0 0 34 16,-8 25 17-16,2-7 4 0,-1 14-10 15,-2 2 8-15,-11 9-5 0,1 4-3 0,-5-1 10 16,-3 0 6-16,-2 2-188 0,-3 0-107 16,2 0 0-16,1-4 0 0,6-1 0 15,5-11 0-15,7-2 0 0,8-6 0 0,3-5 0 16,1-4 0-16,9-4 0 0,2-4 0 15,1-3 0-15,0-4 0 0,6-5 0 0,2-3 0 16,4-9 0-16,-5-4 0 0,-4-7 0 16,-9 4 0-16,-1-7 0 0,-10-4 0 15,-3-1 0-15,-9-9 0 0,-6 2 0 0,-7 3 0 16,-5 3 0-16,2 2 0 0,-5 3 0 16,1 6 0-16,9 6 0 0,5 3 0 0,6 5 0 15,5 2 0-15,1 3 0 0,8-2 0 16,2 4 0-16,6-2 0 0,9 0 0 0,14-3 0 15,3 0 0-15,6 0 0 0,7 1 0 16,-2 0 0-16,11 0 0 0,-9 2 0 16,1 3 0-16,-1-1-303 0,3 0-644 0,-1 5 28 15,3 0 87-15,0-2-933 0,4 0-1196 16</inkml:trace>
  <inkml:trace contextRef="#ctx0" brushRef="#br0" timeOffset="34909.91">10658 10796 4659 0,'4'-13'67'0,"-3"3"80"0,-2 4 48 0,-3-3 34 15,-2 2 40-15,6 7 27 16,-9-7 23-16,9 7 18 0,-16 2 9 0,2 4 2 16,-6 3-2-16,-5 6-29 0,0 2-29 15,1 4-260-15,-2 4-28 0,1 0 0 0,2 3 0 16,-1 1 0-16,4 2 0 0,1-2 0 16,-3-4 0-16,4 2 0 0,0 0 0 0,-5-4 0 15,3-2 0-15,-1 1 0 0,-2-5 0 16,0-1 0-16,0-7 0 0,2 1 0 0,2-3 0 15,0-6 0-15,4 1 0 0,2-4 0 16,1-4-92-16,2 0-94 0,7-5 19 0,3-9 25 16,3-1 38-16,9-11 34 0,7 2 41 15,6 2 42-15,3 6 35 0,-3 1 34 16,2 7 34-16,-3 4 27 0,-3 5 22 16,-3 3-2-16,-1 4-103 0,-2 3-60 0,4 5 0 15,-2 2 0-15,-4 2 0 0,3 2 0 16,5 2 0-16,0 5 0 0,0-1 0 0,2 0 0 15,7 1 0-15,-1-6-265 0,3 0-356 16,-5 0-156-16,-3-8-94 0,-4-2 73 0,-8-2-855 16,4-5-1089-16</inkml:trace>
  <inkml:trace contextRef="#ctx0" brushRef="#br0" timeOffset="35310.6">11110 10686 4870 0,'2'-14'182'0,"-2"5"31"15,-2 3 20-15,2 6 0 0,0 0 29 0,0 0 35 16,0 0 16-16,0 0-24 0,7 27-20 16,-1-10-31-16,-2 5-17 0,0 1-23 15,0 11-18-15,-4-4-23 0,0 7-121 0,0-2-36 16,-6 4 0-16,0-3 0 0,-4-1 0 16,1-4 0-16,-3 2 0 0,3-6 0 0,3-5 0 15,3-5 0-15,-1-4 0 16,0-3 0-16,6-2 0 0,0-2 0 0,4-2 0 15,-6-4 0-15,0 0 0 0,26-12 0 16,-15 3 0-16,3-3 0 0,-3-6 0 0,-3-1 0 16,-3-1 0-16,-3 1 0 0,-6-3 0 15,-5-6 0-15,-7 1 0 0,-8 0 0 0,-13-1 0 16,-2 0 0-16,-5 6 0 0,0 1 0 16,8 6 0-16,5 3 0 0,5 4 0 0,4 2 0 15,8 0 0-15,3 0 0 0,0 1 0 16,8 2 0-16,3 3 0 0,14-9 0 0,6 4 0 15,22 0 0-15,4 5 0 0,5 0 0 16,-4 0 0-16,3 2 0 0,0 0 0 0,-1-1 0 16,-3 1 0-16,0 0 0 0,-6 3-290 15,-2 0-723-15,-9 1-1329 0,-8 0-1740 16</inkml:trace>
  <inkml:trace contextRef="#ctx0" brushRef="#br0" timeOffset="36358.68">6854 13309 4608 0,'-3'-17'316'0,"-1"3"-89"0,-1 5-77 0,5 3-37 0,0 6 9 0,0 0 51 16,0 0-11-16,-20 51 8 0,4-7 1 16,5 4-4-16,-3 3-1 0,5 1-8 0,0 2-9 15,-3-5-17-15,5-1-14 0,-4-9-11 16,0-1-10-16,2-4-9 0,0-2-6 15,3-6-29-15,0-6-72 0,0 2-66 16,3-8-63-16,-1-2-51 0,0-3-58 0,1-3-60 0,-1-2-42 16,4-4-22-16,0 0-11 15,0 0 12-15,-7-20 19 0,7 0 27 0,5-14 21 0,2-5 45 16,1-14 63-16,3-6 59 16,1-3 55-16,-1 1 59 0,3-2 71 0,2 11 77 15,-2 3 46-15,-1 17 32 0,-4 1 24 16,3 13 15-16,0 4 21 0,-3 7 40 0,3 3 25 15,4 8 12-15,11 10-4 0,4 4-15 16,8 15-21-16,0 4-29 0,3 2-27 16,4 2-22-16,1-2-23 0,-3 3-18 15,-2-5-21-15,-2-3-21 0,-3 1-34 0,-7-5-68 16,-8-5-90-16,-2-4-85 0,-4-1-90 16,-9-3-103-16,-3-3-116 0,-3-1-141 15,-2 1-173-15,-5 1 8 0,1-1 84 0,-4-2-601 16,2-3-738-16</inkml:trace>
  <inkml:trace contextRef="#ctx0" brushRef="#br0" timeOffset="36527.44">6948 13801 3788 0,'-31'-3'347'0,"4"1"54"16,6-1 37-16,8 3 27 0,-1-4-4 16,14 4-12-16,-16-1-33 0,16 1-47 0,-4-6-31 15,4 6-33-15,20-10-42 0,4 3-112 16,13-1-151-16,4 2 0 0,2 1-73 0,4 2-341 15,-4 6-250-15,0 2-256 16,-6 3 65-16,-1 5 95 0,-7 4-772 0,-6 7-977 16</inkml:trace>
  <inkml:trace contextRef="#ctx0" brushRef="#br0" timeOffset="36910.21">6528 14730 3970 0,'0'0'-23'16,"20"-3"110"-16,-20 3 66 0,11-2 54 15,-11 2 49-15,0 0 56 0,9 5 39 0,-4 2 39 16,0 8 19-16,1 16 29 0,-1 9 15 16,-1 20-1-16,3 7-16 0,-4 8-136 0,1 6-300 15,3 18 0-15,-5-18 0 16,2-4 0-16,-1-3 0 0,-3-2 0 0,2-11 0 16,-2-4 0-16,0-14 0 0,0-11 0 15,-2-7 0-15,2-7 0 0,-1-5 0 0,-1-5 0 16,2-4 0-16,0-4 0 0,0 0-196 15,0 0-535-15,-4-29-112 0,4 8-40 0,-4-20 78 16,4-6-805-16,0-15-1049 0</inkml:trace>
  <inkml:trace contextRef="#ctx0" brushRef="#br0" timeOffset="37243.89">6600 15158 4254 0,'-1'-29'21'0,"1"6"68"16,0 4 29-16,0 1 31 0,1 0 31 16,4-3 10-16,4 3 7 0,6-8-9 0,6 5-3 15,4 3-12-15,2 4-14 16,4 3-13-16,-7 7-8 0,0 5-9 0,1 4-12 15,4 5-7-15,2 10-28 0,-7 3-7 16,-2 5 6-16,-8 4 9 0,0 4 26 0,-10 0 40 16,-2 6 44-16,-4 2 55 0,-8 8 39 15,-5 1 5-15,-2-2-299 0,-4 0 0 0,0-6 0 16,3-4 0-16,6-10 0 0,0-7 0 16,6-5 0-16,2-4 0 0,2-1 0 15,4 0 0-15,0-2 0 0,5 2 0 16,-4-3 0-16,3 1 0 0,1 4 0 0,-3 0 0 15,1 2 0-15,2-2 0 0,-2-1 0 0,-3 3 0 16,0-3 0-16,-4-1 0 16,0-1 0-16,-3 3 0 0,-2-3 0 0,-4 3 0 15,-2-3 0-15,0 0 0 0,-6-2 0 16,2-2 0-16,-5-1 0 0,0-4 0 0,5-2 0 16,-5-4 0-16,4-5 0 0,0-7 0 15,4-11 0-15,3-9-274 0,13-21-774 0,12-13 114 16,13-32-1084-16,11-11-1435 0</inkml:trace>
  <inkml:trace contextRef="#ctx0" brushRef="#br0" timeOffset="37427.61">8289 13607 6112 0,'0'-7'222'0,"0"7"27"0,0-10 23 0,0 10 12 0,2-7-3 16,-2 7-16-16,0 0-21 0,6-7-23 0,-6 7-180 15,17 0-41-15,-2 0 0 0,4 0 0 16,3 2 0-16,4 0-124 0,0 0-462 0,-5-2-241 16,6 0-69-16,-4 1 82 0,-8 4-867 15,1 1-1118-15</inkml:trace>
  <inkml:trace contextRef="#ctx0" brushRef="#br0" timeOffset="37593.19">8103 14051 5122 0,'-22'8'224'15,"9"0"47"-15,1-3 28 0,7-3 28 16,-1 0 11-16,6-2-12 0,0 0-19 0,0 0-26 16,0 0-25-16,0 0-34 0,42 3-30 15,-17-8-166-15,9-4-26 0,3-5-19 16,3 1-255-16,3-4-184 0,-4 3-197 0,8-9-252 16,-1 5 78-16,-1-2 86 0,-2-3-722 15,0 2-912-15</inkml:trace>
  <inkml:trace contextRef="#ctx0" brushRef="#br0" timeOffset="37842.93">9094 13150 4552 0,'-14'-17'274'0,"8"8"21"16,-1-1-3-16,3 6 12 0,4 4 51 15,0 0 36-15,-12 37 34 0,7 5-12 0,1 18-23 16,0 7-31-16,1 4-218 0,1 6-141 15,-5-1 0-15,6 3 0 0,-5-1 0 0,2-1 0 16,-1-2 0-16,1-7 0 0,-2 2 0 16,-2-10 0-16,5 0 0 0,-3-18 0 0,2-3 0 15,2-8 0-15,4-9 0 16,0-5-630-16,6-9-238 0,-1-2-35 0,7-6 80 16,6-6-866-16,24-15-1125 0</inkml:trace>
  <inkml:trace contextRef="#ctx0" brushRef="#br0" timeOffset="38158.53">9937 13264 4477 0,'0'-10'59'0,"-3"5"41"0,3 5 29 15,-15-3 34-15,15 3 79 0,-25 15 79 0,-2 7 43 16,-5 14 24-16,-4 7 24 0,-16 17 27 16,-2 4-9-16,4 2-9 0,-6 3-175 0,3-1-246 15,1 2 0-15,7-4 0 16,12-13 0-16,6-2 0 0,4-1 0 0,10-5 0 15,8-10 0-15,2-5 0 0,6-8 0 16,2 1 0-16,3-5 0 0,3-2 0 0,5-4 0 16,-2-5 0-16,2-2 0 0,-1-2 0 15,4-1 0-15,-4-4 0 0,3-1 0 0,-4-1 0 16,-2-1 0-16,-1-1 0 0,-5-3 0 16,2 2 0-16,-8 0 0 0,2-1 0 0,-4 1 0 15,-1 0 0-15,-6 2 0 0,-2 1 0 16,-8 3 0-16,0 1 0 0,-18 3 0 15,-6 8 0-15,-4 4 0 0,-3 2 0 16,-2 5-614-16,0 5-385 0,-2 6 102 0,-17 12-1035 16,6 5-1353-16</inkml:trace>
  <inkml:trace contextRef="#ctx0" brushRef="#br0" timeOffset="38442.12">7909 15286 5729 0,'-12'-10'118'0,"4"3"49"0,4 1 32 0,1 2 30 0,3 4 20 0,0 0 29 0,0 0 28 15,16-9 20-15,2 7-10 0,2 2-42 0,9 0-274 16,1 0 0-16,11 0 0 0,-7 0 0 15,-3 0 0-15,-3-1 0 0,-5 1 0 0,1-2 0 16,-6 0 0-16,1 0 0 0,-2 1 0 16,1-3 0-16,-4-2-483 0,0 2-133 15,-1-1-143-15,-4-3-118 0,0 4 78 0,-4 0-785 16,-5 4-1025-16</inkml:trace>
  <inkml:trace contextRef="#ctx0" brushRef="#br0" timeOffset="38625.62">7775 15444 4823 0,'-25'10'262'16,"4"-3"37"-16,4 0 43 0,4-2 41 0,3-2 24 16,0 3 21-16,3-5-1 0,7-1-14 15,0 0-27-15,0 0-365 0,0 0-21 0,43 4 0 16,2-9 0-16,11-7 0 0,10-4 0 16,0 3 0-16,4-6 0 0,-1-1 0 15,19-5-385-15,-24 2-628 0,0 5 79 0,-3 1 106 16,-5-2-883-16,-6 3-1145 0</inkml:trace>
  <inkml:trace contextRef="#ctx0" brushRef="#br0" timeOffset="38878.78">8867 14900 5150 0,'-2'-9'164'0,"0"5"5"15,2 4 9-15,0 0 36 0,0 0 34 0,7 25 28 16,-1-3 25-16,0 15 13 0,-4 3 0 16,2 3-2-16,-2 3-14 0,0 12-45 15,-2 2-253-15,-4-2 0 0,2 2 0 0,-2-3 0 16,2-12 0-16,2 0 0 16,-6-4 0-16,2 0 0 0,-3-8 0 0,7-6 0 15,0-6 0-15,-2-4-84 0,4-3-611 16,3-4-231-16,3-2 19 0,2-3 104 0,8-5-821 15,7-5-1064-15</inkml:trace>
  <inkml:trace contextRef="#ctx0" brushRef="#br0" timeOffset="39208.74">9812 14875 4998 0,'-23'-5'294'0,"0"7"25"0,0 4 38 16,-9 3 51-16,0 9 42 0,-11 11 14 15,2 0-3-15,-1 6-21 0,-1 3-440 0,4 1 0 16,1 2 0-16,7 1 0 0,3-3 0 16,8 0 0-16,7-5 0 0,8-1 0 0,7-6 0 15,3 5 0-15,8-3 0 0,5-5 0 16,-2-7 0-16,-2-4 0 0,5-3 0 0,-4-2 0 16,0-3 0-16,3-3 0 15,-5 1 0-15,1-1 0 0,-5-2 0 0,-9 0 0 0,17-2 0 16,-17 2 0-16,10-3 0 15,-10 3 0-15,0 0 0 0,-6-9 0 0,6 9 0 16,-14-7 0-16,5 4 0 0,-2-1 0 16,-5-2 0-16,1 3 0 0,0 0 0 0,0 0 0 15,-3 0 0-15,2 3 0 0,-2-3 0 16,-1 3-120-16,0 0-786 0,0 3-54 0,2 0 83 16,-2 0-935-16,3 3-1240 0</inkml:trace>
  <inkml:trace contextRef="#ctx0" brushRef="#br0" timeOffset="40976.66">10574 13387 5257 0,'6'-8'-50'0,"-2"4"2"0,-4 4-2 0,6-8 2 0,-6 8 6 0,0 0 9 0,0 0 5 16,0 0 10-16,0 0 10 0,-25 20 13 15,10-6 11-15,-5 7 19 0,-3 4 9 0,0-2 7 16,1 3 7-16,-1 1-6 0,0-3-1 15,3 2 2-15,2-5-5 0,0-1-1 16,9-5-3-16,2-3 9 0,-2-3-2 0,6-1 10 16,-1-4 7-16,0 4 9 15,4-8 4-15,-9 9 11 0,-1-4 14 0,-5 4 8 16,-12 4 21-16,-9 5 16 0,-10 3 23 16,-1 1 14-16,-5 5 0 0,1-1-2 0,0 3-17 15,5 0-9-15,2-1-16 0,16-5-11 16,1-6-10-16,6-5-13 0,8 1-6 0,1-7-17 15,2 1-87-15,3 0 0 0,1-1 0 16,6-6 0-16,0 7 0 0,0-7 0 0,0 0 0 16,0 0 0-16,0 0 0 0,0 0 0 15,0 0 0-15,29-5 0 0,-29 5-243 0,9-6-187 16,-3 0-112-16,-1 2-118 0,2-4-189 16,-2 3 55-16,1-5 79 0,-1 0-631 15,3-1-802-15</inkml:trace>
  <inkml:trace contextRef="#ctx0" brushRef="#br0" timeOffset="41176.81">10172 13408 4105 0,'7'-9'166'15,"-3"-1"-6"-15,-1 5-2 0,-3 5 9 16,0 0 55-16,0 0 56 0,22 17 22 0,-10 0 1 16,10 12-10-16,5 6-26 15,3 3-28-15,-1 0-24 0,3 1-17 0,-3-1-27 16,2-3-16-16,-3-1-17 0,-5-8-52 0,0-1-88 15,-2-4-86-15,-2 1-85 0,-1-5-92 16,-5-5-115-16,2 0-119 0,-4-4-163 16,2-1-118-16,1 0 59 0,1-2-642 0,-3 0-819 15</inkml:trace>
  <inkml:trace contextRef="#ctx0" brushRef="#br0" timeOffset="41391.92">11106 13133 4096 0,'4'-23'152'0,"-2"4"28"0,-2 3 8 16,0 6 22-16,0 3-8 0,0 7 30 0,0 0 50 16,0 0 34-16,0 0 4 15,-4 42-12-15,2-5-22 0,-2 8-28 0,2 15-24 16,-8 2-23-16,5 1-19 0,-4 0-21 16,-4 1-18-16,2-2-33 0,-3-1-47 0,3 1-71 15,0-4-96-15,-3-2-98 0,5-2-54 16,2-14-118-16,3-4-113 0,2-11-130 0,2-3-194 15,2-11 12-15,6-3 84 0,3-6-625 16,3-4-787-16</inkml:trace>
  <inkml:trace contextRef="#ctx0" brushRef="#br0" timeOffset="41644.14">11938 12947 4092 0,'0'-13'194'16,"-3"2"4"-16,-1 5 11 0,-2 4 24 0,6 2 41 15,-17 13 18-15,-2 15 29 0,-6 13 2 16,-5 10-1-16,-10 19-15 0,0 13-20 16,-6 1-17-16,2 6-24 0,1-3-23 0,-2 0-18 15,4-1-23-15,1 1-169 0,3-4-13 16,5-1 0-16,9-23 0 0,0-5 0 0,6-4 0 16,4-14 0-16,4-5 0 15,-2-9 0-15,6-5 0 0,1-3 0 0,2-7 0 0,2-2 0 16,0-5-98-16,0 0-464 0,24-16-132 15,-1-6-151-15,8-13 6 0,10-5 72 0,-2-7-725 16,19-17-938-16</inkml:trace>
  <inkml:trace contextRef="#ctx0" brushRef="#br0" timeOffset="41943.21">12046 13298 4167 0,'3'-10'87'16,"-1"5"28"-16,-2 5 37 0,0 0 49 0,0 0 49 15,-25 19 36-15,7 5 26 0,-11 15 12 16,0 8 6-16,-1 3 0 0,-2 3-1 0,-11 14-10 15,11-16-10-15,-2 3-16 0,-1-2-29 16,9 0-141-16,1-6-123 0,3-1 0 0,9-11 0 16,4-4 0-16,6-5 0 0,-1-7 0 15,6-3 0-15,0-5 0 0,3-2 0 0,4-2 0 16,1-1 0-16,2-4 0 16,-5-1 0-16,-7 0 0 0,21-4 0 0,-12-2 0 15,1-2 0-15,-2 0 0 0,-2-5 0 16,-5 1 0-16,1-1 0 0,-2 1 0 0,-2 0 0 15,-3 1 0-15,-5 2 0 0,-5 2 0 16,-5 4 0-16,-6 1 0 0,-16 7 0 0,-10 9 0 16,-5 5-102-16,-4 8-549 15,-16 15-188-15,-9 4-61 0,3 7 88 0,-3 7-850 0,-5 8-1099 16</inkml:trace>
  <inkml:trace contextRef="#ctx0" brushRef="#br0" timeOffset="42408.75">10340 14941 4906 0,'9'-20'54'0,"1"6"41"0,-5 2 36 0,3 4 31 0,-4 1 36 0,-2 3 21 0,-2 4 59 0,0 0 14 0,0 0 9 0,-6 28-12 16,-9 1-17-16,-2 1-21 16,-6 8-14-16,0 2-21 0,0 2-23 0,-4-3-96 15,1 1-97-15,-1 2 0 0,-1-5 0 16,-3-1 0-16,4-1 0 0,1-11 0 0,3-2 0 16,-1-5 0-16,6-5-187 0,7-4-113 15,-3-5-26-15,5-6-29 0,9 3-15 0,-14-12 4 16,10-2 10-16,4-4 26 0,2-8 36 15,5-9 56-15,2-7 43 0,6-11 59 0,2-1 65 16,2 7 72-16,0 3 55 0,0 11 50 16,-4 7 46-16,-1 6 40 0,-3 6 48 15,-2 4 35-15,3 4 26 0,-2 5 8 16,-10 1-8-16,21 8-20 0,-6 3-19 16,4 13-26-16,2-2-26 0,1 2-20 0,0 1-18 15,1 0-16-15,2-2-72 0,-5-1-84 16,1-2 0-16,2-3 0 0,-8-3 0 0,1-5-246 15,-5 2-121-15,0-6-144 0,-1 0-166 16,1-3-183-16,0 2 49 0,1-3 97 0,-12-1-648 16,25 0-817-16</inkml:trace>
  <inkml:trace contextRef="#ctx0" brushRef="#br0" timeOffset="42645.83">11142 14485 4313 0,'2'-15'350'0,"0"4"17"0,0 4-5 0,-1 3-1 16,-1 4 13-16,0 0 38 0,0 0 27 16,6 29-14-16,-6-4-18 0,-2 14-31 0,-2 4-371 15,1 15-5-15,-5 3 0 0,-1 2 0 16,-1 0 0-16,-3-2 0 0,-1 1 0 0,-1-1 0 16,1-1 0-16,3-4 0 0,-3-2 0 15,3-1 0-15,6-15 0 0,-1-4 0 16,1-8 0-16,-1-6-602 0,3-9-277 15,2-5-29-15,2 0 84 0,-1-6-869 0,0 0-1128 16</inkml:trace>
  <inkml:trace contextRef="#ctx0" brushRef="#br0" timeOffset="42791.9">11565 14642 4251 0,'-2'-6'-286'15,"2"6"22"-15,-3-6 2 0,3 6-6 16,0 0-26-16,-11-1-41 0,11 1-64 16,0 0-60-16,0 0-114 0,-18 5-74 15</inkml:trace>
  <inkml:trace contextRef="#ctx0" brushRef="#br0" timeOffset="43208.08">11818 14512 2122 0,'7'-10'344'0,"-4"3"9"0,-1 2-1 15,-2 5 2-15,0 0 64 0,0 0 38 16,0 0 39-16,-21 51 11 0,-2-8-5 0,-6 6-18 0,-1 5-18 15,-14 18-18-15,5 6-21 16,2-3-21-16,1-3-341 0,9-15-64 0,8-1 0 16,2-4 0-16,4-4 0 0,5-12 0 15,0-2 0-15,6-7 0 0,1-8 0 0,-1-3 0 16,4-4 0-16,1-3 0 0,5-5 0 16,-2 0 0-16,3-4 0 0,-9 0 0 0,25-10 0 15,-10-2 0-15,3-1 0 0,0-10 0 16,0-3 0-16,-4-1 0 0,-2-4 0 0,-2-1 0 15,-7-1 0-15,-1 7 0 16,-2 1 0-16,-4 8 0 0,-3-3 0 0,-2 5 0 0,-5 1 0 16,-3 3 0-16,-2 5 0 15,-4 2 0-15,4 3 0 0,0 2 0 0,0 1-109 16,-4 5-933-16,-7 5 97 0,7-2 113 16,3 4-958-16,-2 1-1219 0</inkml:trace>
  <inkml:trace contextRef="#ctx0" brushRef="#br0" timeOffset="44507.79">11942 6944 5030 0,'-5'-40'-208'16,"1"3"27"-16,2 2 20 0,8-2 19 0,4 3 14 0,4 0 8 0,17-2 16 16,5 3 13-16,10 6 8 0,1 7 10 15,9 12 8-15,1 14 11 0,0 17 21 0,13 24 25 16,-7 17 26-16,-9 22 12 0,-11 21 11 16,-8 11 5-16,-11 14 4 0,-8 10 15 0,-10 8-2 15,-10 3-6-15,-2-2 4 0,1-1 2 16,-2 3 19-16,4-7 6 0,5-10-1 0,1-6 2 15,11 1-3-15,-1-3 0 0,6-4-3 16,5 1 5-16,-1 2 3 0,-5 0 1 16,0-4 6-16,-5 6 13 0,-10-1 8 15,-3 2 19-15,-9-1 11 0,-8 1 7 16,-7-1 14-16,-7-1-2 0,-6-5 3 0,1-7 5 16,4 4-10-16,-1-6-23 0,8-4-12 15,2-3-9-15,10 3-9 0,2-3-5 0,8-6-2 16,3-19-5-16,2-2-3 0,1 22-2 15,5-5-4-15,-5 3 1 0,3-18-5 0,-4 21-5 16,-8-2-4-16,1 2 2 0,-6 4-2 16,-7-3-68-16,-2 2-11 0,2 0 0 0,-3 3 0 15,-2-5 0-15,4 1 0 16,2-4 0-16,0-3 0 0,1 1 0 0,7-5 0 16,4-18 0-16,-4 0 0 0,7-3 0 15,-3 1 0-15,3-3 0 0,-2-1 0 0,1 0 0 16,-5-5 0-16,2-2 0 0,0-2 0 15,3-3 0-15,-5-2 0 0,4-11 0 0,-2 8 0 16,4-11 0-16,-2 1 0 0,4-1 0 16,-1-3 0-16,-1 1 0 0,4-4 0 0,-1-6 0 15,-1-4 0-15,-1-3 0 0,2-5 0 16,-1 1 0-16,2-3 0 0,0-5 0 0,-2 1 0 16,2-1 0-16,-2-2-167 15,0-2-157-15,0-7-57 0,-2 5-70 0,2-5-91 16,0 0-98-16,0 0-149 0,-24-12 62 15,12 3-691-15,5-3-870 0</inkml:trace>
  <inkml:trace contextRef="#ctx0" brushRef="#br0" timeOffset="47864.39">14424 7360 3960 0,'0'0'39'0,"-22"-4"48"0,11 0 45 0,0 1 38 0,1-1 33 0,1-1 25 16,-1 0 28-16,0 2-3 0,5-4-5 16,-1 2-14-16,4-4-27 0,2 1-21 0,4-4-28 15,3-2-9-15,17-7-12 0,2 3-15 16,7 0-8-16,1 2-15 0,0 7-12 0,0 2-8 16,-3 3-12-16,-6 8-7 0,0 0-6 15,1 7-7-15,1 3-1 0,-4 5-4 0,-6 7-1 16,-7 3 20-16,-4-2 22 15,-10 11 23-15,-4 5 20 0,-7 7 17 0,-6 1 15 16,-6 2-149-16,-7-3-9 0,-1-1 0 16,-1-2 0-16,4-6 0 0,0 0 0 0,3-7 0 15,10-6 0-15,2-6 0 0,3-4 0 16,5-4 0-16,3-5 0 0,6 0 0 0,0-1 0 16,8-3 0-16,3 0 0 0,6 1 0 15,8-2 0-15,1-2 0 0,17-2 0 0,-2-2 0 16,6-1 0-16,-6 0 0 0,3-1 0 15,-6-1 0-15,0 0 0 0,-7 1 0 0,-8 3 0 16,-7-2 0-16,2-1 0 0,-3 3 0 16,-3-1 0-16,-3 0 0 0,-9 2 0 15,18-2 0-15,-13 1 0 0,-5 1 0 16,11-1 0-16,-11 1 0 0,10-5 0 0,-10 5 0 0,6-3 0 16,-6 3 0-16,0 0 0 15,-2-11-856-15,2 11-116 0,-14-13 97 0,7 1-991 16,-2 2-1292-16</inkml:trace>
  <inkml:trace contextRef="#ctx0" brushRef="#br0" timeOffset="51059.96">12863 7790 5293 0,'0'0'-25'0,"0"0"29"0,0 29 30 0,-2-10 32 0,0 4 29 0,1 15 19 0,-2 2 20 15,1 1 21-15,2 1-8 0,0 1-5 16,5-1-18-16,-4-3-8 0,1 0-9 0,2-6-10 15,0-6-11-15,-1-6-10 0,-3-5-6 16,2-3 0-16,0-1-1 0,0-4 35 16,0 0-9-16,-2-8 0 0,0 0-11 0,0 0 2 15,8-22 0-15,-4-1-13 0,1-16-5 16,5-15-4-16,0-9-7 0,1-7-8 16,2-25-3-16,1-4-10 0,0-2-4 15,-2-4-7-15,5 6-6 0,1 4-2 0,-6 23 4 0,2 7-10 16,-1 7-5-16,1 8-15 0,-5 15-27 15,1 3-38-15,-3 12-53 0,5 8-47 16,-3 5-43-16,0 7-60 0,5 3-94 16,1 11-78-16,3 7-96 0,1 7-210 0,1 3 16 15,0 9 75-15,-4 7-564 0,-4 2-691 16</inkml:trace>
  <inkml:trace contextRef="#ctx0" brushRef="#br0" timeOffset="51223.19">13109 7850 3799 0,'-16'0'172'0,"5"0"1"0,11 0-14 16,-17 0-2-16,17 0 14 16,-12-2 4-16,12 2-13 0,0 0-23 0,-7-4-18 15,7 4-37-15,0 0-68 0,0 0-70 16,32-8-110-16,-13 4-105 0,8-1-115 0,10-2-150 16,-3-1-85-16,2-1 42 0,-8 2-351 15,3-3-407-15</inkml:trace>
  <inkml:trace contextRef="#ctx0" brushRef="#br0" timeOffset="51539.97">13522 7790 2703 0,'3'6'86'0,"-3"1"35"0,0 2 29 15,-7 0 38-15,3 8 22 0,-3-5 19 0,2 8 11 16,-8-1 0-16,4 2-2 16,-4 6-4-16,-4 2-20 0,-3 0-9 0,2-4-27 15,-2 0-10-15,-3-1-18 16,3-3-22-16,-1-4-11 0,1-3-10 0,8-4-14 0,0-2 0 15,0-4-12-15,3-4-12 0,9 0-11 16,-19-16-14-16,11-3-4 0,5-4-7 0,3-5-9 16,2-9 1-16,3 3 0 0,2 4-4 15,2 6-8-15,-4 7-1 0,1 4 0 0,-1 1-2 16,-1 5-6-16,3 3 4 16,-4 2-5-16,-3 2 1 0,0 0-3 0,15 8 4 0,-8 1-8 15,0 0 6-15,0 3-18 16,6 1-35-16,1 4-52 0,1-5-57 0,1 3-70 0,0-1-68 15,2-5-55-15,1-1-52 16,-4-2-41-16,3 0-67 0,-6-6-103 0,1 0 38 16,-1 0-385-16,-1-4-439 0</inkml:trace>
  <inkml:trace contextRef="#ctx0" brushRef="#br0" timeOffset="52140.73">13616 7865 2621 0,'6'-15'106'0,"-5"1"63"16,-1 3 19-16,0 3 9 0,-1 3 6 15,1 5 2-15,-9-4 4 0,9 4-1 0,-13 11-11 16,4 1-10-16,-1 3-22 0,4 2-14 15,-1 2-15-15,3 2-18 0,4-3-4 16,0 1-15-16,0-2-12 0,8 4-21 16,-1-4-27-16,3-1-33 0,1-7-32 0,2 3-35 15,1-12-25-15,1 0-34 0,3-3-23 16,1-6-14-16,7-8-7 0,-1-3 1 0,0-7 10 16,0-13 14-16,-2-6 14 0,-5-7 12 15,2-6 14-15,-6-4 17 0,0-5 22 0,-5-6 32 16,-1-1 28-16,-4 3 32 0,-2 1 36 15,-4 10 38-15,1 16 29 0,-4 6 25 0,1 10 0 16,2 7-10-16,-5 9-15 16,2 7-4-16,-6 6 8 0,11 0 3 0,-32 29 1 0,15 0 0 15,-2 17-8-15,4 2-9 0,1 7-12 16,5 4-10-16,5 4-7 0,3-1-12 16,1 2-8-16,1-2-9 0,5-4-15 15,-1 4-44-15,1-5-29 0,2-3-49 0,0-12-50 16,-5-5-38-16,1-7-21 0,-2-8 2 15,2-6 9-15,-4-2 10 0,-2-1 11 16,-2-6 9-16,0-3 16 0,4-4 10 0,-11 0 26 16,11 0 40-16,-25-11 35 0,13 1 40 15,-2 0 45-15,0-3 36 0,-1-1 33 0,4 2 30 16,1 3 21-16,2-3 4 0,1 4 3 16,1 1-16-16,2 0-14 0,4 7-22 15,0-8-12-15,0 8-1 0,0 0-10 16,17-7-12-16,-4 5-12 0,3 2-11 0,3-2-9 0,0 2-11 15,2-2-5-15,2 1-15 16,-1-1-22-16,1 0-42 0,-7-2-1 0,1 2-1 16,-3-2-4-16,-3 2-8 0,-4-1 4 15,-7 3-3-15,12-7 4 0,-6 4 0 0,-6 3-5 16,0 0 11-16,5-6-2 0,-5 6 2 16,0 0-1-16,4-4-2 0,-4 4-22 0,0 0-40 15,0 0-55-15,0 0-74 0,0 0-90 16,0 0-94-16,0 0-119 0,0 0-214 0,0 0 31 15,19 3 78-15,-19-3-483 16,0 0-571-16</inkml:trace>
  <inkml:trace contextRef="#ctx0" brushRef="#br0" timeOffset="53223.21">15819 8069 3390 0,'-4'12'206'0,"0"-5"23"0,0-5 8 0,4-2 14 0,0 0 0 0,0 0-1 0,0 0-5 15,0 0-15-15,0 0-13 0,17-25-14 0,-9 12-22 16,3-7-31-16,2-9-4 0,7-2-31 16,1-13 7-16,3-5-15 0,3-10-11 0,3-21-12 15,7-4-5-15,-2-7-19 0,-1-5-6 16,2-3-2-16,-6 1-17 0,3 4-6 0,-7 9-4 16,-4 25-9-16,-10 11 6 0,0 14-10 15,-2 6-3-15,-5 9-12 0,-1 6 5 0,-2 6-3 16,-2 8-2-16,0 0 8 15,0 0-6-15,0 26 3 0,2-1-4 0,3 9 6 16,15 14-4-16,-1 3 19 0,5 2 5 16,20 14 8-16,3 0-8 0,0-3-8 0,1 1 19 15,-12-15-4-15,-6-4 33 0,-5 0 27 16,-3-3 25-16,-10-7 22 0,-2-2 28 0,-7-5 29 16,-5-5-61-16,-9 5-134 15,-6 0 0-15,-2-6 0 0,-9 0 0 0,-15-5 0 0,0 1 0 16,-2-10 0-16,0-1 0 15,-5-6 0-15,1-2 0 0,-8-7 0 0,-4-3 0 16,2-7 0-16,2-5 0 0,1-7 0 0,4-4 0 16,7-6 0-16,3-5 0 0,6 1 0 15,3 2 0-15,8 4 0 0,11 11 0 16,-2 1 0-16,7 7 0 0,-1 5 0 0,7 3 0 16,-4 0-642-16,5 8-332 0,1-3 87 15,1 5 85-15,0 0-860 0,0 0-1098 0</inkml:trace>
  <inkml:trace contextRef="#ctx0" brushRef="#br0" timeOffset="54872.92">17606 7081 4758 0,'2'-9'89'0,"0"7"52"0,-2 2 28 0,-2-8 5 0,2 8 10 15,0 0 42-15,0 0 49 0,-13 26 25 0,1 6 8 16,5 3-9-16,-4 2-28 15,-5 11-17-15,5 1-18 0,-3-1-30 0,5-8-20 16,1-3-71-16,3-2-115 0,0-6 0 16,1-4 0-16,3-8 0 0,-1 1 0 0,2-6 0 15,0 3 0-15,0-5 0 0,0-6 0 16,-2 2 0-16,2-6 0 0,0 0 0 0,0 0 0 16,0 0 0-16,0 0 0 0,4-32 0 15,-3 17 0-15,5-8 0 0,4-8 0 16,3 2 0-16,3 0 0 0,0 6 0 15,-2-2 0-15,1 8 0 0,1 3 0 0,-7 6 0 16,0 2 0-16,3 5 0 0,-1 1 0 16,-11 0 0-16,23 10 0 0,-10 2 0 0,3 11 0 15,-1-5 0-15,1 7 0 0,0 4 0 16,4 3 0-16,-5-2 0 0,0 4 0 0,1-4 0 16,-7 1 0-16,-2 2 0 0,-5-6 0 15,-4-3 0-15,1 1 0 0,-9 6 0 0,-4 1 0 16,-4-3 0-16,-1-4 0 0,-5 1 0 15,1-3 0-15,-1-2 0 0,-1-2 0 0,1-3 0 16,0-6 0-16,8-3 0 0,-2 0 0 16,3-6 0-16,2-1 0 0,0-2 0 0,-3-4 0 15,1-1 0-15,1-1 0 0,1 0 0 16,2-4 0-16,1 3 0 0,1 1 0 0,3-4 0 16,1 4-152-16,0 1-487 15,3-1-99-15,4-1-144 0,5 1 62 0,-4-1 97 16,8-3-718-16,5 2-891 0</inkml:trace>
  <inkml:trace contextRef="#ctx0" brushRef="#br0" timeOffset="55206.81">18037 7488 4274 0,'0'0'135'0,"0"0"20"0,0 0 20 0,-33 12 22 0,20 3 38 0,-10 9 33 0,2 5 5 16,-2 9-3-16,3 1-17 0,2-6-24 15,5 0-35-15,9 0-14 0,3-6-19 0,1-3-16 16,3-2-16-16,8 5-8 0,0-6-14 16,3-5-7-16,1-3-10 0,5-3-9 15,1-4-6-15,-3-5-4 0,5-1-9 0,0-5-4 16,1-2-5-16,-4-2 2 0,7-7-10 16,-6-4-45-16,-3-1 0 0,-2-2 0 0,-7-1 0 15,2-5 0-15,-8 1 0 0,-1 2 0 16,-4 0 0-16,-1-8 0 0,-6-1 0 0,0 6 0 15,0 8 0-15,-3 4 0 16,-5 5 0-16,-1 3 0 0,-2 8 0 0,1-1 0 16,-6 5 0-16,2 4-218 0,2-1-221 15,4 4-110-15,-3 0-142 0,8 4-173 0,2-6 88 16,0-4 84-16,6 4-656 0,4-8-802 16</inkml:trace>
  <inkml:trace contextRef="#ctx0" brushRef="#br0" timeOffset="55889.01">18696 6948 4165 0,'-2'-21'236'0,"-1"3"33"0,-3 5 51 0,3 5 30 16,0-2 12-16,-1 4-12 16,4 6-21-16,0 0 5 0,0 0 1 0,-11 30-9 15,4 4-26-15,-4 15-23 0,4 8-39 16,0 1-238-16,-4 3 0 0,2 3 0 0,2 0 0 15,-2-1 0-15,-3-3 0 0,1-3 0 16,-3-5 0-16,1-3 0 0,-5-5 0 0,7-9 0 16,-2-6 0-16,-3-1 0 0,4-5 0 15,-2-6 0-15,3-5 0 0,-1-1 0 0,0-2 0 16,1-3 0-16,-1-2 0 0,-1-2 0 16,0-2 0-16,0 0 0 0,-3-4 0 15,1 0 0-15,2-3 0 0,1 1 0 16,5-2 0-16,-1-1 0 0,5-1-55 0,5-4-43 15,-1-1-20-15,16-13-20 0,10-7-24 16,5-1-29-16,11-1-37 0,6-4-37 0,13-9-13 16,10-1 3-16,-2-3 20 0,-2-2 17 15,1-6 21-15,-9 3 28 0,-2-4 22 0,-10-1 40 16,-16 8 37-16,-1 3 42 0,-8-2 37 16,-7 1 35-16,-2 3 32 0,-5 15 40 0,-7 7 10 15,0 9-2-15,-4 3-9 0,-1 5-12 16,-5 7-3-16,-6 5 5 0,-6 7 2 0,-9 11 2 15,-6 13-14-15,-1 7 8 0,-2 11-12 16,-7 15 1-16,4 3-7 0,9-10 1 16,-6 14-9-16,15-10-2 0,5-2-7 15,0 4-10-15,7-5 1 0,3-4-4 0,0-2 1 16,7-12-6-16,-1-3-4 0,2-7 3 16,0-8-1-16,2-6 2 0,-2-2 24 0,3-3 9 15,3-3 6-15,4-3 9 0,3-3 8 16,1-4 9-16,0-1 7 0,6-1 8 0,-3 0 7 15,-4 0 3-15,0 1-3 0,-2 3 0 16,1 0 6-16,-12 0-12 0,19 5-111 0,-9 1 0 16,-1 0 0-16,0 1 0 15,-2 1 0-15,0 2 0 0,1 1 0 0,-3 1 0 16,6-2 0-16,-8 1 0 0,5 0 0 16,1-2 0-16,-1 0 0 0,1-1-31 0,2-2-307 15,1 0-100-15,3-2-94 0,3-2-105 16,0-4-186-16,7-2 42 0,11-5 86 0,1-2-637 15,8-10-788-15</inkml:trace>
  <inkml:trace contextRef="#ctx0" brushRef="#br0" timeOffset="56323.63">19862 7232 3962 0,'-16'6'68'0,"0"0"26"0,-1 8 21 0,-6 5 17 0,4 3 16 0,0 2-1 0,5 3-10 0,3 1-14 0,6-3-13 0,1-2-7 16,1 0-12-16,6-3-9 0,1 1-9 15,1 0-10-15,3-5-9 0,-1-2-1 0,1-2-2 16,2-4-3-16,-1-2-4 0,1-3-2 16,1-3 5-16,7-3 17 0,-4-3 19 0,6-5 28 15,-3 2 23-15,-2-3 18 0,0 0 3 16,-1 2 12-16,-5 1 4 0,-2 3-1 0,4 0-13 15,-6 2-12-15,1 0-15 16,-6 4-7-16,0 0 6 0,0 0-2 0,19 10-8 16,-13-2-11-16,-1 0-9 0,3 1-39 15,-1 2-60-15,3-2 0 0,1 3 0 0,0-4 0 16,5 0 0-16,2-2 0 0,0 1 0 16,3-2 0-16,2-5 0 0,1-2 0 0,0-1 0 15,0-3 0-15,9-2 0 0,-6-2 0 16,-1-1 0-16,1-4 0 0,-7 2 0 0,4-6 0 15,-3 0 0-15,-3-5 0 0,0 1 0 16,-1-3 0-16,-4 0 0 0,-2-5 0 16,-2 8 0-16,-4 5 0 0,1 3 0 0,-6 2-373 15,-2 6-148-15,-4 0-116 0,-1 1-198 16,-1 2 23-16,8 4 77 0,-25 3-720 16,25-3-904-16</inkml:trace>
  <inkml:trace contextRef="#ctx0" brushRef="#br0" timeOffset="56538.79">20504 7093 4410 0,'7'-8'191'0,"-4"0"21"0,-1 3 2 0,-2 5 8 15,0 0 31-15,0 0 36 16,0 0 9-16,0 0-11 0,11 31-27 0,-12-10-23 16,-1 4-27-16,-4 12-19 0,-1 2-23 15,-3-1-26-15,0 1-51 0,-1-4-54 0,1 2-73 16,1-5-71-16,1-6-67 0,5-6-70 15,-4-3-88-15,4-4-79 0,1-3-79 0,0 0-79 16,2-10-118-16,2 2-14 0,-2-2 72 16,0 0-504-16,15-14-602 0</inkml:trace>
  <inkml:trace contextRef="#ctx0" brushRef="#br0" timeOffset="56690.28">20647 6997 3260 0,'8'-32'144'15,"-3"5"53"-15,-4 6 41 0,3 4 36 0,-2 1 25 16,0 2-4-16,-2 5-31 15,0 0-25-15,-2 0-30 0,2 9-27 0,-4-11-63 16,2 8-76-16,2 3-105 0,0 0-147 16,0 0-153-16,0 0-196 0,0 0-140 15,0 0 80-15,-19 14-490 0,19-14-576 0</inkml:trace>
  <inkml:trace contextRef="#ctx0" brushRef="#br0" timeOffset="57388.68">21025 6685 3294 0,'-6'-6'333'0,"-2"-2"12"0,3 4 7 15,5 4 19-15,0 0 18 0,-19 20 13 0,13-5-24 16,-3 15-17-16,0 2-31 16,-4 7-27-16,2 13-31 0,-4 0-12 0,2 4-25 15,-1-3-25-15,-1 1-21 0,1-4-22 16,-2 1-167-16,-2-5 0 0,1-3 0 0,2-11 0 15,-4-1 0-15,4-5 0 0,-4-1 0 16,3-9 0-16,2 0 0 0,-2-5 0 0,-4 0 0 16,4-3 0-16,-2-2 0 0,5-3 0 15,-2-3 0-15,-2 1 0 0,-1-3-57 16,0 0-111-16,0-2-9 0,3 1 3 16,4 0 2-16,1-1-3 0,3 0-14 0,7 4-10 15,2-9-23-15,-2 9-15 0,29-16-26 16,3 3-16-16,21 1 22 0,12-2 25 0,7-1 20 0,25-5 24 15,6 1 24-15,4-5 32 16,-3-4 31-16,-8-6 16 0,-9-5 14 0,-10-6 31 16,-11-3 47-16,-6-7 40 0,-11-3 27 15,-13 7 19-15,2-21 11 0,-13 13 14 0,-3 1 14 16,-10 5 12-16,-4 9 12 0,-8 5-8 16,-4 5 0-16,-5 3-10 0,-11 5-11 0,-2 6-3 15,-6 6-4-15,-6 6-6 0,-2 8 5 16,-7 6 2-16,-11 13-10 0,5 7-2 0,1 6-12 15,0 5-8-15,9 4-6 16,1 3-9-16,5 3-8 0,10 1-8 0,6 1-5 16,4 3-2-16,5-12 0 0,5 2-10 15,3 0 2-15,3-2-14 0,1-5 4 0,4-4-2 16,-5-6 0-16,7-4 0 0,-6-3 2 16,3-4 25-16,-1 1 22 0,1-5 15 0,0 0 16 15,-2-1 11-15,-1-3 9 0,4 3-82 16,-7-3-49-16,7 3 0 0,-4 0 0 0,2 0 0 15,-1 1 0-15,-1 0 0 16,4 0 0-16,-5 1 0 0,6-1 0 0,-4 3 0 0,4-4 0 16,2 1 0-16,0 0 0 15,0-2 0-15,1-2 0 0,1-1 0 0,2-1 0 0,2-2 0 16,-1-2 0-16,0-2 0 16,6 0 0-16,-6-1 0 0,5-1 0 0,1-2 0 15,-6 0 0-15,6 1 0 0,-7-2 0 16,4 0-414-16,-4 1-341 0,-2 0-165 0,-1-2 68 15,-1 1 101-15,2-3-779 0,3 0-975 16</inkml:trace>
  <inkml:trace contextRef="#ctx0" brushRef="#br0" timeOffset="58055.7">22485 7639 4067 0,'-10'0'160'0,"10"0"46"0,-11-7 24 0,11 7 17 15,-8-11 9-15,8 4-7 0,0 7 0 0,0-17-17 0,6 7-16 16,1-3-27-16,5-5-16 0,7-9-18 15,2 0-17-15,10-11-14 0,3-6-12 0,2-2-40 16,14-20-2-16,1-2-24 0,0 2-31 16,-1 0-3-16,-10 19-9 0,-4 4 3 0,-6 3-2 15,-8 15-1-15,-3 3-5 0,-8 6-5 16,-2 4-3-16,-4 1-2 0,-1 7-3 16,-4-2 3-16,0 6 2 0,0 0 5 15,-20-2-7-15,20 2 9 0,-17 10-10 0,6 0 6 16,1-1 0-16,7 2 4 0,-1 0 1 15,4 2 4-15,4 3 13 0,5 2 2 0,8 8 24 16,2 2 16-16,4-1 18 0,-2 0 7 16,1-1 11-16,1 3 9 0,-5-3 15 0,-1 2 13 15,-5-10 10-15,-5 0 11 16,-1-1-96-16,-5-2-55 0,-1-1 0 0,-3 1 0 0,-3 1 0 16,1-3 0-16,-7 1 0 15,-3-2 0-15,-3-2 0 0,0-1 0 0,-3-1 0 16,-2-3 0-16,-2-1 0 0,0-2 0 15,2-2 0-15,0-4 0 0,-2 0 0 0,-1-9 0 16,5-1 0-16,7 1 0 0,3-4-351 16,6 0-426-16,5-3-151 0,4-1 68 0,5-10 107 15,8 0-785-15,2 4-982 0</inkml:trace>
  <inkml:trace contextRef="#ctx0" brushRef="#br0" timeOffset="58407.88">23445 6832 3983 0,'12'-4'-2'0,"-5"0"71"0,-1 2 16 0,-6 2 31 0,0 0 58 0,5 12 43 0,-5-3 24 0,0 3 21 16,0 3 1-16,2 3-14 0,-2 1-3 0,0-1-4 15,0 3-6-15,0 3-7 0,-2 0-15 16,-1-2-14-16,-1 0-19 0,-3 1-15 0,-3-3-17 16,0-1-13-16,1-4-11 0,-5 2-13 15,3-6-12-15,-2-2-11 0,-1-2-12 0,5-5-45 16,-2-2-32-16,11 0 0 0,-21-8 0 15,9-2 0-15,2-7-11 0,3-14-18 0,5 2-13 16,6-6 9-16,1-2-1 0,7 3-1 16,1 5 10-16,-2 1-2 0,3 9 2 0,-3 7 2 15,1 3 0-15,-1 5 14 0,2 0-8 16,-1 4 5-16,1 6 0 0,5-2 7 16,-3 6-3-16,6 11-6 0,0 0 2 15,-2-2 5-15,-2 3-42 0,-2-3-55 0,3 6-58 16,-6-7-72-16,-1-1-87 0,0-2-93 15,-2-1-84-15,-4-1-113 0,4-2-146 0,-4-2 51 16,3-2-631-16,-5-5-794 0</inkml:trace>
  <inkml:trace contextRef="#ctx0" brushRef="#br0" timeOffset="58910.28">23872 6793 4022 0,'2'-12'146'0,"0"3"27"0,-2 4 27 0,0 0 20 16,0 5 39-16,0 0 35 0,0 0 15 0,0 0-9 15,-17 21-10-15,11-11-21 16,1 4-17-16,-2-1-17 0,4 3-24 0,-1 1-36 16,-2 0-16-16,3-1-16 0,-1 1-13 15,0 0-16-15,2-3-11 0,-2-2-12 0,2 0-11 16,-2-3-64-16,2 1-16 0,0-3 0 16,2-7 0-16,0 12 0 0,0-12 0 0,0 0 0 15,0 0 0-15,0 0 0 16,0 0 0-16,14-29 0 0,-1 4 0 0,5-2 0 15,0 2 0-15,4 2 0 0,-6 1 0 0,2 6 0 16,-5 2 0-16,-3 4 0 0,1 2 0 16,-4 2 0-16,4 5 0 0,-11 1 0 15,0 0 0-15,22 3 0 0,-14 4 0 0,-1 0 0 16,6 1 0-16,-3-1 0 0,-2 0 0 16,1 3 0-16,-2-3 0 0,2 0 0 0,-4 1 0 15,1-2 0-15,-1-1 0 0,-1-2 0 16,3 2 0-16,-7-5 0 0,9 4 0 0,-9-4 0 15,16 0 0-15,-16 0 0 0,24-6 0 16,-12 3 0-16,-1 0 0 0,-2-1 0 0,1 1 0 16,-3-1 0-16,3 4 0 0,-10 0 0 15,15-4 0-15,-9 2 0 0,-6 2 0 16,11-2 0-16,-11 2 0 0,0 0 0 16,18 4 0-16,-15 0 0 0,-3-4 0 0,11 7 0 15,-2-3 0-15,-4 2 0 0,3-4 0 16,-1 2 0-16,-2 0 0 0,8-2-103 0,-2 0-251 15,1-2-85-15,1 0-84 0,-1-2-96 16,2-4-132-16,3 0-18 0,-3-2 67 0,5-3-635 16,3-5-793-16</inkml:trace>
  <inkml:trace contextRef="#ctx0" brushRef="#br0" timeOffset="59288.92">24671 6658 3688 0,'0'0'46'0,"-2"-8"79"0,2 8 59 0,0 0 44 0,0-8 24 0,0 8 8 16,0 0 16-16,2-6-3 0,-2 6-8 15,0 0-24-15,5-2-23 0,-5 2-17 16,11-2-21-16,-11 2-21 0,20-1-18 0,-13 1-12 16,-7 0-9-16,22-2-16 0,-11 0-3 15,-1 2-12-15,-1-2-10 0,-9 2-8 16,17-1 1-16,-17 1-2 0,12-3 0 0,-12 3 5 16,5-2 2-16,-5 2-11 0,0 0-6 15,0 0-8-15,-19-15-9 0,6 10-5 0,-7 4-7 16,-2-1-2-16,-4 5-5 0,-12 5-2 15,1 0-6-15,-1 6 0 0,4 1-16 16,-1 3 0-16,7-1 0 0,3 3 0 16,4 2 0-16,4 0 0 0,5-1 0 0,6-4 0 15,3 1 0-15,3-3 0 0,3 0 0 16,5 2 0-16,2 2 0 0,3-4 0 0,3 0 0 16,8 3 0-16,1 2 0 0,5-5 0 15,-1-3 0-15,1-1 0 0,-3 0 0 0,-8-6 0 16,2 2 0-16,-6-2 0 0,-4-1 0 15,0-3 0-15,-4 3 0 0,0-3 0 0,-7-1-242 16,11 0-370-16,-11 0-172 0,0 0-97 16,0 0 85-16,0 0-862 0,0 0-1096 15</inkml:trace>
  <inkml:trace contextRef="#ctx0" brushRef="#br0" timeOffset="60823.92">26054 6590 4195 0,'2'-12'-224'0,"-2"2"59"0,1-1 47 0,1-5 41 0,1-1 37 0,-1-4 39 0,0-1 30 15,0 0 32-15,0 3 42 0,-2 0 29 16,1 4 19-16,-1 1 13 0,0 1 0 0,0 4-7 16,0 0-13-16,0 2-14 15,0 7 6-15,0 0 18 0,0 0 11 0,-12 25 6 16,5 10-2-16,0 7 13 0,-4 12-7 15,-2 2 12-15,6 5 8 0,-4 1-2 0,3-1-12 16,-2 3-10-16,5-3-30 0,-2-2-16 16,0-6-9-16,2-12-15 0,-1 1-10 0,0-9-8 15,5-4-8-15,-3-8-8 0,0-3-11 16,1-1-2-16,3-3-5 0,0-5-9 0,0 0-9 16,-1 0-9-16,1-9-4 0,0 0-14 15,6 5-17-15,-6-5-8 0,0 0-4 0,13-24-7 16,-6 4 1-16,2-9-11 15,-4-3 3-15,1-4 1 0,-4 7 3 0,-2 2 4 16,-2-1-1-16,-6-3 4 0,2 7-1 16,-3 6-1-16,-4 6 5 0,-9 3 9 0,-2 7-18 15,-5 2 32-15,-14 7 11 0,-7 7 19 16,4 5 15-16,0 5 0 0,6 3-1 0,6 4 2 16,4 2-6-16,8-8-1 0,5 4-5 15,4-2 1-15,7-2-2 0,5-4-3 0,2-3 0 16,5 3-6-16,1-5-9 0,13 8-1 15,-1-7-24-15,9-2-34 0,-3-7-42 0,0-4-49 16,0-1-56-16,3-3-60 0,8-3-80 16,2-4-59-16,-2-2-50 0,-1-1-47 0,0-5-51 15,-1 0-58-15,-4 1-61 0,1-5 41 16,-3-3-449-16,-1 1-539 0</inkml:trace>
  <inkml:trace contextRef="#ctx0" brushRef="#br0" timeOffset="61004.89">26193 7028 2897 0,'13'-19'20'0,"3"6"50"0,-7 1 46 0,-1 1 35 0,0 6 17 0,-3-1 12 15,-1 2 7-15,-4 4 30 0,0 0 23 0,0 0 7 16,15 13-12-16,-12-2-12 0,-1 4-12 16,-2 4-15-16,0 0-17 0,-2 2-23 15,-1 1-16-15,-1 0-11 0,2-2-19 0,2-2-25 16,-1-1-39-16,1-3-42 0,-2-1-51 16,2 0-60-16,0-4-52 0,2-2-78 0,-2 1-76 15,0-8-71-15,0 0-87 0,0 0-119 16,0 0-28-16,0 0 50 0,0 0-355 0,3-23-403 15</inkml:trace>
  <inkml:trace contextRef="#ctx0" brushRef="#br0" timeOffset="61141.32">26399 6839 2462 0,'10'-22'71'0,"-7"4"56"0,1 0 39 16,-2 3 28-16,-2 1 28 0,2-1 13 16,-2 1-11-16,1 2-13 0,-1 0-24 0,2 0-19 15,1 0-22-15,-1 2-38 0,2 3-76 16,-2-1-104-16,1 6-110 0,-3 2-107 0,9-2-152 15,-9 2-144-15,0 0 48 0,11 10-295 16,-11-4-319-16</inkml:trace>
  <inkml:trace contextRef="#ctx0" brushRef="#br0" timeOffset="61654.44">26471 6865 2640 0,'-1'7'210'15,"-1"-1"11"-15,0 4 21 0,0 0 28 16,2-1 26-16,0 4 17 0,0 0 6 15,0 0-15-15,4-1-10 0,-2 0-10 0,1 3-17 16,1-3-13-16,0-1-14 0,-3 1-14 16,4-1-18-16,-1-4-15 0,-2-2-5 0,0 2-5 15,-2-7-2-15,3 9-13 0,-3-9-11 16,4 7-16-16,-4-7-15 0,0 0-11 16,0 0-15-16,7-16-49 0,-1 6-51 0,2-3 0 15,0-6 0-15,1 2 0 0,-4-1 0 16,4 5 0-16,-2-1 0 0,-1 4 0 15,-1 1 0-15,2 1 0 0,-6 0 0 0,5 4 0 16,1 4 0-16,-7 0 0 0,0 0 0 16,20 0 0-16,-20 0 0 0,16 8 0 0,-7-3 0 15,0 0 0-15,-2 3 0 0,4-5 0 16,-2 5 0-16,-2-2 0 0,1 0 0 0,-5 0 0 16,4-3 0-16,-4 2 0 15,-3-5 0-15,10 3 0 0,-10-3 0 0,7 5 0 16,-7-5 0-16,7 0 0 0,-7 0 0 15,12-8 0-15,-1 0 0 0,3-5 0 0,3 0 0 16,1 1 0-16,-2-1 0 0,2 4 0 16,-4-1 0-16,-1 4 0 0,-2 0 0 0,1 4 0 15,-3 2 0-15,-9 0 0 0,15 8 0 16,-7-2 0-16,-3 4 0 0,3 1 0 0,-3 3 0 16,-1-1 0-16,3 1 0 0,-4 3 0 15,1-1 0-15,0-1 0 0,-2-4 0 0,-1-1 0 16,5 0 0-16,-2-1-251 15,-3-4-164-15,6 0-86 0,-7-5-101 0,9 0-154 16,-9 0-39-16,0 0 72 0,18-12-688 16,-15 5-862-16</inkml:trace>
  <inkml:trace contextRef="#ctx0" brushRef="#br0" timeOffset="62522.19">27344 6807 4007 0,'0'0'106'0,"0"0"23"0,0 0 8 0,0 0 6 0,0 0 9 0,0 0 11 0,0 0 11 0,0 0 5 15,0 0 3-15,10 10-8 0,-10-10-6 16,17 5-9-16,-8-3-3 0,1 0 2 16,-10-2 1-16,17 3-1 0,-17-3 4 15,19 0-4-15,-19 0 1 0,15-3 1 0,-15 3 3 16,15-6 5-16,-6 1 3 0,-2-2-3 15,-2-1-13-15,-3-2-13 0,2-2-61 0,-2 0-81 16,-4-4 0-16,-2 1 0 0,1 1 0 16,-7 1 0-16,-2-1 0 0,-1 2 0 0,-4 3 0 15,-5 3 0-15,-1 6 0 0,-12 8 0 16,-1 4 0-16,1 3 0 0,-4 11 0 16,4 2 0-16,7 1 0 0,6 0 0 15,10-2 0-15,2 4 0 0,7-5 0 0,3-3 0 16,3 2 0-16,8 6 0 0,0-2 0 15,9-7 0-15,-2-1 0 0,0-8 0 0,0-3 0 16,0-1 0-16,5-5 0 0,-2-3 0 16,2-2 0-16,6-3 0 0,5-3 0 15,-3 4 0-15,-7 2 0 0,-3-3 0 0,-3 2 0 16,-4-1 0-16,0 1 0 0,-5 0 0 16,1 2 0-16,-10 0 0 0,17-1 0 0,-9-1 0 15,-8 2 0-15,12-2 0 0,-12 2 0 16,0 0 0-16,14-2 0 0,-14 2 0 0,0 0 0 15,11-1 0-15,-11 1 0 0,14-2 0 16,-14 2 0-16,11-4 0 0,0 1 0 16,-4 1 0-16,6-5 0 0,1-1 0 0,1-4 0 15,2 0 0-15,8-3 0 0,1-4 0 16,-1 0 0-16,0 0 0 0,0-1 0 16,-9 5 0-16,2 3 0 0,-7 2 0 0,1 1 0 15,-1 0 0-15,-4 0 0 0,4 0 0 16,-6 4 0-16,3-2 0 0,-5 2 0 0,1 0 0 15,1 1 0-15,-5 4 0 0,3-6 0 16,-3 6 0-16,0 0 0 0,0 0 0 0,0 0 0 16,0 0 0-16,0 0 0 0,0 0 0 15,0 0 0-15,-19 13 0 0,19-13 0 0,-4 9 0 16,4-9 0-16,4 8 0 0,-4-8 0 16,5 7 0-16,3-1 0 0,0-2 0 15,0 2 0-15,1 2 0 0,1 4 0 0,-3 1 0 16,4 3 0-16,0 5 0 0,0 4 0 15,-2 7 0-15,1-1 0 0,-3 1 0 0,-5-5 0 16,2-2 0-16,-2 0 0 0,-2-1 0 16,0 3 0-16,-2-4 0 0,0-4 0 15,0-2 0-15,0 0 0 0,-1-3 0 0,-1 1 0 16,-2-2 0-16,-2-1 0 0,-1-2 0 16,-5-2 0-16,-2 2 0 0,-8-4 0 15,-1-3 0-15,-1 0 0 0,-5-3 0 0,3 0 0 16,4-1 0-16,0-1 0 0,1-3 0 15,10 3 0-15,5-3 0 0,4 0-746 0,4 5-211 16,0 0-1249-16,0 0-1612 0</inkml:trace>
  <inkml:trace contextRef="#ctx0" brushRef="#br0" timeOffset="62757.95">28553 7455 6145 0,'0'0'302'0,"0"0"60"0,-32 12 64 0,-5-1 42 0,-16 1 16 0,-11 1-480 0,-12-1-4 0,-22 4 0 16,-4 1 0-16,1-2 0 15,2 4 0-15,23-7 0 0,-2 2 0 0,5-1 0 16,5 1 0-16,9 0 0 0,7-2 0 16,16 1 0-16,2-7 0 0,9 0 0 0,6-1 0 15,4 3 0-15,3-4 0 0,2-1 0 16,1-2-8-16,0 1-1016 0,9-2 68 0,-14-6 116 15,7 3-984-15,-3-4-1251 0</inkml:trace>
  <inkml:trace contextRef="#ctx0" brushRef="#br0" timeOffset="94997.8">20878 3038 3189 0,'-1'-14'500'0,"-1"2"-143"0,0 2-72 0,2 2-20 0,0-1-10 0,0 9-7 0,0-8-14 15,0 8-19-15,-2-9 3 0,2 9-4 16,0 0-1-16,0 0 27 0,-19 29-9 0,1 5 5 16,0 14-5-16,-5 7-4 15,-2-1-4-15,1 6-16 0,0 4-18 0,3-6-15 16,-2-1-134-16,5-1-40 0,0-8 0 16,2-2 0-16,5-10 0 0,2-6 0 0,2-3 0 15,-2-8 0-15,6-3 0 0,-3 0 0 16,2-5 0-16,3-1 0 0,-3-2 0 0,-1-3 0 15,5-5 0-15,-3 4 0 0,3-4 0 16,0 0 0-16,0 0-86 0,1-29-345 0,6 6-41 16,9-20-18-16,0-7 1 0,5-10 21 15,2-6 40-15,5-13 60 0,-5 15 66 16,-1 7 69-16,-6 4 68 0,4 9 70 16,-11 12 68-16,0 7 74 0,-2 7 34 0,-4 2 44 15,3 5 25-15,-4 1 24 0,1 3 10 16,-3 7 50-16,4-3 53 0,-4 3 27 15,0 0 10-15,18 22 0 0,-13-3-15 0,6 9-22 16,1-1-22-16,1 4-23 0,3-2-26 16,-1 2-17-16,0-4-22 0,2-1-62 0,1 0-115 15,-4-2 0-15,6-3 0 0,-7-5 0 16,-1-2 0-16,-1-4 0 0,-4 0 0 0,2-1 0 16,-2 3-141-16,-2-4-243 0,1 4-101 15,-2-4-125-15,-4 1-172 0,-4-3-50 16,0 0 83-16,4-6-682 0,-13 2-882 15</inkml:trace>
  <inkml:trace contextRef="#ctx0" brushRef="#br0" timeOffset="95181.15">20810 3413 4196 0,'-19'0'181'0,"-1"-4"66"0,6 2 81 0,0 0 56 0,3 0 50 0,-1 0 38 0,12 2 20 0,-19-1-17 0,19 1-28 0,-13-4-36 0,13 4-287 0,-12-1-124 0,12 1 0 0,0 0 0 0,0 0 0 0,0 0 0 0,0 0 0 0,0 0 0 15,31-11 0-15,-16 8 0 16,6 0 0-16,0 1 0 0,0-3 0 0,-1 4-846 16,-6-3-130-16,-1 2 79 0,-4 0-964 15,-9 2-1286-15</inkml:trace>
  <inkml:trace contextRef="#ctx0" brushRef="#br0" timeOffset="95471.46">20310 3019 5494 0,'-14'-15'68'0,"1"3"38"0,2 1 41 16,1 5 47-16,5 1 18 0,-3 1 12 15,8 4 48-15,0 0 57 0,-13 36 51 0,1 12 4 16,5 5-9-16,0 7-369 0,-4 7-6 16,4 4 0-16,-2 2 0 0,-2-1 0 15,-1 0 0-15,2-5 0 0,0-5 0 16,7-6 0-16,1-11 0 0,2-2 0 0,0-4 0 15,3-5 0-15,8-1 0 0,-6-9 0 16,4-4 0-16,3-6 0 0,-1-2 0 0,2-5 0 16,7-3 0-16,-1-4 0 0,5-6 0 15,10-6 0-15,-2-5 0 0,8-8 0 0,-6-9 0 16,4-2 0-16,0-10 0 0,-2-1 0 16,-1-5-638-16,-3-1-368 0,-3 0-1220 15,-8-1-1631-15</inkml:trace>
  <inkml:trace contextRef="#ctx0" brushRef="#br0" timeOffset="95649.95">20425 2830 6442 0,'-31'-13'-42'0,"5"8"33"0,1-2 51 16,1 2 76-16,2 1 59 0,5 3 34 0,-1-5-5 16,7 5-23-16,0-3-16 0,11 4-21 15,-10-5-35-15,10 5-66 0,0 0-116 0,30-10-149 16,22-4-156-16,13 2-154 15,10-5-233-15,29-7-85 0,5-1 91 0,-1-1-682 16,-3-2-890-16</inkml:trace>
  <inkml:trace contextRef="#ctx0" brushRef="#br0" timeOffset="95980.94">21814 2409 4410 0,'0'0'224'0,"0"0"50"0,-26-7 43 16,26 7 21-16,0 0 6 0,0 0-18 0,-13-5-33 15,13 5-28-15,0 0-25 0,0 0-18 16,33 42-21-16,-5-7-23 0,9 6-13 16,-1 3-18-16,-3 4-15 0,-3 3-17 0,-1 1-115 15,-11 9 0-15,2 2 0 16,-7 5 0-16,1 5 0 0,-5 0 0 0,5-1 0 16,-5 0 0-16,2-1 0 0,1-1 0 15,-3-3 0-15,2-2 0 0,3-1 0 0,-3-9 0 16,-1-6 0-16,0-10 0 0,-8-11 0 15,1-4 0-15,-1-6 0 0,0-1 0 0,-2-2 0 16,-4-5 0-16,2 0 0 0,-7-2 0 16,1-4 0-16,-7 0 0 0,-4-4 0 0,-8-2 0 15,-9-6 0-15,-2 4 0 0,0-3 0 16,2 1 0-16,3-2 0 0,7 4 0 0,5-2-586 16,5 0-437-16,7 1 129 0,1-3-1040 15,3-2-1356-15</inkml:trace>
  <inkml:trace contextRef="#ctx0" brushRef="#br0" timeOffset="96264.95">23390 2862 5824 0,'0'0'183'0,"0"-11"-17"0,0 11 9 0,2-5 25 0,-2 5 47 0,0 0 41 0,8 21 8 16,-5 0-15-16,5 12-17 0,-5 9-27 15,6 13-207-15,-6-1-30 0,-1-8 0 16,2 1 0-16,-4-2 0 0,0-5 0 0,0 2 0 16,-2-4 0-16,0-11 0 0,-1-3 0 15,1-2 0-15,-5-1-193 0,5-3-372 16,-1-4-133-16,-1-3-205 0,0-5 73 0,2-2 78 15,2-4-693-15,0 0-896 16</inkml:trace>
  <inkml:trace contextRef="#ctx0" brushRef="#br0" timeOffset="96648.45">23559 2683 4323 0,'-1'-17'158'0,"-1"5"71"0,-2 4 51 0,2-1 23 16,2 2 5-16,0 7-3 0,9-7-16 15,2 5-23-15,-11 2-26 0,31 8-23 0,-4 5-24 16,0 5-16-16,-2 2-17 0,-2 4-19 16,-2 2-14-16,-3 1-14 0,-4 0-9 0,-3 2-10 15,-3-3-10-15,-8-6-9 0,-2 5-70 16,-6 8-5-16,-5-4 0 0,-4 2 0 16,-10 6 0-16,8-9 0 0,0-3 0 15,4-3 0-15,2-2 0 0,2-7 0 0,6 1 0 16,1-4 0-16,2 3 0 0,2-1 0 15,4-1 0-15,2 1 0 0,0 2 0 16,2-3 0-16,1 4 0 0,1-1 0 0,-3-3 0 16,4 7 0-16,-1-3 0 0,0 2 0 15,-5-3 0-15,3 0 0 0,-5-1 0 0,-3 1 0 16,0-2 0-16,0 1 0 0,-3 1 0 16,-7 0 0-16,-2-1 0 0,-4-1 0 0,-5-1 0 15,-8-1 0-15,-3-2 0 0,-1-4 0 16,5-4 0-16,-1-4 0 0,-11-2 0 0,-8-9 0 15,5-10-850-15,-1-5-133 16,6-8 104-16,3-6-984 0,-1-5-1289 0</inkml:trace>
  <inkml:trace contextRef="#ctx0" brushRef="#br0" timeOffset="96914.31">23049 2585 5440 0,'-4'-14'23'0,"0"2"28"0,2 4 19 0,2 8 36 16,0 0 74-16,0 0 59 0,0 0 33 15,11 63 25-15,0-7 16 0,-8 5-2 0,6 8-4 16,-5 7 32-16,4 25-96 0,-6-16-243 16,-2-1 0-16,-8 18 0 0,-1-7 0 15,0-21 0-15,-2-3 0 0,2-1 0 16,5-7 0-16,1-3 0 0,3-16 0 0,3-4 0 16,1-5 0-16,5-4 0 0,2-9 0 15,1-7 0-15,4-3 0 0,3-5 0 0,2-5 0 16,4-4 0-16,11-8 0 0,7-8 0 15,4-2 0-15,-4-6 0 0,-1 2 0 0,-4-3 0 16,-4-1 0-16,-7 4-36 0,-4 1-1029 16,-2 0 108-16,-7 4-1129 0,-5 2-1497 0</inkml:trace>
  <inkml:trace contextRef="#ctx0" brushRef="#br0" timeOffset="97114.22">23136 2631 5815 0,'-23'-20'265'0,"7"5"30"16,2 1 29-16,3 3 19 0,1-1-26 15,7-1-31-15,-2 1-36 0,5-2-22 0,8-5-160 16,15-6-68-16,12-6 0 0,6 4-21 16,18-2-315-16,22-2-173 0,8-4-227 0,7 6-182 15,-1 3 84-15,-4 2-811 0,8 4-1083 16</inkml:trace>
  <inkml:trace contextRef="#ctx0" brushRef="#br0" timeOffset="97415.51">24420 2162 4913 0,'0'0'144'16,"0"0"84"-16,-30-17 66 0,30 17 36 0,-9-4 12 16,9 4-11-16,0 0-29 0,0 0-29 15,0 0-20-15,0 0-11 0,23 38-16 0,5 1-20 16,5 4-99-16,1 9-107 0,4 18 0 15,-8 4 0-15,-7-11 0 0,-9 2 0 0,-6 8 0 16,-5 0 0-16,-1 9 0 0,6 19 0 16,-3-3 0-16,5-1 0 0,0-22 0 15,1 18 0-15,3-20 0 0,-3-1 0 0,3 0 0 16,-5-6 0-16,-2 2 0 0,-5-8 0 16,-8-6 0-16,-8-4 0 0,-11-5 0 15,-6-5 0-15,-7-10 0 0,-6-4 0 0,-3-9 0 16,6-10 0-16,0-5 0 0,0-6 0 15,1-8 0-15,8-3 0 0,3-4 0 16,11-3 0-16,4 3-315 0,7 0-717 0,1 0-1295 16,2 3-1726-16</inkml:trace>
  <inkml:trace contextRef="#ctx0" brushRef="#br0" timeOffset="98564.94">21219 4071 6658 0,'2'-9'-137'0,"0"2"27"0,-2-2 41 0,0 5 42 0,0 4 45 0,0 0 26 16,0 0 24-16,0 0 53 16,0 0 38-16,0 0 23 0,-13 41 13 0,3-10 3 15,-1 6-1-15,0 1-2 0,-7 4 0 16,3 3-7-16,3-8-72 0,3-4-116 0,0 2 0 16,1-4 0-16,-2-1 0 0,5-6 0 15,1-5 0-15,4-2 0 0,0-1 0 0,2-4 0 16,2 1 0-16,-1-1 0 0,7 0 0 15,2-5 0-15,4 3 0 0,9-4 0 16,15-3 0-16,8 0 0 0,18-3 0 0,9-6 0 16,10 0 0-16,28-7 0 0,5 3 0 15,2-2 0-15,2 4 0 0,4 2 0 16,-2 3 0-16,0 3 0 0,-3 2 0 0,0 0 0 16,-9 3 0-16,-24-3 0 0,-4 2 0 15,-6-1 0-15,-7 2 0 0,-8-3 0 0,-14 0 0 16,-7 0 0-16,-2 0 0 0,-10 0 0 15,-5-2 0-15,-6 0 0 0,-2 0 0 0,3-2 0 16,-4 0 0-16,4-2 0 0,-4 2 0 16,2-4 0-16,-3 0 0 0,2-3 0 0,3-1 0 15,-6-5 0-15,8-7 0 0,-4-5 0 16,2-4 0-16,-5-14 0 0,2-9 0 16,-1 0 0-16,-3-2 0 0,-1-1 0 15,2 0 0-15,-3 6 0 0,2 12 0 0,-6 4 0 16,-2 9 0-16,-1 8 0 0,0 2 0 15,-4 4 0-15,0 3 0 0,-2 1 0 0,-4 3 0 16,-1 2 0-16,-5 1 0 0,12 2 0 16,-24 5 0-16,8 1 0 0,-2 5-840 15,-13 6-144-15,-2 4 105 0,-9 4-987 0,-1 1-1292 16</inkml:trace>
  <inkml:trace contextRef="#ctx0" brushRef="#br0" timeOffset="99563.23">21391 5178 5394 0,'-2'4'-35'0,"2"-4"32"0,0 0 33 0,0 0 50 0,0 0 48 0,33-15 39 0,-19 9 20 0,0 4 2 16,3 2-10-16,1 2-3 0,-2 4-1 15,5 2 13-15,1 9 18 0,-2 7 19 0,-6 5 10 16,-7 5 23-16,-3 5 13 0,-8 3-130 16,-3 9-141-16,-7 1 0 0,-3-4 0 0,0-2 0 15,-2-1 0-15,5-11 0 0,3-4 0 16,1-5 0-16,5-7 0 0,1-1 0 0,2-5 0 16,2 0 0-16,4-3 0 15,1 2 0-15,9-4 0 0,1-5 0 0,3 3 0 16,3-5 0-16,7-2 0 0,-2-1 0 15,11-3 0-15,1-4 0 0,-2 0 0 0,0 3 0 16,0-1 0-16,-9-2 0 0,-6 6 0 16,1-3 0-16,-8 1 0 0,-2 2-250 0,-2-2-767 15,-7 0 84-15,3 2 94 0,-6-2-913 16,0 6-1184-16</inkml:trace>
  <inkml:trace contextRef="#ctx0" brushRef="#br0" timeOffset="117409.88">24019 7997 1986 0,'1'-11'320'0,"-1"5"-73"0,0 6-31 0,-1-10 2 0,1 10 1 0,-2-13-7 16,0 10-8-16,2 3-10 0,-6-9 6 15,6 9-5-15,-3-6-8 0,3 6-12 16,-8-6-15-16,8 6-6 0,0 0-6 16,-21 12-5-16,9 4-3 0,-5 9 1 0,0 9-4 15,-2 7 1-15,0 5 0 0,2 1-4 16,2 3 5-16,4 2-11 0,4-11-8 0,5 0-3 16,4-3 1-16,6-2-4 0,3-4-7 15,9-3-3-15,2-5-15 0,3-1 14 0,5-12-18 16,5-2-9-16,3-4-3 0,-3-5-10 15,3-8 9-15,-1-3 18 0,-4-1 25 16,2-6 23-16,-5-1 23 0,-2-5 12 0,-3 0-173 16,-6-3 0-16,-2-4 0 0,-9 0 0 15,-2-3 0-15,-4-2 0 0,-4-3 0 0,-5-3 0 16,-9-8 0-16,-3 6 0 0,-4 1 0 16,6 11 0-16,-6 5 0 0,0 6 0 15,-2 1 0-15,2 8 0 0,0 7 0 0,5 5 0 16,-9 4 0-16,-7 6 0 0,1 5 0 15,5 7 0-15,-3-1 0 0,-3 8-499 0,13-7-140 16,1 3-143-16,9-8-70 0,4-2 78 16,3-1-806-16,2-2-1021 0</inkml:trace>
  <inkml:trace contextRef="#ctx0" brushRef="#br0" timeOffset="117992.71">25109 7749 4623 0,'-2'-11'52'0,"0"2"43"0,-2 0 36 0,4 4 44 0,0 5 27 0,-3-9 40 0,3 9 11 0,-2-9 3 16,2 9-15-16,0-7-15 0,0 7-25 0,0 0-15 16,0 0 17-16,-12 21 13 15,6 0 3-15,-7 28-4 0,-1 2 2 0,-2 7 12 16,-4 8-220-16,-6 18-9 0,-1 1 0 16,-2 5 0-16,2-2 0 0,2-5 0 0,1-16 0 15,5-5 0-15,2-3 0 0,0-3 0 16,2-5 0-16,-1-5 0 0,7-11 0 0,-1-4 0 15,4-10 0-15,-1-4 0 0,3-3 0 16,-1 1 0-16,3-6 0 0,-2-2 0 0,1 1 0 16,3-8 0-16,-5 8 0 0,1-4 0 15,4-4 0-15,0 0 0 0,0 0 0 0,0 0 0 16,0 0 0-16,0 0 0 0,0 0 0 16,0 0 0-16,-5-16 0 0,5 16 0 0,3-12-1006 15,3 5 64-15,-1-1 90 16,2-2-981-16,2-2-1261 0</inkml:trace>
  <inkml:trace contextRef="#ctx0" brushRef="#br0" timeOffset="118492.89">25172 8237 5088 0,'0'0'212'15,"0"-6"39"-15,0 6 39 0,0-9 38 16,0 9 19-16,0 0 5 0,7-8-3 15,-7 8-14-15,8-10-23 0,3 5-23 0,0 2-251 16,3-4-38-16,1 3 0 0,-5 1 0 16,1 0 0-16,0 1 0 0,0 2 0 15,-11 0 0-15,18 5 0 0,-10 2 0 0,2 0 0 16,-5 3 0-16,1 4 0 0,-3-1 0 16,2 3 0-16,-3 3 0 0,-2-1 0 0,0 2 0 15,-2-2 0-15,0 2 0 0,-1-3 0 16,2 3 0-16,-1-3 0 0,-2-1 0 0,2-3 0 15,-2 1 0-15,3-2 0 0,-3 0 0 0,-2 2 0 16,0-2 0-16,-3-1 0 0,-1 2 0 16,3-2 0-16,-3-2 0 0,2 1 0 0,1-4 0 15,2 3 0-15,-2-5 0 16,3 2 0-16,1-2 0 0,3-4 0 0,-8 6 0 16,8-6 0-16,0 0 0 0,0 0 0 15,0 0 0-15,0 0 0 0,29-4 0 0,-16 2 0 16,4-2 0-16,0-2 0 0,2 3 0 15,1-1 0-15,2 2 0 0,-1-4 0 0,1 2 0 16,-4 4 0-16,0-5 0 0,1 4 0 16,-4-3 0-16,-1 2 0 0,-3 0 0 0,-4-1 0 15,0 1 0-15,-7 2 0 0,14 0 0 16,-14 0 0-16,11-2 0 0,-11 2 0 0,0 0 0 16,0 0 0-16,0 0 0 15,0 0 0-15,0 0-620 0,0 0-360 0,0 0-1261 16,-28 9-1645-16</inkml:trace>
  <inkml:trace contextRef="#ctx0" brushRef="#br0" timeOffset="119176.77">25860 7870 5562 0,'0'-10'-271'0,"-2"-2"60"0,0 2 48 0,-2-1 28 0,3 1 45 0,-4 0 37 0,-2-4 41 0,-3-4 20 16,-4-5 17-16,-2-1 5 0,-7-1 14 15,-2 0 8-15,-11-6 4 0,-6 0 12 0,-4-3 13 16,-8 1 7-16,-21-8 6 16,-8 4 5-16,-2 1 4 0,-7 1 6 0,-7 5-2 15,-3 5 3-15,-7 5-1 0,-4 6 9 16,3 6-2-16,-5 4-12 0,-3 8 1 0,5 6 11 15,-2 10-5-15,0 8 15 0,3 11 3 16,6 13-5-16,4 7-1 0,10 7 5 0,15 9-1 16,7 2-6-16,16 13-3 0,12 5 2 15,7 4 5-15,12 0-1 0,14 4-2 0,11 0-5 16,14 1-10-16,10-8-107 0,18-3 0 16,11-2 0-16,15-11 0 0,14-5 0 0,19-9 0 15,12-15 0-15,8-10 0 16,9-12 0-16,3-9 0 0,-2-14 0 0,-2-6 0 15,-7-8 0-15,-4-10 0 0,-2-7 0 16,-1-4 0-16,0-11 0 0,-1-3 0 0,-1-7 0 16,-6-10 0-16,-3-6 0 0,-9-4 0 15,-11-2 0-15,-12-2 0 0,-12-5 0 0,-6-3 0 16,-12-6 0-16,-11-1 0 0,-13-3 0 16,-14 13 0-16,-12-23 0 0,-14 1 0 0,-25 1 0 15,-19 3 0-15,-22 6 0 16,-46-14 0-16,-16 20 0 0,22 32 0 0,-15 15 0 0,-8 19 0 15,-7 21 0-15,2 12 0 0,-1 15 0 16,-30 24 0-16,54-4-246 0,-19 33-280 16,46-16-71-16,16 6-155 0,15-4-85 15,4 2 88-15,14-4-776 0,13 1-970 0</inkml:trace>
  <inkml:trace contextRef="#ctx0" brushRef="#br0" timeOffset="145488.51">15628 9440 1661 0,'0'-9'735'0,"-2"0"-140"0,1 1-107 0,-1 0-49 0,2 8-35 0,-4-9-30 0,4 9-42 16,-3-8-32-16,3 8-8 0,0 0-22 16,0 0-27-16,0 0 16 0,0 0 14 15,-15 37 4-15,4-2-6 0,-3 15-4 16,0 1-5-16,-4 2-15 0,5 0-45 0,-1 1-202 16,3-2 0-16,4-11 0 0,-1 8 0 15,2-9 0-15,2-5 0 0,2-6 0 0,-1-8 0 16,-1 1 0-16,2-7 0 0,2-1 0 15,-2 1 0-15,1-5 0 0,-2 0 0 0,3-3 0 16,-4-3 0-16,4-4 0 16,0 0 0-16,0 0 0 0,0 0 0 0,-4-30-404 0,4 5-43 15,0-15-15-15,2-4 9 16,2-18 37-16,1-2 48 0,-2 0 49 0,5 1 58 0,-5 5 57 16,1 19 78-16,0 3 70 15,-2 8 59-15,-1 8 47 0,-1 5 33 0,0 1 25 16,0 2 8-16,2 3 28 0,0 6 51 15,-2 3 20-15,0 0 17 0,20 12-9 0,-8 2-14 16,4 8-17-16,4 2-18 0,2 1-15 16,6 10-18-16,5-5-16 0,-3 4-7 0,-3-11-23 15,0 3-44-15,-2-3-43 0,-4 0-49 16,1 0-55-16,-1-1-56 0,-3 0-63 0,-7-7-90 16,-2 1-85-16,1 1-78 15,-4-2-125-15,-2-1-132 0,-4-2 60 0,-2 2-582 16,-4 1-708-16</inkml:trace>
  <inkml:trace contextRef="#ctx0" brushRef="#br0" timeOffset="145655.04">15612 9947 3883 0,'-9'-6'270'0,"9"6"36"0,-13-2 45 0,13 2 28 0,-12-4 9 16,12 4-15-16,0 0-37 0,0 0-35 0,0 0-41 15,-9-2-37-15,9 2-57 0,0 0-77 16,0 0-110-16,0 0-131 0,47 0-159 15,-18-2-183-15,15 0-188 0,1-3-125 0,4 0 84 16,-2 0-683-16,-5 1-859 0</inkml:trace>
  <inkml:trace contextRef="#ctx0" brushRef="#br0" timeOffset="145855.71">16367 9317 4002 0,'-2'-12'5'0,"-1"4"7"15,-1 1-8-15,2 2-3 0,2 5 9 0,-2-7-21 16,2 7-49-16,-1-7-69 0,1 7-89 16,0 0-124-16,0 0-200 0,0 0 42 15,0 0 33-15,0 0-134 0,7 22-99 16</inkml:trace>
  <inkml:trace contextRef="#ctx0" brushRef="#br0" timeOffset="146070.97">16365 9418 1955 0,'-19'-10'124'0,"2"1"-13"15,5 3-13-15,-1 0-7 16,2 4-13-16,1-2-8 0,5 0-28 0,-3 0-42 16,8 4-44-16,0 0-42 0,0 0-51 15,0 0-59-15,0 0-78 0,-11 9-349 0,11-9-122 16</inkml:trace>
  <inkml:trace contextRef="#ctx0" brushRef="#br0" timeOffset="146171.68">16324 9432 1616 0,'4'4'-11'0,"-4"-4"34"0,0 0 9 15,0 0-1-15,0 0 0 16,0 0-9-16,0 0-13 0,0 0-46 0,0 0-64 0,0 0-104 16,0 0-275-16,0 0 14 15</inkml:trace>
  <inkml:trace contextRef="#ctx0" brushRef="#br0" timeOffset="146387.73">16272 9656 1706 0,'-4'9'316'0,"-3"-2"29"0,3-2 27 0,-2 0 23 16,6-5 16-16,-8 7 31 0,8-7-13 16,0 5-22-16,0-5-25 0,0 0-25 0,0 0-32 15,35-3-33-15,-10-1-29 0,11-4-47 16,1-1-82-16,1-5-89 0,-2 2-82 16,0 1-74-16,-6-1-68 0,-3 1-57 15,-8 5-61-15,-2-1-40 0,-1 2-53 0,-5 1-50 16,-6 2-74-16,-5 2-77 0,0 0-18 15,10 7-444-15,-10-7-526 0</inkml:trace>
  <inkml:trace contextRef="#ctx0" brushRef="#br0" timeOffset="146554.69">16392 9888 2985 0,'-9'7'265'0,"2"-2"63"0,4-3 37 0,3-2 19 16,0 0 12-16,-8 8 1 15,8-8-11-15,0 0-33 0,0 0-32 0,0 0-31 16,0 0-35-16,0 0-30 0,27-4-69 0,-9 0-104 15,-2 0-118-15,9-2-136 0,4-5-165 16,5-2-172-16,2-3-255 0,-2-3 35 16,7-3 81-16,-1 0-599 0,-12 2-735 15</inkml:trace>
  <inkml:trace contextRef="#ctx0" brushRef="#br0" timeOffset="146871.62">17013 9278 3940 0,'-2'-9'220'0,"2"9"10"16,0 0 28-16,0 0 59 15,0 0 36-15,0 0 29 0,21 31 11 0,-7-2 10 16,-3 19 5-16,-3 6-11 0,-5 5-3 16,-3 7-15-16,-5 0-262 0,-2 5-117 0,-3-1 0 15,-2 4 0-15,1-1 0 0,-1-7 0 16,3-6 0-16,3-4 0 0,3-11 0 0,-1-4 0 15,4-9 0-15,4-7 0 0,-1-2 0 16,1-1 0-16,4-5 0 0,-3-3 0 0,5-3 0 16,3-5 0-16,5 0 0 15,0-6 0-15,3-4 0 0,6 0 0 0,4-8 0 0,1-3 0 16,0 3 0-16,-3-5 0 16,2 3 0-16,-5-6 0 0,-1 2 0 0,-4-2 0 15,0 3-942-15,-4-2-17 0,-6 3 102 16,1 0-991-16,-4-3-1273 0</inkml:trace>
  <inkml:trace contextRef="#ctx0" brushRef="#br0" timeOffset="147070.99">17042 9271 5620 0,'-21'-14'231'0,"4"4"59"16,6 1 30-16,-1 3 28 0,2 1 9 0,3-1-14 0,2 3-28 15,-2 0-45-15,7 3-173 16,3-12-97-16,4 3 0 0,6 1 0 0,8 0 0 16,12-1 0-16,1-3-356 0,6 6-297 15,2-2-241-15,3 1 28 0,3-1 90 0,-4 6-804 16,0 0-1022-16</inkml:trace>
  <inkml:trace contextRef="#ctx0" brushRef="#br0" timeOffset="147487.6">18637 8878 4846 0,'-13'-4'226'0,"3"2"16"16,5-1 5-16,1-1-21 0,4 4-17 0,-4-5-14 15,4 5-18-15,11-9-19 0,5 5-8 16,4 0-14-16,7 1-16 0,-4 3-16 0,4 3-5 15,7 5-10-15,-2 2 16 0,-5 7 32 16,-2 8 34-16,0 10 32 0,-5 10 54 0,-6 6-163 16,-3 6-94-16,-3 5 0 0,-5 8 0 15,-1 2 0-15,1 5 0 0,1 0 0 16,-2 2 0-16,0-1 0 0,-1-5 0 0,7-1 0 16,-1-2 0-16,3-5 0 0,1-4 0 15,-1-9 0-15,-2-11 0 0,-1-6 0 0,-1-9 0 16,-2-4 0-16,-3-6 0 0,3-3 0 15,-4-1 0-15,-2-1 0 0,-1-3 0 0,-7-1 0 16,-4 0 0-16,0-4 0 0,-6 1 0 16,2-2 0-16,-3-2 0 0,-3 0 0 0,6 0 0 15,2-2 0-15,0 0 0 0,-4-2 0 16,5 1 0-16,2 0 0 0,-3-3 0 0,1 1 0 16,2-1 0-16,-1-3 0 0,5 0-495 15,-1-2-505-15,4 4 104 0,6 0-1076 0,0 7-1392 16</inkml:trace>
  <inkml:trace contextRef="#ctx0" brushRef="#br0" timeOffset="147821.16">19415 10142 6061 0,'-6'-12'277'0,"2"0"17"0,0 2 11 0,4 1 2 0,4 0 19 0,1 1-6 16,4 1-22-16,-2 4-295 0,4-2-3 16,-11 5 0-16,25 2 0 0,-11 3 0 15,1 3 0-15,-4 0 0 0,-5 6 0 0,2 1 0 16,-6 5 0-16,-2 0 0 0,-2 4 0 16,-2 0 0-16,0 2 0 0,-2 5 0 0,0-6 0 15,3-3 0-15,1-3 0 0,-2-1 0 16,2-6 0-16,2 0 0 0,2 0 0 0,2-2 0 15,3-3 0-15,5-4 0 0,1-1 0 16,8-2 0-16,6-5 0 0,11 0 0 0,2-5 0 16,-1-1 0-16,-2 1 0 0,0 0 0 15,52-23 0-15,-57 21-709 0,3-1-268 16,-5 1-1235-16,4-3-1617 16</inkml:trace>
  <inkml:trace contextRef="#ctx0" brushRef="#br0" timeOffset="148155.32">20169 9902 6561 0,'-19'-2'153'0,"6"6"88"16,-2-1 71-16,-1 4 68 0,3 1 18 15,-3 6-252-15,-2 8-146 0,0 1 0 0,2 5 0 16,4 1 0-16,1 2 0 0,2-1 0 16,-2-1 0-16,4 0 0 0,0-5 0 15,-4 5 0-15,6-6 0 0,-3 0 0 16,-1-3 0-16,4 1 0 0,-4-3 0 0,4-5 0 15,-3-1 0-15,5-2 0 0,-3-5 0 16,3-3 0-16,3-2 0 0,0 0-100 0,0 0-113 16,-3-27 39-16,5 6 51 0,6-16 61 15,-1 0 64-15,2 2 46 0,-1 4 35 0,-2 8 36 16,-2 5 19-16,0 5 2 0,-1 4-6 16,-1 4-126-16,4 3-8 0,-6 2 0 0,0 0 0 15,17 14 0-15,-7-4 0 0,-3 2 0 16,7 2 0-16,-5-1 0 0,7 1-56 0,-5 0-446 15,-2-4-180-15,7 2-196 0,-3-3 38 16,1-1 83-16,-1-1-765 0,-1 0-968 16</inkml:trace>
  <inkml:trace contextRef="#ctx0" brushRef="#br0" timeOffset="148454.48">20267 10048 4500 0,'-5'-17'237'15,"3"2"65"-15,1 6 39 0,2-1 31 16,-1 2 30-16,7 1 38 0,0 3 2 0,2 0-25 15,4 0-34-15,-13 4-40 0,22 2-331 16,-7 4-12-16,-4 1 0 0,5 5 0 0,1 11 0 16,-5 0 0-16,-5-3 0 0,1 11 0 15,-7-2 0-15,-2-1 0 0,-5 7 0 16,-3 3 0-16,-1-6 0 0,-1 1 0 16,1-5 0-16,-2-5 0 0,9-8 0 0,-3-1 0 15,4-1 0-15,0-5 0 0,6-2 0 16,-4-6 0-16,15 5 0 0,-1-5 0 0,-14 0 0 15,30-3 0-15,-13-1 0 0,0-1 0 16,-1 0 0-16,1 2 0 0,-2-1 0 0,-2 1 0 16,-2-2 0-16,1 3 0 0,-2-2 0 15,-1 1 0-15,-3-2 0 0,2 3-437 0,-8 2-563 16,3-7 103-16,-3 7-1095 16,0-6-1409-16</inkml:trace>
  <inkml:trace contextRef="#ctx0" brushRef="#br0" timeOffset="149103.93">16179 11434 5916 0,'-4'-8'75'0,"2"7"8"0,2 1 45 0,0 0 70 0,-5 32 52 0,-2 3 26 0,4 8 0 0,-5 11-8 0,5 8-27 15,-5-3-37-15,4 4-24 16,4-3-84-16,-2-4-96 0,2-12 0 0,0-4 0 16,2-1 0-16,-2-9 0 0,2-6 0 15,0-2-226-15,2-5-133 0,-2-5-78 0,0-1-72 16,-2-6-63-16,0-5-104 0,0 0-102 16,0 0 72-16,0 0-630 0,0-33-792 0</inkml:trace>
  <inkml:trace contextRef="#ctx0" brushRef="#br0" timeOffset="149436.79">16161 11464 3461 0,'5'-19'-103'0,"0"4"38"16,-1 4 30-16,2 4 34 0,-1 2 40 0,3 2 30 15,0 3 40-15,-8 0 21 0,22 6 18 16,-6 0 16-16,1 8 16 0,4 4 20 0,0 5 25 16,-3 3 17-16,-7 0 37 0,-2 6 12 15,-4 2 12-15,-1 0 0 0,-6 5-9 0,-2-4-10 16,-3 3-27-16,3-8-1 0,-1-5-13 15,3-8-18-15,0-2-17 0,4-1-21 0,-2-2-20 16,6 0-36-16,-1 0-131 0,8 2 0 16,3-2 0-16,7 5 0 0,4-2 0 0,-3 1 0 15,1 0 0-15,0-2 0 0,-8 3 0 16,-2-5 0-16,1 2 0 0,-5 2 0 16,-2 0 0-16,-3 2 0 0,0-1 0 15,-4 1 0-15,-2-1 0 0,-4 2 0 0,-2 1 0 16,-9 6 0-16,-1-2 0 0,1-5 0 15,2-5 0-15,-2-1 0 0,-3-5 0 0,3-2 0 16,0-4 0-16,-4-4 0 0,2-8 0 16,-4-15 0-16,6-2 0 0,4-9-706 0,9-3-287 15,4-2 101-15,9 3-1012 16,8-6-1328-16</inkml:trace>
  <inkml:trace contextRef="#ctx0" brushRef="#br0" timeOffset="149587.46">16823 11728 5668 0,'12'-3'151'15,"-7"0"66"-15,3 0 53 0,-8 3 49 0,13-5 28 16,-3 1-10-16,3-1-18 0,2 1-33 16,8-1-27-16,2-2-241 0,7-1-18 0,0 0 0 15,3-1 0-15,-2 1 0 0,-8 2 0 16,0-2-332-16,0 5-239 0,-1 1-162 16,-8 2-165-16,2 3 92 0,-7 7-844 0,-8 0-1087 15</inkml:trace>
  <inkml:trace contextRef="#ctx0" brushRef="#br0" timeOffset="149755.26">16880 12051 4893 0,'-13'6'274'16,"3"-4"69"-16,4 2 29 0,6-4 16 0,-11 3-1 15,11-3-2-15,0 0-4 0,0 0-25 16,0 0-32-16,0 0-236 0,34-12-88 16,-10 5 0-16,8-3 0 0,2-5 0 0,6 4 0 15,2-7 0-15,5-2 0 0,3-1-535 16,-4-1-308-16,5 3-80 0,1 1 90 0,-1-3-887 15,1 6-1153-15</inkml:trace>
  <inkml:trace contextRef="#ctx0" brushRef="#br0" timeOffset="150053.96">17748 11410 5198 0,'-7'-7'191'0,"5"0"17"0,-2 4 18 16,4 3 67-16,0 0 59 0,-1 19 27 0,1-1 41 15,1 9 9-15,-1 16-3 0,4 14-357 16,3 3-69-16,-5 4 0 0,-1 3 0 0,-1 6 0 16,2-3 0-16,-2-1 0 0,4-4 0 15,1-5 0-15,-1-4 0 0,4-3 0 0,-2-12 0 16,1-8 0-16,4-2 0 0,-2-8 0 16,-2-5 0-16,2-7 0 0,2 1 0 15,2-7 0-15,-1-2 0 0,2-5 0 16,5-3 0-16,2-2 0 0,10-6 0 0,-5-3 0 0,1 1 0 15,-2-2 0-15,-1-3 0 16,-1-2 0-16,-2-2 0 0,1 4-621 0,-8-4-382 16,2 0 107-16,-3-4-1033 0,-4 5-1349 15</inkml:trace>
  <inkml:trace contextRef="#ctx0" brushRef="#br0" timeOffset="150238.97">17751 11327 5879 0,'-17'-4'265'0,"2"-1"51"0,5 2 61 16,0 1 56-16,5-1 14 16,5 3-8-16,-7-7-404 0,7 2-35 0,0 5 0 15,11-16 0-15,3 3 0 0,11-1 0 16,6-1 0-16,6 1 0 0,-1 2 0 0,4 1 0 16,-1 2 0-16,0 5 0 0,3 4 0 15,-8 0-980-15,4 4 24 0,-3 3 104 0,-3 3-986 16,-1 7-1263-16</inkml:trace>
  <inkml:trace contextRef="#ctx0" brushRef="#br0" timeOffset="150670.95">18929 11119 5518 0,'-5'-12'182'0,"2"3"18"0,1 4 20 15,0-5 9-15,2 3 25 0,4 2 15 0,-1-2 1 16,6 1-1-16,0-2-22 0,7 0-23 16,0 3-23-16,9 1-93 0,2 6-108 15,13 2 0-15,1 7 0 0,7 7 0 16,2 4 0-16,-4 7 0 0,-4 5 0 0,-6 5 0 15,0 2 0-15,-7 7 0 0,-8 3 0 16,-2 4 0-16,-6 0 0 0,-3 1 0 0,-5 3 0 16,1-1 0-16,-3-1 0 0,-3-11 0 15,0-1 0-15,0-3 0 0,-1 1 0 0,-1-4 0 16,0-1 0-16,-2-7 0 0,0-8 0 16,-1 1 0-16,-1-2 0 0,-4 7 0 0,-3-3 0 15,-4-2 0-15,-4-2 0 0,-3-1 0 16,-3-3 0-16,-6-1 0 0,5 1 0 0,-5-4 0 15,7-3 0-15,1-1 0 0,6-4 0 16,3-2 0-16,5-4 0 0,-2-2-610 16,13 2-378-16,-12-8-1254 0,11-4-1645 15</inkml:trace>
  <inkml:trace contextRef="#ctx0" brushRef="#br0" timeOffset="150986.57">19729 11970 6943 0,'0'0'385'0,"-16"-18"21"16,16 18 17-16,0 0-389 0,0 0-34 15,0 0 0-15,14-6 0 0,-14 6 0 16,22 6 0-16,-8 0 0 0,2 2 0 0,1 5 0 16,-2 1 0-16,-4 4 0 0,1 10 0 15,-9-1 0-15,0-1 0 0,-8 8 0 0,0 2 0 16,-3 0 0-16,-3-1 0 0,1-4 0 15,3 1 0-15,-2-10 0 0,3-3 0 0,1-5 0 16,0-1 0-16,1-1 0 0,2-3 0 16,4-1 0-16,2-3 0 0,1 1 0 15,4-5 0-15,-9-1 0 0,25-3 0 0,-9-1 0 16,7-4 0-16,8-2 0 0,1-4 0 16,4-1 0-16,11-6 0 0,-4-4 0 0,3-4-499 15,1 3-505-15,3-2-1270 0,7-3-1676 16</inkml:trace>
  <inkml:trace contextRef="#ctx0" brushRef="#br0" timeOffset="151320.25">20663 11876 6659 0,'0'0'102'0,"-23"1"82"0,23-1 74 15,-30 17 80-15,3 0 81 0,-2 7-188 16,-3 5-231-16,1 4 0 0,3 0 0 0,5-4 0 16,4 0 0-16,3 0 0 0,2 1 0 15,2-1 0-15,2-4 0 0,5-4 0 0,-1 0 0 16,0 0 0-16,0-6 0 15,3 2 0-15,-1-2 0 0,0-4 0 0,1 2 0 0,-1-4 0 16,-5-2 0-16,0-3 0 16,2 0-468-16,0-4-181 0,7 0 8 0,-22-5 19 15,15-2 44-15,0-5 90 0,2-8 145 16,1-2 122-16,4-5 113 0,0 0 114 0,4 2 95 16,-2 0 69-16,0 7 61 0,-1 2 49 15,-1 2 39-15,2 7 24 0,3 4 15 0,-5 3-8 16,0 0-7-16,0 0-42 0,0 0-35 15,32 16-28-15,-21-8-32 0,0 2-59 0,1 0-71 16,5-1-89-16,-3-1-94 0,4 1-102 16,4-2-84-16,-1 1-108 0,2-3-121 15,-1-3-168-15,-1-2-101 0,1-1 77 0,-2 0-670 16,-3-4-836-16</inkml:trace>
  <inkml:trace contextRef="#ctx0" brushRef="#br0" timeOffset="151586.5">20708 11981 4088 0,'0'-13'189'0,"2"3"48"0,-2 2 27 16,2 2 47-16,-2 6 38 0,8-9 30 0,-8 9 15 16,0 0 0-16,0 0 8 0,37 16-37 15,-25-3-18-15,4 14-13 0,-1 0-196 16,-1 2-138-16,-7 2 0 0,1 2 0 0,-5 2 0 16,-1-6 0-16,-2-3 0 0,-4 8 0 15,3-5 0-15,-1-4 0 0,-4-1 0 0,4 0 0 16,0-10 0-16,1 3 0 0,-1-3 0 0,4-6 0 15,-1 0 0-15,9-2 0 0,-1-5 0 16,1-1 0-16,-10 0 0 0,31-7 0 16,-17 4 0-16,6-2 0 0,-4 0 0 0,0 0 0 15,-1 0 0-15,2-1 0 0,-4 3 0 16,1 0-1020-16,-5 1 64 0,2 0-1158 0,-2 0-1523 16</inkml:trace>
  <inkml:trace contextRef="#ctx0" brushRef="#br0" timeOffset="152004.37">22164 10593 6377 0,'-12'1'220'0,"-1"-1"27"0,13 0 39 0,-11 0 46 0,11 0 24 0,0 0-7 0,0 0-325 15,0 0-24-15,0 0 0 0,0 0 0 0,61-1 0 16,-11-1 0-16,20 1 0 0,3 1 0 16,1-4 0-16,4 0 0 0,-1-2 0 0,0-2 0 15,4 0 0-15,-5-1-783 16,-2-3-191-16,-4-1 99 0,-7 1-1016 0,-5 2-1313 15</inkml:trace>
  <inkml:trace contextRef="#ctx0" brushRef="#br0" timeOffset="152220.91">23192 10251 5795 0,'-13'-8'293'0,"4"1"24"0,4 4 21 16,5 3 20-16,-11-6 0 0,11 6 30 0,-7 14-44 15,0 1-344-15,3 7 0 0,2 11 0 16,2 8 0-16,4 3 0 0,6 11 0 0,0 1 0 15,1 1 0-15,-1 0 0 0,-5-3 0 16,-5-6 0-16,-1 9 0 0,-6-4 0 0,0 0 0 16,-8-5 0-16,-3-1 0 0,2-3 0 15,-6-5 0-15,5-7 0 0,-2-6 0 16,6-9 0-16,1-5 0 0,5-6 0 0,1-2-483 16,6-4-511-16,0 0 93 0,13-43 87 15,9 0-886-15,2-3-1135 0</inkml:trace>
  <inkml:trace contextRef="#ctx0" brushRef="#br0" timeOffset="152453.13">23832 10193 5271 0,'4'-12'326'0,"-2"6"35"0,-1-1 30 0,-1 7 19 16,0 0 48-16,0 0 19 0,0 0 2 16,-1 39-461-16,-3 1-18 0,-2 12 0 15,4 10 0-15,-3 0 0 0,-1 4 0 0,2-2 0 16,-2 2 0-16,2-4 0 0,1-4 0 15,1-12 0-15,-2-4 0 0,2-4 0 0,1-2 0 16,1-9 0-16,0-7 0 16,-2-5 0-16,2-3 0 0,-2-5 0 0,-1-3 0 0,3-4-779 15,0 0-153-15,0 0 54 0,-9-18 82 16,3 5-839-16,1-8-1072 0</inkml:trace>
  <inkml:trace contextRef="#ctx0" brushRef="#br0" timeOffset="152620.2">23426 10173 5012 0,'-10'-14'241'0,"5"4"52"16,1 3 12-16,0 0 11 0,4 7 17 16,0 0 14-16,0 0 3 0,0 0-6 0,29 4-38 15,1 4-23-15,10 1-222 0,17-3-61 16,4 1 0-16,0-1 0 0,2-5 0 16,-9-1 0-16,-1 0 0 0,10-3 0 0,-16 1-581 15,-2 0-245-15,-9 2-83 0,-10 2 89 16,-1 2-899-16,-4 4-1153 0</inkml:trace>
  <inkml:trace contextRef="#ctx0" brushRef="#br0" timeOffset="153253.03">24673 10309 5099 0,'5'-12'127'0,"-1"2"49"0,-2 4 47 0,0-1 29 0,-2 7 27 0,0 0 33 0,0 0 37 0,0 0 20 0,3 23 17 16,-1 2-21-16,0 16-111 0,-2 4-254 15,3 11 0-15,1 2 0 0,-3-2 0 0,5 2 0 16,-4-2 0-16,0-11 0 16,-1-2 0-16,-1-1 0 0,2-2 0 0,-2-8 0 15,0-4 0-15,0-7 0 0,-2-4 0 16,1 2 0-16,1-6 0 0,-2-4 0 0,0-2 0 16,2-2 0-16,0-5-127 0,0 0-475 15,0 0-71-15,-11-20-95 0,8 2-65 0,-3-4 86 16,1-16-763-16,-1-3-957 0</inkml:trace>
  <inkml:trace contextRef="#ctx0" brushRef="#br0" timeOffset="153486.51">24626 10195 4042 0,'-1'-24'47'0,"-1"7"72"15,0 3 55-15,-2 2 48 0,2 3 35 16,2 1 32-16,0 0 7 0,2 1 21 0,6-3 4 16,2 5-3-16,3-1-8 15,4 5-19-15,4-1-14 0,0 4-34 0,0 1-8 16,1 4-21-16,1-1-24 0,0 3-161 15,4 3-29-15,-6 0 0 0,-6-2 0 0,-2 4 0 16,-3-2 0-16,-6 2 0 0,0 1 0 16,-4-1 0-16,-6 3 0 0,1 0 0 0,-7 3 0 15,-10 0 0-15,2 1 0 16,-3-7 0-16,2-1 0 0,0-7 0 0,4-2 0 0,2-6-319 16,-1 0-508-16,2-2-115 15,2 2 101-15,4 0-949 0,8 2-1218 0</inkml:trace>
  <inkml:trace contextRef="#ctx0" brushRef="#br0" timeOffset="153935.92">25073 10793 5551 0,'-16'0'323'0,"16"0"25"0,0 0 17 15,-15 0 12-15,15 0 10 0,0 0-17 0,-7-4-37 16,7 4-196-16,0 0-137 0,0 0 0 15,0 0 0-15,0 0 0 0,15-16 0 0,-8 11 0 16,-1-3 0-16,2-3 0 0,-3-3 0 16,1 0 0-16,-2-8 0 0,-3 0 0 15,-1-2 0-15,0-3 0 0,-5-6 0 0,-2-4 0 16,-3 3 0-16,2 4 0 0,1 7 0 16,-1 5 0-16,5 4 0 0,-3 2 0 0,-2 4 0 15,0 2 0-15,1 5 0 0,7 1 0 16,-20 7 0-16,9-3 0 0,4 2 0 0,1 0 0 15,2 3 0-15,2-2 0 0,2-7 0 16,12 12 0-16,-3-9 0 0,13 0 0 0,0-3 0 16,16-6 0-16,0-1 0 0,6 0 0 15,-4 2 0-15,-2 0 0 0,2 0 0 0,-10 3 0 16,-5 4 0-16,-1 1 0 16,-6 4 0-16,1 3 0 0,-3 5 0 0,1 8 0 15,-3 3 0-15,-1 1 0 0,-4 2 0 16,-6-4 0-16,0-1 0 0,1-2 0 0,0 0 0 15,-2-3 0-15,-2 0 0 0,1-1 0 16,-2-6 0-16,1 4 0 0,0-3 0 0,-2 0-188 16,2 1-590-16,0-6-152 0,0 0 66 15,0-8 99-15,2 5-822 0,-2-5-1028 0</inkml:trace>
  <inkml:trace contextRef="#ctx0" brushRef="#br0" timeOffset="154236.48">25671 10454 4758 0,'0'0'167'0,"0"0"59"0,-23 2 55 0,23-2 25 0,-17 15 28 0,7-5 7 0,1 2-5 0,1 5-18 16,2 0-20-16,1-1-25 0,3 1-17 15,-2-1-31-15,4-1-153 0,0-3-72 0,4 2 0 16,-2-3 0-16,2 1 0 0,3 1 0 16,-1-3 0-16,0-1 0 0,1-2 0 0,1 0 0 15,0-4 0-15,-1 0 0 0,-1 1 0 16,1-1 0-16,-7-3 0 0,12 0 0 0,-12 0 0 15,11-5 0-15,-7-2 0 0,2-5 0 16,-4-2 0-16,-1-4 0 0,4-8 0 16,-5-1 0-16,0-12 0 0,-5-2 0 15,5 7 0-15,-1 10 0 0,-1 4 0 0,-2 8 0 16,-5 3 0-16,0 8 0 0,-4 2 0 16,-3 6-53-16,-13 12-528 0,2 5-139 0,-7 7-187 15,2 3 86-15,1 0 80 0,3 0-745 16,7-7-932-16</inkml:trace>
  <inkml:trace contextRef="#ctx0" brushRef="#br0" timeOffset="154670.14">26224 9714 4513 0,'0'-15'217'0,"-2"3"68"0,0 4 41 0,0 5 37 15,2 3 69-15,0 0 52 0,0 0 21 16,4 35-9-16,-6-6-22 0,-2 13-378 0,3 13-96 16,-1 5 0-16,-1-1 0 0,-3 1 0 15,5 1 0-15,-3-3 0 0,-2-1 0 0,5-13 0 16,-3 0 0-16,2-4 0 0,-3 0 0 16,3-6 0-16,-1-7 0 0,1-4 0 0,2-6 0 15,-2-5 0-15,0 0 0 16,2 0 0-16,-2-4 0 0,4-3 0 0,-2-5 0 15,0 0 0-15,0 0 0 0,0 0 0 16,8-18 0-16,-8 4 0 0,0 0 0 0,-4-1 0 16,0 1 0-16,-1 2 0 0,-5 2 0 15,-2 1 0-15,-2 6 0 0,-2 1 0 0,-1 4 0 16,-6 5 0-16,-4 5 0 0,1 5 0 16,3 3 0-16,0 4 0 0,8 0 0 0,-2 0 0 15,7-2 0-15,2-1 0 0,3-2 0 16,1 0 0-16,2-3 0 0,2-2 0 15,0-1 0-15,4 2 0 0,2-4 0 0,1-3 0 16,0-1 0-16,5-5 0 0,1 1 0 16,3-3-785-16,1-3-189 0,8-4 95 0,3-5-1010 15,6-2-1311-15</inkml:trace>
  <inkml:trace contextRef="#ctx0" brushRef="#br0" timeOffset="155420.14">26426 10708 5642 0,'-10'7'203'0,"4"1"68"15,-1-4 57-15,3 1 36 0,4-5 41 16,-8 3 5-16,8-3-9 0,0 0-234 0,-7 4-167 16,7-4 0-16,0 0 0 0,0 0 0 15,0 0 0-15,26-14 0 0,-16 6 0 16,2-1 0-16,1-5 0 0,-1-1 0 0,4-7 0 16,0-5 0-16,-1 2 0 0,-1 0 0 15,-3 1 0-15,-4 7 0 0,-1 2 0 0,0 1 0 16,0 4 0-16,-3 2 0 0,1-1 0 15,-4 6 0-15,0 3 0 0,0 0 0 0,0 0 0 16,0 0 0-16,0 0 0 0,-19 22 0 16,11-8 0-16,3 1 0 0,-1 1 0 0,2-1 0 15,0 1 0-15,2-1 0 0,0-3 0 16,4 0 0-16,0-1 0 0,2-1 0 0,2-5 0 16,1-2 0-16,1-1 0 15,-8-2 0-15,23-4 0 0,-7-2 0 0,2-6 0 16,9-4 0-16,0-4 0 0,-1-2 0 15,-1-1 0-15,-1-3 0 0,-1 0 0 0,2 0 0 16,-3 1 0-16,-8 3 0 0,2 5 0 16,-7 4 0-16,1 4 0 0,-4 2 0 0,0 2 0 15,-4 3 0-15,-2 2 0 0,0 0 0 16,0 0 0-16,0 23 0 0,-4-5 0 0,-3 6 0 16,0 8 0-16,0 1 0 0,1-3 0 15,1-2 0-15,0-3 0 0,5-4 0 0,-2-1 0 16,-2-2 0-16,4-4 0 15,2 0 0-15,0-4 0 0,3-1 0 0,0-3 0 0,3-6 0 16,-8 0 0-16,23-6 0 16,-7-5 0-16,9-12 0 0,8-12 0 0,-1-2 0 15,2-8-142-15,0-7-165 0,9-18 19 16,-4-5 17-16,-1-7 31 0,1 1 31 0,-1-5 30 16,-6-2 41-16,4-3 37 0,-1 0 37 15,-5 3 39-15,-3 5 26 0,-11 27 40 0,-7 14 56 16,-6 10 38-16,-3 8 29 0,-5 8 21 15,-1 7 28-15,-6 7 16 0,1 4 22 0,-3 9 21 16,-11 17 16-16,-4 14-200 0,4 8-88 16,0 8 0-16,-2 24 0 0,11-14 0 0,-4 21 0 15,6-1 0-15,1-13 0 0,2 0 0 16,4 0 0-16,0-3 0 0,4-1 0 0,3-6 0 16,2-2 0-16,1-8 0 0,6-13 0 15,-7-13 0-15,-1-6 0 0,1-5 0 16,2-6 0-16,1-5 0 0,1-5 0 0,-6-2 0 15,21-9 0-15,-1-13 0 0,0-9-104 16,7-11-607-16,3-5-145 0,-1-4-34 0,-2-5 92 16,-6 2-845-16,-8 2-1082 0</inkml:trace>
  <inkml:trace contextRef="#ctx0" brushRef="#br0" timeOffset="155571.84">27264 10090 4326 0,'-36'8'52'0,"0"-2"98"0,-5 3 65 0,3 1 73 0,2 2 68 0,6 0 50 0,7-3 37 16,4-3 27-16,6 3 8 0,1-2-25 15,9 1-34-15,3-1-284 0,0-7-135 0,13 14 0 16,-1-9 0-16,2-1 0 0,4-2 0 16,2-2 0-16,3 0 0 0,2-4 0 0,11-3 0 15,0-2-65-15,-1-3-678 0,3-1-227 16,11-4 99-16,5 3 87 0,7 2-834 0,5 1-1058 16</inkml:trace>
  <inkml:trace contextRef="#ctx0" brushRef="#br0" timeOffset="155772.9">27996 10207 5020 0,'-31'0'365'0,"8"0"49"0,7 0 29 15,0-1 52-15,5 1 15 0,11 0-18 16,-20-2-40-16,20 2-452 0,0 0 0 0,2-7 0 16,-2 7 0-16,35-12 0 0,-2-2 0 15,3 5 0-15,2-2 0 0,-4 0 0 0,2-2 0 16,-3 3-103-16,-1-1-588 0,-8 4-141 15,-4 6-68-15,-7-1 102 0,-1 4-857 0,-12-2-1093 16</inkml:trace>
  <inkml:trace contextRef="#ctx0" brushRef="#br0" timeOffset="155937.73">28152 10222 4262 0,'-31'19'57'15,"1"2"115"-15,-8 3 71 0,6-5 77 16,1-2 51-16,8 1 43 0,3-6 27 0,4-3-6 16,7-1-1-16,3 2-22 15,6-3-41-15,0-7-112 0,13 10-259 0,-2-7 0 16,7-3 0-16,5-1 0 0,2-1 0 15,1-4 0-15,9 0 0 0,-1-1-155 0,-7-1-283 16,-5 0-112-16,-1 0-144 0,8-5-179 16,-10 5 94-16,0 0 82 0,-3 1-665 0,-5 0-817 15</inkml:trace>
  <inkml:trace contextRef="#ctx0" brushRef="#br0" timeOffset="156903.12">29063 9987 3600 0,'-9'-6'114'0,"-1"-3"72"0,7 1 25 0,1 0 5 0,2 0 5 16,4-1 26-16,3-6 17 0,6 1 5 16,12-4-4-16,5 2-15 0,1 2-15 0,3 4-27 15,-2 4-23-15,-3 2-18 0,-8 4-16 16,-1 2-9-16,-8 3-3 0,6 5 8 0,-7 4 8 15,-5 3 14-15,-5 5 14 16,-6 13 18-16,-4 0 17 0,-11 9-170 0,-7 2-48 16,-3-3 0-16,0-2 0 0,-5 0 0 15,7-3 0-15,7-8 0 0,4-1 0 0,4-1 0 16,5-4 0-16,8-3 0 0,1-4 0 16,11 0 0-16,1-1 0 0,12-1 0 0,4-3 0 15,3-2 0-15,-3-5 0 0,-6-3 0 16,-3-1 0-16,-2-1 0 0,-5-1 0 0,-3-4 0 15,-3 0 0-15,-7-4 0 0,-1-3 0 16,-9-5 0-16,-11-10 0 0,-15-6 0 0,-5-5 0 16,0 3 0-16,-3-6 0 15,6 2 0-15,2 0 0 0,5-1 0 0,6 1 0 0,10 8 0 16,8 0 0-16,0 5 0 16,9 4 0-16,5 1 0 0,4 3 0 0,6-5 0 0,6 3 0 15,-2 8 0-15,8 0 0 16,-5 5 0-16,0 4 0 0,-2 1 0 0,5 7 0 15,9 2-612-15,1 5-378 0,-3 5 88 16,7 9-1032-16,-1-2-1355 0</inkml:trace>
  <inkml:trace contextRef="#ctx0" brushRef="#br0" timeOffset="157286.5">29337 9300 5598 0,'-41'-8'-35'0,"-11"8"27"0,-22 13 35 0,-25 21 37 0,-8 18 50 0,-3 14 52 15,-31 31 25-15,10 7 35 0,6 12 17 0,11 7 14 16,37-23 1-16,15 11-1 0,16 5-10 16,21 3-23-16,25-3-19 0,24 5-48 0,19-9-157 15,25-6 0-15,41 15 0 0,-14-41 0 16,10-12 0-16,4-16 0 0,2-12 0 0,-5-14 0 15,-24-19 0-15,0-9 0 16,-4-14 0-16,13-13-79 0,-5-11 9 0,-7-11 16 0,-5-11 14 16,-8-16 33-16,-5-12 27 15,-5-12 27-15,-13-5 24 0,-11-6 23 0,-10-2-76 16,-12 0-18-16,-17-3 0 0,-15 4 0 16,-13 3 0-16,-16 5 0 0,-13 15 0 0,-17 17 0 15,-12 18 0-15,-14 15 0 0,-9 17 0 16,-12 20 0-16,-11 15 0 0,0 16 0 0,-6 12-301 15,-42 16-427-15,13 6-225 16,41-7 100-16,12 1 90 0,0 0-799 0,9 0-1005 0</inkml:trace>
  <inkml:trace contextRef="#ctx0" brushRef="#br0" timeOffset="158285.06">26351 11454 3642 0,'6'-24'348'0,"-6"1"-130"0,2 6 7 0,0 2 15 15,-1 4 26-15,-1 1-13 0,-1 2-16 0,1-1-47 16,0 9-26-16,0-8 30 0,0 8 74 15,0 0 36-15,8 52 14 0,-4 2 12 16,-1 8 9-16,3 8-3 0,-1 7-17 0,7 18-319 16,-1-1 0-16,5 0 0 0,-1-2 0 15,-2-21 0-15,1-1 0 0,-1-1 0 0,-1-5 0 16,-3-6 0-16,-2-5 0 0,-1-11 0 16,-2-5 0-16,0-8 0 0,-2-6 0 0,-2-7 0 15,-4 1 0-15,4-5 0 0,-2 1 0 16,-4-3 0-16,0-4 0 0,-1 0 0 0,-2-4 0 15,9-2-305-15,-20-9-718 0,9-2 90 16,1 1 94-16,1-7-892 0,0 0-1165 0</inkml:trace>
  <inkml:trace contextRef="#ctx0" brushRef="#br0" timeOffset="158484.98">26213 12201 5224 0,'-9'-7'145'0,"2"0"-4"16,3 2 22-16,4 5 42 0,-5-6 29 0,5 6 67 15,0 0 39-15,0 0-7 0,4 29-17 16,3-11-16-16,9 10-36 0,6 0-39 0,5 6-225 16,3 0 0-16,2-3 0 0,3 0 0 15,-3-4 0-15,-4-5 0 0,3-3 0 0,-1-2 0 16,1-1-183-16,-1-3-367 0,3-1-148 16,2-6-153-16,-5-6 22 0,-1-2 83 15,11-7-728-15,7-7-922 0</inkml:trace>
  <inkml:trace contextRef="#ctx0" brushRef="#br0" timeOffset="158718.75">27163 12175 4424 0,'6'-15'130'0,"-2"5"10"16,-3 1 23-16,-1 6 30 0,0 3 133 0,0 0 53 15,-25 17 43-15,3 4 29 0,-15 9-6 16,-4 7-5-16,-3 3-15 0,-11 14-172 0,0-1-253 16,8-10 0-16,2 0 0 0,2-1 0 15,2-7 0-15,7-1 0 0,9-8 0 16,5-5 0-16,-2 0 0 0,8-5 0 15,3-4 0-15,4-3 0 0,1-3 0 0,0 0 0 16,0-1 0-16,3 0 0 0,3-5 0 16,-10 7 0-16,10-7 0 0,0 0 0 0,0 0 0 15,0 0 0-15,0 0 0 0,0 0 0 16,-15-9-569-16,15 9-378 0,0 0 32 0,-13 2 100 16,1 3-867-16,3 0-1117 0</inkml:trace>
  <inkml:trace contextRef="#ctx0" brushRef="#br0" timeOffset="159286.91">23959 13675 4845 0,'6'-11'-33'0,"-1"5"26"0,-2-2 31 0,1 4 24 0,-2-2 18 0,-2 6 13 16,0 0 61-16,0 0 60 16,-4 24 43-16,1-1 16 0,-6 14-13 0,0 15-10 15,-2 2-4-15,1 4-6 0,2 0-13 16,3-3-13-16,-1 3-22 0,4-14-16 0,-1-1-14 16,1-1-15-16,-1-4-14 0,3-6-12 15,-2-7-9-15,0-1-69 0,2-5-29 0,0-2 0 16,0-1 0-16,-2-4 0 0,2-3-128 15,0 0-113-15,0-5-104 0,0-4-119 0,0 0-130 16,0 0-142-16,0 0-75 0,0-29 78 16,0 12-675-16,0-4-859 0</inkml:trace>
  <inkml:trace contextRef="#ctx0" brushRef="#br0" timeOffset="159551.85">23670 13746 4454 0,'-12'-3'291'0,"5"1"-12"0,7 2 10 16,-9-4 31-16,9 4 17 0,3-7-5 15,7-1-15-15,5-2-28 0,18-3-33 16,5-2-25-16,11 2-20 0,9 0-22 15,3 1-36-15,0 1-66 0,0 2-86 0,-2 4-119 16,-10 0-130-16,-1 3-163 0,-5 4-178 16,2-1-222-16,-9 3-26 0,-8 4 94 15,-8-2-712-15,-6 0-905 0</inkml:trace>
  <inkml:trace contextRef="#ctx0" brushRef="#br0" timeOffset="159885.76">24935 13683 4499 0,'-2'-12'224'0,"0"5"-25"16,2 1-20-16,0 6-17 0,0 0 9 15,0 0 87-15,0 0 49 0,-2 33 12 16,2 4-18-16,-3 6-26 0,1 16-19 0,-2 3-27 16,1 1-21-16,-1-2-20 0,0 3-19 15,0-3-18-15,2-5-55 0,-2-10-96 16,0-2 0-16,1-5 0 0,-1-3 0 16,2-9 0-16,-2-3 0 0,3-8 0 0,-4-1 0 15,1-2-284-15,1-4-110 0,-1-2-107 16,-2-5-75-16,6-2-97 0,0 0-134 0,-14-10 55 15,9-3-678-15,-1-2-880 0</inkml:trace>
  <inkml:trace contextRef="#ctx0" brushRef="#br0" timeOffset="160102.84">24882 13733 4143 0,'2'-25'98'0,"2"6"19"16,0 5 26-16,-3-1 31 0,5 1 37 0,1 3 13 15,4-1 16-15,0 1-4 0,3 4 1 16,0 2-12-16,8 5-12 0,-4 0-13 15,7 5-16-15,-4 4-14 0,10 3-5 0,-6 3-10 16,-2 2-3-16,-10 0-12 0,-4 1-6 16,-4-3-5-16,-2 3-11 0,-3 1-10 0,-4 1-11 15,-4 3-12-15,-3 4-8 0,-5-2-61 16,0 0-16-16,-4-2-25 0,1-2-154 0,4-9-144 16,-1-4-198-16,4 0-245 0,1-4-108 15,-2-2 73-15,6 1-798 0,7-3-1040 0</inkml:trace>
  <inkml:trace contextRef="#ctx0" brushRef="#br0" timeOffset="160559.71">25370 14343 4931 0,'0'0'259'16,"0"0"-1"-16,0 0 34 0,0 0 28 15,0 0-1-15,0 0-25 0,0 0-24 0,-2-21-38 16,8 15-25-16,5-3-24 0,3-3-30 15,-1 0-41-15,2-1-33 0,-2 1-33 16,3-3-20-16,-3 1-31 0,-4-1-26 0,3-2-20 16,-2-2-5-16,-5-1 26 0,-3-4-7 15,0-2 6-15,-6-8 4 0,0-2 5 16,-5-1-2-16,-1 0 9 0,-1 2 13 16,-2 6 14-16,3 7 8 0,1 5 0 0,-1 5-6 15,-2 3-3-15,3 5 3 0,-2 2-2 16,-3 4 2-16,-1 2 3 0,1 2-1 0,5 0-5 15,4 3 8-15,1-2-3 0,4 1 7 16,0-8 8-16,11 16-6 0,7-11 3 0,2 0-6 16,9-1 2-16,13-3-1 0,0 1-5 15,-1 1 7-15,2 2-2 0,-5 1 0 0,-2 0 9 16,-2 2 5-16,-6 1-26 16,-1 7-11-16,-5-3 0 0,-8-1 0 0,8 9 0 0,-11-1 0 15,1-3 0-15,-5 2 0 16,0-1 0-16,2-2 0 0,-4 1 0 0,1 0 0 15,-1-3 0-15,1 1 0 0,-1-1 0 16,0-2 0-16,-1-2-176 0,1 1-164 0,-1-3-108 16,0-1-121-16,-1-1-135 0,3-4-132 15,-6-2 76-15,12 0-722 0,-12 0-930 0</inkml:trace>
  <inkml:trace contextRef="#ctx0" brushRef="#br0" timeOffset="160857.75">26154 13993 4299 0,'-14'-6'105'16,"14"6"32"-16,0 0 42 0,-27 20 63 0,16-11 61 0,-3 5 37 0,3 3 15 0,0 1-6 0,2 1-15 0,0 2-22 15,6-3-27-15,1 1-26 0,2-2-26 16,3 1-22-16,1-3-22 0,3-1-130 0,6-3-59 16,-2 1 0-16,4-8 0 0,2 0 0 15,2-2 0-15,3-2 0 0,2-4 0 0,-1-2 0 16,0-2 0-16,-5-1 0 0,2 3 0 15,-5-8 0-15,-2 2 0 0,-2-3 0 0,-2-4 0 16,-4-2 0-16,-1-4 0 16,-2-10 0-16,-2 4 0 0,-2 7 0 0,0-2 0 0,-2 4 0 15,-1 3 0-15,-3 5 0 16,-4 4 0-16,1 2 0 0,-2 6 0 0,-2 2 0 16,-3 3-307-16,0 4-337 0,-3 3-184 15,-3 7-57-15,5-5 85 0,6-6-808 0,6 2-1047 16</inkml:trace>
  <inkml:trace contextRef="#ctx0" brushRef="#br0" timeOffset="161268.12">26760 13451 4814 0,'2'-18'221'0,"-1"3"39"16,-1 5 39-16,2 3 32 0,0 1 18 0,-2 6 4 15,0 0 11-15,0 0 51 16,0 0-3-16,7 38-39 0,-7 1-373 0,0 4 0 15,0 15 0-15,-3 0 0 0,-1 6 0 16,-3 0 0-16,2-1 0 0,-4 0 0 0,1-5 0 16,3-2 0-16,-5-8 0 0,4-9 0 15,1-5 0-15,1-7 0 0,-2-6 0 0,3-4 0 16,0-5 0-16,1 0 0 0,-2-2 0 16,3 0 0-16,-1-8 0 0,2-2 0 0,-8 2 0 15,8-2 0-15,0 0 0 0,-21-21 0 16,10 6 0-16,-3-2 0 0,-6-4 0 0,2 4 0 15,3 4 0-15,3 4 0 16,-2 2 0-16,-2 3 0 0,3 4 0 0,-5 4 0 16,0 5 0-16,0 3 0 0,-3 6 0 15,1 5 0-15,8-3 0 0,3-1 0 0,-4 6 0 16,4-4 0-16,6-2 0 0,1-3 0 16,2-4 0-16,2-1 0 0,3 4 0 0,4-5 0 15,2-2 0-15,1-4 0 0,6 0-134 16,3-4-600-16,3-4-129 0,13-4-29 0,-1 1 86 15,0-3-814-15,0-2-1058 0</inkml:trace>
  <inkml:trace contextRef="#ctx0" brushRef="#br0" timeOffset="161718.57">26784 14275 4134 0,'0'0'-29'0,"0"0"80"0,0 0 61 0,0 0 65 16,0 0 69-16,0 0 71 0,0 0 25 15,0 0 20-15,0 0-16 0,8-5-28 0,-1-1-23 16,3-3-23-16,2-1-21 0,2-2-26 15,8-9-20-15,-4-3-23 0,3-3-19 0,6-7-13 16,-6 3-78-16,3-6-72 0,-4 6 0 16,-3 2 0-16,0 2 0 0,-5 9 0 0,-5 3 0 15,3 5 0-15,-7-2 0 16,3 7 0-16,-6 5 0 0,0 0 0 0,0 0 0 16,0 0 0-16,0 0 0 0,-13 42 0 15,6-21 0-15,-4 11 0 0,0-1 0 0,2 2 0 16,2-3 0-16,-2 1 0 0,6-7 0 15,-1-3 0-15,0-4 0 0,4-3 0 16,0-1 0-16,4-3 0 0,-2 0 0 0,3-6 0 16,6-1 0-16,-4-3 0 0,-7 0 0 15,25-7 0-15,-12-1 0 0,4-4 0 0,6-9 0 16,0-6 0-16,-2-2 0 0,0 0 0 16,-2 2 0-16,-2 3 0 0,-4 6 0 0,-4 5 0 15,2 2 0-15,-6 5 0 0,1-2 0 16,-6 8 0-16,0 0 0 0,0 0 0 15,0 0 0-15,1 28 0 0,-6-9 0 16,-2 2 0-16,1 1 0 0,-4 7 0 0,2-5 0 16,3-2 0-16,-1-1 0 0,3-6 0 15,0 1 0-15,-1-4 0 0,4-3 0 0,2-1-225 16,3-4-306-16,-2 0-147 0,7-2-152 16,-10-2-8-16,26-4 85 0,-4-2-722 0,5-7-922 15</inkml:trace>
  <inkml:trace contextRef="#ctx0" brushRef="#br0" timeOffset="161920.1">27502 13805 4148 0,'-11'-7'52'0,"-6"5"37"0,6 4 44 0,-5 3 53 0,3 1 44 0,-12 14 27 0,4 2 31 0,-2 5-15 16,4 2-22-16,5 5-27 0,0 0-21 16,0-1-23-16,5 2-20 0,5-9-17 15,-2-6-24-15,4-2-21 0,2-7-46 0,2 1-41 16,4-3-45-16,-1-2-54 0,7-2-62 15,0-4-71-15,-12-1-81 0,30-8-88 0,-3-4-87 16,1-9-106-16,7-6-144 16,-3-7 64-16,0-4-515 0,1-6-642 0</inkml:trace>
  <inkml:trace contextRef="#ctx0" brushRef="#br0" timeOffset="162135.4">27992 12847 3093 0,'16'-58'43'0,"-11"21"84"15,-1 9 46-15,-4 9 13 0,0 6 18 0,-6 4 24 16,1 9 49-16,5 0 65 15,-29 28 52-15,6 9 22 0,0 16 6 0,-6 30 1 16,4 6 4-16,0 9-6 0,2 7-16 16,-2 2-31-16,1-3-138 0,6-3-236 0,-1-4 0 15,-3-3 0-15,4-2 0 0,4-26 0 16,-3-3 0-16,5-8 0 0,-1-9 0 16,6-11 0-16,-1-9 0 0,4-9 0 0,0-3 0 15,3-6 0-15,-1-2 0 0,2-6-635 16,0 0-109-16,0 0-124 0,7-27 30 0,-1 6 86 15,4-8-729-15,-5-6-928 0</inkml:trace>
  <inkml:trace contextRef="#ctx0" brushRef="#br0" timeOffset="162286.59">27689 13794 3923 0,'2'-18'9'0,"-4"4"50"15,2 5 43-15,-2 2 52 0,2 7 58 0,-2-9 55 16,1 6 66-16,1 3 28 0,0 0 17 16,0 0-2-16,0 0-14 0,0 0-26 0,0 0-28 15,0 0-30-15,0 0-30 0,0 0-60 16,0 0-96-16,32 2-145 0,-15-5-156 0,6-6-177 15,14-3-199-15,-1-3-241 0,12-1-5 16,8-1 82-16,5 5-729 0,10 1-927 0</inkml:trace>
  <inkml:trace contextRef="#ctx0" brushRef="#br0" timeOffset="162471.04">28522 13726 4572 0,'-23'-2'253'15,"4"0"31"-15,4 1 41 0,15 1 55 0,-19-3 34 16,19 3-5-16,-10 0-30 0,10 0-40 16,0 0-55-16,0-10-90 0,0 10-103 0,31-13-133 15,-11 2-148-15,14-1-159 0,-7 0-150 16,-4 2-168-16,0 1-182 0,-10 4 75 0,3 5 81 16,-9 2-620-16,3 3-771 15</inkml:trace>
  <inkml:trace contextRef="#ctx0" brushRef="#br0" timeOffset="162617.69">28530 13861 3479 0,'-12'12'93'16,"1"-3"67"-16,1-1 41 0,3-1 38 16,-1 0 50-16,0-2 48 0,8-5 23 15,-7 8 4-15,3-4-19 0,4-4-37 0,0 0-30 16,2 10-45-16,-2-10-87 0,0 0-102 16,17 0-134-16,-17 0-144 0,34-10-178 0,-15 1-186 15,10-3-187-15,0-6 67 0,-3-1 71 16,5-4-507-16,-2 1-620 0</inkml:trace>
  <inkml:trace contextRef="#ctx0" brushRef="#br0" timeOffset="162884.74">28971 13314 3546 0,'0'-17'182'0,"2"3"21"16,-2 4 26-16,0 1 35 0,3 3 27 16,-3 6 3-16,0-11-10 0,0 11-6 15,2-10-18-15,-2 10-25 0,9-5-20 0,-9 5-22 16,17-3-17-16,-3 4-15 0,-14-1-18 15,26 9 4-15,-9 1 8 0,6 9 15 0,-5 3 16 16,-5 5 19-16,-6 6 7 0,-2 4-50 16,-5 6-162-16,-7-1 0 0,-2 11 0 15,-4-2 0-15,1 2 0 0,-3-5 0 0,-1 3 0 16,0-5 0-16,0-3 0 0,5-6 0 0,-3-4 0 16,1-4 0-16,6-4 0 15,0-8 0-15,4 0-387 0,-3-5-364 0,2 0-181 16,3-6 69-16,-1-1 103 0,2-5-770 15,-4 6-974-15</inkml:trace>
  <inkml:trace contextRef="#ctx0" brushRef="#br0" timeOffset="163067.87">28787 13842 4833 0,'-8'-5'389'16,"3"2"49"-16,5 3 48 0,0 0 52 0,0 0 18 15,0 0-13-15,14-14-135 16,-2 12-408-16,7-3 0 0,0 0 0 0,6 0 0 15,0-2 0-15,8-1 0 0,-7 0 0 16,-4 2 0-16,2-1 0 0,-3 2 0 0,-5 0 0 16,2-1 0-16,-3 2-334 0,-3 2-690 15,-5 0 89-15,-7 2 96 0,0 0-882 0,20 8-1153 16</inkml:trace>
  <inkml:trace contextRef="#ctx0" brushRef="#br0" timeOffset="163550.76">29063 12798 4898 0,'-36'0'-127'0,"-18"14"38"16,-7 15 59-16,-20 27 74 0,-9 20 66 15,-1 11 65-15,-18 37 52 0,8 6 63 0,33-23 35 16,9 6 22-16,9 11 3 16,12 0-5-16,13 0-18 0,18-6-33 0,12-6-29 15,6-7-27-15,16-13-36 0,3-12-202 16,1-22 0-16,5-10 0 0,5-9 0 0,6-10 0 15,4-7 0-15,5-15 0 0,-9-7 0 16,14-7 0-16,5-11 0 0,11-15 0 0,2-9 0 16,-4-8 0-16,-2-9 0 0,0-10 0 15,-11-11 0-15,5-8 0 0,-8-6 0 0,0-11 0 16,-7-10 0-16,-5-4 0 0,-13-6 0 16,-3 1 0-16,-21 5 0 0,-12 9 0 15,-16 17 0-15,-14 14 0 0,-20 17 0 16,-14 19 0-16,-4 20-4 0,-14 18-75 0,-29 12-31 15,-7 15-47-15,1 18-52 0,-2 6-76 16,5 9-113-16,5 5-130 0,9 5-214 16,6 0-67-16,18 0 80 0,10-1-679 0,10-4-861 15</inkml:trace>
</inkml:ink>
</file>

<file path=ppt/ink/ink16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5-09-21T03:25:48.806"/>
    </inkml:context>
    <inkml:brush xml:id="br0">
      <inkml:brushProperty name="width" value="0.05292" units="cm"/>
      <inkml:brushProperty name="height" value="0.05292" units="cm"/>
      <inkml:brushProperty name="color" value="#FF0000"/>
    </inkml:brush>
  </inkml:definitions>
  <inkml:trace contextRef="#ctx0" brushRef="#br0">25168 8179 1771 0,'0'0'285'0,"-8"10"-70"0,8-10-32 0,0 0-8 0,0 7-7 0,0-7 12 0,0 0-2 0,0 0 1 16,0 0 18-16,0 0 9 0,0 7 4 0,0-7 3 15,0 0 8-15,0 0 6 0,0 0-9 16,13 1-13-16,-13-1-13 0,0 0-14 0,25-8-21 16,-11 1-9-16,-1 0-9 0,0 0-9 15,1-3-16-15,1-2-3 0,0-2-15 0,4-4-7 16,0-5-14-16,-3 6 1 0,-3 3-20 16,-4 2 3-16,1 2 9 0,0 0 18 15,-3-1 1-15,-2 2 0 0,4 3 3 16,-5 0-5-16,-1 2-6 0,1-2-5 0,-4 6-12 15,5-7-5-15,-5 7-9 0,0 0-4 16,0 0 35-16,0 0 12 0,9 17 8 0,-12 0 1 16,1 7-1-16,-2 10 11 0,1 3-15 15,-5 2-95-15,5 3 0 0,-6 1 0 0,6 0 0 16,-3-1 0-16,-1-1 0 0,1-1 0 16,3-1 0-16,-4-4 0 0,3-8 0 0,2-5 0 15,1-5 0-15,-1-1 0 0,0-3 0 16,2-1 0-16,0-1 0 0,-4-1 0 15,2-2 0-15,2 0 0 0,0-8 0 16,0 9 0-16,0-9 0 0,0 0 0 0,0 6 0 16,0-6 0-16,0 0 0 0,0 0 0 0,0 0 0 15,0 0 0-15,-1 6 0 0,1-6 0 16,0 0 0-16,-14 1 0 0,4 1 0 16,-1 1 0-16,-4-3 0 0,-2 4 0 0,-2-1 0 15,-3 1 0-15,2-4 0 0,1 4 0 16,-1-2 0-16,4 0 0 0,2 0 0 0,3 0 0 15,1-1 0-15,2 1 0 0,8-2 0 16,-7 3 0-16,7-3 0 0,0 0 0 0,0 0 0 16,46 4 0-16,-17-4 0 0,12-2 0 15,3 0 0-15,0-1 0 0,-3 1 0 16,6-1 0-16,-8-1 0 0,-1 1 0 16,-4 0 0-16,-9-1 0 0,-2 3 0 0,-1-3 0 15,-6 2 0-15,-2 1 0 0,-1-1 0 16,-4 2 0-16,3-3 0 0,-4 3 0 0,-8 0 0 15,16-2 0-15,-16 2 0 0,9-4 0 16,-9 4 0-16,0 0 0 0,5-2 0 0,-5 2 0 16,0 0 0-16,0 0 0 0,0 0-134 15,-23-4-885-15,23 4 85 0,-20 0 95 0,20 0-952 16,-23-2-1219-16</inkml:trace>
  <inkml:trace contextRef="#ctx0" brushRef="#br0" timeOffset="1084.61">24099 9007 4523 0,'9'-2'-130'0,"0"-1"60"0,-4 1 33 0,-5 2 34 0,0 0 27 16,7-3 19-16,-7 3 46 0,0 0 55 0,0 0 36 15,-41 17 18-15,4-2 4 0,-12 0-1 16,-6 3 4-16,-5-1-6 0,-1-2-16 0,0-1-13 16,0 2-16-16,8-3-16 0,3 1-11 15,12-4-19-15,6 1-7 0,7-3-32 16,6-2-61-16,6-2-86 0,1 0-101 0,5-2-133 15,7-2-128-15,-6 2-154 0,6-2-157 16,0 0 68-16,0 0-606 0,0 0-747 16</inkml:trace>
  <inkml:trace contextRef="#ctx0" brushRef="#br0" timeOffset="5368.81">27004 8061 1896 0,'-24'4'809'0,"5"-2"-274"0,2-2-168 0,2 2-95 0,0-2-31 0,1 0-6 16,14 0 6-16,-18 2 1 0,18-2 18 0,-16 0 10 15,16 0 1-15,0 0-12 0,0 0-17 16,36 7-22-16,2-2-26 0,19 0-14 0,6 3-22 15,3 0-15-15,2 3-14 0,-3-2-24 16,3 3-65-16,-7-4-66 0,0 2-77 0,-6 1-103 16,-9-3-128-16,-2 0-135 15,-4-3-163-15,-10-2-147 0,-9-2 72 0,-1-1-672 0,-7 0-831 16</inkml:trace>
  <inkml:trace contextRef="#ctx0" brushRef="#br0" timeOffset="5631.85">27635 8053 4091 0,'5'-8'71'16,"-1"3"14"-16,-1 1 6 0,5 0 13 15,-8 4 14-15,17-3 10 0,-4 6 6 0,0 0 3 16,7 4 0-16,-3 4-7 0,0 1-4 16,2 9-3-16,-4 3 7 0,-5-3-8 15,-4-1-1-15,-4 1-3 0,-4 3-8 16,-6 8-4-16,-4 0-10 0,-4-1-11 0,-4-1-6 15,1-1-13-15,-3-3-6 0,1-2-3 0,-3-2-11 16,8-6-27-16,0-4-42 16,3-2-47-16,1-2-66 0,3-3-113 0,-2-3-130 15,-1-2-161-15,12 0-212 0,-13-8 54 16,7-2 86-16,6-1-487 0,8-2-569 0</inkml:trace>
  <inkml:trace contextRef="#ctx0" brushRef="#br0" timeOffset="6049.08">28575 8065 3424 0,'-7'-13'198'15,"3"3"7"-15,4 0-14 0,4-2 4 16,1-1 16-16,5 1 21 0,1-1 16 0,4-1 2 16,3 0-23-16,-1 3-15 15,2 1-16-15,0 4-26 0,-4 2-25 0,1 4-10 16,-3 4-18-16,-1 4-12 0,-3 4 1 16,-2 7-23-16,-3 4 24 0,-2 3-13 0,-8 8 3 15,1 2 1-15,-5-2 9 0,2-2 6 16,-5 2 5-16,8-9 7 0,-3-3 1 0,6-5 3 15,1 0 2-15,-2-3 6 0,3-1-1 16,3 1-113-16,-2-1-23 0,5-1 0 0,1-2 0 16,4-2 0-16,3 0 0 0,1-2 0 15,3 1 0-15,-2-4 0 0,2-1 0 0,1 0 0 16,2-2 0-16,2-2 0 0,2-1-124 16,1-3-434-16,9-3-182 0,-3-2-162 0,-2-4 76 15,3 1 98-15,-5-5-739 16,1-4-915-16</inkml:trace>
  <inkml:trace contextRef="#ctx0" brushRef="#br0" timeOffset="6398.68">28838 7781 4214 0,'-61'3'-69'16,"-3"8"44"-16,-7 6 58 0,-13 12 64 15,-2 7 58-15,6 10 47 0,3 8 44 0,3 4 13 16,14 5 12-16,14 4 7 0,19-7-1 15,15 5 4-15,7 2-1 0,17 1-10 0,8 0-20 16,21 9-23-16,13-9-23 16,6-8-19-16,14-10-37 0,5-9-19 0,0-6-38 15,-7-15-33-15,-4-7-32 0,2-7-27 16,-2-6-11-16,5-8-3 0,-4-7 2 0,-3-3 6 16,-3-7-1-16,-6-7 9 0,10-14 16 15,-21 5 16-15,4-22 3 0,-18 12 5 0,4-22-9 16,-19 7-32-16,-5-5 0 0,-10-9 0 15,-12-17 0-15,-9-1 0 0,-15 10 0 0,-9 11 0 16,-9 9 0-16,-12 15 0 0,6 21 0 16,-6 16 0-16,-6 7 0 0,-2 13 0 15,-5 8 0-15,-16 11 0 0,5 10-262 16,5 3-144-16,6 7-177 0,24-9-257 0,4 1-2 16,4-2 89-16,17-11-779 0,7-1-977 15</inkml:trace>
  <inkml:trace contextRef="#ctx0" brushRef="#br0" timeOffset="7269.08">29355 7691 4058 0,'0'0'-119'0,"13"-8"35"0,-9 3 24 0,2-2 35 0,-4-3 39 0,1-1 45 0,1-2 33 0,-2-4 19 16,2-4 10-16,1-11 11 0,2-3-5 15,-4-2-9-15,5-14-6 0,-1-8-12 16,1-5-3-16,4-3-12 0,-1-5-8 0,6-20-10 15,0-2-7-15,0-2-8 0,5 1-5 16,-2 10-4-16,-4 21-7 0,-7 11-1 0,3 7-5 16,-5 13 4-16,-1 7-2 0,-3 7-6 15,-1 6-4-15,4 1-6 0,-6 5-1 0,0 2-3 16,0 5-1-16,0 0-2 0,-15 17 3 16,-4 9-2-16,0 4 1 0,-4 12-2 0,-4 0 1 15,1 1-6-15,-3 0 8 16,4 0 7-16,-4-4 5 0,11-9 6 0,-2-1-2 15,4-6-3-15,6-7 7 0,2-3 18 0,3-1 10 16,-1-2 23-16,4-6 20 16,1 1 12-16,1-5-3 0,0 0-18 0,0 0-19 15,0 0-3-15,30-39-15 0,-12 10 1 16,11-10-14-16,-4-7-6 0,2-2-1 0,-2 2-7 16,-1 3 4-16,-7 14-14 15,1 2 0-15,-7 9-8 0,-4 4-5 0,4 5-2 16,-6 7 1-16,-5 2-5 0,0 0 6 15,7 26-4-15,-8-7 5 0,-1 6-4 0,-6 6 3 16,0 2 1-16,4-3-9 0,1-6-2 16,1 0-27-16,0 0-39 0,0-6-53 0,2-1-48 15,0-1-72-15,2 1-79 0,2-2-66 16,-1-2-73-16,5-2-145 0,2-4-89 0,-1 1 66 16,4-4-469-16,-1-2-568 0</inkml:trace>
</inkml:ink>
</file>

<file path=ppt/ink/ink16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5-09-21T03:21:20.975"/>
    </inkml:context>
    <inkml:brush xml:id="br0">
      <inkml:brushProperty name="width" value="0.05292" units="cm"/>
      <inkml:brushProperty name="height" value="0.05292" units="cm"/>
      <inkml:brushProperty name="color" value="#FF0000"/>
    </inkml:brush>
  </inkml:definitions>
  <inkml:trace contextRef="#ctx0" brushRef="#br0">4889 2100 2142 0,'0'0'258'0,"-5"-8"-49"0,-1 3-20 0,6 5-9 0,-5-7 19 0,5 7 2 16,-9-9-4-16,9 9-8 0,-5-6 5 15,5 6-2-15,-4-5-1 0,4 5-4 16,0 0-8-16,-5-8-6 0,5 8-3 16,0 0-3-16,0 0-4 0,-4-6-7 15,4 6-2-15,0 0-14 0,0 0-12 0,0 0-6 16,0 0-4-16,0 0-17 0,0 0-7 16,0 0-24-16,0 0-5 0,-14 17-2 0,10 0 2 15,3 0-10-15,-3 7 3 0,0 14-8 16,2-1 49-16,2 8 6 0,2 12 13 15,0 5-7-15,0 8-7 0,0 3 20 0,1 6 1 16,-3 2-12-16,0-1-10 0,-3 21-7 16,-1 5-1-16,-1-3 27 0,-4 0-65 15,4-5-57-15,-5-2 0 0,5-19 0 16,-2-2 0-16,0 1 0 0,1 1 0 0,-1-7 0 16,0 3 0-16,0 4 0 0,0-2 0 15,-1 3 0-15,-1-6 0 0,3-1 0 0,-2 0 0 16,1 0 0-16,-5-1 0 0,3-2 0 15,-1-7 0-15,1-1 0 0,-3-2 0 16,3-9 0-16,2-10 0 0,0-1 0 16,0 1 0-16,-1-4 0 0,7-8 0 0,-7 6 0 15,3 2 0-15,0 0 0 0,1 1 0 16,1-3 0-16,-1-4 0 0,0-7 0 16,0 2 0-16,3 0 0 0,-1 2 0 0,-1-2 0 15,1-6 0-15,2 2 0 0,-2-3 0 16,0 0 0-16,2-3 0 0,0 0 0 0,-3-3 0 15,3-2 0-15,0 1 0 0,-2-3 0 16,2 2 0-16,0-9 0 0,0 12 0 0,2-5 0 16,1-1 0-16,-3-6 0 0,14 9 0 15,-1-6 0-15,7-3 0 0,6-1 0 0,12-5 0 16,6-2 0-16,13-2 0 0,2-4 0 16,0 0 0-16,0 2 0 0,1 2 0 0,-7 0 0 15,-9 1 0-15,-8 1 0 16,-1 3 0-16,-10-1 0 0,-3 3 0 0,-5 1 0 15,-4 1 0-15,-2-1 0 0,1 0 0 16,-12 2 0-16,15-1 0 0,-15 1 0 0,14-2 0 16,-14 2 0-16,0 0 0 0,15 0 0 15,-15 0 0-15,0 0 0 0,0 0 0 0,0 0 0 16,0 0 0-16,0 0 0 0,0 0 0 16,0 0 0-16,-38-27-444 15,27 7-566-15,-3 2 112 0,-3-11-1088 0,3-3-1403 16</inkml:trace>
  <inkml:trace contextRef="#ctx0" brushRef="#br0" timeOffset="736.03">4878 1966 5217 0,'0'0'-193'0,"-19"-2"36"0,19 2 24 0,-9-1 26 0,9 1 36 0,0 0 21 16,0 0 25-16,0 0 8 0,-16 0 18 15,16 0 17-15,0 0 20 0,0 0 8 16,0 0 1-16,0 0-3 0,0 0-3 0,48 7-2 15,-35-9-8-15,5 2 0 16,-6 0-9-16,-12 0 3 0,22-2-6 0,-22 2-1 0,17 2-1 16,-17-2-8-16,13 0 1 15,-13 0-1-15,8 3-2 0,-8-3-1 0,0 9-4 16,0-9-38-16,0 0-70 0,-10 16-87 16,3-7-105-16,3-3-163 0,-2 2-191 15,0 0 60-15,3-4-295 0,3-4-368 0</inkml:trace>
  <inkml:trace contextRef="#ctx0" brushRef="#br0" timeOffset="1900.19">9013 1867 2644 0,'-11'-3'52'0,"-1"-1"22"0,12 4 20 0,-13-3 43 0,13 3 37 0,-5-4 29 0,5 4 10 16,0 0-8-16,0 0-9 0,0 0-12 15,0 0-14-15,0 0-16 0,13-10-11 16,2 6-16-16,4 3-12 0,4-2-12 15,4-1-8-15,0 0-12 0,-3 1-8 0,-5 2-8 16,2-1-11-16,-8 2 2 0,1-2 0 16,-1 2-5-16,-2 0-3 0,-11 0-1 0,20 2 5 15,-13 1 8-15,1 4 23 0,-2 0 19 16,-1 2 12-16,-3 6 13 0,0 2 15 16,-2 3-1-16,0 18-12 0,0 9-5 0,4 15 27 15,-1 11 24-15,4 6-12 16,2 24-12-16,0 2-11 0,7 1-18 0,-3-1-7 0,3 6-11 15,-5 0-8-15,-4-2-9 0,1 3-9 16,-4-5-19-16,-2-2-61 0,-6-5 0 16,2-19 0-16,-6-4 0 0,6-1 0 15,-5-2 0-15,1 0 0 0,-4-1 0 0,3-3 0 16,-4-1 0-16,3-5 0 0,-2 0 0 16,1-7 0-16,3-1 0 0,1 0 0 15,2-14 0-15,1 1 0 0,2-3 0 0,2-4 0 16,1-7 0-16,1-5 0 0,-3-6 0 15,1-2 0-15,2-2 0 0,-2-3 0 0,2 0 0 16,-3-3 0-16,-1 0 0 16,0-8 0-16,2 11 0 0,0-5 0 0,-2-6 0 15,2 8 0-15,-2-8 0 0,0 0 0 0,-2 11 0 16,2-11 0-16,0 0 0 0,-4 10 0 16,-1-6 0-16,-4 2 0 0,-7 0 0 15,-3 4 0-15,-11 1 0 0,-2 3 0 0,-5-3 0 16,-10 4 0-16,4-3 0 0,-6 0 0 15,7-2 0-15,2 1 0 0,2-5 0 0,9-1 0 16,8 1 0-16,6-1 0 0,1-2 0 16,3-1 0-16,-3 0 0 0,7 1 0 0,7-3 0 15,-15 3 0-15,15-3 0 0,0 0 0 16,-14 0 0-16,14 0 0 0,0 0 0 0,0 0 0 16,0 0 0-16,-12-8 0 0,12 8 0 15,0-7 0-15,0 7 0 0,1-12 0 16,1 5 0-16,6-1 0 0,-7 1 0 0,5-2-525 15,-2-1-475-15,-1 1-1267 0,-3 1-1668 16</inkml:trace>
  <inkml:trace contextRef="#ctx0" brushRef="#br0" timeOffset="2733.57">9632 4727 5738 0,'0'-14'-272'0,"0"3"67"0,0 2 62 0,-1 2 64 0,1 0 54 0,0 7 33 16,-4-11 36-16,4 11 22 0,0 0 28 16,0 0 36-16,0 0 20 0,-7 27 15 0,3-7-1 15,0 4-5-15,-1 0-5 0,5 2-4 16,-1 1-10-16,1 0-18 0,1 8-7 16,6-7-6-16,2-1-13 0,0-6 8 0,2-4-8 15,-2-7-5-15,2-2-7 0,5-2-11 16,-5-5-3-16,4-1-4 0,-2-7-11 0,9-1-3 15,4-9-4-15,-3-2-11 16,0-5-1-16,-4-5-1 0,2 0-7 0,-6-4-5 0,5 2-1 16,-8 0-3-16,4 5-5 15,-7 9 1-15,1 4-1 0,-5 3-2 0,2 8 6 16,-7 2 15-16,0 0 13 0,3 22 9 16,-4-3 7-16,1 6 29 0,-2 14-79 0,-3-1-12 15,3 5 0-15,2 2 0 0,-2-1 0 16,4-1 0-16,0-3 0 0,3-3 0 0,-3 0 0 15,1-10 0-15,-1-4 0 0,4-3 0 16,-5-5 0-16,-1-1 0 0,2-2 0 16,0-1 0-16,0-3 0 0,0-1 0 15,-2-7 0-15,2 10 0 0,-2-10 0 0,1 5 0 16,-1-5 0-16,0 0-253 0,0 0-367 16,0 0-161-16,16-13-113 0,-10 4 84 15,1 1-834-15,5-3-1081 0</inkml:trace>
  <inkml:trace contextRef="#ctx0" brushRef="#br0" timeOffset="3149.81">10484 4777 4870 0,'5'-21'94'0,"-1"4"60"0,-4 3 61 0,0 2 69 16,1 4 39-16,-1-1 25 0,0 9-5 16,-1-12-19-16,1 12-27 0,0 0-22 0,0 0-24 15,0 0-13-15,-22 41-63 0,8-10-175 16,-4 12 0-16,0-1 0 0,4 3 0 0,-6 0 0 15,4-2 0-15,0-7 0 16,1-5 0-16,-1 0 0 0,4-2 0 0,-2-4 0 16,3-4 0-16,3-5 0 0,2-6 0 15,-2 1 0-15,3-5 0 0,-1 0 0 0,6-6 0 16,0 0-92-16,0 0-266 0,-14-17-17 16,11 3 13-16,-1-9 29 0,0-1 32 0,2-14 38 15,2-1 44-15,-1 1 61 0,-1 9 53 16,0 7 59-16,-2 5 49 0,4 3 47 0,0 2 38 15,-2 5 23-15,2 1 50 0,0 6 62 16,0 0 38-16,0 0 16 0,0 0 7 16,26 15-3-16,-14-5-2 0,1 4-22 15,8 5-19-15,4 0-139 0,0 1-99 0,1-1 0 16,1 0 0-16,2-4 0 0,-3-3 0 16,-3 0 0-16,-3-4 0 0,-2-1 0 0,-2 0 0 15,-3 0 0-15,-2-3 0 0,1 0 0 16,-3-4-400-16,-9 0-292 0,18-6-178 15,-9 0 4-15,0 2 82 0,2-2-773 0,-4 1-1001 16</inkml:trace>
  <inkml:trace contextRef="#ctx0" brushRef="#br0" timeOffset="3582.48">10940 4761 4612 0,'-4'-15'94'0,"2"5"51"0,0 1 51 0,0 2 54 0,2 7 40 15,-1-10 14-15,1 10-8 0,0 0 4 0,0 0 12 16,0 0-5-16,0 0-22 0,0 27-21 16,0-10-29-16,0 2-21 0,0 0-127 15,1 5-87-15,1 1 0 0,2-3 0 0,2-1 0 16,7 8 0-16,-3-9 0 0,-3-5 0 16,3-1 0-16,-1-3 0 0,2-3 0 15,2-3 0-15,-2 0 0 0,2-5 0 16,2-3 0-16,3-2 0 0,0-4 0 0,9-6 0 15,-4-4 0-15,2-2 0 0,-2-2 0 16,-2 1 0-16,-8 5 0 0,0 5 0 0,-2 1 0 16,-2 3 0-16,-4 2 0 0,1 4 0 15,-6 2 0-15,0 0 0 0,5 14 0 0,-7-1 0 16,1 9 0-16,-5 11 0 0,2 5 0 16,-1 5 0-16,-3 7 0 0,2-9 0 0,2-1 0 15,2-2 0-15,1-2 0 0,1-6 0 16,0-6 0-16,0-7 0 0,0 0 0 0,0-3 0 15,0-4 0-15,0-1 0 0,-2-1 0 16,2-8 0-16,0 10 0 0,0-10 0 16,-2 4 0-16,2-4 0 0,0 0 0 15,0 0 0-15,0 0 0 0,0 0-716 0,-19-11-277 16,19 11-1211-16,-17-6-1610 0</inkml:trace>
  <inkml:trace contextRef="#ctx0" brushRef="#br0" timeOffset="4499.1">2433 3393 4962 0,'5'-12'295'0,"-3"5"-32"0,3 0-57 0,-5 7-13 0,0-5 1 0,0 5-25 0,0 0-29 0,0 0 33 0,-12 26-23 16,-1 3-12-16,-5 13-14 0,0 4-7 15,-3 3 0-15,1 3-7 0,0-3-12 16,1 1-6-16,1-3-14 0,3-3-7 16,3-9-4-16,-1 0-6 0,0-2-8 15,-1-6-7-15,7-4 0 0,0-6-16 0,0-3-13 16,5-4-32-16,-1-1-40 0,1-5-51 15,-2 2-48-15,4-6-52 0,0 0-42 0,0 0-32 16,0 0-30-16,2-22-7 0,5 2-5 16,4-10 17-16,0-5 25 0,-2-4 30 0,5-10 32 15,-3-2 36-15,-2 1 40 16,-1 7 54-16,-6 3 53 0,-2-1 55 0,4 6 55 16,0 10 55-16,-3 4 45 0,3 5 34 0,-2 5 25 15,0-2 6-15,0 4-13 16,1 3-22-16,-2 3 1 0,-1 3 35 0,0 0-3 15,22 12-22-15,-8 3-19 0,5 10-18 16,4 3-15-16,0 8-18 0,-2-5-15 0,-2 0-11 16,4 7-13-16,-4-9-16 0,-2 1-27 15,2-1-37-15,-2-4-51 0,0-4-69 16,-4-1-51-16,-2-3-66 0,-2-5-64 0,-2-2-68 16,2-1-75-16,-4-2-70 0,2-2-107 15,-5-3-166-15,-2-2 26 0,8 3 64 0,-8-3-483 16,0 0-620-16</inkml:trace>
  <inkml:trace contextRef="#ctx0" brushRef="#br0" timeOffset="4699">2334 3802 3771 0,'-21'0'408'0,"8"-2"33"0,1 0 35 0,12 2 37 0,-17-2 6 0,17 2-16 0,-14-2-33 15,14 2-30-15,-7-3-52 0,7 3-126 16,0 0-262-16,-2-7 0 0,2 7 0 15,27-10 0-15,-8 4 0 0,3-3 0 0,3 5 0 16,0-1 0-16,0 0 0 0,-2-1-21 16,-4 5-713-16,2-3-249 0,-6 4 77 0,-3 0 93 15,-12 0-797-15,17 5-1050 0</inkml:trace>
  <inkml:trace contextRef="#ctx0" brushRef="#br0" timeOffset="5432.15">14433 2539 5729 0,'-4'-9'206'0,"2"1"-51"0,4 3-22 0,-2 5-7 0,0 0 1 0,0 0 49 16,0 0 65-16,0 0 12 0,18 48 14 15,-11-13-18-15,5 2-24 0,1 11-23 0,0 0-100 16,1 1-102-16,-7-9 0 16,2 0 0-16,2-2 0 0,-6-3 0 0,1-2 0 0,-5-12 0 15,1 2 0-15,0-9 0 0,-2 0 0 16,2-4 0-16,-4 0 0 0,0-1 0 15,0-4-68-15,2-5-463 0,-7 4-107 16,7-4-90-16,0 0-142 0,-14-18 73 0,11 5-754 16,3-6-993-16</inkml:trace>
  <inkml:trace contextRef="#ctx0" brushRef="#br0" timeOffset="5800.76">14549 2712 4048 0,'2'-25'-33'0,"-2"4"65"16,0 1 50-16,0 8 48 0,0-1 42 15,0 1 31-15,4 3 24 0,-4-3-1 0,4 2-1 16,0 3-10-16,3-5-12 0,3 4-14 15,0 3-14-15,1 3-11 0,2 2-6 0,3 3-17 16,0 6-7-16,4 4-11 16,3 8-13-16,-7 3-8 0,0 2 1 0,-5 2-13 15,-1 3-1-15,-8-2 0 0,-4-4-10 16,-4 11 3-16,-3-1 2 0,-3 0 18 16,0-6 15-16,3-6 11 0,4-4 3 0,-1-5-60 15,4 0-71-15,0-6 0 0,2 1 0 16,0 1 0-16,4-1 0 0,4 1 0 0,1-2 0 15,6 8 0-15,2-4 0 0,6 7 0 16,-2-2 0-16,3 3 0 0,-8 1 0 0,-2-4 0 16,-3 0 0-16,-4 3 0 15,-3-3 0-15,-2 0 0 0,-4 1 0 0,-3 5 0 0,-5-5 0 16,-3 6 0-16,0-3 0 16,-1-6 0-16,-7 4 0 0,6-5 0 0,0-4 0 15,-1-3 0-15,5-1 0 0,-3-5 0 16,1-1 0-16,13 0 0 0,-25-14 0 0,18 2 0 15,2-8 0-15,5-8-56 0,3-7-1019 16,14-10 112-16,2 2-1110 0,8 1-1487 16</inkml:trace>
  <inkml:trace contextRef="#ctx0" brushRef="#br0" timeOffset="5966">15270 2817 6235 0,'0'0'247'0,"9"-2"53"0,-9 2 40 0,8-3 30 0,-8 3 7 15,0 0-55-15,0 0-322 0,0 0 0 0,8-7 0 16,-8 7 0-16,14-5 0 0,0 0 0 16,5-1 0-16,-2 3 0 0,-2-4 0 0,5 5 0 15,-7-1 0-15,0 3-606 0,-2 0-395 16,-2 3 72-16,-4 1 117 0,-5-4-835 16,8 14-1085-16</inkml:trace>
  <inkml:trace contextRef="#ctx0" brushRef="#br0" timeOffset="6150.12">15283 3038 5069 0,'-11'5'318'0,"1"2"43"16,0-4 54-16,6 1 49 0,4-4 23 16,-11 5-3-16,11-5-19 0,-7 4-337 15,7-4-128-15,0 0 0 0,0 0 0 0,0 0 0 16,0 0 0-16,0 0 0 0,0 0 0 16,40-9 0-16,-23 4 0 0,-2 0 0 0,6-2 0 15,-6 0 0-15,6 0 0 0,-6 0 0 16,-1 0-389-16,1 1-644 0,-7 1 91 0,0-1 110 15,-8 6-867-15,5-8-1133 0</inkml:trace>
  <inkml:trace contextRef="#ctx0" brushRef="#br0" timeOffset="13031.3">16186 2325 1064 0,'-2'-8'276'0,"2"8"-84"0,0-10-32 0,0 10-17 0,-1-7-12 0,1 7-7 0,-2-10-9 0,2 5-1 15,0 5 11-15,-4-9 8 0,4 9 7 16,-2-8 5-16,2 8-13 0,0 0 2 0,-4-9-18 16,4 9-2-16,0 0-16 15,-1-8-2-15,1 8-18 0,0 0-5 0,0 0-6 16,0 0-1-16,0 0-1 0,0 0-2 16,0 0-12-16,0 0 3 0,-9 25 2 15,9 0-8-15,0 14 25 0,0 23-2 0,2 5 12 16,3 6 18-16,-2 4-4 0,1 25-9 15,5-6-8-15,1 4-5 0,2-3-7 0,1-1-4 16,0 2-8-16,0 0-2 0,1-3-3 16,3 0-4-16,-10-16-1 0,5 17 30 0,-3 0 7 15,1 1-3-15,-6-19-7 0,0-3 4 16,0 4 2-16,-4-2-4 0,0 3 9 16,2-3 0-16,-2-2 4 0,0 0-12 15,0 0-6-15,0-5-3 0,-2 1-3 16,2 1 15-16,2-2-8 0,-2-4-1 0,1-3-6 15,-1-3-4-15,2-2-9 0,4-11 7 16,-4 9-5-16,1-15-2 0,1 1 9 0,4-6-15 16,-6-4 11-16,4-5-10 0,-4-10-4 15,-1-1 3-15,3-2 2 0,-4-3-8 0,4-1 5 16,-1-2-6-16,0 0-1 16,1-1-4-16,3 1-3 0,-3-2 2 0,5-2-4 15,3 0-7-15,1-1-1 0,3-1-2 16,4-2-4-16,9 0 1 0,1 0 1 0,17-5-5 15,0 1 1-15,-1-4-1 0,-3 2-5 16,4-2 0-16,-10-1 3 0,-1 3 1 0,-9-2-5 16,-4 2 8-16,-3 3-4 0,-5-2-2 15,-2 3-2-15,-2 1 3 0,-1-3 0 0,-3 4-3 16,-7 0 5-16,14-5-7 0,-14 5 4 16,9-1-20-16,-9 1-33 0,0 0-43 0,0 0-54 15,0 0-85-15,0 0-114 16,0 0-132-16,-25-20-157 0,10 9-173 0,-4-12 70 0,-1-2 89 15,-9-13-573-15,4-8-682 0</inkml:trace>
  <inkml:trace contextRef="#ctx0" brushRef="#br0" timeOffset="13465.21">16110 2373 3500 0,'0'0'-27'0,"-13"-5"22"0,5 1 12 0,8 4 4 0,-5-4 5 0,5 4-1 0,-4-9 7 0,4 9-3 0,7-17 8 0,4 4-5 15,5-1 1-15,7-3-3 0,8 3-3 16,-1-3-2-16,4 4-2 0,1 1-12 16,-9 8-28-16,-1 1-36 0,-3 2-52 0,-2 2-68 15,-4 2-118-15,2 1-222 0,-7-1-1 16,1 2-143-16,1 2-162 0</inkml:trace>
  <inkml:trace contextRef="#ctx0" brushRef="#br0" timeOffset="22562.38">19643 2251 516 0,'0'0'158'0,"0"0"-35"0,0 0-20 0,0 0-17 0,0 0-3 0,0 0-8 0,0 0 1 16,0 0-2-16,0 0 2 0,0 0 10 0,0 0-1 15,0 0 5-15,0 0-4 16,0 0-2-16,-28 4-4 0,28-4-2 0,0 0-7 15,0 0-10-15,0 0-6 0,0 0 0 16,0 0-7-16,0 0-4 0,0 0-5 16,0 0-1-16,0 0-3 0,0 0-4 0,0 0-1 15,30-14-6-15,-9 8-4 0,12-5 0 16,-1 4 0-16,-3 0-4 0,-6 2 0 0,-1-1-4 16,-5 3-2-16,3 0 2 15,-5-1-4-15,-3 3-1 0,1-1 0 0,-4-2 1 16,-1 4-1-16,-8 0-1 0,17-3-1 0,-12 1-1 15,-5 2 2-15,12-3 0 16,-12 3-1-16,11-4 1 0,-11 4-1 0,0 0 1 16,11-1 6-16,-11 1-3 0,0 0-1 15,0 0 1-15,13-2-2 0,-13 2 0 0,0 0-2 16,0 0-6-16,0 0 1 0,0 0 1 16,11 5 0-16,-10 2 2 0,-1 3 0 15,4 6 0-15,0 5 1 0,1 2 2 0,0 13-3 16,1 6 6-16,1 8-2 0,3 8-2 15,1 0-1-15,2 4 3 0,1 0 0 0,-1-2-2 16,3 3 3-16,-2 2 0 0,2 1-1 16,3 2 2-16,-4 0 3 0,2-1-8 15,-1 1 7-15,-2 3-3 0,9 17 2 16,1-5-1-16,-8-16 2 0,4-1-1 16,-3-1-2-16,2 0-1 0,-2-3 3 0,3 0 11 15,-4-4 0-15,2 0-1 0,-3-3-1 16,0 3-2-16,4-4 7 0,-4-3 3 0,0-2-5 15,5-1 2-15,-6 0 10 0,6 1-3 16,-4-3-2-16,-2 2 2 0,-1 2 4 16,1 3 8-16,-3-2 3 0,1 2-5 0,-3 1 1 15,1 0-6-15,0-2-4 0,-3-1 0 16,1-7 0-16,-3-3-5 0,5 8-2 0,0-10-8 16,-1-3 3-16,-4-5-4 15,6 0 5-15,-4-9-2 0,-2-2-6 0,-1-6 2 16,0-2-10-16,0-1 0 0,0 1 9 15,-2-6-4-15,0 3 2 0,0-1-3 0,0-2 4 16,-2-6 16-16,1 11 9 0,-1-11 8 16,-3 12-4-16,-3-8-6 0,1 2-2 0,-9 2 3 15,-6-1-4-15,-5 7-15 0,-9 0 9 16,-2-1-10-16,-2 1 0 0,-10 1 2 16,10-1-6-16,1 0-2 0,2-4 1 0,5 0 0 15,7 0 0-15,3-6 1 16,7 1-4-16,2-1-7 0,1 0-1 0,10-4-2 15,-15 2-26-15,10 0-44 0,5-2-61 0,-7 4-75 16,7-4-103-16,0 0-195 0,0 0-40 16,0 0 64-16,0 0-219 0,0 0-193 15</inkml:trace>
  <inkml:trace contextRef="#ctx0" brushRef="#br0" timeOffset="23145.55">21267 4983 1994 0,'0'-14'120'0,"0"4"14"0,0 1-3 0,0 4-17 0,0 5-16 0,0-8-10 16,0 8 4-16,0 0 17 0,0 0 28 16,0 0 21-16,4 23 2 0,-2-2-4 15,-2 3-14-15,0 2-10 0,2 9-8 16,0 0 1-16,-1-6-9 0,7 4-7 0,-3-2-10 15,4-6-7-15,-2-4-7 0,0-2-8 16,6-2-5-16,-6-4-5 0,0 1-7 0,4-5-2 16,1-3-3-16,-1 0-15 0,3-5 6 15,-3-4-7-15,7-2-2 0,-1-7-6 0,8-7-2 16,-4-5-6-16,1-5-1 16,-1-10-1-16,2 0-6 0,-1 0 0 0,-8 8-4 0,4 6-1 15,-5 6-3-15,-6 3-2 0,3 6-3 16,-2 7 1-16,-3 3-2 0,-5 0 7 15,13 15 6-15,-4 6-1 0,-4 9 7 0,2 6 5 16,-1 3 6-16,2-2 3 16,-2 2-1-16,-1 1-5 0,5-1-6 0,0-1 3 15,-3-1-3-15,2 0-4 0,1-4-6 16,-6-7 3-16,4-5-4 0,-5-4-10 0,3-3-20 16,-1 0-27-16,-1-5-31 0,1 3-34 15,-3-7-50-15,1-2-71 0,-3-3-64 0,0 0-71 16,13-14-101-16,-5 3-122 0,2-9 28 15,1-9-344-15,3 0-388 0</inkml:trace>
  <inkml:trace contextRef="#ctx0" brushRef="#br0" timeOffset="23533.6">22073 5060 2458 0,'4'-12'14'0,"-4"3"23"0,1 2 19 0,-1 2 11 0,0 5 12 15,2-7 13-15,-2 7 11 16,0 0 4-16,0 0 40 0,0 0 10 0,0 0 17 15,-5 22-5-15,1-3-11 0,-3 11-14 16,-2 0-17-16,-4-1-7 0,2 3-14 0,-1-1-7 16,1-2-12-16,0 0-11 0,3-5-11 15,-1-6-3-15,-1 3-8 0,-2-2-14 0,7-2-23 16,-4-5-23-16,1 1-17 0,2-5-31 16,0-2-17-16,1-2-29 0,-3-4-12 0,8 0 1 15,-12-10 4-15,9-4 7 16,1-3 12-16,0-7 9 0,0-4 10 0,6-8 13 15,-2 9 25-15,1 1 17 0,6 6 24 0,-8 5 6 16,1-2 4-16,2 5 11 16,0 2 16-16,1 6 17 0,4 1 17 0,-9 3 16 15,0 0 4-15,30 17 0 0,-15-5-10 16,10 8-6-16,-2 2-9 0,-3 2-6 0,5-2-4 16,0 2-8-16,2-2-9 0,0-1-13 15,-1-2-32-15,-2-2-42 0,0-5-55 0,-5-2-61 16,-1-3-68-16,2-5-73 15,-4-2-73-15,-4 0-88 0,3-6-86 0,1-2 33 0,-5-1-246 16,3-3-246-16</inkml:trace>
  <inkml:trace contextRef="#ctx0" brushRef="#br0" timeOffset="23811.95">22473 5149 2196 0,'7'-19'76'16,"-4"5"33"-16,3 5 19 0,-3-3 15 0,-3 6 9 16,2 2 13-16,-2 4 13 0,0 0 32 15,0 0 20-15,0 0 10 0,6 19-7 16,-6-7-16-16,-2 2-19 0,2 3-18 0,-4 1-17 15,4-1-17-15,0-3-15 0,0 1-13 16,0-1-11-16,4-1-8 0,-2-1-9 0,1-2-13 16,1-1-2-16,5-4-17 15,-2-1-8-15,-7-4-8 0,41 330-10 0,112-771-667 32,-139 412 646-32,-5 5 18 0,-2 9-45 15,2 5 18-15,-4 4 97 0,1 6 25 16,-6 0 18-16,5 16 0 0,-1 6-131 15,-2 18 39-15,-2 5-58 0,0 15 80 0,-2 3-90 16,0 3-164-16,-3-2-443 0,3 0-333 16,-4-6-693-16,3 2-604 0</inkml:trace>
  <inkml:trace contextRef="#ctx0" brushRef="#br0" timeOffset="28511.01">3722 9091 937 0,'5'-9'136'0,"1"0"-25"0,-3 4-9 0,1-1 3 0,0 0-9 0,-2 1 4 0,-2 5 0 0,4-10 7 0,-4 5 1 0,0 5 9 16,0-12-4-16,0 7-8 0,0 5-7 15,-2-12 9-15,0 5-4 0,0 2-6 0,2 5-11 16,-4-5-8-16,4 5-9 0,0 0-5 16,0 0 21-16,-23 29-3 0,6 3-6 15,-8 16 3-15,2 6 16 0,-3 4-10 16,-9 16-8-16,7-13 0 0,-1-4-16 15,3-3-5-15,3-5-6 0,2-6 0 0,8-9-5 16,-1-5-3-16,5-6 0 0,3-7-4 16,-2-2-1-16,6-3-7 0,-2-2 0 0,3 0-1 15,-3 0 0-15,4-3-2 0,0-6-16 16,0 0-21-16,0 0-38 0,0 0-15 0,0 0-30 16,9-30-36-16,-2 9-45 0,0-10-55 15,4-6-53-15,3-11-93 0,4-2-134 16,0 1 18-16,0-3-111 0,4 4-101 15</inkml:trace>
  <inkml:trace contextRef="#ctx0" brushRef="#br0" timeOffset="28727.95">3711 8983 1666 0,'6'-16'8'15,"2"5"18"-15,-4-1 16 0,0 6 14 0,-2 0-2 16,-1 2-4-16,-1 4-5 0,0 0 4 16,0 0 25-16,0 0 16 0,20 21-3 0,-11-3-5 15,2 13-3-15,9 10 15 0,-3 2 6 16,3 1-8-16,2-1 0 0,1 1-10 15,-1-1-4-15,3-1-11 0,0-1-6 0,2-1-2 16,-4-5-6-16,-3-4-5 0,-1-4-11 16,-3-1-3-16,-1-3-1 0,-4-2-19 15,-1-4-35-15,-1-3-41 0,-3-1-53 0,0-2-83 16,-2-2-109-16,-2-1-202 0,-2-5 39 16,0-3-98-16,0 0-70 0</inkml:trace>
  <inkml:trace contextRef="#ctx0" brushRef="#br0" timeOffset="28928.3">3830 9431 1683 0,'-19'0'138'0,"2"1"2"0,4-1-4 16,13 0 19-16,-20-1 34 0,20 1 31 0,-13-3 22 16,13 3-6-16,-10-6-16 15,10 6-13-15,-7-8-22 0,7 8-20 0,0 0-16 0,11-15-17 16,5 5-19-16,2 2-37 15,13-3-55-15,1-1-85 0,3 2-104 0,1 3-99 16,0-1-146-16,2-1-191 0,-2 2 57 16,1 0-250-16,-6 4-286 0</inkml:trace>
  <inkml:trace contextRef="#ctx0" brushRef="#br0" timeOffset="29131.27">4514 9290 2509 0,'0'0'163'16,"-17"-11"-18"-16,17 11-5 0,-2-5-15 15,2 5-9-15,5-11-4 0,1 4-13 0,4-5-7 16,5 3-12-16,8-8-6 0,4 2-34 16,2 1-51-16,-1 1-69 0,1 4-85 0,-4-1-116 15,-3 6-195-15,-3 2-49 0,-6 4 63 16,1 2-115-16,-7 2-77 0</inkml:trace>
  <inkml:trace contextRef="#ctx0" brushRef="#br0" timeOffset="29312.02">4602 9564 1885 0,'-6'9'203'0,"0"-3"12"0,2-2 13 0,4-4 20 16,0 0 2-16,0 0 10 0,0 0-10 15,0 0-8-15,0 0-24 0,0 0-17 0,0 0-24 16,31-12-14-16,-15 5-17 0,4-1-15 15,1-1-14-15,2 2-32 0,-1 0-47 16,0 1-52-16,-5 0-76 0,0 3-111 0,0 0-108 16,-2 1-141-16,-1-2-186 0,-1 1 53 15,-1-2-361-15,1-2-422 0</inkml:trace>
  <inkml:trace contextRef="#ctx0" brushRef="#br0" timeOffset="30362.4">5691 8557 2658 0,'7'-14'-10'0,"-5"2"14"0,-1-1 21 0,-1 3 13 0,-1-1 17 0,-1 1 13 16,-2-2 34-16,-2 0 15 16,-2-1 20-16,1-1 14 0,1 2 2 0,-2-2 6 15,2 6-4-15,1-1-11 0,1 1-13 16,1 1-17-16,-1 0-4 0,0 1-16 16,1 2-9-16,3 4-11 0,0 0-8 15,0 0-6-15,-3 15-4 0,4 9 4 0,1 17 2 16,1 17 17-16,1 7-1 0,-4 11-2 15,2 27 18-15,-6 9 5 0,-3 2-13 16,-2 11 1-16,-4 8-11 0,-2-4-2 0,0 1-7 16,-1-4 0-16,1-4 48 0,3-6-9 15,1-6-12-15,0-1-10 0,3-5 1 0,2 1 20 16,1-6-5-16,-3-1 7 0,2-20 16 16,-5 24 26-16,-2-1-7 0,-5-4-16 0,2 0-10 15,-2 0-10-15,2-5-13 0,0 0-1 16,2-20-16-16,5-6-3 0,0 0-8 15,3-7-7-15,-1-5-6 0,7-10-2 0,0-6-1 16,3-1 0-16,3-3-3 0,-1-3-6 16,3-6-1-16,-1-4-2 0,1-1 1 0,4-3-13 15,-3 1-25-15,6-3 0 0,4 4 0 16,0-6 0-16,1-2 0 0,5 3 0 16,2-3 0-16,4 2 0 0,-3-9 0 15,-1-2 0-15,2-2 0 0,13 0 0 0,-4-2 0 16,6-4 0-16,0 1 0 0,-2-1 0 15,-3 0 0-15,-2 1 0 0,-10 1 0 0,-7-1 0 16,-2 2 0-16,-3 1 0 0,-3-2 0 16,-1 3 0-16,-2-3 0 0,-1 1-46 0,-2-1-108 15,0-2-42-15,-5-1-59 0,-1-2-79 16,-1-4-104-16,-7-8-143 0,0-13-189 0,-7-14-8 16,-1-6 83-16,-2-6-646 15,-3-3-798-15</inkml:trace>
  <inkml:trace contextRef="#ctx0" brushRef="#br0" timeOffset="30794.69">5673 8475 3780 0,'0'0'-142'0,"-6"-3"12"0,6 3 13 0,0 0 14 0,0 0 10 0,11-14 11 0,0 7 8 0,9-1 6 16,10-3 10-16,6 0-2 0,0 0-8 0,1 3-14 15,-1-4-25-15,-1 3-52 0,-9 1-75 16,-7 2-176-16,-3 3-200 0,-9 0-109 16</inkml:trace>
  <inkml:trace contextRef="#ctx0" brushRef="#br0" timeOffset="31761.96">10929 8218 1811 0,'0'0'101'0,"-11"-4"-7"0,2 1-6 0,9 3-9 0,-5-5 0 0,5 5 0 0,-4-7-6 15,4 7-4-15,0 0-9 0,19-12-4 16,-4 7-5-16,6 4-7 0,6-3-3 0,2 4-5 16,-1 2-3-16,10 1-3 0,0 2-4 15,-9 0-4-15,-6 0 0 0,0 2-2 0,-3 0 1 16,2 2-5-16,-8-3 0 16,2 0 6-16,-3 1-3 0,1 1 18 0,-3 1 18 15,1 1 19-15,-1 6 6 0,-2 3 19 16,5 8 3-16,-5 9-2 0,-5 7 3 0,3 10 7 15,-7 5-7-15,0 6-1 0,-1 3 10 16,-7 3-2-16,1 8-8 0,-2 23 30 16,-2 1 34-16,2 2-9 0,4 5 4 0,-1 0 6 15,6 1 3-15,0 0 1 0,2 1-3 16,2 5-11-16,-1-2-2 0,3 6 7 0,-1 0-2 16,6 2-9-16,-6-2-15 0,4-2-13 15,2-2-11-15,2 3 28 0,-4-6 0 0,5-1-13 16,-1-5-9-16,-1-6-9 15,4-2-2-15,-3-5-3 0,-3-24 8 0,1-4-11 16,-1-3-7-16,-4-5-10 0,3-5-9 16,-1-11-7-16,-5-6-3 0,-1-11-63 0,2-4-2 15,1-5 0-15,-4-1 0 0,1-3 0 16,-2-2 0-16,2 0 0 0,-2-1 0 0,0-2 0 16,2-2 0-16,-2-5 0 0,-2 13 0 15,0-9 0-15,-1 1 0 0,-6 0 0 0,0-1 0 16,-4-1 0-16,-4 1 0 0,-7 0 0 15,-1-2 0-15,1 2 0 0,1-1 0 0,4 0 0 16,2-1 0-16,0 2 0 16,4-3 0-16,-1 1 0 0,3 2 0 0,0 0 0 0,1-2 0 15,10-2 0-15,-15 4 0 0,15-4 0 16,-14 4 0-16,8-3 0 0,6-1 0 16,0 0 0-16,-9 2 0 0,9-2 0 15,0 0 0-15,0 0-173 0,-3-16-566 0,1 4-217 16,2-1 84-16,-2-6 96 0,-1-4-814 15,-4-9-1031-15</inkml:trace>
  <inkml:trace contextRef="#ctx0" brushRef="#br0" timeOffset="32777.62">6209 8642 3951 0,'7'-10'-220'0,"-3"1"38"16,1 1 20-16,-1 4 23 0,-2 0 14 0,-2 4 8 0,5-4 10 0,-5 4 22 0,0 0 31 0,5 12 24 15,-3 5 35-15,-2 5 28 0,0 16 22 16,-2 4 16-16,-3 18 4 0,0 3 25 16,-1 1 13-16,1 3 11 0,-1-2-1 0,-2 2 3 15,0-1 12-15,3-3-7 0,-2-2-1 16,1-6 5-16,1-10-7 0,0-4-3 16,-1-2 7-16,3-2-10 0,-3-5-7 0,2-6-9 15,4-5-10-15,-3-5-5 0,0 1-9 16,1-5-8-16,2-1-6 0,-2 1 2 0,2-1-4 15,0-3-5-15,0 0 2 0,2 2-5 16,0-1 2-16,4 2-11 0,0-2 0 0,3 2-3 16,0-1-5-16,3-2-1 0,1 3-8 15,1-2-2-15,-1-2-4 0,-1 1-3 0,-1-1-3 16,0-3-2-16,0 0-3 16,-6 2-15-16,2-3-21 0,-1-1-32 0,-6-2-37 15,7 5-58-15,-7-5-102 0,0 0-105 16,0 0-133-16,0 0-195 0,0 0 53 15,-13-17 66-15,6 7-359 0,0-8-403 0</inkml:trace>
  <inkml:trace contextRef="#ctx0" brushRef="#br0" timeOffset="33126.99">6385 8497 2411 0,'-4'-4'-11'0,"4"4"10"0,0 0 0 0,-9-4 5 0,9 4 15 0,0 0 18 16,0 0 18-16,-7-3 6 0,7 3 0 16,0 0 0-16,0 0-4 0,0 0-1 15,0 0-7-15,0 0-2 0,24-4-4 0,-8 3-6 16,-4 1-1-16,8-2-8 0,-3 2-4 16,0-4-34-16,-1 2-45 0,-5 2-60 0,0 0-83 15,1 2-126-15,-12-2-153 0,15 6-167 16,-12-1-142-16</inkml:trace>
  <inkml:trace contextRef="#ctx0" brushRef="#br0" timeOffset="33659.87">7387 8557 1836 0,'-7'-6'80'0,"3"0"-9"16,1 0-3-16,-1 0-11 0,4 6-4 0,0-13-8 16,2 7-2-16,3-2-3 0,1 1-2 15,6-1-2-15,5 2-5 0,-2 2-3 16,2-2-3-16,2 4-2 0,-4 2-3 15,5 2-2-15,-3 2-1 0,3 4 3 0,-2 2 8 16,-5 7 4-16,4 4 20 0,-2 6 13 16,-3 5 16-16,-3 4 16 0,-1 3 5 0,4 7 1 15,-3 4-1-15,-2 3 13 0,6 3-3 16,-4 0-5-16,4-3-6 0,1 2-3 0,-2 0-10 16,4-4-5-16,-3 1-6 0,1-4-10 15,-3 1 2-15,-4-7 13 0,1-5 7 0,-4-1-5 16,-2-6 3-16,-2-3 10 15,-3 6 6-15,-4 1 9 0,-2-4 0 0,-4 3-1 16,-3-4-6-16,-3-3-2 0,0 0 3 16,-4-5-1-16,0 2-8 0,7-9-5 0,-4-1-1 15,5-3 4-15,-4 2 3 0,6-6-4 16,-1-1-1-16,1-1-11 0,1-2-5 16,3-2-10-16,9 0-12 0,-19 0 0 0,19 0-20 15,-15-2-37-15,7 0-55 0,8 2-76 16,-12-3-102-16,12 3-107 0,-7-4-115 0,7 4-173 15,-4-6-66-15,4 6 69 0,0 0-487 16,-1-4-584-16</inkml:trace>
  <inkml:trace contextRef="#ctx0" brushRef="#br0" timeOffset="34176.99">8951 8611 2993 0,'-2'-19'1'0,"2"3"30"0,-2 6 13 0,2 1-1 0,-2 3-6 15,0 0-4-15,2 6 11 0,0 0 58 0,0 0 38 16,-19 47 22-16,6-11 17 0,-3 17 12 16,1 7 5-16,-4 7 14 0,3 1 12 15,-2 19 2-15,2-17 1 0,3 1 0 16,1-1-2-16,5-2-8 0,-1-3-17 0,3-4-8 0,1-1-9 15,4-12-8-15,0-3-15 16,4-2-13-16,0-3-14 0,-1-5-16 0,3 2-9 16,4-6-7-16,-1-2-6 0,2-8-7 15,5 2-11-15,-5-4-2 0,5-3-11 0,-1-3-7 16,0-1-4-16,2 0-4 0,2-2-7 16,2-3 0-16,-2 0-7 0,4 0-13 0,-2-4-14 15,-2-1-32-15,0 2-36 0,0-3-48 16,-4-2-48-16,-2 1-58 0,1-2-67 0,-3-2-88 15,0-1-81-15,-8 0-85 0,1-2-156 16,-4-3-42-16,0-2 68 0,-2 0-560 16,-2-5-689-16</inkml:trace>
  <inkml:trace contextRef="#ctx0" brushRef="#br0" timeOffset="34412.18">8854 8652 3564 0,'-11'-10'6'16,"6"0"3"-16,-1 6-2 0,6 1-1 0,0 3 2 16,-5-10 4-16,5 10-1 0,2-8 0 15,-2 8-1-15,9-6-13 0,3 4-31 0,1 2-50 16,4 0-97-16,2 2-125 15,2 0-228-15,4 1 41 0,-3-2 57 0,3 7-99 16,-2-2-39-16</inkml:trace>
  <inkml:trace contextRef="#ctx0" brushRef="#br0" timeOffset="34865.62">10075 8460 1676 0,'-4'-9'92'16,"2"1"-6"-16,2-2-12 0,2 4-7 15,4 1-4-15,-1 0-4 0,3-2-3 0,2 2-6 16,1 3-3-16,3 2-4 0,2 2-3 15,4 8-2-15,2 7 4 0,-1 9 19 0,2 12 25 16,-3 6 22-16,-5 5 18 0,-4 9 12 16,-1 0 17-16,-3 5 5 0,-1 0 11 0,-1 9 5 15,-1-2 2-15,4 1 3 16,-2-1-9-16,-1 0-8 0,1 2-18 0,4-6 6 16,1-1 20-16,0-5-4 0,-1-4-19 15,3-7-9-15,-7-13-12 0,2-2-12 0,0-3-4 16,-5-7 6-16,-1-4 3 0,0-6 10 15,-4-1-1-15,0 1 5 0,-5-1-6 16,-1-1-13-16,-7 4-19 0,-8 3-6 0,-4-2-3 16,-2 1-15-16,2-1-9 0,0-3-5 15,-2 3-27-15,6-6 4 0,-6 3-21 0,10-5-56 16,4-2-79-16,1-2-108 0,3 1-152 16,0-3-171-16,1 0-247 0,-1-3 66 0,11 0 81 15,-19-3-548-15,19 3-664 16</inkml:trace>
  <inkml:trace contextRef="#ctx0" brushRef="#br0" timeOffset="35542.22">6105 10590 3349 0,'2'-20'-26'0,"2"6"3"0,-2 3 3 0,-2-1 17 0,1 3 25 16,-1 3 35-16,0 6 27 0,0-11 14 16,0 6-10-16,0 5-10 0,0 0-2 0,0 0 36 15,0 0 26-15,0 37 8 0,-5 0 12 16,-1 6 10-16,1 17 9 0,-3 3 6 0,-4 5 14 16,3 2 13-16,-5 2-12 15,5-3 3-15,2-3-6 0,-1-2 4 0,6-1-10 16,2-8-3-16,0-9-8 0,2-7-9 15,0 0-10-15,0-10-8 0,4-6-5 0,-3 1-3 16,3-3-10-16,2-2-8 0,-2-6-4 16,1 1-5-16,0-4-11 0,4 2-8 0,0-3-11 15,2-3-61-15,0 0-25 0,0-1 0 16,1-2 0-16,3 2 0 0,-1-4 0 0,-2-1 0 16,4 0 0-16,0 0 0 0,-4-1 0 15,3-4 0-15,0 0 0 0,-4 0 0 0,3-1-110 16,-3-1-180-16,-1-4-98 15,1-2-123-15,-3-4-127 0,-2-1-212 0,-3-2 76 16,-1-6 75-16,-2 1-638 0,-4-16-793 16</inkml:trace>
  <inkml:trace contextRef="#ctx0" brushRef="#br0" timeOffset="35743.71">6148 10467 3900 0,'-7'-11'-17'0,"5"4"5"0,1 2 4 0,-1 0 8 16,2 5-8-16,3-12 7 0,6 5-1 15,0-2-3-15,6 2 0 0,6 1-6 16,4-2-32-16,9 4-60 0,4-1-106 16,5-2-173-16,-4 2-163 0,3 3 56 15,2 2-212-15,1 0-194 0</inkml:trace>
  <inkml:trace contextRef="#ctx0" brushRef="#br0" timeOffset="36175.69">7319 10363 2312 0,'-5'-8'187'16,"-3"6"-14"-16,5-1-15 0,3 3-5 0,-11-10-5 15,9 8 9-15,2 2-8 0,-3-12-17 16,3 12-12-16,11-11-13 0,1 5-12 16,6 0-11-16,0 2-7 0,11 2-8 15,-3 4-5-15,9 4-6 0,-1 4-8 0,-2 9 0 16,-1 2 6-16,-3 16 10 0,-5 4 15 16,-1 7 17-16,-10 2 12 0,0 5 21 0,-4 3 7 15,-3 2 9-15,-3-2 11 0,0 4-3 16,2 0-5-16,-1 0 15 0,1-2-7 0,2-4 1 15,-2-2-1-15,4-1 7 16,-1-13 12-16,0-3-17 0,-3-1-18 0,3-9-13 16,-4-3-15-16,-1-7-3 0,0 0-7 15,-4 1-2-15,2-4-10 0,-2 1-9 0,-5 1-4 16,-3-1-7-16,-5 2-7 0,-8-1-9 16,0 2-7-16,3-5-6 0,0-2-4 0,3 0-3 15,0-5-13-15,3 1-38 0,3-2-52 16,0-1-58-16,-1-1-77 0,5-1-84 0,-5 0-120 15,12-2-115-15,-15-4-166 0,6-1-128 16,1-2 72-16,-2-3-701 0,4 0-895 0</inkml:trace>
  <inkml:trace contextRef="#ctx0" brushRef="#br0" timeOffset="36609.96">8560 10565 4248 0,'0'-20'4'0,"-2"4"1"0,2 5 17 0,-2 0-5 0,2 4 3 0,-2 0 6 0,2 7 3 0,0 0 62 15,0 0 40-15,0 0 14 0,-5 43 4 16,-2-1 5-16,2 14 19 0,-3 6 16 0,1 4 17 16,-3 5-15-16,4-3 18 0,-1 3 5 15,1-3-11-15,5-3-17 0,-5-2-16 0,3 0-9 16,1-5-2-16,2-12-1 0,2-5-12 16,1-3-11-16,3-1-13 0,-1-8-6 15,2-2-7-15,1-8-8 0,4-2-9 0,3-2-9 16,10 0-56-16,-2-4-27 0,7-2 0 15,-3-2 0-15,-2-2 0 0,-1-4 0 16,1 2 0-16,-6-1 0 0,0 0 0 16,-4 2 0-16,-4-4 0 0,3 1 0 0,-4 2 0 15,-10-3 0-15,15-3-44 0,-15 3-154 16,10-3-57-16,-10 3-75 0,3-7-92 0,-3-1-104 16,0 0-159-16,-2-9-122 0,-3 0 82 15,3-6-703-15,-2-10-879 0</inkml:trace>
  <inkml:trace contextRef="#ctx0" brushRef="#br0" timeOffset="36810.94">8600 10507 3777 0,'-10'-15'-10'0,"1"6"8"0,3 2-3 0,-2 0 2 16,6 2 0-16,1 2 4 0,1 3-6 15,0-9 9-15,0 9-17 0,13-6-39 0,4 2-87 16,6 1-151-16,15 1-263 0,-4 0 39 16,12 4 61-16,-4 1-139 0,2 4-92 15</inkml:trace>
  <inkml:trace contextRef="#ctx0" brushRef="#br0" timeOffset="37260.99">10082 10314 2133 0,'-13'-7'209'0,"5"3"-14"0,3-2-8 15,5 6 6-15,-12-4 4 0,12 4-3 16,-5-6-3-16,5 6-15 0,-2-2-15 0,2 2-17 15,0 0-13-15,0 0-14 16,29-3-10-16,-13 7-12 0,7 3-9 0,8 5-14 16,-1 7-3-16,5 9-10 0,-9 9 1 15,-2 7-3-15,-8 6 2 0,-6 3 19 0,0 5 23 16,-9 5 25-16,1 1 22 0,-2 0 14 16,-2 4 14-16,1 0 7 0,-1-3 8 0,-2 0-1 15,2 0 21-15,2-3 1 0,0-2-7 16,2-14-10-16,0-1-18 0,2-5-17 0,-3-4-12 15,-1-6-13-15,0-8-11 0,0-3-7 16,0-1-4-16,-3-2-6 0,-5 3-67 0,-4-4-40 16,-9 6 0-16,-7-4 0 0,-7-1 0 15,-10 1 0-15,5-7 0 0,0 2 0 0,0-3 0 16,8-3 0-16,7 2 0 0,5-4 0 16,5-4-178-16,4 0-314 0,-3 0-171 15,3-2-239-15,-1-4 62 0,1 0 104 16,0-4-754-16,-5-3-936 0</inkml:trace>
  <inkml:trace contextRef="#ctx0" brushRef="#br0" timeOffset="42308.28">7552 9906 3840 0,'0'0'-175'0,"0"0"39"0,0 0 36 0,0 0 26 0,-6-8 36 0,6 8 23 15,0 0 29-15,0 0 9 0,11-10 8 0,-3 8 1 16,2-3 2-16,1 2-6 0,4-2-4 16,2 3 0-16,1-1-1 0,-5 1-1 15,-2 2-1-15,-11 0-4 0,23 3 4 0,-14 3 13 16,2 0 8-16,-8-1 30 0,1 6 23 15,-4-1 20-15,-4 4 1 0,-3 4 2 0,-5-1 13 16,-3 8-10-16,-3-3-6 0,4-3 3 16,4-5-9-16,0-2-6 0,3-3-2 0,1 1-3 15,0-2-1-15,0-1 0 0,6 0 0 16,0-7-5-16,0 0-9 0,12 12-6 16,-1-10-8-16,2 1-5 0,3-1-10 15,5-2-4-15,-4 2-4 0,4-2-11 0,1 1-7 16,-8-1-20-16,4 0-29 0,-2 0-40 15,-4 2-47-15,1-2-62 0,-13 0-71 0,18 0-58 16,-11-2-59-16,-7 2-72 0,10-3-153 16,-10 3-32-16,3-7 53 0,-3 7-307 15,2-12-351-15</inkml:trace>
  <inkml:trace contextRef="#ctx0" brushRef="#br0" timeOffset="42692.29">8054 9753 2561 0,'4'-6'27'0,"-1"3"-1"0,-3 3-3 0,0 0-1 16,0 0 41-16,0 0 43 0,0 0 15 15,0 0-1-15,-14 19-7 0,7-7 6 0,-1-1-19 16,-6 4-12-16,5 2 1 0,-3-2-9 16,3 1-6-16,0 1-6 0,0 0-2 15,-2-3-10-15,6-1-4 0,-3 1-8 0,3 1-2 16,-2-3-11-16,2-1 2 0,1 1 1 15,0-4-14-15,1 1-3 0,-1-3-28 16,4-6-40-16,-5 2-50 0,5-2-18 0,0 0 8 16,0 0 5-16,-16-18 2 0,12 7 11 15,-1-1 12-15,-1-1 8 0,0-1 15 16,0 2 1-16,2 0 13 0,-1 2 17 0,3 3 2 16,-2 0 5-16,2 0 5 0,1 2-2 15,1 5 5-15,-3-7 20 0,3 7 9 0,0 0 5 16,0 0-4-16,16 0 0 0,-16 0 1 15,0 0-9-15,24 9 0 0,-14-4-2 0,-1 2-9 16,1-2-43-16,1 0-83 0,-2 0-99 16,0 1-122-16,-2-2-139 0,1-2-182 15,-8-2-165-15</inkml:trace>
  <inkml:trace contextRef="#ctx0" brushRef="#br0" timeOffset="42958.17">8200 9761 1958 0,'7'-8'32'0,"-1"0"19"15,-2 3 16-15,0 1 16 0,1 0 11 16,-5 4 4-16,4-6-4 0,-4 6 1 16,0 0 8-16,0 0 4 0,19 8 1 0,-15 1 2 15,2 1 28-15,-3 2 2 0,-3 0 20 0,0 3 4 16,0 1 8-16,-5 1-3 0,-3 2 9 16,3-1-7-16,-2-2-13 0,4-1-3 15,-1-1-3-15,2 0 1 0,2-2 9 16,2-4 2-16,5 2-15 0,4-1-10 15,3-1-14-15,6-2-8 0,3 1-12 0,1-3-16 16,1 0-13-16,0 0-36 0,0 0-56 16,0-2-82-16,-5-2-124 0,3 2-142 0,-2-2-165 15,2-2-198-15,-2 0 68 0,2 2 72 16,0-3-391-16,-5 3-454 0</inkml:trace>
  <inkml:trace contextRef="#ctx0" brushRef="#br0" timeOffset="43542.53">10450 9859 2878 0,'6'-9'5'0,"-6"9"1"0,1-4 0 0,-1 4 1 0,0 0 3 0,0 0 13 15,0 0 21-15,0 0 8 16,0 0 4-16,0 0 10 0,-5 27 11 0,-1-12 6 16,-1-1 18-16,0 6 17 0,-9 6 5 15,5-6-10-15,2-3 5 0,0 1-2 0,4-5-5 16,1-1 11-16,0 0 8 0,4-4 11 16,0 0 8-16,2-1-3 0,4 2-18 0,1-4-10 15,3 0-12-15,3-1-10 0,-2-4-14 16,5 3-22-16,-3-3-57 0,4 0-74 0,-2-3-106 15,3-1-134-15,-1-1-146 0,-4-3-211 16,2 2 51-16,1 0 63 0,-3 0-310 16,1-2-347-16</inkml:trace>
  <inkml:trace contextRef="#ctx0" brushRef="#br0" timeOffset="43893.9">10826 9842 2424 0,'-2'-10'90'0,"2"10"13"15,-3-7-2-15,3 7-1 0,-3-6 3 0,3 6 11 16,0 0 29-16,0 0 4 0,0 0-8 16,0 0-9-16,-26 16-15 0,16-7-12 0,0 3-8 15,-2 1-9-15,1 3-13 0,-2-1-1 16,1 0-4-16,-6 6-11 0,0 1-9 16,4-4-4-16,-2-5-3 0,3 1-8 15,-1-1-17-15,3-3-28 0,2-4-26 0,-1 0-63 16,2-4-57-16,8-2-48 0,0 0-11 15,0 0 10-15,-13-14 11 0,11 4 25 0,2 1 21 16,2-4 17-16,-2 0 28 0,4 0 32 16,0 1 39-16,-1 3 21 0,-1 1 6 15,0 2 3-15,0-1 23 0,3 3 34 16,-5 4 4-16,9-3-3 0,-9 3-3 0,0 0-4 16,16 7-2-16,-10-2-8 0,4 3-5 0,-2-2-9 15,-1 2-35-15,2-1-57 16,1 1-80-16,0-2-107 0,-3-2-175 0,1-1-24 15,0 1-112-15,-8-4-68 0</inkml:trace>
  <inkml:trace contextRef="#ctx0" brushRef="#br0" timeOffset="44144.58">10816 9878 1522 0,'4'-10'67'16,"-3"1"18"-16,-1 2 14 0,3 1 4 16,-1 0 4-16,-2 6 7 0,6-7-1 0,-6 7-5 15,7-1 0-15,-7 1-6 0,0 0 0 16,21 12 3-16,-15-4 3 0,-1 6 19 15,1 1 20-15,-2 2 10 0,-3 2 13 16,-2 0 12-16,-5-2 15 0,0 4 19 0,1-1 4 16,1 0 3-16,1-8-17 0,-4 2-10 15,5-3-11-15,0-1-12 0,1-2-7 16,-1 0-13-16,2-1-7 0,0-7-21 0,5 12-8 16,4-9-35-16,0 1-53 0,4-1-86 15,1-1-131-15,0-2-159 0,2 0-197 0,1 0-187 16,-2 0 68-16,0 2 73 0,-1 1-410 15,-3 2-476-15</inkml:trace>
  <inkml:trace contextRef="#ctx0" brushRef="#br0" timeOffset="44798.44">7396 11716 2947 0,'2'6'117'0,"-2"-6"1"0,0 0-5 0,0 0 18 0,0 0 17 0,0 0 8 0,22 0-9 0,-22 0-11 15,17 0-12-15,-6 6-10 0,3 0-10 0,-3 2-4 16,0 1 1-16,-2 4-1 0,-2 1 3 16,-1 0 4-16,-3 3 6 0,-1 0-5 15,-2 0-3-15,-2 2-4 0,1-2-8 16,-3 0-8-16,-2 3-7 0,5-3-8 0,-3-3-9 16,2-1-4-16,0-1-8 0,0-3-1 15,2 3-4-15,2-6-12 0,0 3-8 0,0-3-27 16,-2-6-44-16,15 8-50 0,-5-5-79 15,6-6-104-15,0-3-86 0,4-5-100 16,11-7-140-16,10-5-23 0,-13-2 57 0,6-4-344 16,-5 6-396-16</inkml:trace>
  <inkml:trace contextRef="#ctx0" brushRef="#br0" timeOffset="45108.04">7961 11735 2643 0,'9'-5'75'16,"-6"3"17"-16,-3 2 15 0,4-6 27 0,-4 6 21 15,0 0 15-15,0 0 1 0,0 0-13 16,0 0-11-16,0 0-13 0,-18 20-11 15,11-11-14-15,0 3-11 0,-4 1-9 16,2 3-13-16,-2 1-2 0,1 0-10 0,-1 0-8 16,0-2-3-16,1 2-10 0,0-5-7 15,3 1-10-15,1-5-17 0,-2-1-14 16,3-1-28-16,-1-4-13 0,6-2-17 0,0 0-3 16,0 0 1-16,-14-12 5 0,12 5 17 15,0-6 10-15,2-1 22 0,0 0 18 0,2 4 18 16,3-2 5-16,-3 2 0 0,2 1 4 15,-3 2 1-15,3 2 7 0,2 2 1 16,-6 3 1-16,0 0-8 0,19 3 3 16,-10 4-6-16,2-1-3 0,5 7-2 0,2-1-9 15,-4 0-15-15,9 4-45 0,1-3-54 16,-10-2-75-16,6-3-76 0,-7-1-96 0,-4-1-109 16,3-4-131-16,-3 0 46 0,-2-2-292 15,-7 0-313-15</inkml:trace>
  <inkml:trace contextRef="#ctx0" brushRef="#br0" timeOffset="45357.89">8190 11681 2332 0,'10'-17'65'0,"-5"-1"27"16,2 7 24-16,-6 1 12 0,1 3 3 0,2 2-3 15,-4 5-8-15,0 0 24 0,0 0 4 0,0 0-4 16,0 0-5-16,11 22 4 16,-13-7 5-16,0 2 22 0,1 1 3 0,-7 5 2 15,-2 4-3-15,3-3 1 0,-1-3-10 16,3-3-1-16,-2-1 0 0,5-6 1 0,0 1 16 15,2 0 2-15,0-4 2 0,7-1-7 16,2-1-20-16,4-5-16 0,8-1-13 16,8-1-17-16,13-1-23 0,0-7-53 15,1 0-63-15,9-1-85 0,0-2-98 0,-9 4-152 16,-1 1-189-16,-3-2-230 0,-5 6 63 0,-4-1 84 16,-9 3-539-16,-6 1-639 15</inkml:trace>
  <inkml:trace contextRef="#ctx0" brushRef="#br0" timeOffset="45842.9">10048 11831 3516 0,'4'-3'60'0,"-4"3"-6"0,5-5-5 0,-5 5-5 0,0 0 13 0,0 0 15 0,11 18 12 0,-10-6 11 16,-1 2-1-16,0 3-3 16,-1 0 2-16,-3 3 13 0,1 2 20 0,3-3 16 15,-2-1 15-15,2-1 4 0,2-3 6 16,1 0 7-16,-1 0 0 0,1-5 5 0,1 4 0 15,4-5-9-15,-3-1-21 0,3-3-8 16,2 1-19-16,-1-4-19 0,7 3-48 0,-4-4-69 16,4 2-79-16,-1-2-109 0,6 0-146 15,-4-4-155-15,2 2-189 0,-1 1-21 16,-2-4 67-16,0 5-512 0,-5 0-623 0</inkml:trace>
  <inkml:trace contextRef="#ctx0" brushRef="#br0" timeOffset="46241.25">10462 11886 3127 0,'2'-6'28'15,"-2"6"4"-15,4-3-1 0,-4 3 4 0,0 0 45 16,0 0 26-16,-8 21 19 15,-2-4-2-15,-1 3-6 0,-5 7-9 0,0 0-8 16,-4 0-10-16,4 3-9 0,-6-5-9 0,3 1-7 16,2-2-3-16,-2 1-6 0,4-8-9 15,3-1-4-15,3-6-7 0,0 1-7 16,0-3 3-16,4-2-5 0,-1-2-24 16,6-4-32-16,-7 0-29 0,7 0-35 0,0 0-10 15,-6-17 6-15,8 3 10 0,2-1 12 16,1-7 9-16,6-7 16 0,2 6 15 0,-6 5 20 15,0 6 27-15,-3-1 9 0,1 5 5 16,0 1 11-16,-1 4 13 0,-4 3 5 0,0 0-3 16,0 0-6-16,18 9-3 0,-14-1-2 15,4 1-9-15,-2-1-2 0,1 1-37 16,2 4-59-16,-2-4-69 0,0 1-100 16,3-5-113-16,-3 0-154 0,1 1-46 0,2-3 55 15,-5-1-207-15,-5-2-194 0</inkml:trace>
  <inkml:trace contextRef="#ctx0" brushRef="#br0" timeOffset="46474.18">10543 11906 2067 0,'7'-10'142'0,"-3"1"5"0,-3 4-7 15,-1 5 0-15,2-6 25 0,-2 6 45 16,0 0 25-16,0 0 0 0,0 0-15 0,0 0-12 16,17 17 0-16,-11-6-18 15,-2-2-12-15,2 3-13 0,-3-2-5 0,-1 1 4 16,4-1-15-16,-5 0-6 0,1 0 2 15,0-3 10-15,0 1 15 0,3-3-1 0,-5-5-2 16,5 12-13-16,-1-9-17 0,-4-3-16 16,13 5-10-16,-13-5-40 0,16-2-58 0,-16 2-62 15,14 0-80-15,-14 0-97 0,14 0-130 16,-14 0-142-16,15-2-235 0,-15 2 24 0,0 0 75 16,16 0-504-16,-16 0-605 0</inkml:trace>
  <inkml:trace contextRef="#ctx0" brushRef="#br0" timeOffset="51375.92">6774 8886 1274 0,'2'-8'463'0,"-2"2"-193"0,0 6-75 0,0-9-23 0,0 9-16 0,0 0-8 0,0-10 1 0,0 10-13 16,0 0-8-16,-6-4-12 0,6 4-11 15,0 0 10-15,-13 16 13 0,3 1 17 16,-3 16 9-16,-6 11 13 0,0 5 4 16,-2 1-1-16,0 2-3 0,1 1-6 0,0 2-1 15,3-2-14-15,2-2-7 0,1-5-13 16,3-9-14-16,4-2-10 0,-2-1-9 0,2-4-10 15,1-6-4-15,3-5-11 0,-1-5-3 16,0 3-6-16,2-5-10 0,1-2-5 0,-4 0 2 16,1-1-11-16,2-4-7 0,2 0 3 15,0-5-18-15,-5 10-43 0,5-10-53 0,0 0-47 16,0 0-70-16,0 0-60 16,-8-27-51-16,8 10-47 0,4-9-51 0,0-10-26 15,3-1-22-15,7-14 5 0,-5 12 36 16,1 1-478-16,2-1-375 0</inkml:trace>
  <inkml:trace contextRef="#ctx0" brushRef="#br0" timeOffset="51608.87">6575 9235 2295 0,'5'-34'-58'0,"1"7"55"0,-3 2 34 16,1 4 29-16,2-1 28 0,-5 5 37 16,4 0 38-16,-3 1 15 0,2 4 0 0,-3 4-6 15,-1-2-20-15,2 5-7 0,-2 5 29 16,0 0 17-16,0 0 18 0,23 12 2 0,-12 5-5 16,7 10-4-16,4 10-14 0,-1 0-11 15,4 2-21-15,-2-1-12 0,1 0-18 0,0 1-7 16,-5-8-16-16,-1-3-6 15,0 1-16-15,-3-2-2 0,0 0-9 0,-3-7-11 0,-4-3-6 16,-1-2-12-16,-1-5-5 16,-1 0-28-16,-1-1-33 0,3-2-42 0,-6 0-51 15,1-5-97-15,-2-2-104 0,0 0-83 16,0 0-102-16,0 0-146 0,-16-14 11 16,13 5 66-16,-5-1-360 0,1-2-414 0</inkml:trace>
  <inkml:trace contextRef="#ctx0" brushRef="#br0" timeOffset="51773.52">6690 9436 2589 0,'-13'4'54'0,"0"-4"38"0,1 3 40 0,12-3 45 16,-16 0 44-16,16 0 34 0,0 0 19 15,-16 0-6-15,16 0-13 0,0 0-17 16,-11-3-19-16,11 3-25 0,0 0-16 16,0 0-23-16,0 0-14 0,20-18-18 0,-1 10-36 15,5 0-57-15,10-1-67 0,0-1-101 16,2 2-124-16,0-3-146 0,1 1-194 0,-1 3-62 15,-2 0 66-15,-9 2-413 0,-5 2-487 16</inkml:trace>
  <inkml:trace contextRef="#ctx0" brushRef="#br0" timeOffset="52023.03">7140 9269 2969 0,'0'0'86'16,"-2"-10"8"-16,2 10 1 0,0 0 6 15,0 0 5-15,0 0 50 0,0 0 42 0,0 0 20 16,0 0-1-16,2 39-16 0,2-20-11 16,-1 15-18-16,2 2-14 0,-3 5-17 15,1-6-10-15,1 3-11 0,0-6-17 0,0-3-8 16,-3-5-8-16,3 0-13 0,-2-5-6 16,3-2-9-16,-5 2-7 0,1-5-9 0,-1 0-27 15,2-2-44-15,0-3-49 0,0-1-71 16,-2-4-111-16,2 2-140 0,-2-6-171 0,0 0-109 15,0 0 60-15,0 0-460 16,0 0-549-16</inkml:trace>
  <inkml:trace contextRef="#ctx0" brushRef="#br0" timeOffset="52657.2">9498 8886 3056 0,'1'-4'42'0,"-1"4"15"0,2-4 8 0,-2 4-4 0,0 0-5 0,0 0 39 15,0 0 37-15,-9 16 24 0,-1 5-3 0,-3 13 3 16,-5 10 0-16,2 4-10 16,-2 0-7-16,3-1-5 0,0 3-1 0,2-3-9 15,3-9-13-15,0-1-10 0,1-2-9 16,4 1-12-16,-6-5-9 0,6-7-8 0,-1-5-6 16,-1 2-5-16,1-9-10 0,0 3-18 15,2-5-35-15,1 0-37 0,-1-3-69 0,-2-3-84 16,6-4-83-16,0 0-72 0,-14-11-60 15,9 1-67-15,-1-7-58 0,1-5 1 16,-1-12-330-16,2-5-353 0</inkml:trace>
  <inkml:trace contextRef="#ctx0" brushRef="#br0" timeOffset="52858.03">9223 9019 2364 0,'2'-26'40'0,"-2"6"54"0,0 6 35 16,0 2 12-16,0 1 7 0,0 5-2 16,0 6 26-16,4-7 46 0,-4 7 24 15,0 0 14-15,21 21-2 0,-3 6-8 16,6 0-1-16,2 11-19 0,5 5-18 0,-3 0-21 15,1 0-14-15,-2-1-21 0,2-2-12 16,-1-2-18-16,-4-1-8 0,-3-6-18 0,-3-3-10 16,-1-6-34-16,-5-3-29 0,-3-1-38 15,-2-5-45-15,2-1-51 0,-4-3-72 16,1 1-110-16,-3-8-142 0,-1 2-184 0,-2-4-64 16,0 0 63-16,0 0-487 15,0 0-577-15</inkml:trace>
  <inkml:trace contextRef="#ctx0" brushRef="#br0" timeOffset="53031.03">9358 9469 3326 0,'-9'5'155'0,"1"-1"21"0,8-4 19 16,0 0 21-16,-12 2 20 0,12-2 7 0,0 0-11 16,0 0-15-16,0 0-22 0,0 0-18 15,0 0-27-15,27-15-46 0,-9 10-75 16,2-4-109-16,3 3-157 0,-2-1-198 0,12-5-254 15,-1 0 29-15,-7 4 74 0,-2 3-422 16,-1 1-484-16</inkml:trace>
  <inkml:trace contextRef="#ctx0" brushRef="#br0" timeOffset="53323.51">9730 9399 3042 0,'0'0'170'0,"0"0"9"15,0 0 12-15,0 0 11 0,0 0-14 16,-23-10-3-16,23 10-4 0,0 0-15 0,0-12-15 15,0 12-16-15,0 0-14 0,11-7-13 16,-11 7-13-16,0 0-4 0,0 0-5 0,25 9-3 16,-19-3 6-16,-1 3 9 15,-5 3 14-15,0 2 10 0,0 2 21 0,-3-3 21 16,-1 5 9-16,2-5 8 0,0-1 3 0,0-1-8 16,2-1-9-16,-1-2-12 0,1-1-13 15,0-7-7-15,0 12-10 0,0-12-13 16,1 10-12-16,-1-10-10 0,6 9-24 15,0-4-59-15,-6-5-72 0,13 5-93 0,-7-1-86 16,-6-4-123-16,11 2-133 0,-1-2-151 16,-10 0-170-16,19 0 71 0,-19 0 86 0,17 0-593 15,-9 0-717-15</inkml:trace>
  <inkml:trace contextRef="#ctx0" brushRef="#br0" timeOffset="54590.07">6534 10735 3663 0,'-2'-5'71'0,"2"5"-8"0,0 0-5 0,0 0 16 0,-11 17 29 0,4 3 23 0,-4 10 14 0,0 6 8 15,2 3 1-15,-5 10-5 0,7-10-12 16,-2 9-12-16,0-6-9 0,6-5-12 0,-3 1-12 16,2 0-7-16,2-11-5 15,1-3-7-15,-3-5-6 0,4-4-5 0,-2-1-7 16,-1-3-4-16,3-2-3 0,0-2-2 15,0-7-6-15,0 0-9 0,0 0-3 0,0 0-4 16,7-31-11-16,-2-4-7 0,5-14-13 16,-5-3-8-16,5-6-7 0,1-9 2 15,-5 6 2-15,1 1 3 0,3 6 2 0,-4 17 4 16,1 4 4-16,-5 11 4 16,0 3 1-16,3 7 3 0,-3 2 2 0,-1 3 6 15,3 2 8-15,-4 5 8 0,11 2 3 16,-11-2 4-16,23 13-2 0,-8-2 1 0,10 8 11 15,0 3 0-15,4 1-5 0,-3-1 0 16,3 1-5-16,9 7-2 0,2-8-2 0,-8-4-1 16,-2 1-5-16,1-6 2 0,-4 1-2 15,-6-4-3-15,-5-4 1 0,-5 2 3 0,-2-3 20 16,-2-2 26-16,0 2 20 0,-7-5 0 16,-2 9-2-16,2-9-7 0,-23 13-10 0,-6-1-10 15,-5 0-3-15,-5-1-5 0,1-1-12 16,1 2-3-16,-5-5-9 0,5 0-1 0,8-1 1 15,7-2-16-15,3-1 11 16,6-1-10-16,-1 0-1 0,3-1-22 0,2 1-33 16,-2 0-46-16,11-2-62 0,-11 1-91 15,11-1-117-15,-10 2-118 0,10-2-199 0,0 0-64 16,0 0 76-16,0 0-568 0,0 0-698 16</inkml:trace>
  <inkml:trace contextRef="#ctx0" brushRef="#br0" timeOffset="54988.58">7211 10816 3653 0,'-3'-11'88'0,"3"4"-1"0,-2 2 18 0,2 5 3 0,0-8 7 0,0 8 4 0,0 0-12 16,-1-7-11-16,1 7-6 15,0 0-5-15,0 0-4 0,0 0-1 0,0 0-1 16,-4 32 0-16,0-16 6 0,0 3-4 15,-7 10-4-15,-1 2-7 0,-1 0-8 0,1 0-7 16,0-2-6-16,0 0-2 0,4-8-6 16,6-3-3-16,0-2-2 0,4-3-4 15,4-1-1-15,2 1 1 0,3-3-1 16,7 1 0-16,-2 1-2 0,6-2-1 0,4 1-2 16,3 2-1-16,-7-1-1 0,-2-4 4 0,-1 2 3 15,-2 4 7-15,-2 0 22 16,-2 1 17-16,-2 2 20 0,-4 1 27 0,-3-1 4 15,-4 2 9-15,-4 2 0 0,0 2 1 16,-6 7-7-16,-3-1-9 0,-1-2-8 0,-2-1-13 16,-4-1-8-16,2-2-12 0,-4-3-9 15,5-4-12-15,0-8-27 0,3 1-58 0,1-6-70 16,1 0-89-16,12-3-110 0,-29-12-121 16,17 4-125-16,5-4-142 0,1 3-92 0,4-2 64 15,2 4-645-15,2-3-811 0</inkml:trace>
  <inkml:trace contextRef="#ctx0" brushRef="#br0" timeOffset="55757.16">9328 10926 4020 0,'-6'-17'45'0,"2"1"33"0,-1 5 54 0,1 3 38 0,0 2 21 0,2 0-8 16,-2-1-14-16,4 7-19 0,0 0-10 15,0 0 2-15,-17 16 0 0,2 7-5 16,0 9-11-16,-1 0 8 0,-6 11 10 0,4-4 1 15,1-4 6-15,0-3-13 0,3 0-12 16,1-3-12-16,2-9-3 0,1-1 10 0,5-5 2 16,-3-1 2-16,3-3-6 0,-2-3 4 15,5 0 2-15,1-1 2 0,1-6-14 0,0 0-14 16,0 0-13-16,0 0-15 0,-10-31-11 16,12 5-49-16,6-16-11 0,0-11 0 15,3 1 0-15,2 3 0 0,-1 13 0 0,-3 1-1 16,0 12-10-16,0 3-2 0,-4 8-6 15,1-2 4-15,-1 7 5 0,3 2-3 0,0 3 11 16,-8 2-3-16,31 8 2 16,-13 1 11-16,11 5 0 0,-1 3-7 0,5 2 4 15,-3 1-8-15,13 3 9 0,-11-4-4 16,0-1 2-16,-1-4-3 0,-3 1 2 0,-6-4-2 16,-4-3 5-16,-2 0 7 0,-7-1 16 15,0-3-21-15,0 1-8 0,-4 0 0 0,-5-5 0 16,0 12 0-16,0-12 0 0,-17 14 0 15,-5-5 0-15,-6 5 0 0,-10-5 0 0,-4 3 0 16,4-2 0-16,-4-3 0 0,4 5 0 16,6-6 0-16,7-2 0 0,3-1 0 0,8 1 0 15,2-3 0-15,1-1 0 0,11 0 0 16,-20 2 0-16,20-2 0 0,-11-3 0 16,7-4-473-16,4-1-174 0,4-2-210 15,2-1-6-15,4-5 95 0,5-1-791 0,6-4-1001 16</inkml:trace>
  <inkml:trace contextRef="#ctx0" brushRef="#br0" timeOffset="56123.68">9654 10957 4497 0,'0'0'87'0,"0"0"5"0,-18 17 42 0,14-9 36 0,-3 4 24 0,0 0 31 0,-1 5 17 0,0 4 1 0,4-5-11 16,1 0-18-16,1 1-24 0,0 0-16 0,4-5-11 15,0 5-16-15,-1-5-14 16,3 2-9-16,2-1-7 0,-5-3-13 0,8-1-6 16,-2-3-7-16,2-2-4 0,2-2-15 15,-11-2-4-15,24-8-6 0,-9-3-2 0,10-11-4 16,-4 1-8-16,-4-8 15 0,4-2-59 16,-6 2-4-16,1 3 0 0,-5 9 0 0,-4 1 0 15,0 4 0-15,-2 2 0 0,-1 2 0 16,0 4 0-16,-4 4 0 0,0 0 0 0,0 0 0 15,2 31 0-15,-2-10 0 16,0 6 0-16,1 9 0 0,1 3 0 0,4 1 0 16,2-2 0-16,0-2 0 0,-3-1 0 15,2 0 0-15,-3-9 0 0,5-5 0 0,-8-4 0 16,3-1 0-16,0-2 0 0,-2-1 0 16,-1-1 0-16,1-4 0 0,-2-2-81 0,-2 3-705 15,-3-3-177-15,-1-2 89 0,-2 2 98 16,8-6-826-16,-22 4-1043 0</inkml:trace>
  <inkml:trace contextRef="#ctx0" brushRef="#br0" timeOffset="56822.36">13593 9034 4681 0,'-2'-17'17'0,"0"3"53"0,0 4 23 0,1 3 6 0,1 2-3 0,0 5 14 0,0 0 54 0,0 0 44 0,-9 27 24 16,7-1-5-16,-5 13-13 16,2 14-24-16,-3-1-22 0,2 2-11 0,-2-1-16 15,5 1-9-15,-5-14-14 0,4-3-14 16,-2 0-12-16,2-10-44 0,2-4-58 0,1-5-61 15,-1-2-68-15,0-4-74 0,2-4-96 16,0-1-96-16,0-7-75 0,0 0-88 0,0 0-117 16,0 0 3-16,9-37 69 0,-1 2-471 15,-2-4-554-15</inkml:trace>
  <inkml:trace contextRef="#ctx0" brushRef="#br0" timeOffset="57138.87">13633 8969 2885 0,'3'-17'4'0,"-1"3"37"15,-2 4 19-15,0 1 10 0,0 3 1 16,0 0 0-16,0 6-11 0,2-6-3 15,-2 6 28-15,0 0 10 0,0 0-4 16,0 0-6-16,20 14-8 0,-11-1-6 0,5 3-5 16,0 7-7-16,2 2-7 0,3 2-3 15,-4 0-9-15,0 2 2 0,1 0-5 16,-7 3 7-16,0 1 7 0,-2-6 13 0,-4-5 27 16,-1 2 31-16,0-2 25 0,-2-3 15 15,2-2 6-15,0 0 4 0,0 2 4 0,-2 1 1 16,1-3-1-16,-1 3 9 0,4 1-6 15,-4 5-9-15,2-3-3 0,-2 3-11 0,-2 10-5 16,-2-2-7-16,-5 2-7 16,0 2-12-16,-7-3-9 0,2-2-11 0,-6 0-13 15,3-2-8-15,-4-6-5 0,4 0-9 16,2-8-22-16,1-5-6 0,5-4-5 0,0-3-24 16,0-3-54-16,9-2-54 0,-15-9-73 15,10-4-94-15,3-5-141 0,6-17-138 0,3-15-218 16,10-2-33-16,0-1 85 0,10 3-670 15,-2 3-832-15</inkml:trace>
  <inkml:trace contextRef="#ctx0" brushRef="#br0" timeOffset="57323.6">14181 9169 4240 0,'0'-8'213'0,"0"8"28"15,0 0 23-15,-1-10 30 0,1 10 7 0,0 0-3 16,0 0-29-16,-2-11-24 0,2 11-26 15,5-4-22-15,-5 4-27 0,23-5-58 0,-1 2-86 16,3-1-128-16,0 0-150 0,0 2-169 16,-1 0-175-16,0 0-184 0,-3 2 44 15,-4 0 93-15,3 0-568 0,-7 6-673 16</inkml:trace>
  <inkml:trace contextRef="#ctx0" brushRef="#br0" timeOffset="57472.3">14353 9324 3681 0,'-14'12'174'0,"0"-4"46"0,0 1 48 0,3-2 35 15,2-2 30-15,-2-2 18 0,2 2-2 0,4-1-23 16,-3 0-29-16,8-4-27 0,-10 4-30 16,10-4-24-16,0 0-20 0,2 8-44 15,-2-8-70-15,0 0-111 0,25 1-136 0,-11-2-170 16,0-3-202-16,8 0-262 0,1-6-6 16,-3 0 102-16,9-2-686 0,-1-5-843 0</inkml:trace>
  <inkml:trace contextRef="#ctx0" brushRef="#br0" timeOffset="58055.52">15055 8282 3977 0,'-10'-16'-82'15,"4"3"20"-15,-2 0 35 0,5 1 45 16,-1 0 37-16,2 0 40 0,0-2 20 16,2 5 25-16,-1-4 12 0,-3 5-5 15,2-1-13-15,-1 2-12 0,3 7-13 0,-4-6-11 16,4 6 1-16,0 0 9 0,-1 25 14 15,-1 11 11-15,4 10 3 0,-4 24 11 0,2 11 8 16,0 25 13-16,0 10-19 0,0 5-11 16,-2 14 16-16,0 10 11 0,0 14 8 0,-1 9 20 15,-3 48-4-15,0-50-9 0,-2 49-6 16,4-52 6-16,1-5 7 0,-1-1 9 0,0-8-142 16,4-4-54-16,0-9 0 0,2-3 0 15,4-12 0-15,-1-7 0 0,3-12 0 16,0-27 0-16,-1-6 0 0,3-5 0 15,-5-9 0-15,5-4 0 0,-2-13 0 0,-3-6 0 16,5-5 0-16,-4-8 0 0,1 1 0 16,-1-6 0-16,3 3 0 0,1-5 0 0,1-3 0 15,1 1 0-15,3-2 0 0,6-1 0 16,3-2 0-16,1 0 0 0,12 0 0 0,-1 1 0 16,2 0 0-16,0-4 0 0,3 0 0 15,-11-2 0-15,-1 1 0 0,-7-1 0 0,3-1 0 16,-6-2 0-16,5-2 0 15,-6-3 0-15,0-4 0 0,-4-3-7 0,2-9-663 16,-5-8-110-16,-4-3-125 0,0-7 80 16,-1-15-877-16,-6-9-1136 0</inkml:trace>
  <inkml:trace contextRef="#ctx0" brushRef="#br0" timeOffset="58305.66">15127 8301 5046 0,'-10'-15'53'0,"3"5"2"0,3 4 0 0,1-3 0 0,3 1-3 0,1 0-4 0,5 0-5 15,3-4-6-15,9 2-2 0,10-2-5 16,5 3-3-16,6 1-23 0,1 1-40 15,5 3-69-15,0 2-80 0,-1 2-109 0,0 0-138 16,-3-1-236-16,2 2 40 0,-7 5 81 16,-10 0-353-16,-6 1-381 0</inkml:trace>
  <inkml:trace contextRef="#ctx0" brushRef="#br0" timeOffset="58621.93">16236 8615 2997 0,'-2'-6'332'0,"0"0"-35"0,2 6-30 16,-1-6-31-16,1 6 9 0,0 0 67 0,-2 18 21 15,2 2-21-15,2 2-29 0,-4 14-29 16,2 2-22-16,2 3-23 0,-1 2-27 16,-1-1-14-16,2 2-17 0,-2-3-18 15,2-4-47-15,-2-6-57 0,2-5-55 0,-4 0-65 16,2-3-65-16,-2-4-76 0,0-3-82 16,-1-2-75-16,-2-5-82 0,1-3-118 0,1-4-110 15,3-2 46-15,0 0-516 16,-11-12-636-16</inkml:trace>
  <inkml:trace contextRef="#ctx0" brushRef="#br0" timeOffset="58971.69">16222 8635 3215 0,'0'-17'4'0,"2"5"39"15,-2 0 36-15,3 4 35 0,-1-2 5 0,0 0 12 16,3 1 11-16,2 1 2 16,5-1-1-16,1 0-9 0,2 4-11 0,3-1-9 15,1 2-8-15,1 4-8 0,4 6-2 16,4 3-8-16,-1 7-8 0,-2 7-2 0,-5 2-5 15,-2 3-3-15,-5 1 3 0,-5 4 1 16,-4-4 4-16,-4-4 8 0,-2 3 11 16,-2 6 11-16,-2-4 5 0,2-1 3 0,0-7-2 15,3 2 16-15,-1-2-11 0,2 0-11 16,2 2-2-16,1-1-8 0,3 1-12 0,2 6-9 16,1-6-6-16,-5 0-3 0,3-3-6 15,-3 2-13-15,3-1-1 0,-6-5 8 16,-1 2 2-16,0 1 12 0,-1-1-4 0,-6 2-5 15,0-4-2-15,-2 3 1 0,-3-3-13 16,-7 7-2-16,0-7-6 0,-2-3-11 16,4-3 0-16,-5-3-23 0,0-4-51 0,1-3-60 15,2 2-69-15,-6-9-106 0,-8-4-137 16,7-6-176-16,2-3-227 0,2-1 55 0,3-6 95 16,0 2-628-16,6-2-757 0</inkml:trace>
  <inkml:trace contextRef="#ctx0" brushRef="#br0" timeOffset="59307.1">15763 8589 3958 0,'-7'-15'146'0,"-1"2"31"0,5 5 22 0,-4 0 14 0,5 2-4 0,0 0-12 0,2 6-16 15,0 0 10-15,0 0 13 0,0 31 9 0,-1 8-3 16,-5 17-3-16,2 11-16 0,-5 6 9 16,-3 26 13-16,1-2 3 0,-3 2-11 15,3 3-13-15,6-5-14 0,3-18-8 16,0-4-11-16,4-1-7 0,0-5-142 0,1-8-10 16,3-3 0-16,-1-6 0 0,4-10 0 15,0-6 0-15,0-6 0 0,3-2 0 0,-3-8 0 16,-1-4 0-16,2-8 0 0,-1-2 0 15,2-5 0-15,7-4-80 0,-2-7-421 0,11-10-124 16,0-3-176-16,2-15-53 0,-1-5 93 16,-1-5-793-16,-2-6-997 0</inkml:trace>
  <inkml:trace contextRef="#ctx0" brushRef="#br0" timeOffset="59504.82">15748 8524 4585 0,'-17'-14'64'0,"2"3"17"0,1 3 12 15,7 2 6-15,-1 0 6 0,3-1-11 16,0 3-10-16,5 4-12 0,3-8-17 0,-3 8-40 16,22-7-54-16,1 4-83 0,19 1-124 15,2 0-148-15,8 6-231 0,18-4-7 0,-5 1 74 16,3 4-371-16,1-1-409 0</inkml:trace>
  <inkml:trace contextRef="#ctx0" brushRef="#br0" timeOffset="59907.02">16729 9261 3012 0,'0'0'301'0,"0"-11"0"0,0 11-8 16,0-6-5-16,0 6-23 0,0 0-4 16,0 0 11-16,0 0 7 0,0 0-5 0,-1 24-33 15,2-6-19-15,-1 3-22 0,-1 5-20 16,1 1-13-16,-2 10-17 0,-2-8-18 16,4-6-12-16,-2 2-18 0,2-5-37 0,0-1-56 15,0-4-56-15,0-1-61 0,2-2-86 16,-2-2-111-16,0-5-138 0,4-1-158 15,-4-4-168-15,0 0 67 0,0 0 78 0,0 0-512 16,14-29-605-16</inkml:trace>
  <inkml:trace contextRef="#ctx0" brushRef="#br0" timeOffset="60289.08">17046 8383 3540 0,'-21'-9'169'0,"4"2"5"0,2 1 28 16,1 2 28-16,5-1 30 0,-1 2 18 0,7-2 3 16,3 5-22-16,-7-9-21 0,7 9-26 0,14-7-22 15,5 3-24-15,4 4-13 16,15 4-17-16,2 3-22 0,14 7-19 0,-5 8-10 16,1 3-15-16,-9 8-10 0,-3 8-13 15,-5 4 1-15,-9 6-3 0,-2 4-4 0,-9 5 0 16,-3 2-2-16,-7 3 24 0,-1 1 2 15,-2 2 4-15,-2-3 19 0,2 3 21 0,0 0 23 16,-1-2 16-16,2-1 1 0,-1-3-14 16,2-4-75-16,4-3-60 0,-3-12 0 0,-1-3 0 15,0-4 0-15,-2-9 0 0,0-5 0 16,0-3 0-16,-4 3 0 0,-3-1 0 16,0-3 0-16,-13 5 0 0,4-5 0 15,-6 1 0-15,-3 1 0 0,1-5 0 0,3-1 0 16,2-5-358-16,-1 3-271 0,7-7-215 15,-2 0-26-15,4-2 96 0,1-3-830 0,10 0-1044 16</inkml:trace>
  <inkml:trace contextRef="#ctx0" brushRef="#br0" timeOffset="60923.63">18660 8487 4568 0,'-3'-34'-102'0,"-4"8"43"0,5 4 66 0,0 3 44 0,1 6 13 0,-1-2 11 15,2 7-4-15,-2 3 20 0,2 5 60 16,0 0 43-16,7 48 27 0,0 7 27 0,-4 13 8 15,-9 10 15-15,4 26 7 0,-5 4 27 16,1-1 4-16,3-5-6 0,1-18-1 0,0 1-13 16,4-3-15-16,0-9-250 0,1-1-24 15,6-7 0-15,5-4 0 0,-1-10 0 0,7-4 0 16,-2-10 0-16,3-10 0 0,2-6 0 16,2-3 0-16,2-11 0 0,-3-3 0 15,7-2 0-15,9-6 0 0,0 0 0 0,2-3 0 16,-2-3 0-16,2-2 0 0,-6 1 0 15,-4-1 0-15,-1-3 0 0,-8 4-131 0,-6-1-532 16,-2 0-138-16,-1-2-83 0,-7 2 77 16,1-3-861-16,-6 0-1105 0</inkml:trace>
  <inkml:trace contextRef="#ctx0" brushRef="#br0" timeOffset="61138.15">18820 8347 4991 0,'-4'-15'100'0,"3"-2"-3"0,1 8-8 15,1-4-6-15,5 3-8 0,1-1-7 16,5 0-9-16,1-1-7 0,7 3-6 16,0 4-10-16,3 1-45 0,6 1-53 0,-1 1-90 15,12 4-129-15,1 3-142 0,-3-1-277 16,0 4 55-16,-2-4 67 0,-6 7-390 0,-3-5-446 15</inkml:trace>
  <inkml:trace contextRef="#ctx0" brushRef="#br0" timeOffset="61354.96">19325 8590 3068 0,'-8'2'216'16,"4"3"-13"-16,-3 1 35 0,2 2 21 0,-3 4 8 15,2 1 7-15,-2 7-19 0,5 0-23 16,-1 2-14-16,0 11-25 0,2-2-25 0,4-8-18 16,0 0-34-16,0 0-54 0,3 3-60 15,-1-3-72-15,2-2-97 0,-3-1-112 0,4-1-99 16,-3-3-109-16,-1-6-129 16,3-2-9-16,-3-3 66 0,-1-1-373 0,-2-4-412 15</inkml:trace>
  <inkml:trace contextRef="#ctx0" brushRef="#br0" timeOffset="61707.11">19356 8760 2702 0,'-2'-21'81'0,"2"4"43"0,-5 2 32 0,5 3 23 16,0 2 4-16,0-1-6 0,2 1-12 15,7 0-8-15,-4 0-4 0,6 1-6 0,1 1-9 16,5 2-10-16,0 5-10 0,-2 1-7 16,6 3-4-16,1 4-9 0,-4 1-4 15,5 8 2-15,-3-1-1 0,-2 6 4 0,-6-1 20 16,-3-1 14-16,-7-2 17 0,-2 4 9 15,-3 1 20-15,-5 0 17 0,-6 7 17 0,3-3 6 16,0-3 7-16,5-5 0 0,-4-2-5 16,5-1-3-16,-1-4-3 0,5-1-7 15,-1 0-7-15,-1 0-201 0,3 3 0 0,0-2 0 16,3 3 0-16,-1-2 0 0,-1 3 0 16,1-1 0-16,-2 1 0 0,0 3 0 15,0-1 0-15,-2 3 0 0,-4-3 0 0,-1 5 0 16,-3-3 0-16,-4 6 0 0,1-3 0 15,4-5 0-15,-3 1 0 0,-1-3 0 0,4-3 0 16,1-2 0-16,0-1 0 0,1-2 0 16,1-6 0-16,6-1-98 0,0 0-728 0,0 0-121 15,2-18 78-15,9 0-985 0,2 3-1279 16</inkml:trace>
  <inkml:trace contextRef="#ctx0" brushRef="#br0" timeOffset="61970.71">19643 9044 5445 0,'8'-10'58'0,"-7"2"52"15,4-3 43-15,1 3 35 0,-3-1 25 0,7 3 9 16,2-3 1-16,-7 0-10 0,6 6-16 16,7-4-21-16,-5 6-5 0,2 1-19 0,2 3-15 15,1 2-12-15,-2 7-8 0,2 2-9 16,-2 10-3-16,-2 3-27 0,-8-2-78 16,-4 1 0-16,-6 11 0 0,-2-1 0 15,-6-1 0-15,3-2 0 0,-4-2 0 0,-1-2 0 0,1-2 0 16,3-8 0-16,5-3 0 15,-1-5 0-15,3-2 0 0,1-2 0 0,2 1 0 16,0-8 0-16,5 6 0 0,-5-6 0 16,20-4 0-16,-7-1 0 0,4-4 0 0,10-6 0 15,-3-5 0-15,3-3 0 0,1-9-543 16,-3 5-441-16,6-9 81 0,-1-4 111 16,-1 5-898-16,0-6-1125 0</inkml:trace>
  <inkml:trace contextRef="#ctx0" brushRef="#br0" timeOffset="62287.2">20213 8270 4924 0,'-19'-17'7'15,"2"3"60"-15,5 1 54 0,3 5 55 16,2 0 25-16,1 1-9 0,3 0-22 0,3 7 5 16,10-6-10-16,9 6 11 0,18 9-2 15,14 8-14-15,0 12-16 0,5 4-9 0,5 19-4 16,-14 8-1-16,-17-4 2 0,-6 8 0 15,-11 2 1-15,-7 5 6 0,-8 1 13 0,-3 3 15 16,-11 20-79-16,-2-3-88 0,2-5 0 16,0-16 0-16,-1-1 0 0,2-3 0 0,-4-2 0 15,2-1 0-15,-2-6 0 0,0-3 0 16,-4-5 0-16,-1-1 0 0,-1-4 0 16,-9-2 0-16,4-3 0 0,-10-1 0 15,0-4 0-15,-6-5 0 0,3-3 0 0,-2-3 0 16,9-9 0-16,0-4 0 0,-1-6 0 15,6-3 0-15,10-6-476 0,1-3-516 0,7-3 89 16,2 0 98-16,5 1-901 0,0 1-1139 16</inkml:trace>
  <inkml:trace contextRef="#ctx0" brushRef="#br0" timeOffset="62754.77">16247 10789 5034 0,'4'-16'41'0,"0"4"14"0,-2 2 5 0,0 3 4 0,0 2 11 0,-2 5 3 0,0 0 41 0,0 0 40 0,0 0 32 0,9 36-12 0,-7 1-7 15,-2 12 14-15,2 14 20 0,-2 2 9 16,2 2 5-16,3-1-12 0,2-3-7 0,2-5-4 15,2 0-7-15,9-5-8 16,-4-4-23-16,7-9-159 0,0-3 0 0,-1-12 0 0,-2-2 0 16,-1-7 0-16,-6-5 0 0,3-6 0 15,-1-1 0-15,-1-6 0 0,0-3 0 16,8-4 0-16,1-10 0 0,-3-1 0 16,1-4-80-16,1-4-430 0,-6 1-107 0,0-6-160 15,-7 3-79-15,1-5 87 0,-10 4-789 16,0-5-1002-16</inkml:trace>
  <inkml:trace contextRef="#ctx0" brushRef="#br0" timeOffset="62941.79">16227 10621 4716 0,'-23'-7'151'0,"3"0"29"16,7 1 42-16,1-1 65 15,5 4 28-15,2-2 4 0,1-1-23 0,2-2-29 16,6 0-27-16,7-5-26 0,16-7-22 15,3 1-38-15,16-3-28 0,5 1-62 0,4 4-76 16,1 0-100-16,3 2-141 0,0-1-179 16,-2 1-208-16,-1 0-223 0,-15 6 87 0,-1-1 83 15,-6 7-655-15,-7 1-802 0</inkml:trace>
  <inkml:trace contextRef="#ctx0" brushRef="#br0" timeOffset="63256.98">16850 10500 4007 0,'-4'-5'90'0,"4"5"19"0,0 0 15 0,0 0 9 16,0 0 45-16,0 0 46 0,0 0 29 15,9 29 19-15,-2-8 0 0,5 14-20 0,0 4-18 16,1 9-18-16,-3 2-17 0,-1 1-20 16,-1 0-32-16,-2-8-15 0,-4-2-11 15,-1-4-16-15,-1 0-16 0,2-6-21 16,-2-7-33-16,-2-5-40 0,2-2-46 0,0-2-53 16,0-2-64-16,0-4-85 0,0-4-103 15,0-5-81-15,0 0-78 0,0 0-115 16,0 0-89-16,0 0 62 0,-5-27-548 0,3 11-670 15</inkml:trace>
  <inkml:trace contextRef="#ctx0" brushRef="#br0" timeOffset="63639.83">16901 10533 3333 0,'2'-23'30'0,"2"6"30"0,0 0 0 16,-3 2 24-16,7 1 34 0,0 0 34 16,3-1 28-16,0 1 7 0,7 2 1 0,-1 4-3 15,-2 5-4-15,5 1 5 16,-4 5-3-16,5 4-6 0,4 8-10 0,-3 6-8 15,0 3-8-15,-5 3-1 0,-6 2-3 16,-1 2 14-16,-4-3 5 0,-2-4 12 0,-6 2 8 16,0-1 8-16,-3 8 2 0,-2-7-1 15,3-3-5-15,-1-4-17 0,1-3-9 0,2 1-2 16,-1-1-14-16,3-3-148 0,0 1 0 16,2-1 0-16,-1 0 0 0,1 2 0 0,4 2 0 15,1 2 0-15,0-1 0 0,4 5 0 16,0 3 0-16,1 1 0 0,-3-3 0 0,-2-3 0 15,1-1 0-15,-2 3 0 0,0-1 0 16,-3 3 0-16,-3-8 0 0,0 3 0 0,-1-1 0 16,-1-3 0-16,-2 1 0 15,2 0 0-15,-4-5 0 0,0 1 0 0,1-2 0 0,-3-3 0 16,3-3 0-16,-4-1 0 16,-2-4 0-16,11 0 0 0,-23-9 0 0,10-5 0 15,1-1 0-15,3-6 0 0,2 2 0 16,3-4-637-16,0 7-349 0,0 0 103 0,4 3-1050 15,0 3-1355-15</inkml:trace>
  <inkml:trace contextRef="#ctx0" brushRef="#br0" timeOffset="64022.35">17377 11068 5605 0,'8'-4'-30'0,"-4"1"29"0,-4 3 32 0,11-5 37 15,-3 3 32-15,-8 2 24 0,0 0 6 16,23-3 30-16,-13 4-9 0,-10-1-16 0,16 9-14 15,-6-2-4-15,2 1-11 0,-3 3-15 16,0 0-7-16,0 3-8 0,-4 2-7 0,1 3-7 16,-1 2-1-16,-1 1-9 15,-2-1 3-15,-2 4 4 0,0-4 9 0,-2 3 7 0,0-2 8 16,0-2 7-16,0 4 10 0,2-3 7 16,0-2 8-16,2 1 7 0,2 1-117 15,-2 2-5-15,6-2 0 0,-2 1 0 16,-1 1 0-16,1 0 0 0,4 8 0 0,-7-6 0 15,1-4 0-15,0 2 0 0,-2 1 0 0,0-3 0 16,-2-1 0-16,0 0 0 0,-4-2 0 16,4 2 0-16,-4-5 0 0,0 1 0 15,1 0 0-15,-4-3 0 0,0 0 0 0,1-5 0 16,-3-1 0-16,1-3 0 16,-1-2 0-16,9-2 0 0,-24-11 0 0,12-1 0 0,-8-15 0 15,2-15 0-15,-4-5-631 0,7-11-348 16,5-6 85-16,-1-6 96 0,3-5-865 0,4-3-1099 15</inkml:trace>
  <inkml:trace contextRef="#ctx0" brushRef="#br0" timeOffset="64355.29">17467 10303 4919 0,'-11'-10'61'0,"1"3"18"0,5 1 25 16,0 2 29-16,1 0 31 0,4 4 21 0,-5-8-7 15,5 8-9-15,0 0 9 16,14-8-14-16,1 5-13 0,11 3 6 0,12 3-17 0,7 5-18 16,-6 4-11-16,8 9-12 0,0 6-6 15,-10 10-7-15,-4 10-1 0,-6 9-7 16,-8 4 10-16,-4 4 17 0,-5 5 25 0,-4 4 21 16,-3 4 20-16,1 2-81 0,0-3-90 15,-3-3 0-15,1-1 0 0,0-1 0 16,5-3 0-16,-4-4 0 0,5-6 0 0,-5-4 0 15,3-11 0-15,-1-4 0 0,0-4 0 16,-1-7 0-16,-2-6 0 0,-2-3 0 0,0 0 0 16,-4-4 0-16,-3 3 0 0,0-5 0 15,2 3 0-15,-5-4 0 0,0-3 0 0,3 0 0 16,-4-6 0-16,0 0-701 0,0-3-268 16,11 0 85-16,-16-11 95 0,6 2-860 15,4-6-1086-15</inkml:trace>
  <inkml:trace contextRef="#ctx0" brushRef="#br0" timeOffset="64737.01">18465 10524 4860 0,'2'-8'52'0,"0"2"7"0,-2 6 37 0,0 0 53 16,0 0 54-16,21 23 37 0,-7 2 34 15,3 11 19-15,-3 10 3 0,-1 12 2 0,-4 5 8 16,-4 5-2-16,2 4-11 0,-5 1 8 16,0-1-134-16,1-2-167 0,3-4 0 15,-3 0 0-15,8-6 0 0,-4-4 0 0,2-6 0 16,0-13 0-16,4-2 0 0,-2-6 0 16,-6-5 0-16,3-5 0 0,0-5 0 0,-3-2 0 15,3 0 0-15,0-4 0 0,-1-3 0 16,5 3 0-16,0-3 0 0,0 2 0 0,4-1 0 15,5 1 0-15,-4 2 0 0,3 0 0 16,2-1 0-16,-5 0 0 0,-2-3 0 0,-1 3 0 16,-5-1 0-16,-2-4 0 15,6 1 0-15,-10-2 0 0,5 3 0 0,-8-5 0 0,0 0 0 16,0 0-704-16,0 0-262 16,-2-17 82-16,-4 5 89 0,1-5-852 0,-6-14-1084 15</inkml:trace>
  <inkml:trace contextRef="#ctx0" brushRef="#br0" timeOffset="64954.23">18510 10457 4928 0,'-22'-3'116'0,"8"1"30"0,0-1 30 15,5 0 40-15,1 1 19 16,8 2 14-16,-8-5-25 0,8 5-21 0,0-7-21 0,0 7-24 15,19-12-24-15,3 5-62 16,10-3-78-16,2 3-96 0,8 0-128 0,-5 0-159 16,4 2-210-16,-7 5-197 0,-5 0 75 15,9 2 84-15,-2 5-574 0,-4 3-673 0</inkml:trace>
  <inkml:trace contextRef="#ctx0" brushRef="#br0" timeOffset="65187.5">19209 10775 3781 0,'-18'3'234'16,"11"6"22"-16,-2 6 25 0,-5 12 39 16,5 6-8-16,0 2 4 0,-2 2-22 0,8 3-22 15,-1 3-24-15,2 0-30 0,2-3-21 16,0 3-29-16,4-1-50 0,0-4-58 0,-3-1-61 15,-1-5-74-15,0-7-97 16,-1-3-110-16,-1 3-115 0,-2-6-106 0,0-3-126 0,2-5-92 16,-1 1 60-16,-1-9-575 0,4-3-698 15</inkml:trace>
  <inkml:trace contextRef="#ctx0" brushRef="#br0" timeOffset="65537.22">19226 10944 3735 0,'3'-23'147'0,"0"3"24"0,1 5 26 15,-2 1 25-15,0 4 22 0,-1-1 16 0,1 2 8 16,4-2-16-16,-1 2-16 0,7-1-22 16,-1 3-19-16,0 2-22 0,3 1-16 0,-1 1-10 15,1 3-17-15,-14 0-11 0,31 11-26 16,-20-3-5-16,3 6-2 0,-5 2-10 0,-2 3 6 16,1 5-1-16,-7 1 16 0,-1 3 16 15,0 8 19-15,0 1 11 0,0-6 7 16,0-4 7-16,2 0-131 0,3-1-26 15,-1-1 0-15,-1-1 0 0,7 5 0 0,-5-3 0 16,3-6 0-16,-2 1 0 0,-1-2 0 16,1-1 0-16,0 3 0 0,-2 0 0 0,-2 1 0 15,-2-1 0-15,0-3 0 0,-5 5 0 16,4-2 0-16,-5-1 0 0,-1-1 0 0,-3 1 0 16,0-2 0-16,-1-2 0 0,0 0 0 15,-3-4 0-15,3-2 0 0,-1-3 0 0,1-2 0 16,4-3 0-16,7-2 0 0,-22-9 0 15,17-3 0-15,-1-5-479 0,4-3-528 16,4-4 110-16,8-7-1078 0,2-1-1394 16</inkml:trace>
  <inkml:trace contextRef="#ctx0" brushRef="#br0" timeOffset="65903.75">19624 11293 5844 0,'0'0'75'0,"0"0"44"0,0 0 50 16,0 0 49-16,0 0 35 0,-8 11 20 15,8-11 4-15,-1 17-16 0,1-9-21 0,1 0-23 16,1 2-20-16,4-1-149 0,0-1-48 16,5 1 0-16,-1-2 0 0,0-4 0 15,1-1 0-15,2 0 0 0,1-4 0 0,-1-2 0 16,0 2 0-16,0-4 0 0,1 0 0 16,-1-3 0-16,-4 3 0 0,3 0 0 15,-6 2 0-15,1 1 0 0,-7 3 0 0,11-7 0 16,-11 7 0-16,9-3 0 0,-9 3 0 15,0 0 0-15,11 13 0 0,-7 1 0 0,-3 1 0 16,-1 7 0-16,0 4 0 0,0 12 0 16,-1 3 0-16,-1-1 0 0,0 1 0 0,0 1 0 15,0-5 0-15,-2 2 0 0,3-10 0 16,-5 4 0-16,2-7 0 0,4-9 0 0,-1-2 0 16,-6-1 0-16,7-2 0 0,-2-4 0 15,2-1 0-15,-2-2 0 0,2-5 0 16,0 0-129-16,0 0-725 0,0 0-94 15,0 0 93-15,0 0-983 0,-14-22-1265 0</inkml:trace>
  <inkml:trace contextRef="#ctx0" brushRef="#br0" timeOffset="66403.53">19876 10533 4826 0,'-5'-9'-108'0,"-4"1"66"0,6 2 29 0,-3 0 45 0,0 0 51 0,5 3 48 0,1 3 38 0,-6-6 26 0,6 6 4 16,-5-8-6-16,5 8 11 0,0 0-2 16,14-6-14-16,-1 2-11 0,8 2-21 15,8 1-14-15,2 1-12 0,10 3-15 16,4 2-10-16,-8 9-16 0,7 6-2 0,-7 6-6 16,-9 14 4-16,-5 5 8 0,-10 8 5 15,-3 5 8-15,-9 10 14 0,-1 3 20 0,-5 2 14 16,-1 4-100-16,-4-2-54 0,3 0 0 15,-2 0 0-15,1 0 0 0,0-3 0 0,1-4 0 16,-3-3 0-16,1-2 0 0,3-6 0 16,-4-4 0-16,5-10 0 0,-1-2 0 0,0-5 0 15,0 2 0-15,1-6 0 0,-1-8 0 16,2-4 0-16,3-3 0 0,-1-3 0 0,-2-2 0 16,-1-1 0-16,4 1 0 15,-3-1 0-15,-2-3 0 0,3 0 0 0,-5 3 0 16,5-4 0-16,-6-3 0 0,2 2 0 15,0-3-498-15,-6 3-499 0,6-5 100 0,7-1-1075 16,0 0-1391-16</inkml:trace>
  <inkml:trace contextRef="#ctx0" brushRef="#br0" timeOffset="67038.5">20926 8074 5280 0,'-12'-10'-162'0,"7"-1"33"0,-1 3 45 0,5-1 45 0,-2 2 33 0,3 0 23 0,3 0 20 0,2-2 16 0,6 0 2 16,7-2-6-16,6 7-6 15,13-1-6-15,2 6-2 0,17 12-6 0,-3 14 1 16,14 22-1-16,-10 17 1 0,-8 17 8 16,-8 16 8-16,-12 8 24 0,-13 14 21 0,-5 9 13 15,-4 12 13-15,-9 7 9 16,-5 11 3-16,4 1 5 0,-5 50 5 0,6-51 8 0,1 2 8 16,2 2 18-16,9 44 33 15,11-11 31-15,0-49 21 0,13 40 7 0,12-14-3 16,-9-39-72-16,0-6-190 0,-1-8 0 15,-1-6 0-15,-9-10 0 0,-6-11 0 0,-11-26 0 16,-7-4 0-16,-8-6 0 0,-8-3 0 16,-6-7 0-16,-7-2 0 0,-9-5 0 0,-4-7 0 15,-9-2 0-15,-7-5 0 0,-5-4 0 16,-3-1 0-16,-4-3 0 0,5-4 0 0,4 2 0 16,12-3 0-16,15-4 0 0,3-3 0 15,12-2 0-15,4 0 0 0,2-1 0 0,0-2 0 16,4-2 0-16,7 0 0 0,-16-7-169 15,7 0-842-15,4-4 72 0,-6 0 104 16,0-5-946-16,0 2-1211 0</inkml:trace>
  <inkml:trace contextRef="#ctx0" brushRef="#br0" timeOffset="69053.17">6521 13911 2967 0,'2'-14'21'0,"-2"2"1"0,0 3 2 0,-4 4-16 0,0-3 2 0,-2 1 4 0,-5-2 17 0,-2 2 7 15,-10 1 2-15,-2-1 17 0,-15 5 9 16,-6 6 0-16,-10 9 7 0,-6 8 10 16,1 8 12-16,-11 14 0 0,7 3-5 0,17-3 20 15,10 0-10-15,9-1 20 0,8 3 5 16,12-7 12-16,9-1 12 0,9 2 5 0,12 2-8 16,10-3-13-16,9-6-10 0,2-4-15 15,5-6-12-15,-1-5-6 0,-6-5-8 16,0-4-11-16,1-3-12 0,-2-3-27 0,-5-2-42 15,-3-2-67-15,7-3-103 0,1-2-158 16,-1-4-211-16,-6-1-166 0,0-4 81 16,-5 1-431-16,0-4-538 0</inkml:trace>
  <inkml:trace contextRef="#ctx0" brushRef="#br0" timeOffset="69238.77">6879 14071 2979 0,'0'0'115'15,"-10"-12"20"-15,10 12 1 0,-7-6-13 0,7 6-2 16,-8-7 18-16,8 7 7 0,-3-6-3 16,3 6-13-16,0 0-18 0,9-14-7 0,6 9-28 15,4 0-59-15,2-1-88 16,6 3-131-16,0-3-160 0,9 2-266 0,-7 0 39 16,-7 4 66-16,-3 0-196 0,3 7-210 15</inkml:trace>
  <inkml:trace contextRef="#ctx0" brushRef="#br0" timeOffset="69402.07">6944 14326 1978 0,'-18'14'97'0,"7"-4"29"0,1-1 20 16,3-1 19-16,1-3 25 0,1-1 23 15,5-4 23-15,-8 8 21 0,8-8-1 0,0 0-18 16,0 0-23-16,0 0-25 0,29-2-18 16,-9-3-18-16,3 0-33 0,10-5-50 0,-1-1-61 15,0-2-76-15,-1 3-124 0,1-2-111 16,1 1-169-16,-8 3-168 0,-4 0 58 15,-3 3-301-15,0 0-364 0</inkml:trace>
  <inkml:trace contextRef="#ctx0" brushRef="#br0" timeOffset="70553.52">7988 13892 2392 0,'18'-26'49'0,"-4"-3"32"0,0 0 26 0,1 3 11 0,-3 8 11 0,-5 1 11 0,-1 6-8 0,-1 3-3 0,-3 1-6 0,2 4 36 0,-4 3 28 15,0 0 17-15,-2 32-11 0,-3 2-16 16,-5 14-15-16,-4 8-11 0,3 2-15 0,-1 1-16 16,-2 1-8-16,1 2-13 0,-1-6-11 15,6 0-7-15,-3-8-11 0,5-9-7 16,0-6-6-16,1-6-3 0,3-8-5 16,-2-4-2-16,2-3-3 0,2-5-5 0,-1-4-3 15,1-3-6-15,0 0-1 0,0 0-9 16,-4-25 5-16,8-1-11 0,-1-12 5 15,7-15-9-15,5-6-7 0,0-9 4 0,8-16-6 16,6 5 2-16,-2 19 0 0,-1 7-1 16,0 3 0-16,1 8-1 0,-6 16-2 0,2 2-1 15,-6 8-5-15,1 7 5 0,-4 5-1 16,2 4 1-16,3 4 3 0,0 5 5 0,11 11-4 16,-1 0 5-16,7 10-2 15,1 1 4-15,3 5-2 0,-1 0 1 0,-1-2-3 16,1 1 2-16,-5-4-2 0,0-3-1 15,-7-9 3-15,-2 2-4 0,-8-7-2 0,-1-1 6 16,-7-5-1-16,0 2-1 0,-1-3 9 16,-2-3 20-16,-1 1 11 0,-5-5 3 15,0 0-14-15,0 0 6 0,0 0-2 0,-30 1 0 16,5-4-11-16,-13-4 3 0,-2 2-3 16,-2-2-3-16,-2-2-1 0,0 1-7 0,4-1 7 15,6 3-14-15,9 0 5 0,4 0 0 16,6 2-11-16,1 1-25 0,5-1-31 0,0 3-50 15,3-4-57-15,6 5-91 0,-13 0-96 16,13 0-142-16,0 0-262 0,0 0 58 0,0 0 90 16,0 0-419-16,0 0-496 15</inkml:trace>
  <inkml:trace contextRef="#ctx0" brushRef="#br0" timeOffset="70737.28">8901 13933 3177 0,'-4'-14'173'0,"0"4"7"0,1 3 9 0,-3 1-9 0,2 2-9 0,-2-3-15 0,6 7-24 0,-6-9-10 0,6 9-14 15,-3-5-33-15,3 5-62 0,0 0-84 16,0 0-144-16,0 0-216 0,0 0-216 16,0 0 62-16,15 23 77 0,-7-17-247 0,1 5-245 15</inkml:trace>
  <inkml:trace contextRef="#ctx0" brushRef="#br0" timeOffset="70936.88">9091 13774 2194 0,'-2'-12'174'16,"2"3"11"-16,-2 3-23 0,2 6-11 16,0 0-3-16,0 0 5 0,0 0 13 0,0 0-17 15,18 20-13-15,-13-7-13 16,3 8-12-16,2 10-13 0,-1 2-9 0,-5 2-12 15,3 0-41-15,-5-6-56 0,3-6-74 16,-1 2-85-16,-4-7-107 0,1-1-135 0,-1-2-142 16,0-5 37-16,0-3-176 0,0-2-195 15</inkml:trace>
  <inkml:trace contextRef="#ctx0" brushRef="#br0" timeOffset="71269.82">9202 13704 1952 0,'5'-27'47'16,"-1"5"28"-16,1 7 10 0,-1 4-5 15,-3 1-3-15,5 2 7 0,1 1 2 16,1 5 6-16,-8 2-6 0,21 2 4 16,-5 5-12-16,0 1 9 0,0 6-6 0,6 7 6 15,-2 4 11-15,-7 4 14 0,-2 4 3 16,-5 2 16-16,-2 0 8 0,-4 6 12 16,-4-1-6-16,0-3-7 0,1-2-12 0,3-6-1 15,1-6 16-15,5 1 5 0,3-5-6 16,9 2-14-16,1 0-12 0,3-4-12 0,1-3-12 15,-5-4-5-15,0 0-10 0,2 1-8 16,-4 1-7-16,0-4-7 0,-3 3-4 16,1-3 7-16,-5 4 9 0,0-1 9 15,-6 1 11-15,-1-1 5 0,-4 1 3 0,-2 3-8 16,-7-1-10-16,-4 2-4 0,-6 3-6 16,-8 0-10-16,-2-3-4 0,-3 1-10 15,-4-4-21-15,0-1-59 0,-2 2-73 0,0-2-131 16,-1 0-187-16,2 0-252 0,-11 2-86 15,5 1 78-15,-3 0-527 0,2 4-679 0</inkml:trace>
  <inkml:trace contextRef="#ctx0" brushRef="#br0" timeOffset="71553.07">7672 15118 3713 0,'-32'-2'127'16,"5"1"-3"-16,8-2-7 0,2 3 55 15,5-4 80-15,6-2 29 0,6 6-33 16,23-23-21-16,26-5-2 0,41-6-3 0,32-6-20 16,21 1-20-16,56-12-11 0,0 5-24 15,0 7-8-15,-43 12-16 0,2 2-30 0,-4 2-41 16,-9-1-42-16,-13 4-38 0,-7 2-34 16,-18 3-28-16,-31 3-21 0,-12 2-27 0,-19 2-8 15,-5 4 3-15,-11-1 5 0,-12 1-2 16,-4 1-2-16,-5 0-5 0,-8 3-38 15,0 0-77-15,0 0-103 0,0 0-170 16,0 0-140-16,-48 0 58 0,25 4-371 16,-2 0-463-16</inkml:trace>
  <inkml:trace contextRef="#ctx0" brushRef="#br0" timeOffset="74218.82">10676 13902 3380 0,'-25'0'198'0,"5"4"-70"0,7-3-56 0,3-1 21 0,10 0-6 0,-11 0 10 0,11 0 10 15,0 0 1-15,0 0 4 0,0 0-8 0,44-7-10 16,-8 1-16-16,6 4 2 0,2 0-9 16,2 2-11-16,-7 2-8 0,6-2-35 15,-8 2-45-15,-2 0-76 0,-9 2-112 16,-1 0-128-16,-5-2-197 0,-4 3-88 0,-2-4 64 16,-4 1-289-16,-7 1-339 0</inkml:trace>
  <inkml:trace contextRef="#ctx0" brushRef="#br0" timeOffset="74402.48">10826 14091 2638 0,'-12'5'136'0,"7"-1"-7"16,5-4-6-16,-12 5 17 0,12-5 30 15,0 0 26-15,-12 3 16 0,12-3 6 16,0 0-12-16,0 0-20 0,0 0-16 0,0 0-20 16,33 3-14-16,-12-1-11 0,4-2-17 0,4 2-28 15,-1-2-53-15,12 2-68 0,-4-2-110 16,-6 0-140-16,1 0-183 0,-1-2-200 15,-1 0 60-15,-6-2-374 0,-2 3-465 16</inkml:trace>
  <inkml:trace contextRef="#ctx0" brushRef="#br0" timeOffset="77234.75">12313 14410 2755 0,'7'-16'-11'0,"2"1"27"0,3 1 13 0,3-1 12 0,8-6 26 0,6-1 37 15,-1 2 34-15,5 3 19 0,-7 1 5 16,3 3-6-16,-7 5-13 0,0 4-5 0,-8 4 2 16,0 4 17-16,-1 4 10 0,-1 1-3 15,-3 7 8-15,-1 2 4 0,-5 5-4 0,0-1-2 16,-1 4-8-16,0-2-14 0,2 2-16 15,-1 6-7-15,7-3-14 0,3-1-3 16,-2-3-8-16,7-3-6 0,0-5-9 0,0-5-5 16,2-6-12-16,5 1 1 15,-2-7-19-15,6-3-20 0,9-7-28 0,6-6-33 16,2-9-25-16,2-4-29 0,-5-6-25 16,1-7-14-16,-2-2-4 0,-1 1 11 0,-2-2 14 15,-5 6 6-15,1 4 8 0,-10 13 12 16,-7 2 11-16,-2 1 4 0,-7 9 12 0,0 3 8 15,0 4 18-15,-9 3 14 0,0 0 12 16,0 0 15-16,5 20 2 0,-9-6 9 0,-3 4-1 16,-5 10-6-16,-3 1 2 0,0 2-6 15,-4 0 1-15,0 9-3 0,-4-1-1 16,4-8-1-16,0 0-3 0,-3-2-6 0,-1 0 0 16,5-3 0-16,-2-4-8 0,4-6-13 15,0-6-14-15,5-3-9 0,-3-5-9 16,3-2 0-16,11 0 3 0,-25-19 9 15,10-4 2-15,1-7 4 0,5-5 2 0,6-5 9 16,3 3 19-16,0-1 16 0,1 9 11 16,3 4 17-16,2 1 6 0,-1 5-9 0,5 3-8 15,-2 3 6-15,1 1-3 0,5 6-5 16,-3 0 0-16,7 3-3 0,-4 1-1 16,4 2-4-16,-2 2-2 0,6-2-2 15,-1 5-9-15,-1-1-27 0,2-1-27 16,-3 0-25-16,1-1-15 0,0 0-18 0,-7 2 8 0,-1-2 8 15,-1-2 9-15,-11 0 13 16,0 0 7-16,23-6 14 0,-18-2 19 0,-1-1 25 0,3-3 19 16,2-4 18-16,-6 1 21 15,3-2 21-15,1 0 21 0,2 1 21 0,-2 2 6 16,-1 3-6-16,-1 2-14 0,3 6 0 16,-8 3 17-16,17 0 10 0,-17 0-14 0,21 15 21 15,-11-3 4-15,-3 5 5 0,3 2 11 16,-2 2-11-16,-5 1-14 0,3-2-7 15,-3 3-3-15,1-4-12 0,0-3-12 0,0 1-5 16,2 0 7-16,1-5-5 0,4 5-8 16,3-7-8-16,3-3-8 0,4-2-10 15,0-3-18-15,8-2-37 0,9-4-70 16,2-2-81-16,-1 2-70 0,-3-1-85 0,-10 0-111 16,-4 2-113-16,0 3-147 0,-8 0-169 15,-3 3 76-15,-6 0-676 0,3 3-885 0</inkml:trace>
  <inkml:trace contextRef="#ctx0" brushRef="#br0" timeOffset="77667.83">13591 13319 3758 0,'-57'-23'-96'0,"-13"2"28"0,-14 14 29 0,-31 14 23 0,-9 20 28 16,-12 17 28-16,-45 31 45 0,5 15 31 0,-1 16 28 16,-3 22 22-16,8 17 19 0,7 11 24 15,26 7-7-15,29-3-17 0,31-3-12 0,45-32-10 16,28 1 2-16,29-6-18 0,26-6 5 16,52 13-7-16,35-24-9 0,29-19-12 0,25-22-21 15,7-17-4-15,-30-23-17 0,5-17-9 16,4-15-11-16,41-23-25 0,-15-14-15 15,-20-17-12-15,-61 4-2 0,23-34-2 16,-22-13 7-16,-45 11-6 0,11-40-2 16,-33 17 1-16,-13-12-2 0,-12-9-4 0,-14-7 18 0,-14-6-2 15,-14-1-5-15,-19-38 5 16,-17 16-11-16,-22 11 3 0,-11 26-1 0,2 44-7 16,-16 18 3-16,-11 22-6 0,-12 22-2 15,-14 25-16-15,-7 23-17 0,-10 21-21 0,-46 32-35 16,7 24-49-16,9 12-95 0,12 10-105 15,12 9-106-15,18-2-191 0,16 3-88 0,36-35 85 16,3-2-481-16,9-4-593 0</inkml:trace>
  <inkml:trace contextRef="#ctx0" brushRef="#br0" timeOffset="79934.21">24712 2141 2126 0,'0'-20'122'0,"0"5"-3"0,2 1-9 0,-2 3-6 0,0 1-5 0,0 2-20 0,0 5-16 16,0 3-10-16,0 0 15 0,0 0 57 16,0 29 49-16,-7 25 43 0,-2 20 29 15,-13 38 11-15,-6 7 5 0,-8 11-29 16,-18 42-1-16,-3 3 31 0,0-12 1 0,15-38-12 15,-4-1 8-15,8-5-17 0,0-5 1 16,9-6-12-16,10-11-5 0,10-19 9 0,9-7-6 16,5-8-6-16,13-5-12 0,2-7-14 15,5-8-20-15,6-7-16 0,5-9-85 0,-4-8-77 16,7-7 0-16,-1-3 0 0,5-6 0 16,0 1 0-16,-2-4 0 0,-7-2 0 0,-3 0 0 15,-4 0 0-15,-6 1 0 0,0 0 0 16,-6 1 0-16,2-3 0 0,-4 3 0 15,-3 0 0-15,-10 0 0 0,15-3-117 16,-7 1-236-16,-1-5-108 0,0 1-118 0,-4-5-127 16,1-6-135-16,0 0 72 0,-1-17-716 15,3-4-931-15</inkml:trace>
  <inkml:trace contextRef="#ctx0" brushRef="#br0" timeOffset="80135.53">24726 2285 4309 0,'-14'-17'-32'16,"2"4"11"-16,1 2 10 0,6 2 21 15,-3 4 22-15,5-1 19 0,-1 0-14 0,4 6 10 0,0 0-7 16,9-12-5-16,6 12 6 16,12 4-11-16,13 3-41 0,18 6-70 0,-2-2-78 15,8 4-121-15,-3 2-226 0,-5-2-123 16,1-1 69-16,-5 1-237 0,-14-5-284 0</inkml:trace>
  <inkml:trace contextRef="#ctx0" brushRef="#br0" timeOffset="80718.89">27398 1985 2546 0,'-14'-7'183'0,"5"-1"-15"0,2 2-13 16,2 3 15-16,3-2 37 0,2 5 24 16,-4-9-14-16,12 1-23 0,2-1-22 15,8-3-17-15,15 2-13 0,4 1-15 16,2 8-14-16,5 6-14 0,9 10-12 15,-1 11-2-15,-7 14-8 0,5 22-2 0,-10 13-5 0,-13 10-2 16,-15 10-2-16,-10-15-5 16,-12 25 0-16,-5 3 2 0,-10 4 14 0,-2 0 16 15,2 4 43-15,1-3 30 0,-3-1 4 16,8-1-7-16,-1-3 19 0,8-3 2 0,0-8-4 16,6-18-13-16,-1-4-20 0,1-1-17 15,1-5-9-15,-1-8-11 0,-4-4-7 16,-5-7-5-16,-3-6-4 0,4-11-9 0,-8-4-6 15,1-2-2-15,-4-6-40 16,1-2-37-16,1-8 0 0,2-4 0 0,-2-1 0 0,-1-3 0 16,4-3 0-16,-5-3-87 15,2-1-138-15,5-3-92 0,-2 1-138 0,-5-12-171 16,9-2-262-16,2-1 73 0,5 1 90 16,5-2-654-16,4-2-831 0</inkml:trace>
  <inkml:trace contextRef="#ctx0" brushRef="#br0" timeOffset="81217.92">28252 3691 3965 0,'14'-11'-70'0,"0"2"2"0,-3 2 4 0,-1 5 13 0,-2 2 11 0,-8 0 30 0,13 12 21 16,-8-2 35-16,-5 9 11 0,-1 5 19 16,-7 12 10-16,-6 11 21 0,0 6 28 15,-11-3 27-15,0-1 34 0,-2 2 11 0,3-4 8 16,3-2-6-16,5-11-4 0,7 2-7 15,3-4-10-15,4-4-7 0,6-8-18 16,1-1-8-16,8-1-16 0,-1-5-25 16,8-2-7-16,0-6-16 0,3-1-36 0,-1-4-10 15,-2 0-8-15,1-6-4 0,-1-4-5 16,-6-3-2-16,-2-1 6 0,-4-9-11 0,-8-3 8 16,-6-12 1-16,-10-9 20 0,-9-1-12 15,-3 0 17-15,-8-1 7 0,-4 6 18 0,-1 3 15 16,2 4 3-16,3 3 4 15,11 11 5-15,4 1-4 0,6 5-4 0,4 5-3 16,5 1-12-16,1 2-12 0,7 0-68 0,10-1-4 16,7 1 0-16,16-5-63 15,16 1-146-15,2 0-99 0,5 0-108 0,-1 1-101 16,2 0-104-16,4 1-191 0,-4 0 22 16,4 1 87-16,-2 1-573 0,2-1-736 0</inkml:trace>
  <inkml:trace contextRef="#ctx0" brushRef="#br0" timeOffset="81817.06">29080 3589 3753 0,'0'0'19'0,"4"8"46"16,-4-8 52-16,-17 21 57 0,-2 3 43 16,-4 1 48-16,-11 11 37 0,-2 0 11 0,0 4-19 15,2-1-26-15,-3 2-26 0,6 2-40 16,2 0-20-16,5-1-13 0,-1-4-20 0,4 0-22 16,6-8-38-16,0-3-59 15,6-8-55-15,-2-2-42 0,6-5-55 0,-3-3-39 16,3-3-65-16,-1 0-50 0,6-6-28 15,-14-4 2-15,14 4 19 0,-9-22 35 0,7 2 23 16,2-3 37-16,2-18 37 0,6-13 35 16,5-5 35-16,4 0 41 0,3 5 52 0,-4 3 64 15,0 17 47-15,-5 5 11 0,-2 9 0 16,-1 4 11-16,0 8 24 0,1 4 31 16,-1 4 7-16,-8 0-5 0,24 5-22 0,-6 2-14 15,7 7-15-15,4-1-20 16,1 2-15-16,-1-1 0 0,-1 1-20 0,3-5-21 0,-1 4-23 15,-6-6-13-15,-1 0-14 16,-1 0-4-16,-8-1-23 0,-2 1-14 0,0 3 5 16,-5 0 0-16,-7 1-4 0,-4 4 6 15,-5 3 14-15,-9 5-3 0,-10 12 18 0,-1-2 16 16,-1 2 11-16,2-1 23 0,3-8 19 16,4-3 25-16,-1 2 5 0,10-4 8 0,2-5 7 15,2-2 5-15,2-3-8 0,6-2-7 16,0-5-11-16,6 2-7 0,4-2-15 0,7-1-35 15,4 0-56-15,6-6 0 0,2 0 0 16,7-5 0-16,0-2 0 0,-4 0 0 16,-5-7 0-16,-2-3 0 0,-9-2 0 15,-4-1 0-15,-6 4 0 0,-4-3 0 16,-6-3 0-16,-5-9 0 0,-3 3 0 0,-5 2 0 16,-2 2 0-16,-3 2 0 0,6 6 0 15,-2 0 0-15,5 7 0 0,3-2 0 0,1 5 0 16,3-2 0-16,1 5 0 0,-1-2 0 15,4 0 0-15,4 0 0 0,4 0 0 0,-1-2 0 16,10 3 0-16,5-1-156 0,1 2-340 16,4-1-147-16,-1 4-206 0,3 1-15 0,-4 1 100 15,2 1-739-15,0 1-949 0</inkml:trace>
  <inkml:trace contextRef="#ctx0" brushRef="#br0" timeOffset="82750.05">25216 2419 4291 0,'-2'-18'-112'0,"0"2"9"0,-1 4 16 0,3 2 8 0,0 3 6 16,0-1 8-16,0 8 6 0,-1-8 8 15,1 8 24-15,0 0 37 0,0 0 42 16,1 31 28-16,-2 4 21 0,-5 19 44 0,-3 6 10 16,-7 2 24-16,-1 2 11 0,-4-1 29 15,3 2 11-15,-3-3 26 0,3-6-3 16,5 0-8-16,1-2 6 0,5-4 3 0,3-9-2 15,8-4-6-15,-1-4-12 16,7 0-12-16,3-4-20 0,5-6-18 0,-1 1-18 0,4-7-16 16,-5 0-17-16,2-7-11 15,0-2-97-15,-4-1-25 0,0-1 0 0,1-5 0 16,1-1-42-16,-2-3-206 0,10-4-111 16,-6-4-132-16,1-5-161 0,-1-13-248 0,-1-2 80 15,-3-4 99-15,-2-12-625 0,-2-7-802 16</inkml:trace>
  <inkml:trace contextRef="#ctx0" brushRef="#br0" timeOffset="82918.83">25101 2373 3954 0,'-15'-13'2'16,"4"-1"27"-16,1 6 27 0,2 1 45 0,2 3 28 16,3 0 20-16,-1-2 1 0,4 6-17 15,-2-8-11-15,2 8-15 0,15-8-12 16,3 5-23-16,16-5-53 0,5 6-58 15,10-2-73-15,17 5-109 0,2-2-124 0,9-3-218 16,3-3-98-16,0 1 71 0,-5-8-290 16,-9 2-363-16</inkml:trace>
  <inkml:trace contextRef="#ctx0" brushRef="#br0" timeOffset="83167.16">26027 2123 2703 0,'0'0'119'0,"0"0"-5"0,0 0 21 16,0 0 18-16,-6-13 22 0,6 13 8 0,0 0-13 15,0 0 1-15,0 0 19 16,0 0-3-16,25 29-7 0,6 6-5 0,3 6-9 16,4 3-13-16,-6 4-24 0,5 5-7 15,-4 5-1-15,-7 0 7 0,-5 2-11 16,-7-2 0-16,-7-4-9 0,-5-7-8 0,-4-2-6 16,-5 4 6-16,-5 1-5 0,-5-5-10 15,-4-4-7-15,-2-3-9 0,-3-2-18 0,-1-4-17 16,2-6-43-16,-2-4-63 0,2-3-77 15,0 1-117-15,-2-2-150 0,9-5-206 0,-1-7-144 16,2 1 79-16,-1 0-515 16,-1-3-667-16</inkml:trace>
  <inkml:trace contextRef="#ctx0" brushRef="#br0" timeOffset="83483.56">24693 3976 3658 0,'3'-12'140'0,"-3"3"4"16,-3 3-6-16,3 6-1 0,0-11 10 16,0 11 29-16,0 0 35 0,0 0 39 15,10 28-18-15,-6-10 12 0,0 14 0 16,-1 4 8-16,3 1-2 0,-3 3-9 0,4-3-8 15,-1-1-14-15,1 3-10 0,0-6-6 16,7 0-15-16,1-6-17 0,1-2-17 0,-2-3-13 16,6-7-15-16,-4-3-43 0,2-3-83 15,1-4 0-15,-2-2 0 0,2-4-17 16,-2-3-206-16,2-4-107 0,1-1-135 0,-2-10-169 16,4-3-226-16,-5-2 39 0,-4-9 93 15,-6-1-671-15,-7-6-851 0</inkml:trace>
  <inkml:trace contextRef="#ctx0" brushRef="#br0" timeOffset="83666.89">24949 3710 4093 0,'-6'-10'94'15,"-2"-1"3"-15,2 6 10 0,5-1 46 16,1 6 54-16,-4-8 53 0,4 8 26 16,-4-6-1-16,4 6-24 0,0 0-25 0,4-12-25 15,5 9-19-15,5-3-20 0,5 1-37 16,4 0-87-16,3 2-92 0,12-1-106 0,5 2-135 15,-9 2-159-15,8 2-195 0,-6 2-151 16,-6 1 81-16,-7 1-575 0,0 0-744 0</inkml:trace>
</inkml:ink>
</file>

<file path=ppt/ink/ink16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5-09-21T03:23:15.602"/>
    </inkml:context>
    <inkml:brush xml:id="br0">
      <inkml:brushProperty name="width" value="0.05292" units="cm"/>
      <inkml:brushProperty name="height" value="0.05292" units="cm"/>
      <inkml:brushProperty name="color" value="#FF0000"/>
    </inkml:brush>
  </inkml:definitions>
  <inkml:trace contextRef="#ctx0" brushRef="#br0">5981 8956 1891 0,'0'0'147'0,"8"-4"-29"0,-8 4-10 0,8-5-17 0,-8 5 4 0,0 0 6 0,4-5 6 0,-4 5-7 0,0 0 12 16,4-7 1-16,-4 7-6 16,1-7 1-16,-1 7-7 0,-1-9-4 0,1 9-4 15,0-10-8-15,0 4-3 0,0 6-15 16,-4-11 3-16,2 5-1 0,-3-2-2 0,2 2-10 15,-5-3-8-15,3 3-2 0,-4-2-4 16,-4 2-8-16,-3-4 0 0,-2 5-3 0,2 3-9 16,-7-4-1-16,-2 4 0 15,-2 0-2-15,-2 4-3 0,-7 2-6 0,0 2 3 0,0-1-6 16,-1 5 7-16,3-2-6 16,3 2 1-16,-1 3-3 0,3-3 3 0,1 4-3 15,6-3 3-15,-5 3-9 0,6-2 3 16,-2 5-6-16,4-2 7 0,3-3-6 15,0 2 5-15,-2 7 2 0,2 1-6 0,2-2 5 16,4-3 0-16,0 1-7 0,3 2 7 16,1 1-8-16,-1 2 7 0,0-2-2 0,2 2-4 15,1-1 3-15,2-1 0 0,-1-2 4 16,-1 3-7-16,2-5 9 0,0 2-5 0,2 1 1 16,-1-3-2-16,1-1-5 15,-2 3 5-15,2-4 5 0,2 5 4 0,-1-3 5 0,1 0 2 16,2 5 1-16,1-3-2 0,-1 1 0 15,3 3 0-15,2-3 0 0,-4 1-2 16,3 0-1-16,-1-3-1 0,1 1-3 16,-2 0 1-16,1-2-4 0,-1-2 5 0,-1 2-4 15,2-2 2-15,0-1-5 0,-3-1 2 16,3 3 0-16,-1-1 2 0,2 4 1 0,-2-1 25 16,1 5 6-16,-1-1-5 15,-3 2 5-15,4 8-5 0,-2 2 16 0,-1-9-2 16,-2 1-1-16,0-2 0 0,-2 0 1 15,-2 0 15-15,2 0 0 0,-4 0-4 0,-3 6-1 16,-3 3-2-16,1-1-1 0,-6 2 1 16,-6 7-5-16,-3 0-2 0,-1-2-6 15,-1 2-1-15,-3-2-4 0,-2-1-6 0,-1-4-4 16,0 1 0-16,0-5-3 0,3-5-3 16,-2 6 1-16,3-12-8 0,4 4 1 0,-3-7-2 15,4 3 1-15,-2-2-4 0,5-3 0 16,6-4 2-16,1-2-4 0,1-1-3 0,3 0 4 15,-2-1-1-15,6-4 13 0,-3 2 15 16,5-1 3-16,3-3 5 0,-8 5-8 0,8-5-4 16,0 0 2-16,0 0-5 15,0 0-8-15,23-10 0 0,-10 8-2 0,2 0-4 0,6-1-2 16,-1 3-5-16,0 0 3 16,3 4 1-16,0-1-7 0,0 4-5 0,-4 2 8 15,6 6-5-15,-4 3 4 0,-1 7-2 16,-4 0 9-16,-3 10-8 0,1 0 9 0,-1 13-4 15,-3 4 2-15,1 5-1 0,-4 5 0 16,1 3-3-16,2 4 0 0,-3 2-2 16,1 0 1-16,0 4 3 0,-2 3-7 0,-3 2 2 15,-1 3-1-15,0-1 1 0,-6 20 2 16,-5 0 0-16,-1 1-2 0,-3 0-2 0,-1-2 4 16,-1-2 11-16,-4 1 3 15,2 1-5-15,0-2 9 0,0 3-1 0,1-1 23 0,5-1 9 16,-1 1 4-16,1-1-6 0,4-1-4 15,0 0 13-15,2-19-1 0,3 1-6 16,0 0 2-16,2-4-6 0,0 1-2 16,4-6-6-16,1 1-7 0,0 0-2 0,2-4-5 15,1 2-2-15,-1-7-4 0,5-4-5 16,-1-6 2-16,0-3 4 0,1-14-2 0,1-3 2 16,3-5 8-16,3-3 0 0,0-3 4 15,2-4 7-15,6-2-1 0,4-5 11 0,-8-3-29 16,11-1-28-16,-4-4 0 15,-4-1 0-15,-1 0 0 0,-4-1 0 0,-4 0 0 16,0-1 0-16,-4-1 0 0,1 2 0 0,-1 0 0 16,-3-2 0-16,-10 0 0 0,17 2 0 15,-17-2 0-15,12 0 0 0,-12 0 0 16,0 0 0-16,17-2 0 0,-17 2 0 16,5-4 0-16,-5 4-432 0,2-5-212 0,-2-6-258 15,-4-5 21-15,1-5 102 0,-5-13-770 16,-1-4-991-16</inkml:trace>
  <inkml:trace contextRef="#ctx0" brushRef="#br0" timeOffset="1466.44">15108 9956 1321 0,'-4'-6'216'16,"-4"-3"-70"-16,4 1-31 0,-3-3-13 0,1 1-1 0,1 0-5 0,-2-2 1 0,0 0 6 15,2-2 12-15,-1 0 2 0,4-1 0 16,0-1-11-16,2-2-8 0,4-4-4 15,3-10-5-15,4-1-7 0,3-4-7 0,5-9-9 16,2 1-6-16,2-1 0 0,2 2-8 16,2-1-2-16,3 5-2 0,-1 1 7 0,-1 3 0 15,0 4-4-15,-5 7-6 0,1 3-5 16,0 0 3-16,-1 5 0 0,2 0-6 0,-8 2-8 16,0 5-6-16,-2 3-6 0,-2 3 3 15,3 0 3-15,-3 3-16 0,3 2 6 0,-3 3-6 16,-1 3 1-16,1 7 7 15,1 9 1-15,-2 10-3 0,-8 8 1 0,0 19 7 16,-10 7 5-16,-3 5-1 0,-10 24 6 16,-6 5 0-16,-8 6 6 0,1 0-1 0,-6 3-1 15,0-2 10-15,6 3 18 0,1-3 19 16,5-6-2-16,8-5 30 0,3-2-4 16,11-23-6-16,0-1-5 0,8-2-8 0,2-6-1 15,3 0-9-15,1-7-2 0,4-6-4 16,0-6 5-16,0-11-5 0,-1-6-1 0,-2-6 9 15,-1-7 5-15,1-4-14 0,3-4 3 16,-1-3-11-16,3-6-7 0,2-3-6 0,2-1-1 16,-5 0-7-16,0 1-2 15,-2 1-1-15,-1 1-6 0,-3 1-4 0,1 0-7 0,-10 3 0 16,10 6 0-16,-5 4-3 16,-1 13 6-16,0 14 10 0,-1 18-9 0,-3 11 3 15,-1 6 1-15,-1 5 0 0,-4 30 13 16,-1 3 16-16,2 8-10 0,0 8-4 0,-3 8-1 15,3 7-6-15,-4 7-5 0,-2 4-3 16,2 6 1-16,4 4-5 0,-6 0 1 0,4-7-4 16,5-4 25-16,0-2 28 0,0-4 15 15,2-9 15-15,4-2 12 0,-2-4 1 0,2 1 6 16,1-7-1-16,2-3 15 16,-4-2 7-16,7 5-56 0,-3-3-89 0,1-2 0 15,2 3 0-15,-1-2 0 0,5-2 0 16,-3-4 0-16,0-3 0 0,3-3 0 0,0-6 0 0,2-3 0 15,3-4 0-15,-4-8 0 16,-2-19 0-16,-1-5 0 0,-1-4 0 0,-1-5 0 16,-4-13 0-16,0-7 0 0,-4-7 0 15,-1-5 0-15,-1-3 0 0,-1 0 0 0,-1-4 0 16,-2 1 0-16,-2-1 0 0,-4 2 0 16,1-2 0-16,-2 1 0 0,-3-1 0 0,1 0 0 15,-3-2 0-15,2 0 0 0,-4 2 0 16,-5 2 0-16,6-3 0 0,4-2 0 0,1-2 0 15,-3 1 0-15,4-3 0 16,0 2 0-16,-1-3 0 0,2-1 0 0,1 0 0 16,-1-1 0-16,-3-4 0 0,-1 1 0 15,-2-4 0-15,-8-3 0 0,-1-2 0 0,-3-6 0 16,-5-3-625-16,5-4-376 0,-1-2 84 16,5-2 103-16,-1-3-830 0,4 4-1082 0</inkml:trace>
  <inkml:trace contextRef="#ctx0" brushRef="#br0" timeOffset="2316.53">9340 15615 4707 0,'-22'10'38'0,"9"-3"3"0,1 1-4 0,3-6-6 0,4 4 3 0,-2-2 18 16,7-4 30-16,-5 10 31 0,5-10 33 15,3 9 16-15,7-3 3 0,5 0-17 0,10-3-15 16,13-2-15-16,8-1-16 0,1 0-2 15,1 0-3-15,-2 2-10 0,-2 4-12 16,-4-1-12-16,-6 7-7 0,-4 1-2 0,-3 6-3 16,-6 3-1-16,-4 4 2 15,-7 3 2-15,-1 5-4 0,-7-6 6 0,0 8 3 0,-2-3-7 16,0 2-5-16,0 3-6 0,-2-2-3 16,4 0-5-16,-4-5-3 0,2-6-7 15,-2 1 1-15,2 1-6 0,-1-4-14 16,-3-4-64-16,2-1-40 0,0-3-56 0,-1-1-61 15,-1-6-73-15,-3 1-79 0,-2-6-67 16,0-6-55-16,9 3-20 0,-23-2 54 0,12-3 90 16,-3 1 92-16,3 1 69 0,-3 0 64 15,-1-1 52-15,1 0 61 0,1 0 58 16,2 4 67-16,-1-2 55 0,12 2 43 0,-16-6 29 16,7 5 30-16,9 1 27 15,-11-5 27-15,11 5 3 0,-7-5-22 0,7 5-29 16,2-10-28-16,-2 10-22 0,18-17-26 0,2 5-17 15,6-5-39-15,9-1-79 0,9-5-85 16,-3 1-107-16,5 0-155 0,-2 0-196 16,-1-6-235-16,2-1-13 0,-2-3 91 0,2-1-498 15,-8 0-617-15</inkml:trace>
  <inkml:trace contextRef="#ctx0" brushRef="#br0" timeOffset="2651.54">9499 15625 3333 0,'-76'12'41'0,"7"9"16"0,-15 14 37 0,1 10 49 16,8 14 60-16,1 9 45 0,3 4 39 15,8 7 49-15,9 11 16 0,11 2 5 0,13 1-14 16,17-2-29-16,13-16-23 0,18 14-24 16,21-6-22-16,14-6-22 0,22-14-22 15,14-12-24-15,10-13-37 0,10-10-62 0,1-15-77 16,-15-11-60-16,16-19-94 15,-6-11-78-15,-2-9-54 0,-15-9-14 0,-2-11 21 0,-10-10 27 16,-14-6 45-16,-8-7 29 0,-12-2 58 16,-16-7 34-16,-10-7 31 0,-9-3 34 0,-16-4 20 15,-8-4 7-15,-12-4 8 0,-11 0-2 16,-11 8 1-16,-7 12 3 0,-5 16 9 16,-3 21-1-16,3 25-5 0,-5 15-2 15,-13 16-6-15,-14 22-4 0,-2 16-1 0,6 11-5 16,9 9-49-16,7 7-123 0,8 3-186 15,15 6-275-15,3-1-84 0,12 2 83 16,4 3-438-16,19-16-543 0</inkml:trace>
  <inkml:trace contextRef="#ctx0" brushRef="#br0" timeOffset="2916.66">9189 17290 3701 0,'-21'4'499'0,"6"-1"-38"0,3 1-15 16,3-3 1-16,1-1 0 0,8 0 10 16,0 0-34-16,0 0-48 0,0 0-36 0,36-36-41 15,15 9-50-15,30-9-198 0,1-1-50 16,9-4 0-16,-5 4-125 0,-3-1-306 15,-2 3-193-15,-22 6-259 0,-6 1 4 16,-4 4 99-16,-15 10-740 0,-9 6-965 0</inkml:trace>
  <inkml:trace contextRef="#ctx0" brushRef="#br0" timeOffset="3099.58">9435 17292 4426 0,'-58'24'53'0,"12"-2"54"15,12-6 45-15,5-3 21 0,7-3 17 0,7 0 18 16,-2-3 22-16,5-1 15 0,6 0 8 15,3-4-8-15,3-2-17 0,0 0-23 16,41 3-19-16,4-8-21 0,12-7-26 0,8-1-66 16,-1-3-77-16,-1-1-120 15,-4-1-119-15,-5-1-140 0,-7 2-156 0,-3-2-213 0,-10 3-45 16,-5 3 86-16,-2-3-556 0,-5-1-727 16</inkml:trace>
  <inkml:trace contextRef="#ctx0" brushRef="#br0" timeOffset="4267.68">18519 10842 1141 0,'14'-7'151'0,"-5"-1"-43"0,0 3-16 0,0 1-3 16,-2-2 8-16,0 4 9 0,1-3-2 0,-1 0-1 15,1 2 9-15,-2-1 12 16,1 0-1-16,-7 4-3 0,10-6-7 0,-10 6-10 16,0 0-11-16,0 0-2 0,0 0 8 15,0 0 8-15,-33 27 16 0,-5-1-2 0,-3 6-3 16,-11 9 3-16,-14 13 2 0,-1 5-8 16,4-1-8-16,6 1-9 0,16-10-7 0,11-3 10 15,8 2 15-15,8-1 3 0,14-9-1 16,5 0-7-16,9 8-9 0,8-5-10 15,5-4-7-15,4 1-12 0,-1 0-5 0,1-4-9 16,-5 0-2-16,-4-2-11 0,-8 0-2 16,4 11-4-16,-11-8-1 0,-5 7 8 0,-5 12 17 15,-7 1 28-15,-5 1 14 16,-8 2 17-16,-3 5 24 0,-10 10 20 0,-5 2 8 16,-1-7 6-16,10-13-2 0,2 0 0 15,1-3-14-15,2-3-9 0,4-1-2 0,6-2 7 16,7-8-16-16,5 1-9 0,1-3-7 15,8 5-11-15,3-2-13 0,9 9-9 0,3-4-42 16,3 0-53-16,1-3 0 0,2-3 0 16,-3-6 0-16,0 3 0 0,-5-8 0 0,-2 1 0 15,-5-9 0-15,0 0 0 0,-7-5 0 16,-1-1 0-16,-2-1 0 0,0-1 0 0,-2-3 0 16,-1-1 0-16,-3 0-242 0,1-4-162 15,-6-1-125-15,11-2-146 0,-16-2-199 16,16 2 70-16,-20 0 94 0,9 2-635 15,-1 1-799-15</inkml:trace>
  <inkml:trace contextRef="#ctx0" brushRef="#br0" timeOffset="5068.33">18987 16639 4235 0,'-5'5'277'0,"-1"0"-36"0,3-1-23 0,3-4-23 0,0 0-14 0,-10 6 3 16,10-6-2-16,0 0-20 0,0 0-25 0,0 0-2 15,0 0-26-15,42-5-16 0,-6 2-57 16,5-1-75-16,0 3-100 0,4-1-130 0,-2 2-163 16,-9-1-235-16,-3 1-87 0,-5 1 78 15,-4 1-484-15,-8 5-625 0</inkml:trace>
  <inkml:trace contextRef="#ctx0" brushRef="#br0" timeOffset="5215.77">19161 16988 3515 0,'-6'9'180'0,"-1"-2"-16"15,3 0-16-15,1-3-11 0,3-4 10 0,-7 6 11 16,7-6 1-16,0 0-15 0,0 0-11 16,0 0-17-16,0 0-11 0,0 0-42 15,50-10-76-15,-29 3-100 0,0 2-172 16,11-10-232-16,-2-1-175 0,6 4 72 0,-9-5-376 16,5-4-473-16</inkml:trace>
  <inkml:trace contextRef="#ctx0" brushRef="#br0" timeOffset="5484">19256 16283 3253 0,'-13'-4'301'16,"6"2"-30"-16,-2 0-20 0,9 2-20 0,0 0-14 16,0 0 5-16,0 0-1 0,60 18 3 15,-14 1-27-15,4 6-30 0,2 4-16 0,6 6-14 16,10 9-12-16,-5 5-13 15,-19-12-10-15,-8 4-10 0,-7 0-6 0,-10 4 3 0,-9-8-15 16,-9 1-7-16,-10 3-14 16,-10 8 1-16,-8-3-8 0,-5-2-8 0,-4-1-33 15,-4-2-41-15,-5-2-53 0,0-1-73 16,1-4-106-16,0-5-131 0,7-4-181 16,-6-4-215-16,13-6 86 0,6-5 77 0,2-1-428 15,7 1-532-15</inkml:trace>
  <inkml:trace contextRef="#ctx0" brushRef="#br0" timeOffset="210343.87">13132 12975 930 0,'0'0'211'0,"0"0"-28"0,0 0-29 0,-7-7-6 0,7 7-8 0,0 0-2 15,0 0-6-15,-5-4-6 0,5 4 12 16,0 0-3-16,0 0-3 0,0 0-2 0,0 0 8 16,-6-6 3-16,6 6-2 0,0 0 4 15,0 0 3-15,0 0-3 0,0 0 7 0,0 0 5 16,2-9 1-16,-2 9 2 16,0 0 1-16,0 0-2 0,0 0-1 0,0 0-4 0,0 0-7 15,0 0-8-15,0 0-7 16,0 0-9-16,0 0-12 0,0 0-7 0,0 0-14 15,-9-5-6-15,9 5-9 0,0 0-9 16,0 0-7-16,0 0-3 0,0 0-9 0,0 0-4 16,0 0 0-16,0 0-5 0,0 0 1 15,0 0-1-15,0 0 0 0,0 0-2 16,0 0-2-16,0 0-2 0,0 0-4 0,0 0 10 16,0 0 8-16,0 0 6 0,0 0-8 15,0 0-1-15,0 20-1 0,0-20 3 0,6 14-1 16,-6-7-1-16,1 0-6 15,-1 1 5-15,4 1-3 0,-2-1-2 0,2 1-1 0,-3 1 1 16,1 0-2-16,1 2-8 16,-1-3 9-16,2-1-3 0,-2 1-1 0,-1 0-2 15,1 2 7-15,0-3-3 0,0 1 2 16,2-2-3-16,-3 0-1 0,-1 1-6 0,0-8-1 16,4 14-1-16,-2-9 4 15,-2-5-7-15,5 10 7 0,-5-10 0 0,2 8-8 0,-2-8 1 16,1 9 1-16,-1-9 0 0,4 8 2 15,-4-8 2-15,4 8 9 0,-4-8-3 0,3 10 1 16,-3-3 4-16,2 0 6 16,2-2-8-16,-4-5-3 0,5 13 3 0,-5-6 1 15,2 0-2-15,1 0-4 0,-1 0-4 0,2 0 0 16,-4-7 0-16,3 12-5 0,-1-6 8 16,-2-6-7-16,2 12 5 0,2-7 0 15,-2 3-1-15,-2-8 1 0,3 9-4 16,-3-9-21-16,4 12 0 0,1-10 0 0,-5-2 0 15,1 10 0-15,-1-10 0 0,2 6 0 16,-2-6 0-16,0 0 0 0,4 8 0 0,-4-8 0 16,0 0 0-16,4 9 0 0,-4-9 0 15,2 6 0-15,-2-6 0 0,0 0 0 0,3 10 0 16,-3-10 0-16,2 4 0 0,-2-4 0 16,0 0 0-16,6 9 0 0,-6-9 0 0,0 0 0 15,0 0 0-15,1 6 0 16,-1-6 0-16,0 0 0 0,0 0 0 0,0 0 0 15,0 0 0-15,0 0 0 0,5 6 0 16,-5-6 0-16,0 0 0 0,0 0 0 0,0 0 0 16,0 0 0-16,0 0-237 0,0 0-138 15,0 0-92-15,0 0-93 0,-16-16-106 0,16 16-141 16,-5-11 53-16,-1 5-717 0,4 4-919 16</inkml:trace>
  <inkml:trace contextRef="#ctx0" brushRef="#br0" timeOffset="211391.72">13077 13273 3698 0,'0'0'-198'0,"0"0"51"16,0 0 42-16,0 0 45 0,-12-2 30 0,12 2 31 0,0 0 29 0,0 0 15 16,0 0 19-16,0 0 20 0,0 0 13 15,0 0 14-15,0 0 12 0,0 0 8 0,0 0 8 16,-10-2 10-16,10 2-1 0,0 0 3 16,0 0-3-16,0 0-8 0,0 0 0 15,0 0-7-15,0 0-4 0,0 0-9 0,0 0-2 16,0 0-10-16,0 0-4 0,0 0-13 15,0 0-1-15,0 0 1 0,0 0 0 16,0 0-2-16,0 0 4 0,0 0 6 16,0 0 4-16,0 0 9 0,0 0 7 0,0 0 14 15,0 0 0-15,0 0 2 0,-19 0-6 16,19 0-3-16,0 0-1 0,0 0-3 0,0 0-5 16,0 0-2-16,0 0-11 0,-15-1-8 15,15 1-6-15,0 0-2 0,0 0-10 0,0 0-27 16,0 0-51-16,0 0 0 0,0 0 0 15,-11-2 0-15,11 2 0 0,0 0 0 0,0 0 0 16,0 0 0-16,0 0 0 0,0 0 0 16,0 0 0-16,0 0 0 0,0 0 0 15,0 0 0-15,0 0 0 0,0 0 0 16,0 0 0-16,-6-5 0 0,6 5 0 0,0 0 0 16,0 0 0-16,0 0 0 0,0 0 0 15,0 0 0-15,0 0 0 0,0 0 0 0,0 0 0 16,0 0 0-16,0 0 0 15,15-14 0-15,-15 14 0 0,9-5 0 0,-9 5 0 0,11-5 0 16,-11 5 0-16,11-5 0 0,-4 3 0 16,-7 2 0-16,18-3 0 0,-11-1 0 15,4 1 0-15,-11 3 0 0,20-3 0 0,-13-1 0 16,5 0 0-16,-3 0 0 0,0 2 0 16,-9 2 0-16,18-7 0 0,-9 5 0 15,0 1 0-15,-9 1 0 0,14-7 0 0,-6 5 0 16,-8 2 0-16,9-5 0 0,-9 5 0 15,10-3 0-15,-10 3 0 0,0 0 0 16,11-2 0-16,-11 2 0 0,0 0 0 0,14-4 0 16,-14 4 0-16,0 0 0 0,13-2 0 15,-13 2 0-15,0 0 0 0,13-4 0 0,-13 4 0 16,12 0 0-16,-12 0 0 0,0 0 0 16,15-2 0-16,-15 2 0 0,10-3 0 15,-10 3 0-15,0 0 0 0,18-2 0 16,-18 2 0-16,0 0 0 0,14 0 0 0,-14 0 0 0,0 0 0 15,0 0 0-15,17 0 0 16,-17 0 0-16,0 0 0 0,0 0 0 0,16 0 0 16,-16 0 0-16,0 0 0 0,0 0 0 15,0 0 0-15,0 0 0 0,0 0 0 0,0 0 0 16,11 2 0-16,-11-2 0 0,0 0 0 16,0 0 0-16,0 0 0 0,0 0 0 0,-11 11 0 15,11-11 0-15,-12 6-388 0,0-2-312 16,3 0-156-16,-1 0 0 0,-1 2 74 0,2-3-786 15,-3 5-1009-15</inkml:trace>
  <inkml:trace contextRef="#ctx0" brushRef="#br0" timeOffset="212041.51">13084 13208 3919 0,'-2'-5'-224'0,"2"5"46"0,0 0 30 0,-2-9 30 0,2 9 37 0,0-6 31 0,0 6 25 0,0 0 26 0,0-8 18 15,0 8 19-15,0 0 25 0,-2-6 20 0,2 6 21 16,0 0 15-16,0-8 9 0,0 8 8 16,0 0 4-16,0-7-1 0,0 7 3 15,0 0-1-15,-1-9-4 0,1 9-4 0,0 0-3 16,-2-9-5-16,2 9-5 0,0 0-3 16,-2-11-2-16,2 11-4 0,0 0-1 0,2-8-6 15,-2 8 1-15,-4-6-2 16,4 6-4-16,0 0 0 0,-2-10 1 0,2 10-4 15,0 0-9-15,0 0-3 0,0 0-4 16,-3-6-3-16,3 6-7 0,0 0-7 0,0 0-2 16,0 0-14-16,0 0-6 0,0 0 2 15,0 0-12-15,0 0-3 0,0 0-4 0,0 0 4 16,0 0 6-16,0 0 3 0,0 0-5 16,23 18 0-16,-19-10 19 0,5 5 4 0,-2 1-2 15,-2 1 2-15,5 5-2 0,0-3 0 16,1 10 5-16,0-6-1 0,-1-5 3 0,-1 3 5 15,1-3 3-15,-2 1 3 0,-1-4 4 16,1 1 2-16,-3-4 9 0,4 1-2 0,-6-3 4 16,3 2-57-16,-1-4-31 0,-3 0 0 15,-2-6 0-15,6 9 0 0,-3-5 0 16,-3-4 0-16,5 6 0 0,-5-6 0 16,6 6 0-16,-6-6 0 0,0 0 0 0,0 0 0 15,1 6 0-15,-1-6 0 0,0 0 0 16,0 0 0-16,0 0 0 0,0 0-246 15,0 0-158-15,-12 5-83 0,12-5-91 0,0 0-118 16,0 0-110-16,0 0 66 16,-24-7-700-16,14 3-890 0</inkml:trace>
  <inkml:trace contextRef="#ctx0" brushRef="#br0" timeOffset="212444.88">13088 13259 3698 0,'-8'-5'-116'0,"8"5"46"0,0 0 37 0,0 0 47 0,-5-3 51 0,5 3 44 0,0 0 35 0,-10-4 16 16,10 4 13-16,0 0 0 0,0 0 7 0,-6-5 2 15,6 5 2-15,0 0-4 16,0 0-6-16,0 0-7 0,0 0-5 0,-4-8-11 16,4 8-1-16,0 0 2 0,0 0-2 15,18-12-7-15,-11 8-6 0,4-1-18 0,3 0-5 16,1 0-15-16,1-1-12 0,-3 2-3 16,2-3-15-16,-4 3-5 0,0 1-3 0,2-2-6 15,-4 1-8-15,-4 0-8 0,-5 4 0 16,14-2 2-16,-14 2-5 0,11-2-7 0,-11 2-2 15,0 0-3-15,11-3-31 16,-11 3-28-16,0 0-52 0,0 0-60 0,0 0-79 16,0 0-120-16,0 0-132 0,0 0-172 15,0 0-131-15,-22 13 68 0,22-13-645 0,-14 7-813 16</inkml:trace>
  <inkml:trace contextRef="#ctx0" brushRef="#br0" timeOffset="-206354.14">20179 17519 3849 0,'0'0'424'0,"0"0"-157"0,0 0-77 0,0 0-50 0,0 0-8 0,0 0 4 15,22-21 3-15,-8 14-5 16,4-3-1-16,-2-1-11 0,4 1-14 16,-6-1-12-16,4 3-9 0,-5 2-11 0,-3 2-10 15,-1-2-10-15,1 5-10 0,-10 1-4 16,0 0-3-16,15 9-3 0,-13-1-4 0,-4 3 0 15,-1 1-1-15,-4 3 0 0,3-3-3 16,1 0-4-16,1-3 18 0,0-1 28 16,0-1 22-16,2-7 28 0,6 10 9 0,-6-10 1 15,16 4-4-15,-4-3-11 0,-12-1-9 16,29-3-11-16,-11 0-12 0,-4 1-7 16,-3 0-11-16,3-1-26 0,-3 1-49 15,1-1-79-15,-12 3-87 0,19-4-109 0,-14 1-95 16,-5 3-108-16,16-5-167 0,-8 0-184 15,-5-1 86-15,-3 6-645 0,6-13-849 16</inkml:trace>
  <inkml:trace contextRef="#ctx0" brushRef="#br0" timeOffset="-202825.51">19312 10962 3479 0,'12'-7'-237'0,"-5"2"32"0,-1 1 32 0,-3-2 26 0,3 4 27 15,-4-4 17-15,-2 6 16 0,3-10 23 0,2 5 25 16,-3-2 11-16,0 2 0 0,-2 5 6 15,2-12 5-15,-1 5 0 0,1 1 14 0,-2 6 17 16,4-9 1-16,-2 3 3 0,-2 6-1 16,0-6 2-16,0 6-1 0,2-8 7 15,-2 8-6-15,0 0-2 0,-8-6 5 16,8 6-8-16,-16 0-1 0,16 0-3 0,-24 6-1 16,7 0 1-16,-4 1 2 0,0 1-7 15,2 2 3-15,-1 1-4 0,-3 5 7 0,-1 3-8 16,1-1 0-16,7 4 8 0,-4-1-6 15,3 3 0-15,0-2-3 0,3-3 1 0,1 0 1 16,2-2 4-16,-3 9 15 0,1-7-7 16,3-1 2-16,3 1 0 0,0-1 1 0,-1 1 2 15,3-2 2-15,4 0-2 0,-1 2 3 16,2 0 3-16,2 1 0 0,1 2-2 16,6 1-1-16,0 6-1 0,5 1 1 15,-3-1-1-15,2 0 0 0,1 0 3 16,-3 0 6-16,-4-7-2 0,1-1 1 0,0 1 1 15,-5-2 19-15,-1-1 5 0,2 3 4 16,-6-1 12-16,0 1 11 0,-1 2-3 0,-7 7 3 16,-2 2 11-16,-2-1-8 0,-8 8-7 15,-3 1-3-15,0-2-7 0,1 1 0 0,-4-5 0 16,-1-1 21-16,6-7-2 0,4-3-5 16,2-5-10-16,5-5-1 0,3-1-2 15,0-2 0-15,-2-3-6 0,8 0-4 0,-5 0-9 16,5-3-1-16,-1 1-5 0,-2-1-2 0,5 0-2 15,1-5-2-15,0 12-4 0,0-12-4 16,3 11-3-16,5-4-3 0,-1 4-5 0,3 1 1 16,1 1 0-16,0 5-4 15,3 5-2-15,-3 6-1 0,-2 4 1 0,0-1-3 16,-5 4 4-16,-4-5 7 0,-4 7 14 16,-5-1 12-16,4 0 0 0,-1-1 4 0,-3-2 3 15,1-1 4-15,0-1-5 0,1-1-3 16,2 0-3-16,-3-6 12 0,5-1 6 15,-6 8-11-15,7-3-1 0,0-3-1 0,1 8-7 16,-1 2-2-16,2 1-7 0,0-6-2 16,0 7-3-16,2-1-5 0,-1-8 0 15,1 6-5-15,4-8-2 0,-2-4 2 16,0-1-6-16,-2-5 2 0,2-1-6 0,-2-5 2 16,-1 2-2-16,1-5 0 0,-2 2-8 15,2-3-1-15,-2 0-16 0,4 0-31 0,-4 1-38 16,0-4-49-16,0-4-63 0,0 13-60 15,0-7-70-15,-4 4-74 0,0 0-91 0,3 1-185 16,-1-1 15-16,-2 1 77 0,2 3-318 16,-1 4-382-16</inkml:trace>
  <inkml:trace contextRef="#ctx0" brushRef="#br0" timeOffset="-186126.16">17543 5711 5523 0,'0'0'304'0,"-1"7"-30"0,1-7 10 0,0 0-17 0,0 0-37 0,0 0-3 0,7 6-12 16,-7-6-15-16,17 0-27 0,-17 0-11 0,33-6-17 16,-13 1-18-16,3-1-67 0,4 0-60 15,5-3 0-15,-7 2 0 0,0 2 0 0,-4 0-58 16,-4 0-252-16,1 1-146 0,-7 1-152 16,0 0-193-16,-3 3-41 0,-8 0 89 15,0 0-731-15,2 8-931 0</inkml:trace>
  <inkml:trace contextRef="#ctx0" brushRef="#br0" timeOffset="-185961.54">17635 5845 4366 0,'-16'7'183'0,"9"0"60"0,1 0 59 0,2-2 25 15,1 0 32-15,3-5 40 0,-6 10 27 16,6-5 15-16,0-5-19 0,2 9-35 0,4-4-51 16,1 0-336-16,4-1 0 0,7-1 0 15,-1 0 0-15,5-3 0 0,1 0 0 0,2-3 0 16,0 0 0-16,0 1 0 0,-3 0 0 15,2-1-297-15,-7-1-551 0,0-1-102 0,-2 0 102 16,-3 1-937-16,-1 1-1214 0</inkml:trace>
  <inkml:trace contextRef="#ctx0" brushRef="#br0" timeOffset="-184228.31">19342 5037 4772 0,'-2'-10'-145'0,"2"5"38"0,0 5 33 0,-2-9 32 0,2 9 52 0,-1-8 31 15,1 8 28-15,-2-10 15 0,2 10 16 16,0 0 4-16,-2-11-10 0,2 11-4 0,0 0-1 16,0-7 1-16,0 7 1 0,0 0-8 15,0 0-3-15,-2-8-4 0,2 8-10 16,0 0-8-16,0 0-6 0,0 0 4 0,0 0 25 15,0 0-1-15,0 0-8 0,0 0 1 16,0 0-6-16,0 0 25 0,15 17-3 0,-15-17-4 16,0 0 4-16,3 9 21 0,-3-9 0 15,0 0 7-15,2 12 13 0,-2-6-4 16,0-6-10-16,0 18 6 0,0-5-14 16,0-1-2-16,3 2-8 0,1-2-6 0,-2 3-7 15,0-3-8-15,1 0-6 0,1 1-6 16,0-4-3-16,-3 3-7 0,3-2-4 0,1-2-26 15,-2-3-25-15,-3 1 0 0,0-6 0 16,6 12 0-16,-4-6 0 0,-2-6 0 0,4 7 0 16,-4-7 0-16,1 7 0 0,-1-7 0 15,0 0 0-15,0 9 0 0,0-9 0 0,0 0 0 16,0 0 0-16,0 0 0 0,0 0 0 16,0 0 0-16,0 0 0 0,-13 0 0 15,13 0 0-15,-12 6-414 0,3 3-175 16,-2 1-137-16,-1 6-157 0,5 4 78 0,-3 1-819 15,7 3-1062-15</inkml:trace>
  <inkml:trace contextRef="#ctx0" brushRef="#br0" timeOffset="-183708.51">19605 5695 4468 0,'0'0'11'0,"4"-4"35"0,-4 4 21 0,4-6 35 0,-4 6 42 15,0 0 37-15,3-5 35 0,-3 5 16 0,0 0 3 16,0 0-7-16,0-8-14 0,0 8-17 15,0 0-8-15,0 0 3 0,0 0-1 0,0 0 0 16,2-6 1-16,-2 6 3 0,0 0 3 16,0 0-21-16,-11-6-19 0,6 2-17 15,-7 2-115-15,-3 1-26 0,-5 2 0 16,-3 3 0-16,-9 4 0 0,-2 4 0 0,-2 1 0 16,0 3 0-16,-7 3 0 0,11 3 0 15,3-3 0-15,5 2 0 0,3 2 0 16,5-1 0-16,5-1 0 0,9-3 0 0,2 1 0 15,4 0 0-15,8-2 0 0,7 5 0 16,6-1 0-16,3-5 0 0,5-3 0 0,3-5 0 16,1 0 0-16,4-4 0 0,-1-2 0 15,-6-4 0-15,-4 0 0 0,-1 0 0 0,-2-2 0 16,-2 2 0-16,-7 0 0 0,2-1 0 16,-3 2 0-16,-4-1 0 0,-4 0 0 15,2 0 0-15,-11 2 0 0,14-2 0 0,-14 2 0 16,14 0 0-16,-14 0 0 0,11-4 0 0,-11 4 0 15,8-5 0-15,-8 5-756 0,0 0-218 16,2-6 88-16,-2 6 94 0,0 0-835 16,0 0-1065-16</inkml:trace>
  <inkml:trace contextRef="#ctx0" brushRef="#br0" timeOffset="-182695.83">20260 4882 4688 0,'-1'-8'-44'0,"-3"1"34"0,0 3 34 0,4 4 29 0,-5-10 40 0,3 4 31 0,2 6 8 15,-8-9 0-15,8 9-4 0,-3-10-15 0,3 10-8 16,-3-8-14-16,3 8-9 0,0 0-13 15,0 0 7-15,0 0 30 0,0 0 16 16,14 47 11-16,-5-8 27 0,0 17 41 0,3 7 18 16,-3 9 7-16,-1 4 7 15,-2 24 0-15,2-3-1 0,-5-14 2 0,-1-3-5 16,-2 1-222-16,2-3-7 0,0 0 0 16,-2-1 0-16,2-7 0 0,0-5 0 0,-1-5 0 15,6-6 0-15,0-12 0 0,-1-4 0 16,1-2 0-16,5 1 0 0,-2-8 0 0,2 2 0 15,4-4 0-15,1-2 0 0,0-2 0 16,3-3 0-16,0-1 0 0,3-4 0 0,0-6 0 16,0 0 0-16,0-4 0 0,1 0 0 15,-2-4 0-15,-4-1 0 0,3 0 0 0,1-1 0 16,-3-3 0-16,1 1 0 0,-4 1 0 16,-3-1 0-16,1 1 0 0,-3 0 0 0,-2 1 0 15,-9 1 0-15,12-4 0 16,-12 4 0-16,0 0 0 0,15-2 0 0,-15 2 0 15,6-1 0-15,-6 1 0 0,0 0 0 16,0 0 0-16,0 0 0 0,0 0-926 0,0 0-31 16,-24-7 100-16,13 1-997 0,0 0-1279 15</inkml:trace>
  <inkml:trace contextRef="#ctx0" brushRef="#br0" timeOffset="-182375.96">20114 4778 5016 0,'-12'-1'-68'0,"1"-1"37"0,11 2 34 0,-14-4 32 0,14 4 41 0,0 0 50 0,-11-1 25 16,11 1 3-16,0 0-14 0,0 0-7 0,0 0-9 16,0 0-16-16,0 0-8 15,33-14-12-15,-18 9-7 0,9-3-5 0,7-1-15 0,1 0-36 16,3-1-50-16,-2 1-58 16,-6 3-77-16,-9-1-92 0,0 2-114 0,-6 0-133 15,2 1-219-15,-6 0 37 0,-5 3 83 16,-3 1-428-16,0 0-500 0</inkml:trace>
  <inkml:trace contextRef="#ctx0" brushRef="#br0" timeOffset="-181495.54">20963 4613 3015 0,'-3'-8'96'0,"3"2"23"0,0 6 27 0,0-9 15 0,0 9 38 0,-2-6 29 0,2 6 18 0,0 0 0 0,0 0 26 16,0 0 35-16,0 0 8 0,-8 32-22 15,8-13-15-15,-1 5-24 0,-5 13-19 0,4-1-21 16,-1-2-13-16,1 1-22 0,-2-6-14 15,-1-4-15-15,4 0-19 0,-3-3-14 0,0-3-15 16,0-2-20-16,3-1-33 0,-1-3-31 16,0-5-36-16,0 1-30 0,-2-4-57 0,4-5-45 15,0 0-31-15,0 0-20 0,0 0-4 16,0-23-2-16,2 3 10 0,0-5 11 0,4-12 21 16,-3-4 22-16,3 1 23 15,-4 0 23-15,3 1 27 0,2 6 29 0,-2 8 24 16,-3 5 25-16,5 5 27 0,-5 3 19 15,2 0 34-15,3 5 30 0,-2-1 37 0,2 4 30 16,-1 0 13-16,3 4 6 0,-9 0 5 16,23 2-3-16,-5 2-17 0,-3 2-16 0,6-1-17 15,-2 5-15-15,3-2-14 0,0 1-12 16,-1 1-11-16,-3-2-45 0,4 1-59 0,-7 0 0 16,0-2 0-16,1-1 0 0,-7 0 0 15,0-1 0-15,2-2 0 0,-6 1 0 16,1-1 0-16,-6-3 0 0,1 5 0 15,-1-5 0-15,0 0 0 0,-23 7 0 0,9-7 0 16,-6-2 0-16,1 2 0 0,-2-3 0 0,2 1 0 16,2 1 0-16,0-1 0 15,1 2 0-15,3 0 0 0,-2 0 0 0,5 0 0 16,10 0 0-16,-20 2 0 0,12-1 0 16,-2 2 0-16,5 1-236 0,5-4-122 0,-9 8-102 15,2-4-94-15,5 1-163 0,2-5-114 16,-2 9 80-16,2-9-706 0,11 6-906 0</inkml:trace>
  <inkml:trace contextRef="#ctx0" brushRef="#br0" timeOffset="-181211.97">21481 4578 4215 0,'-5'-6'128'0,"5"6"48"0,0 0 29 0,-5-7 30 0,5 7 19 0,0 0-5 16,0 0-22-16,0 0-1 0,0 0 17 16,0 0-5-16,0 35-23 0,1-12-20 0,6 0-18 15,-1 8-13-15,1 0-23 0,2 0-14 16,1 0-9-16,0-4-17 0,-3-3-24 0,-2-4-36 16,4-4-53-16,-6-1-61 15,3-3-53-15,-2 0-60 0,-1-2-68 0,-1-3-86 16,2-3-89-16,-4-4-80 0,6 6-93 0,-6-6-102 15,0 0 14-15,0 0-612 0,10-27-759 16</inkml:trace>
  <inkml:trace contextRef="#ctx0" brushRef="#br0" timeOffset="-181011.17">21631 4534 3579 0,'0'-16'57'16,"0"4"65"-16,0 5 35 16,0 0 37-16,0 7 25 0,0-9 21 0,0 9 43 0,0 0 7 15,0 0 22-15,0 0-9 0,19 26-14 16,-9-7-24-16,3 8-16 0,0 2-31 0,-1 4-20 15,3 0-20-15,-1 1-17 16,-3-3-11-16,0 2-21 0,3-3-12 0,-3-1-6 16,-1-4-14-16,-5-8-16 0,3-1-32 15,-1 1-29-15,-3-5-38 0,0 0-42 0,0-5-47 16,2 1-68-16,-3-4-97 0,-1 1-126 16,-2-5-134-16,0 0-150 0,0 0-140 15,0 0 71-15,0 0-695 0,0 0-895 0</inkml:trace>
  <inkml:trace contextRef="#ctx0" brushRef="#br0" timeOffset="-180745.54">22127 4731 4558 0,'0'0'339'0,"-6"-11"28"0,6 11 39 0,0 0 45 16,-4-7 9-16,4 7-42 0,0 0-38 16,-4-7-34-16,4 7-40 0,0 0-146 0,0 0-160 15,0 0 0-15,0 0 0 0,-2-6 0 16,2 6 0-16,0 0 0 0,0 0 0 16,0 0 0-16,0 0 0 0,0 0-247 15,0 0-465-15,16 18-239 0,-15-12 77 0,5 1 106 16,-2-1-810-16,-1 3-1019 0</inkml:trace>
  <inkml:trace contextRef="#ctx0" brushRef="#br0" timeOffset="-180195.11">22300 4563 4809 0,'-2'-10'214'15,"-2"0"38"-15,2 5 31 0,-2 1 23 16,4 4 7-16,0 0-17 0,0 0 7 15,0 0-21-15,0 0-24 0,21 29-26 0,-9-12-20 16,1 8-26-16,-1 3-22 0,0-1-83 0,-3-3-81 16,-4-3 0-16,5 1 0 15,-7-3-12-15,6-4-131 0,-6 1-53 0,1-1-41 16,0-2-36-16,-1-2-40 0,-1-3-34 16,2-2-36-16,-4 0-26 0,0-6-3 0,0 0 0 15,0 0 5-15,0 0 8 0,0 0 41 16,-6-20 54-16,4 1 61 0,1-5 53 0,-1-1 52 15,0-3 51-15,2 4 52 0,0 3 59 16,0 3 48-16,-2 1 47 0,-2 0 39 16,6 3 13-16,-2 4 18 0,2-1 5 15,0 3 8-15,3-1 6 0,-1 1 1 0,6 0-4 16,0 3-7-16,-1 2-12 0,3 1 0 16,-1 2-1-16,-11 0 11 0,29 10-4 15,-15-6-9-15,6 7 2 0,-5 1 3 0,0 2 18 16,5 6 18-16,-7-1 16 0,-4-2 24 15,1 2 12-15,-4-1 1 0,-1 3-14 0,-1-4-165 16,-2-1-98-16,-2 2 0 0,1-1 0 16,1-3 0-16,-2 0 0 0,5-2 0 0,-3 0 0 15,0-1 0-15,-1 1 0 0,-1 0 0 16,0-5 0-16,2 5 0 0,-2-2 0 0,0-4 0 16,0-6 0-16,-2 16 0 0,1-11 0 15,1-5 0-15,0 12 0 0,0-12 0 0,-2 9 0 16,2-9 0-16,0 0 0 0,-2 3 0 15,2-3 0-15,0 0-139 0,0 0-644 16,0 0-182-16,9-24 91 0,-3 16 99 16,-1 1-808-16,5-3-1025 0</inkml:trace>
  <inkml:trace contextRef="#ctx0" brushRef="#br0" timeOffset="-179944.09">22810 4504 4514 0,'-5'-15'109'0,"1"6"58"0,-2 2 58 16,5 0 57-16,1 7 43 0,-2-10 23 0,2 10-5 0,-4-7-32 0,4 7-23 15,0 0-17-15,0 0-12 0,0 0-19 0,20 34-24 16,-8-15-18-16,-2 13-103 0,1 1-95 16,1 0 0-16,-1 3 0 0,-1-1 0 0,-3 0 0 15,1 0 0-15,-3-3 0 0,1-6 0 16,0-1 0-16,-2-4 0 0,2-1 0 0,-3-5 0 15,1-3 0-15,-2 0-254 0,1-5-268 16,-1-5-160-16,-2-2-181 0,10 3 28 16,-10-3 87-16,13-12-710 0,-3-2-907 0</inkml:trace>
  <inkml:trace contextRef="#ctx0" brushRef="#br0" timeOffset="-179728.77">23087 4406 3848 0,'-4'-6'119'16,"-2"1"70"-16,6 5 61 0,-4-7 50 15,4 7 89-15,0 0 64 0,0 0 45 0,0 0-24 16,14 29-26-16,-8-11-33 0,5 10-38 16,-2 5-34-16,1 1-255 0,1 3-88 0,-3 1 0 15,0 3 0-15,-2-1 0 0,-3-1 0 16,-1 2 0-16,-2-11 0 0,2 8 0 0,-4-1 0 16,0-6 0-16,1-8 0 15,-1 2 0-15,-4-4 0 0,4-4 0 0,2-5 0 16,-1-4-392-16,-4-1-550 0,3-4 18 15,2-3 94-15,0 0-906 0,0 0-1167 0</inkml:trace>
  <inkml:trace contextRef="#ctx0" brushRef="#br0" timeOffset="-179244.16">23484 4989 5163 0,'0'0'94'0,"-5"-3"17"16,5 3 22-16,0 0 45 0,0 0 53 0,0 0 31 0,25-12 19 0,-7 9-20 0,5-2-21 0,13-4-24 15,2 0-23-15,1-1-21 0,4 2-19 16,-2-1-24-16,2-1-65 0,-3-1-68 0,-4 1-75 16,0 2-104-16,-4-2-105 15,-9 3-129-15,-2-1-138 0,0 0-137 0,-6 2-122 0,-2 4 81 16,-3-1-667-16,-6-1-852 15</inkml:trace>
  <inkml:trace contextRef="#ctx0" brushRef="#br0" timeOffset="-178978.98">23850 4664 4140 0,'-7'-10'160'0,"3"2"26"0,1 4 27 0,3 4 33 15,-4-9 42-15,4 9 16 0,0 0-13 16,0 0 7-16,0 0 29 0,0 0-1 0,-4 26-27 15,8-8-24-15,-2 7-29 16,3 10-19-16,4 1-22 0,-2 0-45 0,0 2-160 16,5-1 0-16,0-4 0 0,-3 2 0 15,0-3 0-15,1-1 0 0,-1-7 0 0,-3-5 0 16,-2-2 0-16,0-3 0 0,0 0 0 16,0-3 0-16,-2-1 0 0,-1-2 0 0,1-2-118 15,2-1-398-15,-4-5-165 0,0 0-237 16,4 4 76-16,-4-4 91 0,0 0-734 15,0 0-931-15</inkml:trace>
  <inkml:trace contextRef="#ctx0" brushRef="#br0" timeOffset="-178345.88">24628 4466 4148 0,'0'0'24'0,"0"0"28"0,0 0 43 0,0 0 51 16,0 0 68-16,0 0 62 0,-5 45 26 15,1-6 23-15,-3 12 2 0,-1 3-7 0,0-1-15 16,1-1-18-16,1-9-17 16,1-3-19-16,1 1-26 0,1-12-22 0,1-2-17 15,0-3-16-15,2-5-105 0,0-2-65 16,-2-4 0-16,4-1 0 0,-2-1 0 0,0-3 0 16,0-8 0-16,0 7 0 0,0-7 0 15,0 0 0-15,0 0 0 0,11-34 0 0,-10 12 0 16,7-13 0-16,-3-2 0 15,5-4 0-15,-6 0 0 0,2 3 0 0,-3 10 0 16,-1 4 0-16,2 7 0 0,-2 1 0 16,0 4 0-16,-1 6 0 0,5 2 0 0,-6 4 0 15,0 0 0-15,19 9 0 0,-8 1 0 16,5 2 0-16,-1 2 0 0,6 5 0 0,2 1 0 16,2-3 0-16,2 2 0 0,-3-3 0 15,3-1 0-15,-6-3 0 0,-1-4 0 0,-8-1 0 16,1 1 0-16,-2-4 0 0,-4 2 0 15,0-2 0-15,0 0 0 0,-7-4 0 0,5 7 0 16,-5-7 0-16,0 0 0 0,-23 18 0 16,4-12 0-16,-1 0 0 0,-4-1 0 0,-10 5 0 15,7-3 0-15,6-2 0 0,0 0 0 16,4-1 0-16,2-2 0 0,2 0 0 16,4 0 0-16,-2-2 0 0,11 0 0 15,-14 0 0-15,14 0 0 0,0 0 0 0,-16-2 0 16,16 2-510-16,0 0-251 0,-2-8-162 15,2 8 75-15,10-10 88 0,1 1-733 16,9-1-939-16</inkml:trace>
  <inkml:trace contextRef="#ctx0" brushRef="#br0" timeOffset="-178112.86">25062 4590 4343 0,'-9'-10'158'0,"6"1"47"0,-1 3 37 0,0-2 44 0,4 8 34 0,-2-7 18 15,2 7-5-15,0 0-15 0,0 0 15 16,0 0-2-16,0 0-26 0,15 32-27 0,-7-14-28 16,2 13-99-16,-1 2-151 0,3 1 0 15,-6 2 0-15,1 0 0 0,-2 1 0 16,4-3 0-16,-4 3 0 0,3-4 0 0,-5-6 0 16,1-6 0-16,0-5 0 0,-1 2 0 15,-3-4-440-15,5-4-102 0,-1-3-112 0,1-4-177 16,-5-3 12-16,0 0 84 15,22-10-683-15,-13-2-870 0</inkml:trace>
  <inkml:trace contextRef="#ctx0" brushRef="#br0" timeOffset="-177878.53">25345 4371 4020 0,'-2'-7'93'16,"2"7"36"-16,0 0 62 0,0 0 60 15,0 0 77-15,0 0 28 0,0 0 9 0,0 29-3 16,6-9-16-16,-1 13-37 0,6 3-27 15,-2 3-30-15,4 11-15 0,-3 0-27 0,-3 3-20 16,4-2-16-16,0 1-78 0,0-3-96 16,-4-8 0-16,0-2 0 0,2 0 0 15,-4-5 0-15,1-6 0 0,-4-6 0 16,0-5 0-16,-1 0 0 0,-1-5 0 16,2-2-40-16,-2-3-380 0,0 0-128 0,0-7-131 15,-2 8-186-15,2-8 57 0,0 0 91 16,0 0-682-16,0 0-852 0</inkml:trace>
  <inkml:trace contextRef="#ctx0" brushRef="#br0" timeOffset="-175745.25">25322 4586 3608 0,'0'0'-43'0,"-13"0"65"0,13 0 51 0,0 0 40 0,-14-2 41 0,14 2 42 16,0 0 33-16,0 0 48 0,-11-4 6 0,11 4 11 15,-7-4 14-15,7 4 9 0,0 0-4 16,-12-5-12-16,12 5-8 0,-8-4-16 0,8 4-19 15,0 0-15-15,-11-6-14 0,11 6-17 16,0 0-14-16,0 0-162 0,-3-6-36 16,3 6 0-16,0 0 0 0,0 0 0 15,3-12 0-15,-3 12 0 0,10-13 0 0,-7 7 0 16,7-4 0-16,0 3 0 0,1-1 0 16,-2 4 0-16,3-2 0 0,1 4 0 0,-1 0 0 15,1 6 0-15,3 3 0 0,0 4 0 16,7 10 0-16,-1 6 0 0,-8 4 0 15,4 13 0-15,-3 1 0 0,-10-5 0 0,-1 3 0 16,-1 0 0-16,-6 1 0 0,-1-1 0 16,2 0 0-16,-1-3 0 0,-1-3 0 0,0-8 0 15,3-6 0-15,1-5 0 0,-2-1 0 16,4-5 0-16,-2 1 0 0,3-3 0 0,5-2 0 16,-1 1 0-16,3-3 0 15,3-4 0-15,5 2 0 0,-4 0 0 0,4-2 0 16,-1-2 0-16,0 2 0 0,1-2 0 15,-4 0 0-15,4 0 0 0,-3 0 0 0,-1 3 0 16,-1-3 0-16,-4 1 0 0,-9-1 0 16,19 0 0-16,-11 0 0 0,-8 0 0 0,14 2 0 15,-14-2 0-15,0 0 0 0,14-2 0 16,-14 2 0-16,0 0 0 0,0 0 0 0,14 0 0 16,-14 0 0-16,0 0 0 0,0 0 0 15,0 0-69-15,0 0-979 0,0 0 102 16,0 0-1138-16,0 0-1496 0</inkml:trace>
  <inkml:trace contextRef="#ctx0" brushRef="#br0" timeOffset="-175512.05">25934 4825 6326 0,'-11'-1'255'0,"11"1"47"0,-13-4 71 0,13 4 57 0,0 0 14 15,-10-4-383-15,10 4-61 0,0 0 0 0,0 0 0 16,0 0 0-16,0 0 0 0,0-7 0 16,0 7 0-16,0 0 0 0,0 0 0 0,0 0 0 15,13-10 0-15,-13 10 0 0,0 0 0 16,6-3 0-16,-6 3 0 0,0 0 0 0,0 0-1018 16,0 0 62-16,-23 13 106 0,15-6-975 15,-1-2-1253-15</inkml:trace>
  <inkml:trace contextRef="#ctx0" brushRef="#br0" timeOffset="-174961.67">26313 4570 5223 0,'-1'-13'-79'0,"-5"5"36"0,1 1 51 0,4 0 50 0,1 7 36 0,0-9 37 15,0 9 23-15,0 0 2 0,0 0 40 16,0 0 60-16,0 0 32 0,4 33 17 0,5-2-1 16,-1 4-1-16,-3 6-12 15,1-1-7-15,0 5-33 0,-4-1-240 0,4-1-11 16,-3-3 0-16,-1-2 0 0,2-2 0 16,-2-5 0-16,0-9 0 0,-4-3 0 0,2-2 0 15,-2-4 0-15,2 1 0 0,0-4 0 16,0-1 0-16,2-1 0 0,-2-8-140 0,0 0-497 15,0 0-149-15,0 0-119 0,0 0 87 16,4-35-850-16,-3 11-1105 0</inkml:trace>
  <inkml:trace contextRef="#ctx0" brushRef="#br0" timeOffset="-174579.97">26374 4512 4854 0,'-5'-13'7'0,"-2"3"46"15,6-1 44-15,1 3 30 0,0 8 24 16,6-14 31-16,0 6-16 0,1-1 4 0,0 2-15 15,5 2-9-15,1 0-11 0,1 3-7 16,-1 6-8-16,2 1-13 0,2 3-7 16,1 4-10-16,0 10-4 0,2 4-13 0,-4 2-5 15,-4 2-6-15,-2-1 0 0,-7 0 26 16,-3 0 26-16,0-3 16 0,-1 12 22 0,-3-1 7 16,-2-3 12-16,3-2-5 15,1-7-94-15,0-4-72 0,2-5 0 0,0-1 0 16,2 1 0-16,1-2 0 0,3 0 0 0,1-2 0 15,1 3 0-15,2 1 0 0,-3-3 0 16,3 4 0-16,0 2 0 0,-5-2 0 16,3 2 0-16,-5 3 0 0,1-1 0 0,-2-2 0 15,1-1 0-15,-6 1 0 0,1-1 0 16,-3 3 0-16,1-4 0 0,-5 1 0 0,-2-1 0 16,6-5 0-16,-2 1 0 0,1-7 0 15,-1 1 0-15,-4-2 0 0,11-5 0 16,-14 0 0-16,14 0 0 0,-22-13 0 15,11-1 0-15,1-13 0 0,-3-4 0 0,10-8-350 0,4 0-678 16,1 2 109-16,7 0-1085 16,5 5-1422-16</inkml:trace>
  <inkml:trace contextRef="#ctx0" brushRef="#br0" timeOffset="-174295.09">26801 4646 5854 0,'6'-11'8'16,"-1"-1"48"-16,6 5 71 0,-2-2 85 0,2 3 31 15,1 1 22-15,-1 2 12 0,2 2 0 16,-13 1-1-16,27 7 0 0,-14-1 9 0,0 8-250 16,-1 3-35-16,-2 2 0 15,-5 3 0-15,-3 3 0 0,-2 2 0 0,-5 10 0 16,-3 0 0-16,3-2 0 0,-2-2 0 16,2-5 0-16,3-6 0 0,-2-1 0 0,4-3 0 15,-2-4 0-15,4 0 0 0,-2-4 0 16,4-1 0-16,-1-4 0 0,5-2 0 0,-8-3 0 15,17 3 0-15,-6-3 0 0,3-1 0 16,1-4 0-16,3-2 0 0,1-2 0 0,10-4 0 16,-3-1 0-16,0-5 0 0,1 2-404 15,0-3-622-15,2 1 116 0,-1-4-1080 0,6-5-1407 16</inkml:trace>
  <inkml:trace contextRef="#ctx0" brushRef="#br0" timeOffset="-174096.23">27513 4509 5836 0,'-3'-7'61'15,"-3"4"50"-15,6 3 78 0,-9-3 71 16,9 3 91-16,0 0 79 0,-16 15 9 16,13-1-9-16,-1 6-346 0,0 5-84 0,1 10 0 15,-3 2 0-15,1 2 0 0,0 0 0 16,-3 2 0-16,1-1 0 0,-1 0 0 0,-2-3 0 16,1 4 0-16,4-1 0 0,-7-6 0 15,2 2 0-15,-1-4 0 0,-1-2 0 0,1-1 0 16,4-8 0-16,-1-5 0 15,-2-3-1004-15,5-4 48 0,-4 2 104 0,2-2-977 16,0 1-1257-16</inkml:trace>
  <inkml:trace contextRef="#ctx0" brushRef="#br0" timeOffset="-173280.6">21860 5225 4788 0,'-27'4'-168'0,"2"2"38"0,3-1 38 0,-12 1 44 0,-4 2 59 0,12-3 54 0,4 0 52 16,4-2 35-16,3 1-2 0,3-2 2 16,7-1-9-16,5-1-11 0,0 0-12 0,0 0-11 15,55-7-14-15,10-6-11 16,34-3 0-16,11-5-14 0,12 0-9 0,4 0-5 16,2 1-6-16,-10 7-4 0,-9-3-10 15,-32 6-7-15,-5 1-1 0,-15 3-5 0,-17 0-3 16,-14 3-1-16,-2 0-2 0,-10-1 1 15,-3 4 4-15,0-2-6 0,-11 2 5 0,0 0-10 16,0 0 0-16,0 0 1 0,0 0-4 16,0 0-18-16,0 0-45 0,-35-6-55 0,29 4-81 15,6 2-124-15,-8-5-147 0,8 5-204 16,0-9-35-16,6 1 76 0,2-1-465 16,5-1-559-16</inkml:trace>
  <inkml:trace contextRef="#ctx0" brushRef="#br0" timeOffset="-172930.5">24373 5138 3276 0,'-30'4'144'0,"5"-1"1"0,0 2 3 0,7-2 16 16,0-2 21-16,1 2 23 0,5-1 19 15,12-2 5-15,-13 6 1 0,13-6 7 16,0 0 1-16,25 6-11 0,1-2-17 0,22-2-33 16,22-1-15-16,11-2-11 0,3-1-26 15,4-2-19-15,-3 0-40 0,-3 2-56 0,-4-4-49 16,-6 2-46-16,-11 3-48 0,-13-3-48 15,-10 1-49-15,-7-2-33 0,-8 1-39 0,-6 0-39 16,-5-2-50-16,-1 2-61 0,-6 0-91 16,-1-4-74-16,-2 3 49 0,-6-5-319 0,-3-2-366 15</inkml:trace>
  <inkml:trace contextRef="#ctx0" brushRef="#br0" timeOffset="-172096.79">24467 3730 2527 0,'0'0'105'0,"-11"-5"14"0,11 5 16 0,-9-6 25 0,9 6-7 0,0-9 6 0,0 9 10 16,10-14 9-16,-2 9-5 0,-3-2-10 0,6 3-16 16,0 0-7-16,0 2-7 0,-11 2-10 15,23 2 3-15,-12 2-2 0,1 0 7 0,1 3 17 16,1 3 21-16,-5 2 26 15,0-1 17-15,-1 1 16 0,-4 2 10 0,0 3 5 16,-4-5 3-16,0 1-12 0,-2 3-7 16,0-4-10-16,0-2-12 0,2 1-16 15,0-3-14-15,0 1-13 0,2-3-24 0,2 3-138 16,1 0 0-16,1-2 0 0,1-1 0 16,4 1 0-16,0-2 0 0,1 1 0 0,1-1 0 15,-1-3 0-15,1-1 0 0,-1 2-193 16,2-3-226-16,3-3-108 0,-3-2-92 0,2-4-130 15,2-3-78-15,-3-1 84 16,2-10-656-16,-2-5-852 0</inkml:trace>
  <inkml:trace contextRef="#ctx0" brushRef="#br0" timeOffset="-171780.39">24662 3413 3721 0,'-36'3'-56'0,"-3"3"50"0,-11 14 39 15,-6 9 69-15,-8 17 47 0,1 7 60 0,6 5 50 16,8 5 55-16,16-8 24 0,7-1 21 15,10 6-13-15,8 1-7 0,16-4-15 0,9-5-17 16,16-3-18-16,8-8-26 0,15-5-23 16,20-1-25-16,-5-15-19 0,3-6-24 0,2-8-94 15,3-4-78-15,-3-7 0 0,-3-5 0 16,-5-6 0-16,-5-1 0 0,-10-6 0 16,-6 0 0-16,-2-4 0 0,-15-2 0 15,-9 1 0-15,-6-2 0 0,-5-3 0 0,-10-6 0 16,-6-2 0-16,-8-12 0 0,-8-1 0 15,-7 1 0-15,-5 0 0 0,-7 6 0 16,-6 11 0-16,-1 8 0 0,-3 10 0 0,-6 8 0 16,11 14-158-16,-9 9-164 0,1 9-145 15,5 5-179-15,5 6-245 0,8-4 59 0,11-4 101 16,8-2-678-16,10-7-862 0</inkml:trace>
  <inkml:trace contextRef="#ctx0" brushRef="#br0" timeOffset="-171146.88">29762 3900 3782 0,'-7'-5'100'0,"-1"-1"7"0,8 6-11 0,-3-11-1 0,5 6-8 0,-1-2 16 0,5-1 34 16,1 3 15-16,3 0 2 0,2 0-7 15,-12 5 4-15,25 6 7 0,-9 4 4 0,5 11 8 16,1 5 9-16,-8 5 3 0,2 3 6 16,-7 4 16-16,-1 1 17 0,-4 1 9 15,-6-3 0-15,0 1 7 0,-8-4-1 16,5-2 1-16,-4-6 5 0,4-7-38 0,1-1-204 15,3-5 0-15,-3-1 0 0,4-1 0 16,-2-3 0-16,2-2 0 0,0-6 0 0,4 12 0 16,-4-12 0-16,14 3 0 0,-14-3 0 15,26-9 0-15,-7 0 0 0,9-5 0 16,3-6-52-16,5-11-609 0,7-1-159 0,-6-4-102 16,-1-6 95-16,2-2-843 15,-5-1-1105-15</inkml:trace>
  <inkml:trace contextRef="#ctx0" brushRef="#br0" timeOffset="-170846">30006 3599 4350 0,'-68'-2'-166'0,"-4"6"45"0,-3 8 65 16,3 8 60-16,-12 13 78 15,6 6 72-15,9 10 76 0,10 3 57 0,10 6 51 16,15-2 4-16,10 4 4 0,12 2-7 16,9 4-12-16,15-3-13 0,11-1-24 0,20 6-33 15,11-7-17-15,14-10-33 0,9-8-21 16,6-8-21-16,5-12-89 0,-10-9-76 0,2-8 0 15,-2-8 0-15,-4-4 0 0,-5-6-65 16,-6-5-62-16,-2-3 5 0,-10-4 11 0,-8-2 13 16,-9-3 8-16,-9-1 28 15,-7-8 18-15,-8-2 6 0,-10-3 13 0,-5-12 5 16,-15-3-1-16,-16-16 1 0,-8 6 3 16,-11 6-7-16,-6 12 1 0,0 18-38 0,0 11-57 15,-8 12-78-15,-5 9-103 0,0 11-152 16,-22 11-227-16,5 5-128 0,3 8 84 15,0 7-623-15,7 4-799 0</inkml:trace>
  <inkml:trace contextRef="#ctx0" brushRef="#br0" timeOffset="-170357.02">24478 5920 4189 0,'-9'0'231'0,"9"0"-16"0,0 0 4 0,-13-3-15 0,13 3-28 0,0 0-11 15,0 0-21-15,14-15-11 0,-3 13-6 0,7 2-13 16,5 3-6-16,9 6-10 0,3 3-18 15,-3 3-7-15,-2 4 1 0,-3 5-12 0,-4 1 2 16,-4 6 0-16,-7 4-7 0,-7-2 4 16,-3-6 15-16,-4-3 11 0,2 2 15 15,-3-4 9-15,-1-2-3 0,0-2-9 16,1-2-7-16,3-3-8 0,-1-5-11 0,1 2-12 16,0-5-15-16,1 1-29 0,-1-6-51 15,13 3-76-15,-13-3-89 0,18-7-121 0,-2-4-141 16,-3-5-127-16,6-9-171 0,4-15 7 15,-4-1 83-15,0-5-597 0,-6-5-726 0</inkml:trace>
  <inkml:trace contextRef="#ctx0" brushRef="#br0" timeOffset="-170030.3">24696 5660 3576 0,'-37'12'62'0,"-12"11"35"16,-7 12 42-16,-12 20 60 0,-1 9 68 0,2 3 93 15,6 9 22-15,8 3 9 0,9 2-9 16,12-6-12-16,14-12-34 0,17-3-33 0,11-6-22 15,12-2-20-15,15-8-25 16,12-7-19-16,12-9-21 0,14-11-60 0,6-9-136 16,8-8 0-16,19-12 0 0,-8-5 0 15,3-10 0-15,-12-4 0 0,-7-1 0 16,-7-4 0-16,-23 1 0 0,-9 5 0 0,-9-4 0 16,-17 2 0-16,-8 0 0 0,-9-6 0 0,-9-1 0 15,-14-7 0-15,-13-3 0 0,-15-10 0 16,-11 7 0-16,11 14 0 0,-5 7 0 15,-5 6 0-15,0 8 0 0,-2 10 0 0,12 5 0 16,1 7 0-16,4 4 0 0,-2 6 0 16,12 3 0-16,9 3-106 0,8 3-204 0,14-3-120 15,8-2-124-15,18 1-210 0,21 0-83 16,9-8 102-16,10-2-763 0,11-6-955 16</inkml:trace>
  <inkml:trace contextRef="#ctx0" brushRef="#br0" timeOffset="-169697.18">28861 5687 4584 0,'2'-13'135'0,"4"2"-21"0,-3 1-18 0,7 2-6 0,-2 0-9 0,3 2-7 0,-2 2-10 0,3 2-5 0,3 6-6 16,1 3-7-16,0 3-3 0,8 10-2 16,-11 9-3-16,-3 2 6 0,-7 6 18 0,-1-6 27 15,-5 8 31-15,-1 0 37 0,-2-3 41 16,2 1 33-16,0-4 11 0,2-8 5 16,0-4-16-16,0-4-19 0,2-4-15 0,2 0-22 15,4-5-20-15,0-4-23 0,4 1-47 16,1-5-53-16,3-2-81 0,2-1-84 0,2-3-92 15,8-8-107-15,1-3-114 0,4-1-115 16,3-11-141-16,0 0-98 0,-2-6 73 16,3-3-685-16,-5-1-864 0</inkml:trace>
  <inkml:trace contextRef="#ctx0" brushRef="#br0" timeOffset="-169398.36">29362 5560 3574 0,'-32'-13'-82'16,"-17"-3"36"-16,-12 8 16 0,-10 4 21 0,-7 8 45 15,-24 11 58-15,4 9 61 0,2 9 52 16,5 8 46-16,11 8 38 0,6 4 16 0,15 5 16 15,23-4 8-15,9 3 12 16,11 8-2-16,16-3-14 0,14-2-28 0,15-5-30 16,8-6-20-16,24-1-31 0,0-16-31 15,4-9-34-15,5-5-41 0,5-9-41 0,-1-7-32 16,1-7-35-16,-5-7-33 0,-5-6-25 16,-2-3-13-16,-6-7-8 0,-4-2 2 0,-3-1 10 15,-6-5 9-15,-8 0 13 0,-8-6 27 16,-8-3 8-16,-9 7 11 0,-6-14 14 0,-5 5 8 15,-11-11 1-15,-6 0-4 0,-9-2-6 16,-18-7-7-16,-2 24-4 0,-5 7-1 0,-9 12-4 16,-1 12-1-16,10 10-15 15,-14 10-27-15,4 7-53 0,7 9-74 0,11 3-93 0,3 4-120 16,12 1-136-16,8-7-185 16,15-3-84-16,5-7 87 0,5-2-670 0,6-4-823 15</inkml:trace>
  <inkml:trace contextRef="#ctx0" brushRef="#br0" timeOffset="-168830.59">30649 3800 3762 0,'0'0'-75'0,"-4"-8"9"0,4 8 5 0,0 0 5 0,13-17 12 0,-3 13 4 0,3 1 6 15,0 2 5-15,3 5 3 0,2 6 8 0,7 9-3 16,0 8 3-16,4 10 4 0,2 8 11 16,-5 8 24-16,8 23 28 0,-1 4 24 15,3 4 9-15,0 6 1 0,-4 4-5 0,-3 2-3 16,-6 4 4-16,-4-1 36 0,-8 5 24 15,-3 3 31-15,-5-3 27 0,-3-18 25 0,-1 20 20 16,-9-5 30-16,-1-1 6 0,-3-5 10 16,0-6 13-16,0-21-6 0,-1-5-18 0,-2-2-27 15,-7-8-27-15,2-4-20 0,-5-2-16 16,1-6-19-16,-5-1-12 0,-3-11-17 16,5-5-10-16,-1-5-14 0,1-7-87 15,8 0-28-15,4-7 0 0,2-2 0 0,5-6 0 16,-1 1-76-16,1-3-165 0,3-2-69 15,-1-4-105-15,0-1-108 0,4-1-157 0,-3-1-145 16,1-3 74-16,5 1-735 0,-3-5-934 16</inkml:trace>
  <inkml:trace contextRef="#ctx0" brushRef="#br0" timeOffset="-168248.29">31506 5082 4501 0,'0'0'193'0,"-15"-2"9"0,15 2-8 0,0 0-21 0,0 0-11 0,0 0-11 16,0 0-19-16,0 0-13 15,0 0-11-15,46-5-17 0,-25 4-9 0,5-1-23 0,3 0-66 16,1 2-70-16,1 0-95 16,-3-2-118-16,1 4-126 0,-6-2-163 0,-2 0-132 15,-2 5 68-15,-4 0-470 0,-5 0-582 0</inkml:trace>
  <inkml:trace contextRef="#ctx0" brushRef="#br0" timeOffset="-168097.18">31687 5281 3414 0,'-23'14'212'16,"7"-6"35"-16,2-1 39 0,3 0 63 0,1-2 46 15,2 0 6-15,3-1-9 0,5-4-12 16,-11 6-16-16,11-6-23 0,-5 9-34 0,5-9-31 16,0 0-31-16,18 7-44 0,-18-7-90 15,24 1-94-15,-2-2-154 0,4-1-169 0,12-3-209 16,-3 0-269-16,1-2-93 15,-4-2 98-15,2 2-765 0,0-1-988 0</inkml:trace>
  <inkml:trace contextRef="#ctx0" brushRef="#br0" timeOffset="-167648.56">32670 4975 4523 0,'-5'-13'-13'0,"3"3"-3"16,0 0 8-16,4 3-1 0,-2 7-5 0,4-10 0 15,-4 10 5-15,0 0 9 16,0 0 14-16,0 0 22 0,12 29 26 0,-15-6 24 16,-3 13 23-16,1 4 24 0,-6 6 16 15,-3 4 9-15,-1-3 11 0,1 0 18 0,7-9-27 16,3-2-8-16,2-5-19 0,4-5-13 15,4-3-8-15,3 4-14 0,1-3-7 16,3-7-11-16,3-3-12 0,0-5-9 0,6-1-9 16,-3-5-10-16,-2-2-1 0,-2 1 6 15,0-4-9-15,-15 2 10 0,20-8 38 0,-19 0 26 16,-1 1 28-16,-1-5 33 0,-10-5 49 16,-7-10 31-16,-5 1 18 0,-9-3-193 0,-3-5-76 15,-3 4 0-15,3 1 0 0,11 10 0 16,-1-4 0-16,2 5 0 0,9 1 0 15,1 5 0-15,6 1 0 0,2 3 0 0,-1-7 0 16,6 3 0-16,0-1 0 0,4 0 0 16,3 4 0-16,0-2 0 0,7 1 0 15,3 0 0-15,1 1 0 0,5 0 0 16,1 6 0-16,2 0-539 0,5 3-483 0,10 0 91 16,-4 3-1007-16,5 0-1359 0</inkml:trace>
  <inkml:trace contextRef="#ctx0" brushRef="#br0" timeOffset="-167264.31">32718 4746 5540 0,'-28'-15'-80'0,"-4"2"35"0,-5 7 49 0,5 4 58 15,-10 5 54-15,-10 11 67 0,-4 7 42 0,2 11 37 0,-13 13 42 16,6 14 17-16,8 11-10 0,9 5-14 0,7 7-9 15,14 7-22-15,10-15-129 0,13 3-137 16,10-2 0-16,11 15 0 0,9-11 0 16,17-4 0-16,3-7 0 0,10-10 0 0,1-7 0 15,-8-17 0-15,3-7 0 0,-1-11 0 16,-1-8 0-16,-5-6 0 0,10-12 0 0,-6-6 0 16,-2-7 0-16,-3-12-129 15,-5-6-22-15,-2-11 14 0,-1-18 7 0,-6-7 22 16,-7-8 26-16,-11 13 24 0,-11-6 33 15,-5-2 21-15,-16-21 8 0,-7 6-5 0,-13 6 5 16,-11 9 0-16,-6 11-5 0,-8 15-1 16,3 22-2-16,-8 13-1 0,-13 11 4 0,-4 11 1 15,-24 9-26-15,4 12-58 16,12 7-114-16,3 6-181 0,10 2-223 0,19-5-255 16,11 2 87-16,6 0 88 0,11 0-599 0,9-9-741 15</inkml:trace>
  <inkml:trace contextRef="#ctx0" brushRef="#br0" timeOffset="-161582.4">5750 9385 3331 0,'-9'4'117'0,"0"6"18"0,0-3 18 0,0 5 20 0,-2 4-2 0,2-1 3 0,3 1-6 0,0-1-6 15,6-3 0-15,7 2 20 16,4-5 12-16,7-1-1 0,11-6-6 0,19-6-12 16,16-9-17-16,8-6-13 0,14-10-16 15,0-5-15-15,-7-3 11 0,-2 1-24 0,-23 7-30 16,-2 3-39-16,-9-3-29 0,-9 12-27 16,-7 0-15-16,-6 9-14 0,-4 0-10 0,-5 0-20 15,-5 0-19-15,1 4-21 0,-4-1-25 16,-3 0-62-16,-1 5-76 0,0 0-81 0,0 0-122 15,0 0-190-15,0 0 53 0,0 0 66 16,-24 29-360-16,9 0-399 0</inkml:trace>
  <inkml:trace contextRef="#ctx0" brushRef="#br0" timeOffset="-161232.3">6265 10447 2949 0,'-17'7'200'0,"0"1"0"0,4-2 2 15,6-1 11-15,-4-2 23 0,6-1 16 16,5-2 11-16,0 0 13 0,0 0 26 0,0 0 1 16,0 0-26-16,44-16-28 0,-6 1-23 15,19-7-12-15,2-7-20 0,23-6-31 0,-6 0-69 16,-15 6-86-16,0 4-77 0,-7 4-65 16,-5-1-58-16,-17 11-66 0,-5 0-45 0,-8 4-11 15,-6 2-15-15,-2 3-24 16,-8 1-39-16,-3 1-75 0,0 0-133 0,0 0 32 0,0 0-399 15,-23 26-444-15</inkml:trace>
  <inkml:trace contextRef="#ctx0" brushRef="#br0" timeOffset="-160849.41">5867 11282 2969 0,'-11'7'149'15,"2"-2"11"-15,-2 1 10 0,4-3 31 16,1 0 30-16,6-3 16 0,0 0 20 0,0 0 24 16,0 0 12-16,0 0-19 0,42-12-30 15,4-7-23-15,5-5-22 0,8-5-20 16,4 0-7-16,15-13-47 0,-4 3-64 16,-15 8-63-16,-3 2-63 0,-1 2-63 0,-7 1-63 15,-15 9-71-15,-1 3-56 0,-12 3-42 16,-4 6-29-16,-5-3-48 0,-4 8-65 0,-7 0-120 15,0 0 36-15,0 0-377 0,0 0-431 16</inkml:trace>
  <inkml:trace contextRef="#ctx0" brushRef="#br0" timeOffset="-160480.46">5694 12022 3045 0,'-21'12'248'15,"5"-4"-15"-15,3 1 1 0,2-5 20 0,3 2 31 16,2-1 20-16,6-5-6 15,-7 5-5-15,7-5-2 0,0 0 1 0,0 0-22 0,61-10-24 16,-8-9-22-16,12-5-25 0,21-11-21 16,1-1-19-16,2-1-43 0,-6-1-67 15,-5 2-73-15,-20 7-59 0,-8 7-48 16,0 0-37-16,-17 6-27 0,-5 3-27 0,-7 1-6 16,-6 4-27-16,-6 2-25 0,-2-1-34 15,-2 2-50-15,-5-1-68 0,0 6-114 0,0 0-72 16,-7-9 37-16,7 9-374 0,0 0-433 15</inkml:trace>
  <inkml:trace contextRef="#ctx0" brushRef="#br0" timeOffset="-160098.71">5594 13055 3041 0,'-13'10'240'0,"-4"0"-15"0,6-2 2 15,2-2 28-15,-2-2 40 0,6-1 37 16,5-3 5-16,0 0-15 0,0 0 3 15,0 0 1-15,0 0-11 0,50-17-19 0,0-4-27 16,27-16-28-16,7-4-21 0,4 0-22 16,-1-2-26-16,2 2-21 0,-12 4-46 0,-16 8-60 15,-7 5-47-15,-7 2-48 0,-15 7-23 16,-3 1-14-16,-6 4-15 0,-6 1-16 16,-5 6-20-16,-5-1-39 0,-2 3-54 0,-5 1-72 15,0 0-78-15,0 0-74 0,0 0-105 16,0 0-172-16,0 0 45 0,-30 17 75 0,17-9-486 15,-3 4-569-15</inkml:trace>
  <inkml:trace contextRef="#ctx0" brushRef="#br0" timeOffset="-159749.41">5657 13839 3539 0,'-20'12'228'0,"0"-2"-25"0,1 0-13 15,6-3 15-15,0-2 45 0,1 0 70 16,3 1 34-16,0-3-13 0,9-3-11 0,-7 3 7 15,7-3-11-15,0 0-11 0,43-10-24 16,0-9-21-16,9-3-34 0,9-4-25 0,3-1-23 16,13-10-131-16,-16 11-57 0,-3-1 0 15,1 4 0-15,-14 2-27 0,-11 7-181 0,-4 4-56 16,-6 1-49-16,-8 5-34 0,-4 2-54 16,-3 4-51-16,-9-2-100 0,4 4-177 15,-4-4 7-15,-4 11 73 0,-1-3-551 0,-4 2-663 16</inkml:trace>
  <inkml:trace contextRef="#ctx0" brushRef="#br0" timeOffset="-159366.85">5305 15204 3923 0,'-19'12'377'15,"2"-3"-44"-15,3-1-31 0,3-3-24 0,4-2 11 16,0 3 28-16,2-5 11 0,5-1-3 16,0 0-14-16,16-18-28 0,23-8-28 15,13-8-22-15,26-12-26 0,7-3-22 0,1-1-26 16,2 8-73-16,-2 2-86 0,-23 10 0 15,-9 8 0-15,-4 1 0 0,-14 6 0 0,-5 5-42 16,-8 4-8-16,-6 2 9 0,-4 4-1 16,-7 0 10-16,-6 0 1 0,0 0-1 0,0 0 12 15,4 10-7-15,-4-10-14 0,0 0-45 16,-11 10-58-16,11-10-61 0,-12 3-84 16,12-3-111-16,-8 3-131 0,8-3-203 15,0 0-50-15,-11 1 77 0,11-1-638 0,0 0-799 16</inkml:trace>
  <inkml:trace contextRef="#ctx0" brushRef="#br0" timeOffset="-157450.2">21185 16136 3430 0,'-27'-17'-147'0,"-1"4"30"0,-6 2 21 16,-2 4 18-16,-11 6 21 0,2 8 21 0,-12 6 17 16,-2 13 21-16,-13 15 23 0,0 10 21 15,4 19 27-15,3 10 28 0,-3 12 18 16,9 13 29-16,4 6 10 0,10 10 3 0,13-1 7 16,15 4 0-16,17-8-16 0,17-10-9 15,15-11-11-15,16-8-8 0,17-10-9 0,12-16-12 16,16-15-7-16,9-9-8 0,9-16-10 15,8-13-12-15,-4-10-29 0,1-13-36 16,-8-14-40-16,-10-11-36 0,-1-10-7 16,-14-8-11-16,-11-9-4 0,-13-1 8 15,-17-6 11-15,-9-5 6 0,-22 11 10 0,-13-7 16 16,-18-18 1-16,-8-5 17 0,-19-6-4 16,-12 2 5-16,-12-4-8 0,-30-20-2 0,17 43 16 15,1 1 3-15,-5 16-3 0,-4 11-1 16,6 17-20-16,18 20-20 0,2 13-36 0,-4 15-50 15,7 10-68-15,-14 18-118 0,9 12-239 16,9 6 33-16,21-7 65 0,4-1-96 16,13 1-71-16</inkml:trace>
  <inkml:trace contextRef="#ctx0" brushRef="#br0" timeOffset="-157050.18">24796 17207 2307 0,'0'0'614'0,"0"0"-64"0,0 0-59 0,0 0-47 0,44-38-45 0,-14 18-35 0,13-6-29 0,-2-1-40 15,6 5-26-15,-8 0-30 0,1 0-33 16,-8 7-86-16,1-1-113 0,-5 4-111 16,-3 2-105-16,-3 3-113 0,-4 0-130 0,-2 3-192 15,-3 1-97-15,1 1 69 0,-7 2-517 16,-7 0-654-16</inkml:trace>
  <inkml:trace contextRef="#ctx0" brushRef="#br0" timeOffset="-156882.95">25112 17244 3824 0,'-5'7'376'0,"-1"-2"6"16,1-2 24-16,5-3 37 0,-9 6 38 0,9-6-16 16,0 0-38-16,0 0-52 15,0 0-36-15,22-28-43 0,-7 15-65 0,9-4-105 16,1-4-122-16,0 1-162 0,4 3-156 16,0-1-182-16,-3-1-215 0,-2 1-183 15,-2 3 72-15,-1 1 101 0,-2 6-660 0,-2-1-833 16</inkml:trace>
  <inkml:trace contextRef="#ctx0" brushRef="#br0" timeOffset="-146018.08">3342 11443 2276 0,'-9'-9'573'0,"-3"-3"-223"0,2-5-92 0,1 1-54 0,2-6-41 0,4-1-35 0,3-4-20 16,8-6-11-16,2 2-5 0,5 1-7 0,6 5-9 16,2 5-8-16,-2 10-8 0,-3 7-2 15,2 6 3-15,-4 9 9 0,9 11 7 16,-1 13 13-16,-7 11 20 0,-2 4 14 0,-6 5 16 16,1-4-5-16,-4-7 16 0,1-6 1 15,-1-1 4-15,-3-9 2 0,2-7-2 16,1-3 10-16,-3-2 2 0,3-3 4 0,-1-3 2 15,4-5 3-15,2-2-9 0,0-4-16 16,-11 0-11-16,44-17-18 0,-11-3-12 0,3-9-14 16,-4-2-42-16,2-6-64 0,-2-3-87 15,-1 1-99-15,-4-3-99 0,-4-2-114 16,-4 0-120-16,-4-2-137 0,-6-4-155 16,-4 7 68-16,-3-1-647 0,-7-3-851 0</inkml:trace>
  <inkml:trace contextRef="#ctx0" brushRef="#br0" timeOffset="-145681.72">3910 10708 3600 0,'-5'-9'-25'16,"-2"2"49"-16,3 4 38 0,4 3 26 16,-11-5 23-16,11 5 38 0,0 0 34 0,0 0 23 15,-14 22 16-15,11-5 10 16,5 6 2-16,-1 4-16 0,2 12-22 0,1 2-21 16,3 3-13-16,-3 11-20 0,3-4-9 15,2 2-13-15,-2-2-12 0,-1-7-19 0,-1-3-43 16,-1-4-38-16,1-4-33 0,2-8-32 15,-5-4-27-15,1-4-30 0,-3-7-36 0,0-5-52 16,0-5-43-16,0 0 2 0,0 0 21 16,-23-27 20-16,9-2 25 0,-9-16 27 15,-2-2 29-15,-2 0 31 0,4 0 36 0,2 7 57 16,2 9 39-16,4 3 36 0,5 10 14 16,1 4-11-16,1 2-5 0,3 3-13 15,2 3-5-15,1 4-7 0,2 2-2 0,0 0-6 16,0 0-3-16,0 0-7 0,35 5-2 15,-20-2-40-15,5 4-42 0,0 0-75 16,3-2-70-16,0-2-64 0,0-2-71 0,-3-1-62 16,5-4-62-16,-5-3-48 0,0-3-32 15,3-10-223-15,-2-7-248 0</inkml:trace>
  <inkml:trace contextRef="#ctx0" brushRef="#br0" timeOffset="-145469.22">4055 10778 2048 0,'4'-36'41'0,"-2"0"55"16,1-2 43-16,-3 2 41 0,0 7 33 15,2 6 12-15,-2 3 1 0,2 3-11 0,0 1-16 16,5 3-7-16,2 6 9 0,2 5 20 15,-11 2 31-15,30 17 12 0,-7 8 12 0,-1 2-15 16,3 10 8-16,-3 5-9 16,-1 1 1-16,-1-2-26 0,-4-9-21 0,1-3-18 15,0-3-8-15,4-3-9 0,-2-5-14 16,0-3-10-16,1-7-19 0,-2-6-5 0,3-4-18 16,10-10-14-16,1-5-39 15,4-11-60-15,-2-1-87 0,-5-6-89 0,2-5-80 16,-8-3-89-16,-6-1-95 0,-8 7-101 0,-3-4-156 15,-6 1-93-15,-4-2 79 0,-3 1-604 16,-3 3-773-16</inkml:trace>
  <inkml:trace contextRef="#ctx0" brushRef="#br0" timeOffset="-145085.56">3500 9749 3798 0,'-76'12'-42'15,"8"4"23"-15,-18 18 46 0,2 14 41 0,3 12 5 16,-2 18 30-16,3 11 16 0,-12 46 3 16,12 11 5-16,14 9 13 0,10 12 7 0,16 18-8 15,12 9-8-15,20-34-7 16,18 48-12-16,20-7-3 0,20-12-4 0,18-19 4 0,13-19-12 16,19-25-5-16,-8-40-7 15,19-19-4-15,18-16-4 0,20-22 19 0,9-21-8 16,3-21-13-16,55-26 1 0,-5-30-25 15,-7-21-1-15,-15-17-5 0,-19-18-16 16,-23-16-15-16,-21-9-5 0,-28-8 0 0,-21-5 2 16,-37 39 1-16,-17-11-2 0,-18-9 0 15,-14-3 10-15,-30-47 7 0,-16 10-3 0,-30 10-2 16,-19 15-9-16,-21 7 4 0,-17 20-6 16,-16 24-1-16,-17 26-13 0,-15 30 1 0,35 33-12 15,-14 26-1-15,-39 32-8 0,10 34-34 16,9 33-43-16,8 30-49 0,13 23-71 0,10 16-90 15,21 13-100-15,10 6-132 16,12 2-203-16,29-10 65 0,14-14-471 0,24-51-617 16</inkml:trace>
</inkml:ink>
</file>

<file path=ppt/ink/ink16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5-09-21T03:41:11.557"/>
    </inkml:context>
    <inkml:brush xml:id="br0">
      <inkml:brushProperty name="width" value="0.05292" units="cm"/>
      <inkml:brushProperty name="height" value="0.05292" units="cm"/>
      <inkml:brushProperty name="color" value="#FF0000"/>
    </inkml:brush>
  </inkml:definitions>
  <inkml:trace contextRef="#ctx0" brushRef="#br0">8373 5082 1101 0,'0'0'366'0,"0"0"-76"0,0 0-48 0,0 0-34 16,6-5-19-16,-6 5-20 0,0 0-11 15,0 0-3-15,0 0 10 0,0 0-1 16,3-9-4-16,-3 9-1 0,0 0-10 0,0 0 0 16,0 0-11-16,0 0-7 0,0 0-7 15,0 0-8-15,0 0-6 0,0 0-5 0,0 0-3 16,0 0-2-16,0 0-1 0,0 0-9 16,-7-10-2-16,7 10 0 0,0 0 2 0,0 0-2 15,0 0-1-15,-14-5-2 0,14 5-1 16,0 0-4-16,-11-2-1 0,11 2 0 15,-7-3-7-15,7 3-6 0,-9-4-1 16,9 4-4-16,0 0-7 0,-18-2 0 0,18 2-5 16,0 0-4-16,-18-3-3 0,18 3-5 15,0 0-6-15,-18 2-1 0,18-2-6 16,-16 0 0-16,16 0-1 0,-15 1-2 0,15-1-5 16,-13 0-1-16,13 0-4 0,-15 2 2 15,15-2 6-15,-18 4-6 0,18-4 9 0,-18 3 1 16,8-1 0-16,0-1-2 15,10-1 0-15,-19 6 3 0,10-5-4 0,1 4 1 0,-4-3 3 16,12-2-7-16,-14 4-1 0,4-2-3 16,10-2 3-16,-15 4-1 0,5-2 1 15,10-2 8-15,-14 7-7 0,14-7 7 16,-12 4 2-16,4 0-4 0,8-4 4 0,-14 2 3 16,14-2-3-16,-13 7 9 0,3-2 19 15,3-3-6-15,7-2-3 0,-15 5 3 16,10-1-1-16,5-4-1 0,-16 6-8 0,8-4-3 15,8-2-5-15,-13 6-1 0,5-2-9 16,-1-1 6-16,9-3-2 0,-12 4-5 0,12-4 3 16,-11 5-4-16,5-1-5 0,6-4 5 15,-12 9-3-15,7-5-4 0,-3 0 4 0,8-4 0 16,-11 7 5-16,3-1 1 0,2-2-7 16,-1 2 4-16,-2-4-2 0,0 6 1 15,4-3-2-15,-2-1-5 0,-1 4 3 0,0-1 0 16,2 2 1-16,-3-3 2 0,4 1-9 15,-4 0 7-15,4 2 7 0,-3-2 5 16,5-1 1-16,-7 1 5 0,4 0-6 0,0-2 6 16,1 2-5-16,5-7 0 0,-9 10 1 15,5-7-20-15,4-3-8 0,-9 9 0 16,8-4 0-16,1-5 0 0,-8 7 0 0,8-7 0 16,-5 9 0-16,5-9 0 0,-6 6 0 15,6-6 0-15,-3 9 0 0,3-9 0 0,-7 7 0 16,7-7 0-16,-4 8 0 15,4-8 0-15,-2 9 0 0,2-9 0 0,-3 8 0 16,3-8 0-16,-4 9 0 0,4-9 0 16,-2 9 0-16,2-9 0 0,-3 8 0 0,3-8 0 15,-4 9 0-15,4-9 0 0,0 8 0 16,0-8 0-16,-5 10 0 0,5-10 0 0,-2 7 0 16,2-7 0-16,-5 12 0 0,3-8 0 15,2-4 0-15,-4 13 0 0,2-5 0 0,2 0 0 16,-1 1 0-16,-3 1 0 0,2-1 0 15,0 0 0-15,0-1 0 0,2 1 0 0,-1-1 0 16,1 1 0-16,-3-2 0 0,3 1 0 16,0 1 0-16,-2-1 0 0,2-8 0 15,0 17 0-15,0-10 0 0,-2 2 0 16,4 0 0-16,-2-9 0 0,0 16 0 16,0-7 0-16,-2-1 0 0,4 1 0 0,-2-1 0 15,0 0 0-15,2 0 0 0,-2-8 0 16,4 13 0-16,-2-5 0 0,-2-8 0 0,2 12 0 15,0-6 0-15,-2-6 0 0,5 11 0 16,-1-5 0-16,-4-6 0 0,2 8 0 0,-2-8 0 16,6 9 0-16,-6-9 0 15,1 6 0-15,-1-6 0 0,7 6 0 0,-7-6 0 16,5 6 0-16,-5-6 0 0,6 7 0 16,-6-7 0-16,5 7 0 0,-5-7 0 0,4 9 0 15,0-5 0-15,-4-4 0 0,6 8 0 16,-6-8 0-16,4 10 0 0,-4-10 0 0,7 7 0 15,-3-1 0-15,-4-6 0 0,7 9 0 16,-3-4 0-16,1 0 0 0,-1 2 0 0,-4-7 0 16,7 10 0-16,-2-4 0 0,-3 0 0 15,-2-6 0-15,11 12 0 0,-8-8 0 0,1 3 0 16,1-2 0-16,-5-5 0 16,8 9 0-16,-3-5 0 0,-5-4 0 0,12 7 0 0,-6-2 0 15,-1 0 0-15,-5-5 0 16,14 8 0-16,-8-7 0 0,-6-1 0 0,15 5 0 15,-7-1 0-15,-1 0 0 0,-7-4 0 16,15 3 0-16,-15-3 0 0,16 1 0 0,-9 2 0 16,-7-3 0-16,14 4 0 0,-7-2 0 15,-7-2 0-15,12 3 0 0,-12-3 0 0,12 3 0 16,-12-3 0-16,9 2 0 0,-9-2 0 16,11 4 0-16,-11-4 0 0,14 4 0 15,-14-4 0-15,11 2 0 0,-11-2 0 16,11 2 0-16,-11-2 0 0,12 0 0 0,-12 0 0 15,11 3 0-15,-11-3 0 0,0 0 0 0,18 2 0 16,-18-2 0-16,9 2 0 0,-9-2 0 16,16 4 0-16,-16-4 0 0,12 2 0 15,-12-2 0-15,13 0 0 0,-13 0 0 16,16 0 0-16,-16 0 0 0,13 0 0 0,-13 0 0 16,16 2 0-16,-16-2 0 0,0 0 0 15,18-4 0-15,-18 4 0 0,14 0 0 0,-14 0 0 16,0 0 0-16,15 0 0 0,-15 0 0 15,0 0 0-15,17 0 0 0,-17 0 0 0,0 0 0 16,13-2 0-16,-13 2 0 0,0 0 0 16,14 0 0-16,-14 0 0 0,0 0 0 0,0 0 0 15,20 0 0-15,-20 0 0 16,0 0 0-16,13-2 0 0,-13 2 0 0,0 0 0 16,0 0 0-16,14 0 0 0,-14 0 0 15,0 0 0-15,14-4 0 0,-14 4 0 0,0 0 0 0,15 0 0 16,-15 0 0-16,0 0 0 15,14-3 0-15,-14 3 0 0,11-4 0 0,-11 4 0 16,14-2 0-16,-14 2 0 0,15-6 0 16,-15 6 0-16,13-2 0 0,-7-1 0 0,-6 3 0 15,13-7 0-15,-13 7 0 0,12-5 0 16,-12 5 0-16,11-3 0 0,-11 3 0 0,13-3 0 16,-13 3 0-16,12-6 0 15,-7 4 0-15,-5 2 0 0,11-8 0 0,-11 8 0 0,14-4 0 16,-8-1 0-16,-6 5 0 0,11-6 0 15,-3 2 0-15,-8 4 0 0,11-6 0 16,-5 2 0-16,-6 4 0 0,14-7 0 16,-7 2 0-16,1 0 0 0,-8 5 0 0,11-8 0 15,-5 4 0-15,-6 4 0 0,13-9 0 16,-6 4 0-16,-3 0 0 0,4 1 0 0,-8 4 0 16,12-10 0-16,-9 5 0 0,5 0 0 15,-8 5 0-15,12-10 0 0,-7 3 0 0,3 2 0 16,-5-2 0-16,4 0 0 15,-4-1 0-15,3 4 0 0,0-3 0 0,-6 7 0 0,7-10 0 16,-2 5 0-16,-5 5 0 0,3-11 0 16,1 5 0-16,0-1 0 0,-4 7 0 15,5-12 0-15,-1 6 0 0,0-1 0 16,-3 1 0-16,1 0 0 0,3-6 0 0,-1 4 0 16,-3-1 0-16,1 1 0 0,0-1 0 15,-2 2 0-15,2 0 0 0,0-3 0 0,0 3 0 16,-1-1 0-16,-1 0 0 0,0 8 0 15,2-16 0-15,-2 7 0 0,0 1 0 0,2-1 0 16,-2 1 0-16,2-3 0 0,-2 3 0 16,0-1 0-16,0-1 0 0,-2 2 0 0,2-3 0 15,0 2 0-15,-2 1 0 16,2 0 0-16,0-1 0 0,0 9 0 0,-2-16 0 16,1 12 0-16,1 4 0 0,-4-17 0 15,4 13 0-15,0 4 0 0,-2-14 0 0,2 14 0 16,-2-11 0-16,0 7 0 0,2 4 0 15,0-10 0-15,-1 4 0 0,1 6 0 0,-7-9 0 16,7 4 0-16,0 5 0 0,-4-9 0 16,4 9 0-16,-3-10 0 0,-1 7 0 15,4 3 0-15,-6-10 0 0,6 4 0 0,-3 1 0 16,3 5 0-16,-6-10 0 0,4 4 0 16,-4 0 0-16,2 1 0 0,1-2 0 0,-1 2 0 15,0-2 0-15,0 2 0 0,4 5 0 16,-8-10 0-16,4 5 0 0,4 5 0 0,-5-9 0 15,3 4 0-15,-2 0 0 16,4 5 0-16,-5-7 0 0,1 2 0 0,4 5 0 16,-6-10 0-16,2 6 0 0,4 4 0 15,-6-8 0-15,5 3 0 0,-3-3 0 0,0 4 0 16,4 4 0-16,-7-9 0 0,0 2 0 16,4 4 0-16,-5-4 0 0,1 0 0 0,-1-1 0 15,-2 1 0-15,-3-3 0 0,-1 0 0 16,3 2 0-16,-6 1 0 0,2-1 0 0,-1 0 0 15,2 3 0-15,-8-2 0 0,8 4 0 16,-2-1 0-16,3 1 0 0,-1 2 0 0,-1-3 0 16,6 4 0-16,9 0 0 15,-18 2 0-15,18-2-317 0,-9 2-713 0,9-2 105 16,0 0-1088-16,0 0-1429 0</inkml:trace>
  <inkml:trace contextRef="#ctx0" brushRef="#br0" timeOffset="2099.59">9681 5147 5063 0,'3'-5'-236'0,"-3"5"84"0,0 0 72 0,4-4 71 0,-4 4 41 0,0 0 37 0,0-8 29 16,0 8 17-16,0 0 13 0,0 0 13 16,-2-9 6-16,2 9 3 0,0 0 1 15,0 0 1-15,0 0-3 0,-5-9-6 16,5 9-9-16,0 0-2 0,-8-5-5 0,8 5-8 15,0 0 2-15,-14-4 1 0,14 4-10 16,-13-6-6-16,13 6-3 0,-14-5 1 0,5 4-8 16,0-3-5-16,-1 2-7 0,-1 0 0 15,0-1 0-15,-3 0-6 0,1 1-5 16,-7-1-6-16,4 1-5 0,-4 0 2 16,5 0-4-16,-2-1-1 0,1 1-11 0,3 1-48 15,-2-1 0-15,2 0 0 0,-3 2 0 0,3-2 0 16,2 2 0-16,-3 0 0 0,14 0 0 15,-23 0 0-15,10 2 0 0,0-2 0 16,1 0 0-16,-1 2 0 0,1 0 0 0,-1-1 0 16,2 1 0-16,-3 1 0 0,3-1 0 15,-1 2 0-15,1-1 0 0,0 0 0 0,1 2 0 16,-1-1 0-16,2 0 0 0,-2 0 0 16,2 2 0-16,0-3 0 0,-1 2 0 15,2 0 0-15,1 2 0 0,-2-2 0 0,2 3 0 16,-2-4 0-16,4 1 0 0,-5 1 0 15,4 0 0-15,0 0 0 0,-1 0 0 16,1 0 0-16,-2 0 0 0,3-1 0 16,-1 1 0-16,0 0 0 0,3 2 0 0,3-8 0 15,-8 9 0-15,2-1 0 0,2-4 0 16,1 4 0-16,1-1 0 0,-2-1 0 0,0 0 0 16,4-6 0-16,-3 14 0 0,1-9 0 15,0 2 0-15,2-7 0 0,-5 15 0 0,3-8 0 16,2 1 0-16,-1-1 0 0,-3 2 0 15,2-1 0-15,2 1 0 0,-2-1 0 16,0 1 0-16,2-1 0 0,0 4 0 16,0-5 0-16,0 3 0 0,0 2 0 0,0-5 0 0,0 3 0 15,0 2 0-15,0-4 0 16,2 3 0-16,-2 1 0 0,2-2 0 0,-2-1 0 16,2 4 0-16,-2-4 0 0,4 2 0 15,-4 1 0-15,1-1 0 0,-1 1 0 0,2-2 0 16,0 0 0-16,1 0 0 0,-3-1 0 15,2 3 0-15,0-1 0 0,-1-2 0 16,1 0 0-16,0 2 0 0,0-2 0 0,0 3 0 16,0-4 0-16,0 0 0 0,-1 5 0 15,-1-5 0-15,4 0 0 0,-2 1 0 16,2 1 0-16,-2-2 0 0,0 2 0 16,2-1 0-16,-2 1 0 0,0-2 0 0,-1 1 0 15,1-1 0-15,2-1 0 0,-2 2 0 16,2-1 0-16,-3-1 0 0,1 1 0 0,3-1 0 15,-1 0 0-15,-3 0 0 0,3 0 0 16,0 1 0-16,-1-1 0 0,1 0 0 0,0-2 0 16,2 4 0-16,-4-4 0 0,-2-5 0 15,9 10 0-15,-5-3 0 0,2-2 0 0,-3 2 0 16,4-2 0-16,-7-5 0 0,9 11 0 16,-2-5 0-16,-3-1 0 0,2 0 0 15,0 2 0-15,2-1 0 0,-1 0 0 0,0 0 0 16,4-1 0-16,-6-1 0 0,2 2 0 15,-7-6 0-15,14 8 0 0,-4-2 0 16,-5-2 0-16,2 1 0 0,0-3 0 0,-7-2 0 16,17 6 0-16,-12-2 0 0,-5-4 0 15,20 5 0-15,-11-4 0 0,5 1 0 0,-14-2 0 16,18 2 0-16,-8 0 0 0,-10-2 0 16,24 2 0-16,-10-2 0 0,-3 0 0 15,-11 0 0-15,27 3 0 0,-16-3 0 0,-11 0 0 16,25 1 0-16,-15-1 0 0,-10 0 0 0,22 2 0 15,-11-2 0-15,-11 0 0 0,18-2 0 16,-4 2 0-16,-14 0 0 0,22-1 0 16,-10-2 0-16,-1 3 0 0,1-2 0 15,-12 2 0-15,20-4 0 0,-7 4 0 0,-4-3 0 16,2-2 0-16,-1 5 0 0,-1-4 0 16,2 0 0-16,1 0 0 0,-1 1 0 0,-1-1 0 15,0 0 0-15,-1 0 0 0,0-1 0 16,1 2 0-16,0-1 0 0,1 2 0 0,-3-2 0 15,-8 4 0-15,19-7 0 0,-11 5 0 16,-1-2 0-16,2 1 0 0,-9 3 0 0,14-5 0 16,-14 5 0-16,17-4 0 15,-10 1 0-15,2 0 0 0,-2-2 0 0,0 1 0 0,1-1 0 16,2 0 0-16,-1 1 0 16,0-1 0-16,0 0 0 0,-2 0 0 0,2 3 0 15,1-4 0-15,-2 0 0 0,-1 3 0 16,1-2 0-16,-1 0 0 0,0-1 0 0,-2 2 0 15,3-2 0-15,-5 1 0 0,6-2 0 16,-2 0 0-16,0 1 0 0,1-1 0 0,-3 2 0 16,4-4 0-16,-4 1 0 0,3 3 0 15,-3-2 0-15,1-2 0 0,-2 1 0 0,4 0 0 16,-5 2 0-16,3-3 0 0,-1 3 0 16,-1-4 0-16,3 3 0 0,-2-2 0 0,1 2 0 15,-3-3 0-15,1-1 0 0,2 5 0 16,0-6 0-16,0 4 0 0,-3-1 0 0,1-1 0 15,2 3 0-15,-5-1 0 16,1 0 0-16,3 0 0 0,-1 2 0 0,-3-1 0 16,1 1 0-16,-2 0 0 0,2-1 0 15,-2 7 0-15,2-10 0 0,-2 3 0 0,0 7 0 16,0-12 0-16,0 5 0 0,0-2 0 16,-2 1 0-16,0-1 0 0,2 1 0 0,-2-2 0 15,2 1 0-15,-1-1 0 0,-1 0 0 16,0 0 0-16,-1 1 0 0,1-1 0 0,0-2 0 15,1 3 0-15,-3-1 0 0,0-2 0 16,0-1 0-16,-1-1 0 0,-1 0 0 0,-2-1 0 16,3-2 0-16,-5-2 0 15,-2 0 0-15,3 4 0 0,-2-4 0 0,-1 2 0 16,-3-5 0-16,-2-1 0 0,2 8 0 16,-1 1 0-16,1 1 0 0,-2 1 0 0,0 2 0 15,0-1 0-15,-5 3 0 0,2 2 0 16,1 3 0-16,-16-4 0 0,5 3 0 0,5 2 0 15,-4 1 0-15,1 1 0 0,-10 5 0 16,0 0 0-16,8-1-306 0,-5 5-727 0,2-1 109 16,7 0-1092-16,9 1-1432 0</inkml:trace>
  <inkml:trace contextRef="#ctx0" brushRef="#br0" timeOffset="11833.5">10855 8667 2296 0,'0'0'325'0,"0"0"11"0,0 18-2 0,0-18-3 0,0 0-5 0,0 0 1 0,0 0-6 16,0 0-15-16,0 0-16 0,0 0-21 15,0 0-22-15,0 0-21 0,0 0-25 16,0 0-17-16,0 0-10 0,0 0-21 16,0 0-15-16,0 0-11 0,0 0-16 0,0 0-8 15,0 0-7-15,0 0-7 0,0 0-8 16,0 0-22-16,0 0 2 0,0 0-6 0,-25-7-9 15,25 7-2-15,-18 8-8 0,9-2-4 16,-2 2-7-16,1 2 1 0,-1 1-6 0,0 0-3 16,4 1 0-16,0 2 2 0,1-2-9 15,4-1 4-15,2-1-8 0,0-2 2 16,2 1 1-16,2-2-5 0,0 2 5 16,1-5-3-16,-5-4 2 0,12 7 3 0,-5-5-2 15,-7-2 2-15,0 0-3 0,0 0 5 16,25-9 2-16,-19 7-6 0,0-6 1 0,-5 1 4 15,1-2-3-15,-2 1-2 0,0-1-1 16,0 1 0-16,-2 1 10 0,1 0-9 16,-3 2 0-16,-2 0-4 0,6 5-4 0,-10-3 4 15,10 3-2-15,0 0 0 0,-15 3 6 16,15-3-10-16,-11 7-2 0,7-4 3 0,0 2-1 16,0 0-3-16,4-5-8 0,-2 12-19 15,2-12-32-15,-1 8-32 0,1-8-40 0,-2 8-47 16,2-8-51-16,2 7-63 15,-2-7-82-15,1 6-85 0,-1-6-103 0,0 0-163 16,8 2 1-16,-8-2 78 0,6 4-557 16,-6-4-672-16</inkml:trace>
  <inkml:trace contextRef="#ctx0" brushRef="#br0" timeOffset="13347.31">11811 8669 3161 0,'0'0'-64'0,"0"0"46"0,11 2 39 0,-11-2 34 0,0 0 28 0,0 0 21 0,0 0 22 15,0 0 10-15,0 0 5 0,0 0 3 16,0 0 4-16,0 0-5 0,0 0 6 0,0 0 2 16,0 0-2-16,0 0 3 0,0 0 1 15,0 0-4-15,0 0-10 0,0 0-3 16,0 0-13-16,0 0-13 0,5 3-10 0,-5-3-6 16,0 0-8-16,-16 14 0 0,12-9-2 15,1 2-4-15,3-7-7 0,-8 12-4 16,8-7-1-16,0-5-9 0,-2 10 5 0,2-10-2 15,2 9 1-15,-2-9-6 0,6 5-2 16,-6-5-2-16,7 5-6 0,-7-5 1 0,0 0 12 16,0 0 0-16,16-2 12 0,-16 2 3 15,0 0 8-15,0 0 4 0,11-12 8 0,-11 12-5 16,2-8-7-16,-2 8-6 0,-4-9-7 16,4 9-10-16,-4-8-5 0,4 8-11 15,0 0-11-15,-12-5-17 0,12 5-39 0,0 0-42 16,0 0-62-16,-22 10-63 0,16-7-83 15,-2 4-100-15,5-2-110 0,-3 0-154 16,2 1-169-16,1-1 80 0,3-5-701 16,0 0-878-16</inkml:trace>
</inkml:ink>
</file>

<file path=ppt/ink/ink16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5-09-21T03:29:37.378"/>
    </inkml:context>
    <inkml:brush xml:id="br0">
      <inkml:brushProperty name="width" value="0.05292" units="cm"/>
      <inkml:brushProperty name="height" value="0.05292" units="cm"/>
      <inkml:brushProperty name="color" value="#FF0000"/>
    </inkml:brush>
  </inkml:definitions>
  <inkml:trace contextRef="#ctx0" brushRef="#br0">3141 2352 2125 0,'0'0'339'0,"0"-8"-56"0,0 8-37 0,0 0 8 0,0-13-18 0,0 13-6 0,0 0-3 0,-3-10-23 16,3 10 8-16,0 0-6 0,0 0-14 15,0 0-13-15,-2-7-20 0,2 7-18 0,0 0-14 16,0 0-14-16,0 0-4 0,0 0 13 16,0 0-6-16,2 28-5 0,0-10-2 15,-1 7 16-15,-1 14-23 0,0 6 12 16,0 13 3-16,-3 3 2 0,5-1-7 0,-1 6-9 16,2-1-4-16,-1 7-12 0,-4 0-3 15,2 6 17-15,0-1 16 0,0-2-1 16,0-3-5-16,-3 0-1 0,3-3 7 0,-1-1 2 15,-1-2 8-15,0-2 6 16,-2 0-95-16,-1-1-38 0,-1-4 0 0,4-3 0 0,-3-2 0 16,-2 2 0-16,5-12 0 15,-3 1 0-15,1-4 0 0,1-2 0 0,1-2 0 0,0-8 0 16,0-5 0-16,4-2 0 16,-2-3 0-16,2-2 0 0,1 0 0 0,-3-3 0 15,6 0 0-15,-1 0 0 0,4-3 0 16,2-1 0-16,5 2 0 0,6-5 0 0,1-1 0 15,4-2 0-15,-1-4 0 0,3 0 0 16,0 0 0-16,-1 0 0 0,0-3 0 16,11 0 0-16,-9-1 0 0,-5 2 0 0,-4 2 0 15,-2-2 0-15,-1-1 0 0,-2 3 0 16,-5-2 0-16,1 2 0 0,-1-2 0 0,-11 2 0 16,14 0 0-16,-14 0 0 15,11-2 0-15,-11 2 0 0,11-2 0 0,-11 2 0 0,0 0 0 16,0 0 0-16,14-4-146 15,-14 4-696-15,2-4-126 0,-2 4 96 0,-2-13-952 16,0 3-1251-16</inkml:trace>
  <inkml:trace contextRef="#ctx0" brushRef="#br0" timeOffset="982.52">1961 2992 4663 0,'4'-11'-101'0,"-3"5"57"0,-1 1 24 0,0 5 15 0,0 0 14 0,-3-11 14 0,3 11 24 16,0 0 23-16,0 0 22 15,-22 26 12-15,7 1 1 0,0 6 2 0,-4 13-1 16,0 1 0-16,0-1 4 0,1-1 1 16,3-1-3-16,4-8-7 0,-1-3-8 15,3-1-6-15,2-8-13 0,3-4 1 0,-3 0-11 16,2-5-9-16,1-5-8 0,1 2 0 15,-1-3-22-15,2-2-31 0,-2-2-48 0,4-5-66 16,0 0-72-16,0 0-51 16,0 0-50-16,-14-23-31 0,11 5-26 15,1-7-19-15,2-16-16 0,4-1 14 0,-1-3 33 16,3 3 59-16,0 1 69 0,2 6 58 0,-5 0 49 16,3 2 56-16,1 8 54 0,-5 6 49 15,1 2 42-15,-1 5 37 0,1 2 29 16,-1-2-7-16,0 5-9 0,2 2 48 15,-4 5 33-15,16 0 7 0,-16 0-2 0,25 17-2 16,-3 2-2-16,4 7-6 0,1 4-13 16,6 3-19-16,-3 0-23 0,2 0-13 0,-7-8-16 15,0 0-17-15,-3 0-41 0,0-3-53 16,-3-2-57-16,-6-4-62 0,1-2-56 16,-7-4-65-16,4 0-76 0,-5-3-76 0,0 0-110 15,-6-4-190-15,0-3 41 16,0 5 52-16,0-5-253 0,0 0-308 0</inkml:trace>
  <inkml:trace contextRef="#ctx0" brushRef="#br0" timeOffset="1182.21">1880 3328 2697 0,'-11'2'297'0,"11"-2"-3"0,-14 3-5 0,14-3 11 0,0 0 7 0,0 0 7 0,0 0-23 16,-7 2-21-16,7-2-14 0,0 0-13 0,0 0-28 15,0 0-20-15,45-4-27 16,-27 1-68-16,7-1-85 0,-2 1-106 0,3-2-114 16,11 2-131-16,-9-4-155 0,-4 2-203 15,1 1-4-15,-7 2 69 0,-3 1-428 0,0 1-529 16</inkml:trace>
  <inkml:trace contextRef="#ctx0" brushRef="#br0" timeOffset="1415.25">2479 3138 3395 0,'0'0'334'0,"0"0"0"16,0 0-3-16,0 0-28 0,0 0 5 0,0 0 0 15,0 0-17-15,0 0-22 16,0 0-26-16,0 0-25 0,0 0-24 0,0 0-55 15,6-11-108-15,3 9-118 0,0 1-114 16,1-1-101-16,-10 2-109 0,19-2-120 16,-19 2-154-16,14 4-19 0,-11 2 62 0,1 0-424 15,-6 2-539-15</inkml:trace>
  <inkml:trace contextRef="#ctx0" brushRef="#br0" timeOffset="1564.82">2424 3347 3028 0,'-12'8'141'0,"2"-1"66"0,3-2 48 16,3 0 48-16,4-5 50 0,-7 8 20 0,7-8 2 15,0 0-13-15,-7 4-30 16,7-4-32-16,0 0-33 0,0 0-26 0,0 0-25 16,0 0-35-16,0 0-77 0,25 0-125 15,-25 0-137-15,31-12-142 0,-10 4-172 16,6-7-236-16,2 1-80 0,1 2 65 0,2-2-593 16,-5 0-772-16</inkml:trace>
  <inkml:trace contextRef="#ctx0" brushRef="#br0" timeOffset="2171.25">3007 2224 3369 0,'-8'-9'-17'0,"8"9"56"0,-5-5 24 0,5 5 31 0,0 0 27 0,-9-7 36 0,9 7 28 15,0 0 15-15,-5-7 2 0,5 7-16 16,0 0-15-16,0 0-23 0,0 0-14 15,0 0-14-15,0 0-12 0,17-12-9 16,7 9-14-16,17-2-6 0,18-2-10 16,8 2-4-16,5 0-7 0,4-1-6 0,2 1-32 15,-3-4-28-15,-5 5-17 0,-9 2 0 16,-15 0 4-16,-6 1 1 0,-10-1 4 0,-6 0 15 16,-8 0 33-16,2-1 34 0,-4 1 29 15,-1 1 29-15,-13 1 17 0,16-2-3 16,-16 2-1-16,16-2-12 0,-16 2-16 0,0 0-14 15,13 0-28-15,-13 0-50 0,0 0-72 16,0 0-86-16,16 2-109 0,-16-2-130 0,0 0-149 16,5 5-239-16,-5-5 36 15,0 10 65-15,0-2-461 0,0 3-595 16</inkml:trace>
  <inkml:trace contextRef="#ctx0" brushRef="#br0" timeOffset="3015.11">3602 2470 3369 0,'0'0'126'0,"-16"-3"38"0,16 3 29 0,-8-5 20 0,8 5 20 0,-1-9 13 0,1 9 0 0,1-14-5 0,5 10-23 16,1-3-37-16,2 0-16 0,4 0-22 15,1 2-9-15,2 2-24 0,-3 1-4 16,3 4-15-16,1 1-16 0,2 4 2 0,0 1-12 16,-2 6-6-16,-5 1-5 15,-3 2-3-15,-2 2-4 0,-3 5 1 0,-4 1 7 16,-2-2 13-16,-5 10 20 0,0 0 11 16,-3-2 24-16,-2 0 13 0,3-10 8 0,0-1 10 15,0-7 0-15,4-1-4 0,1 0-2 16,2-3 6-16,-1-1-91 0,1-1-63 15,2-7 0-15,-2 10 0 0,2-10 0 0,4 9 0 16,-4-9 0-16,18 5 0 0,-4-5 0 16,3 0 0-16,2-2 0 0,2 2 0 0,1-1 0 15,0-1 0-15,-3 0 0 0,-2 2 0 16,0 0 0-16,-2 0 0 0,-1 0 0 16,-14 0 0-16,21 0 0 0,-21 0 0 15,17 2 0-15,-17-2 0 0,12-2 0 16,-12 2 0-16,11 0 0 0,-11 0-293 0,0 0-90 0,13-1-78 15,-13 1-113-15,8-2-185 16,-8 2-61-16,9-7 71 0,-9 7-663 0,13-9-864 16</inkml:trace>
  <inkml:trace contextRef="#ctx0" brushRef="#br0" timeOffset="3548.47">5040 2325 4106 0,'-11'-16'77'0,"1"5"10"0,4 1 13 0,4-2 18 0,1 3 18 0,2-2 8 0,-1-1 1 0,6 2-11 0,2-2-12 15,1 2-17-15,3 1-6 0,1 1-12 16,-3 4-13-16,1 2-7 0,1 1-8 0,-12 1-6 16,27 5-6-16,-15-2 7 15,1 4-16-15,-1 2-3 0,-1 1-4 0,-3 2 1 16,0 1-6-16,-2 1 1 0,-3 1-4 16,-3 1 10-16,0-1 12 0,-3 5 19 15,-3 1 12-15,-4 7 18 0,1-5 20 0,1-4 15 16,3-4 8-16,-2-1-7 0,6-4-2 15,-3-1-11-15,2-1-7 0,2-1-3 0,2 1-6 16,2-2-4-16,2 2-4 0,3-1-11 16,0 0-6-16,2 0 2 0,-2-1-10 0,2 2-10 15,-1 1 1-15,1-1-8 0,0 2-5 16,0 1 4-16,-4-2-28 0,-2 4-22 16,1 0 0-16,-1-1 0 0,-3 2 0 0,-2-3 0 15,0 5 0-15,-7-3 0 16,1 2 0-16,-5-1 0 0,-4 3 0 0,-2-5 0 15,-8 5 0-15,4-7 0 0,4-3 0 16,1 0 0-16,-1-4 0 0,4 0 0 0,2 1 0 16,1-1-297-16,-1 3-515 0,-2 2-144 15,1 1 89-15,-7 11-922 0,-2 7-1217 16</inkml:trace>
  <inkml:trace contextRef="#ctx0" brushRef="#br0" timeOffset="4364.92">4086 3436 4600 0,'7'-4'-181'0,"-7"4"54"0,0 0 44 0,0 0 38 0,9-5 45 0,-9 5 28 16,0 0 20-16,0 0 20 0,0 0 2 0,4-9 5 15,-4 9 5-15,0 0-1 16,0 0 8-16,0 0 8 0,0 0 19 16,6-5 1-16,-6 5-3 0,0 0-10 0,0 0-2 15,-6-12 2-15,6 12-5 0,-7-12-4 16,1 7-2-16,1-3-6 0,-4 2 0 0,0-4-1 16,0 5-9-16,0-1 4 0,-2 2-17 15,0 1-12-15,11 3-4 0,-27 1-2 16,10 3-9-16,-2 2-2 0,0 3-6 15,1 1-2-15,2 2 0 0,0 0-4 0,3 5-1 16,4-3 0-16,2 1 3 0,7 2 0 16,0-3 0-16,9 1 4 0,2 3 3 15,8 5 12-15,6-4-12 0,-3-1-4 0,5 0-1 16,0-1-3-16,-2-2 14 0,-7-1 1 16,0-2 22-16,0 1 17 0,-6 3 19 0,2 0 24 15,-4-2 23-15,-5 6 16 0,1-7 9 16,-5 5 10-16,-2-2 10 0,-3 0-56 15,-2 2-131-15,-5 0 0 0,1-3 0 0,-3 1 0 16,-1-3 0-16,1-4 0 0,-2 0 0 16,2-4 0-16,-5-1 0 0,3-4 0 15,0 0 0-15,-2-4 0 0,1 1 0 16,0-3 0-16,0-1 0 0,5 0 0 0,-1 1 0 16,3-1 0-16,1 2 0 0,1-4-50 15,0 3-522-15,6 0-154 0,1-1-192 0,4-3 69 16,4 2 96-16,1-1-717 0,10-3-919 15</inkml:trace>
  <inkml:trace contextRef="#ctx0" brushRef="#br0" timeOffset="4798.97">4817 3287 4316 0,'0'0'35'0,"-19"-2"43"16,19 2 40-16,-11-2 49 0,11 2 35 0,0 0 29 0,-20 0 12 0,20 0-16 0,0 0-20 15,0 0-17-15,0 0-21 0,0 0-13 0,0 0-9 16,0 0-8-16,0 0-19 16,42 11-12-16,-17-10-10 0,2 1-12 0,-2 2-5 15,2 1-13-15,-4 1-8 0,-3 1-4 16,7 9-3-16,-6 2-5 0,-3 5-1 16,-2 1-7-16,-5 6 11 0,-1 2 9 0,-4 0 11 15,-1 3-2-15,-5-5 2 0,2 6-5 16,-2-5-4-16,0-2-5 0,-2-4-5 0,2 0-9 15,0 0-3-15,-1-1-6 0,-1-7-10 16,2 3-37-16,-2-5-59 0,2-3-77 0,0 0-81 16,0-1-85-16,0-3-107 15,0-2-130-15,0-6-141 0,5 3-119 0,-5-3 75 16,0 0-690-16,0 0-877 0</inkml:trace>
  <inkml:trace contextRef="#ctx0" brushRef="#br0" timeOffset="4998">4961 3732 4204 0,'-22'4'203'16,"5"-2"59"-16,0 2 77 0,5-1 54 16,1-2 53-16,11-1 19 0,-18 2-1 15,18-2-35-15,-14 2-40 0,14-2-42 0,0 0-97 16,0 0-250-16,0 0 0 0,0 0 0 16,0 0 0-16,45-2 0 0,-20-4 0 0,7-2 0 15,2-1 0-15,1 0-302 16,-3-6-489-16,1 1-157 0,-5 1 83 0,-1-1-932 15,-6 4-1227-15</inkml:trace>
  <inkml:trace contextRef="#ctx0" brushRef="#br0" timeOffset="5731.33">5461 1939 4692 0,'0'0'-121'0,"-2"-5"41"0,2 5 26 0,0 0 32 0,0 0 25 16,0-10 31-16,6 4 15 0,3 1 16 0,3-3-3 15,3-2 0-15,4-1-11 0,12 1-5 16,-6 0-8-16,-3 5-6 0,-3 3-4 0,1 0 3 16,0 6 1-16,1 4-7 0,2 9-1 15,2 7 2-15,-1 15 15 0,-4 11 24 16,-3 11 31-16,-7 4 31 0,-3 5 3 0,-1 5-2 16,-2 3 7-16,2 21-10 0,-3-17-18 15,3 20-22-15,1 2 1 0,-5 5 22 0,5 1 31 16,2 0 28-16,2-3 15 15,3-3 15-15,1-1-1 0,2-4 9 0,0-1-6 16,4-12 7-16,-6-18-5 0,-3-3-19 16,1-1-121-16,-1-2-61 0,-1-10 0 0,-4-13 0 15,2-6 0-15,-6-7 0 0,3-5 0 16,-2-4 0-16,-1-3 0 0,-1-2 0 16,2-2 0-16,-4-3 0 0,0 0 0 0,0-7 0 15,-2 10 0-15,2-10 0 16,-11 7 0-16,2-2 0 0,-5 0 0 0,-8 3 0 0,0-2 0 15,-12 3 0-15,-3-1 0 16,3 3 0-16,-2-3 0 0,9 0 0 0,4-2 0 0,6 0 0 16,2-2 0-16,2 0 0 15,2-2 0-15,1 1 0 0,0-2 0 0,10-1 0 16,-14 4 0-16,9-3 0 0,5-1 0 16,0 0 0-16,-17 2 0 0,17-2 0 0,0 0 0 15,0 0 0-15,-10 0-884 16,10 0-85-16,0 0 85 0,0 0-971 0,0 0-1280 15</inkml:trace>
  <inkml:trace contextRef="#ctx0" brushRef="#br0" timeOffset="6681.12">7056 2882 5382 0,'-2'-9'7'0,"-2"1"51"15,4 8 49-15,-2-10 54 0,2 10 58 0,-1-8 27 0,1 8 11 0,0 0-1 0,-6-5-16 0,6 5-24 16,0 0-2-16,0 0 8 0,0 34-8 16,2 1-17-16,3 4-14 0,-1 15-171 0,4-1-12 15,-4-9 0-15,0 10 0 0,3-13 0 16,-3-2 0-16,0-1 0 0,-3-9 0 0,1-7 0 15,-2-3 0-15,0-2 0 16,0-1 0-16,0-4 0 0,-2-2 0 0,-1 1 0 16,1-4-104-16,-2-3-398 0,4-4-118 15,0 0-157-15,0 0-85 0,-11-15 76 16,7 3-758-16,0-5-988 0</inkml:trace>
  <inkml:trace contextRef="#ctx0" brushRef="#br0" timeOffset="7114.38">7054 2788 4346 0,'-6'-14'76'0,"1"4"46"16,1 1 30-16,4 2 32 15,0-1 25-15,2 1 23 0,5-2-19 0,1-1-12 16,4 2-26-16,4 1-13 0,2 2-19 16,1 3-11-16,4-1-13 0,-2 8-11 0,6 0-14 15,3 2-12-15,-3 8 2 0,2 2-12 16,-11 0-7-16,1 5-9 0,-6-3 7 15,-2 2-11-15,-8 0 1 0,-1 0 11 0,-2 4 21 16,-4 12 19-16,-6 0 9 0,1-1-2 16,-2 0-5-16,1-6-6 0,2-6-5 0,5-5-7 15,1-4-6-15,2-3-34 0,0 0-48 16,3 1 0-16,5-1 0 0,0-2 0 0,1 1 0 16,3 1 0-16,1-2 0 0,-2 1 0 15,3-1 0-15,-4 1 0 0,-1-1 0 16,1 2 0-16,-1 1 0 0,-1-1 0 15,-3 3 0-15,-1-2 0 0,-1 1 0 16,-3 0 0-16,-3 0 0 0,-1 1 0 0,0 0 0 16,-5 1 0-16,0-3 0 0,-5 1 0 15,1-4 0-15,-3 1 0 0,0-5 0 0,0-2 0 16,1-2 0-16,1-4 0 0,-2-2 0 16,2-4 0-16,-1-4 0 0,5 0 0 0,5-2 0 15,-1-1-4-15,4-2-1053 0,2-2 83 16,2-5 115-16,7-5-942 0,5-3-1231 0</inkml:trace>
  <inkml:trace contextRef="#ctx0" brushRef="#br0" timeOffset="7286.57">7715 3014 5368 0,'0'0'132'0,"0"0"33"0,0 0 25 0,0 0 28 0,2-10-5 0,-2 10-11 0,11-5-29 0,-2 1-14 15,2-2-34-15,5 0-107 0,-2 0-113 0,8 1-115 16,-1-7-134-16,-1 6-119 0,0-2-115 16,-6 3-88-16,-4 1-43 0,-2 4 65 15,-8 0-463-15,0 0-576 0</inkml:trace>
  <inkml:trace contextRef="#ctx0" brushRef="#br0" timeOffset="7464.46">7728 3116 2936 0,'-25'16'13'15,"1"5"62"-15,1-3 52 0,7-4 55 16,2 1 65-16,3-2 67 0,2-3 75 0,0-2 42 15,6 2 23-15,-1-3 10 0,2 1-4 16,2-8-20-16,7 10-21 0,-1-6-47 0,-6-4-38 16,23 2-36-16,-7-2-62 0,0-6-236 15,7-1 0-15,1-2 0 0,4 0 0 16,5-1-194-16,-10 4-187 0,-5-2-145 0,2 5-136 16,-8 1-195-16,0 0 46 0,-2 0 81 15,-10 2-641-15,0 0-824 0</inkml:trace>
  <inkml:trace contextRef="#ctx0" brushRef="#br0" timeOffset="8266.42">8201 2331 3971 0,'-7'-20'-26'16,"1"5"37"-16,3 3 41 0,1 4 54 0,-3-1 33 0,3 1 42 0,2 8 23 0,0-12 25 0,0 12 10 0,-3-8-25 15,3 8-4-15,-2-7-20 0,2 7-25 16,0 0-22-16,0 0-16 0,0 0-11 0,0 0 10 15,14 44 5-15,1 3 4 16,-3 13 13-16,-1 9 0 0,2 5-7 0,0 21-5 16,-5 5 1-16,1-1-9 0,-1 2-9 15,-2 1-8-15,-1-1 1 0,-1-19 4 0,0 18 0 16,-2-19 0-16,0-5-116 0,-6-4 0 16,2-5 0-16,0-3 0 0,2-8 0 0,0-13 0 15,0-6 0-15,2-8 0 0,-2-4 0 16,6-3 0-16,-3-5 0 0,6-3 0 15,-2 1 0-15,6-6 0 0,3 0 0 0,0-6 0 16,7 1 0-16,0-4 0 0,2 0 0 16,4-2 0-16,-2-2 0 0,9-1 0 15,-6 0 0-15,-3 0 0 0,0 2 0 16,-5-2 0-16,1 1 0 0,-3 1 0 0,-6-1 0 0,0 2 0 16,-1-1 0-16,-4 1 0 15,-9 2 0-15,14 0 0 0,-14 0 0 0,9-2 0 16,-9 2 0-16,10-1 0 0,-10 1 0 15,0 0-369-15,0 0-263 0,14 0-122 0,-14 0-132 16,0 0 80-16,0 0-807 0,0 0-1054 16</inkml:trace>
  <inkml:trace contextRef="#ctx0" brushRef="#br0" timeOffset="8982.31">8167 2348 4171 0,'-9'-14'-113'0,"-3"-1"42"0,5-3 44 0,-4-10 44 0,-2-1 26 0,2-2 23 0,0-3 20 0,3-2 10 16,2-1 14-16,-1 6 16 0,3 2 14 0,3 8 12 15,-1 3 9-15,-2 3 8 0,4 1-3 16,-3 2 0-16,1 1-8 0,2 2-6 16,-2 0-17-16,2 2-13 0,0 7-10 15,-3-12-14-15,3 12-11 0,0-10-12 16,0 10-14-16,3-7 4 0,-3 7 4 0,14-2 14 16,1 2-3-16,8 4-2 0,15-1-17 15,5 3-2-15,2-3-5 0,14 4-3 0,4-2-1 16,0 0-18-16,3-2-4 0,-2-1-6 15,-15 3 4-15,-3-3-8 0,-4 0-4 16,-12-1 6-16,-5-1-9 0,-5 2 14 0,-6-2-13 16,-1 2 22-16,1-2 10 0,-14 0 8 15,20 2 0-15,-20-2-9 0,14 2-4 0,-14-2 4 16,11 1-20-16,-11-1-53 0,11 3-87 16,-11-3-95-16,3 2-122 0,-3-2-130 15,2 9-176-15,-4-3-203 0,-1 3 72 0,-8 2 78 16,4 0-512-16,-2 1-668 0</inkml:trace>
  <inkml:trace contextRef="#ctx0" brushRef="#br0" timeOffset="10080.34">8868 2284 3400 0,'0'0'64'0,"-1"-8"50"0,1 8 44 15,-6-6 44-15,6 6 41 0,0 0 23 0,-4-7 30 16,4 7 13-16,0 0 2 0,0 0-13 16,-5-4-23-16,5 4-23 0,0 0-31 0,0 0-27 15,0 0-12-15,-7 21 1 0,7-1-9 16,-2 5-14-16,2 13-15 0,0 3-14 0,4 2-9 16,-1-1-6-16,1 3-2 0,-1-6-2 15,1 1-6-15,0-5-63 0,-1-6-43 16,-1-5 0-16,2-6 0 0,0 0 0 0,-2-7 0 15,-2 3 0-15,0-5 0 16,2 1 0-16,0-3 0 0,-2 0 0 0,0-7 0 16,2 8 0-16,-2-8 0 0,0 0 0 15,0 0 0-15,0 0 0 0,0 0 0 0,0 0 0 16,0 0 0-16,0 0-451 0,0 0-158 16,2-26-171-16,2 20-106 0,-3-1 82 15,1 2-781-15,-2 5-1027 0</inkml:trace>
  <inkml:trace contextRef="#ctx0" brushRef="#br0" timeOffset="10947.42">9930 2255 4350 0,'-7'-9'-12'0,"-3"2"43"0,6 0 51 0,0 2 50 0,4 5 39 0,-4-10 39 16,2 1 16-16,4 0 10 0,0-1-6 16,5-2 0-16,0-1-19 0,6 1-10 15,1-1-19-15,1 4-22 0,-3 0-11 0,4 2-18 16,-5 3-16-16,3 3-3 0,1 6-15 15,4 4-10-15,3 11-3 0,-8 4 6 0,-2 5-8 16,-2 5 5-16,-9 3 14 0,-1 1 28 16,-5 3 5-16,-3-4 7 15,-5 8-129-15,-2-11-12 0,3 0 0 0,-1 0 0 16,1-8 0-16,3-4 0 0,3-4 0 16,2-5 0-16,3-1 0 0,-1-2 0 0,4-1 0 15,-1-1 0-15,5 0 0 0,3-4 0 0,5 0 0 16,1-2 0-16,2-2 0 0,8-2 0 15,1-2 0-15,9-4 0 0,1 2 0 16,-9 2 0-16,-5-1 0 0,1-2 0 0,-1 2 0 16,-8 1 0-16,2 0 0 0,-5 4 0 15,-2-3 0-15,2 2 0 0,-11 1 0 16,13 0-76-16,-13 0-624 0,0 0-177 0,3 4-39 16,-3-4 100-16,-3 14-819 0,-7-1-1072 15</inkml:trace>
  <inkml:trace contextRef="#ctx0" brushRef="#br0" timeOffset="12113.72">8977 3250 4295 0,'0'0'-79'0,"-23"2"65"0,23-2 39 0,0 0 38 0,0 0 32 16,-13 0 17-16,13 0 20 0,0 0 5 0,0 0-8 16,0 0-3-16,0 0-12 15,0 0-10-15,19-15-9 0,-19 15-6 0,25-2-11 16,-10 1-9-16,-2 2-4 0,2 1-10 16,1 3 0-16,-1-1-2 0,0 2 2 15,-2 1 4-15,-2 0 9 0,-2 4 17 0,-4-3 21 16,-1 2 22-16,-2 2 14 0,-2 0 3 15,-2 2-1-15,-4 2 0 0,1 1 1 0,-2 1-5 16,-4-1-4-16,2 0-5 0,2-3-2 16,-1-1-13-16,2-3-8 0,2-2-5 0,0 0-12 15,4-2-5-15,0-6-10 0,-3 11-20 16,3-11-56-16,3 12 0 0,-3-12 0 16,6 10 0-16,2-6 0 0,-4 3 0 0,3 1 0 15,-1-2 0-15,1 2 0 16,4 2 0-16,-6-3 0 0,1 3 0 0,-3-2 0 15,1 2 0-15,0 1 0 0,-1-1 0 16,-3 1 0-16,-5-1 0 0,1 1 0 0,-3 0 0 16,-1 1 0-16,-4 0 0 0,1-1 0 15,-2-2 0-15,-1 0 0 0,3-4 0 0,-4-2 0 16,0 1 0-16,-1-4 0 0,1-4 0 16,2 4 0-16,-6-6 0 0,3 2 0 15,5 1 0-15,-1-1 0 0,3 1-599 0,4-2-417 16,5 5 112-16,-6-8-1025 0,6 8-1350 15</inkml:trace>
  <inkml:trace contextRef="#ctx0" brushRef="#br0" timeOffset="13462.85">10244 3156 4825 0,'0'0'-291'0,"8"-3"64"0,-8 3 61 0,0 0 51 0,0 0 50 0,0 0 37 0,0 0 40 16,0 0 38-16,6-6 12 16,-6 6 22-16,0 0 19 0,0 0 12 0,0 0 8 15,0 0 15-15,0 0 6 0,0 0 13 16,5-5 3-16,-5 5 5 0,0 0 2 0,0 0 3 16,0 0 7-16,0 0-7 0,0 0 3 15,0 0-20-15,0 0-6 0,0 0 8 0,-19 27 8 16,2-2-8-16,-4 4-12 0,-6 7-3 15,-1 6 2-15,-3-1-1 0,5 1-2 16,-4-1-6-16,3-1-4 0,10-7-8 0,4-4-10 16,1 0-8-16,4-7-90 15,5-3-13-15,-1-2 0 0,2-5 0 0,4 0 0 16,2-1 0-16,-1-3 0 0,5-1 0 16,4-1 0-16,1-4 0 0,2 0 0 0,6-4 0 15,2-3 0-15,2 0 0 0,5-5 0 16,-1 0 0-16,-9-1 0 0,-1 3 0 0,-7-1 0 15,0-1 0-15,-5-1 0 0,-2 2 0 16,-3-4 0-16,-2 2 0 0,0 4 0 0,-2-4 0 16,1 0 0-16,-5 5 0 0,1-1 0 15,-3 1 0-15,2 0-90 0,-2 2-266 16,1 2-68-16,0 0-76 0,-4 0-91 0,11 2-146 16,-14-2-54-16,14 2 70 15,-16-2-633-15,16 2-809 0</inkml:trace>
  <inkml:trace contextRef="#ctx0" brushRef="#br0" timeOffset="14163.69">10828 1877 3491 0,'-2'-5'-138'0,"2"5"49"0,-2-10 34 0,2 10 26 0,2-9 28 0,-2 9 24 15,2-10 15-15,2 5 4 0,-3-2 7 0,5 0 3 16,1 1-6-16,5-2 8 16,-2 2-14-16,-1-4 3 0,5 5 0 0,-3-4 10 15,-2 4 8-15,1-1-1 0,-2 2-6 16,-3-1-8-16,-5 5 0 0,14-2 0 0,-14 2 11 16,0 0 12-16,17 15 14 0,-12-3-2 15,5 9 2-15,0 8 13 0,-1 8 18 16,3 18 35-16,1 6 40 0,1 11-11 0,2 25-7 15,6 1-10-15,-4 7-15 0,0 5-6 16,-6 0-16-16,4-1-15 0,-5 3 0 0,-1-2-7 16,-2-7-7-16,-4-19-8 0,-3-5-6 15,3-4-8-15,2-1 7 0,-5-7 15 16,2-5 15-16,-1-5 19 0,0-11 22 0,2-5 20 16,-4-3 11-16,1-8 1 15,-1-6-3-15,0-2-2 0,2-5 0 0,-2-2-96 0,0-1-82 16,0-2 0-16,-2 2 0 0,1 1 0 15,-3-2 0-15,-3 3 0 0,-4 1 0 16,-3 5 0-16,-8-1 0 0,1 2 0 16,-6-4 0-16,-5 0 0 0,-10 2 0 0,8-2 0 15,2-4 0-15,0 1 0 0,1-1 0 16,8-5 0-16,4-1 0 0,6-2 0 0,1-2 0 16,2-1 0-16,1 0 0 0,9-4 0 15,-12 6 0-15,12-6 0 0,-7 3 0 0,7-3 0 16,-8 4 0-16,8-4 0 0,0 0 0 15,-9 1 0-15,9-1 0 0,0 0 0 16,0 0 0-16,0 0 0 0,0 0 0 16,0 0 0-16,0 0-626 0,0 0-372 0,0 0 107 15,0 0-1039-15,0 0-1352 0</inkml:trace>
  <inkml:trace contextRef="#ctx0" brushRef="#br0" timeOffset="15663.93">2147 6249 1298 0,'0'0'494'0,"0"0"-90"0,10 0-63 0,-10 0-9 0,0 0-20 0,0 0-7 0,0 0-19 15,0 0-16-15,0 0 10 0,0 0 10 0,0 0 3 16,0 0-18-16,0 0-11 0,0 0-12 15,0 0-24-15,0 0-20 0,0 0-22 0,0 0-17 16,0 0-20-16,0 0-12 0,0 0-13 16,0 0-8-16,0 0 1 0,0 0-17 15,0 0-11-15,0 0-9 0,0 0-12 0,-31-10-2 16,20 7-10-16,-1 1-9 0,-1 0-7 16,-3 2-6-16,-8 4-5 0,-6 6 0 15,-3 4-8-15,0 4 0 0,-3 8 3 16,0 4 0-16,6 3 0 0,3 4 5 0,2 2 10 15,12-4 15-15,1 1 6 0,8-1 15 16,4-4-23-16,2 2-52 0,7 0 0 0,4-2 0 16,2-6 0-16,4 0 0 0,4-3 0 15,2-4 0-15,3-2 0 0,-1-4 0 16,0-4 0-16,-3-3 0 0,1 1 0 0,-2-5 0 16,0 1 0-16,-4 1 0 0,-4-3 0 15,2 0 0-15,-3 0 0 0,-1 2 0 0,-13-2 0 16,19 0 0-16,-19 0 0 0,13 2 0 15,-13-2 0-15,12 0 0 0,-12 0 0 16,11 0 0-16,-11 0-163 0,0 0-401 0,13-2-124 16,-13 2-157-16,12-5 7 0,-5 0 78 15,-1 0-714-15,2 0-921 0</inkml:trace>
  <inkml:trace contextRef="#ctx0" brushRef="#br0" timeOffset="15932.34">2560 6522 4543 0,'0'0'294'0,"-16"-2"42"0,16 2 29 0,0 0 26 0,-16 0 16 0,16 0-1 0,0 0 8 16,0 0-29-16,-5-5-41 0,5 5-38 15,0 0-306-15,0 0 0 0,37-12 0 0,-15 7 0 16,1 2 0-16,0-2 0 0,-1 0 0 16,-3 1 0-16,1 1-161 0,-2-1-327 15,0 2-91-15,-3 1-107 0,0 1-135 0,-5 0 24 16,-3 3 82-16,-2 2-626 0,0 1-798 16</inkml:trace>
  <inkml:trace contextRef="#ctx0" brushRef="#br0" timeOffset="16162.57">2506 6764 3846 0,'-14'7'164'0,"7"-1"81"0,-1-5 88 16,8-1 58-16,-6 5 44 0,6-5 30 0,0 0 18 15,0 0 13-15,0 0-18 0,0 0-34 16,0 0-41-16,0 0-395 0,59-11-8 0,-38 6 0 16,4-1 0-16,0 1 0 0,-3-2 0 15,3 1 0-15,-7 3 0 0,-2 0 0 0,-2 1 0 16,-3-1 0-16,-2 1 0 0,-9 2 0 15,18-3 0-15,-11 1 0 0,-7 2 0 16,0 0 0-16,0 0-255 0,0 0-266 0,0 0-113 16,0 0-185-16,0 0-29 0,0 0 95 15,0 0-730-15,0 0-931 0</inkml:trace>
  <inkml:trace contextRef="#ctx0" brushRef="#br0" timeOffset="18395.23">3494 5945 4227 0,'-5'-13'-87'0,"3"5"44"0,2 1 43 0,-4 0 48 0,4 7 35 0,-1-10 32 0,1 10 20 16,-4-7 15-16,4 7 0 0,-3-7-7 0,3 7-9 16,0 0-14-16,-4-8-12 15,4 8-14-15,0 0-12 0,0 0-7 0,0 0 16 16,0 0 10-16,-2 36 7 0,2-9 12 15,4 16 13-15,1 3-10 0,-3 16 14 0,1 3 0 16,1 7 6-16,0 6 1 0,1 21-2 16,-1-19-7-16,-4 2-8 0,-2 25-8 0,-5 3-10 15,-1-3-2-15,-4 3-1 0,1-4 17 16,0 5 10-16,-5-7 4 0,7-5-6 0,-1-4-80 16,3-22-51-16,-3-1 0 0,1-2 0 15,3 0 0-15,-2-2 0 0,3-1 0 16,-1-1 0-16,3 0 0 0,-1-4 0 0,-5 1 0 15,4 3 0-15,-1-2 0 16,1 2 0-16,-3 0 0 0,-2-6 0 0,5-2 0 0,-1-2 0 16,-4-3 0-16,6-14 0 0,-3-1 0 15,3-4 0-15,1-6 0 0,-1-7 0 16,2-7 0-16,0 3 0 0,2-5 0 16,0-2 0-16,2-3 0 0,-2 3 0 0,0-4 0 15,0-6 0-15,4 13 0 0,-1-7 0 16,-3-6 0-16,10 9 0 0,0-6 0 0,1-1 0 15,2-4 0-15,-13 2 0 0,42-6 0 16,-9 0 0-16,1-4 0 0,2 3 0 0,5-3 0 16,11 0 0-16,-6 1 0 15,-4 3 0-15,-4-4 0 0,1 6 0 0,-11-2 0 16,-6 3 0-16,-2 1 0 0,-7 1 0 16,1-2 0-16,-3 3 0 0,-11 0 0 0,19 0 0 15,-19 0 0-15,13-2 0 0,-6 0 0 0,-7 2 0 16,7-6 0-16,-7 6 0 15,2-8 0-15,-4 0 0 0,-2-3 0 0,-2-5 0 16,-3-1-1018-16,-4-10 58 0,-9-2-1153 16,-3-6-1523-16</inkml:trace>
  <inkml:trace contextRef="#ctx0" brushRef="#br0" timeOffset="18995.37">3593 5946 5539 0,'-15'-5'-182'0,"3"3"63"0,1-1 44 0,0 1 54 0,11 2 55 0,-15-5 46 16,15 5 36-16,-10-4 25 0,10 4 19 15,0 0 2-15,-9-5-13 0,9 5-17 16,0 0-7-16,0 0-19 0,17-17-12 0,0 7-3 15,4 2-13-15,7-5-4 0,5 5-5 16,-7-2-12-16,-3 5-10 0,-1-2-25 0,-8 3-13 16,2-1-14-16,-3 1-5 0,-3 3-11 15,0-2-6-15,-10 3-1 0,12-4-9 16,-12 4-9-16,13-1-16 0,-13 1-24 16,0 0-29-16,0 0-43 0,0 0-49 15,0 0-74-15,7 8-89 0,-7-8-115 0,-6 9-170 16,6-9-26-16,-8 13 73 0,6-6-415 15,0 2-496-15</inkml:trace>
  <inkml:trace contextRef="#ctx0" brushRef="#br0" timeOffset="19594.79">4007 6212 2975 0,'0'0'99'0,"-16"-5"48"0,9 1 30 0,7 4 30 0,-11-8 31 0,5 4 12 0,6 4 5 0,-5-12-6 0,2 5-15 0,3 7-18 16,5-16-23-16,0 7-22 16,3-1-10-16,3 1-19 0,-1 1-23 0,1 4-9 15,0 1-12-15,-11 3-15 0,23 3-22 16,-9 6-1-16,-3 1-4 0,-2 7-9 15,0 3 2-15,-6 4-7 0,-3 2 10 0,-3 11 16 16,-8 1 27-16,-3 7 28 0,-6 0 24 16,-1-3 19-16,3-2 20 0,0-9 15 0,5-3 6 15,-1-7 3-15,5-7 5 0,3-2-133 16,1-1-82-16,3-1 0 0,-3-3 0 0,5 1 0 16,0-8 0-16,9 14 0 15,-2-7 0-15,4-3 0 0,3 0 0 0,1 0 0 0,2 0 0 16,3-3 0-16,-2 0 0 15,0-1 0-15,-2 3 0 0,0-3 0 0,-3 1 0 16,1-1 0-16,-5 2 0 0,-9-2 0 16,18 0 0-16,-9 2 0 0,-9-2 0 15,11 2 0-15,-11-2 0 0,12 0 0 0,-12 0 0 16,0 0 0-16,11 2 0 0,-11-2-283 16,0 0-276-16,0 0-77 0,6 3-155 0,-6-3-47 15,0 0 88-15,0 0-724 16,0 0-922-16</inkml:trace>
  <inkml:trace contextRef="#ctx0" brushRef="#br0" timeOffset="19945.49">4325 6452 3979 0,'-6'-7'53'0,"6"7"69"0,0 0 72 0,-3-8 68 0,3 8 75 0,0 0 57 0,-6-8 52 0,6 8 40 16,0 0 12-16,0 0 0 0,-4-6-20 15,4 6-34-15,0 0-444 0,0 0 0 0,-7-3 0 16,7 3 0-16,0 0 0 0,0 0 0 15,0 0 0-15,0 0 0 0,-6-6 0 0,6 6 0 16,0 0 0-16,0 0 0 0,0 0 0 16,0 0 0-16,0 0 0 0,0 0 0 0,0 0 0 15,0 0 0-15,0 0 0 0,0 0 0 16,0 0-208-16,21 11-822 0,-21-11 92 0,2 8 102 16,-2-8-925-16,2 12-1193 15</inkml:trace>
  <inkml:trace contextRef="#ctx0" brushRef="#br0" timeOffset="20413.57">4572 6156 4506 0,'-7'-13'-118'0,"3"3"67"0,-1 0 64 15,1 1 41-15,1 3 35 0,-1-2 37 16,2 2 29-16,2 6 14 0,-7-15 18 16,7 11-2-16,0 4-6 0,-3-8-4 0,3 8-16 15,-4-8-14-15,4 8-7 0,0 0-9 16,0 0 24-16,0 0 21 0,0 0 10 15,4 40 4-15,-1-8-2 0,4 6 0 0,-1 3 1 16,-1 12-4-16,2 5 4 0,-1-2-4 16,0 2-43-16,-2-3-140 0,0 0 0 15,-2-10 0-15,1-6 0 0,-1-3 0 16,0-4 0-16,0-9 0 0,-2-3 0 0,2-1 0 16,-2-6 0-16,2 1 0 0,-2-1 0 15,1-5 0-15,-1 0 0 0,3-1 0 0,-3-7 0 16,2 7 0-16,-2-7 0 0,0 0 0 15,0 0 0-15,0 0 0 0,0 0 0 0,0 0 0 16,0 0-485-16,9-21-392 0,-7 15-36 16,0 1 91-16,-2 5-910 0,6-12-1166 0</inkml:trace>
  <inkml:trace contextRef="#ctx0" brushRef="#br0" timeOffset="20794.78">5126 6301 4379 0,'0'0'-126'0,"0"0"81"0,-18 0 75 0,18 0 55 0,0 0 53 0,-16-2 52 16,16 2 44-16,0 0 52 0,0 0 30 15,-16-2 17-15,16 2 7 0,0 0-12 16,0 0 9-16,0 0-5 0,0 0 4 0,0 0-15 16,0 0-39-16,44-9-187 0,-23 5-95 15,4 0 0-15,1-1 0 0,1 2 0 0,0-1 0 16,-2-1 0-16,2 2 0 0,-5 0 0 15,-3 1 0-15,1-2 0 0,-9 2 0 0,2 2 0 16,1-3-222-16,-7 2-108 0,-7 1-78 16,13-2-74-16,-13 2-84 0,0 0-133 15,0 0-87-15,0 0 75 0,0 0-645 16,0 0-811-16</inkml:trace>
  <inkml:trace contextRef="#ctx0" brushRef="#br0" timeOffset="21112.11">5192 6091 4065 0,'-3'-9'134'0,"-3"2"47"0,3 3 31 0,3 4 33 16,-9-8 28-16,9 8 9 0,0 0-3 16,0 0 16-16,0 0 15 0,0 0 1 0,-2 33-20 15,6-8-18-15,3 11-19 16,-2 3-19-16,2 14-9 0,1 1-6 0,0 1-115 15,-2-2-105-15,1-2 0 0,-1-10 0 16,-5-1 0-16,5-5 0 0,-3-6 0 0,-3-5 0 16,0-6 0-16,0-2 0 0,0 1 0 15,0-5 0-15,2 0 0 0,-2-4 0 0,2 1 0 16,-2 0 0-16,0-4 0 0,0-5 0 16,0 6 0-16,0-6 0 0,0 0 0 15,0 0 0-15,0 0 0 0,0 0 0 0,0 0-426 16,0 0-417-16,0 0-76 0,0 0 79 15,0 0-916-15,0 0-1187 0</inkml:trace>
  <inkml:trace contextRef="#ctx0" brushRef="#br0" timeOffset="22594.59">5804 6116 4675 0,'-2'-7'-124'0,"0"0"43"0,2 7 33 0,6-17 40 0,-1 7 21 16,2-2 28-16,2 2 19 0,4-5 5 0,1 3 4 16,4 5-6-16,-2-1 0 0,4 4-6 15,-4 4-7-15,5 0-5 0,-2 6-1 16,2 2-11-16,4 7 1 0,-2 5 5 16,-4 3-7-16,-4 0 12 0,-2 4 14 0,-3-4 7 15,-6-1 18-15,-4 2 15 0,0 0 5 16,-7 9 9-16,-2 0-8 0,-2-2 13 0,-1 0-9 15,-1-4 18-15,4-5-2 0,1-5-7 16,2-4 1-16,4-2-7 0,-1-1-7 0,3-1 2 16,0-1-11-16,3 1-2 0,-1 0-4 15,4-1-3-15,2-1-9 0,1 1 0 16,2 4 12-16,0-4 2 0,0 1 15 0,-2 0 10 16,1 0 20-16,-1 1 9 0,-3 0 18 15,-1-1-155-15,0 3-8 0,-3-1 0 0,-2-1 0 16,-2 2 0-16,-3-1 0 15,0 3 0-15,-2-3 0 0,-1 3 0 0,-2-4 0 16,1 0 0-16,-2-1 0 0,-3-3 0 16,6 0 0-16,-5-3 0 0,1-1 0 0,1-4 0 15,-3-1 0-15,3-1 0 0,0-3 0 16,-1 2 0-16,3-3 0 0,4 1-173 0,-3 0-612 16,3-2-151-16,4 1 68 0,-1 1 103 15,5-1-821-15,2-2-1028 0</inkml:trace>
  <inkml:trace contextRef="#ctx0" brushRef="#br0" timeOffset="22777.75">6406 6474 4852 0,'0'0'303'0,"-3"-10"71"0,3 10 62 0,-4-8 39 0,4 8-7 0,-6-9-16 0,6 9-34 0,0 0-36 15,-8-9-351-15,8 9-31 0,-2-5 0 16,2 5 0-16,0 0 0 0,-2-6 0 0,2 6 0 15,0 0 0-15,0 0 0 0,0 0 0 16,0 0-41-16,0 0-570 0,0 0-169 0,0 0-116 16,0 0 72-16,0 0-890 15,27 10-1147-15</inkml:trace>
  <inkml:trace contextRef="#ctx0" brushRef="#br0" timeOffset="23211.15">6607 6205 4621 0,'0'-19'-21'0,"0"4"60"16,5 0 39-16,-3 2 28 0,4 1 19 0,3 1 6 15,1 0-8-15,3 1-9 0,-1 3-12 16,-3 2-7-16,4 2-14 0,-3 3-4 0,3 3-8 16,-3 6-6-16,0-1-2 0,-3 4-3 15,1 1 0-15,-5 3 7 0,-3 1 8 0,-2 4 9 16,-1 1 4-16,-5 7 9 15,-4 0 2-15,5-4 16 0,1-6-10 0,1-1 0 16,-1-5 5-16,6-1-2 0,0 3 1 16,2-5 5-16,0 0-11 0,4 0 2 0,-1 3-2 15,4-3-4-15,2 0 1 0,-2 0 2 16,0 2 1-16,3 0 0 0,1 0 0 0,-3 0-43 16,1 2-58-16,-2-2 0 0,3 5 0 15,-6-3 0-15,-2 2 0 0,-1 0 0 16,-3-1 0-16,-1 2 0 0,-7 3 0 0,0-3 0 15,0 2 0-15,-5-3 0 0,0 1 0 16,-10 1 0-16,2 1 0 0,0-5 0 16,2-5 0-16,0-1 0 0,1-1 0 0,0-4 0 15,6 1 0-15,-1-3 0 0,0 1 0 16,3-2 0-16,10 0 0 0,-17-2 0 16,17 2-160-16,-15-1-690 0,15 1-96 0,-8-1 83 15,8 1-964-15,0 0-1254 0</inkml:trace>
  <inkml:trace contextRef="#ctx0" brushRef="#br0" timeOffset="24627.88">8398 6387 4794 0,'0'0'-103'0,"-3"-12"58"0,0 4 46 0,-1 1 37 0,4-3 34 0,0 1 32 0,2-4 23 16,4 2 7-16,-2-3-1 0,3 1-5 0,4 1-10 15,2 2-10-15,-1-1-13 0,4 3-9 16,3 5-12-16,-4 2 0 0,6-1-13 15,4 5-4-15,7 10-6 0,-3 0-6 0,-3 6-1 16,-3 5-4-16,-6 2-7 0,4-1 12 16,-10 5 30-16,-8 3 34 0,-1-3 27 0,-6 4 23 15,-4 1 15-15,-1-2 19 0,-2-4 8 16,-3 0 13-16,1 0 10 0,1-10 14 0,5-1-84 16,-1-4-154-16,3-2 0 0,-2 0 0 15,3-3 0-15,3-3 0 0,1 1 0 16,0-7 0-16,1 14 0 0,6-9 0 0,2 0 0 15,4-2 0-15,1 2 0 0,4-4 0 16,2-1 0-16,3 1 0 0,-3-1 0 16,1 2 0-16,-1-2 0 0,-5 0 0 0,0 2 0 15,-4-2 0-15,3 0 0 0,-4 0 0 16,-10 0 0-16,14 0 0 0,-14 0 0 0,14 0 0 16,-14 0 0-16,0 0 0 0,15 2 0 15,-15-2 0-15,0 0 0 0,0 0 0 0,0 0 0 16,0 0-623-16,0 0-255 15,0 0-24-15,0 0 94 0,0 0-886 0,0 0-1128 0</inkml:trace>
  <inkml:trace contextRef="#ctx0" brushRef="#br0" timeOffset="25112.32">9114 6580 5057 0,'-11'-10'97'0,"2"3"1"0,1-1 0 0,2 2 16 0,2 2 19 0,-1-2 10 0,5 6-5 15,-6-7-13-15,4 3-16 0,2 4-18 0,0 0-8 16,-1-8-4-16,1 8-7 0,0 0-4 15,0 0 11-15,0 0 16 0,-9-6 32 0,9 6 20 16,0 0 30-16,0 0 20 0,0 0 19 16,0 0 9-16,0 0 15 0,0 0-57 0,0 0-183 15,0 0 0-15,0 0 0 0,0 0 0 16,0 0 0-16,0 0 0 0,-9-4 0 0,9 4 0 16,0 0 0-16,0 0 0 15,0 0 0-15,0 0 0 0,0 0 0 0,0 0 0 16,0 0 0-16,0 0 0 0,0 0 0 0,0 0 0 15,0 0 0-15,0 0 0 0,0 0 0 16,0 0 0-16,0 0 0 0,0 0 0 16,-9-3 0-16,9 3 0 0,0 0 0 15,0 0 0-15,0 0 0 0,0 0 0 0,0 0 0 16,0 0 0-16,0 0 0 0,0 0 0 16,0 0 0-16,0 0 0 0,-7-5 0 0,7 5 0 15,0 0 0-15,0 0 0 0,0 0 0 16,0 0-203-16,0 0-833 0,0 0 117 0,0 0-1133 15,0 0-1465-15</inkml:trace>
  <inkml:trace contextRef="#ctx0" brushRef="#br0" timeOffset="25627.88">9347 6295 5610 0,'-2'-11'-79'0,"0"-3"35"0,4 3 30 0,2-2 31 0,3-1 28 0,5 2 23 0,1-5 19 16,3 5 3-16,0 0 0 0,-2 5 0 15,-1 6-6-15,0-1 3 0,-13 2 3 16,27 10 0-16,-13 4-3 0,-3 5 7 0,-4 1 4 16,0 14 1-16,-3 4 13 0,-4 4 22 15,-7-1 16-15,-2 9 12 0,-4-2 13 0,-1-4 9 16,1-8 15-16,-1-2 17 0,3-2-46 16,2-10-170-16,2-4 0 0,-2-4 0 15,5 0 0-15,1-4 0 0,3-1 0 0,2-2 0 16,1 0 0-16,9-4 0 0,-1 2 0 15,6-3 0-15,2 1 0 0,3-1 0 16,-2 0 0-16,3-2 0 0,0 1 0 0,0-1 0 16,-2 2 0-16,-6-2 0 0,3 0 0 15,-3 2 0-15,-15-2 0 0,21 0 0 0,-12 2 0 16,-9-2 0-16,16 0 0 0,-16 0 0 16,11 1 0-16,-11-1 0 0,11 0 0 0,-11 0 0 15,0 0 0-15,8 4 0 0,-8-4 0 16,0 0 0-16,0 0-622 0,0 0-350 0,0 0 82 15,0 0 89-15,0 0-868 0,0 0-1104 16</inkml:trace>
  <inkml:trace contextRef="#ctx0" brushRef="#br0" timeOffset="25912.26">10071 6582 5202 0,'-15'-4'340'0,"3"0"19"0,5 0-1 0,7 4 22 0,-2-9 6 0,4 3 23 0,7 0-18 0,6-6-29 16,16-1-358-16,6 1-4 0,10-4 0 0,4 3 0 15,5 1 0-15,-4 2 0 0,-7-1 0 16,-4 6 0-16,0-2 0 0,-3 4 0 0,-8-1 0 15,-6 0-32-15,-6 2-518 0,1-2-64 16,-4 1-79-16,-1-1-114 0,-7 1 26 0,-1 1 73 16,-6 2-655-16,0 0-816 0</inkml:trace>
  <inkml:trace contextRef="#ctx0" brushRef="#br0" timeOffset="26177.8">10357 6176 4113 0,'-6'-10'177'15,"4"3"60"-15,-5 2 53 0,7 5 45 0,-4-9 31 0,4 9 8 16,-3-7-8-16,3 7-2 16,0 0 13-16,0 0-6 0,3 33-11 0,-1-11-20 15,2 12-219-15,1 5-121 0,-1 2 0 16,2 15 0-16,-1-3 0 0,3-3 0 0,-4-8 0 16,4-1 0-16,-3 0 0 0,2-6 0 15,-2 0 0-15,1-8 0 0,-5-5 0 0,3 1 0 16,-2-6 0-16,2-2 0 15,-1-5 0-15,-3 1 0 0,2-1 0 0,0-3 0 0,3-1 0 16,-3-2 0-16,-2-4 0 0,0 0 0 16,0 0 0-16,0 0-185 0,0 0-626 15,7-17-129-15,-3 7 83 0,-1-6-979 16,1 1-1262-16</inkml:trace>
  <inkml:trace contextRef="#ctx0" brushRef="#br0" timeOffset="26826.44">11113 6191 5102 0,'-1'-13'26'0,"1"1"34"0,1 2 21 0,3-3 16 16,3 1 30-16,4 1 29 0,2-3 19 0,-1 4 10 0,-1 1 3 16,3-1-6-16,2 4-14 0,-5 2-14 15,5 4-14-15,-16 0-11 0,29 6-12 0,-15 3-11 16,2 1-6-16,-5 2-4 0,1 5-1 16,-3 0-7-16,-5 2 5 0,-2 0 4 15,-4 1 3-15,-2 4 3 0,-5 5-1 16,-3 4 6-16,-3-2-92 0,1-2-16 0,-2-1 0 15,2-3 0-15,3-6 0 0,5-4 0 0,1-1 0 16,2-1 0-16,1-3 0 16,2 0 0-16,2-1 0 0,5 1 0 0,-2 2 0 0,2-2 0 15,3 2 0-15,-2 0 0 16,1 0 0-16,2 3 0 0,-2-3 0 0,-2 3 0 16,0-3 0-16,1 2 0 0,-3 1 0 15,-5-1 0-15,3 1 0 0,-6-1 0 0,2 1 0 16,-5 0 0-16,0-1 0 0,1 0 0 15,-2-1 0-15,-4-1 0 0,2-2 0 0,-2-1 0 16,-1 0 0-16,1-2 0 0,0-4 0 16,1-1 0-16,10-2 0 0,-23-2 0 0,13 1 0 15,1-5 0-15,4 1 0 16,-4 0 0-16,6 0 0 0,1-2-380 0,0-2-630 16,4 1 99-16,0-1-1092 0,1-1-1420 15</inkml:trace>
  <inkml:trace contextRef="#ctx0" brushRef="#br0" timeOffset="27043.75">11563 6595 6079 0,'-7'-17'290'0,"7"17"67"0,0 0 52 0,-7-12 33 0,7 12 28 0,0 0-326 0,-5-5-144 0,5 5 0 0,-2-4 0 15,2 4 0-15,0 0 0 0,0 0 0 16,6-8 0-16,-6 8 0 0,4-8 0 15,-4 8 0-15,4-4 0 0,-4 4 0 0,0 0 0 16,5-5 0-16,-5 5 0 0,0 0 0 16,0 0 0-16,0 0 0 0,0 0-543 15,0 0-463-15,0 0 106 0,0 0-1053 0,0 0-1372 16</inkml:trace>
  <inkml:trace contextRef="#ctx0" brushRef="#br0" timeOffset="27462.37">12379 6013 5419 0,'-5'-21'-4'0,"0"4"48"0,3 5 36 16,2 0 36-16,-2 4 40 0,0 1 41 0,2 7 11 15,-2-12 2-15,2 12-3 0,0 0 10 16,0 0 13-16,-28 21 1 0,8 4-1 0,-11 12-10 15,-4 10 13-15,-1 5-36 0,-13 14-197 16,5-2 0-16,9-8 0 0,3 2 0 16,3-4 0-16,8 3 0 0,5-6 0 15,2-2 0-15,6-12 0 0,6-1 0 0,2-7 0 0,4-5 0 16,5-3 0-16,7 3 0 16,5-6 0-16,0-6 0 0,-2-3 0 0,2-3 0 15,0-4 0-15,-4-2 0 0,1 0 0 16,-3 0 0-16,-3-1 0 0,2-3 0 0,-3 2 0 15,0-3 0-15,-6 0 0 0,1-1 0 16,-3-1 0-16,-3-2 0 0,-1-3 0 0,-5 2 0 16,-1-2 0-16,-7 0 0 15,-1 0 0-15,1 3 0 0,-1 1 0 0,0 1 0 0,-2 3 0 16,-1 3 0-16,4 1 0 0,-6 1 0 16,3 3 0-16,-5 1-767 0,-2-1-212 0,3 4-1213 15,0 2-1597-15</inkml:trace>
  <inkml:trace contextRef="#ctx0" brushRef="#br0" timeOffset="29010.14">4425 7844 5427 0,'0'0'-325'0,"0"0"70"0,14 2 55 0,-14-2 49 16,0 0 51-16,0 0 48 0,0 0 47 0,0 0 27 15,0 0 38-15,0 0 26 16,0 0 15-16,0 0 10 0,0 0 7 0,0 0 5 16,0 0 2-16,0 0-3 0,0 0-8 15,0 0 3-15,-20-15-7 0,20 15-8 16,-21 1-9-16,21-1-7 0,-31 9-7 0,12 0-7 15,-10 4-8-15,3 3-8 0,0 2-1 16,1 3-4-16,2-2-10 0,5-4 2 0,3 1-5 16,6-4 3-16,-1-1-6 15,4 4 6-15,6-3 1 0,0-4 13 0,4 4 12 0,6 3 10 16,3-1 18-16,14 4 7 16,2-1 23-16,3 0-3 0,0 0-7 0,2 0 2 15,-7 0 4-15,4 3 1 0,-3-2 3 16,-4 0 2-16,-8 1 7 0,-2-4 12 0,-3-1-92 15,-4 3-54-15,-3 1 0 0,-2-4 0 16,-4 3 0-16,-2-1 0 0,-5 2 0 0,-2-2 0 16,-1-1 0-16,-3-1 0 0,1-2 0 15,-4-2 0-15,0-1 0 0,2-6 0 16,0 0 0-16,0-2 0 0,-2-5 0 0,0 2 0 16,4-3 0-16,0 3 0 0,3-3 0 15,1 2 0-15,-2 0 0 0,3 1 0 16,9 2 0-16,-11-4 0 0,11 4-201 15,-10-2-448-15,10 2-129 0,0 0-100 0,0 0 72 0,0 0-853 16,0 0-1097-16</inkml:trace>
  <inkml:trace contextRef="#ctx0" brushRef="#br0" timeOffset="29259.93">4724 8306 5274 0,'-5'-7'453'0,"0"1"47"0,5 6 21 0,-8-7 16 0,3 1-10 0,5 6-148 0,-6-6-379 0,6 6 0 15,-6-8 0-15,6 8 0 0,-4-5 0 16,4 5 0-16,0 0 0 0,-2-7 0 0,2 7 0 16,0 0 0-16,0-7 0 0,0 7 0 15,0 0 0-15,0 0 0 0,0 0 0 16,4-8 0-16,-4 8 0 0,0 0 0 0,0 0 0 15,0 0 0-15,0 0-696 0,0 0-277 16,0 0 82-16,21 12-1024 0,-21-12-1337 0</inkml:trace>
  <inkml:trace contextRef="#ctx0" brushRef="#br0" timeOffset="29610.05">4939 7833 5656 0,'-5'-13'64'0,"0"1"32"0,1 6 9 15,3-1 35-15,-3 2 21 0,4 5 15 0,0 0 12 16,0 0 34-16,0 0 12 0,0 0-2 16,5 41-9-16,4-9-18 0,2 4-6 15,-2 14-7-15,5-2-94 0,-3 4-98 0,0-3 0 16,3 1 0-16,-5-11 0 0,0 2 0 15,-2-1 0-15,0-5 0 0,-3-2 0 16,0-4 0-16,-1-6 0 0,-3-3 0 16,2-3 0-16,-2 1 0 0,2-5 0 0,0-1 0 15,1-1 0-15,-3-3 0 0,2-1 0 16,-1-2 0-16,-1 0 0 0,0-5 0 0,0 0 0 16,4 7 0-16,-4-7 0 0,0 0 0 15,0 0-32-15,0 0-732 0,0 0-200 0,0 0 89 16,0 0 92-16,7-15-840 15,-7 15-1063-15</inkml:trace>
  <inkml:trace contextRef="#ctx0" brushRef="#br0" timeOffset="29976.63">5484 8104 4326 0,'-13'0'-12'0,"1"0"70"0,12 0 53 0,-17 4 54 15,17-4 54-15,0 0 53 0,-17 2 49 0,17-2 28 0,0 0 4 16,0 0-11-16,0 0 4 0,0 0 9 15,0 0 9-15,0 0-28 0,36-6-50 0,-9 4-286 16,0-2 0-16,3 2 0 0,10 1 0 16,-4-4 0-16,-4 3 0 0,-5 2 0 0,-2-2 0 15,-4 1 0-15,-2 1 0 0,-3-2 0 16,-3 2 0-16,0-2 0 0,-2 2 0 0,-11 0-328 16,16-2-186-16,-16 2-69 15,9-4-118-15,-9 4-141 0,6-2 79 0,-6 2-754 0,0 0-962 16</inkml:trace>
  <inkml:trace contextRef="#ctx0" brushRef="#br0" timeOffset="30276.23">5648 7793 4384 0,'-4'-7'159'0,"1"2"48"15,3 5 12-15,-11-7 15 0,11 7 6 16,0 0 42-16,0 0 40 0,-9 16 22 0,7 4 3 15,2 3-18-15,-2 14-34 0,4 4-17 16,0 5-1-16,-2 0-28 0,0 3-224 16,4-5-25-16,-2 1 0 0,-1-1 0 15,4-6 0-15,-3 0 0 0,2-4 0 0,-2-5 0 16,-1-6 0-16,-1-6 0 0,0 2 0 16,0-6 0-16,2 1 0 0,-2-2 0 0,2-3 0 15,-2-1 0-15,2-1 0 0,-2-2 0 16,0-5 0-16,0 0 0 0,-2 9 0 0,2-9 0 15,0 0 0-15,0 0 0 0,0 0 0 16,0 0-152-16,0 0-599 0,0 0-187 0,0 0 71 16,0 0 85-16,0 0-817 0,0 0-1039 15</inkml:trace>
  <inkml:trace contextRef="#ctx0" brushRef="#br0" timeOffset="31510.8">6466 7954 4118 0,'0'0'-160'0,"7"-5"54"0,-7 5 50 0,5-4 40 0,-5 4 51 0,0 0 48 15,0 0 24-15,2-5 27 0,-2 5 15 0,0 0 12 16,0 0 9-16,0 0-2 0,0 0 4 16,5-5-8-16,-5 5-8 0,0 0-8 0,4-4-16 15,-4 4-3-15,0 0-5 0,0 0 0 16,0 0 0-16,0 0-1 0,0 0 4 0,1-12-4 15,-1 12 16-15,0 0 1 16,0 0-11-16,0 0-6 0,-7-4-16 0,7 4-9 16,-10-5-13-16,3 3-7 0,-3 0-7 15,0 0-10-15,10 2-6 0,-20-2-4 0,11 2-10 16,-3-3-4-16,0 1 1 0,12 2-11 16,-21 0 3-16,12 0-8 0,9 0-2 0,-18 0-2 15,18 0-7-15,-12 0 1 0,12 0 2 16,-13 2-1-16,13-2-7 0,-9 0 3 15,9 0-3-15,0 0-3 0,0 0 6 16,-16 0-6-16,16 0 5 0,0 0-4 0,0 0 0 16,0 0 4-16,-14 0-3 0,14 0 2 15,0 0-4-15,0 0 3 0,0 0 3 16,0 0-8-16,-14 0 2 0,14 0 3 0,0 0-7 16,0 0 1-16,0 0-3 0,0 0 1 15,0 0 1-15,0 0 0 0,-8 3-4 0,8-3 5 16,-5 4-4-16,3 4 3 0,-2-1-1 15,1 5 1-15,-3 2 2 0,2 3 7 0,-2 8 2 16,0-1 4-16,6-1-3 0,-1 2 3 16,2-1 2-16,1-1 2 0,9 7-2 0,1-3 0 15,1-3 0-15,5-3 7 0,-2-6-6 16,9 3 3-16,-5-5 5 0,7 1 2 16,-5-2-20-16,6-1-7 0,-3 3 0 15,-1-1 0-15,-7-1 0 0,-2 0 0 0,1 2 0 16,-4 2 0-16,-2 3 0 0,-5 0 0 15,0-2 0-15,-5 2 0 0,-5 0 0 0,0 1 0 16,-5-1 0-16,-1 6 0 0,-8 1 0 16,0-7 0-16,-2 0 0 0,2-5 0 0,1-2 0 15,2-3 0-15,-2-3 0 0,3 0 0 16,3-3 0-16,-1-1 0 0,2-2 0 0,11 0 0 16,-23-5 0-16,7-1 0 15,7 2 0-15,-2-3 0 0,1 2 0 0,4 0 0 16,-3-3 0-16,6 4 0 0,-3-2 0 0,1 1 0 15,2-1-338-15,-1 0-536 0,4 6-44 0,2-12 78 16,3 5-936-16,2 1-1205 16</inkml:trace>
  <inkml:trace contextRef="#ctx0" brushRef="#br0" timeOffset="31726.7">6614 8460 5510 0,'0'0'352'0,"-3"-10"40"0,3 10 12 0,-8-11 38 0,5 4 13 0,3 7-6 0,-5-10-262 0,5 3-187 0,0 7 0 0,0-12 0 15,0 12 0-15,4-13 0 0,-3 9 0 0,4-3 0 16,-5 7 0-16,7-10 0 0,-5 6 0 16,-2 4 0-16,6-4 0 0,-6 4 0 0,9-3 0 15,-9 3-361-15,0 0-585 0,0 0 30 16,0 0 92-16,0 0-925 0,0 0-1182 0</inkml:trace>
  <inkml:trace contextRef="#ctx0" brushRef="#br0" timeOffset="32159.22">6853 8006 5217 0,'-2'-16'115'16,"4"4"21"-16,1 0 18 0,1 2 25 0,2 1 10 15,-1 2 8-15,3 4-15 0,2-3-13 16,-1 2-19-16,3 2-11 0,-12 2-13 0,20 3-17 16,-10 2-10-16,0 2-4 0,-3 5-13 15,-1 4-5-15,-5-1-8 0,1 5 0 0,-4 6 8 16,-5 10 8-16,-2 2 9 0,-5 0 4 16,-1 6 0-16,4-13 3 0,1-2-16 0,2-4-85 15,5-6 0-15,1-5 0 0,2 1 0 16,2-3 0-16,1-2 0 0,3 0 0 15,3 1 0-15,1-1 0 0,1-2 0 16,3 1 0-16,-3 1 0 0,1-1 0 0,1-1 0 16,-2 2 0-16,3 6 0 0,-1 0 0 15,-4 0 0-15,2 2 0 0,-6 1 0 0,-3-1 0 16,0-1 0-16,-4 2 0 0,-2 3 0 16,-5-2 0-16,1-1 0 0,-1-2 0 15,-2 0 0-15,-5-2 0 0,1-3 0 0,-1 2 0 16,3-6 0-16,-1 1 0 0,2-2 0 15,-2-4 0-15,4 1 0 0,-1-4 0 0,11 0 0 16,-17-2 0-16,17 2 0 16,-15-3-649-16,9-1-330 0,-2 1 95 0,8 3-1047 15,-11-5-1353-15</inkml:trace>
  <inkml:trace contextRef="#ctx0" brushRef="#br0" timeOffset="34608.73">9074 7962 5126 0,'0'0'-115'0,"2"-6"42"0,-2 6 36 0,0-11 33 0,0 11 44 0,-2-8 31 0,1 2 30 15,-3-2 13-15,2 0 12 0,-2 1 6 0,-4-2 0 16,1 2-9-16,-1-2-12 16,1 3-3-16,-5-3-16 0,3 4-8 0,-3 2-10 15,-3-1-5-15,-1 4-11 0,1 0 3 16,-4 5-12-16,-3 2-7 0,-11 4-3 15,5 2 0-15,3 5-13 0,0-1 5 0,4 1-8 16,6-1-5-16,3-1 6 0,6-3 4 16,4 2 3-16,4-3 6 0,4 2 14 0,4-2 13 15,1 2 12-15,5 1 16 0,8 2 13 16,-1 3 9-16,6-1 7 0,-4 0 9 16,-4 0 3-16,-1 0 7 0,1 1 3 15,-8-3 7-15,-1 0-58 0,-2 0-92 0,-5 2 0 16,-1-2 0-16,-4-1 0 0,-2 3 0 15,-4 0 0-15,-1 1 0 0,0 1 0 0,-5-4 0 16,1 0 0-16,-1-1 0 0,-5-4 0 16,4-2 0-16,-1-2 0 0,1-1 0 0,-1-3 0 15,5-4 0-15,9 0 0 0,-21-7 0 16,12 2 0-16,-2-5 0 0,0 1 0 0,6 0 0 16,-1 1 0-16,4-2 0 15,2 1 0-15,-1-1 0 0,2 1-479 0,1-1-266 0,0-2-165 16,4-2 76-16,-1 4 84 0,4-2-771 15,2 3-967-15</inkml:trace>
  <inkml:trace contextRef="#ctx0" brushRef="#br0" timeOffset="34792.28">9259 8194 4574 0,'0'0'238'0,"0"0"68"0,-3-13 31 0,3 13 27 0,0 0 17 0,-6-9-14 0,6 9-18 0,-4-7-28 16,4 7-25-16,0 0-47 0,0 0-27 15,-2-11-53-15,2 11-151 0,0-4-18 0,0 4 0 16,0 0-131-16,0 0-147 0,13-2-135 16,-13 2-140-16,13-2-184 0,-13 2-95 15,14 0 76-15,-6-2-771 0,-8 2-973 16</inkml:trace>
  <inkml:trace contextRef="#ctx0" brushRef="#br0" timeOffset="35177.64">9559 7993 4287 0,'0'-11'49'0,"3"1"25"16,1-1 10-16,1 2 18 0,2 2 18 15,4 1 15-15,2-1 6 0,1 2 4 0,2-1-13 16,-4 4-6-16,5 2-10 16,1 2-13-16,-4 4 1 0,4 4 7 0,-5 5 17 0,-3 3 18 15,-3 1 26-15,-5 3 29 16,-4 2 5-16,1 2 20 0,-9 6 17 0,0 0 21 0,1-1 11 15,-5-2 19-15,5-6-87 16,2-5-207-16,1-1 0 0,0-4 0 0,4-3 0 16,-2 0 0-16,4 0 0 0,4-1 0 15,-2-1 0-15,6-2 0 0,1 0 0 0,7-3 0 16,0 0 0-16,4-1 0 0,-2-2 0 16,3 0 0-16,-3 0 0 0,2-2 0 0,0 2 0 15,-3-3 0-15,-4 3 0 0,0 0 0 16,-13 0 0-16,23-3 0 0,-11 3 0 0,-12 0 0 15,13 0 0-15,-13 0 0 0,11-2 0 16,-11 2 0-16,12 2 0 0,-12-2 0 0,0 0 0 16,10 0 0-16,-10 0 0 0,0 0-655 15,0 0-312-15,0 0 78 0,0 0 100 16,0 0-874-16,0 0-1101 0</inkml:trace>
  <inkml:trace contextRef="#ctx0" brushRef="#br0" timeOffset="39474.69">6197 7933 4279 0,'-8'6'-139'0,"3"-5"41"0,5-1 30 0,-10 5 29 0,10-5 37 16,-10 2 44-16,10-2 33 0,-9 2 19 16,9-2 12-16,0 0 8 0,0 0-1 0,-10 2-5 15,10-2-10-15,0 0-9 0,0 0-11 16,0 0 1-16,0 0 3 0,0 0-2 0,33-6-5 16,-18 1-2-16,4 0-7 15,5 1-5-15,-4-2-8 0,3 2-1 0,2-1-6 0,-7-1-4 16,0 2-4-16,-2 1-4 15,-2 2-2-15,-4-4-1 0,-1 4 3 0,-9 1 6 16,17-2 10-16,-17 2 4 0,11-5 0 16,-11 5-2-16,12-4 3 0,-12 4-2 0,10-4-6 15,-10 4 0-15,0 0-5 0,0 0-1 16,15 0-6-16,-15 0-3 0,0 0 2 16,0 0-1-16,8-4-2 0,-8 4-3 0,0 0-3 15,0 0 4-15,0 0-9 0,0 0 1 16,0 0-3-16,11-2-3 0,-11 2-3 15,0 0-4-15,0 0-1 0,0 0-3 16,0 0 4-16,0 0 4 0,0 0-4 0,0 15-1 16,0-8 2-16,0 4 3 0,0-1 13 15,0 5 1-15,-2 4 5 0,0 3 7 0,0 4 11 16,1 0-1-16,1 1-2 0,-6 10 3 16,4 0-1-16,0 1-1 0,2-6-4 0,0 4-6 15,-2 1 7-15,4-6-10 0,-2-4-2 16,0 1 6-16,2-1-6 0,0 7-5 0,-2-1 9 15,0 4-6-15,2-2 1 0,0-4-3 16,0-6 2-16,-2 3-3 0,-2-2 10 16,2 1-6-16,-2 0-2 0,2 1-1 0,0-1 5 15,-2 0 3-15,2 2 0 0,-2-4-3 16,2-2 5-16,-2 1-2 0,2-3 1 0,0-2 2 16,-2-1 0-16,2-1 3 15,2-2 0-15,-2-3-1 0,-2 2 6 0,2-4-27 16,2 0-20-16,-4-1 0 0,2-1 0 15,0-8 0-15,0 14 0 0,0-14 0 0,0 10 0 16,0-10 0-16,0 10 0 0,0-10 0 16,2 8 0-16,-2-8 0 0,0 0 0 0,0 0 0 15,0 6 0-15,0-6 0 0,0 0 0 16,0 0-203-16,0 0-99 0,0 0-89 0,0 0-94 16,0 0-101-16,0 0-163 0,-6-26-23 15,4 16 67-15,0-3-655 0,0-5-814 0</inkml:trace>
  <inkml:trace contextRef="#ctx0" brushRef="#br0" timeOffset="39843.83">6317 8352 3572 0,'-11'-2'-31'0,"11"2"37"0,-14-1 33 0,14 1 26 0,-11 0 32 0,11 0 37 0,-14-2 32 0,14 2 23 15,-13 0 8-15,13 0 9 0,0 0-15 0,0 0-11 16,-15-3-8-16,15 3-16 0,0 0-9 16,0 0-11-16,0 0 4 0,0 0-5 0,0 0-8 15,0 0-12-15,0 0-6 0,0 0-10 16,63-2-9-16,-37-2-5 0,15-2-5 15,-5 2-17-15,-8 2-2 0,-3 0-12 0,-3-1-6 16,-2 2-9-16,-5-1-3 0,-2 2-15 16,0-3-10-16,-13 3-15 0,21-2-4 0,-13 2-14 15,-8 0-6-15,17-2-21 16,-17 2-22-16,13-2-29 0,-13 2-41 0,12 0-61 16,-12 0-90-16,0 0-104 0,8-2-137 15,-8 2-174-15,0 0 46 0,0 0 74 0,0 0-438 16,0 0-505-16</inkml:trace>
  <inkml:trace contextRef="#ctx0" brushRef="#br0" timeOffset="40374.31">6286 7983 3115 0,'-21'-1'103'0,"4"1"13"0,4 0 12 0,0-2 27 15,2 0 32-15,11 2 27 0,-20 0 13 16,13-1-6-16,7 1-12 0,-14-3-22 0,14 3-18 16,0 0-22-16,-11 0-12 0,11 0-12 15,0 0-13-15,0 0-10 0,0 0-8 16,36-14-8-16,-15 6-10 0,11-1-11 15,1-1-5-15,1 0-6 0,-2 3-5 0,-5 2-4 16,-4 4-6-16,-6-1-2 0,-2 2-3 16,-2 2-10-16,-1 2 0 0,1 3-1 15,-5 5-1-15,-3 4 3 0,2 7 1 0,-7 2 12 16,0 13 9-16,-4 2 6 0,-2 4 13 16,0 10 0-16,-1 4 11 0,1-3 4 0,2 4-2 15,-2-2 4-15,0 1-1 0,5-3 0 16,1-10-2-16,-2-2-6 0,4-2-5 0,-1-4-5 15,1 1-5-15,0-4-6 0,0-6-4 16,0-7-11-16,2-1 7 0,-4-2-5 0,2-5-11 16,-2-1 0-16,2-1-2 0,-2-1-3 15,2 0 2-15,-2-3-8 0,2 3 5 0,-2-10-16 16,0 10-18-16,0-10-32 16,0 9-48-16,0-9-49 0,0 0-53 0,-4 4-57 15,4-4-76-15,0 0-76 0,0 0-66 0,0 0-105 16,-21-9-149-16,13 1 36 0,3 2 60 15,-2-4-490-15,2-3-588 0</inkml:trace>
  <inkml:trace contextRef="#ctx0" brushRef="#br0" timeOffset="40708.47">6270 8446 2982 0,'-11'-5'82'0,"2"0"36"0,0 0 21 0,-1 3 14 0,1-3 29 0,-1 2 33 16,10 3 31-16,-14-7 15 0,7 3 2 0,7 4-11 15,-9-5-22-15,9 5-17 0,-7-5-30 16,7 5-14-16,0 0-12 0,5-12-20 0,4 7-15 16,11-4-13-16,12-4-10 0,2 2-14 15,4 1-7-15,14-4-9 0,-11 6-7 16,-3-1-2-16,-4 3-22 0,-5 0-14 0,-8 2-18 15,-3 1-6-15,-5-1-5 0,-2 4 1 16,1-4-2-16,-12 4-2 0,13-4-5 0,-13 4-7 16,10-2-23-16,-10 2-28 15,6-2-31-15,-6 2-36 0,0 0-41 0,0 0-71 16,0 0-70-16,0 0-83 0,0 0-117 16,-14-13-158-16,10 9 42 0,4 4-499 0,-9-8-604 15</inkml:trace>
  <inkml:trace contextRef="#ctx0" brushRef="#br0" timeOffset="41207.82">6267 7881 3388 0,'-22'-7'78'0,"0"1"13"15,5 3 17-15,0 1 22 0,2-1 25 0,0 1 20 16,6-2 7-16,-2 3-7 0,2-2-18 16,9 3-14-16,-11-2-16 0,11 2-15 0,0 0-10 15,-5-5-9-15,5 5-9 0,0 0-8 16,36-7-9-16,-18 3-7 0,18-1-5 0,1-2-5 16,1 1-6-16,-4 0-6 15,-3 2-2-15,-5 2-2 0,-4-2-3 0,-6 1-5 0,0 3-3 16,-5 0-4-16,-11 0-1 15,19 7-1-15,-7 1 1 0,-11 2-2 0,1 2 4 16,0 4 11-16,0 8 9 0,-4 1 27 16,0 15 6-16,0 5-1 0,2-1 4 15,-1 16 1-15,-3 2-5 0,4 0 0 0,0 2-13 16,0-2 2-16,5 4-12 0,-3-5-7 16,4 2-1-16,-3-9-2 0,-1 1-3 0,3-14 1 15,-1-2-5-15,-1-3 3 16,-3-5-5-16,0-9 0 0,2 2 1 0,0-8 5 15,-2 0-9-15,0-2 3 0,2-4 3 16,-2 0-4-16,2-1-3 0,-2-1 10 0,2 0-16 16,-2-8 3-16,0 11-11 0,0-11-25 15,-4 6-48-15,4-6-45 0,-4 4-54 0,4-4-61 16,0 0-85-16,0 0-81 0,0 0-95 16,0 0-115-16,-16-12-122 0,13 7 55 0,-5-3-563 15,7 0-688-15</inkml:trace>
  <inkml:trace contextRef="#ctx0" brushRef="#br0" timeOffset="42191.86">6204 8349 3523 0,'-17'-4'89'0,"-2"1"15"0,6 1 18 0,-1 0 15 15,3 0 33-15,2 2 35 0,9 0 17 0,-14-4 4 16,14 4-12-16,-9-2-19 0,9 2-24 16,0 0-12-16,-8-7-18 0,8 7-19 0,0 0-4 15,24-14-15-15,-4 8-8 0,10-7-6 16,8-1-16-16,3 4-7 0,8-3-4 16,-7 5-10-16,-2 0 1 0,-4 3-6 0,-7-1-12 15,-8 3-5-15,-3 0-2 0,-6 1-1 16,1 0 1-16,-13 2-4 0,18-1 3 15,-18 1 1-15,7-1 3 0,-7 1-7 16,0 0 6-16,0 0-3 0,0 0 2 0,0 0-13 16,0 0 5-16,-45 6-1 0,29-1-5 15,-5 1 5-15,-1 0-8 0,-1 2 5 0,3 0 5 16,-3 0 11-16,5-1 7 0,0-1 2 16,5 0-8-16,1-3-1 0,3 3 1 0,0-5-4 15,3 2-6-15,6-3 0 0,0 0 0 16,0 0 0-16,0 0 3 0,0 0-7 0,47-10-2 15,-14-1-1-15,1 1 0 0,5 2-6 16,-5-1-2-16,-2-3-14 0,-7 5 5 16,-8 3-6-16,0-2 4 0,-7 4 14 15,-3-1-7-15,-7 3-6 0,0 0 5 0,0 0 3 16,0 0 14-16,-34 7 3 0,3 3 15 16,-6 2 12-16,0 1 10 0,-3-2 10 0,0 3 8 15,2-3 12-15,4 1 8 0,4-4 8 16,6-2-103-16,10-1-4 0,0-2 0 0,5 0 0 15,3-1 0-15,6-2 0 0,0 0 0 16,0 0 0-16,0 0 0 0,0 0 0 16,49-13 0-16,-24 9 0 0,9-4 0 0,0 0 0 15,0 2 0-15,-1-3 0 16,-5 3 0-16,-6 2-183 0,-5 0-53 0,-2 0-7 16,-1 2 6-16,-3-1 14 0,-4 2 9 15,4-2 11-15,-11 3 5 0,7-4 18 0,-7 4 14 16,2-4 12-16,-2 4 12 0,0 0 11 15,-4-12 0-15,4 12-5 0,0 0-17 0,-5-7 1 16,5 7-4-16,0 0-7 0,-7-4-3 16,7 4 3-16,0 0 14 0,0 0 10 0,0 0 16 15,0 0 10-15,-15 11 12 0,15-11 10 16,-3 10 12-16,-1-8 12 0,4-2 23 0,-5 6 32 16,5-6 28-16,0 0 35 15,-7 6 38-15,7-6 28 0,0 0 29 0,-6 4 19 0,6-4 14 16,0 0 10-16,-5 3 3 0,5-3 3 15,0 0 0-15,0 0 0 0,0 0 1 16,0 0-3-16,0 0-3 0,-12 6-2 16,12-6-9-16,0 0-4 0,0 0-15 0,-8 0-4 15,8 0-11-15,0 0-14 0,0 0-1 16,0 0 0-16,-13 2-2 0,13-2 1 16,-12 2 2-16,3 0-1 0,0 4-1 0,-3-2 2 15,-1 0 0-15,2 1-94 0,-3 1-37 16,5-1 0-16,0-2 0 0,0 1 0 0,2-2 0 15,7-2 0-15,-7 5 0 16,7-5 0-16,-8 3 0 0,8-3 0 0,0 0 0 0,0 0 0 16,0 0 0-16,0 0 0 15,38-17-416-15,-20 6-167 0,11-2-164 0,-4-1-119 16,-2 2 74-16,-3 3-836 0,-7 2-1067 16</inkml:trace>
  <inkml:trace contextRef="#ctx0" brushRef="#br0" timeOffset="42841.06">6769 8374 4689 0,'0'0'113'0,"0"0"35"0,-18-1 16 0,18 1 13 0,0 0 14 0,-7-4 20 0,7 4 13 16,0 0-3-16,0 0-6 0,0 0-20 0,-11-2-17 15,11 2-18-15,0 0-17 0,0 0-16 16,0 0-9-16,0 0-10 0,0 0-13 15,-11-2-7-15,11 2-10 0,0 0-7 16,0 0-6-16,0 0-6 0,0 0 1 0,0 0-3 16,0 0-5-16,-13 4-2 0,13-4-4 15,-9 9-2-15,1-1 0 0,0 1-44 0,-3 1 0 16,4 0 0-16,0-1 0 0,2-1 0 16,-1 1 0-16,6-2 0 0,-1-2 0 0,1 2 0 15,0-7 0-15,5 10 0 0,1-7 0 16,0-1 0-16,-6-2 0 0,17 4 0 0,-17-4 0 15,17-2 0-15,-17 2 0 0,13-4 0 16,-13 4 0-16,0 0 0 0,16-1 0 0,-16 1 0 16,7-5 0-16,-7 5 0 0,0 0 0 15,6-6 0-15,-6 6 0 0,0-5 0 0,0 5 0 16,0 0 0-16,0 0 0 0,-6-10-14 16,6 10-649-16,0 0-238 0,-9-3 0 15,9 3 95-15,0 0-863 0,0 0-1104 16</inkml:trace>
  <inkml:trace contextRef="#ctx0" brushRef="#br0" timeOffset="43757.59">4966 4301 4501 0,'-16'15'-59'0,"9"-10"58"0,1-1 37 0,-4 1 34 0,1-3 37 0,9-2 29 0,-11 7 15 15,11-7 6-15,-4 6 19 16,4-6 33-16,0 0 7 0,0 0-11 0,58-15-13 16,-21 1-17-16,-1-1-14 0,0 2-20 15,1-3-8-15,-7 5-15 0,-7 0-9 16,-2 4-9-16,-8 2-14 0,-2 2-5 0,1-1-2 16,-4 1-16-16,-8 3-6 0,9-3-10 15,-9 3-3-15,0 0-23 0,0 0-54 0,0 0-62 16,0 0-71-16,0 0-84 0,-31 8-119 15,24-5-148-15,7-3-203 0,-11 5-68 0,11-5 74 16,0 0-599-16,0 0-769 0</inkml:trace>
  <inkml:trace contextRef="#ctx0" brushRef="#br0" timeOffset="44390.3">8954 4098 3916 0,'-15'7'119'0,"5"0"44"0,1-6 39 0,9-1 29 0,-7 4 45 0,7-4 28 0,0 0 33 15,0 0 13-15,0 0-9 0,0 0-28 0,0 0-28 16,43-17-28-16,-22 11-29 16,0-3-26-16,-2 7-22 0,1-6-38 0,-6 4-57 15,0 4-83-15,-3-4-102 0,0 2-85 16,-2 0-74-16,-9 2-83 0,11 0-102 0,-11 0-134 15,0 0-222-15,0 0 22 0,0 0 86 16,0 0-585-16,0 0-737 0</inkml:trace>
  <inkml:trace contextRef="#ctx0" brushRef="#br0" timeOffset="46673.77">10471 8303 5620 0,'-17'3'285'0,"0"-2"-12"0,1 1 37 0,5 0 15 0,11-2 25 0,-21 4 6 0,16-4-37 16,5 0-28-16,0 0-229 0,-18 0-62 0,18 0 0 16,0 0 0-16,0 0 0 0,0 0 0 15,33-12 0-15,-9 6 0 0,13-2 0 0,-3 1 0 16,4-1 0-16,0 0 0 15,-2 3 0-15,-9 0 0 0,-4 0 0 0,-2 1 0 16,-8 0-311-16,3-2-265 0,-3 0-104 16,-4 0-157-16,-1-1 32 0,-2 0 77 0,-2 0-719 15,-2 2-896-15</inkml:trace>
  <inkml:trace contextRef="#ctx0" brushRef="#br0" timeOffset="46923.46">10570 7989 4392 0,'-4'-6'189'0,"3"3"16"16,1 3 16-16,-6-6 19 0,6 6 10 0,0 0 18 16,0 0 39-16,0 0 22 0,-4 29-20 15,4-4-16-15,2 12-24 0,2 2-22 0,1 5-22 16,-1 9-20-16,4-1-11 16,-4-10-146-16,4 3-48 0,-3-4 0 0,2 0 0 15,-5-5 0-15,5-1 0 0,-3-8 0 16,-3-7 0-16,1-3 0 0,-2 0 0 0,2-5 0 15,-2-1 0-15,2-2 0 0,-2 0 0 16,2-3 0-16,0 0 0 0,-2-6 0 16,0 0 0-16,0 0 0 0,0 0-427 0,0 0-176 15,11-24-143-15,-7 11-115 0,4-3 77 0,-1-1-838 16,0-1-1062-16</inkml:trace>
  <inkml:trace contextRef="#ctx0" brushRef="#br0" timeOffset="47723.77">11515 7966 4432 0,'-15'-4'39'0,"2"3"44"0,13 1 38 0,-29 0 39 0,14 1 37 0,2 1 43 0,-1-2 28 15,14 0 16-15,-21 2 0 0,21-2-19 16,-15 2-23-16,15-2-23 0,-9 2-8 16,9-2-1-16,0 0-9 0,0 0-16 0,0 0-17 15,45 0-18-15,-20-2-11 0,2-2-46 16,2 2-93-16,-2 0 0 0,-3 3 0 0,1 0 0 16,-2 5 0-16,-2 3 0 0,-5 3 0 15,6 10 0-15,-7 5 0 0,-7 4 0 16,-3 3 0-16,-1 6 0 0,-4-1 0 0,-2 2 0 15,-1 2 0-15,-3-2 0 0,1-1 0 16,0-1 0-16,1-3 0 0,0 0 0 16,3-8 0-16,-3-4 0 0,2-3 0 0,0-3 0 15,0-3 0-15,2-1 0 0,-1 0 0 16,-1-3 0-16,2-1 0 0,-2-2 0 16,2-1 0-16,0-7 0 0,0 7-94 0,0-7-509 15,0 0-110-15,0 0-165 0,0 0 62 16,5-22 84-16,-5 10-749 0,2 0-929 0</inkml:trace>
  <inkml:trace contextRef="#ctx0" brushRef="#br0" timeOffset="47923.42">11538 8427 3910 0,'-13'0'160'0,"1"-2"77"16,12 2 48-16,-22 0 49 0,22 0 40 16,-14-1 30-16,14 1 3 0,0 0-26 15,-14-2-21-15,14 2-19 0,0 0-28 16,0 0-27-16,0 0-31 0,0 0-111 0,47-10-144 15,-22 6 0-15,1-1 0 0,-1 0 0 16,-1 0 0-16,1 0 0 0,0 0-87 0,-2-2-324 16,1 2-115-16,-10-2-112 0,2 1-182 15,-1 2 26-15,-3-1 79 0,-3 1-713 16,-2 1-880-16</inkml:trace>
  <inkml:trace contextRef="#ctx0" brushRef="#br0" timeOffset="48156.94">11960 8328 4580 0,'0'0'423'0,"0"0"17"16,0 0-3-16,0 0-4 0,0 0 13 0,0 0-12 16,0 0-26-16,-18-17-35 0,18 17-156 15,0 0-217-15,0 0 0 0,0 0 0 0,0 0 0 16,12-8 0-16,-12 8 0 0,0 0 0 15,7 0 0-15,-7 0 0 0,0 0 0 0,0 0-428 16,0 0-261-16,0 0-174 0,0 0 14 16,13 0 83-16,-13 0-797 0,0 0-1006 15</inkml:trace>
  <inkml:trace contextRef="#ctx0" brushRef="#br0" timeOffset="48572.27">12577 7897 4686 0,'-11'-10'102'0,"1"2"16"0,4 3 17 16,2-1 20-16,1 3 10 0,3 3 6 15,-10-4 26-15,10 4 9 0,-14 11 18 16,5 0 3-16,0 8 4 0,-9 10-7 0,4 4 6 15,-9 9 1-15,1 2 9 0,6 1-3 16,-2-2-2-16,7-6-58 0,4-2-177 0,-2 0 0 16,4-2 0-16,3-8 0 0,2-2 0 15,2-5 0-15,1-1 0 0,3-2 0 0,2-1 0 16,3-4 0-16,0 0 0 0,2-5 0 16,-1-1 0-16,2-2 0 0,1-2 0 15,1-6 0-15,-1 5 0 0,-2-5 0 16,-1 1 0-16,-5-2 0 0,0-4 0 0,-2 2 0 15,-1-3 0-15,-4 0 0 0,-4-2 0 16,-3 0 0-16,0 1 0 0,0 1 0 0,-4 2 0 16,-1-1 0-16,-1 3 0 0,-3 2 0 15,1 2 0-15,3 0 0 0,-3 2 0 0,1 4-294 16,0-2-688-16,-2 1 55 0,5 2 106 16,11-3-936-16,-21 4-1189 0</inkml:trace>
  <inkml:trace contextRef="#ctx0" brushRef="#br0" timeOffset="50177.8">12930 5765 4692 0,'0'0'-130'0,"0"0"30"0,-11-2 33 0,11 2 22 0,0 0 6 0,0 0 18 16,0-13 24-16,0 13 15 0,14-16 15 15,-1 6 3-15,7-1-6 0,5-3 6 0,3 2-4 16,-5 3-5-16,-2 3 4 0,-4 2-13 15,3 2 9-15,-6 2-1 0,-3 2 2 0,2 5 11 16,-2 2 13-16,-4 2 11 0,1 1 10 16,-2 5 9-16,-1 3 9 0,1 3 5 15,-1 9 15-15,0 4 7 0,3 5 14 0,-1 12 5 16,-2 7 6-16,6 7 4 16,-4 5 2-16,0 7 2 0,-3 21-4 0,3 4-7 15,-2 5 1-15,1 7 16 0,-3 7 9 0,-1 4 16 16,0 3-11-16,-2 6-14 0,0-5-10 15,-2 1-13-15,-2-1-12 0,3-3-8 16,-3-4-13-16,-1-8-9 0,3-4-91 0,2-5-1 16,-3-5 0-16,3-24 0 0,0-3 0 15,2-10 0-15,-2-3 0 0,0-15 0 0,1-3 0 16,1-6 0-16,3-9 0 0,-5-6 0 16,4-5 0-16,-4-1 0 0,1-2 0 0,-1-3 0 15,2 0 0-15,0-1 0 16,-2-3 0-16,0 0 0 0,2-1 0 0,-2 0 0 0,0-7 0 15,0 13 0-15,-2-9 0 16,2-4 0-16,-2 7 0 0,-1-2 0 0,-6-1 0 16,0-3 0-16,-8 3 0 0,-4 0 0 15,-6-2 0-15,-12 3 0 0,-6 0 0 0,0-2 0 16,-3 3 0-16,1-2 0 0,3 2 0 16,2-4 0-16,13 4 0 0,6-2 0 0,4-2 0 15,4-1 0-15,2-1 0 0,1 2 0 16,3 0 0-16,9-2 0 0,-16 0 0 0,16 0 0 15,-13 0 0-15,13 0 0 0,0 0 0 16,0 0 0-16,-7-4 0 0,7 4 0 16,5-10 0-16,-5 10 0 0,11-15 0 0,-5 2 0 15,2-1-412-15,-6 0-582 0,2-3 100 16,-4 2-1109-16,-6-4-1421 0</inkml:trace>
  <inkml:trace contextRef="#ctx0" brushRef="#br0" timeOffset="50939.76">2029 11383 6025 0,'-14'6'206'0,"3"-2"40"0,6-1 46 0,5-3 37 0,-14 3 25 0,14-3-3 15,0 0-7-15,0 0-300 0,0 0-44 0,0 0 0 16,0 0 0-16,0 0 0 15,0 0 0-15,39-12 0 0,-1 5 0 0,-1 0 0 16,6-2 0-16,0 1 0 0,5 3 0 16,-6-4 0-16,1 6 0 0,0-1 0 0,-11 4-225 15,-5 0-450-15,-7 0-103 0,-2 5-114 16,-9 6 74-16,-5 2-816 0,-8 10-1071 0</inkml:trace>
  <inkml:trace contextRef="#ctx0" brushRef="#br0" timeOffset="51107.79">2157 11761 4537 0,'-15'14'61'0,"3"-4"57"15,1-2 41-15,3 1 48 16,2-4 63-16,0 0 39 0,3 0 19 0,3-5 1 16,-8 5-20-16,8-5-24 0,0 0-35 15,-2 9-18-15,2-9-18 0,10 9-23 0,1-6-18 16,6 0-19-16,1 1-89 0,0-3-65 16,5 1 0-16,-1-2-63 0,0-2-181 15,5 2-112-15,1-3-120 0,-3-2-166 0,2 0-234 16,5-4 77-16,-7 2 77 0,-4 2-643 15,0-2-819-15</inkml:trace>
  <inkml:trace contextRef="#ctx0" brushRef="#br0" timeOffset="51795.53">1554 11287 3583 0,'4'-10'-96'0,"3"1"33"0,-4 1 39 0,-1-1 34 0,0 1 46 0,0-1 42 0,0 1 32 0,-2-3 13 15,0 3 17-15,-2-2 15 0,0-1 10 16,-4 3 8-16,2-2 2 0,-2 3-7 0,-1 1-19 15,-4 2-19-15,11 4-13 16,-33 13-12-16,5 5 6 0,-5 14-12 0,-4 7 11 16,1 11 4-16,6 1 1 0,-1 5-8 15,6-3-4-15,7-5-6 0,4 3 7 16,5-12-4-16,7-1-11 0,2-7-9 0,7 4-3 16,1-5-11-16,8-1-3 0,-2-5-9 15,8 0-8-15,3-2-9 0,3-5 2 0,1-3-10 16,3-2-7-16,-5-5-22 0,-4-2-45 15,-3-3-42-15,3-2-48 0,-5-4-49 16,0 4-52-16,2-3-66 0,-4-1-67 0,2 1-72 16,-3-3-104-16,1 0-181 15,-2 3-17-15,0-2 60 0,-3 1-480 0,5-3-610 0</inkml:trace>
  <inkml:trace contextRef="#ctx0" brushRef="#br0" timeOffset="52572.08">3173 10836 3493 0,'2'-10'166'0,"1"2"8"0,-3 0-2 0,2 3-9 0,-2 5 2 0,0-7-1 0,0 7-6 0,0 0 36 16,4 24 64-16,-2 13 5 16,-2 25 16-16,0 11-7 0,0 30 2 0,-2 9 7 15,-2 6 8-15,2 6-16 0,-3 0-15 16,-2 6-9-16,0-4 0 0,3 3-15 0,1-6-71 15,1-5-163-15,0-6 0 0,0-30 0 16,2-1 0-16,0-7 0 0,4-7 0 16,1-8 0-16,-1-4 0 0,3-15 0 0,0-3 0 15,-2-6 0-15,3-6 0 0,-3-5 0 16,3 1 0-16,4-4 0 0,4 3 0 16,2-4 0-16,1-5 0 0,0-2 0 15,2 0 0-15,11-3 0 0,-1-1 0 0,-4-3 0 0,1-2 0 16,1-2 0-16,2 1 0 0,3-4 0 15,-6 1 0-15,-6 1 0 0,-2 0 0 16,-6-1 0-16,-1 2 0 0,-2 1 0 16,-1-3 0-16,-1 2 0 0,-3-1 0 0,-6 3 0 15,7-7 0-15,-4 2 0 0,-3 5 0 16,-3-14-614-16,-1 2-110 0,-3-1-177 0,-2-6 67 16,-3-11 86-16,-3-1-738 0,-4-12-934 15</inkml:trace>
  <inkml:trace contextRef="#ctx0" brushRef="#br0" timeOffset="52922.67">2976 10938 4350 0,'0'0'-2'0,"-2"-10"-4"0,2 10 1 0,6-9-4 0,-1 1 23 0,7 0 6 0,5-2 10 0,10-3 7 0,3-2-8 15,4 1-4-15,5 2-7 16,-1 0 4-16,0 3-4 0,-2 1-3 0,-9 2-3 15,-2 0-37-15,-8 4-31 0,-4-1-45 16,0 0-37-16,-1 3-40 0,-12 0-60 0,13 0-97 16,-13 0-151-16,6 3-63 0,-6-3 55 15,0 0-176-15,0 0-164 0</inkml:trace>
  <inkml:trace contextRef="#ctx0" brushRef="#br0" timeOffset="56287.5">4018 11022 1930 0,'0'0'123'0,"2"-11"22"0,-2 11 22 0,3-8 33 0,-3 1 24 0,0 7 20 0,0-10 24 0,0 10 23 16,2-11 4-16,-2 11 0 0,0-8-9 15,0 8-26-15,0 0-14 0,0 0-18 0,0 0 40 16,0 0 9-16,0 0-11 0,5 27-7 15,-3-4-2-15,2 0-4 0,-1 13-12 0,3 2-8 16,1 1-10-16,-2 2-14 16,4-2-5-16,-1-3-8 0,-1 3-93 0,1-5-103 15,-4-1 0-15,0-7 0 0,-1-8 0 16,-1-1 0-16,0-5 0 0,0 1 0 0,0-3 0 16,-2-1 0-16,2-1 0 0,0-2 0 15,-2-6 0-15,2 13 0 0,-2-13 0 0,0 7 0 16,0-7 0-16,0 0 0 0,0 0 0 15,0 0 0-15,0 0 0 0,0 0 0 16,0-28 0-16,0 20-9 0,0 1-647 0,0-3-140 16,2 0-108-16,-4 2 70 15,2-1-864-15,2-3-1132 0</inkml:trace>
  <inkml:trace contextRef="#ctx0" brushRef="#br0" timeOffset="56604.42">4375 11035 4432 0,'4'-13'-18'16,"-3"2"53"-16,3 3 45 0,-1 1 22 0,-3 4 19 15,0 3 14-15,0 0 47 0,0 0 65 16,0 0 33-16,11 28 4 0,-6-9 10 16,-1 14-2-16,4 4-9 0,0-2-2 15,-1 2-15-15,2 2-4 0,0-2-6 0,2-1-8 0,-2-1-119 16,-1-3-129-16,2-3 0 15,-5-7 0-15,1-4 0 0,-3-3 0 0,1-3 0 16,-2-1 0-16,3-1 0 0,-3-2 0 16,-1 0 0-16,-1 0 0 0,0-8 0 0,2 12 0 15,0-7 0-15,-2-5 0 0,0 7 0 16,0-7 0-16,0 0 0 0,0 0 0 0,0 0 0 16,-5 5 0-16,5-5 0 0,0 0-472 15,-13 0-435-15,13 0-20 0,-18 0 97 0,18 0-889 16,-23 0-1153-16</inkml:trace>
  <inkml:trace contextRef="#ctx0" brushRef="#br0" timeOffset="64455.35">5608 11128 3514 0,'-3'-6'154'0,"-4"0"14"0,7 6 12 0,-4-12-12 0,6 4-2 0,0 1-10 0,5-4-12 0,0 1-16 16,6 2-17-16,4-2-9 0,5 2-11 15,-2 5-12-15,3 1-7 0,2 5-7 0,7 7-6 16,-3 4-4-16,0 2-4 0,-4 4-9 16,-7 5-2-16,1 1 0 0,-8 3 15 15,-7 6 17-15,-6-6 35 0,-7 9 28 16,-4-2 28-16,-8 10 27 0,-4-5 26 0,2-1 14 16,-4-5 12-16,7-8 12 0,2-3 13 15,5-5-4-15,3-7 2 0,1-1-118 0,3-2-147 0,1 1 0 16,3-4 0-16,2 0 0 15,4-1 0-15,3 1 0 0,4 0 0 0,7-4 0 16,1 2 0-16,7-2 0 0,3-1 0 16,-1 2 0-16,15-7 0 0,-4 0 0 0,1 1 0 15,1-4 0-15,-5 0 0 0,-2 3 0 16,-2-6 0-16,-1 0 0 0,-8-1-604 0,4-4-346 16,-9 3 45-16,-4 1 93 0,-1-3-861 15,-3 2-1110-15</inkml:trace>
  <inkml:trace contextRef="#ctx0" brushRef="#br0" timeOffset="64771.21">6334 11104 4794 0,'4'-15'-67'0,"-2"4"40"0,3 2 30 0,1 1 34 16,-1 1 38-16,2 3 26 0,0 0 20 16,-7 4 28-16,19 0 9 0,-19 0 2 0,27 10 3 15,-12 1 2-15,-2 3 4 0,5 9 12 16,-7 5-5-16,-4 4 16 0,0 1 10 15,-9-2 12-15,0 6 9 0,-3-1 8 16,-2-2 5-16,-2-1-2 0,5-8 3 0,0-2-173 16,0-5-64-16,2-4 0 0,2 1 0 15,2-4 0-15,6 3 0 0,1-4 0 0,11 2 0 16,0-3 0-16,12 0 0 0,-5-4 0 16,0-2 0-16,0-1 0 0,0-2 0 0,-1 0 0 15,1-2 0-15,0 1 0 0,-5-1 0 16,-1 0 0-16,-3-1 0 0,-1 1 0 0,-4-2 0 15,-1 3 0-15,-5-3-388 0,0 2-199 16,-2-3-100-16,-5 5-201 0,0-6 68 16,0 6 90-16,-8-10-661 0,-2 6-845 0</inkml:trace>
  <inkml:trace contextRef="#ctx0" brushRef="#br0" timeOffset="67536.33">3666 12407 3820 0,'0'0'-78'0,"0"0"6"0,0 0 7 0,0 0 9 0,19-15 11 15,-5 9 17-15,0 2 8 0,2 0 6 16,-1 2 4-16,1 2 8 0,-2 4-2 16,2 1 6-16,-3 3 14 0,1 6 19 15,-3 3 37-15,-4 5 23 0,-3-1 31 0,-4 1 33 16,-2 5 24-16,-2 4 26 0,-3 1 20 15,-2-3 24-15,-1 0 23 0,2-7 11 0,3-5 10 16,-1-1-2-16,4-4-7 0,1-2-4 16,-1 0-6-16,2-1-8 0,2-1-16 0,3 1-15 15,2-1-24-15,4-3-21 0,7 1-17 16,1 0-145-16,2-4-32 0,0 0 0 16,8-2 0-16,-3 0 0 0,1-2 0 0,0 0 0 15,-3 2 0-15,-3 0 0 16,1-4 0-16,-6 2 0 0,-2 0 0 0,3-2 0 15,-5 1 0-15,-1-2 0 0,1 2-6 16,-5-1-293-16,-7 4-66 0,11-7-84 0,-7 4-80 16,-2-2-135-16,-2 5-173 0,3-7 74 15,-3 7-692-15,-1-9-905 0</inkml:trace>
  <inkml:trace contextRef="#ctx0" brushRef="#br0" timeOffset="67901.96">4678 12117 4287 0,'-6'-10'39'0,"1"1"14"0,-1 4 13 15,-2 2 22-15,8 3 42 16,-19 2 30-16,7 4 26 0,-6 5 1 0,-5 11 23 16,-8 9 9-16,-1 7 4 0,2 7 14 15,-1 3 3-15,2 1 3 0,4 2-8 16,2-1-7-16,7-1-10 0,4-11-9 0,4 2-15 15,6-5-16-15,2-3-13 0,2-6-14 16,2-2-106-16,6 6-45 0,3-4 0 0,3-4 0 16,-3-4 0-16,2-5 0 0,0-3 0 15,-2 0 0-15,1-5 0 0,-3-2 0 0,-1-2 0 16,-10-1 0-16,15-1 0 16,-15 1 0-16,11-8 0 0,-6 0 0 0,-3 0 0 15,-4-3 0-15,-3-3 0 0,1 4 0 16,-1-1 0-16,-1-2 0 0,-1 3 0 0,-1 3 0 15,-2 0 0-15,3 2 0 0,0 0-161 16,-4 5-439-16,2-3-215 0,9 3-95 16,-19 1 82-16,19-1-831 0,-15 2-1095 0</inkml:trace>
  <inkml:trace contextRef="#ctx0" brushRef="#br0" timeOffset="73900.87">6041 12258 1572 0,'0'0'526'0,"9"-6"-175"0,-9 6-102 0,8-1-40 0,-8 1-32 0,0 0-1 15,7-6 0-15,-7 6 2 0,0 0 14 16,4-6 4-16,-4 6-2 0,0 0-21 0,0 0-17 15,0 0-14-15,-16-9-13 0,16 9 6 16,-28 5 5-16,9 1 4 0,-11 4 0 16,-1 5 3-16,-3 2-6 0,2 3 2 15,-11 3 0-15,15-1-4 0,-1-1-6 0,3 0-8 16,5 0 5-16,5-6-4 0,5 0-7 16,7-1 4-16,1-2 3 0,5 0 4 0,3 1-11 15,8 3-10-15,8 1-5 0,8 5-12 16,3-5-6-16,8 3-12 0,-3-3-10 0,-3 0-3 15,2-1-12-15,-5 3-3 0,-3-3-1 16,-5 0-8-16,-8-3 0 0,-1 1-4 0,-7-2 19 16,-1-2 25-16,-4 2-55 0,-6 0-22 15,-1 2 0-15,-6 1 0 0,-3-4 0 16,-4 1 0-16,-9 3 0 0,2-3 0 0,-6-2 0 16,6 0 0-16,2-5 0 15,5-3 0-15,0 2 0 0,2-4 0 0,3 2 0 16,13-2 0-16,-23-2 0 0,14 0 0 15,0 0 0-15,-1 0 0 0,0-1 0 0,10 3 0 16,-14-4-432-16,11-1-498 0,1 0 3 16,2 5 94-16,4-15-891 0,4 9-1157 0</inkml:trace>
  <inkml:trace contextRef="#ctx0" brushRef="#br0" timeOffset="74217.57">6204 12543 4846 0,'12'-16'5'0,"-3"3"37"0,1 0 33 0,-2 3 20 0,1 2 18 16,2 0 14-16,3 2 8 0,-3 0 5 0,1 5-9 16,1 1-6-16,0 7-12 0,1 3-3 15,-1 5-4-15,-3 3-1 0,-4 5 24 0,-6 2 33 16,-6 8 34-16,-6 6 22 0,-5 5 23 16,-6-1 14-16,-2-2 10 0,2-5 8 0,7-7-89 15,0-1-184-15,5-7 0 0,3-2 0 16,7-4 0-16,-1-3 0 0,5 0 0 15,1-2 0-15,7-1 0 0,3-2 0 0,1-4 0 16,2 0 0-16,4-3 0 0,0 0 0 16,4-1 0-16,4-3 0 0,-5 3 0 15,0-6 0-15,1 2 0 0,0-1 0 0,-2 0-260 16,6-6-368-16,-9 1-105 0,-4 1-152 16,-3 0 64-16,1-1-833 0,-3 1-1092 0</inkml:trace>
  <inkml:trace contextRef="#ctx0" brushRef="#br0" timeOffset="74834.32">7199 10849 4686 0,'0'0'-130'0,"-9"-2"39"0,9 2 27 0,0 0 41 0,0 0 27 0,0 0 8 0,0 0-3 16,0 0 3-16,28-14 0 0,-9 10-1 15,6 2-4-15,3 2 2 0,9 6-2 0,0 4-7 16,-1 4 5-16,0 9 5 0,-8 12 2 16,-3 12 8-16,-6 8 11 0,-6 4 2 15,-7 10 5-15,0 9 13 0,-6 5 19 0,-2 18 11 16,0 3 4-16,0 8 8 15,-2 0 3-15,2-1-7 0,-3-3-7 0,-2 1-7 0,0 3 0 16,3-7 26-16,-1-2 19 16,3-21 10-16,4-4 1 0,3 1 5 0,-3-4 22 15,0-1-9-15,5-8 27 0,-5-4-15 16,3-3-11-16,-5-17-10 0,0-4-11 0,-2-9 5 16,-1-3 3-16,1-1 12 0,-5-4 15 15,2-1 22-15,-11 7 8 0,-3-4-55 0,-2-3-139 16,-2-3 0-16,-6-4 0 0,4-1 0 15,0-3 0-15,3-2 0 0,8-4 0 0,-4 1 0 16,7-1 0-16,-3-2 0 0,5 1 0 16,9-2 0-16,-20-2 0 0,20 2 0 0,-16-1 0 15,6-2 0-15,0-3 0 16,3 5 0-16,0-3 0 0,-4 1 0 0,4-1 0 16,1-1-677-16,-1 0-317 0,2 2 107 0,5 3-1029 15,-9-9-1337-15</inkml:trace>
  <inkml:trace contextRef="#ctx0" brushRef="#br0" timeOffset="84132.24">14115 3618 2771 0,'0'-12'120'0,"-2"1"-37"0,0 3 12 0,2 1 3 0,0 7-3 0,-2-12-4 0,2 12-25 0,-3-8-20 15,3 8-6-15,0 0-2 0,-7-6-9 16,7 6-3-16,0 0 9 0,0 0 18 15,0 0 10-15,-5 31 1 0,1-10 11 16,0 4 11-16,2 11-2 0,1 7 6 0,-1 2 1 16,0 13-5-16,2 6-5 0,0 2-8 15,0 4-3-15,4 1-7 0,-3 1-5 0,1 5-3 16,0-1-6-16,0 3-2 0,2-6-4 16,-1 2-2-16,6 0-6 0,-4-3-2 0,4-4-8 15,-1-1-6-15,0 3 6 0,-2-1-4 16,-3-2-2-16,-3-2-3 0,0 1-1 0,0 4-1 15,-1-2-3-15,-7-1 3 0,5 3 0 16,-8-1 22-16,2-4 6 0,2-2-1 16,-3 1-1-16,-2-2-4 0,7-6 1 0,-1 2-4 15,0-5 11-15,4-10-3 16,-2 1 0-16,1-1-6 0,-1-2-3 0,4-1-2 16,0-2 0-16,0 0-6 0,2 4 1 15,0-3 16-15,-2-2 7 0,0-6-3 0,2 8-5 16,-2-1-6-16,0 0 4 0,0 1-4 15,1 0 2-15,-1-2 3 0,0-2 1 0,0 4-2 16,0-2 11-16,2-1 6 0,-4 2-4 16,4-1 14-16,-2 1 7 0,0 4 2 0,0-3-16 15,0-1-13-15,0 1 4 0,0-1 4 16,0 1-1-16,2 0-7 0,0 2 3 0,0-4-26 16,2 1 17-16,0 0-7 0,2 1-6 15,-3 2-4-15,1 2 1 0,2 0 12 0,-5 3 27 16,1-1 12-16,1 1-6 15,-3 12-2-15,0-2 2 0,-3 2 3 0,1 1 2 16,1 3-9-16,-5-4-3 0,4 4-1 16,-2-2-7-16,1 0-10 0,-1 2-5 0,4-1-1 15,0 1-4-15,2 0-6 0,-2 0-1 16,5-2-1-16,1 1-10 0,1-2 8 0,4-1-4 16,0 2-1-16,-4 4-4 0,5-1 16 15,1 2-1-15,-4 2-16 0,3 3-13 0,-3 0 0 16,-3 4 0-16,2 4 0 0,-4-3 0 15,2 2 0-15,-5-1 0 0,1-1 0 0,6 5 0 16,-7-5 0-16,3 2 0 0,-1-5 0 16,4 1 0-16,-5-1 0 0,0 2 0 15,5-4 0-15,-3 2 0 0,4-1 0 16,-4-1 0-16,4-1 0 0,-1 3 0 0,-2-2 0 16,2 0 0-16,0 0 0 0,-7 0 0 15,6 3 0-15,1 0 0 0,-5 4 0 0,5-2 0 16,-4 1 0-16,1 2 0 0,2 1 0 15,-3-3 0-15,3 2 0 0,-1 1 0 0,4-1 0 16,0 21 0-16,-2-23 0 0,3 19 0 16,0-22 0-16,-1 24 0 0,-2-20 0 0,3 18 0 15,-4-15 0-15,0-1 0 0,-1 22 0 16,2-2 0-16,-7-22 0 0,1 26 0 16,-2 2 0-16,1-21 0 0,-7 25 0 0,5-2 0 15,0-1 0-15,2-2 0 0,0 1 0 16,4 1 0-16,0 1 0 0,4-1 0 15,3 3 0-15,-2 2 0 0,7 5 0 0,4 5 0 16,-8-3 0-16,3 3 0 0,-1 4 0 16,-3 1 0-16,1 1 0 0,-3 3 0 0,-5-3 0 15,2-2 0-15,-6-5 0 0,0-3 0 16,-4 1 0-16,2-10 0 0,-2 2 0 0,3-6 0 16,-3 1 0-16,4-21 0 0,-2 1 0 15,0-4 0-15,6 2 0 0,-2-2 0 0,0-1 0 16,1-1 0-16,5-4 0 15,-5-1 0-15,6-6 0 0,-4-4 0 0,3-6 0 16,-3-5 0-16,3-9 0 0,-6-9 0 16,2-7 0-16,0-8 0 0,-4-2 0 0,2-1 0 15,-1-5 0-15,-1 0 0 0,2-4 0 16,-2-1 0-16,2 0 0 0,-2 0 0 0,0 0 0 16,0-7 0-16,-2 8 0 0,2-8 0 15,0 7 0-15,0-7 0 0,0 0 0 16,-5 3 0-16,5-3 0 0,0 0 0 15,-23-3-118-15,8-2-567 0,-16-9-238 0,5-3 28 16,-17-4 89-16,0-6-814 0,-5-10-1060 0</inkml:trace>
  <inkml:trace contextRef="#ctx0" brushRef="#br0" timeOffset="86769.4">3874 2251 3993 0,'-16'2'-312'0,"5"-2"23"0,-3 2 37 0,3-1 27 0,-3 2 32 0,3-3 37 16,-1 0 32-16,-1 2 29 0,1 0 23 15,-4-2 22-15,3 0 20 0,-3 0 12 16,3 0 11-16,-4 0 10 0,-2 2 7 0,0 1 12 16,-1-3 4-16,0 3 5 0,1 2 0 15,-6-3 1-15,3 5-4 0,-1-2 0 16,-1 3 1-16,1-1 1 0,-4 5-4 0,5-2-2 15,1-1-1-15,-6 6 1 0,4 2-4 16,1 2 2-16,1 0 3 0,1 8-1 0,-2-1 9 16,-3 10 7-16,4 1-4 0,3-4-1 15,2 2 3-15,3-1-3 0,-1 0-2 16,3-1-1-16,4 3 3 0,0-4-9 0,5-3 5 16,2-3-5-16,2 1 0 15,5 7 6-15,9 10 5 0,0-10-2 0,1-8 1 16,2 6 2-16,10 4-9 0,1-2 6 15,2-3 2-15,4-2 14 0,0-1-4 0,2-5 0 16,3 2-5-16,-1-4 4 0,-6-5-10 16,-2-2 5-16,2 0-11 0,2-4 14 15,1 1 14-15,-8-7 11 0,-2 2 0 0,-1-5 14 16,0 1-3-16,1-2 8 0,0-3 8 16,9-4 2-16,0 0 4 0,-1-3-12 15,-1-4-2-15,1 1 4 0,-3-7 3 0,8-7-8 16,-2 0-7-16,-1-6-8 0,-3-2-9 15,0-2-6-15,-5-3-6 0,-1 3-5 0,-3-6-3 16,-5 1-4-16,0-1-3 0,-7-3-4 16,-3 5 0-16,-5-1-11 0,-5-5 0 15,-7-9-5-15,-9 0 0 0,-7-3-5 16,-7 2-3-16,-15-8-2 0,-7 6-1 0,-11 10 1 16,7 14-5-16,-16-2-5 0,11 16 4 15,-1 6-18-15,-1 5-20 0,-4 6-17 16,19 3-37-16,-9 6-25 0,12 5-29 0,-3 5-53 15,14 1-41-15,3 3-54 0,2-1-95 16,6 1-207-16,5 2-27 0,6-5 70 0,6-1-199 16,4-1-242-16</inkml:trace>
  <inkml:trace contextRef="#ctx0" brushRef="#br0" timeOffset="87798.71">8836 2220 1884 0,'-4'-5'-107'0,"-1"-2"20"0,-1 0 12 0,-4 1 23 0,-1-1 5 15,-3 1 21-15,1 0 12 0,-1 2 14 16,0 1 8-16,-3 1 5 0,1 2 6 15,-3 2 11-15,2 3 15 0,-6 3 8 16,-4 8 6-16,1 3 8 0,-1 5 18 0,-6 6 19 16,5 4 10-16,-3 5 2 0,7 6 24 15,-2-1-8-15,2 4-11 0,3 3-11 0,5 5 12 16,0-5-1-16,7-1-20 0,5-6-12 16,4-1-4-16,5-1-4 0,3 9-1 0,9-6-5 15,7-1-1-15,1-5-19 0,6-3 8 16,6-3-10-16,4-6-3 0,7-3 9 15,3-7 18-15,5-4-10 0,-8-5 0 0,1-7-10 16,1 2-1-16,9-11-12 16,-2-1 17-16,-2-9 9 0,-6-1-3 0,-1-4 4 15,-6-4 9-15,-4-5-7 0,-6-6 4 16,-3-6-4-16,-10-5-1 0,-3-5-3 0,-11-7-9 16,-8 0-11-16,-9-1-4 0,-7 0-1 15,-6 8-13-15,-7-2-1 0,-7 5-1 0,-1 9-8 16,-3 1-1-16,-7 10-22 0,0 2-31 15,1 8-40-15,-1 3-34 0,9 11-61 16,3 2-60-16,8 5-86 0,1 2-129 0,2 0-209 16,6 1 43-16,0 4-269 0,-2 1-361 15</inkml:trace>
  <inkml:trace contextRef="#ctx0" brushRef="#br0" timeOffset="88714.79">5025 1976 2256 0,'-14'-5'-102'0,"-2"4"20"16,2-1 16-16,-1 0 22 0,-1 2 21 0,2-2 19 0,-6 4 14 0,-1-2 15 16,-4 5 11-16,-5 2 14 0,-5 3 10 15,3 7 10-15,-8 9 16 0,4 1 17 16,-6 9 21-16,4 0-10 0,2 4-2 0,4 7-3 16,5-3-2-16,-2 4-18 0,6 6 8 15,3-3 18-15,6 5-23 0,-1-4-7 16,9-1-12-16,6-10-9 0,0 1-1 15,4-1-9-15,7-1-1 0,4 4 1 0,8-3-10 16,4-1 2-16,3-4 4 0,12-4 4 16,2-3 17-16,6-3-13 0,8-4-6 15,3-6-3-15,3-6-3 0,1-1-4 0,0-8-6 16,-1-1-6-16,-1-1-3 0,-4-6-3 16,-2-4-1-16,-1-1-2 0,-4-5 2 0,-5-6 10 15,-6-6 15-15,-2-6 5 0,-7-2 0 16,-3-10-6-16,-3-6-3 0,-5-6-9 15,-1-5-5-15,-11 1-7 0,-6-5 0 16,-6 3-7-16,-6 2-3 0,-13 5 2 0,-5 5-6 16,-7 7 1-16,-7 5-4 0,-9 5-17 15,-6 5-19-15,-6 9-13 0,-7 3-33 16,-1 3-49-16,1 9-32 0,2 1-45 0,4 6-54 16,1 4-85-16,18 1-152 0,0-1-99 15,6 6 47-15,7 0-157 0,6 3-195 0</inkml:trace>
  <inkml:trace contextRef="#ctx0" brushRef="#br0" timeOffset="89631.43">8915 3297 1862 0,'-12'-8'-45'0,"2"2"19"0,-1 1 7 0,1-1 8 16,-1 2 17-16,2-1 12 0,-3 0 14 0,-1 3 9 15,-1 0 7-15,-1 2 11 0,-4 2 6 16,2 2 7-16,-4 6 7 0,-6 5 20 16,-2 6 9-16,-7 8 3 0,2 3 10 0,0 6 1 15,2 5 4-15,-1 3 1 0,3 2-3 16,3 3-7-16,4 3-7 0,5-1-6 0,7 2-4 16,6-10-9-16,9 1-4 0,7 7-5 15,8-3 16-15,6-3-13 0,7-4-6 16,8-3-7-16,6-5-7 0,5-3-2 15,1-7-4-15,1-5-11 0,-2-4-3 16,-6-9-8-16,0-3 0 0,-1-4-3 0,1-7-3 16,7-7-2-16,-4-8-4 0,-4-4 1 15,-5-6 5-15,0-4 9 0,-6-7-6 0,-7-7-5 16,-4-5 0-16,-4-3-5 0,-11-4-9 16,-5 3 1-16,-9-2-9 0,-9 5-5 15,-10 1 2-15,-9 7-6 0,-5 5-17 0,-8 7-40 16,-8 6-55-16,-1 10-88 0,0 3-92 15,-1 7-134-15,15 4-215 0,4 5 52 16,7 0-267-16,7 5-342 0</inkml:trace>
  <inkml:trace contextRef="#ctx0" brushRef="#br0" timeOffset="91180.74">4213 2832 2146 0,'0'0'-120'0,"-2"10"44"0,2-10 28 0,0 0 30 0,-2 5 25 16,2-5 19-16,0 0 14 0,0 0 1 0,-3 6 1 15,3-6 1-15,0 0-5 16,0 0 2-16,0 0-2 0,0 0 0 0,-3 6-1 0,3-6-3 15,0 0-3-15,0 0-3 0,0 0-2 16,0 0-1-16,0 0-6 0,0 0-10 16,-4 6-25-16,4-6-31 0,0 0-52 15,0 0-87-15,0 0-201 0,0 0-195 16,0 0-83-16</inkml:trace>
  <inkml:trace contextRef="#ctx0" brushRef="#br0" timeOffset="92064.32">10168 2271 1460 0,'0'-20'-68'0,"-2"1"41"0,1 5 26 0,-3 1 14 0,-2 3 12 0,-2-3 13 15,-5 5 6-15,-3 3 21 16,-2 0 12-16,-9 3 16 0,-11 7 2 0,-13 9 22 16,-3 4 8-16,2 10 12 0,1 4-4 15,1 5-9-15,5 5 8 0,3 1-8 0,8 4-3 16,5 2-5-16,8 1-10 0,4-1 4 15,13-8-4-15,4-2-14 0,2 2-3 16,9-1-8-16,7 0-7 0,7 1-16 0,3-3-12 16,3-4 6-16,3-7-9 0,-2-9-2 15,4-3 1-15,0-2-4 0,0-8-5 0,-5-3-20 16,-2-6 18-16,7-6-3 0,1-3-8 16,2-13-9-16,-1-7 2 0,-4-5-2 15,-3-5-7-15,-4-5 7 0,-8-1-5 16,-6-5-5-16,-3 2-4 0,-10 5-5 0,-4 2-11 15,-8-4-25-15,-4 4-19 0,-4 16-23 0,-12-2-23 16,2 13-36-16,-5 5-45 16,-9 7-82-16,4 6-149 0,-4 6-141 0,-7 11 55 15,-1 6-63-15,3 6-70 0</inkml:trace>
  <inkml:trace contextRef="#ctx0" brushRef="#br0" timeOffset="108527.86">15079 3523 961 0,'0'0'515'0,"0"-10"-102"0,0 10-62 0,0 0-36 0,0 0-24 0,-1-8-34 0,1 8-8 16,0 0-20-16,0 0 2 0,-4-7-2 0,4 7-6 15,0 0-6-15,0 0-11 0,0 0-11 16,0 0-10-16,0 0-6 0,0 0-10 16,0 0-13-16,0 0-14 0,0 0-4 0,0 0-2 15,0 0-5-15,0 0 2 16,0 0 5-16,0 0-8 0,0 0 5 0,0 0-3 16,0 0-13-16,0 0 2 0,0 0-18 15,0 0-10-15,0 0-8 0,0 0-14 0,0 0-5 0,0 0-5 16,0 0-6-16,-8 27-6 15,6-4-6-15,-2 4-2 0,4 11-3 0,0 4 6 16,0 3-15-16,0 1 1 0,4 2-21 16,-2-3-1-16,-1 0 3 0,-1-1 3 15,2-5 0-15,0-7-5 0,1-6 4 0,-1-3-2 16,-2-3-1-16,0-4-1 0,0-2 2 16,0 0-5-16,0-1 8 0,0-3-9 0,0-2 2 15,0 2-3-15,0-10-9 16,-2 10-30-16,2-10-44 0,0 0-32 0,0 0-58 15,0 0-53-15,0 0-60 0,0 0-78 16,0 0-81-16,0 0-86 0,-5-24-124 0,3 17-113 16,2-1 75-16,0-2-554 0,-1 1-704 15</inkml:trace>
  <inkml:trace contextRef="#ctx0" brushRef="#br0" timeOffset="108910.63">14994 3498 3263 0,'-4'-14'-44'0,"2"1"41"0,0 4 40 0,0 2 42 0,2-2 35 0,0 9 11 15,2-10 5-15,0 4-7 0,-2 6-1 16,15-12-7-16,-8 7-8 0,3 2-12 0,3 0-15 15,3 3-3-15,2 0-9 0,7 6-4 16,8 3-9-16,-5 1-7 0,5 6-4 0,-5-2-8 16,-1 5-1-16,-4 0-1 0,-8-2-5 15,3 5 1-15,-7-2-4 0,-6-1 18 16,-2-4 34-16,-1 4 28 0,-4-3 26 16,-5 3 26-16,0 0 10 0,-2-1 5 15,-3-1-13-15,1 1-19 0,-7-5-14 0,5 1-9 16,0-1-19-16,-1-7-28 0,3 0-49 15,-2-6-64-15,3 3-74 0,10-3-80 0,-17-3-102 16,8-1-109-16,1-1-138 0,8 5-202 16,-5-7 64-16,5 7-491 0,0 0-640 15</inkml:trace>
  <inkml:trace contextRef="#ctx0" brushRef="#br0" timeOffset="110328.57">15352 4025 3246 0,'0'0'2'0,"11"11"42"0,-11-11 32 0,0 0 41 0,0 0 26 16,0 0 28-16,0 0 13 0,0 0 5 0,6 3 4 15,-6-3-2-15,0 0-10 0,0 0-3 16,0 0-4-16,0 0-9 0,0 0-2 16,0 0-6-16,0 0-11 0,0 0-7 0,0 0-16 15,0 0-3-15,19-7 4 0,-19 7-2 16,0 0-11-16,0 0-7 0,0 0-8 0,0 0-13 16,0 0-8-16,0 0 0 15,0 0-8-15,7 10 16 0,-7-10 8 0,4 15 1 0,0-4 10 16,0 5 5-16,-2 0 8 15,2 8 0-15,0 0 2 0,-1 1 0 0,5 6-4 0,-3 1-13 16,5 2-20-16,-4-3-80 16,0-4 0-16,-3-5 0 0,3-1 0 0,-2-1 0 15,-2-3 0-15,0 0 0 0,2-3 0 16,-2-4 0-16,-2 2 0 0,1-3 0 0,-1-1 0 16,0-1 0-16,0-7 0 0,2 14 0 15,-2-9 0-15,0-5 0 0,-5 12 0 16,-1-7 0-16,0 0 0 0,6-5 0 15,-15 10 0-15,9-5 0 0,-4-1 0 0,-1 1 0 16,4 0 0-16,-1-1 0 0,8-4 0 0,-13 6 0 16,13-6 0-16,-10 5 0 0,10-5 0 15,-10 2 0-15,10-2 0 0,0 0 0 16,0 0 0-16,0 0 0 0,0 0 0 16,31 2 0-16,-14-5 0 0,6-1 0 0,2 2 0 15,-3-4 0-15,3 2 0 0,-2 2 0 16,-5-2 0-16,0 2 0 0,-4-2 0 0,-1 3 0 15,-2 1 0-15,0-1 0 0,-11 1 0 16,14-5 0-16,-6 5 0 0,-8 0 0 0,0 0 0 16,15-1 0-16,-15 1 0 15,0 0 0-15,10 0 0 0,-10 0 0 0,0 0 0 16,0 0 0-16,0 0 0 0,0 0-491 16,0 0-464-16,0 0 36 0,-21 10 93 0,21-10-874 15,-14 12-1136-15</inkml:trace>
  <inkml:trace contextRef="#ctx0" brushRef="#br0" timeOffset="111127.48">15013 5709 4535 0,'0'-8'-97'0,"0"-1"79"0,0-1 66 0,2 0 52 0,0 1 49 0,-2 9 39 0,0-14 38 0,2 8 27 0,-2 6 7 0,1-9-22 16,-1 9 0-16,0 0 31 0,0 0-11 15,11 29-16-15,-7-7-17 0,4 11-24 0,0 2-18 16,-3 2-17-16,-1 4-18 16,0-3-11-16,-1 0-15 0,-1 0-26 0,-2-8-72 15,2-2-24-15,-2-5 0 0,0-1 0 16,0-3 0-16,0-1 0 0,-2-7 0 0,2 2 0 16,0-2 0-16,0-3 0 0,-2 1 0 15,2-4-80-15,0-5-221 0,-1 7-86 0,1-7-77 16,0 0-73-16,0 0-87 0,-4-21-123 15,4 6-1-15,0-2 70 0,0-4-555 0,2-1-695 16</inkml:trace>
  <inkml:trace contextRef="#ctx0" brushRef="#br0" timeOffset="111395.35">15010 5620 3357 0,'-4'-20'-10'16,"1"1"44"-16,3 2 51 0,-2 0 43 15,4 3 28-15,0 0 13 0,1 1 2 16,2 3-6-16,6-2-13 0,0 3-10 0,7 1-11 15,-2 4-14-15,6 4-9 0,2 4-13 16,7 8-5-16,-1 5-9 0,-3 3-7 0,-2 2-8 16,-6 4-9-16,-4 1 2 0,-4-1 6 15,2-6 15-15,-12 3 26 0,-1-5 17 16,0-1 23-16,-6 1 8 0,0-3-2 16,-3 1-4-16,2-3-13 0,-5 1-13 0,-1 0-11 15,1-5-13-15,-1-1-10 0,-2-2-9 16,1-1-28-16,1-4-38 0,-1-1-50 0,1-1-49 15,1-3-64-15,1 3-87 0,2-5-115 16,1 3-122-16,2 0-160 0,6 3-123 0,0 0 69 16,0 0-565-16,0 0-713 0</inkml:trace>
  <inkml:trace contextRef="#ctx0" brushRef="#br0" timeOffset="111763.78">15424 5874 3756 0,'0'0'232'0,"0"0"53"0,0 0 33 0,0 0 27 16,0 0 15-16,0 0 3 0,0 0-14 16,6-12-18-16,-6 12-27 0,0 0-22 0,0 0-26 15,26 9-25-15,-14-2-23 16,-2 4-19-16,-3 2-34 0,0 5-18 0,2 1-47 0,-6 3-90 16,-3 3 0-16,-1 0 0 0,-8 8 0 15,0-2 0-15,-2 0 0 0,1-4 0 16,2-4 0-16,1-7 0 0,1-3 0 15,5-3 0-15,-1-2 0 0,0 1 0 0,2-1 0 0,0-8 0 16,9 5 0-16,2-3 0 16,-11-2 0-16,31-2 0 0,-12 1 0 0,2-3 0 15,-4 4 0-15,4-4 0 0,-2 2 0 16,-2-2 0-16,-1 2 0 0,-5 1 0 0,2-1 0 16,-1 0 0-16,-12 2 0 0,17-3 0 15,-17 3 0-15,12-2 0 0,-12 2 0 0,9 0 0 16,-9 0 0-16,0 0 0 0,0 0-44 15,0 0-922-15,0 0 8 0,0 0 98 0,0 0-964 16,0 0-1251-16</inkml:trace>
  <inkml:trace contextRef="#ctx0" brushRef="#br0" timeOffset="112276.82">15033 7169 5380 0,'2'-8'93'0,"-2"2"63"0,0 6 43 0,0 0 26 0,0-12 16 16,0 12-3-16,0 0-9 0,0 0 25 0,0 0 17 0,8 30-16 0,-4-7-21 15,0 13-21-15,0 6-18 0,-1 0-187 16,3 12-8-16,-3-10 0 0,-1 0 0 16,0-2 0-16,1-3 0 0,-1-1 0 15,-2-9 0-15,2-7 0 0,-2-3 0 0,1-2 0 16,-1-1 0-16,0-5 0 0,0 1 0 15,-1-2 0-15,1-3 0 0,0-7-278 0,-2 4-290 16,2-4-128-16,0 0-197 0,0 0 74 16,-2-33 98-16,4 12-713 0,0-4-884 15</inkml:trace>
  <inkml:trace contextRef="#ctx0" brushRef="#br0" timeOffset="112543.74">15049 7052 4319 0,'-6'-12'168'0,"2"4"50"0,0 1 34 0,2-2 24 16,4 2 7-16,5 2-4 0,0-2-17 16,4 4-24-16,7 0-20 0,0 3-37 0,9 1-19 15,0 4-18-15,-2 1-14 0,5 5-16 16,-3 7-13-16,-4-1-7 0,-6-2-9 0,-8 0-9 16,-1 3-5-16,-2-1-7 15,-6-2 0-15,-4 5-5 0,-4 2-2 0,-3 5-3 16,1-5-3-16,-9 6-4 0,1-4-7 0,-4-2-2 15,1-2-4-15,4-6-22 0,4-3-34 16,1-3-51-16,-3-3-53 0,4-1-73 16,1-4-78-16,10 0-109 0,-23-9-118 0,13 2-158 15,3 0-163-15,3 2 69 0,4 5-727 16,0-8-931-16</inkml:trace>
  <inkml:trace contextRef="#ctx0" brushRef="#br0" timeOffset="112943.46">15560 7238 4430 0,'0'0'133'0,"7"-4"29"16,-7 4 22-16,0 0 23 15,9-7 16-15,-9 7 8 0,0 0-10 0,18 2-17 16,-18-2-23-16,17 5-11 0,-7 1-19 16,-1 2-15-16,0 0-13 0,-1 3-10 0,-2 1-7 15,0 3-10-15,-3 2-20 0,-3 3 11 16,-3-1 0-16,-6 12 7 0,-4 0 1 0,-1 3-4 15,-2-2-5-15,3-2-6 0,3-7-1 16,2-4 4-16,3-4-7 0,1-1-5 0,2-3-2 16,2-2-23-16,2 0-46 0,2-3 0 15,1 1 0-15,1 0 0 0,4-2 0 0,-1 2 0 16,1-2 0-16,2 4 0 16,-3-3 0-16,2 2 0 0,-1 1 0 0,-1-1 0 15,2 2 0-15,-7 1 0 0,3-2 0 16,-5 2 0-16,-2 1 0 0,-2-1 0 0,-5 4 0 15,2-1 0-15,-5-2 0 0,-9 10 0 16,1-2 0-16,-6-2 0 0,3-7 0 0,3 0 0 16,-4-2 0-16,3-3 0 0,2-3 0 15,2-3 0-15,2 0 0 0,-3-3 0 0,5-1-163 16,4 2-878-16,-5 0 111 0,12 2-1130 16,-19 0-1473-16</inkml:trace>
  <inkml:trace contextRef="#ctx0" brushRef="#br0" timeOffset="113461.84">14845 8833 5693 0,'2'-9'36'0,"-2"0"68"0,0 4 41 0,0 5 43 0,0-11 22 0,0 11 9 0,0 0-3 0,0 0 20 15,0 0-6-15,0 0-12 0,0 0-14 16,23 32-23-16,-18-10-18 0,4 11-18 15,2 2-142-15,-6 5-3 0,3-3 0 0,-3 1 0 16,1-2 0-16,-2-4 0 0,-2-4 0 16,2-7 0-16,-2-2 0 0,0-5 0 0,-1 1 0 15,-1-1 0-15,0-4 0 0,2-3 0 16,0-2 0-16,-2-5-404 0,0 0-112 0,0 0-111 16,0 0-142-16,9-18-59 15,-2 2 88-15,-2-5-725 0,3-10-913 0</inkml:trace>
  <inkml:trace contextRef="#ctx0" brushRef="#br0" timeOffset="113743.26">14969 8644 4059 0,'-4'-14'70'15,"0"-1"61"-15,4 3 50 0,2 3 41 16,2 1 41-16,-1-4 16 0,9 4 5 0,-2-1-3 16,4 5-18-16,6 0-36 0,1 4-19 15,6 2-23-15,-3 4-20 0,6 1-16 16,6 5-10-16,-11 2-19 0,-3-1-7 0,-3 7-9 15,-1 1 1-15,-5-1-9 0,-8-3 3 16,-5 2 6-16,-2-2 2 0,-3 5 1 0,-7 7-8 16,-5 0-72-16,-1-2-28 0,-5-4 0 15,3-2 0-15,-3 0 0 0,2-4 0 16,2-5 0-16,2-3 0 0,-1-6 0 16,3-1 0-16,2-2-18 0,-2-5-210 0,-3-7-70 15,2 0-94-15,4 3-107 0,0 1-141 16,3-4-185-16,4 7 57 0,-2 1 91 0,7 4-631 15,0 0-766-15</inkml:trace>
  <inkml:trace contextRef="#ctx0" brushRef="#br0" timeOffset="114177.23">15483 8971 4157 0,'0'0'381'0,"-5"-10"42"0,-1 6 26 0,6 4 16 15,-4-8 1-15,4 8-27 0,-1-5-34 16,1 5-19-16,0 0-32 0,0 0-88 0,-7 19-266 16,7-13 0-16,2 6 0 0,3 0 0 15,-4-2 0-15,5 4 0 0,-1 0 0 0,3-2 0 16,-3-4 0-16,6 1 0 0,-6-1 0 16,4-4 0-16,3-1 0 0,-2 1 0 0,3-6 0 15,0-3 0-15,2-2 0 0,3-5 0 16,7-5 0-16,-7-2 0 0,3-1 0 15,-8 4 0-15,-1 2 0 0,-1 4 0 0,-3 2 0 16,-2-1 0-16,2 1 0 0,-5 6 0 16,-3 2 0-16,0 0 0 0,0 0 0 0,8 14 0 15,-6 1 0-15,-4 5 0 0,2 8 0 16,-2 11 0-16,0 2 0 0,4 0 0 0,0 3 0 16,0-3 0-16,-1-2 0 0,8-3 0 15,-6-2 0-15,5-3 0 0,-1-7 0 0,1-7 0 16,-4-3 0-16,2-2 0 0,-1-4 0 15,3-2 0-15,-3-4 0 0,-5-2 0 16,0 0 0-16,22-8 0 0,-22 8 0 16,5-8 0-16,-1 2 0 0,-2 2 0 0,-2 4 0 15,0 0-721-15,0 0-253 0,0 0 100 16,-47 22-1038-16,23 1-1334 0</inkml:trace>
  <inkml:trace contextRef="#ctx0" brushRef="#br0" timeOffset="114792.51">15243 10079 4872 0,'4'-10'-160'0,"-3"4"74"0,-1-1 69 0,2 2 57 0,-2 5 53 0,2-5 38 0,-2 5 23 0,0 0 68 16,0 0 37-16,3 26 20 0,-1-2-2 15,0 13-12-15,-4 6-11 0,4 3-17 16,1 13-20-16,1 0-19 0,0-5-19 0,-2-8-19 16,-1-3-15-16,-1-4-14 0,4 1-15 15,-4-11-11-15,0-3-12 0,0-5-66 16,0-4-27-16,0-3 0 0,0 1 0 0,0-3 0 15,0-4 0-15,0-1-67 0,0-7-174 16,-2 7-86-16,2-7-99 0,0 0-91 0,0 0-109 16,-3-29-146-16,1 3 17 0,4 1 74 15,-1-16-604-15,-1-1-745 0</inkml:trace>
  <inkml:trace contextRef="#ctx0" brushRef="#br0" timeOffset="115059.45">15270 9974 3784 0,'0'-14'82'0,"0"5"56"0,0 1 42 16,3 1 32-16,-3 7 16 0,10-9 14 0,-2 8-9 16,-8 1 8-16,27 1-14 0,-11 5-11 15,8 2-28-15,4 7-13 0,-1 3-16 0,0 1-8 16,-7-1 0-16,-1 3-4 0,-6-2 1 16,-2-1-5-16,-8-3-9 0,-1 0-10 15,0 3-12-15,-6-2-10 0,-1 3-9 16,-4 0-7-16,-2-4-9 0,0 3-9 0,-3-6-8 15,1 1-26-15,0-6-28 0,0 0-47 16,1-3-56-16,2-2-66 0,1-2-78 0,9 0-103 16,-17-6-115-16,7 4-132 0,10 2-203 15,0 0 32-15,-11 6 85 0,11 0-606 0,4 6-742 16</inkml:trace>
  <inkml:trace contextRef="#ctx0" brushRef="#br0" timeOffset="115408.71">16001 10384 3657 0,'0'-12'129'0,"-1"1"51"0,-1 3 46 0,-2 1 46 15,4 7 30-15,-5-10-5 0,5 10-12 16,-11-6-22-16,11 6-24 0,0 0-19 16,-24 13-15-16,9-1-17 0,0 2-19 15,-5 9-12-15,3 3-21 0,4 2-14 0,4-1-16 16,0-5-21-16,9-1-18 0,0-2-10 15,4-3-6-15,3 1-7 0,-2 0-4 0,4-1-3 16,3 0 0-16,-1-1 12 0,2-1 17 16,-1 1 30-16,-1 3 27 0,3-5 33 15,-6 1-26-15,-1 1-130 0,-1-4 0 0,-3 3 0 16,-3-2 0-16,0 1 0 0,-2 3 0 16,-1-3 0-16,-5 1 0 0,-3-1 0 15,-3 2 0-15,0-2 0 0,-6 0 0 0,3-3 0 16,-2-2 0-16,2-4 0 0,0-2 0 15,0-1 0-15,2-2 0 0,-3-3 0 0,3 1 0 16,-2-2 0-16,1 1-487 0,1-1-512 16,0 5 89-16,0 1 109 0,-3 7-897 0,2-2-1134 15</inkml:trace>
  <inkml:trace contextRef="#ctx0" brushRef="#br0" timeOffset="115877.46">15142 11843 4992 0,'2'-10'63'0,"4"3"47"0,-4 2 22 0,-2 5 25 0,0 0 20 0,0 0 54 0,0 0 29 16,9 17 15-16,-5 2-10 0,-2 6-31 16,4 14-16-16,-3 2-23 0,3 0-18 15,0 0-18-15,-3 0-16 0,4-3-18 0,-4 2-7 16,3-5-18-16,-2-6-40 0,-3-5-60 16,1-5 0-16,0-2 0 0,-2-1-63 0,0-4-57 15,0-1-52-15,0 0-66 0,0-4-76 16,-2-3-91-16,2-4-74 0,0 0-85 15,0 0-124-15,0 0-58 0,-2-23 64 0,4 6-583 16,2-8-726-16</inkml:trace>
  <inkml:trace contextRef="#ctx0" brushRef="#br0" timeOffset="116159.44">15205 11886 3234 0,'-5'-9'-56'16,"-1"1"60"-16,1-1 40 0,2 0 43 15,1 1 32-15,0-1 25 0,2-2 13 0,2 2 3 16,2-3-7-16,2 2-4 15,1-2-15-15,4 5-9 0,3 2-6 0,1 0-5 16,3 3-7-16,-4 0-6 0,6 6-9 16,-4-2 1-16,2 4 9 0,1 1 13 0,-6 1 23 15,0-1 20-15,-3 4 21 0,-2-3 18 16,-3 2 7-16,-3-1-10 0,0 1 2 0,-6 2 1 16,3-2-6-16,-7 4-13 0,-4 0-17 15,-1 0-20-15,-2-1-10 0,-2-1-18 16,-3-3-25-16,2 2-44 0,0-5-70 0,4 0-73 15,-4-2-96-15,5 0-98 0,-1-1-122 16,3 0-109-16,2 0-126 0,1-1-151 16,0 4 74-16,6 0-660 0,-1 0-839 0</inkml:trace>
  <inkml:trace contextRef="#ctx0" brushRef="#br0" timeOffset="116560.28">16026 11906 3778 0,'0'-6'-5'0,"0"0"48"0,0 6 44 0,-1-8 36 15,1 8 34-15,0 0 34 0,0 0 28 16,-25 19 17-16,14-3 11 0,-11 10 5 0,-5 8 4 15,1 7 6-15,-3 0 5 0,2 3-1 16,3-1-2-16,1-1-7 0,4 1-12 0,4-10-20 16,7 2-22-16,2-8-19 0,2-6-17 15,6-1-14-15,4 1-39 0,0-6-114 0,5 0 0 16,2-6 0-16,1-2 0 0,5-4 0 16,-2-1 0-16,4-4 0 0,-4 1 0 15,2-3 0-15,-4-1 0 0,-1 0 0 16,-3 0 0-16,-1 0 0 0,-2-2 0 0,-5 0 0 15,-1-2 0-15,-2 2 0 0,-2-3 0 16,-3 0 0-16,-2-1 0 0,-6 3 0 0,1-2 0 16,-4 3 0-16,1 2 0 0,-3 2 0 15,4 1-92-15,-4 2-535 0,1 2-224 16,-2 1-47-16,0 6 88 0,-10 5-861 0,9 4-1107 16</inkml:trace>
  <inkml:trace contextRef="#ctx0" brushRef="#br0" timeOffset="117076.49">15333 13331 4256 0,'3'-10'-72'0,"-1"-2"56"0,2 5 36 0,-4 1 46 0,-2-2 45 16,2 8 33-16,2-6 20 0,-2 6 18 16,0 0 28-16,0 0 35 0,0 0 14 0,-2 27 7 15,2-7-1-15,2 5-6 0,2 10-8 16,0 2-17-16,2-1-20 0,-3 0-22 15,3-2-16-15,-2-7-19 0,-3-3-17 0,3-2-12 16,-1 2-14-16,-3-7-11 0,0-1-16 16,2-3-51-16,-2 1-36 0,0-2-32 15,-2-1-91-15,-1-2-86 0,3 0-85 0,0-9-108 16,-4 6-94-16,4-6-108 0,0 0-123 16,0 0-45-16,-11-22 72 0,11 3-603 0,0-6-762 15</inkml:trace>
  <inkml:trace contextRef="#ctx0" brushRef="#br0" timeOffset="117344.44">15409 13141 3635 0,'-4'-25'118'0,"-2"3"41"0,1 7 42 0,-1 1 60 16,0 4 64-16,5 1 18 0,-6-3 7 0,5 4-16 15,0 1-31-15,2 7-30 0,2-12-22 16,7 9-20-16,2-1-21 0,-11 4-25 16,36 7-16-16,-4 2-20 0,0 4-16 0,4 1-8 15,-6 5-9-15,-2 2-18 0,-3 0-4 16,-6 1-11-16,-2 2-38 0,-9-4-45 0,-2 1 0 15,-6-1 0-15,-4 3 0 0,-6 9 0 16,-7-2 0-16,-1-3 0 0,-2-2 0 0,1-2 0 16,-2-5 0-16,2-3 0 0,3-5 0 15,2-2 0-15,2-4 0 0,-1-4 0 0,-1-4 0 16,3 0-186-16,0-4-155 16,0-1-98-16,4 1-85 0,3-1-74 0,3 2-112 15,1 7-69-15,0-8 70 0,0 8-619 16,5-5-785-16</inkml:trace>
  <inkml:trace contextRef="#ctx0" brushRef="#br0" timeOffset="117658.89">15912 13450 4128 0,'-19'3'258'0,"4"-1"52"0,4 0 53 0,11-2 45 16,-20 2 19-16,20-2 11 15,-11 0-11-15,11 0-45 0,0 0-29 0,0 0-37 16,0 0-16-16,0 0-219 0,0 0-81 16,43 6 0-16,-19-5 0 0,1 5 0 0,-3-2 0 15,-1 4 0-15,6 6 0 0,-6 5 0 16,-3 3 0-16,-5-2 0 0,-4 9 0 0,-4 2 0 16,-3-2 0-16,-2-2 0 15,0 2 0-15,0-3 0 0,-2 1 0 0,0-2 0 0,2 1 0 16,0-5 0-16,2-1 0 0,-2-1 0 15,2 0 0-15,2-2 0 0,-2-4 0 0,0-1 0 16,0-2 0-16,2-6-678 16,0 1-313-16,-1-1 92 0,-3-4-1013 0,0 0-1335 15</inkml:trace>
  <inkml:trace contextRef="#ctx0" brushRef="#br0" timeOffset="117892.11">15939 13907 5394 0,'-22'0'373'15,"8"-1"47"-15,3-1 55 0,11 2 14 16,-20-2 3-16,20 2-13 0,-12-2-410 0,12 2-69 16,0 0 0-16,0 0 0 15,44-13 0-15,-8 4 0 0,2 2 0 0,3-5 0 16,-3 4 0-16,-4-3 0 0,-5 5 0 16,-4 1 0-16,-2-1 0 0,-7 1 0 0,0 0 0 15,-5 3 0-15,0-1 0 0,-1 0 0 16,0 3 0-16,-10 0 0 0,0 0 0 0,11-2-4 15,-11 2-767-15,0 0-198 0,0 0 80 16,0 0 97-16,0 0-829 0,0 0-1060 0</inkml:trace>
  <inkml:trace contextRef="#ctx0" brushRef="#br0" timeOffset="119475.53">16078 3925 4236 0,'0'0'-104'0,"-16"3"77"0,16-3 67 0,-14 0 61 0,14 0 51 15,-14 3 48-15,14-3 43 0,-11 0 41 16,11 0 24-16,0 0 11 0,0 0-4 0,-14 2-11 15,14-2-13-15,0 0-19 0,0 0-10 16,0 0-13-16,0 0-25 0,0 0-22 16,46-7-23-16,-25 6-38 0,3-3-141 0,1 1 0 15,2-1 0-15,-4 3 0 0,2-3 0 16,-5 1 0-16,0 1 0 0,-3-2-237 16,0 3-108-16,-6-1-91 0,1 0-102 15,-5 0-99-15,-7 2-166 0,0 0 24 0,0 0 81 16,0 0-567-16,0 0-724 0</inkml:trace>
  <inkml:trace contextRef="#ctx0" brushRef="#br0" timeOffset="119725.3">16019 4132 3606 0,'-5'3'128'0,"-4"3"51"16,9-6 41-16,-5 5 48 0,5-5 57 0,0 0 21 15,-6 5 28-15,6-5 11 0,0 0 12 16,0 0 0-16,0 0-11 0,21 5-38 0,-21-5-31 15,26-2-24-15,-5-1-71 16,1 1-222-16,1 1 0 0,-5-4 0 0,4 5 0 16,-6-1 0-16,0 0 0 0,-3-1 0 15,-1 4 0-15,-12-2 0 0,18-4 0 0,-8 4 0 16,-10 0 0-16,11-3 0 0,-11 3 0 16,10-4 0-16,-10 4 0 0,0 0-534 0,2-5-171 15,-2 5-239-15,0 0 84 0,0 0 89 16,0 0-718-16,0 0-935 0</inkml:trace>
  <inkml:trace contextRef="#ctx0" brushRef="#br0" timeOffset="121377.2">17156 3666 3703 0,'2'-6'-172'0,"-2"6"66"0,4-11 53 0,-4 11 41 0,2-8 32 0,-2 8 26 0,0-11 43 0,0 11 18 15,0-10 22-15,0 10 19 16,1-7 18-16,-1 7 8 0,0 0-4 0,0-9-10 16,0 9-16-16,0 0-17 0,0 0-19 15,0 0-8-15,0 0-2 0,0 0 15 0,-11 31 1 16,4-11 1-16,-5 13 15 0,-1 0 3 15,2 2 10-15,-3 1 3 0,-1 7-7 16,0-8-16-16,4-1-24 0,1-3-8 0,-2 0-16 16,7-5 0-16,-3-5-3 0,3-2-12 15,-2-5-3-15,4 0-5 0,-3-3-6 16,4-1-5-16,0-2-1 0,-1-1-19 16,-1 0-29-16,2 0-25 0,2-7-66 0,-4 7-66 15,4-7-85-15,0 0-83 0,0 0-94 16,-8-17-100-16,10 6-157 0,4-7-37 0,-2 1 83 15,7-12-432-15,2-1-542 0</inkml:trace>
  <inkml:trace contextRef="#ctx0" brushRef="#br0" timeOffset="121591.22">17140 3624 3030 0,'-2'-10'57'16,"-3"5"57"-16,5 5 20 0,0-8 6 15,0 8-5-15,0 0-4 0,0 0 26 0,0 0 26 16,0 0 11-16,21 19-2 0,-7-4-8 15,5 5-12-15,2 3-17 0,2 0-11 16,-1 1-13-16,1 1-1 0,2 0-12 16,0 0-13-16,-4-2-11 0,0 0-21 15,-2-3-32-15,-6-1-36 0,1-4-41 0,-7-1-39 16,3-2-55-16,-5 0-71 0,0-3-69 16,0 1-79-16,-3-1-91 0,2-3-149 0,-2 0-49 15,-2-6 70-15,2 6-290 0,-2-6-343 16</inkml:trace>
  <inkml:trace contextRef="#ctx0" brushRef="#br0" timeOffset="121791.53">17217 3892 2676 0,'-15'-1'243'0,"3"-1"42"0,12 2 33 16,-14-2 30-16,14 2 14 0,-11-2 5 15,11 2-13-15,0 0-22 0,0 0-34 0,-11-3-32 16,11 3-26-16,0 0-19 0,0 0-22 15,0 0-21-15,38-7-52 0,-16 5-86 16,-1 0-86-16,6-1-97 0,-7 3-106 0,3 0-129 16,0 0-129-16,2 2-154 15,-7-1-88-15,-2 3 69 0,-5 1-490 0,1 0-636 16</inkml:trace>
  <inkml:trace contextRef="#ctx0" brushRef="#br0" timeOffset="122174.52">17800 3601 3516 0,'-7'-13'149'0,"1"3"43"0,4 2 23 15,1 2 18-15,1 6 19 0,-2-10 1 0,2 10-9 16,-4-5-27-16,4 5-21 0,0 0-24 15,0 0-20-15,0 0 7 0,0 0 27 16,0 0 18-16,11 26 8 0,-4-6 7 16,2 9 13-16,-2 6-4 0,2 1-5 0,-1 1-14 15,-2 5-6-15,2-3-14 0,-5 1-53 16,3-1-136-16,-1-1 0 0,-1-2 0 16,3-2 0-16,-6-6 0 0,3-4 0 0,0-8 0 15,-2 4 0-15,0-8 0 0,-1 2 0 16,1-3 0-16,-2-1 0 0,2-2 0 0,-2 0 0 15,0-3 0-15,0-5 0 0,2 7 0 16,-2-7 0-16,0 0 0 0,0 0-250 0,0 0-337 16,8-21-134-16,-2 8-187 15,-2-4 68-15,-3-1 95 0,3-1-663 0,0-1-860 16</inkml:trace>
  <inkml:trace contextRef="#ctx0" brushRef="#br0" timeOffset="122475.19">18087 3614 3920 0,'0'-15'11'16,"0"3"94"-16,0 3 53 0,0 2 46 0,0 7 28 15,1-11-3-15,-1 11-16 0,0-6-21 16,0 6-1-16,0 0 39 0,0 0-1 16,17 31-8-16,-9-10-6 0,2 11-27 15,-1 2-14-15,1 4-15 0,-3 2-19 16,1 1-10-16,-1-1-15 0,2 2-28 0,-4-2-4 15,1-3-9-15,-3 0 1 0,3-5-7 16,-3-5 25-16,0-5 14 0,-1-5-3 0,2 1-2 16,-4-4-8-16,2-1-46 15,0-2-48-15,-2-3 0 0,1 1 0 0,-1-1 0 0,0-8 0 16,0 11 0-16,0-11 0 0,2 6 0 16,-2-6-211-16,0 0-129 0,0 0-103 0,0 0-110 15,0 0-159-15,0 0-136 16,0 0 81-16,0 0-701 0,0 0-917 0</inkml:trace>
  <inkml:trace contextRef="#ctx0" brushRef="#br0" timeOffset="123291.3">18838 3777 3765 0,'2'-6'-116'0,"-2"-2"57"0,0 8 63 0,0-9 53 0,0 9 36 15,1-8 33-15,-1 8 17 0,0 0 0 16,0 0-14-16,0 0-4 0,0 0 32 16,0 0 25-16,-21 25 17 0,10 0 11 0,-7 4-4 15,4 2 1-15,-9 6-5 0,-1 3 7 16,12-9-21-16,-6 0-20 0,3-1-11 0,1 0-21 16,5-6-4-16,2-5-17 0,-2-3-11 15,4 0-14-15,-2-3-3 0,1 4-9 16,-1-4-11-16,0-3-44 0,3 2-38 0,3-7-45 15,-1 2-53-15,0 0-63 0,-2-1-76 16,4-6-99-16,0 0-102 0,0 0-105 0,0 0-124 16,0 0-40-16,0 0 70 0,0 0-468 15,4-31-589-15</inkml:trace>
  <inkml:trace contextRef="#ctx0" brushRef="#br0" timeOffset="123557.82">18574 3827 3022 0,'-9'-15'73'0,"1"1"86"15,2 4 49-15,3 3 50 0,-3 0 32 0,2 1 28 16,4 6-4-16,-3-9-29 0,3 9-29 16,0 0 9-16,0 0 24 0,0 0-10 0,25 22-19 15,0-3-21-15,2 6-16 0,11 6-25 16,3 0-23-16,-2 2-14 0,-2 2-17 16,-1-3-18-16,1 0-24 0,-14-6-25 15,2 0-11-15,-3-4-11 0,-3-1-1 0,-6-3-6 16,0-4-3-16,-5-2-8 0,2-4-3 15,-5 1-2-15,2-1-1 0,-2-2-6 0,1 0-24 16,-3-2-28-16,-3-4-51 0,8 3-36 16,-8-3-73-16,0 0-60 0,14-2-68 0,-14 2-86 15,9-5-85-15,-4-1-119 0,3-3-161 16,-2 2 12-16,3-2 90 0,-1-1-528 16,-1-1-657-16</inkml:trace>
  <inkml:trace contextRef="#ctx0" brushRef="#br0" timeOffset="123891.43">19636 3520 3409 0,'-16'-8'49'0,"5"2"26"0,-2 2 15 0,13 4 24 15,-27 10 24-15,2 7 24 0,2 8 22 16,-3 9 14-16,2 6 9 0,4 6 8 0,1 4 7 16,6 1 6-16,3 3-28 0,2 1-14 15,6-9 7-15,2 0-30 0,0 1-19 16,8-5 2-16,-3 1-27 0,5-5-11 16,0-4-4-16,2-1-13 0,1-4-4 15,0-4-13-15,0-4-8 0,-3-6-11 0,2-2-15 16,-1-4-33-16,0-2-42 0,1-1-45 15,1-2-58-15,3-4-81 0,-4 0-107 0,1-3-123 16,7-2-157-16,-1-1-170 0,0-3 78 16,-2-1-576-16,8-6-735 0</inkml:trace>
  <inkml:trace contextRef="#ctx0" brushRef="#br0" timeOffset="124174.68">19977 3762 3883 0,'0'-7'190'0,"-2"2"20"15,2 5 2-15,0 0-8 0,0 0 25 0,0 0 39 16,0 0 18-16,0 0-6 0,0 25-22 16,0-6-40-16,2 5-16 0,-4 1-23 0,0 3-8 15,0 8-21-15,0 4-20 0,1-7-10 16,1-3-49-16,-4-6-54 0,0-1-43 15,1-1-50-15,1-3-45 0,2 0-58 0,0-6-65 16,0-1-78-16,0-1-77 0,-1-2-101 16,2-3-148-16,-1-6-78 0,7 5 67 15,-7-5-490-15,0 0-616 0</inkml:trace>
  <inkml:trace contextRef="#ctx0" brushRef="#br0" timeOffset="124558.63">20029 3784 3229 0,'-4'-9'71'16,"2"-1"57"-16,0 1 38 0,2 3 24 0,0 6 7 16,6-14-4-16,-3 8-9 15,-3 6-6-15,11-8-15 0,0 7-15 0,-11 1-14 0,16 0-10 16,-16 0-8-16,23 6-16 16,-10 1-8-16,-3 1-10 0,2 4-6 0,-3 1-8 15,-1 3-5-15,-1-1-5 0,-5 1-7 16,0 4-4-16,-2 1-3 0,-4 2-2 0,-6 8-5 15,5-7-1-15,-3-2-1 0,7-6 1 16,-3 1 4-16,0-2-5 0,4-1-1 0,0-1 1 16,6 3 1-16,-3-2 2 0,3 1 11 15,-1-1 7-15,4 2 30 0,-4-4 11 16,5 0 24-16,-5 1 16 0,3 1 12 0,-4-2 7 16,3 2 7-16,-5 1 9 15,2-3 2-15,-2 0 7 0,-2 2 0 0,0-2-18 0,-4-2-163 16,0 3 0-16,1-3 0 15,-5 0 0-15,0-1 0 0,-1-1 0 0,-2 1 0 16,-5-4 0-16,1-1 0 0,1-1 0 16,0-1 0-16,-6-4 0 0,4-1 0 0,0-1 0 15,1-1-19-15,5-4-618 0,1-2-238 16,3 1-43-16,4 0 97 0,2-2-853 0,2 1-1109 16</inkml:trace>
  <inkml:trace contextRef="#ctx0" brushRef="#br0" timeOffset="124857.7">20597 3839 4790 0,'-12'-17'116'0,"2"5"73"0,0 0 78 0,7 3 45 0,-5 3 29 0,4-2 2 0,4 8-19 15,-5-10-31-15,5 10-40 0,-6-6-33 16,6 6-24-16,0 0-15 0,0 0-21 0,0 0-10 15,4 37-94-15,0-15-56 0,-2 13 0 16,-1 3 0-16,1 1 0 0,0 3 0 16,-4 2 0-16,2 0 0 0,-2 1 0 0,-1-2 0 15,-3 0 0-15,0-5 0 0,-2-1 0 16,3-3 0-16,-4-4 0 0,5-5 0 16,-3-9 0-16,6 1 0 0,-1-7 0 15,2-2 0-15,0-1-210 0,0-7-353 0,3 4-182 16,-3-4-164-16,0 0 85 0,24-11-856 15,-15 1-1116-15</inkml:trace>
  <inkml:trace contextRef="#ctx0" brushRef="#br0" timeOffset="125274.46">20832 3984 4825 0,'-7'-10'104'0,"1"0"38"0,4 3 22 0,4-1 24 16,4 1 38-16,1 0 15 0,3 2-3 16,5 0-14-16,1 4-11 0,-1 1-17 0,2 1-25 15,0 4-11-15,0 6-4 0,-2 3 16 16,-3 2 27-16,-3 9 24 0,-3 2 26 16,-6-4-149-16,-6 12-100 0,-3-2 0 0,-5 2 0 15,0-4 0-15,-8 0 0 0,8 0 0 16,-2-3 0-16,1-2 0 0,5-9 0 15,1 0 0-15,3-5 0 0,2-2 0 0,4-2 0 16,0 0 0-16,4-2 0 0,5-1 0 0,7 0 0 16,1-1 0-16,2-3 0 0,1 1 0 15,0-2 0-15,-1 2 0 0,0-2 0 16,0 0 0-16,-1 2 0 0,-4-2 0 16,-1 0 0-16,-1 0 0 0,-1 0 0 0,-11 0 0 15,18 0 0-15,-18 0 0 0,13 0 0 16,-13 0 0-16,7-2 0 0,-7 2 0 0,9-4 0 15,-9 4 0-15,0 0 0 0,3-8 0 16,-3 8 0-16,-1-10-536 0,1 10-477 0,-6-7 108 16,6 7-1046-16,-7-5-1371 0</inkml:trace>
  <inkml:trace contextRef="#ctx0" brushRef="#br0" timeOffset="126094.89">21395 4096 5011 0,'0'0'-52'0,"-7"-3"83"0,7 3 57 0,0 0 39 0,-7-8 43 0,7 8 52 0,0 0 20 0,0 0 32 16,12-10 6-16,-3 6-14 0,9 0-23 15,2-1-27-15,3 0-21 0,13-2-21 0,-2-1-15 16,-7 2-27-16,0 0-42 16,-2 1-42-16,0 1-47 0,-7 0-55 0,-2 0-34 15,-1 4-30-15,-1-3-32 0,-3 0-28 16,-1 1-29-16,-10 2-43 0,17-2-41 0,-12 0-56 16,-5 2-66-16,10-2-83 0,-10 2-139 15,0 0-84-15,0 0 76 0,0 0-489 0,0 0-600 16</inkml:trace>
  <inkml:trace contextRef="#ctx0" brushRef="#br0" timeOffset="126391.5">22037 3738 3546 0,'-4'-11'273'0,"1"5"33"0,1-2 30 0,2 8-15 15,-4-8 15-15,4 8-10 0,0 0-20 16,0 0-23-16,0 0 26 0,0 0 18 0,0 0-11 16,6 40-27-16,-3-14-26 15,3 9-21-15,-3 2-22 0,1 4-28 0,0-4-192 0,1 2 0 16,-4 0 0-16,-1-4 0 16,0-4 0-16,0-7 0 0,0-3 0 0,0-2 0 15,0-2 0-15,0-1 0 0,0-3 0 16,-1-1 0-16,1-4 0 0,-3 1 0 0,1-2 0 15,2-7-184-15,0 5-371 0,0-5-112 16,0 0-164-16,0 0-18 0,0 0 93 0,5-21-723 16,-2 6-927-16</inkml:trace>
  <inkml:trace contextRef="#ctx0" brushRef="#br0" timeOffset="126807.9">22141 3649 4055 0,'-2'-14'30'0,"2"2"53"0,2 3 28 0,0 1 27 16,5 1 19-16,2 0 7 0,0 0 2 16,7 4-6-16,0-1-12 0,4 3-12 0,1 2-14 15,1 5-12-15,9 3-12 0,-8 2-10 16,2 6-10-16,-4 4-6 0,-2 1-7 16,-7-2-7-16,-7 1-2 0,1-1 1 0,-6 1 16 15,-2 4 20-15,-7 6 26 0,-5 2-20 16,-3 0 15-16,-6 3 11 0,4-7 1 0,2-3 4 15,1-4-9-15,5-4-9 16,4-4-9-16,0-2-8 0,4-5-10 0,1 3 0 16,2-4 0-16,0-6-5 0,3 15-4 15,1-4 0-15,3-2-9 0,-2-3 4 0,1 3 3 16,-1-1-44-16,4 3-30 0,-6 1 0 16,5-2 0-16,-7 0 0 0,3 3 0 0,-2-2 0 15,-2 3 0-15,-2-1 0 0,-2 0 0 16,1 0 0-16,-5 2 0 0,2-3 0 0,-3-1 0 15,-2 1 0-15,-3-4 0 0,1 1 0 16,-3-3 0-16,1-2 0 0,-2 0 0 16,6-4 0-16,-5-2 0 0,5-2-547 0,0-4-322 15,2-3-70-15,6-5 112 16,3-1-877-16,2-3-1137 0</inkml:trace>
  <inkml:trace contextRef="#ctx0" brushRef="#br0" timeOffset="127124.79">22586 3835 4470 0,'9'-13'65'16,"-1"1"64"-16,2 2 47 0,-3 2 45 16,5-1 48-16,-3 1 25 0,2 1 15 15,5 1-4-15,-3 0-22 0,1 4-28 0,0 2-24 16,2 0-18-16,1 2-25 0,0 7-19 16,0 3-10-16,-1 2-13 0,-7 3-7 0,-2 2-5 15,-2 3-98-15,-8 4-36 16,-2 8 0-16,-6 2 0 0,-9 7 0 0,-3-1 0 15,3-4 0-15,0-6 0 0,6-7 0 0,2-2 0 16,2-8 0-16,5-1 0 0,1-4 0 16,0 0 0-16,4-1 0 0,0-2 0 15,4 0 0-15,-4-7 0 0,13 8 0 0,-6-7 0 16,7-1 0-16,-14 0 0 0,27 2 0 16,-12-4 0-16,1-1 0 0,0 1 0 0,0-2 0 15,0-2 0-15,0 1 0 0,-1 2 0 16,1-4 0-16,-2 0 0 0,8 0 0 0,-5-3-809 15,2-2-184-15,-4 2 106 16,-2 0-984-16,-1 2-1296 0</inkml:trace>
  <inkml:trace contextRef="#ctx0" brushRef="#br0" timeOffset="127440.1">22923 3914 5183 0,'2'-14'-3'0,"1"3"36"0,1 2 39 15,4 0 40-15,-2 2 36 0,1 2 43 0,5 1-1 16,-2 2 1-16,-10 2 6 0,21 0 5 16,-10 5-4-16,2 1 8 0,-1 5 0 15,1 5 7-15,-4 0 9 0,-1 3 15 16,-2 4 14-16,-2-1-109 0,-6 2-142 0,0 2 0 16,-2-2 0-16,1-1 0 0,-1 2 0 15,-3-4 0-15,6-3 0 0,-1-2 0 0,0-2 0 16,-2-3 0-16,4-1 0 0,4 2 0 15,1-5 0-15,4 2 0 0,0-4 0 0,0-1 0 16,1 0 0-16,3-3 0 0,-2-1 0 16,3-1 0-16,-14 1 0 0,23-3 0 0,-12 0 0 15,2 1 0-15,-1-3 0 0,-2 1 0 16,-1-1-591-16,-1 0-420 0,1-1 106 0,-3-2-1028 16,-2 3-1354-16</inkml:trace>
  <inkml:trace contextRef="#ctx0" brushRef="#br0" timeOffset="127740.35">23219 3529 5685 0,'-2'-16'74'0,"2"3"57"16,0 4 54-16,0 2 43 0,0 7 18 16,5-5 6-16,-5 5 11 0,0 0 4 0,29 19-8 15,-10 3-16-15,2 7-14 16,0 11-100-16,-4 6-129 0,-4 3 0 0,-2 5 0 15,0 0 0-15,-10 3 0 0,-1 3 0 16,-3 2 0-16,-6-3 0 0,-2 0 0 0,4 0 0 16,-7-7 0-16,3-2 0 0,2-12 0 15,-3-1 0-15,3-7 0 0,-1-6 0 0,4-5 0 16,0-4 0-16,3-1 0 0,-1-4 0 16,-2-1 0-16,1-2 0 0,-2-4 0 0,2 1 0 15,5-4 0-15,0 0-315 0,0 0-705 16,-19-14 86-16,16 7 101 0,6-1-898 0,3-5-1163 15</inkml:trace>
  <inkml:trace contextRef="#ctx0" brushRef="#br0" timeOffset="128040.09">23728 3823 5211 0,'-14'-5'192'0,"4"0"67"0,5 2 52 15,5 3 42-15,-8-5 48 0,8 5 30 0,0 0 0 16,-6-5-12-16,6 5-236 0,0 0-183 16,27-8 0-16,-10 5 0 0,2 2 0 0,6-3 0 15,-2 1 0-15,2-1 0 0,-5 2 0 16,3-2 0-16,-1 1 0 0,-1 2 0 15,-5-1 0-15,4 0 0 0,-4 1 0 16,2 1 0-16,-1 1 0 0,-2 1-547 16,-2 0-310-16,-1-1-72 0,-2 2 87 0,-9 3-864 15,-1-6-1140-15</inkml:trace>
  <inkml:trace contextRef="#ctx0" brushRef="#br0" timeOffset="128275.19">23683 4013 4840 0,'-15'8'131'0,"5"-4"94"15,3 1 96-15,0-1 70 0,7-4 73 0,-10 5 47 16,10-5 27-16,0 0-22 0,8 11-262 16,5-6-254-16,4-3 0 0,6 1 0 0,3-3 0 15,3 2 0-15,1-2 0 0,11-2 0 16,-1 1 0-16,-1-1 0 0,-8 0 0 0,-4 1 0 16,-6-1 0-16,-5 0 0 0,0 0 0 15,-5 2 0-15,-1 0 0 0,0-2 0 0,-10 2 0 16,0 0 0-16,14 0 0 0,-14 0 0 15,0 0 0-15,0 0 0 0,0 0-474 0,-5 13-544 16,5-13 101-16,-6 12-1049 0,3-6-1386 16</inkml:trace>
  <inkml:trace contextRef="#ctx0" brushRef="#br0" timeOffset="130090.41">24867 3823 5202 0,'0'0'-107'0,"0"0"80"0,0 0 65 0,-25-9 55 0,25 9 46 0,-8-8 44 0,7 2 25 15,1-2 23-15,0 8 2 0,0-17-3 16,3 7-18-16,5-1-18 0,2-4-21 0,1 6-19 16,3-5-15-16,0 5-13 15,6 1-18-15,-4 0-11 0,0 6-10 0,5 2-13 16,-2 2-3-16,2 6-10 0,-1 0-19 15,-4 4-1-15,5 7-4 0,-8 2 1 0,-5-3-3 16,-5 5 3-16,-3-3 3 0,-1 3-41 16,-7 11 0-16,-1-2 0 0,-3-3 0 0,-3 3 0 15,2-6 0-15,1-3 0 0,3-6 0 16,4-3 0-16,-2-2 0 0,3-3 0 0,2 1 0 16,1-3 0-16,2 1 0 0,3-4 0 15,5 2 0-15,3-2 0 0,6-1 0 16,0-3 0-16,6 0 0 0,2-1 0 0,-3-1 0 15,1 2 0-15,0-4 0 0,-5 3 0 16,-1-1 0-16,-4-1 0 0,-1 3 0 16,-1-2 0-16,-3 2 0 0,-9 0 0 0,18-2 0 15,-18 2 0-15,9 0 0 0,-9 0 0 16,0 0 0-16,11-2 0 0,-11 2 0 16,0 0 0-16,0 0 0 0,0 0-620 0,-2-10-245 15,2 10-56-15,0 0 96 0,-12-9-862 16,8 5-1122-16</inkml:trace>
  <inkml:trace contextRef="#ctx0" brushRef="#br0" timeOffset="130442.07">25731 3703 4299 0,'1'-10'-71'0,"-2"1"76"0,-1-1 63 0,2 10 57 0,-3-12 43 0,3 12 21 0,-2-7-4 16,2 7 6-16,0 0 26 0,0 0 15 0,-40 23 6 15,17-1 0-15,1 3 0 0,-7 9-5 16,3 3-19-16,1 1-1 0,0-2-11 0,0 0-15 16,6-5-13-16,4-1-15 15,0-2-19-15,1 0-14 0,5-6-13 0,1-5-10 16,3-4-98-16,-2 0-5 0,5-3 0 15,-1-2 0-15,-1-1 0 0,4-7 0 0,-4 11 0 16,4-11 0-16,0 0-178 0,0 0-106 16,0 0-57-16,0 0-68 0,-14-26-61 15,14 12-49-15,-1-5-37 0,1-4-30 16,-2-3-15-16,-2-10-4 0,2 6-634 0,2 5-700 16</inkml:trace>
  <inkml:trace contextRef="#ctx0" brushRef="#br0" timeOffset="130656.27">25383 3818 3172 0,'0'-18'-75'15,"0"1"77"-15,-2 2 74 16,2 6 70-16,0-2 44 0,2 5 38 0,-2 6 17 15,0-12 0-15,0 12-8 0,2-8 17 16,-2 8 33-16,0 0 10 0,0 0 3 0,30 14-14 16,-12-2-16-16,3 8-21 0,7 3-23 15,7 6-18-15,-1-1-20 0,0 1-19 0,1-2-30 16,-7-5-11-16,-3-1-14 0,0-1-11 16,-3 0-10-16,-4-7-10 0,-5-3-8 15,-1-1-8-15,-5-3-4 0,2 1-3 0,0 0-6 16,-6-1-42-16,-3-6-12 0,10 7 0 15,-10-7-35-15,0 0-107 0,5 2-63 16,-5-2-77-16,0 0-103 0,0 0-128 16,0 0-166-16,0 0-161 0,-2-22 79 0,-1 15-718 15,1 1-927-15</inkml:trace>
  <inkml:trace contextRef="#ctx0" brushRef="#br0" timeOffset="131006.52">26313 3367 3837 0,'0'-20'26'0,"-3"4"65"0,-1 2 54 16,2 6 30-16,-1 0 9 16,3 8 3-16,-7-4 22 0,7 4 19 0,-23 16 12 15,4 8 7-15,-4 6-1 0,2 13-4 16,1 6-4-16,0 5-5 0,7 3-10 0,1 3-15 15,7-1-12-15,-1 0-14 0,6-2 1 16,0-11-6-16,4 10-1 0,0-3-18 0,-1-12-13 16,8-3-130-16,-2-2-15 0,2-5 0 15,3-3 0-15,-3-8 0 0,0-4 0 0,-1-4 0 16,-1 1 0-16,2-6 0 0,0 0 0 16,-2-2 0-16,0-1 0 0,-2-1 0 15,-7-3 0-15,0 0 0 0,0 0 0 0,20-3 0 16,-20 3-84-16,8-4-444 0,-8 4-137 15,0 0-173-15,2-8-21 0,-2 8 91 16,0 0-745-16,0 0-959 0</inkml:trace>
  <inkml:trace contextRef="#ctx0" brushRef="#br0" timeOffset="137140.32">26540 3839 3920 0,'-8'3'-108'0,"1"-2"39"0,7-1 34 0,-16 5 50 0,16-5 60 0,0 0 58 16,-13 0 37-16,13 0 19 0,0 0-2 0,0 0-10 16,-9-9-14-16,9 9-15 15,4-10-18-15,-4 10-8 0,15-21-9 0,-3 11-9 0,1-3-8 16,-1 2-8-16,6 0-6 15,0 2-6-15,-5 1-9 0,-1 1-9 0,2 4-4 16,-3-1-6-16,1 4-4 0,-12 0-4 16,23 10 10-16,-13-2 15 0,-5 1 31 0,1 3 13 15,-6 5 14-15,0-3 18 16,-6 7 11-16,-1-1 10 0,-7 8 6 0,-1 0-7 16,0-2 4-16,0-1 9 0,-1-5 3 0,7-3 1 15,0-4 3-15,0 0-179 0,6-5-2 16,-3-1 0-16,2 1 0 0,2-2 0 0,2-6 0 15,8 15 0-15,-3-10 0 16,9 1 0-16,3 1 0 0,4-1 0 0,4 1 0 16,2-4 0-16,-3 2 0 0,1-1 0 15,-4-4 0-15,0 3 0 0,-4 0 0 0,-1-1 0 16,-3 0 0-16,-1 0 0 0,-1-1 0 16,-11-1 0-16,14 4 0 0,-5-3 0 0,-9-1 0 15,9 2 0-15,-9-2 0 0,0 0 0 16,0 0 0-16,9-7 0 0,-9 7-114 0,0-7-616 15,0 7-196-15,-2-13 27 16,2 4 97-16,0 0-803 0,0 1-1046 0</inkml:trace>
  <inkml:trace contextRef="#ctx0" brushRef="#br0" timeOffset="137422">27194 3878 5019 0,'0'0'327'0,"-12"4"0"0,12-4 19 0,0 0 35 0,0 0 33 0,0 0 17 0,0 0-7 0,0 0-17 0,0 0-292 0,0 0-115 16,46-7 0-16,-21 3 0 0,4 4 0 16,-1-3 0-16,1 1 0 0,-7 2 0 15,-1-2 0-15,-1 1 0 0,-6 1 0 0,2 0 0 16,-3 0 0-16,-4 0 0 0,-9 0 0 15,22-3 0-15,-15 3 0 0,-7 0 0 0,14-1 0 16,-14 1 0-16,7-1 0 0,-7 1 0 16,0 0-955-16,0 0-26 0,0 0 105 15,0 0-953-15,0 0-1257 0</inkml:trace>
  <inkml:trace contextRef="#ctx0" brushRef="#br0" timeOffset="138471.2">10372 3439 4631 0,'13'3'-284'0,"-13"-3"30"0,11 3 26 0,-11-3 21 0,0 0 18 0,14 0 22 16,-14 0 8-16,0 0-10 0,0 0-24 15,15 0-39-15,-15 0-67 0,0 0-174 0,0 0-132 16,0 0-103-16</inkml:trace>
  <inkml:trace contextRef="#ctx0" brushRef="#br0" timeOffset="139888.56">28013 3631 2078 0,'19'0'494'0,"-19"0"-134"0,0 0-46 0,12-1-45 0,-12 1-7 0,9-6 3 15,-9 6-3-15,12-4 1 0,-12 4 31 0,6-6 10 16,-6 6-7-16,0 0-19 15,5-7-19-15,-5 7-22 0,0 0-25 0,0 0-21 16,0 0-4-16,0 0-6 0,-29 23-3 16,5-6 5-16,-3 3 2 0,-9 12 5 15,0-1-3-15,3 2-3 0,1 4-107 0,0 2-77 16,5 0 0-16,0 1 0 0,2-3 0 16,6 4 0-16,6-7 0 0,2-4 0 0,4-5 0 15,5-2 0-15,2-2 0 0,0-2 0 16,7-4 0-16,-3 2 0 0,5-2 0 0,0-3 0 15,3-1 0-15,1-4 0 0,3-4 0 16,-2 2 0-16,0-3 0 0,-1-4 0 0,-13 2 0 16,25-4 0-16,-14 1 0 15,0-3 0-15,-4-3 0 0,-2 0 0 0,-1-2 0 0,-4-3 0 16,0-1 0-16,0 1 0 0,-4-2 0 16,1 2 0-16,-1 1 0 0,-1 1 0 15,0 3 0-15,-3 0 0 0,1 1 0 16,-2 3 0-16,-1 0 0 0,0 0 0 0,-2-1-452 15,-2 2-553-15,3 0 74 0,0-4 108 16,6 1-871-16,3 0-1128 0</inkml:trace>
  <inkml:trace contextRef="#ctx0" brushRef="#br0" timeOffset="140171.34">28229 3396 4754 0,'0'-8'233'0,"1"4"-4"0,-1 4 9 0,8-8 5 0,-8 8 22 0,0 0 6 0,30 19 4 0,-8-1-10 15,-3 8-14-15,5 14-17 0,-1 2-19 16,-7 5-18-16,-7 5-13 0,-3 2-24 0,-6-6-15 16,-6 11-113-16,-1-3-32 0,-7 4 0 15,1-2 0-15,-7-4 0 0,9-3 0 0,-6-3 0 16,4-13 0-16,1 0 0 15,-1-4 0-15,2-5 0 0,1-6 0 0,4-4 0 16,2-5 0-16,-1-1 0 0,-1-3-272 0,5-3-179 16,1-4-136-16,-9 2-175 0,9-2-104 15,0 0 98-15,0 0-757 0,2-21-971 16</inkml:trace>
  <inkml:trace contextRef="#ctx0" brushRef="#br0" timeOffset="140388.56">28774 3880 4758 0,'-10'-3'355'0,"10"3"22"0,-12-4 21 16,12 4 12-16,0 0 7 16,0 0-3-16,0 0-35 0,16-14-43 0,-3 11-43 15,6 0-239-15,5-4-54 0,1 3 0 16,11-3 0-16,-2 1 0 0,-6 0 0 0,-4 1-175 15,1 0-341-15,-5 2-180 0,-4-1-208 16,-2 3 50-16,-5 1 101 0,-9 0-707 16,12 5-909-16</inkml:trace>
  <inkml:trace contextRef="#ctx0" brushRef="#br0" timeOffset="140604.34">28787 4071 3869 0,'-19'12'200'0,"3"-2"76"0,3-3 31 0,3 1 60 16,3-3 61-16,1-1 59 0,6-4 40 0,-7 7 6 15,7-7-21-15,0 0-38 0,0 0-263 16,25 3-211-16,-8-5 0 0,4 2 0 16,6-5 0-16,-2 2 0 0,0-2 0 15,0 1 0-15,-3 1 0 0,-10 1 0 0,6 2 0 16,-7-3 0-16,-1 3 0 0,-10 0 0 16,15-2 0-16,-15 2-501 0,0 0-244 0,0 0-184 15,0 0 77-15,0 0 93 16,0 0-739-16,-32 14-945 0</inkml:trace>
  <inkml:trace contextRef="#ctx0" brushRef="#br0" timeOffset="141604.45">29454 3564 4446 0,'-10'-8'103'0,"7"1"48"0,-1 1 38 0,4 6 49 0,-2-9 27 0,2 9-10 0,0 0-4 15,6-13-20-15,-1 10-20 0,4-1-24 16,5 3-16-16,1 1-15 0,4 0-19 15,6 4-17-15,-1 0-8 0,-4 5-17 0,1 2-11 16,0 6-8-16,0 3-4 0,-9-1-5 16,-5 2-4-16,-3 2-2 0,-2 0 21 0,-10 8 28 15,-4 4 22-15,-3-3-6 16,-10 6-126-16,9-9 0 0,-4 0 0 0,5 0 0 0,-2-3 0 16,1-2 0-16,5-6 0 0,4-2 0 15,1-3 0-15,4-1 0 0,0 2 0 0,6-3 0 16,2 2 0-16,1-2 0 0,4-2 0 15,5-3 0-15,-3 1 0 0,5-3 0 0,-2-1 0 16,4 0 0-16,-5-1 0 16,4-2 0-16,-2 0 0 0,0-2 0 0,-1 0 0 15,-2 2 0-15,0-1 0 0,-3 1 0 16,-1-3 0-16,-10 3 0 0,15 0 0 0,-5-3 0 16,-2 2 0-16,-8 1-184 0,11-4-515 15,-11 4-202-15,6-3 10 0,-6 3 94 16,0 0-808-16,0 0-1045 0</inkml:trace>
  <inkml:trace contextRef="#ctx0" brushRef="#br0" timeOffset="142071.14">30389 3759 4278 0,'-5'-7'121'0,"-1"-3"61"0,3 4 39 0,1 0 38 0,2 6 44 0,-9-8 16 16,9 8 14-16,0 0 16 0,0 0-3 16,-22 8-11-16,10 4-26 0,-1 5-28 0,-4 8-36 15,-2-1-13-15,4 5-154 0,0 0-78 16,1 0 0-16,1 1 0 0,1 0 0 16,-1-1 0-16,1-3 0 0,3-2 0 15,0-4 0-15,-2-3 0 0,6-4 0 0,-2-3 0 16,1-1 0-16,0-2 0 0,1-3-329 15,5-4-86-15,0 0-33 0,0 0-15 0,-19-18-4 16,15 3-4-16,0-4 7 0,2-5 46 16,-1-13 80-16,6 0 69 0,-3 1 69 0,2 0 78 15,-2 8 84-15,0 6 86 0,-2 3 70 16,-1 2 60-16,3 5 44 0,0 2 19 16,0 0 6-16,0 1-15 0,0 9 1 15,7-10 31-15,-7 10 17 0,0 0 3 16,27 16-15-16,-7 1-21 0,1 5-27 0,2 3-17 0,0 3-22 15,-2 0-17-15,0 1-20 0,-2-2-16 16,0-3-29-16,-1 0-39 0,-2-2-39 16,-2-5-42-16,-3-1-48 0,0-6-47 15,-1 1-55-15,0-7-69 0,-3 0-97 0,5-4-126 16,-12 0-141-16,22-8-177 0,-6 2 17 16,-1-5 82-16,0-1-546 0,7-7-688 15</inkml:trace>
  <inkml:trace contextRef="#ctx0" brushRef="#br0" timeOffset="142356.69">30984 3350 3429 0,'-5'-7'69'0,"-2"1"37"0,7 6 20 0,-9-2 40 0,9 2 66 0,-11 17 40 0,1 1 8 0,-5 8 9 15,-1 8 11-15,-4 13 2 0,1 3 2 16,-3 3-8-16,6 2-13 0,-2-2-19 0,5 1-27 16,1 2-24-16,7-5-22 0,-3-7-17 15,7 1-18-15,2-5-13 0,-1-2-17 16,6-4-15-16,-1-9-31 0,-1-2-38 16,5-3-42-16,-4-6-52 0,1-4-94 0,3 1-100 15,1-4-125-15,3-3-155 0,3-4-183 16,-2-2-161-16,4-4 86 0,11-8-742 15,-4-1-971-15</inkml:trace>
  <inkml:trace contextRef="#ctx0" brushRef="#br0" timeOffset="142621.26">31062 3779 4654 0,'0'0'215'0,"-9"-5"21"0,9 5 18 16,0 0 38-16,-6-3 40 0,6 3 19 15,0 0 8-15,0 0-18 0,0 0-28 0,0 0-39 16,0 0-23-16,36-8-28 0,-18 7-127 16,-2-2-96-16,6 3 0 0,-2 0 0 0,-1 0-28 15,5-3-301-15,-3 3-113 0,-3 0-121 16,2-1-154-16,-2 1-156 0,-2-1 83 15,-3 2-723-15,1-1-959 0</inkml:trace>
  <inkml:trace contextRef="#ctx0" brushRef="#br0" timeOffset="143538.92">31336 3678 4457 0,'-9'-6'164'0,"4"1"29"0,-1 2 24 16,6 3 16-16,-6-5 17 0,6 5-2 0,0 0-14 16,-2-9-15-16,2 9-23 0,0 0-16 15,19-9-25-15,-10 5-10 0,7-2-15 0,-3 1-13 16,3 0-11-16,-2 0-11 16,0-2-9-16,1 0-9 0,-3 2-10 0,-3 1-7 15,2 0-3-15,-11 4-8 0,14-4 1 16,-6 1-4-16,-8 3 15 0,7-4 0 15,-7 4 1-15,0 0-1 0,0 0 4 0,0 0-15 16,0 0-50-16,0 0 0 0,0 0 0 16,0 0 0-16,-4 23 0 0,1-12 0 0,-3 1 0 15,1 2 0-15,-4 0 0 0,4 0 0 16,-3 4 0-16,5-1 0 0,-3 3 0 16,0-5 0-16,2 1 0 0,2-5 0 0,-2 1 0 15,3-2 0-15,1 1 0 16,-2-2 0-16,2-1 0 0,-2-1 0 0,2-7 0 0,2 11 0 15,-2-11 0-15,7 8 0 16,-7-8 0-16,12 2 0 0,-12-2 0 0,0 0 0 16,24-11 0-16,-12 3 0 0,-1 0 0 15,3 0 0-15,-5-2 0 0,1 3 0 0,0 1 0 16,-3-2 0-16,1 4 0 0,-3-4 0 16,1 4 0-16,-6 4 0 0,10-9 0 15,-5 5 0-15,-5 4 0 0,6-7 0 0,-6 7 0 16,5-5 0-16,-5 5 0 0,0 0 0 15,6-4 0-15,-6 4 0 0,0 0 0 16,6-6 0-16,-6 6 0 0,0 0 0 16,0 0 0-16,4-7 0 0,-4 7 0 0,0 0 0 15,0 0 0-15,0 0 0 0,4-8 0 16,-4 8 0-16,0 0 0 0,0 0 0 0,5-6 0 16,-5 6 0-16,0 0 0 0,0 0 0 15,0 0 0-15,6-4 0 0,-6 4 0 0,0 0 0 16,0 0 0-16,0 0 0 0,8-8 0 15,-8 8 0-15,0 0 0 0,0 0 0 0,0 0 0 16,8-3 0-16,-8 3 0 0,0 0 0 16,0 0 0-16,0 0 0 0,0 0 0 15,0 0 0-15,5-8 0 0,-5 8 0 0,0 0 0 16,6-8 0-16,-6 8 0 16,3-5 0-16,-3 5 0 0,6-5 0 0,-6 5 0 15,0 0 0-15,0 0 0 0,6-7 0 16,-6 7 0-16,0 0 0 0,0 0 0 0,4-6 0 15,-4 6 0-15,0 0 0 0,0 0 0 16,0 0 0-16,0 0 0 0,0 0 0 0,0 0 0 16,0 0 0-16,-10 38 0 0,4-20 0 15,-3 11 0-15,0 0 0 0,-1 2 0 0,-1 4 0 16,1-4 0-16,2 4 0 0,-3-2 0 16,0-1 0-16,1 1 0 0,4-7 0 15,1-6 0-15,-1 1 0 0,1-6 0 16,-2-5 0-16,3 5 0 0,3-2 0 0,-3-2 0 15,2-3 0-15,-2-1 0 0,4 0 0 16,0-7 0-16,-3 7 0 0,3-7 0 16,0 0 0-16,0 0 0 0,0 0-1066 0,0 0 97 15,2-35-1125-15,3 20-1504 0</inkml:trace>
  <inkml:trace contextRef="#ctx0" brushRef="#br0" timeOffset="143838.65">31659 3587 6152 0,'-8'-12'87'0,"2"3"78"0,0 1 56 0,5 1 40 0,1 7 17 0,-4-10 0 0,4 10-7 0,5-7-4 0,-5 7-56 16,0 0-211-16,33 9 0 0,-19 6 0 16,4 9 0-16,0 6 0 0,-5 1 0 0,-3 10 0 15,-7 2 0-15,-3 5 0 0,-5 8 0 16,-5 8 0-16,-1-2 0 0,-5 0 0 0,-3-2 0 15,2-5 0-15,0-2 0 16,0-5 0-16,2-3 0 0,1-12 0 0,1-4 0 16,1-6 0-16,5-4 0 0,1-3 0 0,1-4 0 15,-1-4 0-15,1-3 0 0,5 1 0 16,0-6 0-16,0 0-792 0,0 0-203 16,0 0 95-16,7-35 102 0,2 16-803 15,4-8-1040-15</inkml:trace>
  <inkml:trace contextRef="#ctx0" brushRef="#br0" timeOffset="144055.38">32112 4057 4947 0,'-12'-3'301'0,"3"-3"29"0,5 3 30 0,4 3 25 16,-9-6 2-16,9 6-16 0,0 0-39 15,0 0-35-15,0 0-31 0,21-14-51 0,-4 8-215 16,3 3 0-16,4 0 0 0,0-5-8 16,1 6-279-16,0-2-120 0,0 0-127 15,-3 1-127-15,0 1-173 0,-7 0 21 0,0 4 82 16,-15-2-601-16,21 5-788 0</inkml:trace>
  <inkml:trace contextRef="#ctx0" brushRef="#br0" timeOffset="144237.65">32111 4197 4040 0,'-14'5'211'0,"4"-3"64"0,1 1 64 0,9-3 61 16,0 0 39-16,-14 2 23 0,14-2-12 15,0 0-22-15,0 0-42 0,-9 2-37 16,9-2-33-16,0 0-220 0,0 0-96 16,0 0 0-16,0 0 0 0,44-5 0 0,-25 1 0 15,6 2-165-15,2-3-399 0,9-1-181 16,-2-5-192-16,-5 6 93 0,-4 3 85 0,-2 1-662 15,-5 1-871-15</inkml:trace>
  <inkml:trace contextRef="#ctx0" brushRef="#br0" timeOffset="144487.26">32562 4059 4433 0,'-12'-5'321'16,"5"1"5"-16,7 4 21 0,-9-4 19 16,9 4 26-16,0 0 19 0,-9-4-18 0,9 4-32 15,0 0-39-15,0 0-37 0,0 0-51 16,0 0-234-16,0 0 0 0,43 0 0 16,-28 0 0-16,-1 3 0 0,-2-3-23 15,6 1-363-15,-5-1-106 0,5 2-104 16,-4-2-164-16,4 2-105 0,-5-2 84 0,2 4-677 0,-2-1-908 15</inkml:trace>
  <inkml:trace contextRef="#ctx0" brushRef="#br0" timeOffset="144937.84">33086 3791 4276 0,'4'-14'27'0,"3"4"16"0,2 2 27 0,-2 1 10 16,0 1 12-16,1 2-5 0,-8 4-6 16,15-3-2-16,-15 3-4 0,13 9 7 15,-7 2 16-15,-1 1 14 0,-7 1 18 0,-1 5 12 16,-6 14 17-16,-8 2 25 0,-4 7 10 16,-6 0 33-16,4 1 20 0,-2 0 7 0,5-2 18 15,4-14-4-15,5 3-6 0,-1 2-12 16,4-11-17-16,5-3-66 0,1-1-167 0,4-4 0 15,1-2 0-15,5 2 0 0,2-6 0 16,1-2 0-16,5 0 0 0,0-2 0 16,0-2 0-16,1-2 0 0,-2-4 0 0,0 0 0 15,-1-2 0-15,-1-7 0 16,-6 3 0-16,0-2 0 0,-3-1 0 0,-6-6 0 16,-7-9 0-16,-5-4 0 0,-8-4 0 15,-4-1 0-15,-5 3 0 0,11 6 0 0,-1 6 0 16,-1 3 0-16,9 4 0 0,-1 6 0 15,3 2 0-15,8 0 0 0,-3 3 0 0,3 2 0 16,3 4 0-16,0 0 0 0,11-10 0 16,1 7 0-16,4 2 0 0,4 1 0 15,-2 0 0-15,9 1 0 0,7 5-171 0,4 1-889 16,1-3 89-16,-1 4-1066 0,-4 1-1451 16</inkml:trace>
  <inkml:trace contextRef="#ctx0" brushRef="#br0" timeOffset="146355.6">15734 5914 5429 0,'-7'6'-36'0,"7"-6"85"0,0 0 72 0,0 0 75 0,-5 5 54 0,5-5 45 0,0 0 24 0,0 0 8 0,0 0-23 16,0 0-26-16,0 0-27 0,0 0-20 16,45-5-54-16,-22 1-177 0,0 0 0 0,2 0 0 15,0 1 0-15,-5 0 0 16,1 1 0-16,-4 0 0 0,2-1 0 0,-3 1-95 0,-3 0-280 16,1-1-78-16,-1 1-70 15,-4 1-91-15,1-1-132 0,-10 2-39 0,0 0 76 16,15 5-614-16,-15-5-781 0</inkml:trace>
  <inkml:trace contextRef="#ctx0" brushRef="#br0" timeOffset="146588.54">15788 6129 4054 0,'-11'6'249'0,"5"-3"58"0,-2-1 55 0,8-2 43 16,0 0 17-16,0 0 34 0,-7 3 19 15,7-3 1-15,0 0-14 0,0 0-29 16,36-15-343-16,-6 5-90 0,4-2 0 15,2 0 0-15,-2 2 0 0,-2-4 0 0,0 3 0 16,-7 2 0-16,-6 5 0 0,-3-1 0 16,-5 0 0-16,0 3 0 0,-3 0 0 0,-1-2 0 15,3 2 0-15,-10 2 0 0,0 0 0 16,0 0 0-16,0 0 0 0,0 0 0 0,1 10 0 16,-1-10-598-16,-11 8-277 0,2-2-42 15,1-2 96-15,-3 3-873 0,3-1-1128 16</inkml:trace>
  <inkml:trace contextRef="#ctx0" brushRef="#br0" timeOffset="147886.7">17343 5728 4544 0,'-4'-10'-76'0,"0"-1"61"0,3 3 47 0,-1 1 53 0,-4 0 30 0,6 7 23 16,-2-7 3-16,2 7-6 0,0 0 19 0,0 0 32 15,-23 17 16-15,12 3 0 0,-4 11 13 16,-7 11 9-16,4 5 6 0,-3 3-7 16,-1 2 5-16,4-1-15 0,-2-3-18 0,-1 0-25 15,6-7-11-15,1-6-18 16,3-2-11-16,0-6-13 0,1-4-14 0,5-6-103 16,-1-2 0-16,2-4 0 0,3-2 0 15,-3 0 0-15,2-2 0 0,2-7 0 0,-4 8 0 0,4-8-194 16,0 0-148-16,0 0-85 15,11-18-68-15,-3 1-60 0,1-14-48 0,3-5-62 16,3-9-45-16,-3-2 49 0,1-7-543 16,-1 4-667-16</inkml:trace>
  <inkml:trace contextRef="#ctx0" brushRef="#br0" timeOffset="148086.57">17185 5744 3091 0,'2'-20'-35'0,"-2"5"75"0,0 3 62 0,2 4 33 0,-2-1 22 16,-2 3 18-16,4-2 5 0,-2 8 30 15,0 0 42-15,0 0 27 0,0 0 25 16,17 29 26-16,0-6-4 0,-2 5-4 15,0 3-17-15,7 10-25 0,1-2-26 0,-5 2-22 16,3 0-41-16,2-2-17 0,-8-8-19 16,3-2-21-16,-3 3-41 0,-2-6-40 15,-2-2-49-15,-2-7-50 0,-4 2-54 0,3-6-55 16,-3-1-51-16,1-2-59 0,-3-1-65 16,0-2-88-16,-3-4-76 0,0-3-108 0,0 0-139 15,0 0 61-15,0 0-581 0,0 0-720 16</inkml:trace>
  <inkml:trace contextRef="#ctx0" brushRef="#br0" timeOffset="148269.63">17204 6085 3807 0,'-14'2'172'0,"3"0"56"0,11-2 39 16,-14 3 42-16,14-3 37 16,0 0 18-16,0 0-10 0,-14-1-25 0,14 1-30 15,0 0-30-15,0 0-24 0,0 0-29 16,0 0-27-16,32-12-71 0,-14 10-91 0,-2-2-114 15,4 1-124-15,3 0-149 0,-3 1-158 16,1-2-180-16,2 0-117 0,-2 1 83 0,-2-1-669 16,1 4-852-16</inkml:trace>
  <inkml:trace contextRef="#ctx0" brushRef="#br0" timeOffset="148552.96">17650 5738 4053 0,'-8'-14'151'16,"5"3"43"-16,1 2 24 0,2 4 15 0,0 5-2 15,-2-8-5-15,2 8-20 0,0 0 9 16,0 0 17-16,0 0-1 0,13 20-13 0,-7-3-26 16,2 5-16-16,-3 13-18 0,1 1-14 15,-3 2-9-15,1 3-19 0,3-2-27 16,-6 2-13-16,1-2-21 0,0-4-30 15,-2-4-35-15,4-7-44 0,-4 0-45 0,2-5-52 16,-1 0-60-16,-1-7-66 0,2 0-74 16,2-4-85-16,0-3-79 0,-4-5-126 0,8 0-85 15,-8 0 71-15,15-10-518 0,-8 0-638 16</inkml:trace>
  <inkml:trace contextRef="#ctx0" brushRef="#br0" timeOffset="148803.35">17871 5697 3227 0,'-2'-12'128'15,"2"2"68"-15,-1 3 43 0,-1 0 35 16,2 7 20-16,-3-8 19 0,3 8 16 0,0 0 11 16,0 0 20-16,0 0 1 15,3 31-17-15,0-8-27 0,3 8-20 0,0 8-20 16,-3 0-18-16,3 2-39 0,-3 2-28 16,2 2-18-16,1-2-124 0,-3-5-50 0,1 3 0 15,0-6 0-15,-1 0 0 0,-1-8 0 16,2-3 0-16,1-4 0 0,-4-3 0 0,-1-3 0 15,2-2 0-15,-2-2 0 16,2 1 0-16,-2-3 0 0,0 0 0 0,0-8 0 0,0 7 0 16,0-7-420-16,0 0-126 0,0 0-131 15,0 0-210-15,0 0 76 0,4-34 86 0,-2 22-678 16,0-5-855-16</inkml:trace>
  <inkml:trace contextRef="#ctx0" brushRef="#br0" timeOffset="149568.6">18454 6021 3827 0,'-9'0'36'0,"9"0"80"0,-14 3 59 0,14-3 60 0,0 0 34 0,-13 2 43 0,13-2 25 0,0 0 23 0,0 0 11 16,0 0-12-16,0 0-2 0,0 0 16 15,0 0 2-15,0 0-36 0,0 0-26 16,53-15-276-16,-28 11-37 0,12-6 0 15,-11 5 0-15,9-1 0 0,-8 0 0 0,9-2 0 16,-12 4 0-16,1 2 0 0,-6-1 0 16,-1 0 0-16,-2 1-286 0,-3 0-217 0,-1 1-48 15,-1 1-69-15,-11 0-95 0,14 0-68 16,-14 0 71-16,0 0-656 0,7 5-821 16</inkml:trace>
  <inkml:trace contextRef="#ctx0" brushRef="#br0" timeOffset="149835.59">18597 5831 3616 0,'-6'-11'120'0,"0"0"68"0,3 1 61 15,-1 3 59-15,2 0 55 0,0 1 36 0,2 6 9 16,-3-8-14-16,3 8-34 0,0 0-44 16,0 0-12-16,0 0 2 0,-6 19-36 0,3 0-24 15,6 9-19-15,-3 9-110 0,0 6-117 16,2 3 0-16,0 12 0 0,0-14 0 0,3 9 0 15,-1-11 0-15,0 0 0 0,1-5 0 16,2-2 0-16,-6-8 0 0,3-7 0 0,0-3 0 16,1-1 0-16,-5 1 0 0,4-6 0 15,0-1 0-15,-1-3 0 0,2-2 0 0,-5-5-247 16,8 2-382-16,-8-2-140 16,11-11-120-16,-4 1 82 0,5-5-842 0,6-7-1088 15</inkml:trace>
  <inkml:trace contextRef="#ctx0" brushRef="#br0" timeOffset="150102.71">19039 5736 4883 0,'-5'-18'94'16,"1"7"49"-16,0-1 57 0,0 4 50 0,3 1 15 16,1 7-1-16,-5-5-32 0,5 5 21 15,0 0 16-15,-2 26-1 0,0-7-22 16,2 9-19-16,0 10-26 0,-2 5-17 15,2 2-30-15,0 1-96 0,0 0-58 0,0-3 0 16,-1-2 0-16,-1 3 0 0,0-7 0 16,-4-1 0-16,3-3 0 0,-1-6 0 0,-1-5 0 15,3-5 0-15,-1-1 0 0,1-3 0 16,-2-4 0-16,2-2-156 0,2-1-219 0,0-6-68 16,0 0-56-16,0 0-44 0,0 0-51 15,-5-33-76-15,7 8-63 0,1-17 69 0,3-13-531 16,1-3-660-16</inkml:trace>
  <inkml:trace contextRef="#ctx0" brushRef="#br0" timeOffset="150303.82">19046 5777 3238 0,'3'-16'31'0,"-3"5"99"0,0 2 56 0,0 0 39 16,0 1 27-16,0 8 17 0,0-6 14 15,0 6 53-15,0 0 35 0,0 0 17 0,0 0-5 16,26 30 1-16,-8-5-12 16,-1 2-37-16,4 13-24 0,0-1-23 0,-6-4-29 15,6 6-109-15,-4-1-150 0,-6-3 0 16,2-2 0-16,-1-3 0 0,-1-2 0 0,0-5 0 15,-4-5 0-15,0-1 0 0,-1 2 0 16,-1-6 0-16,0 1 0 0,-1-2 0 0,0-5-313 16,-3 1-225-16,1 0-110 0,-2-6-182 15,0-4 11-15,0 0 76 0,-5 5-719 0,5-5-912 16</inkml:trace>
  <inkml:trace contextRef="#ctx0" brushRef="#br0" timeOffset="150486.5">19046 6172 4470 0,'-12'-1'238'0,"0"-3"60"0,0 3 41 0,12 1 38 16,-11-4 28-16,11 4 16 0,-9-5-8 15,9 5-29-15,-6-3-43 0,6 3-42 0,0 0-93 16,0 0-206-16,0 0 0 16,17-11 0-16,-2 8 0 0,3-2 0 0,-1 3-91 0,2-2-436 15,0 0-166-15,2 2-225 16,3-1 81-16,-3-1 86 0,-1 1-737 0,-2-1-934 15</inkml:trace>
  <inkml:trace contextRef="#ctx0" brushRef="#br0" timeOffset="150741.13">19500 5786 4571 0,'-7'-7'262'0,"-1"1"35"0,5 0 20 15,3 6 9-15,-8-6-1 0,8 6-16 0,0 0-10 16,0 0 6-16,0 0-16 0,2 25-18 16,2-9-47-16,-1 7-23 0,-1 2-15 0,4 8-177 15,-2 4-9-15,-4 1 0 16,1-1 0-16,-1-6 0 0,2 8 0 0,-2-8 0 16,0-4 0-16,-2 0 0 0,2 1-125 15,0-10-272-15,0 2-99 0,2-4-88 0,0-2-100 16,0-5-149-16,-2-3 84 0,5-4-721 15,-5-2-919-15</inkml:trace>
  <inkml:trace contextRef="#ctx0" brushRef="#br0" timeOffset="150984.96">19677 5937 3953 0,'8'-13'-4'0,"-4"1"89"0,0 3 49 0,2 1 40 0,-3 2 31 16,1 2 18-16,-4 4 22 15,12-6 23-15,-12 6 13 0,0 0 11 0,20 10 4 16,-12-1-12-16,-4 5 6 0,4 6 11 15,-6 3 8-15,-2 2 24 0,-2 10 13 0,-4 0-170 16,-2 2-176-16,2-3 0 0,-3-1 0 16,4-8 0-16,-1-2 0 0,3-5 0 0,1-2 0 15,2-3 0-15,0 1 0 0,0-3 0 16,5-1 0-16,2-3 0 0,-1-3 0 0,1-2 0 16,4 0 0-16,-11-2 0 15,22-2 0-15,-7-3 0 0,2-5 0 0,6-4 0 16,6-5-306-16,-8 1-721 0,2-6 99 15,1 0-1089-15,-1 0-1432 0</inkml:trace>
  <inkml:trace contextRef="#ctx0" brushRef="#br0" timeOffset="151235.76">19979 5763 5591 0,'-10'-13'70'0,"1"5"78"0,3 2 70 15,2-2 41-15,0 4 24 0,4 4 13 16,0 0 2-16,0 0-3 0,20-6-32 0,-20 6-22 15,28 18-16-15,-7 3-221 0,-4 7-4 16,0 7 0-16,-1 11 0 0,-9 8 0 16,-5 4 0-16,-6 0 0 0,-5 5 0 15,-9 2 0-15,0-2 0 0,-3 5 0 0,-8 10 0 16,6-18 0-16,1-2 0 0,-5-6 0 16,4-5 0-16,3-6 0 0,2-10-218 0,-2-6-364 15,-1-6-79-15,6-5-139 0,2-6-20 16,0-1 80-16,2-4-746 0,-5-1-934 0</inkml:trace>
  <inkml:trace contextRef="#ctx0" brushRef="#br0" timeOffset="151735.26">17314 5595 4342 0,'-13'-14'-1'0,"-1"6"7"0,0 2 27 0,-4 8 36 0,0 8 39 0,-13 13 44 0,-1 16 38 0,1 9 26 0,5 7 24 15,1 9 8-15,7 4 9 0,7 2 2 0,7 3-13 16,6-1-22-16,7-3-23 0,7-2-20 16,5-2-21-16,3-3-57 0,3-7-81 15,5-3-108-15,1-5-126 0,-1-4-165 0,-1-6-186 16,4-4-246-16,-3-5 45 0,-1-10 84 15,-1-1-601-15,2-7-739 0</inkml:trace>
  <inkml:trace contextRef="#ctx0" brushRef="#br0" timeOffset="153035.24">20660 5777 3628 0,'0'0'81'0,"0"0"54"0,0 0 47 0,-36 11 35 0,14 7 20 0,-1 4 13 0,-6 10 12 0,-3 3 5 15,4 2-5-15,-1 3-12 0,4 1-27 16,2-4-16-16,6-5-25 0,1-1-20 0,5-2-13 16,2-5-18-16,6-5-29 0,-4-4-54 15,3 1-44-15,2-7-59 0,1 2-53 16,1-2-47-16,0-5-50 0,0-4-74 15,0 0-66-15,0 0-48 0,0 0-31 0,0 0-43 16,3-24-25-16,-3 9-30 0,2-4-11 16,-2-3-488-16,-2-14-495 0</inkml:trace>
  <inkml:trace contextRef="#ctx0" brushRef="#br0" timeOffset="153219.38">20343 5925 2761 0,'0'-20'28'0,"-2"3"61"0,2 3 65 16,-2 4 52-16,0 0 37 0,0 5 17 0,2-2-2 15,0 7-10-15,0 0-2 0,4-11 19 16,-4 11 16-16,0 0-10 0,27 12-15 0,-11-1-27 15,7 6-23-15,2 3-21 0,4 3-14 16,0 0-18-16,5 6-17 0,-2 0-32 16,-5-5-37-16,0-2-37 0,-4 0-26 15,-3-1-31-15,1-3-28 0,-5-2-32 0,-5-5-33 16,-2-2-42-16,2-2-55 0,-6 0-54 16,3-3-73-16,-5-1-89 0,-3-3-134 0,9 1-127 15,-9-1 62-15,0 0-471 0,9-11-572 16</inkml:trace>
  <inkml:trace contextRef="#ctx0" brushRef="#br0" timeOffset="153452.04">20913 5718 3447 0,'-2'-7'247'16,"2"7"17"-16,0 0 14 0,0 0 38 15,0 0 40-15,0 0 15 0,-8 39-8 0,8-18-20 16,2 7-26-16,0 10-44 0,5 3-27 15,-3-2-26-15,4 2-23 0,-2-2-19 0,0 0-21 16,-1-2-43-16,1-2-57 0,-3-3-54 16,1-6-54-16,0-6-68 0,-1-3-61 15,-2 0-67-15,1-5-82 0,-2 1-82 0,0-5-93 16,2 0-118-16,-4-3-141 0,2-5 70 0,0 0-609 16,0 0-760-16</inkml:trace>
  <inkml:trace contextRef="#ctx0" brushRef="#br0" timeOffset="153835.73">20950 5816 3462 0,'-3'-12'19'0,"1"2"68"15,0 0 58-15,0 1 29 0,4 1 16 16,-2 0 7-16,2 2-2 0,2 1-10 16,-1-1-13-16,-3 6-6 0,18-1-16 0,-7 2-8 15,3 3-11-15,-1 3-18 0,3 5-9 16,-2 2-11-16,-1-1-5 0,1 4-7 0,-3-1-10 15,-1 4-4-15,-2 1-10 16,-5-1-4-16,-1 4 4 0,-4 0-3 0,-1 10 4 16,-7-1-8-16,2 0 5 0,3-8 5 15,1-2 11-15,-2-5 8 0,3-2-7 0,1-3-6 16,-3 0-7-16,5-1 10 0,-2-4-2 16,4 2-5-16,-2 1 5 0,5-1-1 0,0-1 3 15,-3-1-4-15,6 2 0 0,-5-1-1 16,3-2-9-16,-2 2 0 0,4-3-5 0,-4 2-1 15,-1-4-2-15,3 3 3 0,-4 1 0 16,-2-8 1-16,3 8 3 0,-3 1 0 0,0-9-2 16,-2 12-7-16,-3-4-3 0,-2-2-5 15,-5 5-26-15,0-1-36 0,0-2-48 0,-6 2-62 16,3-4-76-16,1 1-94 16,1-1-132-16,0-6-142 0,0 0-180 0,2-2-41 15,0-8 83-15,2-1-670 0,5-4-840 16</inkml:trace>
  <inkml:trace contextRef="#ctx0" brushRef="#br0" timeOffset="154168.63">21347 5847 4211 0,'4'-12'185'0,"-3"2"29"0,4 3 23 0,1-2 18 0,-1 2 11 0,4 1 1 0,3-2-16 0,-1 4-16 16,2 2-20-16,3-1-19 0,3 6-18 15,-4 0-19-15,3 4-15 0,-3 1-12 16,6 12-6-16,-6-2-3 0,-7 1 5 16,-3 2 16-16,-3 4 15 0,-4 11 16 0,-1 0 4 15,-7 0-167-15,0-3-12 0,-3 2 0 16,0-3 0-16,3-3 0 0,0-5 0 0,5-7 0 16,-1-3 0-16,2-2 0 0,3 1 0 15,-1-6 0-15,2 0 0 0,0-7 0 0,9 11 0 16,-4-7 0-16,9-2 0 0,-3-2 0 15,-11 0 0-15,25-5 0 0,-5 0 0 0,-2-2 0 16,3-2 0-16,3 4 0 16,2-12 0-16,0 2 0 0,3-2-220 0,-1 2-816 0,1-4 109 15,0 0-1116-15,-6 0-1458 16</inkml:trace>
  <inkml:trace contextRef="#ctx0" brushRef="#br0" timeOffset="154501.1">21797 5814 5594 0,'-8'-10'7'0,"5"2"57"0,3 4 23 0,0 4 28 16,2-10 36-16,-2 10 28 15,9-9 16-15,0 7-3 0,-9 2-7 0,25 2-11 0,-7 4-19 16,0 1-9-16,7 11-13 16,-4 3-3-16,-1 1 11 0,-6 3 5 0,-4 6 21 15,-7 2 32-15,-3 5-168 0,-5 3-31 0,-5 7 0 16,-5 0 0-16,-4-3 0 0,4-1 0 15,0-10 0-15,1-2 0 0,3-6 0 16,2-5 0-16,2-4 0 0,5-5 0 0,2-1 0 16,0-3 0-16,7-3 0 0,0-1 0 15,2-3 0-15,3-1 0 0,3 0 0 0,1-1 0 16,1-3 0-16,2-1 0 16,-4 0 0-16,2-1 0 0,0 2 0 0,-1-4 0 0,-2 2 0 15,2-1 0-15,-1 1 0 16,-1 0 0-16,-3 0 0 0,1 0 0 0,-1 0-341 15,-2-1-671-15,1-3 92 0,0 2-1093 16,-3 1-1428-16</inkml:trace>
  <inkml:trace contextRef="#ctx0" brushRef="#br0" timeOffset="154756.57">22744 5982 6215 0,'-11'-2'355'0,"1"0"36"16,10 2 26-16,-14-3 23 0,14 3-67 0,-5-3-373 15,5 3 0-15,0 0 0 0,0 0 0 16,27-9 0-16,-11 6 0 0,4 1 0 0,5-1 0 16,-7-1 0-16,3 2 0 0,4 2 0 15,-3-3 0-15,0 2 0 0,-5 2 0 0,5-2-156 16,-8-1-869-16,4 0 83 0,-5 2 93 15,-6 2-926-15,3 0-1205 0</inkml:trace>
  <inkml:trace contextRef="#ctx0" brushRef="#br0" timeOffset="154985.51">22624 6291 5125 0,'-10'4'418'0,"5"-2"55"15,5-2 41-15,-8 4 31 0,8-4 13 0,0 0-28 16,0 0-502-16,0 0-28 0,48-10 0 15,-22 5 0-15,10-3 0 0,2-2 0 0,-1 2 0 16,-1-1 0-16,0 1 0 0,-7 2 0 16,-4 3 0-16,-9 0 0 0,2-1 0 0,-5 2 0 15,-3 1 0-15,-1 1 0 16,-9 0 0-16,0 0 0 0,11 3 0 0,-11-3 0 0,0 0-413 16,0 0-374-16,0 0-133 0,0 0 78 15,-24 12-936-15,14-12-1209 0</inkml:trace>
  <inkml:trace contextRef="#ctx0" brushRef="#br0" timeOffset="161102.39">23826 5816 1568 0,'0'0'632'0,"0"0"-143"0,0 0-71 0,2-8-49 0,-2 8-19 0,0 0-17 16,0 0-7-16,8-6-5 0,-8 6 17 0,0 0 6 15,0 0-5-15,0 0-3 0,0 0-15 16,0 0-11-16,5-6-17 0,-5 6-16 0,0 0-26 16,0 0-18-16,0 0-22 15,0 0-79-15,0 0-132 0,-20-6 0 0,4 4 0 16,-2 2 0-16,-4 0 0 0,-1 0 0 15,-3 0 0-15,-1 2 0 0,5-2 0 0,0 2 0 16,3-2 0-16,2 0 0 0,2 2 0 16,2-2 0-16,-1 0 0 0,5 2 0 0,9-2 0 15,-20 0 0-15,20 0 0 0,-15 0 0 16,15 0 0-16,-11 0 0 0,11 0 0 0,-12 0 0 16,12 0 0-16,0 0 0 0,-11 3 0 15,11-3 0-15,0 0 0 0,-12 0 0 0,12 0 0 16,0 0 0-16,0 0 0 0,-9 1 0 15,9-1 0-15,0 0 0 0,0 0 0 0,0 0 0 16,0 0 0-16,-7 6 0 0,7-6 0 16,0 0 0-16,0 0 0 0,0 0 0 15,0 0 0-15,0 0 0 0,0 0 0 16,0 0 0-16,0 0 0 0,0 0 0 0,0 0 0 16,0 0 0-16,0 0 0 0,0 0 0 15,0 0 0-15,0 0 0 0,0 0 0 0,0 0 0 16,0 0 0-16,0 0 0 0,0 0 0 15,0 0 0-15,0 0 0 0,0 0 0 0,0 0 0 16,0 0 0-16,0 0 0 0,0 0 0 16,0 0 0-16,0 0 0 0,0 0 0 15,-4 8 0-15,4-8 0 0,2 15 0 16,-2-1 0-16,2 0 0 0,-1 1 0 0,1 4 0 16,2 4 0-16,0-3 0 0,-1-1 0 15,-1-2 0-15,3 1 0 0,-1-3 0 0,-1-1 0 16,1-3 0-16,0-1 0 0,-3 0 0 15,5-4 0-15,0 1 0 0,2-1 0 16,-1-3 0-16,4 0 0 0,1-1 0 0,-1 0 0 16,-11-2 0-16,22 2 0 0,-11-2 0 15,3 6 0-15,-1 0 0 0,-1-1 0 0,2 3 0 16,-3 1 0-16,3 1 0 0,-1 2 0 16,1 2 0-16,-5-3 0 0,1 1 0 0,-2 2 0 15,-4-2 0-15,-3 2 0 0,1-1 0 16,-4 3 0-16,-3 3 0 0,-11 7 0 15,0-1 0-15,-4 0 0 0,-7 0 0 16,2-2 0-16,-3 1 0 0,-3-4 0 0,4-3 0 16,1-1 0-16,5-5 0 0,8-2 0 15,0-4 0-15,3-1 0 0,-2-4 0 0,5 1 0 16,7-1 0-16,-19-5 0 0,11 4 0 16,8 1 0-16,-9-7 0 0,5 1 0 0,2 0 0 15,0-1 0-15,4-2-923 0,0-3-37 16,7 1 94-16,3-3-985 0,11-5-1276 0</inkml:trace>
  <inkml:trace contextRef="#ctx0" brushRef="#br0" timeOffset="161385.54">24298 5850 5117 0,'3'-8'41'0,"1"1"58"0,-4 1 29 0,0 6 24 0,0 0 15 0,0 0 37 0,0 0 27 16,0 0 17-16,0 0-9 0,-8 25-19 0,0-1-15 16,-3 6-22-16,-3 3-6 0,1 4-13 15,-6 4-12-15,-1-1-15 0,0 1-14 16,5-8-12-16,2-4-18 0,0 0-93 16,3-8 0-16,-2-2 0 0,7-5 0 0,-2 0 0 15,2-5 0-15,-1 1-118 0,3-2-133 16,-3-4-80-16,6-4-80 0,-7 0-61 0,7 0-57 15,0 0-46-15,-12-20-59 0,6 5-60 16,2-8 40-16,3-13-544 0,1 6-662 0</inkml:trace>
  <inkml:trace contextRef="#ctx0" brushRef="#br0" timeOffset="161584.74">24068 5995 3258 0,'0'-20'47'0,"-1"5"96"0,-1 4 70 0,2 1 46 16,0 3 28-16,0 7 27 0,0-8 26 16,0 8 47-16,0 0 26 0,0 0-5 15,23 13 2-15,-10 3-5 0,0-1-9 16,8 9-23-16,0 5-32 0,2-2-144 0,-4 2-197 15,2 0 0-15,-2 0 0 0,0-4 0 16,-1 0 0-16,-2-2 0 0,-2-6 0 0,-5-3 0 16,-1-2 0-16,-1-3 0 0,0-3 0 15,0 3 0-15,-3-6 0 0,-1 1 0 0,-3-4 0 16,9 2-420-16,-9-2-334 0,0 0-167 16,0 0 79-16,0 0 93 0,0 0-783 0,0 0-977 15</inkml:trace>
  <inkml:trace contextRef="#ctx0" brushRef="#br0" timeOffset="163266.38">24745 5605 4042 0,'3'-7'-116'0,"-3"7"50"0,6-5 46 0,-6 5 35 0,0 0 57 0,5-7 45 0,-5 7 30 15,0 0 32-15,1-7 25 0,-1 7 20 0,0 0-11 16,0 0 6-16,0 0-6 15,0 0-22-15,0 0-12 0,0 0 1 0,-34 19 8 16,9 0 8-16,-11 13 10 0,-1 1 5 16,5 5 2-16,-4 3 8 0,2 4 1 0,3 3-4 15,5 0-26-15,1-1-8 0,1 1-37 16,10-1-147-16,4-7 0 0,2-3 0 0,4-1 0 16,4-8 0-16,6-3 0 0,2 2 0 15,5-1 0-15,3-7 0 0,-1-4 0 0,4-5 0 16,1-2 0-16,5-2 0 15,0-6 0-15,0 0 0 0,0-2 0 0,0-4 0 0,-5 0 0 16,2-2 0-16,-5 0 0 16,0-3 0-16,-3-1 0 0,-5-1 0 0,-3-1 0 15,-3 0 0-15,-3 1 0 0,0-1 0 16,-2 2 0-16,-3-2 0 0,-2 0 0 0,-2 4 0 16,0 0 0-16,-2 3 0 0,1 3 0 15,-3 0 0-15,0 4 0 0,-1 0 0 0,3 3 0 16,-1-2-138-16,1 3-346 0,0 0-90 15,2-3-114-15,9-1-180 0,0 0 79 0,0 0 84 16,0 0-637-16,0 0-797 0</inkml:trace>
  <inkml:trace contextRef="#ctx0" brushRef="#br0" timeOffset="163484.38">25148 5914 4203 0,'0'0'327'0,"0"0"34"0,-20-2 21 0,20 2-1 0,0 0-10 16,0 0-23-16,0 0-32 0,0 0-30 15,0 0-31-15,20-10-45 0,-6 6-57 0,3 2-68 16,2-1-76-16,-3-1-87 0,1 1-92 16,-2 2-99-16,0-1-116 0,1 0-111 15,-5 0-125-15,0-1-187 0,-1 1 79 16,-10 2 73-16,17 2-526 0,-17-2-647 0</inkml:trace>
  <inkml:trace contextRef="#ctx0" brushRef="#br0" timeOffset="163668.35">25101 6085 3567 0,'-14'7'290'0,"3"-5"69"16,4 0 35-16,7-2 35 0,-9 4 29 16,9-4 11-16,0 0-7 0,0 0-25 0,0 0-35 15,0 0-36-15,0 0-42 0,0 0-90 16,0 0-234-16,36-11 0 0,-21 7 0 0,2-2 0 15,3 2 0-15,4-4 0 16,-1 4 0-16,0-3-125 0,-3 1-369 0,-1 0-100 16,1 0-142-16,-9 4-132 0,2-2 90 15,-1 0-785-15,1 0-1006 0</inkml:trace>
  <inkml:trace contextRef="#ctx0" brushRef="#br0" timeOffset="164166.34">25749 5711 4751 0,'-7'-16'160'0,"-1"5"-4"0,6 1-5 15,2-3 14-15,4 5-10 0,3-4-13 16,4 2-17-16,3 1-13 0,3 1-10 0,2-1-5 15,-1 6-14-15,0-1-16 0,0 2-2 16,-3 1-11-16,0 2-2 0,0 3-5 0,-3-1-2 16,1 4-8-16,-1 0 0 0,-3 3 1 15,-1 0-11-15,-3 4 6 0,-5 1 13 16,0-3 7-16,-1 5 3 0,-5 3 22 0,-7 6-1 16,-3 3 2-16,2-3-8 0,-6 1 7 15,3-3 6-15,6-5 8 0,-1-6 2 16,6-1 4-16,0-1 6 0,3-1 11 15,1-2 6-15,0-1 9 0,2-7-16 0,4 14-114 16,-1-6 0-16,6-1 0 0,-4 0 0 16,3 2 0-16,3-1 0 0,-1 0 0 0,-3 1 0 15,4 1 0-15,3 4 0 0,-5-3 0 16,3-1 0-16,-6 4 0 0,1-3 0 0,-3 4 0 16,-2-3 0-16,0 0 0 0,-4 0 0 15,-2-1 0-15,1 0 0 0,-8 1 0 0,-2 2 0 16,2-4 0-16,-2-1 0 0,-2 1 0 15,-1-5 0-15,-1 2 0 0,2-4 0 0,0-3 0 16,-3-3 0-16,5-2 0 16,0-4 0-16,2-6-234 0,0-3-708 0,9 1-1 15,2-1 95-15,2 1-929 0,7-2-1206 16</inkml:trace>
  <inkml:trace contextRef="#ctx0" brushRef="#br0" timeOffset="164500.54">26176 5704 4573 0,'-6'-7'-54'0,"6"7"72"0,0 0 45 0,-16 12 47 0,5 0 38 0,4 3 31 0,-2 2 25 16,-3 1 22-16,1 10 13 0,2 1-3 16,0-3-9-16,5-2-15 0,1-2-19 15,3 2-10-15,2-2-12 0,1-2-12 16,6 0-13-16,2-5-12 0,2-1-26 0,6-5-11 15,2-3-7-15,3-4-9 0,5-2-10 16,-2-4-3-16,12-3-9 0,-5-3-3 0,-2 0-1 16,-1-2 16-16,-5-2-3 0,-5 0-68 15,-6 2 0-15,-2-5 0 0,-2 1 0 0,-4-5 0 16,-5 2 0-16,-4-3 0 0,-5-7 0 16,-4 0 0-16,-3 4 0 0,-8 4 0 15,-3 5 0-15,3 6 0 0,-3 4 0 16,4 6 0-16,-4 2-297 0,0 2-503 0,-9 6-142 15,2 2 91-15,1-1-952 0,1 3-1231 16</inkml:trace>
  <inkml:trace contextRef="#ctx0" brushRef="#br0" timeOffset="165551.95">16098 7455 5177 0,'-9'0'478'0,"9"0"-29"0,0 0-37 0,0 0-21 0,-19-2-22 0,19 2-33 15,0 0-55-15,0 0-30 0,0 0-204 0,0 0-47 16,0 0 0-16,23-11 0 15,-6 5 0-15,-2 2 0 0,3 1 0 0,-2 0 0 16,0-3 0-16,-1 3 0 0,-3 1 0 16,3-1 0-16,-1 1 0 0,-3 1-301 0,2-1-246 15,-3-2-114-15,1 4-146 0,-11 0-13 16,16-4 80-16,-16 4-728 0,9 0-915 0</inkml:trace>
  <inkml:trace contextRef="#ctx0" brushRef="#br0" timeOffset="165766.63">16001 7703 4354 0,'-12'12'250'0,"-1"-7"97"0,4-1 65 0,6 1 51 16,-5-2 42-16,8-3 24 0,0 0 9 0,0 0-8 15,0 0-267-15,0 0-263 16,33 0 0-16,-8-4 0 0,0 0 0 0,12 0 0 16,-1-3 0-16,-7 0 0 0,3-2 0 15,-5 2 0-15,-7 3 0 0,-6-1 0 0,-1 2 0 16,1-1 0-16,-5 4 0 0,1-3 0 15,-10 3 0-15,13 0 0 0,-13 0-88 0,0 0-655 16,0 0-138-16,0 0 0 0,0 0 93 16,0 0-848-16,-10 14-1074 0</inkml:trace>
  <inkml:trace contextRef="#ctx0" brushRef="#br0" timeOffset="170532.37">17095 7297 1597 0,'-2'-8'295'0,"2"8"-41"0,0-10 7 0,0 10 13 0,2-11-14 0,-2 3-7 0,0 1-10 0,2-2-7 0,-2 3 20 0,2-1 11 16,-2 7 8-16,2-12-15 0,-2 12-12 16,0-9-33-16,0 9 4 0,0 0 34 15,0 0 9-15,-8 24-1 0,1-2-6 16,-2 13-5-16,-5 11-8 0,-1 3-7 0,1 3-13 16,0 0-13-16,-2-4-19 0,3-3-14 15,3-7-17-15,0-2-95 0,1-4-64 0,4-10 0 16,-2-4 0-16,4-2 0 0,1-4 0 15,-4-2 0-15,4 1 0 0,0-3 0 0,1-4 0 16,1-4 0-16,-6 5 0 16,6-5 0-16,0 0 0 0,-8-20 0 0,8 6 0 15,2-3-291-15,0-18-103 0,6 0-44 16,-1-6-18-16,4-9-7 0,1 13 2 0,1-13 22 16,3 3 23-16,-5 10 51 0,0 3 60 15,1-1 69-15,-5 3 62 0,3 3 63 0,-4 5 51 0,0 5 47 16,-3 4 58-16,1-2 53 15,0 5 34-15,-1-1 20 0,-3 4 8 0,4 1-2 16,-2 2-13-16,1 0-10 0,-3 6 22 16,7-1 20-16,-7 1 7 0,17 9-1 15,-7 4 1-15,8 8 7 0,-2 3-10 0,3 1-4 16,-4 3-27-16,5 2-11 0,-4-4-8 0,4 6-12 16,-5-6-16-16,0 3 0 0,0 0-21 15,-3-9-9-15,-3-2-6 0,-1 0-8 16,-3-3-39-16,4-3-46 0,-6-1-38 15,1-3-57-15,0 0-65 0,-3-1-97 0,-1-3-110 16,0-4-107-16,0 0-164 0,-5 7-54 16,5-7 60-16,0 0-519 0,0 0-643 15</inkml:trace>
  <inkml:trace contextRef="#ctx0" brushRef="#br0" timeOffset="170698.73">17099 7473 3582 0,'-7'-4'182'0,"1"0"38"0,6 4 22 0,0 0 22 0,-12-4 17 0,12 4 12 0,0 0-20 0,0 0-21 16,-4-6-26-16,4 6-21 0,0 0-20 0,0 0-21 16,23-11-22-16,-12 7-69 15,3 0-71-15,1 0-97 0,3 0-127 0,-4-2-145 16,2 1-161-16,2 0-209 0,-3 2 31 16,0-3 71-16,0 3-486 0,1 0-590 0</inkml:trace>
  <inkml:trace contextRef="#ctx0" brushRef="#br0" timeOffset="171015.23">17486 7311 3178 0,'0'0'103'0,"2"-12"64"0,0 5 35 16,-2 7 23-16,3-10 13 0,-3 10 0 0,6-7 5 16,-6 7-15-16,8-5-1 0,-8 5-16 15,0 0-5-15,0 0-15 0,22 9 14 0,-13 1 9 16,-4-2 9-16,-1 8 13 0,-2 2 9 15,-2 0 17-15,-4 4-5 0,2 2 4 0,-7 9-9 16,4-8-2-16,0-4-121 0,1-5-129 16,2 1 0-16,1-5 0 0,-1 0 0 0,2-2 0 15,2-1 0-15,1 1 0 0,5-3 0 16,4-2 0-16,1-2 0 0,4 1 0 0,2-4 0 16,0 0 0-16,0-2 0 0,0-1 0 15,0 1 0-15,1 0 0 0,-4-3 0 0,6 1 0 16,-6-1 0-16,2-1 0 15,-3 1-725-15,-2-2-254 0,2 0 88 0,-3 0 97 16,1-4-839-16,-1 2-1072 0</inkml:trace>
  <inkml:trace contextRef="#ctx0" brushRef="#br0" timeOffset="171282.16">17934 7195 4566 0,'-2'-17'76'15,"-1"8"83"-15,1 1 64 0,-5 0 68 16,7 8 27-16,-2-8 25 0,2 8 15 0,-3-9-33 15,3 9-33-15,0 0-30 0,0 0 10 16,0 0 23-16,0 0 5 0,7 38-189 16,0-8-111-16,0 6 0 0,0 3 0 0,4 14 0 15,-2-2 0-15,-2 1 0 0,2-3 0 16,0-6 0-16,-4-2 0 0,3-3 0 16,-5-1 0-16,3-6 0 0,-2-5 0 0,-3-4 0 15,4-4 0-15,-3-3 0 0,0-3 0 16,0-1 0-16,-1-3 0 0,-1-1 0 0,2 0 0 15,-2-7 0-15,0 7 0 0,0-7 0 16,0 0 0-16,0 0 0 0,0 0 0 0,-9-17-567 16,3 8-443-16,-2 1 116 0,-3-1-1051 15,-3 0-1366-15</inkml:trace>
  <inkml:trace contextRef="#ctx0" brushRef="#br0" timeOffset="172716.43">18510 7412 4937 0,'-9'2'-124'0,"9"-2"97"0,-13 1 53 0,6 4 60 0,7-5 59 0,0 0 47 0,-18 0 52 16,18 0 27-16,0 0 7 0,-12 0 2 0,12 0-7 15,0 0-21-15,0 0-13 16,0 0-21-16,0 0-16 0,26-14-37 0,-3 7-13 0,15-2-19 16,4 0-15-16,2 2-15 15,0-1-75-15,-5-1-28 0,-4 4 0 0,-9 2-109 0,-3-1-98 16,-5 2-86-16,-3 1-110 0,-6 1-96 16,-1-2-97-16,-8 2-193 0,10-1 13 15,-10 1 81-15,0 0-606 0,0 0-758 16</inkml:trace>
  <inkml:trace contextRef="#ctx0" brushRef="#br0" timeOffset="173016.6">18571 7207 3911 0,'-11'-9'186'0,"0"1"34"16,4 2 43-16,2 0 37 15,5 6 23-15,-11-9 7 0,8 5-8 0,3 4-29 16,0 0-34-16,-10-4-24 0,10 4 3 15,0 0 1-15,6 29-13 0,-2-6-17 0,3 10-16 16,3 4-11-16,1 3-9 0,-2-1-84 16,4 11-89-16,-1-5 0 0,-1-7 0 0,-6-2 0 15,4-2 0-15,-3-2 0 0,-1-6 0 16,-2-4 0-16,1-5 0 0,-2-1 0 0,2-1 0 16,-3-2 0-16,-1-4 0 15,2-2 0-15,0 3 0 0,0-6 0 0,-2-4 0 0,2 8 0 16,-2-8 0-16,0 0 0 15,0 0-346-15,0 0-210 0,0 0-111 0,9-29-223 16,-6 17 76-16,-1-2 88 0,1-1-700 16,3 1-876-16</inkml:trace>
  <inkml:trace contextRef="#ctx0" brushRef="#br0" timeOffset="173398.48">19281 7153 3720 0,'2'-7'-73'0,"0"0"60"0,0 0 60 0,-1-1 56 0,1 1 46 15,1 2 39-15,-3 5 28 0,2-9 7 0,-2 9-4 16,0 0 2-16,0 0 52 0,0 0 20 16,0 0 6-16,2 29 3 0,-6-6-15 15,-1 12-7-15,0 4-15 0,-1 0-21 16,1-1-21-16,-2 1-22 0,0-1-19 0,0-1-19 16,-1-2-16-16,3 0-115 0,-4-10-32 15,4-2 0-15,-1-3 0 0,3-3 0 16,-3-2 0-16,2-1 0 0,3-4 0 0,-1-1 0 15,-1-1-265-15,3-6-104 0,0-2-74 16,0 0-48-16,0 0-20 0,0 0-5 0,6-31 3 16,4-1 24-16,1-2 20 0</inkml:trace>
  <inkml:trace contextRef="#ctx0" brushRef="#br0" timeOffset="173581.1">19252 7444 3448 0,'11'-38'-167'0,"-2"3"84"0,-2 4 74 16,1 5 79-16,-5 9 64 0,2 2 43 16,-1 3 36-16,-2 2 17 0,-1 4 4 0,-1 6 54 15,10-5 34-15,-10 5 10 0,0 0-7 16,19 13-4-16,-10-3-7 0,5 5-9 0,5 6-23 15,-2 3-29-15,2-4-24 16,-4 6-22-16,2-4-22 0,-1 0-17 0,-3-2-29 16,-1-4-45-16,-3 1-52 0,-2-4-54 15,2 1-65-15,-4-5-76 0,1 4-76 0,-3-4-85 16,-3 1-110-16,2-3-122 0,-4 1-129 16,-1 2-106-16,-5-3 53 0,3-3-671 0,-2-1-852 15</inkml:trace>
  <inkml:trace contextRef="#ctx0" brushRef="#br0" timeOffset="173748.03">19317 7503 4260 0,'-9'-5'213'16,"0"2"52"-16,0-2 57 0,6 3 42 15,3 2 28-15,0 0 14 0,-11-6-37 16,11 6-26-16,0 0-41 0,0 0-35 0,-8-4-23 16,8 4-26-16,0 0-30 0,20-5-150 15,-6 1-38-15,1 0 0 0,5 0-172 0,-6 0-181 16,6-1-166-16,-1-3-191 0,0-4-162 15,-2 4 72-15,1-4 96 0,-4 3-677 0,-1 1-835 16</inkml:trace>
  <inkml:trace contextRef="#ctx0" brushRef="#br0" timeOffset="174048.45">19605 7265 4194 0,'0'-5'186'0,"0"5"15"0,0-11 10 16,0 11 9-16,10-15 28 0,-5 8 1 15,7-1-12-15,-1 0-16 0,7 4-17 0,-5 1-23 16,2 6-17-16,-2-3-10 0,0 8-13 16,5 1-9-16,-11 3-5 0,13 8 8 0,-11 2 22 15,-4-3 17-15,0 4 20 0,-5 0 16 16,-3 4 17-16,1-4-203 0,-1 4-24 0,-3-5 0 16,3-3 0-16,-1 1 0 0,2-5 0 15,0-3 0-15,0 0 0 0,0-5 0 16,2 2 0-16,2 0 0 0,2-5 0 0,2 1 0 15,1-3 0-15,0 2 0 0,-7-4 0 16,22-4 0-16,-9 1 0 0,0-2 0 16,5-4 0-16,-1-1 0 0,4-8 0 0,2-3 0 15,-5 0-1029-15,5-2 70 0,-3 3-1151 16,-4-3-1519-16</inkml:trace>
  <inkml:trace contextRef="#ctx0" brushRef="#br0" timeOffset="174348.81">20007 7211 5734 0,'-2'-9'118'0,"1"-1"35"16,1 4 21-16,0 6 34 0,5-13 21 15,1 5 1-15,0 4-16 0,-6 4-17 0,17-2-16 16,-6 4-14-16,3 2-12 0,-3 5-11 16,3 5-11-16,-3 2 12 0,-4 14-136 0,1 3-9 15,-8-6 0-15,-1 10 0 0,-6 0 0 16,0-2 0-16,-1 2 0 0,5-4 0 0,-3-6 0 15,3-7 0-15,0-2 0 0,1-7 0 16,0 1 0-16,2-3 0 0,4 0 0 0,2-5 0 16,3-2 0-16,4 0 0 0,1-6 0 15,5 3 0-15,2-6 0 0,0 0 0 16,1-1 0-16,7-6 0 0,-4 4 0 16,-8 1 0-16,5-1 0 0,3-5 0 0,-5 3 0 15,-4-3-885-15,-2 4-87 0,-1-1-1182 16,-1 4-1562-16</inkml:trace>
  <inkml:trace contextRef="#ctx0" brushRef="#br0" timeOffset="174567.53">20360 6982 5862 0,'-2'-15'205'16,"-1"2"30"-16,3 3 17 0,2 2 27 16,3 5 20-16,-5 3-1 0,20-2 3 15,-2 7-16-15,1 5-110 0,5 11-175 0,1 4 0 16,0 16 0-16,-4 4 0 0,-6 5 0 0,-5 3 0 15,-6 4 0-15,-6 1 0 16,-1 2 0-16,-9 1 0 0,-1-3 0 0,-7-2 0 16,-3-2 0-16,-4-4 0 0,1-2 0 15,-2-7 0-15,-3-4 0 0,1-3 0 0,-7-8 0 16,6-4-8-16,4-5-870 0,-8-3-62 16,-1-6 62-16,1 0-988 0,-3-2-1291 0</inkml:trace>
  <inkml:trace contextRef="#ctx0" brushRef="#br0" timeOffset="175064.48">16970 6962 5320 0,'-13'-13'-117'0,"-5"6"23"0,3 5 32 0,0 8 53 0,-16 10 48 0,1 14 50 0,-3 15 46 0,3 6 27 16,-4 22 17-16,9-10 14 0,0 17 4 15,10-10 5-15,9 0-2 0,2-3-15 16,10 1-15-16,7-2-14 0,9-4-15 0,4-4-16 16,10-3-26-16,13 6-21 0,10-10-48 15,-11-17-81-15,6 0-115 0,-1-8-151 0,6-8-169 16,2-5-217-16,0-5-104 0,-15-4 81 16,1-6-690-16,5 0-866 0</inkml:trace>
  <inkml:trace contextRef="#ctx0" brushRef="#br0" timeOffset="175614.65">20964 7163 4064 0,'4'-4'88'0,"0"-2"43"0,-4 6 17 0,3-4 16 0,-3 4 11 0,0 0 4 0,0-8-6 0,0 8 17 15,0 0 38-15,-5 24 14 0,-2-3 4 16,-2 0-8-16,-2 14-4 0,-5 1-7 16,2 9-9-16,-2 0-14 0,-1-3-20 0,3-6-19 15,5 0-13-15,-6-1-15 0,3-6-14 16,-1 0-14-16,1-2-32 0,1-8-42 0,6-1-55 16,-3-7-58-16,2 0-83 0,0-2-87 15,1-5-111-15,-1-4-101 0,6 0-82 0,0 0-80 16,-15-12-108-16,7 0 4 0,5-6 63 15,-5-4-535-15,3-11-662 0</inkml:trace>
  <inkml:trace contextRef="#ctx0" brushRef="#br0" timeOffset="175847.5">20655 7277 3408 0,'-9'-21'125'0,"1"4"67"15,5 5 61-15,-3 2 61 16,1 0 32-16,2 3 23 0,-1-1 5 0,0 4-15 16,4 4-27-16,0 0 50 0,0 0 39 15,0 0 21-15,22 19-13 0,1 6-23 0,7 8-367 16,6-1-39-16,4 4 0 0,0 1 0 15,-2-1 0-15,0 0 0 0,-2-3 0 16,-2 0 0-16,-1-3 0 0,-10-7 0 0,-4-2 0 16,-4-4 0-16,-1-5 0 0,-5 0 0 15,-1-4 0-15,-1 0 0 0,-1-2 0 0,-2-2 0 16,-4-4 0-16,8 3 0 0,-8-3 0 0,0 0-265 16,0 0-561-16,0 0-120 15,5-13 90-15,-5 13-946 0,0 0-1230 0</inkml:trace>
  <inkml:trace contextRef="#ctx0" brushRef="#br0" timeOffset="176855.57">21255 7385 4845 0,'4'-8'-20'0,"0"1"81"0,-1 1 72 0,-3 6 57 0,1-8 52 0,-1 8 32 0,0-7 17 16,0 7-11-16,0 0-20 0,0 0 9 15,0 0 23-15,0 0-17 0,13 29-13 0,-7-8-22 16,1 9-8-16,2 5-167 0,0-1-65 16,-2-3 0-16,2 1 0 0,-4-6 0 15,1-3 0-15,-3-1 0 0,1-2 0 0,0-1 0 16,-1-4 0-16,-3-2 0 0,2-1 0 16,1-1-40-16,-3-4-341 0,0 0-87 15,0-7-82-15,0 0-75 0,0 0-83 0,0 0-68 16,0 0 71-16,-14-25-634 0,14 5-796 15</inkml:trace>
  <inkml:trace contextRef="#ctx0" brushRef="#br0" timeOffset="177247.71">21361 7357 3497 0,'-2'-17'-22'0,"0"2"76"15,-1 3 79-15,1 3 47 0,2-1 31 16,-1 1 21-16,1 1 4 0,0-1-6 0,1 1-9 16,1-2-19-16,7 2-21 15,-2 2-18-15,0 1-14 0,5-1-16 0,1 5-9 0,0-2-11 16,-13 3-14-16,32 8-6 0,-14-1-7 15,0 3-6-15,-4 0-6 0,2 4 2 16,-3 3 1-16,-1 0 5 0,-3 2-7 16,-1 1 1-16,-5 5 0 0,-3 0-5 0,0-4 7 15,0 0 8-15,0-3-3 0,0-2-6 16,0-3-3-16,2 0-1 0,0-1-5 0,0-2 3 16,3 0-1-16,0 1-2 0,2-1-4 15,3 0-3-15,0 2-3 0,-3-3-4 16,4 4-8-16,3-1-1 0,-5 0 4 0,4 3-3 15,-1-1-28-15,-2-3-18 0,-3 3 0 16,1-1 0-16,-4 1 0 0,0 2 0 0,-2-3 0 16,-4 1 0-16,0 1 0 15,-4 1 0-15,-4 1 0 0,-1-1 0 0,-3-1 0 16,-4 4 0-16,-2-7 0 0,4 1 0 16,-6-4 0-16,5-4 0 0,-2-1 0 0,4-4 0 15,-4-4 0-15,4-3 0 0,2-2 0 16,-1-2-440-16,3-6-203 0,3 4-155 0,2-3-75 15,2 2 90-15,2-1-800 0,2 1-1024 16</inkml:trace>
  <inkml:trace contextRef="#ctx0" brushRef="#br0" timeOffset="177530.08">21786 7221 4751 0,'0'-17'162'0,"-2"3"53"0,2 5 32 0,-2 1 55 0,2 8 27 0,0-12 3 0,0 12-33 16,0 0-28-16,0 0-10 0,0 0 28 0,0 0 21 16,0 0-15-16,17 39-167 0,-8-8-128 15,-3 3 0-15,4 4 0 0,-3 2 0 0,0 10 0 16,0-7 0-16,-2-1 0 0,-1 0 0 16,-2-1 0-16,0-3 0 0,0-4 0 0,-2-5 0 15,0-6 0-15,0 1 0 0,-2-7 0 16,2-1 0-16,2-3 0 0,-2-1 0 15,0-4 0-15,0-2 0 0,0-6-366 16,0 5-388-16,0-5-154 0,0 0 59 0,0 0 87 16,13-31-786-16,-5 11-992 0</inkml:trace>
  <inkml:trace contextRef="#ctx0" brushRef="#br0" timeOffset="177780.29">21994 7267 4275 0,'1'-17'121'0,"-2"9"84"0,-2-2 67 0,3 3 52 16,0 7 33-16,-2-10 20 0,2 10-1 15,0 0-5-15,0 0 1 0,0 0 28 0,0 0-3 16,8 29-53-16,0-6-344 0,-3 13 0 16,1 6 0-16,2 10 0 0,-2 3 0 15,1-3 0-15,-2 2 0 0,1-9 0 0,-2-3 0 16,2 3 0-16,0-6 0 0,-1 3 0 16,1-9 0-16,-3-5 0 0,1-6 0 0,1-4 0 15,-3-5 0-15,0 1 0 0,-1-3 0 16,1-3 0-16,2-1 0 0,-2-1 0 0,-2-6 0 15,0 0 0-15,0 0 0 0,0 0 0 16,16-15-646-16,-15 7-340 0,7-6 100 0,-3 1-1043 16,6-7-1351-16</inkml:trace>
  <inkml:trace contextRef="#ctx0" brushRef="#br0" timeOffset="178030.23">22629 7370 5951 0,'-11'-6'353'0,"4"2"56"0,-1-2 32 15,4 2 20-15,4 4 13 0,0 0-372 0,0 0-102 16,-4-8 0-16,4 8 0 0,19-3 0 16,1-1 0-16,-4 2 0 0,7 1 0 0,2 0 0 15,-4-2 0-15,0 0 0 16,4 1 0-16,-6 0 0 0,2 1 0 0,-4 1 0 15,0 0 0-15,0 0 0 0,-2 0 0 16,1 0 0-16,-3 1-738 0,1 1-244 0,-7 0 97 16,-1 4-1015-16,-6 0-1322 0</inkml:trace>
  <inkml:trace contextRef="#ctx0" brushRef="#br0" timeOffset="178247.48">22611 7623 5739 0,'-12'2'289'16,"1"1"82"-16,3-3 72 0,8 0 65 15,0 0 22-15,-16 3-219 0,16-3-311 0,0 0 0 16,0 0 0-16,0 0 0 0,0 0 0 16,37-13 0-16,-13 6 0 0,11-1 0 15,-2-1 0-15,-7 2 0 0,-1-1 0 0,-4 4 0 16,-2-1 0-16,0 0 0 0,-5 1 0 16,-1 1 0-16,-4 1 0 0,-1 0 0 0,-8 2 0 15,0 0 0-15,13 4 0 0,-13-4 0 16,0 0 0-16,0 0-593 0,-16 14-381 0,3-9 78 15,-1 0-1052-15,0 0-1368 16</inkml:trace>
  <inkml:trace contextRef="#ctx0" brushRef="#br0" timeOffset="183247.86">23449 7313 3471 0,'2'-9'282'0,"0"2"20"0,0-1-18 0,0 1 5 0,-2 2-1 0,0 5 1 0,0-12 1 0,0 12-20 16,0-12-15-16,0 12-6 0,2-9-13 15,-2 9-23-15,0 0-25 0,0 0-20 0,0 0 11 16,0 0 11-16,5 28-5 0,-1-4-12 15,0 11-14-15,-1 4-9 0,4 1-69 0,-3 2-81 16,-3-2 0-16,1 1 0 16,-2-2 0-16,0-3 0 0,0-5 0 0,-2-8 0 15,2 0 0-15,-3-1 0 0,1-7 0 16,-3 1 0-16,3-5 0 0,2 1 0 0,-1-4 0 16,-1 1 0-16,0-5 0 0,2-4 0 15,0 0 0-15,0 0 0 0,0 0-45 0,0 0-576 16,0 0-119-16,0-27-161 0,5 8 75 15,4-2 81-15,0 3-722 0,6-9-915 0</inkml:trace>
  <inkml:trace contextRef="#ctx0" brushRef="#br0" timeOffset="183563.62">23701 7426 3755 0,'5'-9'-25'0,"1"2"77"16,-1 0 35-16,2-1 36 0,-2 2 35 0,3-2 29 15,-3 1 16-15,7 3 2 0,-2-2-6 16,1 2-12-16,3 0-18 0,-5 4-6 0,-9 0-9 15,25 5 1-15,-14 4-3 0,-2 0 8 16,-1 5 7-16,2 5 20 0,-7 4 11 0,1 0 8 16,-4 1 10-16,0 2 7 0,-2-2 9 15,0 0-6-15,0-1-17 0,2-5 1 0,-1-1-177 16,-1-4-33-16,2-3 0 0,0 0 0 16,2-1 0-16,1-3 0 0,5 2 0 0,6-4 0 15,-2 0 0-15,6-2 0 16,0-1 0-16,4-1 0 0,-3 0 0 0,4-1 0 0,-2-1 0 15,-2 2 0-15,-1-1 0 16,4-2 0-16,-7 3 0 0,-2 0 0 0,-2-3 0 16,3 3 0-16,-3-1 0 0,0-3-90 15,-4 0-455-15,0 3-91 0,-7 1-114 0,12-7-96 16,-8 5 75-16,-4 2-778 0,4-7-991 16</inkml:trace>
  <inkml:trace contextRef="#ctx0" brushRef="#br0" timeOffset="184029.35">24687 7221 4561 0,'-5'-11'147'16,"-1"1"45"-16,1 0 47 0,-1 4-4 16,2 3 37-16,4 3 8 0,-15-3 3 0,15 3-2 15,-23 14-6-15,10 1-10 0,-7 10-12 16,6 6-20-16,-2 0-15 0,1 3-20 0,5 0-19 15,-1 3-99-15,0-4-80 16,1 2 0-16,2-2 0 0,3-2 0 0,-4-8 0 0,6-2 0 16,-3-6 0-16,3 1 0 15,1-6 0-15,-2 1 0 0,2-3 0 0,-2-3 0 16,4-5-297-16,-3 5-123 0,3-5-35 16,0 0-24-16,0 0-12 0,-16-25 0 0,10 8 31 15,3-7 40-15,-6-9 77 0,4-2 89 16,-1 2 92-16,5 4 83 0,-3 6 86 15,2 0 87-15,-2 5 70 0,2 1 53 0,2 3 25 16,-1 2 26-16,2 2 25 0,1 3 37 16,4 2 26-16,-6 5 14 0,21-2 8 0,-21 2-5 15,38 13-12-15,-9-1-24 0,1 6-32 16,2 0-49-16,-1 3-256 0,-1-1 0 0,-1 4 0 16,-2-3 0-16,-2 0 0 0,-3 0 0 15,-6-7 0-15,-2 1 0 0,-2-5 0 0,0 2 0 16,-3-3 0-16,-1-2 0 15,-1-2 0-15,-1 1 0 0,0-2 0 0,-6-4-215 16,10 1-369-16,-10-1-129 0,0 0-179 16,0 0 71-16,2-13 91 0,-2 13-711 0,-12-12-890 15</inkml:trace>
  <inkml:trace contextRef="#ctx0" brushRef="#br0" timeOffset="185947.5">25087 7120 4000 0,'-3'-6'4'0,"-1"0"43"0,4 6 35 0,-5-9 44 0,3 5 34 0,2 4 21 16,-6-7 17-16,6 7 4 0,-4-5-8 16,4 5-3-16,0 0-13 0,0 0 24 15,0 0 49-15,0 0 11 0,8 37-3 16,-4-12 1-16,1 12 3 0,1 2 0 0,-2 7-1 16,4 5-5-16,-5 2 2 0,1-9-169 15,-2-1-90-15,0-3 0 0,0-2 0 0,-1 0 0 16,-1-10 0-16,2-5 0 0,-2-3 0 15,0-3 0-15,0-1 0 0,0-4 0 0,0 1 0 16,0-3 0-16,0-3 0 0,0 1 0 16,0-1 0-16,0-7 0 0,2 5 0 0,-2-5 0 15,0 0 0-15,0 0 0 0,10-16 0 16,-4 7-164-16,1-9-669 0,1-1-118 0,2 1 84 16,-3-3-961-16,6-7-1256 0</inkml:trace>
  <inkml:trace contextRef="#ctx0" brushRef="#br0" timeOffset="186145.03">25500 7327 5546 0,'0'0'227'0,"-4"-13"40"16,4 13 27-16,0 0 8 0,0 0 5 0,0 0-7 16,0-8-23-16,0 8-30 0,4-3-28 15,-4 3-23-15,12-7-187 0,0 2-9 0,3-1 0 16,5 3 0-16,-1-1 0 0,1 0 0 15,2 2-143-15,-3-2-250 0,-2 1-113 16,-2 1-107-16,-2 2-140 0,-3 0-66 0,-10 0 80 16,12 7-698-16,-12-2-887 0</inkml:trace>
  <inkml:trace contextRef="#ctx0" brushRef="#br0" timeOffset="186331.33">25519 7508 4231 0,'-8'5'207'0,"-2"1"65"16,7-5 69-16,3-1 39 0,-8 5 31 0,8-5 0 15,0 0-5-15,0 0-8 0,0 0-39 16,0 0-27-16,0 0-34 0,0 0-153 0,0 0-145 16,42-14 0-16,-19 7 0 0,9-2 0 15,6-2 0-15,-2 1 0 0,-2 0 0 16,3 1 0-16,-6-1-290 0,-4 1-284 0,-5 2-146 16,-3 0-175-16,-4 0 84 0,1 2 92 15,-7 2-703-15,-1-1-874 0</inkml:trace>
  <inkml:trace contextRef="#ctx0" brushRef="#br0" timeOffset="186578.43">25998 7056 4287 0,'-1'-14'213'0,"-1"4"58"0,2 1 51 16,-2 2 24-16,2 7 13 0,-2-8-9 16,2 8-30-16,0 0-22 0,0 0 28 15,0 0-16-15,7 23-23 0,5 7-6 0,-2 2-60 16,-1 4-221-16,1 0 0 0,-3 3 0 0,3 3 0 15,-2-3 0-15,-4 3 0 0,1-3 0 16,1 1 0-16,-4-6 0 0,-1-5 0 16,1-8 0-16,-2-1 0 0,2-5 0 15,-2 1 0-15,2-4 0 0,-2 0 0 0,2-3 0 16,-2-4 0-16,0-5-353 0,0 0-393 16,0 0-178-16,0 0 68 0,0 0 97 0,12-31-790 15,-7 10-991-15</inkml:trace>
  <inkml:trace contextRef="#ctx0" brushRef="#br0" timeOffset="186947.84">26276 7038 4549 0,'-2'-5'196'0,"2"5"48"0,-5-10 20 16,1 5 1-16,4 5 11 0,0 0 9 16,9-10 4-16,-9 10-18 0,14-5-24 15,-2 5-23-15,-12 0-18 0,26 6-18 0,-6 5-12 16,1 6-11-16,-3 7 1 0,0 6 5 15,-5 1-162-15,-6 2-9 0,-2 2 0 0,-5 6 0 16,-5-2 0-16,-2-1 0 0,-2 1 0 16,-2-3 0-16,-1-4 0 0,1-2 0 15,3-8 0-15,2-5 0 0,2-3 0 0,2-4 0 16,0-1 0-16,6-1 0 0,2-2 0 16,7-1 0-16,0-2 0 0,3-1 0 0,2 0 0 15,6-2 0-15,1-2 0 0,1 0 0 16,-4 1 0-16,-2 1 0 0,-1-2 0 0,3-1 0 15,-8 3 0-15,-1 0 0 0,3-1 0 16,-7 1 0-16,-9 0 0 0,20 0 0 0,-20 0 0 16,13-1 0-16,-13 1 0 0,10 0 0 15,-10 0 0-15,0 0 0 0,0 0 0 0,0 0 0 16,0 0 0-16,-25-14 0 0,9 8-420 16,-1 2-594-16,-6 0-1284 0,-2-3-1697 0</inkml:trace>
  <inkml:trace contextRef="#ctx0" brushRef="#br0" timeOffset="187880.58">16387 8956 2956 0,'-20'3'684'0,"6"1"-131"0,1-3-51 16,2 1-33-16,2-2-21 0,9 0-33 0,-14 1-36 0,14-1-36 16,0 0-2-16,0 0-6 0,0 0 2 15,0 0-7-15,0 0-231 0,0 0-99 0,0 0 0 16,50 0 0-16,-23-3 0 0,0 2 0 16,-3-3 0-16,-3 4 0 0,-2-2 0 15,-2 2 0-15,-1-1 0 0,-3 1 0 0,1 0 0 16,-5 1-362-16,0-1-380 0,-9 0-174 15,19 2 61-15,-13 3 95 0,-2 2-790 0,-4 0-992 16</inkml:trace>
  <inkml:trace contextRef="#ctx0" brushRef="#br0" timeOffset="188111.79">16328 9143 4627 0,'-10'0'232'0,"10"0"75"0,-14 0 53 15,14 0 40-15,0 0 39 0,-9 0 25 16,9 0-7-16,0 0-19 0,0 0-19 0,0 0-371 15,0 0-48-15,0 0 0 0,38 4 0 0,-9-4 0 16,-1 4 0-16,1-6 0 16,0 4 0-16,-8-2 0 0,-1 0 0 0,0 0 0 15,-6 2 0-15,0-2 0 0,-3 0 0 16,-11 0 0-16,20-2 0 0,-15 2 0 0,-5 0 0 16,0 0 0-16,0 0 0 0,0 0 0 15,0 0 0-15,0 0-443 0,0 0-377 0,0 0-89 16,-25 18 64-16,16-15-915 0,-5 1-1190 15</inkml:trace>
  <inkml:trace contextRef="#ctx0" brushRef="#br0" timeOffset="189778.56">17612 8857 4663 0,'0'-10'-117'0,"-4"2"64"0,2 0 65 0,0-1 50 0,-1 1 42 15,-1-2 54-15,0 3 48 0,1-1 13 0,0 1 6 16,3 7-18-16,-8-9-15 0,8 9-15 16,0 0 11-16,0 0 6 0,-28 24-5 0,15-1-8 15,-3 4-8-15,7 4-13 16,-7 4-12-16,5 2-8 0,-7 6-11 0,7-9-10 15,2 3-7-15,2-4-16 0,-2-12-13 16,4 0-7-16,-1-3-6 0,5-3-9 0,-3-1-44 16,0-2-17-16,4-4 0 15,-2 1-47-15,0-3-61 0,2-6-56 0,0 0-52 0,0 0-41 16,0 0-40-16,0 0-38 0,0-29-22 16,2 4-5-16,6-11 6 0,-3-4 20 0,3-12 36 15,-1-1 32-15,1 2 28 0,2 10 52 16,-7 4 69-16,3 2 65 0,-3 7 64 15,0 9 71-15,-1 2 42 0,-2 5 28 0,2 0 19 16,-2 2 5-16,4 1-12 0,-2 4 2 16,-2 5 46-16,0 0 30 0,0 0 17 15,26 14 0-15,-13 0-6 0,10 10-5 0,2 3 0 16,8 10-30-16,-1-2-18 0,0 3-17 16,2-1-19-16,1 0-18 0,-9-3-17 0,1-2-21 15,-4-3-32-15,-6-4-39 0,1-4-36 16,-7-1-23-16,-1-5-47 0,-5-3-60 0,3 1-43 15,-5-5-33-15,1-1-48 0,-4-2-48 16,0-5-52-16,0 0-38 0,0 0-26 0,0 0-27 16,0 0-22-16,-29-20-13 0,18 7 7 15,-3-3 47-15</inkml:trace>
  <inkml:trace contextRef="#ctx0" brushRef="#br0" timeOffset="189933.43">17791 9099 3061 0,'-15'-14'-92'0,"1"2"73"0,3 3 65 16,-1 1 56-16,5 2 54 0,-2 2 54 0,-2-1 35 15,2 0 28-15,2 2 7 0,-1-3-2 0,8 6-11 16,-10-5-24-16,5 2-30 0,5 3-17 15,0 0-21-15,0 0-18 0,0 0-9 16,0 0-34-16,0 0-20 0,0 0-43 16,0 0-58-16,0 0-72 0,21 14-97 0,-14-13-99 15,4 1-103-15,-11-2-101 0,23-5-169 16,-9 1-6-16,1-2 69 0,-1-1-407 0,4-4-469 16</inkml:trace>
  <inkml:trace contextRef="#ctx0" brushRef="#br0" timeOffset="190211.97">17978 8845 2672 0,'1'-5'68'0,"3"0"66"0,-2 1 44 16,-2 4 28-16,6-7 26 16,-6 7 13-16,4-6 2 0,2 3-8 0,-6 3-14 15,13-7-12-15,-5 7-15 0,-8 0-10 16,18 6-10-16,-4 0 6 0,-1 5-4 0,1 3 10 16,-5 6-2-16,2 7 11 0,-4-4 12 15,-3 4 11-15,-6-2 13 0,-3 10 6 0,-1-1 6 16,1-2 4-16,-1 1-5 0,-1-8-14 15,2-6-90-15,2-1-142 0,1-7 0 0,-2 1 0 16,4 0 0-16,2-1 0 0,2-5 0 16,2 2 0-16,2-4 0 0,1-1 0 15,3-1 0-15,1-2 0 0,3-4 0 16,2 1 0-16,11-9 0 0,-3-3-397 0,3-5-224 16,0-1-120-16,1-8-144 0,2 0 92 15,-8 2-824-15,-2 3-1056 0</inkml:trace>
  <inkml:trace contextRef="#ctx0" brushRef="#br0" timeOffset="190495.3">18476 8874 4555 0,'-7'0'78'16,"7"0"63"-16,0 0 48 0,-15-8 42 15,15 8 33-15,-5-3 9 0,5 3-4 0,-9-6-19 16,9 6-24-16,0 0-20 16,0 0-18-16,0 0-22 0,0 0-13 0,0 0-14 15,0 0-13-15,29 19-8 0,-19-6-1 16,-2 4 4-16,-3 4 0 0,1 2 34 0,-6 1-50 15,-2 4-105-15,-4 8 0 0,1-2 0 16,-3-2 0-16,2-8 0 0,2-3 0 0,2-3 0 16,0-3 0-16,2-3 0 0,0-3 0 15,0 3 0-15,8-2 0 0,-2-2 0 0,5 1 0 16,1-4 0-16,1-2 0 0,2-1 0 16,6 0 0-16,-5-2 0 0,1-2 0 0,2 0 0 15,1-1 0-15,0 0 0 0,3-3 0 16,-2 0 0-16,10-7-179 0,-7 5-648 0,-1 0-122 15,5-5 89-15,-3 3-968 16,6-3-1256-16</inkml:trace>
  <inkml:trace contextRef="#ctx0" brushRef="#br0" timeOffset="190795.12">19451 8765 5301 0,'-2'-9'1'16,"0"3"59"-16,1 0 46 0,1 6 41 15,0 0 46-15,-5-10 11 0,5 10-2 0,0 0 28 16,0 0 12-16,-15 22 0 0,6-5-7 16,-7 12-23-16,1 2-23 0,-2 14-12 0,-3-4-12 15,0 3-18-15,3 0-15 0,2-10-126 16,-1 2-6-16,7-5 0 0,-5-2 0 0,7-5 0 15,-1-7 0-15,3-1 0 0,-1-3 0 16,1-2-274-16,4-2-105 0,-3-4-113 0,0-2-91 16,4-3-84-16,0 0-108 15,0 0 32-15,-11-12-712 0,9 0-904 0</inkml:trace>
  <inkml:trace contextRef="#ctx0" brushRef="#br0" timeOffset="191011.13">19209 8876 4043 0,'0'-15'106'0,"-2"5"76"16,2 2 51-16,-2 2 38 0,2 6 36 0,0-9 10 15,0 9 32-15,0 0 47 0,0 0 11 16,0 0 18-16,31 16-15 0,-18 0-14 0,6 4-47 16,3 3-349-16,0 4 0 0,1-1 0 15,0 3 0-15,-5-6 0 0,5 5 0 0,-3-4 0 16,-4-2 0-16,0-5 0 0,-5-5 0 16,-2 1 0-16,2-3 0 0,-4-1 0 15,0-3 0-15,-1 2 0 0,0-4 0 0,-2 0 0 16,-4-4 0-16,7 4 0 0,-7-4 0 15,0 0-395-15,0 0-245 0,0 0-140 16,0 0-78-16,0 0 70 0,2-16-821 0,-2 16-1048 16</inkml:trace>
  <inkml:trace contextRef="#ctx0" brushRef="#br0" timeOffset="191627.71">20118 8592 4428 0,'-4'-14'5'0,"0"4"49"0,2 3 42 0,-2 3 36 0,1 0 18 0,3 4 28 15,0 0 28-15,-27 17 26 0,6 8 18 0,4 7 13 16,-6 8-13-16,4 7-7 16,5-1-5-16,5-5-14 0,6 2-17 0,1 2-16 15,5-2-17-15,5-2-16 0,3-4-16 16,3-1-15-16,0-5-12 0,6-2-12 16,-1-3-78-16,2-3-25 0,-6-6 0 0,0-5 0 15,3-2 0-15,-5-3-26 0,0-2-178 0,0-2-86 16,1-3-118-16,-3-2-125 0,2-2-134 15,-1 0-171-15,-1-3 77 0,1 1 88 0,-2-4-616 16,-1 3-749-16</inkml:trace>
  <inkml:trace contextRef="#ctx0" brushRef="#br0" timeOffset="191844.54">20453 8743 3903 0,'0'-9'234'16,"0"2"42"-16,0 7 22 0,0-8 2 0,0 8 28 15,0 0 38-15,0 0 9 0,0 0-32 16,-5 32-24-16,3-13-23 0,2 0-26 0,-3 2-29 16,3 4-8-16,3 0-44 15,-1 1-9-15,0-3-140 0,-2 0-40 0,2 1 0 16,-1-6 0-16,1 0-95 0,0-3-147 16,0-1-76-16,0-4-93 0,0-2-91 0,-2-1-112 15,0-7-150-15,-2 5 9 0,2-5 77 16,0 0-619-16,0 0-754 0</inkml:trace>
  <inkml:trace contextRef="#ctx0" brushRef="#br0" timeOffset="192248.03">20432 8644 3502 0,'2'-14'13'0,"-2"2"58"16,2 1 48-16,-2 3 38 0,4-1 34 16,-3 1 31-16,4 0 15 0,1 2 1 0,-1 0-2 15,3 1-12-15,-8 5-11 16,13-4-15-16,-13 4-2 0,19 4-14 0,-9 0-15 0,-1 3-15 15,1 3-13-15,-3 2-7 16,1 1-7-16,-2 4 2 0,-4-1 9 0,-1 4 0 16,-4 0-16-16,-5 12-10 0,-2-4-7 15,-3 1-7-15,4-5-29 0,3-7 8 0,-2-1 0 16,5-3-5-16,1-3 2 16,2 2 2-16,0-4 5 0,3 1 0 0,3 1-21 15,1 0-58-15,5-1 0 0,3 3 0 0,1 0 0 16,-1 1 0-16,0-3 0 0,8 9 0 15,-8-5 0-15,1-2 0 0,-3 1 0 0,-2-2 0 16,-5 1 0-16,2-4 0 0,-5 3 0 16,3-3 0-16,-2 2 0 0,-4-1 0 15,0-1 0-15,-2 1 0 0,-4-1 0 0,1 1 0 16,-4 0 0-16,-5-1 0 0,-6 1 0 16,5-2 0-16,-2-4 0 0,-2-1 0 0,2-2 0 15,-2-2 0-15,2-2 0 0,-3-5 0 16,6 3 0-16,3-6-971 0,0 2 9 0,4-2 103 15,3 3-977-15,2-1-1263 0</inkml:trace>
  <inkml:trace contextRef="#ctx0" brushRef="#br0" timeOffset="192544.45">20850 8781 5392 0,'2'-11'63'0,"1"1"71"0,-3 1 63 0,-1 1 43 0,2 3 28 0,-1 5 2 15,0-9-13-15,0 9-16 0,2-7-19 0,-2 7-12 16,0 0-6-16,0 0-6 0,21 17-9 16,-13 0-83-16,-3 0-106 0,-1 7 0 0,0 1 0 15,-1 0 0-15,-3 4 0 0,-3 10 0 16,6-10 0-16,-3-2 0 0,0-3 0 0,1-5 0 16,-1 0 0-16,4 1 0 0,2-5 0 15,-5-1 0-15,5-3 0 0,1 0 0 0,2-4 0 16,-4-4 0-16,4-1 0 0,4-2 0 15,-13 0 0-15,22-6 0 0,-8 0 0 16,-2 1 0-16,2-3 0 0,1-1 0 0,5 0-236 16,-8 1-787-16,4-1 94 0,1 1 106 15,-1 1-939-15,-4 0-1192 0</inkml:trace>
  <inkml:trace contextRef="#ctx0" brushRef="#br0" timeOffset="192827.73">21232 8667 4936 0,'-3'-13'258'0,"-5"3"52"0,6 1 48 16,0 4 31-16,-1-2-3 0,1 2-6 16,2 5-26-16,0 0-25 0,0 0 1 15,0 0-169-15,7 18-161 0,1 0 0 16,6 9 0-16,-5 6 0 0,0 4 0 0,-1 1 0 16,0 16 0-16,-5-1 0 0,1 1 0 15,0-9 0-15,-2-1 0 0,0-1 0 0,-2-1 0 16,0-5 0-16,-2 0 0 0,0-7 0 15,0-8 0-15,0-1 0 0,2-6 0 0,-4 1 0 16,4-4 0-16,0-2 0 0,0-1 0 16,0-3 0-16,0-6 0 0,0 0 0 0,0 0 0 15,0 0 0-15,0 0-29 0,12-18-776 16,-11 7-152-16,1 1 83 0,3-2 97 16,-1-2-838-16,-1 1-1055 0</inkml:trace>
  <inkml:trace contextRef="#ctx0" brushRef="#br0" timeOffset="193127.82">21594 9041 5085 0,'-13'-3'395'15,"4"-1"43"-15,3 3 33 0,6 1 32 16,-9-4 10-16,9 4-10 0,0 0-220 0,0 0-283 15,0 0 0-15,0 0 0 0,0 0 0 16,0 0 0-16,46-3 0 0,-19 3 0 0,-2 0 0 16,2 0 0-16,2 1 0 0,-1-1 0 15,-6 2 0-15,-4-2 0 0,0 0 0 0,-5 0 0 16,-3 2 0-16,-1-2 0 0,-9 0 0 16,18 2 0-16,-13-1 0 0,-5-1 0 0,9 2 0 15,-9-2 0-15,0 0 0 0,0 0 0 16,0 0-165-16,0 0-432 0,0 0-138 0,0 0-149 15,0 0 62-15,0 0 105 16,0 0-736-16,-16 10-901 0</inkml:trace>
  <inkml:trace contextRef="#ctx0" brushRef="#br0" timeOffset="193411.4">22050 8717 3939 0,'0'-7'126'0,"0"2"37"0,0 5 25 15,0 0 55-15,0 0 54 0,0 0 37 0,-4 29 15 16,2-12 1-16,0 5-9 16,1 2-22-16,-7 10-13 0,5 1-27 0,-1 2-29 15,-1-2-23-15,3 1-25 0,-1-8-23 16,1-4-80-16,-2 0-99 0,2-2 0 0,0-3 0 15,1-2 0-15,-1-3-179 0,0-2-120 16,2-3-106-16,-2-3-106 0,-2 2-107 0,4-8-138 16,-1 4-8-16,1-4 71 0,0 0-656 15,0 0-804-15</inkml:trace>
  <inkml:trace contextRef="#ctx0" brushRef="#br0" timeOffset="193777.78">22077 8791 3495 0,'0'-12'44'0,"-2"1"95"0,0 3 46 0,2 1 32 0,0 0 28 15,0 7 14-15,0-10 11 16,4 3-5-16,-4 7-12 0,8-7-24 0,-8 7-16 16,13-1-12-16,-13 1-15 0,15 5-26 15,-5 1-8-15,-1 3-13 0,-2 1-18 0,2 4-5 16,-4 0-10-16,-1 1-10 0,-2 2-2 16,-2 3-5-16,-4 0 1 0,1 3 1 0,-6-3 1 15,2 11 9-15,-1-9-11 0,5-2-11 16,-1-4-9-16,0-2-4 0,3-3-7 0,-2 2-5 15,6-3-4-15,-2 0-3 0,1 2-19 16,2-1-28-16,3 0 0 0,1-1 0 0,0 4 0 16,-1-3 0-16,3 3 0 15,-3-1 0-15,1-1 0 0,0 2 0 0,-3-3 0 16,1 4 0-16,-3-1 0 0,-1-2 0 16,3 0 0-16,-8-1 0 0,1 1 0 0,0 1 0 15,-3-3 0-15,-2 2 0 0,-3-2 0 16,0-1 0-16,-3-3 0 0,1 1 0 0,-1-5 0 15,6 0 0-15,7-2 0 0,-21-9-388 16,11-1-555-16,5-2 25 0,-2-4 105 0,5 5-931 16,4-3-1177-16</inkml:trace>
  <inkml:trace contextRef="#ctx0" brushRef="#br0" timeOffset="194027.51">22652 8876 4611 0,'0'-13'102'15,"-2"1"69"-15,1 1 52 0,-3 2 73 16,0 4 43-16,4 5 43 0,-2-12 14 0,2 12-8 16,-2-10-24-16,2 10-29 0,0 0-28 15,0 0-30-15,0 0-277 0,0 0 0 0,10 27 0 16,-8-9 0-16,-1 7 0 0,1 2 0 16,0 12 0-16,-4 0 0 0,2 1 0 15,-2-1 0-15,1-3 0 0,-1 1 0 0,0-8 0 16,-2-3 0-16,2-5 0 0,0-1 0 0,2-3 0 15,0-2 0-15,0-3 0 16,-1-4 0-16,2-1-523 0,-1-3-231 0,0-4-159 16,0 0 87-16,0 0 87 0,23-11-770 15,-11 0-954-15</inkml:trace>
  <inkml:trace contextRef="#ctx0" brushRef="#br0" timeOffset="194244.65">22853 8802 4534 0,'-2'-8'177'0,"0"1"59"0,2 7 48 15,-4-6 39-15,4 6 35 0,0 0 32 0,0 0 33 16,0 0 15-16,0 0-15 0,0 25-25 16,0-9-191-16,0 2-207 0,0 7 0 0,0 2 0 15,-1 13 0-15,-2 1 0 0,3-4 0 16,-2 1 0-16,-2-1 0 0,2-8 0 16,0-3 0-16,1-1 0 0,-1-4 0 0,0-1 0 15,2-1 0-15,0-2 0 0,-4-3 0 16,4-2 0-16,0-2-555 0,4-3-323 0,0-2-28 15,-4-5 97-15,11 0-906 0,-11 0-1149 16</inkml:trace>
  <inkml:trace contextRef="#ctx0" brushRef="#br0" timeOffset="194528.61">22965 8685 4900 0,'-10'-12'146'0,"3"0"70"16,-1 1 68-16,3 3 45 0,0-2 26 0,3 5 6 15,2-2-4-15,4 0-5 0,-4 7-15 16,16-2-25-16,-16 2-70 0,38 24-242 0,-13 2 0 16,1 9 0-16,-2 7 0 0,-8 7 0 15,0 3 0-15,-11 7 0 0,-3 0 0 0,-4 3 0 16,-7-2 0-16,1 1 0 0,-5 2 0 16,-5-3 0-16,2-2 0 0,2-2 0 0,-1-5 0 15,1-3 0-15,1-15 0 16,4-2 0-16,1-9 0 0,0-6 0 0,5-2 0 15,-1-4 0-15,0-5 0 0,2-2 0 0,2-3 0 16,0 0 0-16,0 0-646 0,2-24-320 16,6 6 83-16,3-11 103 0,5-2-892 15,8-8-1108-15</inkml:trace>
  <inkml:trace contextRef="#ctx0" brushRef="#br0" timeOffset="194744.51">23451 9036 5186 0,'-10'-7'322'0,"3"2"29"0,1 0 13 15,3 1 10-15,3 4 29 0,0 0 0 16,11-10-38-16,2 5-32 0,2 2-243 16,7 1-90-16,0-3 0 0,3 1 0 0,-2 1 0 15,0-1 0-15,-5 1 0 0,4 0-96 16,-3 1-473-16,-2 0-148 0,-2 0-182 0,0 2 74 15,-1 0 93-15,-3 4-749 0,-2-1-927 16</inkml:trace>
  <inkml:trace contextRef="#ctx0" brushRef="#br0" timeOffset="194961.27">23398 9297 4687 0,'-20'5'412'15,"11"-3"42"-15,2-1 44 0,-2 1 37 16,9-2 14-16,0 0 4 0,0 0-50 0,0 0-503 15,0 0 0-15,0 0 0 0,0 0 0 16,50-7 0-16,-30 4 0 0,-4 1 0 0,4 0 0 16,-5-1 0-16,-2 1 0 0,0 0 0 15,-1 1 0-15,-2 1 0 0,-10 0 0 0,14-4 0 16,-5 2 0-16,-9 2 0 0,11 0-626 16,-11 0-352-16,0 0 89 0,0 0-1049 0,0 0-1358 15</inkml:trace>
  <inkml:trace contextRef="#ctx0" brushRef="#br0" timeOffset="198199">24026 8775 3937 0,'-7'2'631'0,"-3"-2"-171"0,10 0-60 0,0 0-29 0,0 0-17 0,0 0-31 0,-15-2-26 0,15 2-36 16,0 0 3-16,0 0-9 0,0 0-7 0,32-12-13 15,-9 7-80-15,4 3-155 0,9-4 0 16,-6 4 0-16,-5 0 0 0,-3 2 0 0,-1 2 0 16,-3 1 0-16,2 4 0 0,-4 3 0 15,2 4 0-15,-7 1 0 0,1-1 0 0,-5 6 0 16,1-2 0-16,-5-1 0 15,3 6 0-15,-3-1 0 0,2-1 0 0,-3 3 0 16,2-2 0-16,-2-3 0 0,1-4 0 16,-1 2 0-16,2-2 0 0,-2-3 0 0,0 4 0 15,-1-3 0-15,2-1 0 0,-1 1 0 16,0-3 0-16,-2 1 0 0,2-3-562 0,-2-2-211 16,0 2-125-16,-2-1 66 0,2-7-911 15,0 0-1176-15</inkml:trace>
  <inkml:trace contextRef="#ctx0" brushRef="#br0" timeOffset="198409.88">24225 9073 5279 0,'-27'-3'225'0,"4"1"70"0,4 2 55 15,4 0 63-15,0-3 56 0,3 0 7 16,1 3-5-16,11 0-258 0,-18-4-213 16,11 4 0-16,7 0 0 0,0 0 0 15,0 0 0-15,0 0 0 0,0 0 0 0,28-2 0 16,-1-3 0-16,15 2 0 0,4-4 0 15,9-1 0-15,-2-3 0 0,-7 4 0 0,-2-1 0 16,-2 1 0-16,-2-1 0 0,-4 1 0 16,-8 1-771-16,-4 5-199 0,-9-1 93 0,-4 2-1018 15,-1 2-1319-15</inkml:trace>
  <inkml:trace contextRef="#ctx0" brushRef="#br0" timeOffset="198695.2">24920 8719 5688 0,'-5'-11'151'15,"-4"3"13"-15,6 3 24 0,-5 0 30 16,8 5 27-16,0 0 23 0,0 0 8 0,-32 13-2 16,19 5-15-16,-6 5-21 0,-3 6-16 15,4 9-222-15,-3 2 0 0,-1 3 0 0,6 1 0 16,-4 1 0-16,6-2 0 15,0-11 0-15,3 3 0 0,-3-4 0 0,3-2 0 0,2-8 0 16,2-3 0-16,1-4 0 16,5-5 0-16,-3 3 0 0,0-6 0 0,2-4-230 15,2-2-338-15,0 0-71 0,0 0-77 16,0 0-85-16,-19-20 45 0,13 4-768 0,3-5-969 16</inkml:trace>
  <inkml:trace contextRef="#ctx0" brushRef="#br0" timeOffset="198895.3">24520 8896 4117 0,'-2'-18'72'0,"-1"5"74"0,1 3 56 15,-1 0 47-15,1 4 51 0,2 0 18 0,0 6 73 16,0 0 56-16,0 0 37 0,0 0 0 16,41 18-15-16,-12-3-10 0,3 5-406 15,9 5-53-15,1 2 0 0,1 2 0 16,-4 4 0-16,-1-6 0 0,-3 2 0 0,-11-8 0 16,1 1 0-16,-4-3 0 0,-4-1 0 15,-5-5 0-15,-1-2 0 0,-2-2 0 0,-2 0 0 16,-2-1 0-16,-1-2 0 0,0 0 0 15,-2-1 0-15,-2-5-378 0,0 0-584 0,0 6 42 16,0-6 107-16,0 0-928 0,-8 6-1172 16</inkml:trace>
  <inkml:trace contextRef="#ctx0" brushRef="#br0" timeOffset="199842.01">25476 8425 4891 0,'-1'-10'-1'0,"-7"7"24"0,-1 1 24 0,9 2 48 0,-29 19 55 0,4 9 53 15,-7 11 53-15,3 10 27 0,-3 3 20 16,9 5 9-16,5 3-2 0,9-1 12 0,7 7-14 15,12-2-31-15,3-3-28 0,6-3-86 16,6-5-163-16,-4-4 0 0,4-6 0 0,-5-7 0 16,0-6 0-16,-5-6 0 15,-5-5 0-15,-1-5 0 0,-4-2 0 0,4-2 0 16,-4-3 0-16,-1 0 0 0,-2-2 0 16,-2-5-319-16,0 0-275 0,5 4-144 0,-5-4-128 15,0 0 71-15,0 0-864 0,0 0-1097 16</inkml:trace>
  <inkml:trace contextRef="#ctx0" brushRef="#br0" timeOffset="203659.64">25684 8712 3467 0,'-11'0'527'0,"11"0"-158"0,0 0-59 0,0 0-38 0,-10-2-23 16,10 2-25-16,0 0-12 0,0 0-20 0,0 0-3 15,0 0-16-15,19-15-19 16,-7 12-5-16,0 1-26 0,0 2-11 0,2 0-10 15,-14 0-9-15,22 2-8 0,-9-1-4 16,-2 2-14-16,1 1-11 0,-1-1-2 0,0 2-6 16,-3 2-5-16,0-1-2 0,-3 2 0 15,-1 1-1-15,-2-1 2 0,-2 2 4 0,-2 1 2 16,-2 1 8-16,0 3-6 0,-1 1 0 16,-4 0-1-16,6-2-3 0,-3-3-5 15,4 1 0-15,1-1-2 0,-1 1-2 0,2-4-2 16,0 1-16-16,3 1 4 0,1 2 2 15,2-2-1-15,2-1 2 0,-1 4-7 16,4 1-17-16,1 0-2 0,-2-1 0 0,-1 1 0 16,-4 0 0-16,4-1 0 0,-6 1 0 15,3 1 0-15,-4-2 0 0,-2-1 0 0,-2-1 0 16,-2 1 0-16,2 0 0 0,-5 0 0 16,1 1 0-16,-2-3 0 0,1 1 0 15,-1-3 0-15,-2-1 0 0,3-2 0 0,-2 0 0 16,-3-1 0-16,1-4 0 0,-1 3 0 15,0-2 0-15,1 1 0 0,-1 0 0 16,12-2 0-16,-16 0-392 0,16 0-349 0,-18-4-184 16,14 0 82-16,4 4 88 0,-1-5-787 15,1 5-987-15</inkml:trace>
  <inkml:trace contextRef="#ctx0" brushRef="#br0" timeOffset="203895.43">26210 8959 4532 0,'0'0'222'0,"0"0"59"0,0 0 45 0,-17-9 46 0,17 9 43 0,0 0 31 0,0 0 17 15,0 0-4-15,0 0-22 0,0 0-199 16,17-6-238-16,-1 6 0 0,0 0 0 16,7 0 0-16,-1 0 0 0,-1 3 0 15,-3-3 0-15,4 0 0 0,-3-3 0 0,-1 3 0 16,2 0 0-16,-4-2 0 0,0 2 0 15,-3 0 0-15,-1 0-402 0,-12 0-232 0,20-2-113 16,-9 2-111-16,-11 0 66 0,9 4-826 16,-9-4-1058-16</inkml:trace>
  <inkml:trace contextRef="#ctx0" brushRef="#br0" timeOffset="206124.79">26527 8782 4366 0,'-2'-7'-69'0,"0"0"47"0,0 1 67 0,0 0 55 0,2-2 55 0,0 8 48 16,-1-10 38-16,-2 4 33 0,3 6 26 15,-4-8-6-15,4 8-17 0,-4-3-30 0,4 3-14 16,0 0 24-16,0 0-5 0,-7 25-2 15,3-6-2-15,3 5-5 0,-3 11-4 16,-3 2-181-16,7 5-58 0,-2 2 0 0,1-3 0 16,-1 0 0-16,2-2 0 0,-2-1 0 15,-2-1 0-15,2-8 0 0,2-5 0 0,0-5 0 16,-1-4 0-16,1-1 0 0,-2-1 0 16,2-4 0-16,0-1 0 0,0-3 0 0,0-5 0 15,-2 7 0-15,2-7 0 0,0 0-187 16,0 0-596-16,0 0-152 0,0-34 72 15,2 17 108-15,0-7-833 0,5-11-1028 0</inkml:trace>
  <inkml:trace contextRef="#ctx0" brushRef="#br0" timeOffset="206408.25">26534 8547 4786 0,'-5'-19'148'0,"-1"6"36"0,2 0 34 16,-2 5 44-16,0 1 22 0,5 1-6 15,-1 0-7-15,2 6-15 0,0 0 29 0,0 0 15 16,0 0 9-16,28 41-15 0,-8-8-18 16,0 8-236-16,3 7-40 0,0 4 0 0,-1 1 0 15,-4 5 0-15,-2 2 0 16,-3 2 0-16,-1-4 0 0,-3 0 0 0,-2-3 0 0,-1-10 0 16,-2-2 0-16,-3-4 0 15,-1-1 0-15,0-9 0 0,0-5 0 0,-1-5 0 16,-1-2 0-16,0-3 0 0,0-3 0 15,-2-3 0-15,2-2 0 0,1-2 0 0,1-4 0 16,0 0 0-16,0 0-65 0,-11-16-860 16,11 6-19-16,0-4 88 0,1-2-981 0,9-5-1263 15</inkml:trace>
  <inkml:trace contextRef="#ctx0" brushRef="#br0" timeOffset="206624.77">26999 8869 5651 0,'-4'-3'303'0,"4"3"29"0,0 0 30 16,-7-9 29-16,5 7 33 0,2 2 10 0,0 0-140 15,-6-6-294-15,6 6 0 0,0 0 0 16,13-6 0-16,1 3 0 0,3 0 0 0,2 1 0 16,3-2 0-16,-4 1 0 0,1 1 0 15,3 0 0-15,-6 0 0 0,4-2 0 0,-6 1 0 16,4-2-432-16,-5 1-559 0,-1 2 81 15,-5 0 104-15,-7 2-912 0,0 0-1152 0</inkml:trace>
  <inkml:trace contextRef="#ctx0" brushRef="#br0" timeOffset="206827.54">27040 8979 4980 0,'-18'7'177'0,"7"0"52"16,-1-3 50-16,5-1 51 0,7-3 56 15,-12 5 51-15,12-5 29 0,-10 2-4 0,10-2-24 16,0 0-431-16,0 0-7 0,-2 8 0 15,2-8 0-15,0 0 0 0,25 6 0 0,-11-6 0 16,3 1 0-16,2-2 0 0,1-1 0 16,0 0 0-16,-1 0 0 0,3 1 0 0,-8 1 0 15,6 0 0-15,-5 0-545 16,-1-2-429-16,-5 2 78 0,-9 0 101 0,16 3-899 0,-5-1-1129 16</inkml:trace>
  <inkml:trace contextRef="#ctx0" brushRef="#br0" timeOffset="207141.76">27565 8695 5149 0,'-5'-12'211'15,"1"2"21"-15,-2 2 28 0,6 4 34 0,0 4 33 16,-6-7 13-16,6 7 10 15,0 0-15-15,0 0-13 0,0 0 17 0,0 0-307 16,0 0-32-16,5 32 0 0,-2-8 0 16,3 10 0-16,-1 7 0 0,-1 0 0 0,-2 1 0 15,2 5 0-15,-4-3 0 0,0-1 0 16,0-1 0-16,-2-1 0 0,2-4 0 0,0-6 0 16,-4-6 0-16,2-5 0 0,0-3 0 15,1 0 0-15,1-5 0 0,0 0 0 0,-4-2 0 16,4-2 0-16,0-3 0 0,0-5 0 15,2 7 0-15,-2-7 0 0,0 0-7 0,0 0-1036 16,0 0 101-16,16-12-1166 16,-7 1-1519-16</inkml:trace>
  <inkml:trace contextRef="#ctx0" brushRef="#br0" timeOffset="207592.45">27798 8799 5821 0,'0'-12'29'0,"-4"2"68"0,4 1 54 0,0 3 59 16,0 6 41-16,-1-9 20 0,1 9 9 16,0 0 19-16,0 0 27 0,0 0 1 0,0 0-198 15,0 0-129-15,1 34 0 16,3-17 0-16,0 5 0 0,-2 1 0 0,-1 2 0 16,5 0 0-16,0 8 0 0,0-8 0 15,-2-1 0-15,1-5 0 0,1 2 0 0,-1-4 0 16,4-4 0-16,0-2 0 0,0-5 0 15,0-1 0-15,3-3 0 0,-12-2 0 0,31-7 0 16,-15 3 0-16,4-4 0 0,-1-4 0 16,0 1 0-16,-4-1 0 0,2-1 0 0,-3 3 0 15,-5 0 0-15,0 3 0 0,2 0 0 16,-6 6 0-16,-5 1 0 0,0 0 0 0,0 0 0 16,2 20 0-16,-6-3 0 0,-1 6 0 15,-5 9 0-15,-2 0 0 0,5-1 0 0,-1 2 0 16,0 0 0-16,5-8 0 0,-3 0 0 15,2-3 0-15,3-3 0 0,-1-2 0 16,0 0 0-16,0-3 0 0,-1-3 0 16,1-2 0-16,2 0 0 0,-1-1 0 0,-1-1 0 15,0-2 0-15,2-5 0 0,-4 7 0 16,4-7 0-16,-3 5 0 0,3-5 0 0,0 0 0 16,-10 5 0-16,2-3-258 0,8-2-779 15,-18 4 128-15,4-3-1127 0,1-1-1451 0</inkml:trace>
  <inkml:trace contextRef="#ctx0" brushRef="#br0" timeOffset="208424.74">16514 10492 5864 0,'-9'-2'-48'0,"1"-1"65"0,8 3 51 0,-11-4 60 0,11 4 53 0,0 0 43 0,-12-5 36 0,12 5 17 16,0 0-4-16,-8-7-6 0,8 7-23 15,0 0-13-15,0 0-26 0,12-10-205 16,-4 6 0-16,3 1 0 0,1-2 0 0,2 2 0 15,2-4 0-15,1 3 0 0,-2-1 0 16,5 2 0-16,-4-1 0 0,2 1 0 0,-5 0-457 16,1 1-199-16,-3 2-211 0,-11 0 2 15,15 5 91-15,-13 2-781 0,-2 6-998 0</inkml:trace>
  <inkml:trace contextRef="#ctx0" brushRef="#br0" timeOffset="208624.6">16421 10810 4806 0,'0'0'300'0,"-6"4"36"0,6-4 24 16,0 0 37-16,0 0 48 0,0 0 26 0,0 0-9 16,0 0-31-16,27-9-248 0,-10 4-183 15,2-2 0-15,4 1 0 0,-1-1 0 0,3 0 0 16,-2 1 0-16,1-1 0 0,-10-1 0 16,4 5 0-16,-3-2 0 0,-1 1 0 0,-3 1 0 15,-2 1 0-15,-1 0 0 16,-8 2-766-16,0 0-176 0,0 0 46 0,0 0 107 15,0 0-843-15,0 0-1070 0</inkml:trace>
  <inkml:trace contextRef="#ctx0" brushRef="#br0" timeOffset="210390.44">17192 10218 4391 0,'7'-6'-45'0,"-7"0"73"0,0 6 29 0,3-6 21 0,-3 6 12 0,0 0 45 0,0 0 39 0,0 0 30 15,-13 33 11-15,5-10-7 0,-3 8-4 16,1 6-11-16,3 0-10 0,-3 3-15 0,5-1-14 16,-2-1-15-16,4 0-10 0,-1-3-15 15,2-6-13-15,2-8-7 0,-2 1-14 16,2-6-2-16,-2 2-8 0,2-3-10 0,-1-3-21 16,1-2-22-16,0 0-28 0,-2-1-40 15,2-4-60-15,0-5-67 0,0 0-62 16,0 0-78-16,0 0-51 0,0 0-47 0,-8-20-43 15,8-1-38-15,2-3-56 0,-2-15-21 16,2-1 26-16,-2-1-484 0,4 5-505 0</inkml:trace>
  <inkml:trace contextRef="#ctx0" brushRef="#br0" timeOffset="210574.55">17118 10410 2693 0,'0'-28'-11'0,"0"6"81"15,0 5 66-15,0 0 63 0,0 5 32 0,0 1 21 16,0 2 5-16,0 2-2 0,0 7-8 16,4-9 33-16,-4 9 28 0,0 0 7 0,0 0-4 15,40 19-12-15,-15-5-18 16,0 9-15-16,1 0-20 0,3 7-21 0,2 1-24 0,-6-5-24 15,-1 1-32-15,0-3-16 16,0 0-32-16,-3 0-42 0,-3-3-43 0,-2-5-30 16,-3-3-43-16,-3-3-57 0,-2-2-46 15,1 0-53-15,-6-1-64 0,6-3-86 0,-5 0-101 16,-4-4-126-16,0 0-155 0,0 0 41 16,0 0 85-16,0 0-502 0,0 0-594 0</inkml:trace>
  <inkml:trace contextRef="#ctx0" brushRef="#br0" timeOffset="210757.52">17202 10599 3539 0,'-8'4'274'15,"3"-2"26"-15,5-2 21 0,0 0 30 16,-10 2 12-16,10-2-8 0,0 0-19 0,0 0-25 16,0 0-32-16,0 0-28 0,0 0-26 15,38-14-32-15,-20 9-59 0,2-1-75 0,1 0-86 16,-3 0-108-16,0 4-109 0,-2-2-138 15,3 0-127-15,-6 0-145 0,-2 3-115 0,-2 1 66 16,-9 0-613-16,0 0-772 0</inkml:trace>
  <inkml:trace contextRef="#ctx0" brushRef="#br0" timeOffset="210973.59">17795 10336 3285 0,'-6'-10'-193'0,"2"6"21"0,-1-3 18 16,1 3 5-16,4 4-6 0,-4-4-20 15,4 4-14-15,0 0-58 0,0 0-383 16,0 0-127-16</inkml:trace>
  <inkml:trace contextRef="#ctx0" brushRef="#br0" timeOffset="211508.89">17850 10195 2078 0,'0'-7'262'0,"0"7"29"16,-2-10 31-16,2 10 21 0,0 0 26 0,-2-12 20 16,2 12-17-16,0 0-24 0,0-9-28 15,0 9-42-15,0 0-24 0,0 0-25 0,0 0 2 16,0 0-6-16,0 0-16 0,15 29-7 15,-7-9-14-15,-2 3-10 0,1 10-2 0,3 2-2 16,0 0-1-16,-3 2-7 0,2 0-6 16,0-1-9-16,-4-3-48 0,3-1-103 15,-5-8 0-15,1-4 0 0,2-3 0 0,-5 0 0 16,2-5 0-16,-1 1 0 0,0-2 0 16,0-4 0-16,0 3 0 0,-1-4 0 0,-1-6 0 15,2 11 0-15,0-8 0 0,-2-3-234 16,0 0-268-16,0 0-93 0,0 0-96 15,13-24-153-15,-6 9 75 0,-2-7-781 16,3-10-992-16</inkml:trace>
  <inkml:trace contextRef="#ctx0" brushRef="#br0" timeOffset="211758.1">18088 10188 3977 0,'0'-12'-46'16,"0"4"85"-16,0-1 54 0,0 4 33 0,0 5 31 15,0-8 21-15,0 8 5 0,0 0 2 16,0 0 47-16,0 0 14 0,0 0 15 0,15 18-2 15,-5-1-1-15,-4 2 1 16,3 14-7-16,0-1-8 0,2 4-14 0,-4 3-12 0,-2-2-10 16,4 3-24-16,-4-3-21 15,-1-1-14-15,2-2-16 0,-3 0-130 0,3-6-3 16,-4-4 0-16,2-4 0 0,-4-2 0 16,2-3 0-16,0 1 0 0,0-3 0 0,0-2 0 15,0-3 0-15,-2 2 0 0,1-4 0 16,-1-1-267-16,0-5-136 0,0 0-95 0,0 0-84 15,0 0-120-15,0 0-102 0,0 0 65 16,0 0-688-16,0 0-878 0</inkml:trace>
  <inkml:trace contextRef="#ctx0" brushRef="#br0" timeOffset="212542.37">18540 10437 3889 0,'-14'2'-10'0,"14"-2"57"0,-13 1 44 0,13-1 52 15,-12 0 57-15,12 0 51 0,0 0 48 0,0 0 32 0,-14-1 18 0,14 1 7 16,0 0-8-16,0 0-23 16,0 0-15-16,0 0-18 0,0 0-23 0,0 0-31 15,46-14-16-15,-26 10-25 0,3 1-153 16,0 0-44-16,2-2 0 0,-3 1 0 0,0 1 0 15,-5 1 0-15,4-1 0 0,-4 1 0 16,-2 0-252-16,-1 0-142 0,-1 2-95 0,-4-2-75 16,-9 2-122-16,16-1-118 0,-16 1 57 15,0 0-700-15,0 0-897 0</inkml:trace>
  <inkml:trace contextRef="#ctx0" brushRef="#br0" timeOffset="212775.31">18571 10287 4213 0,'-9'-13'119'0,"6"4"47"0,-1 0 46 16,0 4 42-16,2-3 49 0,1 4 20 0,1 4-5 16,-6-10-31-16,6 10-24 0,0 0 7 15,0 0 4-15,0 0-8 0,9 29-20 16,0-7-24-16,0 8-8 0,-4 4-32 0,3 4-123 16,-3 1-59-16,4 1 0 0,-6-1 0 15,-1 0 0-15,2-4 0 0,-2-6 0 0,0-4 0 16,-1 0 0-16,-1-4 0 0,0-3 0 15,0 0 0-15,0-3 0 0,0-3 0 0,0 0-272 16,2-3-227-16,0-5-142 0,-2-4-204 16,4 6 23-16,-4-6 76 0,0 0-739 0,16-12-932 15</inkml:trace>
  <inkml:trace contextRef="#ctx0" brushRef="#br0" timeOffset="213241.11">19058 10270 4489 0,'-7'-14'166'0,"2"5"40"15,2 1 29-15,-1 2-5 0,0-1-12 16,4 7-26-16,0 0-8 0,0 0 20 0,0 0 13 16,2 25-12-16,2-8-13 15,-4 9-9-15,2 2-16 0,0 11-11 0,-2 3-13 0,-2-1-12 16,2 0-13-16,-4-2-17 15,0-1-10-15,1-3-12 0,-1-8-29 0,0-5-34 0,2-1-38 16,1-4-47-16,-1-3-46 16,2-2-39-16,-3-1-41 0,3-7-59 0,0-4-54 15,-4 5-40-15,4-5-20 0,0 0-8 16,-2-20 2-16,2 2 13 0,0-9 23 0,4-14 24 16,3-13 47-16,-2 2 59 0,3 10 69 15,-1 5 62-15,-2 6 64 0,-2 7 72 0,1 7 49 16,-2 2 31-16,0 3 23 15,-1 6 51-15,-1 0 59 0,0 6 25 0,0 0 14 16,0 0 7-16,22 12 8 0,-11-4-5 0,0 7-16 16,6 6-20-16,2 1-25 0,0 2-27 15,3 0-23-15,-6 2-23 0,4-4-20 16,-6 2-17-16,2-7-24 0,-3-2-57 0,-1 1-69 16,-1-2 0-16,-4-5-76 0,2 3-103 15,-2-4-81-15,-1-1-109 0,-3-3-119 0,1 2-141 16,-4-6-206-16,5 6 63 0,-5-6 76 15,0 0-626-15,0 0-779 0</inkml:trace>
  <inkml:trace contextRef="#ctx0" brushRef="#br0" timeOffset="213407.24">19191 10565 3994 0,'-7'-1'238'0,"7"1"40"0,0 0 30 16,-13-6 35-16,13 6 23 0,0 0 3 15,0 0-19-15,-12-3-39 0,12 3-31 16,0 0-30-16,0 0-24 0,0 0-37 0,0 0-71 15,0 0-73-15,0 0-116 0,32 10-136 16,-24-10-157-16,6 0-188 0,-1 0-232 0,1-3-25 16,0-3 84-16,6 3-688 0,-1-5-863 15</inkml:trace>
  <inkml:trace contextRef="#ctx0" brushRef="#br0" timeOffset="213706.32">19482 10404 4315 0,'-8'-5'243'0,"2"0"43"16,6 5 33-16,-8-8 21 0,8 8 2 0,-3-11-9 16,3 11-16-16,3-12-23 0,5 6-32 15,0 1-23-15,-1-1-27 0,5 3-23 0,-2 0-19 16,-10 3-19-16,18 3-17 0,-6 0-89 16,-3 4-45-16,2 3 0 0,-3 8 0 0,-2-3 0 15,-4 7 0-15,-2-1 0 0,-2 2 0 16,2 4 0-16,-3-6 0 0,0 0 0 15,-1-1 0-15,2-3 0 0,2-5 0 0,0-1 0 16,0-1 0-16,0 0 0 0,2 0 0 16,2-3 0-16,2 1 0 0,2-4 0 15,-1 0 0-15,-7-4 0 0,21 4 0 0,-10-6 0 16,7-1 0-16,0-4 0 0,9-8 0 16,-2-1 0-16,4-3-159 0,-4-2-874 0,0-1 100 15,-3 1-1130-15,1 4-1476 0</inkml:trace>
  <inkml:trace contextRef="#ctx0" brushRef="#br0" timeOffset="214006.68">19811 10403 6015 0,'-10'-9'14'0,"5"2"45"0,-1 2 36 16,2-2 48-16,4 7 40 0,0-12 6 16,0 12-9-16,4-10-10 0,4 5-19 15,-1 1-10-15,-7 4-17 0,17-1-10 0,-17 1-4 16,20 7-3-16,-13 3-1 0,1 4 9 15,-1 4 14-15,-2 7-83 0,-5 0-46 0,2 2 0 16,-4 9 0-16,-3 1 0 0,1-1 0 16,1-7 0-16,3-6 0 0,-2-1 0 0,0-5 0 15,0 0 0-15,4-4 0 0,0 1 0 16,3-5 0-16,1 1 0 0,0-5 0 0,5 0 0 16,1-1 0-16,1-3 0 0,-2 1 0 15,3-4 0-15,-1 2 0 0,-2 0 0 0,3-1 0 16,-1-1 0-16,-1 2 0 0,-1-2-508 15,-2 0-489-15,4 1 96 0,-2-1-1066 16,-11 2-1387-16</inkml:trace>
  <inkml:trace contextRef="#ctx0" brushRef="#br0" timeOffset="214290.38">20104 9939 5592 0,'-7'-15'54'0,"1"6"19"16,3 1-1-16,1 3 8 0,2 5 46 15,0 0 72-15,0 0 34 0,0 0 7 16,43 25-11-16,-18 1-15 0,4 8-4 0,-2 7 19 16,-7 10 14-16,-1 2 0 0,-6 1-79 15,-4 9-163-15,-9-1 0 0,-9 6 0 0,-2-1 0 16,-5-1 0-16,-6 0 0 0,-1-5 0 15,-2-1 0-15,-2-1 0 0,3-7 0 0,-4-1 0 16,1-2 0-16,-2-6 0 0,3-4-495 16,-9-6-192-16,1-4-191 0,-2-3 32 0,6-8 81 15,-4 0-772-15,-2-6-982 16</inkml:trace>
  <inkml:trace contextRef="#ctx0" brushRef="#br0" timeOffset="-214656.37">17183 9945 4078 0,'-13'2'-119'0,"1"7"42"0,1 5 53 0,-7 17 71 0,-4 16 59 0,3 6 51 0,1 5 41 0,5 5 31 0,2 4 11 16,7-1 12-16,6 2-3 0,8-2-15 16,3-4-21-16,6-4-14 0,4-2-23 15,6-3-16-15,1-4-28 0,3-6-28 0,1 0-59 16,-2-2-73-16,4-3-100 0,-4-5-148 16,-7-5-163-16,-3-4-210 0,-6-1-91 15,-4 1 70-15,-6-8-578 0,-2 0-709 16</inkml:trace>
  <inkml:trace contextRef="#ctx0" brushRef="#br0" timeOffset="-213256.69">20631 10427 3658 0,'-2'-12'102'0,"-1"1"28"0,3 3 26 0,-2 2 26 0,2 6 16 0,-1-8 2 0,1 8-14 0,0 0 6 0,0 0 4 16,0 0 18-16,-17 26 7 0,10-7-14 15,-6 10-4-15,2 2 0 0,4 0-14 16,-1 0-11-16,-2 0-6 0,7-6-25 16,-3-4-19-16,0 1-14 0,2-2-10 0,0-4-9 15,-1-1-23-15,-1 1-37 0,3-3-49 16,-3-2-57-16,0-3-70 0,-2 1-70 0,3-5-88 16,-5-3-84-16,2 0-51 0,8-1-44 15,-15-10-39-15,8 0-63 0,-1-7-44 0,0-7 15 16,5-12-453-16,-3-3-533 0</inkml:trace>
  <inkml:trace contextRef="#ctx0" brushRef="#br0" timeOffset="-213089.34">20413 10487 2775 0,'-2'-26'19'16,"0"5"101"-16,0 4 74 0,0 5 39 0,1 0 37 16,-3 3 23-16,4 1 7 15,-4 1-10-15,4 7-29 0,-2-10-23 0,2 10 15 0,0 0 0 16,0 0-23-16,31 16-20 16,-6 1-21-16,3 2-16 0,8 6-19 0,6 2-13 15,1-1-27-15,2 1-13 0,1 2-7 16,-1-4-12-16,0-2-35 0,-13-3-40 0,-2-3-40 15,-1-1-41-15,-3-1-46 0,-7-5-57 16,-6-3-75-16,-1 1-82 0,-3-4-79 0,-1-2-122 16,-3-1-187-16,-5-1 51 0,0 0 66 15,0 0-451-15,0 0-529 0</inkml:trace>
  <inkml:trace contextRef="#ctx0" brushRef="#br0" timeOffset="-212805.42">21099 9993 3294 0,'-7'-13'208'0,"-2"5"10"0,-2 4 8 15,0 4 15-15,11 0 12 0,-26 13 16 0,4 11 40 16,-3 11-7-16,7 6-5 0,-2 6-8 16,9 6-7-16,6 1-6 0,5 4-6 0,0 6 0 15,5-3-15-15,5-1-20 0,1-2-21 16,3-1-23-16,0-4-16 0,6-5-58 0,-3-2-117 15,2-3 0-15,-3-10 0 16,-4-6 0-16,2-2 0 0,-1 1 0 0,-2-9 0 16,1-4 0-16,-4-3 0 0,1-4-42 15,-1 0-338-15,2-4-125 0,-3-2-136 0,-7 0-179 16,17-4 9-16,-9 0 82 0,-1 0-721 16,3-2-899-16</inkml:trace>
  <inkml:trace contextRef="#ctx0" brushRef="#br0" timeOffset="-212524.05">21374 10293 4269 0,'-4'-11'153'0,"0"3"21"0,2 2-4 15,2 6-11-15,0-4 5 0,0 4 43 16,0 0 36-16,0 0 13 0,6 33 2 0,-2-13-8 15,-3 16-10-15,3 0-17 0,0 3-18 16,-2 1-18-16,2-1-18 0,-4-1-18 16,0-1-13-16,2-5-17 0,-2-8-14 0,0-4-33 15,2-1-45-15,0-2-53 0,0-3-58 0,-2-1-67 16,2-2-70-16,-2-3-90 0,1-2-105 16,-1-6-107-16,0 0-130 0,0 0-129 0,0 0 59 15,0 0-666-15,10-24-839 0</inkml:trace>
  <inkml:trace contextRef="#ctx0" brushRef="#br0" timeOffset="-212123.45">21420 10276 3844 0,'-2'-12'34'0,"-1"1"50"16,3 1 37-16,3 2 32 0,-1-1 25 0,0 2 13 16,1-2 3-16,3 3-17 0,1 0-16 15,3 1-10-15,0 2-10 0,-10 3-16 0,25 3-6 16,-14 2-14-16,3 4-9 0,0 3-6 15,-3 4-9-15,1 0-9 0,-2 3 4 16,-3 4 3-16,-3-1 18 0,-1 3 10 16,-3 0 19-16,-7 8 3 0,0-1 4 0,-3-1-2 15,0 1-10-15,-1-3-4 0,4-6-9 16,1-6-6-16,3-3-8 0,0 0-5 0,1-3 0 16,4-2 0-16,1 4 3 0,-2-4-2 15,5-1-3-15,1 5-8 0,3-5-40 0,0 3-39 16,3-2 0-16,-2 2 0 0,1-4 0 15,-3 4 0-15,3-3 0 0,-3 1 0 0,2 1 0 16,0 0 0-16,-8-1 0 0,3-1 0 16,-3 3 0-16,-1-3 0 0,0 2 0 0,-2-1 0 15,-2 1 0-15,0 0 0 16,-5 1 0-16,-1-1 0 0,-3 2 0 0,0-3 0 16,-3-1 0-16,-3-2 0 0,3-4 0 15,1-2 0-15,-2 0 0 0,-4-9 0 0,3 0 0 16,0-4-714-16,0-1-262 0,3-2 87 15,-1 1-1020-15,9 4-1330 0</inkml:trace>
  <inkml:trace contextRef="#ctx0" brushRef="#br0" timeOffset="-211857.96">21763 10336 5232 0,'1'-10'-19'0,"-1"3"41"0,0 2 33 0,0 5 26 0,0-9 27 0,0 9 18 0,0 0 44 16,0 0 42-16,0 0 13 0,0 0 6 16,22 21-2-16,-13-4-11 0,2 9-18 15,1 3-16-15,-1 1-14 0,-2 3-14 0,-2-1-17 16,-2 2-12-16,1-1-14 0,-2-5-6 16,-3-2-11-16,1-4-87 0,2 0-9 0,1-1 0 15,-4-2 0-15,1-4 0 0,-2-1-20 16,2-4-166-16,-2-1-75 0,2-3-100 15,2 0-119-15,-4-6-126 0,0 0-180 16,0 0 9-16,21-12 79 0,-10-4-668 0,7-8-820 16</inkml:trace>
  <inkml:trace contextRef="#ctx0" brushRef="#br0" timeOffset="-211607.98">22087 10239 3587 0,'-2'-13'122'0,"-1"5"73"15,1 0 46-15,0 0 32 0,2 8 30 16,-3-9 39-16,3 9 0 0,-4-5-11 0,4 5 11 15,0 0 16-15,0 0 3 0,2 30-5 16,0-12-18-16,0 10-5 0,-2 13-22 0,1 2-255 16,-1 3-56-16,0 12 0 15,0-12 0-15,2 9 0 0,0-11 0 0,1 2 0 16,1-2 0-16,-1-3 0 0,1-1 0 0,0-4 0 16,-1-9 0-16,-3-5 0 0,2-3 0 15,0-3 0-15,0-1 0 0,2-3 0 16,-4-3 0-16,4-1 0 0,-4-2 0 0,0-6-365 15,8 1-417-15,-8-1-142 0,0 0 80 16,11-13 93-16,-6 4-788 0,7-7-983 0</inkml:trace>
  <inkml:trace contextRef="#ctx0" brushRef="#br0" timeOffset="-211340.1">22455 10614 4612 0,'-16'-4'213'16,"5"3"33"-16,2-1 30 0,9 2 22 15,-13-6 11-15,13 6 11 0,0 0-19 0,0 0-7 16,0 0 8-16,0 0-37 0,0 0-29 16,40-7-22-16,-19 6-13 0,1 1-97 0,1-2-104 15,-3 2 0-15,1-1 0 0,2 1 0 16,0-2 0-16,0-1 0 0,-2 0-155 15,2-1-158-15,-3-4-96 0,2 3-82 16,-7 0-77-16,2-2-120 0,-6 1-90 0,-1-2 62 16,-2 4-669-16,-3-2-839 0</inkml:trace>
  <inkml:trace contextRef="#ctx0" brushRef="#br0" timeOffset="-211090.26">22595 10262 3759 0,'-9'-11'136'0,"1"7"54"0,5-4 30 0,-6 4 22 15,9 4 26-15,-3-8 16 0,3 8 9 16,0 0 30-16,0 0 12 0,-10 20 2 0,10-3-9 16,0 4-9-16,0 16-13 15,0 2-7-15,0 6-11 0,0 3-24 0,0-2-264 0,0 3 0 16,0-1 0-16,4 7 0 16,-2-11 0-16,2-3 0 0,-3-2 0 0,-1-1 0 15,2-7 0-15,-2-5 0 0,5-4 0 16,-8-4 0-16,6-1 0 0,-1-2 0 0,-2-3 0 15,0 0 0-15,0-4 0 0,2-1 0 16,-2-7-129-16,1 4-452 0,-1-4-106 0,0 0-179 16,0 0 45-16,0 0 87 15,10-19-753-15,-7 10-935 0</inkml:trace>
  <inkml:trace contextRef="#ctx0" brushRef="#br0" timeOffset="-210708.19">23026 10336 3888 0,'-4'-10'82'0,"2"3"68"0,0-1 33 16,0 4 27-16,2 4 17 0,-2-10 15 16,2 10 8-16,-3-8-8 0,3 8-4 0,0 0 34 15,0 0 10-15,0 0-2 0,5 30-10 16,-3-9-17-16,0 16-18 0,-2 3-14 0,-2 4-21 16,-2-3-17-16,1 2-19 0,-1 0-45 15,-2-3-119-15,3 1 0 0,-7-2 0 0,4-3 0 16,1 0 0-16,1-9 0 0,0-7 0 15,0-2 0-15,2-2-180 0,2-5-186 0,-2 2-93 16,2-6-94-16,-2-2-106 0,2-5-153 16,0 0 64-16,0 0 85 0,0 0-613 15,0 0-735-15</inkml:trace>
  <inkml:trace contextRef="#ctx0" brushRef="#br0" timeOffset="-210307.42">22998 10410 3461 0,'-7'-11'156'0,"4"1"53"16,1 0 39-16,0 0 21 0,2 2 19 0,2 0 9 16,0-1 7-16,3-1-17 0,3 0-20 15,5 3-25-15,-1-1-23 0,3 2-22 0,-2 2-21 16,3 4-18-16,-3 2-16 16,2 4-13-16,0 1-15 0,6 3-9 0,-7 2-11 0,-1 0-9 15,-2 3-8-15,-2 4-5 0,-4 2-8 16,-1-3-5-16,-4 5-2 0,2 1-4 0,-6 0-3 15,0 0 1-15,1 11 5 16,-8-6 1-16,8-2 7 0,-5-6 0 0,5 3-44 16,-3-4-20-16,4 2 0 0,1 1 0 15,-2-5 0-15,1-1 0 0,2 0 0 0,2 3 0 16,1-4 0-16,-2 1 0 0,1 0 0 16,4-3 0-16,-3 1 0 0,-1-1 0 0,4 1 0 15,-4-2 0-15,1-1 0 0,-1-4 0 16,3 1 0-16,-5 0 0 0,2 0 0 15,-2-1 0-15,-2 1 0 0,-3-1 0 0,0 3 0 16,-5 0 0-16,-1 0 0 0,-6-1 0 16,-3 2 0-16,6-2 0 0,-8-3 0 0,6-1 0 15,-2-2 0-15,5-1-503 0,-1-6-412 16,3 0 13-16,1-4 88 0,5-5-906 0,3 0-1153 16</inkml:trace>
  <inkml:trace contextRef="#ctx0" brushRef="#br0" timeOffset="-209991.38">23278 10568 5138 0,'3'-17'127'0,"3"5"31"0,-1 0 41 0,4 3 19 0,-2-2 26 0,4 2-1 0,1-2-7 0,3 4-26 16,1 3-13-16,-3 1-22 0,0 1-17 15,0 4-15-15,0 3-15 0,1 4-10 16,-3 8-11-16,1 1-5 0,-6 3-14 0,-4 4-3 15,-4 12 5-15,-6 1-63 0,-4 1-27 16,-2 9 0-16,-4-2 0 0,3-3 0 0,3-7 0 16,1-5 0-16,4-2 0 0,-1-6 0 15,4-6 0-15,0-4 0 0,2-2 0 0,2-1 0 16,0-3 0-16,2 1 0 0,2-1 0 16,1 0 0-16,4-3 0 0,0-1 0 15,-9-3 0-15,17 4 0 0,-5-6 0 0,-12 2 0 16,25-4 0-16,-13 3 0 0,4-3 0 15,1-1-6-15,-1-2-1038 0,-2 0 95 0,4 2 113 16,-2-3-986-16,4-1-1248 0</inkml:trace>
  <inkml:trace contextRef="#ctx0" brushRef="#br0" timeOffset="-209690.32">23767 10605 5522 0,'-7'-11'200'0,"-1"3"38"15,0 2 43-15,6 0 22 16,2 6 13-16,-3-10-12 0,3 4-26 0,0 6-28 16,9-7-10-16,-9 7-41 0,17 0-139 15,-17 0-60-15,20 9 0 0,-13 1 0 0,2 5 0 16,-5 5 0-16,2 1 0 0,-4 3 0 16,-2 1 0-16,0 1 0 0,-2 1 0 0,0-1 0 15,0 0 0-15,0-6 0 0,2-2 0 16,0 0 0-16,0-1 0 0,0-2 0 0,4-3 0 15,-2 1 0-15,0-5 0 0,2 1 0 16,2-2 0-16,1-2 0 0,1-1 0 0,0-2 0 16,-8-2 0-16,18-4 0 0,-6-1 0 15,3-3-578-15,3-2-391 0,-4 1 74 0,6-3 100 16,-4-3-890-16,0 3-1120 16</inkml:trace>
  <inkml:trace contextRef="#ctx0" brushRef="#br0" timeOffset="-209424.67">24022 10235 4766 0,'-5'-6'285'15,"1"3"-4"-15,4 3 0 0,-4-5 10 0,4 5 42 16,0 0 21-16,0 0 7 0,11 24-12 16,0-5-26-16,2 14-13 0,-1 16-53 15,-3 4-257-15,-6 7 0 0,-3 3 0 0,-1 3 0 16,-10 1 0-16,0 1 0 0,-2 5 0 15,0-1 0-15,-8 13 0 0,6-17 0 0,-7-6 0 16,6 0 0-16,-4-2 0 0,6-7 0 16,-2-3 0-16,5-12 0 0,1-8 0 0,2-5 0 15,3-8 0-15,1-3 0 0,0-7 0 16,2-7 0-16,2 0-685 0,0 0-239 0,0 0 38 16,-1-32 92-16,8 14-873 0,4-15-1104 15</inkml:trace>
  <inkml:trace contextRef="#ctx0" brushRef="#br0" timeOffset="-209174.51">24210 10871 5209 0,'-8'-7'341'0,"6"2"2"0,-2-3 2 0,6 2 21 16,2 0 18-16,4-2 12 0,3-1-23 15,6-1-33-15,2 0-246 0,10-2-94 0,-4 3 0 16,-4 3 0-16,-1-1 0 0,1 1 0 16,-4 4 0-16,1-2 0 0,-6 2 0 0,4-1 0 15,-3 3-438-15,-1-2-157 0,-12 2-86 16,19 3-150-16,-19-3 34 0,8 6 89 16,-6-3-700-16,-2-3-861 0</inkml:trace>
  <inkml:trace contextRef="#ctx0" brushRef="#br0" timeOffset="-208972.99">24179 11044 4291 0,'-25'12'280'16,"4"-1"69"-16,5-5 42 0,5-1 50 16,0 0 89-16,4-1 39 0,0-1-11 0,7-3-34 15,-9 3-266-15,9-3-258 0,0 0 0 16,0 0 0-16,36-10 0 0,-15 5 0 0,1-4 0 16,0 4 0-16,1-1 0 0,-2 0 0 15,-2 1 0-15,-5 5 0 0,-2-3 0 16,1 3 0-16,-13 0 0 0,18 6 0 0,-13 0 0 15,2-1 0-15,-3 3 0 0,-4 1 0 16,-4-2 0-16,-4 5 0 0,2-4-440 0,-1 6-547 16,-6 0 72-16,-3 0-1074 0,-3 4-1407 15</inkml:trace>
  <inkml:trace contextRef="#ctx0" brushRef="#br0" timeOffset="-204158.56">25078 10653 5027 0,'12'0'-193'0,"-12"0"50"0,11 0 44 0,-11 0 57 0,0 0 62 0,13-1 50 0,-13 1 45 0,0 0 29 16,0 0 14-16,12-2 9 15,-12 2 2-15,0 0 4 0,0 0 5 0,0 0-8 0,10-2-8 16,-10 2-5-16,0 0-7 16,0 0-12-16,7-5-15 0,-7 5-11 0,0 0-11 15,5-4-9-15,-5 4-9 0,7-5-9 16,-7 5-11-16,7-8-4 0,-7 8 4 0,8-9-12 15,-5 2-5-15,-1 0 0 0,2-3-7 16,-1-1-1-16,-3 1-5 0,2-4-18 0,-2 3 3 16,0-3 7-16,-2 3-4 0,-1-1-1 15,-1 2 1-15,1 0 0 0,-1 3-2 0,-4 0-11 16,-4 2 3-16,0 3-5 0,-1 2 7 16,-7 4-11-16,-1 4 1 0,-8 8-4 15,1 1 1-15,2 2 3 0,3 3-6 0,1 3 2 16,6-2 4-16,4-2-4 0,4-2-12 15,5-2 13-15,3 0 6 0,0-2-3 16,3 1 8-16,5-3 5 0,1-2 7 0,3-3 4 16,3-1 3-16,1 0 2 0,-4-5 0 15,2-2 9-15,5 0-3 0,0-4 9 16,2-2 6-16,-8-1 1 0,1 0-10 0,-1 0-44 16,-4 3 0-16,0-2 0 0,-4 1 0 15,3-1 0-15,-8 6 0 0,9-5 0 0,-9 5 0 16,0 0 0-16,0 0 0 0,0 0 0 15,0 24 0-15,-4-10 0 0,4 3 0 0,-2 4 0 16,2 2 0-16,6 1 0 0,-2 15 0 16,0-6 0-16,5 3 0 0,-1-3 0 0,-1-2 0 15,2-7 0-15,-6-3 0 16,1-4 0-16,0 0 0 0,-4-3 0 0,-2 1 0 16,-6-1 0-16,2 2 0 0,-5-3 0 15,-6 1 0-15,0-2 0 0,-8 2 0 0,-8-1 0 16,3-1 0-16,-2-1 0 0,-1-3 0 15,8-1 0-15,7-3 0 0,-2-1 0 0,8 0 0 16,-1 1 0-16,4-1 0 0,1-1 0 16,8-2 0-16,-17 2 0 0,17-2 0 0,-9 1 0 15,3 3 0-15,6-4 0 0,-8 2 0 16,8-2 0-16,0 0-84 0,-2 8-532 0,2-8-130 16,0 0-164-16,6 10 92 15,-2-6 83-15,0 2-721 0,2-2-906 0</inkml:trace>
  <inkml:trace contextRef="#ctx0" brushRef="#br0" timeOffset="-203857.99">25616 10732 4336 0,'-2'-10'65'0,"0"3"-11"0,2 2 7 0,0 5 25 0,0 0 58 0,0 0 41 16,0 0 21-16,-25 22 9 16,16-5 9-16,-7 7-1 0,3 3-1 0,1 2-10 15,-1 3-15-15,4-1-9 0,-1-2-17 16,3 2-18-16,-3-8-17 0,7-1-11 0,-4-1-14 16,4 0-10-16,-1-4-18 0,-2-2-44 15,1-1-43-15,-1-2-68 0,0-2-84 0,0 1-87 16,1-4-98-16,-5-4-73 0,10-3-47 15,-13 0-42-15,13 0-38 0,-17-14-25 0,7-2 3 16,1-2-686-16,-4-11-711 16</inkml:trace>
  <inkml:trace contextRef="#ctx0" brushRef="#br0" timeOffset="-203672.39">25330 10938 3309 0,'-6'-24'-18'0,"2"3"71"15,2 6 88-15,1 2 56 16,-1 3 38-16,0 2 26 0,4 0 22 0,0 2 38 16,-1 0 33-16,-1 6 26 0,22 2 2 15,-6 4-3-15,6 2-11 0,10 10-19 0,9 3-24 16,4 2-33-16,0 4-32 0,1 3-21 15,0-3-158-15,-2 1-81 0,-3-5 0 0,-8-3 0 16,-5-2 0-16,-3-3 0 0,-5-3 0 16,-5-1 0-16,-2-5 0 0,-5 0 0 0,1 1 0 15,-3-3-315-15,-6-4-212 16,0 0-135-16,0 0-194 0,0 0 40 0,0 0 80 16,0 0-719-16,-23-20-905 0</inkml:trace>
  <inkml:trace contextRef="#ctx0" brushRef="#br0" timeOffset="-200426.41">26136 10668 3828 0,'-5'-3'37'0,"5"3"36"0,-14-5 16 0,6 3 25 0,8 2 26 0,-13-5 29 0,7 4 36 0,6 1 31 16,-9-6 29-16,9 6 8 0,-10-3-8 15,10 3-17-15,0 0-20 0,0-7-22 0,0 7-17 16,24-10-20-16,-10 5-11 0,9-5-16 16,10 2-17-16,-1-1-31 0,-3 3-2 0,-8 3-19 15,1 3-13-15,-3 5-3 0,-3 4-10 16,-1 3 2-16,-8 5-4 0,2 7-2 0,-9 1-6 16,-9 11 2-16,2 2 4 15,-8 9 5-15,-2 0 3 0,4 1 2 0,3-9 0 0,0-2-3 16,-2 0-1-16,5-1-5 15,0-3-39-15,-1-3-5 0,4-3 0 0,3-8 0 16,-1 1 0-16,2-3 0 0,-3-4 0 16,3 1 0-16,0-1 0 0,0-5 0 0,3 0-151 15,-1 1-106-15,-2-4-127 0,0-5-120 16,9 2-119-16,-9-2-172 0,0 0 9 0,15-12 76 16,-12 2-644-16,2 0-809 0</inkml:trace>
  <inkml:trace contextRef="#ctx0" brushRef="#br0" timeOffset="-200243.34">26093 11017 4085 0,'-14'-6'126'0,"5"3"24"0,3-1 29 0,6 4 49 15,-12-5 51-15,12 5 8 0,-6-3-8 16,6 3-22-16,0 0-17 0,0 0-30 0,0 0-12 16,20-7-19-16,-20 7-23 0,36 0-12 15,-7-2-15-15,10-1-48 0,6 1-67 0,-2-1-104 16,0-2-112-16,2-1-143 0,-2 1-149 15,2 0-219-15,-8 0-68 0,-2-2 75 0,-9 1-617 16,-6 4-780-16</inkml:trace>
  <inkml:trace contextRef="#ctx0" brushRef="#br0" timeOffset="-200041.35">26690 10938 4011 0,'-5'5'215'15,"5"-5"11"-15,0 0 9 0,0 0 10 0,0 0 23 16,0 0-24-16,0 0-23 0,0 0-19 16,0 0-27-16,0 0-11 0,40-13-33 15,-21 11-59-15,4 0-69 0,2 0-90 0,-5 0-103 16,3 1-124-16,-1 2-123 0,-2 1-169 16,-2 2-122-16,-4-2 78 0,-4 6-506 0,-2-2-624 15</inkml:trace>
  <inkml:trace contextRef="#ctx0" brushRef="#br0" timeOffset="-199874.26">26593 11200 3493 0,'-11'5'145'0,"3"-1"24"15,8-4 36-15,-11 2 41 0,11-2 45 0,0 0 36 16,-8 4 6-16,8-4-17 0,0 0-30 16,0 0-28-16,0 0-31 0,35-10-23 0,-19 6-36 15,9 0-59-15,2-1-81 0,9-1-101 16,1 0-107-16,-5 6-141 0,3-9-135 0,-1 3-163 15,-7 4-131-15,-9-2 65 0,-2 2-581 16,-3 2-725-16</inkml:trace>
  <inkml:trace contextRef="#ctx0" brushRef="#br0" timeOffset="-198826.35">27554 10594 3338 0,'4'-6'-96'15,"-2"0"35"-15,-2 6 31 0,3-10 34 0,1 6 38 0,-2-4 31 0,0 1 30 0,-2 7 14 16,0-10 6-16,2 6 6 0,-2 4 1 0,0-12-1 15,0 12-10-15,1-5-10 0,-1 5-11 16,0-8-12-16,0 8-13 0,0 0-3 0,0 0 21 16,-22 15 13-16,1 7 19 0,-6 1 14 15,-7 12 24-15,-2 0 13 0,-5 7 20 0,4-1 3 16,-1 1 1-16,2 1 9 0,1 4-7 16,5-3-12-16,5-3-11 0,7 1-5 0,7-10-10 15,2 1-12-15,4-9-8 16,5-2-12-16,0-3-11 0,5-2-6 0,3 1-13 0,1-1-9 15,2-5-8-15,1 0-7 16,4-4-6-16,-2-1-6 0,3-4-52 0,2-2-12 16,-1-2 0-16,-1-2 0 0,-2-1 0 15,2-2 0-15,0-5 0 0,-4 3 0 0,-2-5 0 16,0-1 0-16,-6-1 0 0,1 1 0 16,-4 2 0-16,-2-2 0 0,-2 1 0 15,-2 3 0-15,-2 1 0 0,1 1 0 0,-2 2 0 16,-4 0 0-16,4 1 0 0,-2 1 0 15,9 4 0-15,-20-2 0 0,11 2-194 0,9 0-76 16,-16 4-77-16,9-2-94 0,1 1-94 16,6-3-131-16,0 0-129 0,-12 2 60 15,12-2-696-15,0 0-882 0</inkml:trace>
  <inkml:trace contextRef="#ctx0" brushRef="#br0" timeOffset="-198409.9">27841 10674 4025 0,'13'-13'5'0,"-6"2"10"0,4 1 5 0,1 2 20 0,1 2 11 0,0-1 17 0,3 2-4 0,-4 1-2 15,4 3-2-15,-1 1-9 0,1 1-7 0,-3 0-7 16,0 7 3-16,0-1-3 0,-2 1 4 15,-4 6 5-15,-5-2 10 0,-2 2 8 0,-8 1 11 16,-4 11 6-16,-4-1 8 0,-5 2 8 16,-1-1 0-16,2-1 2 0,1-1-2 0,6-5 3 15,1-4-2-15,1 2-5 0,2-3 10 16,4 1 8-16,3-3 7 0,2 2 13 0,2-2 0 16,1 3-4-16,6-1-15 0,-2-2-8 15,4 4-10-15,7 7-7 0,-5-9-8 16,1 0-13-16,-3 1-3 0,1-1 1 0,-5-1 13 15,0-1 19-15,-3 1 15 0,0-1 16 16,-4 0 7-16,-2 0 7 0,-4 2-1 16,-5 1-11-16,-3-1-35 0,0 0-94 15,-6-4 0-15,-8 5 0 0,-1-4 0 0,2-3 0 16,5-3 0-16,-1-1 0 0,3-3 0 16,2 1-250-16,-3 0-334 0,5-2-240 0,-4 1-61 15,0 1 74-15,1 2-834 0,0 1-1083 16</inkml:trace>
  <inkml:trace contextRef="#ctx0" brushRef="#br0" timeOffset="-197210.3">16425 12076 2297 0,'0'0'843'0,"-6"-7"-292"0,6 7-157 0,-2-5-73 0,2 5-31 0,0 0-3 16,0 0-9-16,-2-10-9 0,2 10-2 16,0 0-2-16,11-8-18 0,0 2-24 0,9 3-10 15,7-4-31-15,9-1-15 0,4 2-20 16,0 0-13-16,0-3-13 0,0 4-23 0,-3-2-49 15,-11 1-53-15,-4 3-75 0,-4-1-79 16,0 4-79-16,-4-3-94 0,-4 0-106 0,0 1-85 16,-10 2-100-16,5-4-134 0,-5 4 58 15,0 0-594-15,0 0-751 0</inkml:trace>
  <inkml:trace contextRef="#ctx0" brushRef="#br0" timeOffset="-197008.81">16586 12107 3425 0,'-9'4'57'0,"2"-3"86"0,7-1 52 15,-12 3 49-15,12-3 47 0,0 0 58 0,-11 2 16 16,11-2 17-16,0 0-1 0,0 0-14 16,0 0-11-16,0 0-23 0,0 0-28 0,0 0-24 15,37 6-30-15,-15-7-25 0,4-2-24 16,-1-2-164-16,0 0-38 0,10-4 0 0,-12 3 0 16,-1 4 0-16,-5-2-176 15,0 1-179-15,-3-2-136 0,-5 3-139 0,-2 0-213 16,-7 2 24-16,0 0 88 0,0 0-679 15,0 0-862-15</inkml:trace>
  <inkml:trace contextRef="#ctx0" brushRef="#br0" timeOffset="-194726.42">17644 11802 3610 0,'6'-4'-178'0,"-2"-1"45"0,2 0 47 0,-6 5 39 0,7-8 37 0,-1 4 37 0,-3-1 35 16,1 2 37-16,3-2 20 0,-7 5 17 15,3-8 11-15,-3 8 2 0,6-4 1 0,-6 4-5 16,2-6-8-16,-2 6-13 0,0 0-13 15,0 0-9-15,0 0 36 0,0 0 16 0,-6 30 1 16,-6 2-2-16,1 4 6 0,-7 12 1 16,6 2-6-16,-8 2-13 0,3-1-2 15,-4-2-9-15,6-1-3 0,0-3-14 16,2-10-10-16,4-4-5 0,-2 0-11 0,8-9-8 16,-3-2-8-16,3-5-3 0,-1-4-6 15,1 1-4-15,-1-4-13 0,2 1 0 0,1-3-2 16,1 1-3-16,0-7-37 0,0 0-78 15,0 0-86-15,0 0-86 0,0 0-88 0,0 0-78 16,3-39-82-16,9 11-103 0,-2-5-118 16,-1-4 52-16,5-11-521 0,-1 2-651 0</inkml:trace>
  <inkml:trace contextRef="#ctx0" brushRef="#br0" timeOffset="-194511.66">17631 11819 3271 0,'4'-17'1'15,"0"5"52"-15,-3 2 28 0,-1 1 15 0,2 2 11 16,0 2 1-16,-2 5 26 0,0 0 58 15,0 0 22-15,27 14 0 0,-13 1 12 0,6 9 5 16,7 12-13-16,1 0 0 0,1 5-9 16,2 2-28-16,-3-3-18 0,3 0-13 15,-3-2-14-15,-1-2-14 0,0-1-17 0,-9-6-11 16,2-3-13-16,-5-3-48 0,-2-6-51 16,-5-1-51-16,-1-2-66 0,0-3-77 0,-4-3-92 15,-3-1-105-15,0-2-141 16,0-5-170-16,-6 5 56 0,6-5-546 0,0 0-673 0</inkml:trace>
  <inkml:trace contextRef="#ctx0" brushRef="#br0" timeOffset="-194309.14">17663 12227 3642 0,'-12'0'172'0,"12"0"7"0,-11-2 15 0,11 2 31 15,0 0 43-15,-11-3 29 0,11 3-2 16,0 0-21-16,0 0-31 0,0 0-22 15,22-16-21-15,-6 14-21 0,4-4-20 16,4 2-25-16,0 1-63 0,3-2-78 16,0 1-91-16,-2 1-99 0,0 1-118 0,-7 1-105 15,-4 1-112-15,-3 0-153 0,-11 0-6 16,11 0 58-16,-11 0-447 0,0 0-551 0</inkml:trace>
  <inkml:trace contextRef="#ctx0" brushRef="#br0" timeOffset="-193610.44">18199 11916 3251 0,'0'-15'115'0,"0"5"36"0,0 1 39 0,0 2 38 0,2-1 35 0,-2 3 18 0,0 5-13 0,0-9-23 0,0 9-35 16,0 0-17-16,0 0 35 0,0 0 3 16,11 26 3-16,-5-1 6 0,-1 8-11 0,2 6-25 15,-4-1-16-15,1 2-18 16,4-2-16-16,-5-1-13 0,3-1-14 0,-3-1-12 16,2-8-9-16,-1-4-13 0,-4-3-11 15,0-1-5-15,0-3-7 0,0 1-14 0,0-4-37 16,-4 0-55-16,2-2-87 0,-1-1-94 15,0-1-115-15,-1-4-140 0,0-2-150 0,4-3-161 16,0 0-13-16,0 0 71 0,0 0-654 16,0-23-831-16</inkml:trace>
  <inkml:trace contextRef="#ctx0" brushRef="#br0" timeOffset="-193309.63">18406 12010 3792 0,'9'-14'7'0,"-6"1"36"0,3 3 38 0,-3 1 27 16,1 3 24-16,2-1 11 0,-6 7-2 0,12-7 2 15,-7 6 1-15,-5 1 2 16,0 0-5-16,27 15 1 0,-16-1 0 0,-2 5 8 16,-2 2-3-16,-2 14 5 0,-6 1 13 15,-5 3 12-15,-6 1 5 0,-3 4 16 0,-1 1 8 16,2-13 6-16,0 2 1 0,5-7 0 16,1-7-6-16,5-2 2 0,-4-5 2 0,5-3 6 15,2-1-190-15,4-1-27 16,2-4 0-16,5 1 0 0,2-3 0 0,7-2 0 0,1-2 0 15,6-1 0-15,0-3 0 0,-2 1 0 16,9 0 0-16,-7-2 0 0,-3 0 0 16,-1 4 0-16,-6 0 0 0,2-3-334 15,-4 2-255-15,-4 0-115 0,-1-1-185 0,-2 1 78 16,-1 1 88-16,-7 3-685 0,10-5-861 16</inkml:trace>
  <inkml:trace contextRef="#ctx0" brushRef="#br0" timeOffset="-193077.9">18824 12206 4137 0,'-9'-6'376'0,"9"6"9"0,-8-6 11 15,8 6-7-15,0 0-14 0,0-7-27 16,0 7-30-16,11-6-33 0,0 1-30 0,5 1-17 15,1 1-38-15,2-3-39 0,2 3-79 16,3 0-94-16,-2 1-104 0,-1-2-129 16,-3 3-154-16,4-1-148 0,-5 1-185 0,-2 1-98 15,-1 0 81-15,-7 1-719 0,2 1-915 16</inkml:trace>
  <inkml:trace contextRef="#ctx0" brushRef="#br0" timeOffset="-192461.29">19378 11869 4482 0,'-2'-12'172'0,"0"3"-17"16,1 2-17-16,-1 2-14 0,2 5-4 15,0 0 59-15,0 0 17 0,-8 26 1 0,5-4-16 16,-6 12-13-16,4 4-12 0,-4 2 0 15,-3 8-2-15,0 0-9 0,1 0-8 0,-3-11-11 16,5 1-13-16,-2-3-13 0,-1-3-5 16,-1-3-13-16,6-6-6 0,-3-6-9 15,2 0-2-15,3-3-13 0,-1-4-1 0,4-2-3 16,-1-3-13-16,-2-1-38 0,5-4-34 16,0 0-32-16,0 0-23 0,-7-17-16 15,7 3-22-15,1-10-10 0,7-12-5 0,2-12 0 16,5-8 17-16,1-1 13 0,0 0 11 15,4 5 19-15,-8 15 25 0,1 5 32 0,-4 3 29 16,-4 8 27-16,2 3 22 0,-4 5 9 16,1 4 0-16,2 2-6 0,-3 2 62 0,3 4 29 15,-6 1 18-15,0 0 11 0,25 18 5 16,-14-4-1-16,5 13-18 0,-3 0 3 16,2 2-9-16,-2 2-16 0,5-2-137 15,-3 3 0-15,0-3 0 0,2-1 0 0,-1-3 0 16,-2-1 0-16,-2-5 0 0,-1-4 0 15,-3-3 0-15,-2-2 0 0,2-1 0 16,-3-1 0-16,-1-2 0 0,1-1 0 0,-5-5 0 16,5 9 0-16,-5-9 0 0,0 0 0 15,0 0 0-15,0 0 0 0,0 0 0 0,0 0 0 16,0 0 0-16,0 0 0 0,-23-18 0 16,9 16 0-16,1-2 0 0,-1 2 0 15,1 0 0-15,1 2 0 0,-4 0 0 0,1 2 0 16,1 0 0-16,1 0 0 0,-1 0 0 0,3 0 0 15,-1-2 0-15,5 2 0 16,-2 0-194-16,9-2-594 0,-16 2-163 0,16-2 87 16,0 0 94-16,0 0-803 0,0 0-1014 15</inkml:trace>
  <inkml:trace contextRef="#ctx0" brushRef="#br0" timeOffset="-192144.66">19708 11999 4526 0,'-2'-14'82'0,"0"1"48"0,2 1 33 0,4 2 27 0,-2-1 11 0,6 1 21 0,-1-3-2 15,6 7-15-15,-1-3-21 0,5 4-20 0,1 2-14 16,-4 1-17-16,4 5-11 16,-1 1-4-16,0 6 2 0,-2 4 7 0,-1 1 9 15,-1 12 9-15,-7-2 10 0,-2-2 19 16,-4 2 13-16,-7 7 16 0,2-4-69 0,-4 3-134 15,1-8 0-15,3-2 0 0,-4-6 0 16,6 2 0-16,1-6 0 0,-2-1 0 0,2 0 0 16,0-2 0-16,2 0 0 0,0-8 0 15,4 13 0-15,2-5 0 0,1-4 0 16,3 0 0-16,1-1 0 0,0-1 0 0,5-2 0 16,-1-2 0-16,2-1 0 0,5-4 0 0,-2 0 0 15,9-5-853-15,-6 3-125 0,2-7 112 16,-6 2-1002-16,0 3-1294 0</inkml:trace>
  <inkml:trace contextRef="#ctx0" brushRef="#br0" timeOffset="-191861.36">20124 11958 4801 0,'-6'-11'-59'0,"4"3"60"0,0 2 35 0,2-4 24 16,2 3 28-16,4 1 38 15,-1 0 21-15,1 0 6 0,-6 6-5 0,17-5-11 0,-5 5-5 16,-12 0-2-16,23 12 6 15,-10-1 19-15,-1 8-1 0,-1 10 8 0,-6 0-1 16,-1 3 14-16,-6 4 15 0,-2 1 16 16,-1-1 15-16,-3-1 18 0,3 0 16 0,-3-4-18 15,4-6-237-15,-2-5 0 0,4-4 0 16,1-1 0-16,1-4 0 0,0 1 0 0,1-2 0 16,3-3 0-16,2 1 0 0,2-3 0 15,-1 0 0-15,4-5 0 0,2 0 0 0,1-3 0 16,6-4 0-16,-2-4 0 0,7-3-267 15,2-7-746-15,-2-1 84 0,0-1 101 0,-3 2-925 16,-1-4-1184-16</inkml:trace>
  <inkml:trace contextRef="#ctx0" brushRef="#br0" timeOffset="-191628.43">20466 11815 4770 0,'8'-13'-22'16,"0"-1"40"-16,1 6 34 0,4 1 32 0,5 2 20 15,-2 1 12-15,-2 4 11 0,6 5 3 16,-2 4 15-16,7 11 1 0,-4 8-4 0,1 13 0 16,-11 7-1-16,-8-1-13 0,-6 9-4 15,-8 6-14-15,-7 1-7 0,-9 17-9 0,-3-4-11 16,5-16-7-16,-4-3-9 16,1-2-41-16,-1-8-43 0,0-1-59 0,5-5-78 15,5-12-93-15,-2-4-100 0,0-4-86 16,7-8-105-16,2-2-166 0,-1-6 28 0,4-2 69 15,0-3-450-15,-5 0-529 0</inkml:trace>
  <inkml:trace contextRef="#ctx0" brushRef="#br0" timeOffset="-191109.2">17360 11714 3078 0,'0'0'53'0,"-23"16"39"0,5 5 40 0,-11 13 23 0,1 4 33 0,1 4 46 0,-2 6 43 0,8 1 11 15,1 3 9-15,9 3-4 0,6-1-16 16,7-6-14-16,7 6-17 0,10 1-15 16,10-3-26-16,5-2-15 0,10-6-25 15,17 6-20-15,-6-16-61 0,0-3-93 0,6-4-141 16,-3-2-199-16,-3-7-230 0,-1-1-232 15,-5-3 58-15,-13-2 85 0,-8 0-548 0,-5-3-678 16</inkml:trace>
  <inkml:trace contextRef="#ctx0" brushRef="#br0" timeOffset="-190409.71">21479 12066 3520 0,'-7'-5'128'0,"4"-1"26"0,-5 2 16 0,8 4 27 0,-23 0 28 16,5 6 17-16,-13 8 31 0,-6 3 4 0,-2 7-3 15,-5 2-11-15,5 1-12 16,3 0-14-16,0 2-15 0,10-5-17 0,-1-3-20 0,5 4-17 15,-1-3-18-15,7-5-18 16,5-1-11-16,0-1-16 0,-1-1-28 0,2-4-56 16,5-2-60-16,-3 1-67 0,4-2-56 15,-2-2-70-15,6-5-93 0,-5 2-80 0,5-2-41 16,0 0-48-16,-12-18-31 0,6 8-22 16,4-7-20-16,-1-3 18 0,-1-5-539 0,-2-8-560 15</inkml:trace>
  <inkml:trace contextRef="#ctx0" brushRef="#br0" timeOffset="-190227.39">20924 12160 2816 0,'-6'-31'-42'0,"2"7"61"0,3 2 58 0,-1 3 62 15,-2 2 66-15,0 2 52 0,3 1 36 16,1 1 16-16,-3 1 8 0,3 4-21 16,0 2-6-16,4 0-4 0,-4 6 5 15,0 0-10-15,31 10-19 0,-5 10-16 0,4 9-30 16,5 0-20-16,0 3-21 0,-3 3-15 16,-2-1-21-16,3 0-13 0,-10-7-46 0,-1-3-44 15,-3 1-36-15,-1-8-48 0,-7-1-57 16,-2-4-56-16,1-3-57 0,-2 0-73 0,-5-4-78 15,1 1-87-15,-4-6-121 0,4 2-172 16,-4-2 57-16,0 0 63 0,0 0-451 16,0 0-551-16</inkml:trace>
  <inkml:trace contextRef="#ctx0" brushRef="#br0" timeOffset="-188994.18">21867 11829 3332 0,'-6'-10'149'0,"-3"5"-19"0,4 3-7 0,5 2 21 0,-23 10 47 0,7 2 40 0,-6 12 18 0,-5 11 18 16,0 7 4-16,4 2 2 0,5 2-4 15,4 2-7-15,4 0-12 0,5-6-18 0,5 0-17 16,2-2-18-16,3 2-20 0,4-3-21 16,4 1-13-16,-2-6-16 0,0-1-20 0,3-4-60 15,-5-8-67-15,-4-4-76 16,6-3-80-16,-4-5-83 0,-2-2-121 0,5-2-133 15,-2-5-140-15,-8 0-120 0,18-6 59 16,-4-2-632-16,-1-1-802 0</inkml:trace>
  <inkml:trace contextRef="#ctx0" brushRef="#br0" timeOffset="-188777.95">22089 12022 4028 0,'-4'-6'120'0,"4"6"-10"0,0 0 10 15,0 0 39-15,0 0 24 16,-10 19 11-16,10-3-1 0,-2 1-15 0,2 3-14 16,2 4-19-16,-2 2-12 0,2 1-17 15,-1 8-6-15,1-6-14 0,0-4-10 0,3 0-45 16,-3-3-53-16,1 2-80 0,-3-7-94 16,0 2-97-16,0-5-95 0,-1-3-120 0,-1-2-186 15,0-2 34-15,0-2 64 0,2-5-369 16,0 0-433-16</inkml:trace>
  <inkml:trace contextRef="#ctx0" brushRef="#br0" timeOffset="-188378.23">22102 11997 2891 0,'1'-16'108'0,"3"3"11"0,0 3 11 16,2-1 18-16,0 5 3 0,-1-2 3 15,5 2-9-15,0 1-11 0,1 1-15 0,2 2-10 0,1 4-12 16,0 3-13-16,2 1-3 15,-1 2-9-15,1 5-4 0,-2-1-5 0,-2-1-4 16,-2 7 7-16,-5-1 8 0,1 0 4 16,-6 0 11-16,-6 4 10 0,-3 9 8 0,-5-2-1 15,-1 1-9-15,0-2-5 0,4-6-4 16,1-4 3-16,5-3 9 0,0-2 11 16,1-2 23-16,6-1 21 0,3 1 8 15,0-4-5-15,3 3-6 0,3-1-15 0,1 0-15 16,3-1-7-16,-1 2-20 0,0-4 2 15,0 3-8-15,1 1-9 0,-1-2-5 16,-1 1-6-16,-2 1 3 0,-3-1 8 0,1 3 12 16,-5-1 10-16,0 2 0 0,-2 0-6 15,-4 1-20-15,-2 1-76 0,-1 1 0 0,-5 2 0 16,-2-3 0-16,-1 1 0 16,0-1 0-16,0-5 0 0,-1-1 0 0,1 0 0 0,-3-4 0 15,1 0 0-15,2-2-231 16,0-4-276-16,1 1-177 0,0-6-216 0,1-1 66 0,10-4 92 15,-1 1-718-15,2-1-909 0</inkml:trace>
  <inkml:trace contextRef="#ctx0" brushRef="#br0" timeOffset="-188079.09">22544 12114 4193 0,'6'-12'50'0,"-1"2"8"0,3-2 16 0,0 5 24 0,1-2 35 15,2 2 13-15,1 4 4 0,-1 0-8 0,2 0 1 16,-13 3 1-16,31 11-6 0,-17-1-6 16,-1 6-2-16,-1 1 1 0,-3 3 7 0,-4 9 2 15,1-3 13-15,-6 1 27 16,-4-2 20-16,0 8 12 0,3-4 1 0,-3-5 6 16,0-2 4-16,2-5 3 0,2 0 0 15,0-3-27-15,0-4-199 0,0 0 0 0,0-1 0 16,4 1 0-16,0-3 0 0,-1-2 0 15,-3-5 0-15,14 7 0 0,-8-4 0 0,-6-3 0 16,17 0 0-16,-17 0 0 0,19-6-253 16,-12 0-464-16,7 0-226 0,-3-3 68 0,0 1 94 15,1-5-791-15,-1 3-1014 0</inkml:trace>
  <inkml:trace contextRef="#ctx0" brushRef="#br0" timeOffset="-187845.73">22919 12126 4620 0,'-2'-12'123'0,"1"3"53"15,-1 4 51-15,-2-2 34 0,4 7 32 16,-6-10 12-16,6 10-5 0,0 0-23 16,0 0 3-16,0 0 7 0,0 0-17 0,12 22-21 15,-7-4-29-15,1 6-11 0,-3 10-115 16,4 1-94-16,-5 7 0 0,-1-3 0 0,3 3 0 16,-4-1 0-16,0-2 0 0,0-1 0 15,0-8 0-15,-2-3 0 0,0-4 0 16,2 2 0-16,-1-5 0 0,-1-3 0 15,2-3 0-15,-2-1 0 0,2 0 0 0,-3-5-476 16,1 0-136-16,0-4-154 0,2-4-97 0,0 0 72 16,-3 7-802-16,3-7-1033 15</inkml:trace>
  <inkml:trace contextRef="#ctx0" brushRef="#br0" timeOffset="-186962.43">23047 12428 4517 0,'0'0'75'0,"0"0"20"0,-10-2 4 0,10 2 4 0,0 0-1 0,0 0 1 0,0 0 2 15,15-10-6-15,-1 6-8 16,3 1-10-16,4-1-9 0,4 1-13 0,2 1-5 15,1 0-23-15,-1 1-35 0,4-1-49 16,-6 2-77-16,-3-2-97 0,-1-1-119 0,-2 1-156 16,-6 0-165-16,0-1 38 0,-1-2-435 15,-2 2-536-15</inkml:trace>
  <inkml:trace contextRef="#ctx0" brushRef="#br0" timeOffset="-186695.39">23287 12191 3177 0,'0'-10'151'0,"0"4"29"16,0 6 28-16,0-13 33 0,0 13 37 16,0-11 13-16,0 11 4 0,0 0-30 0,0 0 14 15,0 0 9-15,0 0-5 16,16 24-18-16,-13-5-22 0,5 3-19 0,3 13-20 16,-1 3-18-16,-3-1-16 0,8 10-19 15,-5-9-15-15,1-1-11 0,1-2-13 0,-1 0-7 16,-1-6-15-16,-5-4-12 0,2-6-7 15,-4-2-8-15,-1-3-31 0,2-2-32 0,-2 1 0 16,-2-3 0-16,2-1-97 0,-1-2-77 16,-1-2-105-16,0-5-141 0,0 0-138 0,0 0-179 15,0 0-86-15,0 0 59 16,0 0-712-16,0 0-923 0</inkml:trace>
  <inkml:trace contextRef="#ctx0" brushRef="#br0" timeOffset="-186429.16">23699 12080 4547 0,'0'-12'213'16,"2"5"-13"-16,-2 1-19 0,0 6-6 16,0 0 42-16,0 0 20 0,0 0 15 15,16 33-21-15,-5-4-19 0,-2 2-21 0,2 5-14 16,1 2-21-16,-5-2-18 0,3-1-9 15,-2 6-13-15,-3-4-12 0,1 1-10 0,-1-1-24 16,-5-7-54-16,0-5-33 0,0-3-53 16,-3 2-69-16,-3-3-73 0,3-5-81 0,-6-1-88 15,4-3-93-15,-5-1-108 0,7-5-166 16,-3-2 38-16,6-4 65 0,0 0-506 16,0 0-619-16</inkml:trace>
  <inkml:trace contextRef="#ctx0" brushRef="#br0" timeOffset="-186076.41">23748 12189 3392 0,'-4'-12'126'0,"4"0"27"16,0 4 25-16,4-1 11 15,-2-1 3-15,4 0 0 0,3-1-10 0,4 3-14 16,1 1-16-16,5-2-17 0,0 6-11 16,1 1-11-16,0 4-14 0,1 2-7 0,0 6-11 15,4 5-8-15,-3 4-2 0,-4 1-3 16,-5 1-2-16,-5 0 12 0,-4 1 11 0,-2 3 11 15,-6 0 26-15,-4 8 16 0,-3-1 17 16,-5 2 18-16,-1-1 13 0,0-4 9 16,0-2-4-16,5-8-17 0,3-2-16 0,3-3-12 15,1-1-15-15,-1-1-9 0,4 0-15 16,0-1-83-16,0-1-28 0,0 1 0 0,2-1 0 16,0 0 0-16,0 0 0 15,0-1 0-15,0 1 0 0,-2-1 0 0,2 1 0 16,-2-2 0-16,0 1 0 0,2 0 0 15,-1-2 0-15,-5 1 0 0,2 1 0 0,-1-2 0 16,-2-2 0-16,4-2-34 0,3-3-458 16,-13 2-154-16,13-2-194 0,0 0-15 0,-8-17 85 15,8 5-779-15,2-5-992 0</inkml:trace>
  <inkml:trace contextRef="#ctx0" brushRef="#br0" timeOffset="-185778.28">23973 12200 4215 0,'11'-19'-52'16,"0"3"29"-16,3 4 46 0,-1-1 46 16,5 1 45-16,-2-1 32 0,6 5 18 0,1 1 5 15,-7 4 3-15,8 0-11 0,-5 6-9 16,2 0-3-16,0 6-10 0,-2-1 0 16,-2 6-1-16,-4 2 6 0,-3 2 8 0,-5 3 19 15,-3 1 13-15,-6 3 13 0,-3 8 16 16,-4 0 10-16,-7 0 11 0,4-2 2 0,-6-2-11 15,3-5-5-15,5-4-103 0,3-5-117 16,4-1 0-16,-4-4 0 0,6 0 0 0,-1-4 0 16,4 3 0-16,-6-1 0 15,8 0 0-15,-2-8 0 0,4 14 0 0,0-7 0 16,-1-1 0-16,4-2 0 0,0 3 0 16,2-5 0-16,5 0 0 0,-3-2 0 0,6-4-372 15,1 0-551-15,3-5-5 0,-3-2 83 16,13-3-897-16,-1-4-1175 0</inkml:trace>
  <inkml:trace contextRef="#ctx0" brushRef="#br0" timeOffset="-185478.83">24554 12229 4843 0,'-7'-8'15'16,"2"2"48"-16,2 1 43 0,3 5 40 16,-4-10 41-16,4 10 31 0,-4-8-15 15,4 8-10-15,0 0-22 0,14-6-12 16,-5 4-18-16,-9 2-13 0,24 7-10 0,-13 3 4 15,2 4-1-15,-3 4-2 0,-1 13 0 16,-4 4 10-16,-6 3 4 0,-7 1 14 0,3 1 21 16,-9 7 19-16,3-6 30 0,-2-6-179 15,-1-2-38-15,5-2 0 0,-1-8 0 16,4-3 0-16,2-7 0 0,2 1 0 0,-1-4 0 16,3-1 0-16,0-3 0 0,3 1 0 15,-3-7 0-15,13 6 0 0,-2-6 0 0,1-2 0 16,2-3 0-16,5-6 0 0,6-6 0 15,2-2-266-15,-2-4-744 0,5-10 72 16,1-4 109-16,1 2-922 0,-2-5-1182 16</inkml:trace>
  <inkml:trace contextRef="#ctx0" brushRef="#br0" timeOffset="-185245.49">24888 12094 5219 0,'-7'-11'128'0,"2"3"54"16,-1 1 55-16,5 0 34 0,1 7 18 15,0 0 2-15,3-10-26 0,-3 10-15 0,0 0-25 16,33 12-20-16,-12 5-23 0,-4 8-13 16,2 6-20-16,-5 5-20 0,-5 15-129 15,-7 5 0-15,-6 2 0 0,-5 3 0 16,-9 3 0-16,-3-3 0 0,-9 15 0 0,-6-4 0 16,1-17 0-16,3-4 0 0,-2-1 0 15,-2-5 0-15,2-4 0 0,1-7 0 0,8-10-286 16,0-5-177-16,8-9-131 0,2-3-182 15,6-7-64-15,-1-3 73 0,10 3-752 0,-8-12-963 16</inkml:trace>
  <inkml:trace contextRef="#ctx0" brushRef="#br0" timeOffset="-184828.69">25233 12339 4744 0,'-10'0'315'0,"10"0"10"0,-11 1 21 0,11-1 43 0,0 0 68 0,0 0 33 0,0 0-11 0,0 0-35 0,0 0-242 15,26-10-202-15,-10 6 0 0,0 0 0 16,2 0 0-16,0 1 0 0,-4 1 0 15,4-1 0-15,-5 1 0 0,3 2 0 0,-4 0 0 16,1 0 0-16,-1 0 0 0,-1 0-583 0,-11 0-396 16,18 3 76-16,-12 1 87 15,-3-1-854-15,-3-3-1106 0</inkml:trace>
  <inkml:trace contextRef="#ctx0" brushRef="#br0" timeOffset="-184644.87">25193 12570 5103 0,'-14'4'265'15,"7"-2"53"-15,1 1 62 0,6-3 76 0,0 0 42 16,-15 1 31-16,15-1-22 0,0 0-372 16,0 0-135-16,0 0 0 0,0 0 0 15,44-8 0-15,-25 4 0 0,0 0 0 16,2-2 0-16,-2-1 0 0,-2 3 0 0,-1 2 0 16,-4-2 0-16,1 2 0 0,-1 0 0 15,-4 2 0-15,-8 0 0 0,0 0-1030 0,12 6 80 16,-12-6 98-16,-3 10-971 0,-4-1-1249 15</inkml:trace>
  <inkml:trace contextRef="#ctx0" brushRef="#br0" timeOffset="-176145.4">25804 12386 1299 0,'0'0'754'0,"-14"-3"-218"0,5 2-161 0,9 1-61 0,-9-2-29 0,9 2-9 16,0 0 1-16,-16-5-5 0,16 5 19 0,0 0 14 15,-11-2 6-15,11 2 0 16,0 0 0-16,0 0-12 0,0 0-4 0,0 0-10 16,0 0-19-16,0 0-24 0,54 5-24 15,-36-3-20-15,5-2-22 0,2 2-17 0,2-1-23 16,0-1-136-16,2 0 0 0,-6 0 0 15,-1 0 0-15,-1 2 0 0,0-2 0 16,-2 0 0-16,-3-2 0 0,-4 4 0 0,-12-2 0 16,22 0 0-16,-22 0 0 0,16-2 0 15,-16 2 0-15,16 2 0 0,-16-2 0 0,0 0 0 16,15-2 0-16,-15 2 0 0,10-1 0 16,-10 1-179-16,0 0-316 0,11-2-128 15,-11 2-147-15,0 0-73 0,0 0 83 16,6-2-778-16,-6 2-981 0</inkml:trace>
  <inkml:trace contextRef="#ctx0" brushRef="#br0" timeOffset="-175347.81">26300 12147 4485 0,'0'-11'2'0,"0"4"35"0,1 0 44 16,-1 0 44-16,0 7 38 0,0 0 24 0,0-11 33 16,0 11-3-16,0 0-11 0,0-7-11 15,0 7-17-15,0 0-10 0,0 0-5 0,3-9-7 16,-3 9-17-16,0 0-8 0,0 0-9 16,0 0-7-16,0 0-11 0,6-3-5 0,-6 3-9 15,0 0-7-15,0 0 0 0,0 0-3 16,0 0-4-16,0 0 7 0,0 0 2 0,0 0 6 15,0 0-3-15,0 0-5 0,0 0-27 16,0 0-56-16,5-7 0 0,-5 7 0 16,0 0 0-16,0 0 0 0,0 0 0 0,0 0 0 15,0 0 0-15,0 0 0 0,0 0 0 16,4-7 0-16,-4 7 0 0,0 0 0 16,0 0 0-16,0 0 0 0,0 0 0 0,0 0 0 15,0 0 0-15,0 0 0 0,0 0 0 16,0 0 0-16,0 0 0 0,2 27 0 0,-4-14 0 15,2 5 0-15,-4 0 0 16,2 6 0-16,-1 1 0 0,-1 8 0 0,-1-4 0 0,4 6 0 16,-1-6 0-16,-2-4 0 0,4-1 0 15,-2 0 0-15,4-3 0 0,0-3 0 16,0-1 0-16,1 1 0 0,2-4 0 16,1-1 0-16,-1-3 0 0,3-2 0 0,2-4 0 15,3-1 0-15,-4-3 0 0,5-3 0 16,0-1 0-16,6-5 0 0,5-9 0 0,-3 0 0 15,1-5 0-15,-2-1 0 0,1 0 0 16,-4 1 0-16,1-1 0 0,-7 5 0 0,0 5 0 16,-5 1 0-16,-1 4 0 0,-1 0 0 15,1 1 0-15,-5 1 0 0,4 1 0 0,-1 2 0 16,-4 4 0-16,3-6 0 0,-3 6 0 16,0 0 0-16,0 0 0 0,0 0 0 0,-10 27 0 15,7-9 0-15,-3 3 0 16,-1 14 0-16,-3 0 0 0,-2 1 0 0,1 1 0 15,2-1 0-15,1 0 0 0,-3 1 0 16,3-6 0-16,2 1 0 0,-2-6 0 0,7-6 0 16,-3-3 0-16,2-1 0 0,-2-3 0 15,4-2 0-15,-1-3 0 0,1 1 0 0,0-9 0 16,1 8 0-16,3-4 0 0,-4-4 0 16,0 0 0-16,9 2 0 0,-9-2 0 0,0 0 0 15,0 0 0-15,0 0 0 0,0 0 0 16,0 0 0-16,0 0 0 0,16-8 0 0,-16 8 0 15,0 0-740-15,0 0-233 0,0 0 100 16,0 0 94-16,0 0-862 0,0 0-1080 16</inkml:trace>
  <inkml:trace contextRef="#ctx0" brushRef="#br0" timeOffset="-174960.5">27133 12223 4313 0,'5'-7'-108'0,"-3"1"52"0,4 1 53 0,-4 1 44 0,-2 4 37 0,1-7 28 0,-1 7 15 15,0 0 17-15,0 0 38 0,0 0 40 0,0 0 24 16,0 0 16-16,-18 24 26 0,6-7 19 16,-6 12 5-16,-4 0-2 0,-3 8 5 0,0 1-4 15,1-1-10-15,-1 1-5 0,6-6-14 16,1-3-271-16,-2 0-5 0,3-2 0 0,2-1 0 16,3-7 0-16,1-2 0 0,2-2 0 15,-2-3 0-15,6 0 0 0,-3-2 0 16,3-1 0-16,1-2 0 0,1-1 0 15,-2-1 0-15,1-1 0 0,4-4 0 0,0 0 0 16,0 0-258-16,0 0-597 0,0 0-71 16,0 0 84-16,-4-17-964 0,4 17-1234 15</inkml:trace>
  <inkml:trace contextRef="#ctx0" brushRef="#br0" timeOffset="-174697.95">26834 12282 5318 0,'-8'-12'73'0,"6"4"62"15,-1-2 87-15,3 5 72 16,0 5 43-16,0 0 18 0,0 0 19 0,13-4-9 0,-13 4-12 16,23 11-18-16,-9 1-305 15,8 5-30-15,-1 8 0 0,-4-1 0 0,0 5 0 16,0-2 0-16,-3 4 0 0,-3 1 0 16,1-4 0-16,-1 1 0 0,-2-4 0 0,-3-5 0 15,2-1 0-15,-3-4 0 0,1-1 0 16,-1 0 0-16,-1-4 0 0,3-1 0 0,-4 3 0 15,1-5 0-15,-2-1 0 0,2 1 0 16,-3-2 0-16,1 0 0 0,-2-5 0 0,4 9 0 16,-4-9 0-16,0 0 0 15,0 0-1028-15,0 0 85 0,0 0 99 0,-7 5-984 16,7-5-1256-16</inkml:trace>
  <inkml:trace contextRef="#ctx0" brushRef="#br0" timeOffset="-169665.61">23228 12458 544 0,'0'0'231'0,"0"0"-51"0,0 0-42 0,0 0-24 0,0 0-15 0,0 0-13 0,0 0-4 0,0 0-2 15,0 0 12-15,0 0 6 0,0 0-2 16,0 0 0-16,0 0-3 0,0 0-3 0,0 0-5 16,0 0 1-16,-27 9-2 0,27-9-1 15,0 0 1-15,-6 4 11 0,6-4-2 16,0 0 12-16,-5 5 7 0,5-5-6 15,-6 5 1-15,6-5-4 0,0 0-10 0,-10 5-2 16,10-5 9-16,-4 3 4 0,4-3-1 16,0 0 5-16,0 0 1 0,-3 5 2 15,3-5 0-15,0 0 3 0,0 0 1 0,0 0-3 16,0 0-2-16,14 11-8 0,-5-10-14 16,4 1-5-16,4 2-7 0,3-2-9 0,-2 0-7 15,4 0-6-15,-1-2-6 16,-3 0-4-16,4 0-6 0,-3 0-5 0,-1 3 0 15,-2-3-4-15,-1 0 0 0,-3 0 13 0,-3 0 7 16,-9 0 3-16,17 2-1 0,-17-2 1 0,14 0-5 16,-14 0-5-16,11 0-2 15,-11 0-7-15,0 0 0 0,14 0-4 0,-14 0-2 16,0 0-4-16,11 2-3 0,-11-2-5 16,0 0 4-16,9 2-2 0,-9-2-5 0,0 0-1 15,0 0-3-15,12 2 3 0,-12-2-3 16,0 0-4-16,0 0 0 0,0 0-3 0,0 0-1 15,7 4 2-15,-7-4-2 0,0 0-3 16,0 0-2-16,0 0-8 0,0 0-9 16,13 2-12-16,-13-2-5 0,0 0-14 0,10 0-8 15,-10 0-20-15,0 0-31 0,0 0-57 16,0 0-70-16,0 0-72 0,0 0-112 16,2-10-168-16,-2 10-35 0,0 0 71 15,-17-7-378-15,9 5-412 0</inkml:trace>
  <inkml:trace contextRef="#ctx0" brushRef="#br0" timeOffset="-169098.26">23312 12229 2445 0,'0'-8'-42'0,"0"8"26"0,0-7 30 0,0 7 25 0,0 0 29 0,-4-10 26 16,4 10 24-16,-2-8 21 0,2 8 12 0,-2-9 3 15,2 9 0-15,0-8-1 0,0 8 2 16,0-7-4-16,0 7-3 0,0 0 6 16,0-9-1-16,0 9-2 0,0 0-5 15,0-8-15-15,0 8-11 0,0 0-9 0,0 0-16 16,0-8-8-16,0 8-10 0,0 0-7 16,0 0-8-16,0 0-1 0,0 0-8 0,0 0-1 15,13 24-2-15,-7-14-6 0,0 5 0 16,2 4 1-16,-3 1 5 0,1 5 0 0,-1 8-2 15,2 2-6-15,-2 6 3 0,-3-3-6 16,2 1-3-16,-2-4-3 0,-4 2-1 0,2-8-2 16,0 10-4-16,0-10 2 0,-2-7-3 15,2-2-4-15,0-1-1 0,0 0-3 16,2-5 5-16,-2-1-1 0,0-2 12 16,0-3 1-16,0 1 0 0,0-1-7 0,0-1 3 15,0 3-5-15,0-10-2 0,2 9-4 16,-2-2-3-16,0-7-7 0,0 7-30 15,0-7-58-15,0 6-67 0,0-6-86 0,0 0-96 16,-6 10-114-16,6-10-130 0,-7 2-124 16,7-2 71-16,0 0-506 0,-16 0-599 0</inkml:trace>
  <inkml:trace contextRef="#ctx0" brushRef="#br0" timeOffset="-168831.99">23256 12506 3168 0,'-7'-5'23'0,"3"0"38"0,-1 1 36 0,5 4 37 0,-7-6 30 16,7 6 37-16,0 0 27 0,-2-7-11 16,2 7-21-16,11-7-18 0,-2 4-17 0,2 1-18 15,8-2-19-15,1 3-8 0,-2-1-9 16,5 0-14-16,-1 1-10 0,0 2-12 0,-3-1-42 15,2 0-34-15,-6 0-44 0,3 0-52 16,-5 0-50-16,-3 2-62 0,-10-2-41 16,15 0-47-16,-15 0-78 0,7 3-133 15,-7-3-80-15,0 0 57 0,0 0-316 0,0 0-336 16</inkml:trace>
  <inkml:trace contextRef="#ctx0" brushRef="#br0" timeOffset="-168148.99">23843 12162 2190 0,'0'0'-12'0,"-5"-9"21"0,3 6 15 0,2 3 20 0,-6-9 22 0,6 9 23 0,-4-5 23 16,4 5 14-16,-1-7 4 0,1 7-7 0,0 0-15 15,-2-7 3-15,2 7-6 0,0 0 3 16,0 0-2-16,-2-7-7 0,2 7-11 0,0 0-7 15,0 0-7-15,0 0-7 0,0 0 4 16,0 0 1-16,0 0 9 0,0 0 2 0,-10 23-2 16,8-11-4-16,-4 5 18 15,3 3 8-15,-3 14 10 0,1-1 2 0,-2 4-5 16,2 2-10-16,1 0-5 0,0-1-4 16,2 5 9-16,0-7-7 0,2-4-4 0,0-5-7 15,0-2-7-15,0-6 11 0,0 7-2 16,-1-9-9-16,1-3-3 0,-2-3 4 0,2 0-4 15,0-3-3-15,0 4-4 0,-2-5-8 16,2 2-5-16,0-2-10 0,0-7-1 0,0 10-5 16,-2-3-3-16,2-7-7 0,-4 12-1 15,4-6-6-15,-4-2-8 0,4-4-58 0,-4 8-58 16,2-3-69-16,2-5-77 16,-2 6-86-16,2-6-92 0,0 0-159 0,0 0-105 15,0 0 74-15,0 0-494 0,0 0-582 16</inkml:trace>
  <inkml:trace contextRef="#ctx0" brushRef="#br0" timeOffset="-167416.05">23862 12264 2844 0,'-9'-6'-77'0,"7"2"23"0,2 4 21 0,-10-7 26 0,7 3 36 0,3 4 31 0,-6-8 29 0,2 2 13 0,4 6 3 0,-3-8-2 16,-1 2 5-16,4 6 0 0,-4-10 14 0,4 5 6 16,0 5 10-16,0-11 0 0,0 11-2 15,-2-8-3-15,2 8-11 0,2-9-10 16,2 4-9-16,1 0-11 0,1 0-9 16,1-1-10-16,5 2-5 0,-1 0-8 0,1 1-7 15,0 1-3-15,0 0-3 0,2 0-7 16,-14 2-5-16,25 6-3 0,-14 0 1 0,0-2-5 15,2 6 2-15,-4-1-6 0,2 4-2 16,-1 1 1-16,-3 2-4 0,3 2-2 0,-3-1 1 16,-1-2-2-16,2 2-2 0,-4 0-4 15,-1-2 8-15,1 0 3 0,-2-1 15 0,-2 3 15 16,-2 1 14-16,-2-3 15 16,-1 2 17-16,-5 0 19 0,-2-1 13 0,1-1 5 15,-3 1 9-15,2-2-8 0,1-3-8 0,-2-1-3 16,4 2-15-16,2-7-13 0,-2 5-4 15,6-4 1-15,-3 0 4 0,4-1 3 16,-1-1 1-16,3-4-7 0,2 12 1 16,-2-12-8-16,7 14-11 0,1-5-8 0,3-1-10 15,-1 3-1-15,5 1-7 0,-4-2-6 16,3 4-2-16,3-1-8 0,-3 1-6 0,-3 2 0 16,0-3-4-16,-3 1-6 15,-2-2-2-15,-4 2-4 0,-1-2-12 0,1-1 0 16,-2 1 0-16,-2 0 0 0,-1-3 0 15,-3-1 0-15,0 4 0 0,-3-4 0 0,-1-2 0 16,-4 1 0-16,3-1 0 0,2-2 0 16,-3 0 0-16,1 0 0 0,-1-1 0 0,1-2 0 15,11-1 0-15,-21 3-28 0,11-1-274 16,-1-2-133-16,11 0-132 0,-19 0-179 0,10 0-90 16,9 0 80-16,-16 4-782 0,16-4-981 15</inkml:trace>
  <inkml:trace contextRef="#ctx0" brushRef="#br0" timeOffset="-160267.43">27413 12422 1644 0,'0'0'266'0,"3"6"-52"0,-3-6-26 0,8 3-3 0,-8-3 14 0,0 0 3 15,0 0 2-15,6 3-5 0,-6-3 16 16,0 0 12-16,0 0 0 0,0 0 5 0,0 0 7 15,0 0 5-15,0 0-6 0,0 0 3 16,0 0 2-16,0 0-6 0,0 0-11 16,0 0-12-16,0 0-11 0,6 9-9 15,-6-9-14-15,0 0-14 0,0 0-14 0,0 0-14 16,0 0-12-16,0 0-16 0,0 0-5 16,0 0-11-16,0 0-10 0,0 0-5 15,0 0 3-15,0 0 6 0,0 0 0 0,0 0-11 16,0 0-8-16,0 0-8 0,7-19-50 15,-3 12-11-15,0-1 0 0,-2-1 0 0,-1 1 0 16,4-4 0-16,-3 1 0 0,0-7 0 16,0 6 0-16,-1-2 0 0,-2 0 0 15,1 0 0-15,0 2 0 0,-2 3 0 16,0-3 0-16,0 6 0 0,-3-1 0 0,5 7 0 0,-13-4 0 16,13 4 0-16,-25 9 0 15,7 1 0-15,-3 7 0 0,-2 5 0 0,3-1 0 0,4 1 0 16,0 3 0-16,5-5 0 15,3-1 0-15,3-3 0 0,0-1 0 0,3-1 0 16,2-2 0-16,5-2 0 0,1 0 0 16,1-1 0-16,6-3 0 0,-1-4 0 0,1 0 0 15,4-2 0-15,0-4 0 0,1-2 0 16,1-3 0-16,-1 1 0 0,2-2 0 0,-7 1 0 16,-1 0 0-16,-1 2 0 0,-4 2 0 15,2 0 0-15,-2 2 0 0,-7 3 0 16,7-2 0-16,-7 2 0 0,0 0 0 0,2 19 0 15,-4-9 0-15,1 7 0 0,-3 0 0 16,0 7 0-16,1-1 0 0,-4 10 0 16,3-6 0-16,2-2 0 0,-1 0 0 0,-1 0 0 15,2-1 0-15,0-3 0 0,2-2 0 16,0-2 0-16,0 1 0 0,-1-4 0 16,1-3 0-16,0-1 0 0,0-2 0 0,-2 1 0 15,2-1 0-15,-4 0 0 0,-1-4 0 16,0 4 0-16,-3-1 0 0,-4-1 0 0,-2 0 0 15,-1-1 0-15,-1 0 0 0,1 0 0 16,3-3 0-16,-1 0 0 0,1 1 0 16,5-2 0-16,-2 1 0 0,9-2 0 0,-14 2 0 15,7 0 0-15,7-2 0 0,-12 2 0 16,12-2 0-16,-12 0 0 0,12 0 0 16,0 0 0-16,0 0 0 0,-12-4-29 0,12 4-612 15,0-8-159-15,0 8-106 0,0 0 85 16,12-9-877-16,0 4-1134 0</inkml:trace>
  <inkml:trace contextRef="#ctx0" brushRef="#br0" timeOffset="-160018.17">27902 12547 5035 0,'-1'-2'75'0,"1"2"32"0,0 0 44 0,-6-8 78 0,6 8 51 0,0 0 32 0,0 0-10 0,0 0-32 16,0 0-27-16,19-10-22 0,-11 8-24 15,5-2-22-15,-1 1-17 0,1 1-18 16,-2-2-19-16,3 2-71 0,-1 0-116 0,-1 0-122 16,1 1-130-16,-4 0-145 0,-9 1-154 15,17 0-215-15,-7 1 34 0,-2 2 86 0,-3 5-673 16,-3-3-838-16</inkml:trace>
  <inkml:trace contextRef="#ctx0" brushRef="#br0" timeOffset="-159831.99">27910 12746 4081 0,'-11'4'204'0,"3"-2"40"0,8-2 52 0,-14 3 48 0,14-3 52 16,0 0 33-16,0 0 18 0,0 0-23 15,0 0-41-15,0 0-46 0,0 0-39 0,0 0-24 16,0 0-240-16,31-12-34 0,-19 9 0 15,3-1 0-15,-1 2 0 0,0-1 0 16,4 0 0-16,-3 1-107 0,-1 0-390 16,-1 0-135-16,0 1-165 0,-2-1-53 0,-11 2 78 15,22 0-771-15,-22 0-986 0</inkml:trace>
  <inkml:trace contextRef="#ctx0" brushRef="#br0" timeOffset="-159551.04">28485 12556 4560 0,'0'0'60'15,"-7"-2"23"-15,7 2 39 0,0 0 52 16,0 0 63-16,0 0 29 0,0 0 6 0,0 0-25 15,0 0-23-15,0 0-22 0,38-9-21 16,-22 7-17-16,0-2-18 0,0 2-19 0,-1 2-10 16,2-2-19-16,3 2-68 0,-6-2-108 15,0 2-108-15,1-3-122 0,1 3-135 0,-3 0-141 16,-2 0-217-16,-1 3 64 0,-10-3 79 16,22 2-538-16,-8-2-659 0</inkml:trace>
  <inkml:trace contextRef="#ctx0" brushRef="#br0" timeOffset="-159117.61">28865 12340 3566 0,'-5'-12'135'0,"-1"2"21"0,1 3 21 16,5-1 9-16,0 8 7 0,5-16-5 0,-1 8-11 16,1 1-23-16,4 1-15 0,1 0-11 15,2 2-17-15,-1 2-4 0,3 2-18 0,-14 0-9 16,24 4-7-16,-12 2-11 15,-1 2-5-15,-1-1-6 0,-4 1-5 0,-1 2 0 16,-3 3 3-16,-4-1 23 0,-2 5 7 16,1-2 23-16,-6 4 12 0,2-2 9 15,0 2-9-15,-3-2 0 0,4-2 2 0,-2-1-1 16,5 0-3-16,1-2-2 0,-2-1-6 16,2 2-7-16,4 0-8 0,0-2-4 0,2 1-12 15,-1 1-8-15,5 3-4 0,-2-2-9 16,2-1-6-16,-1 1-2 0,0 0 0 0,2 0-9 15,-4 1-1-15,1-1 15 0,-4 1 16 16,0-1 22-16,-1 0-67 0,-2-1-20 0,-1-1 0 16,-2 0 0-16,-1 3 0 15,-1-3 0-15,-4 0 0 0,2-1 0 0,-3-3 0 0,5 2 0 16,-3-4 0-16,1-1 0 16,-1 1 0-16,-1-4 0 0,10-2 0 0,-19 2 0 15,7 0 0-15,12-2 0 0,-18 0 0 0,8 0 0 16,10 0-144-16,-21-2-620 0,11 2-192 15,10 0 79-15,-11-2 107 0,11 2-822 16,0 0-1032-16</inkml:trace>
  <inkml:trace contextRef="#ctx0" brushRef="#br0" timeOffset="-158684.41">29808 12129 4314 0,'8'-14'-92'0,"-5"6"34"0,1-2 49 0,1 3 43 0,-5 0 34 0,0 7 10 0,3-5 2 16,-3 5 9-16,0 0 36 0,0 0 36 0,-23 20 19 15,4 4 33-15,-13 11 41 0,-3 4 27 0,-1 4 21 16,-5 5 12-16,-9 12 11 0,10-12 4 15,1 0-13-15,3 0-11 0,4 0-16 0,3-1-20 16,4-5-245-16,9-7-24 0,2-3 0 16,5-3 0-16,1-5 0 0,7-3 0 15,-1-1 0-15,4-5 0 0,1-1 0 16,5 1 0-16,1-5 0 0,5-3 0 0,0-2 0 16,2-2 0-16,-1-2 0 0,1-2 0 15,-16 1 0-15,28-5 0 0,-13-1 0 16,-1-6 0-16,-3 4 0 0,-2-1 0 0,0 1 0 15,-6 2 0-15,-1-4 0 0,-2 10 0 16,-7-11 0-16,-2 5 0 0,-4 1 0 0,2 2 0 16,-2-1 0-16,-7 1 0 15,5 3 0-15,-6 1 0 0,1 1-59 0,0 2-988 16,-1 2 97-16,-1 2 101 0,1-2-949 16,-6 9-1226-16</inkml:trace>
  <inkml:trace contextRef="#ctx0" brushRef="#br0" timeOffset="-157734.58">16867 13636 4657 0,'-25'-3'-106'0,"13"1"55"0,3 0 42 0,9 2 47 0,-20-3 49 0,11 2 48 0,9 1 37 0,-13-2 38 16,13 2 32-16,0 0 18 0,-12-4 5 15,12 4-5-15,0 0-29 0,0 0-23 16,0 0-22-16,20-12-15 0,-6 5-17 16,2 3-16-16,7-2-17 0,-1-1-16 0,3 2-15 15,8-4-43-15,-8 3-97 0,-2-1-95 16,-6 3-96-16,2 3-121 0,-5-1-109 15,-5 2-105-15,-9 0-194 0,13 5 21 0,-11 0 91 16,-4 4-563-16,-6 1-683 0</inkml:trace>
  <inkml:trace contextRef="#ctx0" brushRef="#br0" timeOffset="-157549.3">16758 13861 3719 0,'-5'7'191'15,"-5"0"35"-15,6-4 32 0,4-3 53 0,-8 5 47 0,8-5 26 16,0 0 12-16,0 0-18 15,0 0-29-15,0 0-39 0,0 0-30 0,34 0-26 16,-14-1-26-16,9-3-28 0,7-1-20 16,1 3-23-16,0-3-145 0,1 0-12 0,-5 3 0 15,-7 1-64-15,-3 1-246 0,-2 0-148 16,-4 3-140-16,-2-1-183 0,-3 0-65 16,-3 4 90-16,-9-2-733 0,0-4-936 0</inkml:trace>
  <inkml:trace contextRef="#ctx0" brushRef="#br0" timeOffset="-155634.62">18035 13573 3986 0,'0'-17'-100'0,"2"3"42"0,-4 2 41 0,0 4 42 0,2-1 45 0,-2 1 35 0,2 8 28 15,-2-14 5-15,2 9-11 0,0 5 0 0,0 0 18 16,0 0 24-16,-17 15 5 0,0 9 0 15,0 5 3-15,-4 11 4 0,0 1 1 0,2 3-12 16,-2 1-16-16,2 2 8 0,5-13-15 16,1 0-8-16,4-2-22 0,-1-1-14 0,0 2-9 15,1-10-8-15,4-6-6 16,-2-1-8-16,3-3-11 0,1-1-13 0,-3 0-6 16,6-6-19-16,-2 0-71 0,2-6-103 15,0 0-121-15,0 0-131 0,0 0-108 0,0 0-99 16,8-39-147-16,-3 9 65 0,6-6-598 15,-4-5-748-15</inkml:trace>
  <inkml:trace contextRef="#ctx0" brushRef="#br0" timeOffset="-155434.52">17915 13437 3586 0,'2'-15'34'0,"-1"3"39"0,1 6 26 16,0-1 5-16,3 1-5 0,-5 6 0 16,0 0 58-16,0 0 48 0,0 0 12 0,39 33-5 15,-15-7 3-15,6 8-15 16,2 4-13-16,4 1-25 0,-1 0-19 0,1-1-13 15,-4-1-14-15,0 0 3 0,-1-4-31 16,-3-2-10-16,-8-2-14 0,-5-5-37 0,-5-2-61 16,-5-2-74-16,1-4-81 0,-6-3-95 15,-4 4-95-15,0-1-108 0,-1-6-138 0,-3 1-46 16,-2-5 62-16,1 0-421 16,-1-4-504-16</inkml:trace>
  <inkml:trace contextRef="#ctx0" brushRef="#br0" timeOffset="-155268.11">17997 13836 3159 0,'-18'-7'175'0,"7"1"34"16,0 1 40-16,5 2 32 0,6 3 48 16,-11-6 44-16,11 6-4 0,0 0-15 15,-8-4-33-15,8 4-34 0,0 0-27 16,17-11-27-16,-1 8-23 0,0 0-26 0,11-1-20 16,0 0-44-16,1 3-125 0,3 1-132 15,9-3-133-15,-5 6-166 0,-8-3-211 0,2 1-163 16,-2 1 71-16,-8 2-701 0,-2-1-889 15</inkml:trace>
  <inkml:trace contextRef="#ctx0" brushRef="#br0" timeOffset="-154983.37">18365 13491 4156 0,'0'-25'84'16,"0"9"42"-16,0 1 40 0,0 4 18 0,0 3 3 15,0 0 1-15,0 8-22 0,0 0 2 16,0 0 77-16,0 0 24 0,17 25-6 0,-8 7-21 16,4 6-26-16,-1 13-15 0,1-1-21 15,1 1-17-15,-1 4-9 0,2-6-13 0,-5 3-14 16,1-2-14-16,-2-11-11 0,3-4-11 16,-6 0-10-16,-1-10-13 0,-3-4-9 0,5-3-8 15,-3-5-51-15,-3-1 0 16,-1-2-100-16,0-3-94 0,2-1-115 0,-2-6-143 15,0 0-132-15,0 0-141 0,0 0-95 16,17-20 72-16,-12 1-701 0,7-14-897 16</inkml:trace>
  <inkml:trace contextRef="#ctx0" brushRef="#br0" timeOffset="-154716.46">18730 13391 4073 0,'-3'-20'59'0,"-3"3"49"0,-2 4 47 0,4 3 30 16,2 5 37-16,2 5 31 0,-1-12 16 15,1 12 16-15,0 0 36 0,0 0-1 0,12 36-19 16,-3 1-27-16,4 9-27 16,2 9-24-16,0 1-20 0,3 0-21 0,-3 2-20 15,0 0-14-15,0 2-15 0,1-2-65 16,-3-4-68-16,1-3 0 0,-9-11 0 0,2-3 0 16,1-3 0-16,-3-8 0 0,-2-4 0 15,1-5 0-15,-2-3 0 0,-2-2 0 0,2-1 0 16,-1-2 0-16,-1 0 0 0,0-4 0 15,0-5 0-15,2 7 0 0,-2-7 0 16,0 0-168-16,0 0-326 0,0 0-114 0,0 0-158 16,0 0-88-16,0 0 77 0,0 0-762 15,0 0-982-15</inkml:trace>
  <inkml:trace contextRef="#ctx0" brushRef="#br0" timeOffset="-154302.22">19365 13866 4002 0,'-16'-1'62'16,"2"1"55"-16,3-2 27 0,0 2 36 0,11 0 41 0,0 0 51 0,-23-2 42 0,23 2 34 16,0 0 9-16,-9-2-13 0,9 2-34 0,0 0-33 15,21-13-24-15,2 4-26 0,10-1-29 16,3 0-19-16,2 1-19 0,1 2-22 0,2 0-50 15,-1 1-88-15,-12 0 0 0,-3 4 0 16,-3 1 0-16,-8-2-21 0,2 3-145 0,-7 0-38 16,1 3-48-16,-3 0-61 15,-7-3-80-15,6 6-80 0,-6-6-108 0,0 8-160 16,0-8-12-16,-10 9 88 0,7-6-569 16,3-3-697-16</inkml:trace>
  <inkml:trace contextRef="#ctx0" brushRef="#br0" timeOffset="-153702">19815 13576 3821 0,'-5'-17'225'0,"0"7"20"0,1 0-6 0,2 5-6 15,2 5-5-15,-1-9-18 0,1 9 32 16,0 0 29-16,-10 27-3 0,7-3-23 15,-3 14-19-15,0 6-17 0,-2 8-3 0,-1 3-21 16,2 2-15-16,-4-1-15 0,0-1-17 16,-1-4-15-16,1-2-10 0,0-11-12 0,-3-2-6 15,3-4-13-15,2-5-7 0,1-6-12 16,-2-4-40-16,7-5-23 0,-3-2 0 0,3-5 0 16,-2-1 0-16,5-4 0 0,0 0-141 15,0 0-64-15,-6-23-37 0,8 3-38 0,7-18-24 16,2-13-23-16,-2-7-8 15,7-8 19-15,0-1 41 0,2 1 28 0,-4 4 53 16,0 8 54-16,-4 15 73 0,-3 6 58 16,-1 8 48-16,-4 6 41 0,0 5 28 0,2 2 19 15,0 2 31-15,-3 3 19 0,-1 7 55 16,0 0 36-16,0 0 9 0,0 0-4 0,18 21-1 16,-9-2 2-16,6 8-10 15,-1 3-23-15,1 1-24 0,0 3-142 0,5-2-75 0,-6 1 0 16,8 6 0-16,-8-5 0 15,2-5 0-15,1 0 0 0,-1-3 0 0,-5-6 0 0,-2-4 0 16,-1-3 0-16,0-5 0 0,-5 1 0 16,1-2 0-16,0-1 0 0,-4-6 0 15,6 8 0-15,-6-8 0 0,0 0 0 16,0 0 0-16,0 0 0 0,0 0 0 0,0 0 0 16,-27-28 0-16,12 22 0 0,0-1 0 15,-3 3 0-15,5 2 0 0,-1 0 0 0,3 0 0 16,11 2 0-16,-25 0 0 0,14 2 0 15,11-2 0-15,-19 2 0 0,19-2 0 16,-18 4 0-16,15-4 0 0,3 0 0 0,0 0 0 16,-15 0-163-16,15 0-518 0,-6 2-217 15,6-2 10-15,0 0 97 0,0 0-831 0,0 0-1062 16</inkml:trace>
  <inkml:trace contextRef="#ctx0" brushRef="#br0" timeOffset="-153181.27">20246 13737 4166 0,'-11'-4'-65'0,"-2"-1"61"0,4 1 65 0,2-2 54 0,-1 4 56 0,0-4 45 15,8 6 10-15,-9-11 26 0,7 3 13 16,2 8-2-16,6-16-11 0,1 7-17 0,7-2-19 15,2 2-15-15,4 1-15 0,0 1-26 16,1 5-14-16,-1 4-15 0,1 3 3 16,7 7 1-16,-7 8 12 0,-1-1 0 0,-8 8 20 15,-6-2 12-15,-4 1-90 16,-2 0-89-16,-8 10 0 0,-3-2 0 0,-3 1 0 16,3-2 0-16,-1-4 0 0,1-6 0 15,6-4 0-15,-3-3 0 0,5-2 0 0,1-2 0 16,-2-1 0-16,4-2 0 0,4 0 0 15,1-1 0-15,3-1 0 0,-1 1 0 0,5-2 0 16,3-1 0-16,1-1 0 0,0 0 0 16,4 0 0-16,-6-3 0 0,8 3 0 0,-7-4 0 15,6 1 0-15,-6-1 0 16,-2 0 0-16,3-1-570 0,1 1-444 0,-3-2 116 16,-3 2-1044-16,-11 0-1361 0</inkml:trace>
  <inkml:trace contextRef="#ctx0" brushRef="#br0" timeOffset="-152385.87">20647 13704 5125 0,'2'-15'-133'0,"0"3"65"0,0 5 50 0,0-3 52 0,1 5 41 0,-3 5 40 0,0-9 35 0,0 9 25 16,3-8 15-16,-3 8 29 0,0 0 42 0,0 0 21 15,8 20 3-15,-6-3-11 16,-1 3-8-16,3 6-22 0,0 8-12 0,-2-3-21 16,-1 5-22-16,-1 3-106 0,2 0-83 15,1-6 0-15,-3-2 0 0,0-6 0 0,0 0 0 16,-3-5 0-16,3 1 0 16,-2-4 0-16,2 0 0 0,-1-5 0 0,-1 0 0 15,2-3 0-15,0-2-467 0,0-7-236 16,2 3-225-16,-2-3 74 0,0 0 97 0,15-15-767 0,-4-1-970 15</inkml:trace>
  <inkml:trace contextRef="#ctx0" brushRef="#br0" timeOffset="-152152.02">20922 13362 4599 0,'0'-12'151'0,"-2"5"26"0,2 0 25 15,0 7 36-15,7-3 36 0,-7 3 19 0,23 13-4 16,1 8-18-16,2 16-22 0,-1 6-25 15,-3 8-18-15,-2 3-17 0,-7 5-19 0,-7 5-17 16,0 4-17-16,-6 2-15 0,-8 0-15 16,-4 1-11-16,-2 1-47 0,-6-4-48 15,-3-4 0-15,-2-1 0 0,-1-5 0 16,-2-7-127-16,-5-4-108 0,-4-6-85 0,1-7-112 16,4-6-125-16,2-8-162 0,-3-6-98 15,6-5 76-15,2-6-702 0,2 0-893 0</inkml:trace>
  <inkml:trace contextRef="#ctx0" brushRef="#br0" timeOffset="-151685.65">17961 13239 4050 0,'-23'3'-34'0,"-8"9"21"0,-8 16 32 0,-8 9 44 0,-10 21 44 16,4 10 47-16,2 7 36 0,6 1 24 0,8 9 3 15,10 1 11-15,14-16-5 0,7 2-12 16,14-6-17-16,8 1-14 0,9-6-13 0,18 7-22 16,8-6-19-16,4-8-13 15,11-8-15-15,-10-17-122 0,3-2-157 0,6-6-214 16,-2-8-261-16,-3-4-120 0,1-4 83 0,-11-5-643 16,-4-3-791-16</inkml:trace>
  <inkml:trace contextRef="#ctx0" brushRef="#br0" timeOffset="-151101.1">21578 13590 3841 0,'-4'-10'119'0,"2"1"30"0,2 9-3 0,-6-6 3 0,6 6 22 0,0 0 32 16,-22 11 23-16,0 9 29 0,-3 5 11 15,-3 8 4-15,-3 2-7 0,4 4-13 16,5-2-11-16,-1 3-23 0,6-8-22 16,2 2-20-16,-1-1-17 0,3-2-18 0,1 0-17 15,5-8-16-15,-1-2-18 0,3-3-15 16,-1-3-79-16,0-3-96 0,0 2-85 0,3-4-84 15,-3-1-109-15,2-6-118 0,1-1-126 16,3-2-169-16,0 0 56 0,-16-14 74 0,10-1-546 16,-1-4-673-16</inkml:trace>
  <inkml:trace contextRef="#ctx0" brushRef="#br0" timeOffset="-150902.47">21217 13721 3252 0,'0'-20'69'0,"0"6"75"0,2 2 41 15,-2 7 39-15,2-3 31 0,-2 8 31 16,6-10 22-16,-6 10 24 0,10 0 28 0,-10 0 11 15,40 20 0-15,-12-1-33 0,14 11-31 16,0 4-31-16,5 2-24 0,2 3-25 16,8 13-21-16,-10-11-20 0,-3-2-24 0,1-1-82 15,0-4-80-15,-5-1 0 0,-4-4 0 16,-10-8-66-16,-2-2-194 0,-10-4-84 0,2-5-85 16,-7-3-77-16,-1-2-107 0,0 0-154 15,-4-3 11-15,-4-2 72 0,0 0-597 0,0 0-740 16</inkml:trace>
  <inkml:trace contextRef="#ctx0" brushRef="#br0" timeOffset="-150035.59">22460 13716 3796 0,'0'-15'78'15,"2"1"47"-15,0 4 43 0,-2 4 21 0,0 1 17 0,0 5 13 0,0 0-4 16,0 0 88-16,0 0 31 0,0 0 14 0,13 29-3 15,-9-8-21-15,0 14-14 0,0 2-23 16,-2 0-26-16,-1 4-25 0,-1-1-21 0,0-3-23 16,0 1-152-16,0-9-40 0,-1-3 0 15,-1 0 0-15,-2-4 0 0,0-1 0 0,0-1 0 16,0-4 0-16,0-3-142 0,2-2-319 16,1-3-125-16,-3-3-160 0,4-5-114 0,0 0 82 15,0 0-793-15,0 0-1012 0</inkml:trace>
  <inkml:trace contextRef="#ctx0" brushRef="#br0" timeOffset="-149635.77">22538 13755 4083 0,'0'-18'-3'0,"-4"5"44"0,4 1 40 0,0 1 28 16,2 1 17-16,2 2 11 0,0 0 0 16,4-1-13-16,-1 1-11 0,0 4-12 15,5 0-9-15,-1 2-11 0,-11 2-7 0,24 6-6 16,-12 0-8-16,4 5-8 15,-5-1-1-15,-1 2-4 0,0 1-4 0,-5 2 1 0,1 0 0 16,-4 2-2-16,-2 4 2 16,-6-1 21-16,0 1 8 0,3 0 31 0,-3-6 28 15,2 0 33-15,0 1 3 0,0-1 0 16,4-1-21-16,0 1 0 0,2 0-4 0,2 2-6 16,0-3-12-16,4 1-12 0,-1 3-10 15,2-1-11-15,3 1-8 0,-2 1-8 0,1-2-8 16,-1 0-9-16,-1 1-1 0,0-2 0 15,-2 1 9-15,-3-2-19 0,-3 1-48 0,-1-3 0 16,0 1 0-16,-1 1 0 0,-8 1 0 16,4-1 0-16,-6-1 0 0,-3 0 0 0,-3-3 0 15,0-1 0-15,2-3 0 16,-5-2 0-16,7-3 0 0,-2-4 0 0,2-2 0 16,-1-4 0-16,3-2 0 0,2-7-517 15,-2-1-170-15,8 3-180 0,-1-1 17 0,0-1 87 16,4 5-770-16,0-2-977 0</inkml:trace>
  <inkml:trace contextRef="#ctx0" brushRef="#br0" timeOffset="-149352.34">22953 13706 4495 0,'6'-19'45'0,"-2"2"66"0,-2 2 56 0,4 3 53 0,-4 2 49 0,2 3 1 15,-3 0-28-15,-1 7-24 0,6-7-17 16,-6 7 17-16,0 0 4 0,17 21-10 16,-9-4-22-16,1 12-16 0,-1 8-12 15,-2 0-4-15,-4 6-13 0,0 0-29 0,-2 3-7 16,-2-2-13-16,0-1-11 0,0-1-19 16,-2-1-66-16,2-3 0 0,0-2 0 0,-4-9 0 15,4-5 0-15,1-5 0 0,-1 0 0 16,0-4 0-16,2-1 0 0,-2-6 0 0,4 1-142 15,-2-7-244-15,5 4-139 0,-5-4-116 16,0 0-193-16,22-21 30 0,-13 5 81 0,8-13-684 16,0-3-858-16</inkml:trace>
  <inkml:trace contextRef="#ctx0" brushRef="#br0" timeOffset="-149086.73">23226 13617 3749 0,'-4'-17'99'16,"2"0"46"-16,2 7 39 0,0 2 20 15,-1 2 23-15,1 6 24 0,-2-8 12 0,2 8 22 16,0 0 43-16,0 0 24 0,7 22-6 16,-3 1-18-16,-1 10-20 0,4 4-24 15,-5 3-16-15,0 7-43 0,0 1-10 0,-2 9-85 16,1-11-130-16,-1-2 0 0,0-1 0 0,2-1 0 16,2-4 0-16,-2-2 0 15,-2-7 0-15,2-7 0 0,-1-3 0 0,-1-2 0 16,2-3 0-16,-2-1 0 0,0-5 0 15,0 4 0-15,2-8 0 0,-2 3 0 0,0-7 0 16,2 8 0-16,-2-8 0 0,2 6-313 16,-2-6-448-16,0 0-168 0,0 0 69 0,0 0 96 15,0 0-788-15,0 0-996 0</inkml:trace>
  <inkml:trace contextRef="#ctx0" brushRef="#br0" timeOffset="-148619.83">23680 14026 4047 0,'-13'0'58'0,"1"0"58"0,12 0 43 0,-24-2 36 0,24 2 54 0,-14 0 58 0,14 0 37 0,0 0 28 16,-13-2 4-16,13 2-12 0,0 0-22 15,0 0-36-15,0 0-48 0,0 0-27 0,41-14-21 16,-18 10-24-16,13-3-115 0,2 1-71 16,0 2 0-16,1 1 0 0,-7 2 0 15,-1-1 0-15,-4 2 0 0,-2-2-43 0,-3 0-299 16,-3 2-101-16,-4 0-89 0,-3 0-86 15,1 0-140-15,-13 0-20 0,14 2 73 16,-14-2-646-16,0 0-806 0</inkml:trace>
  <inkml:trace contextRef="#ctx0" brushRef="#br0" timeOffset="-148353.27">23868 13712 4053 0,'-4'-17'122'15,"1"5"39"-15,3 0 47 16,0 5 65-16,-2 1 40 0,2 6 13 0,0-12-6 15,0 12-26-15,0 0 3 0,0 0 37 16,0 0 15-16,9 37-21 0,-1-4-38 0,-2 10-3 16,-2 11-51-16,1 4-236 0,1 2 0 15,-5 0 0-15,5-4 0 0,-1 4 0 0,-3-13 0 16,-2-1 0-16,1-3 0 0,3-2 0 16,-2-3 0-16,0-7 0 0,-2-8 0 0,2-6 0 15,-1-2 0-15,-1-3 0 0,2 0 0 16,-2-3 0-16,4-2 0 0,-2-6 0 0,-2-1-359 15,0 0-503-15,17-8-69 0,-7-4 91 16,2-4-928-16,1-1-1199 0</inkml:trace>
  <inkml:trace contextRef="#ctx0" brushRef="#br0" timeOffset="-148120.25">24261 13805 5060 0,'-6'-14'84'0,"2"3"37"15,3 3 17-15,-3 3 18 0,4 5 28 0,-4-8 23 16,4 8 1-16,0 0 20 0,0 0-19 16,0 0-20-16,4 37-18 0,-2-13-18 15,0 14-15-15,-1 4-12 0,-1-1-13 16,0 2-13-16,-3 1-14 0,-1-3-8 0,0-1-13 16,0-2-11-16,-4-2-44 0,5-7-73 15,-1-8-76-15,0-4-74 0,4 1-91 0,-2-8-106 16,1-1-126-16,1-5-161 0,0-4-89 15,0 0 74-15,0 0-655 0,0 0-820 0</inkml:trace>
  <inkml:trace contextRef="#ctx0" brushRef="#br0" timeOffset="-147720.24">24287 13779 4098 0,'-5'-14'115'0,"5"2"40"15,-4 2 25-15,4 1 18 0,4-3 8 16,3 0-12-16,2 1-20 0,7-1-19 15,4 2-11-15,-4 3-20 0,2 3-12 16,-2 2-5-16,-2 4-15 0,3 2-10 0,2 3-11 16,-2 3-8-16,-3 4-6 0,-3 1-3 15,-6 3-5-15,2 3-6 0,-7 3 7 0,0-2-5 16,-10 13 28-16,-3 0 31 0,-7 5 15 16,-2-3 6-16,5-6 1 0,1-2-9 0,1-3-2 15,6-5-8-15,1-5-12 0,0-1-10 16,6-3-5-16,1-2-8 0,1 0-8 0,0 2-3 15,1-1-12-15,1 0-3 0,4 0-3 16,-3 1-4-16,2-2-4 0,1 0-2 0,-3 3-4 16,3-2-23-16,-2 3-6 15,1-1 0-15,0-1 0 0,-3 0 0 0,-1-1 0 16,-1-1 0-16,0 0 0 0,-1 2 0 16,-4-3 0-16,-1 2 0 0,-1-1 0 0,-2-2 0 15,-3 0 0-15,-3 0 0 0,-3-3 0 16,4 0 0-16,-6-3 0 0,4-2 0 0,-2 0 0 15,1-5-472-15,0-2-264 0,-1-5-194 16,9-3 85-16,2 1 95 0,3-3-766 0,4-1-962 16</inkml:trace>
  <inkml:trace contextRef="#ctx0" brushRef="#br0" timeOffset="-147486.34">24651 13779 4532 0,'0'-10'123'0,"0"5"36"0,0 5 22 0,0 0-1 0,0-9-9 16,0 9 1-16,0 0 45 0,0 0-2 0,0 27-13 15,-1-8-19-15,-3 5-22 0,-2 16 0 16,-2-1-15-16,2-2-12 0,-5 1-13 0,4-1-18 16,-3 2-11-16,2-5-14 15,1-1-8-15,-2-4-63 0,2-3-72 0,5-8-90 16,2-1-92-16,-1-3-119 0,1-1-108 0,0-4-113 15,1-2-181-15,1-2 52 0,2-1 78 0,-4-4-516 16,0 0-620-16</inkml:trace>
  <inkml:trace contextRef="#ctx0" brushRef="#br0" timeOffset="-147236.47">24823 13912 3125 0,'6'-12'149'0,"-2"2"43"0,-1 2 19 15,1 4 17-15,-4 4 26 16,5-7 29-16,-5 7 12 0,11-6 19 0,-11 6 3 0,0 0-18 15,0 0-6-15,16 13-8 16,-12-1-5-16,-1 7-8 0,-3 5 4 0,-9 11-6 0,0 2-4 16,-4 0-3-16,-1-3-1 15,1 1-205-15,1-4-57 0,-1-2 0 0,4-5 0 16,3-5 0-16,0-4 0 0,4-3 0 16,2 1 0-16,0-3 0 0,2-4 0 0,6 2 0 15,-4-3 0-15,5-1 0 0,-9-4 0 16,17 2 0-16,-7-4 0 0,-10 2 0 0,33-4 0 15,-19-1 0-15,8-3-568 0,-1 0-425 16,-5-2 88-16,4 3-1042 0,-2-3-1367 0</inkml:trace>
  <inkml:trace contextRef="#ctx0" brushRef="#br0" timeOffset="-146985.99">25206 13722 5690 0,'-4'-14'27'0,"4"5"42"0,0 1 43 15,0 1 40-15,4 4 29 0,-4 3 16 16,15-4-2-16,-15 4-5 0,25 12-12 16,-12 3-12-16,7 11-6 0,-6 8-14 0,-1 13-12 15,-12 0-12-15,-2 11-13 0,-12 1-10 16,-1 4-13-16,-8 4-7 0,-6 11-10 0,-3 1-39 16,-7-5-30-16,2-3 0 15,-4-5 0-15,4-16 0 0,-2-3 0 0,-6-4-60 0,-4-6-194 16,0-3-121-16,-1-3-150 15,1-5-166-15,-2-8-169 0,11-6 81 0,-3-3 86 16,4-6-652-16,-6-3-800 0</inkml:trace>
  <inkml:trace contextRef="#ctx0" brushRef="#br0" timeOffset="-146569.64">22401 13408 3939 0,'-19'22'20'0,"-10"13"44"16,-3 15 38-16,3 6 40 0,0 6 37 0,5 19 30 0,9-15 15 0,3 5 0 0,2-1-16 15,10-2-16-15,5 2-18 0,4-7-24 16,8-2-7-16,4-3-17 0,6-4-15 0,1-4-64 16,5-9-107-16,-1-4-143 0,2-3-191 15,2-6-226-15,-7-9-103 0,-4-2 67 0,-6-3-568 16,-2-4-686-16</inkml:trace>
  <inkml:trace contextRef="#ctx0" brushRef="#br0" timeOffset="-145820.1">25652 13989 3874 0,'0'0'330'0,"-29"-2"34"0,29 2 20 0,0 0 29 0,0 0 38 0,0 0 23 0,0 0-8 15,0 0-16-15,0 0-28 0,0 0-40 0,0 0-201 16,0 0-181-16,0 0 0 0,50-6 0 15,-23 4 0-15,-3-2 0 0,1 0 0 0,0 1 0 16,0-1 0-16,0-2 0 0,-7 6 0 16,5-3-159-16,-9 3-584 0,7-1-205 0,-8-3 74 15,-2 4 90-15,-11 0-809 16,13 5-1033-16</inkml:trace>
  <inkml:trace contextRef="#ctx0" brushRef="#br0" timeOffset="-145620.4">25580 14229 4865 0,'-16'2'264'0,"9"2"56"16,-1-2 45-16,8-2 49 0,0 0 12 16,0 0 4-16,0 0-40 0,0 0-36 15,0 0-41-15,46-14-263 0,-23 7-50 0,4 3 0 16,5-6 0-16,-5 5 0 0,-2 0 0 16,-3 1 0-16,-3-1 0 0,1 4 0 15,-6-1 0-15,-1 2-551 0,-1 2-193 0,-1-1-167 16,0 1 72-16,-11-2 88 0,9 5-744 15,-5 0-941-15</inkml:trace>
  <inkml:trace contextRef="#ctx0" brushRef="#br0" timeOffset="-141087.96">26454 14076 4370 0,'-11'0'25'0,"11"0"29"0,-20 0 29 0,20 0 33 0,-9-2 49 0,9 2 45 0,0 0 32 16,0 0 20-16,0 0 12 0,0 0-13 0,0 0-25 15,0 0 1-15,0 0-17 0,32-10-8 16,-7 5-20-16,0 1-16 0,2 0-20 16,11-2-18-16,-2 1-8 0,-4 3-19 15,-5 2-11-15,0-4-11 0,-6 4-13 0,1-1-20 16,-2-2-56-16,-3 3 0 0,-2-2 0 15,-1 0 0-15,-3 0-163 0,-2 0-91 0,3 2-101 16,-12 0-128-16,17-1-146 0,-12-4-231 16,6 3 67-16,-2-4 89 0,-2 2-639 0,2-3-800 15</inkml:trace>
  <inkml:trace contextRef="#ctx0" brushRef="#br0" timeOffset="-140654.56">27127 13710 3981 0,'-1'-11'41'16,"1"11"5"-16,0-10 11 0,0 10 9 16,1-6 6-16,-1 6-5 0,6-6-11 0,-6 6-2 15,13-2-7-15,-13 2-2 0,21 2-6 16,-6 4-4-16,2 0-2 0,-1 4-1 16,-1-1-8-16,1 4 1 0,-5-1 3 0,-2 2 18 15,-4 3 22-15,0-1 22 0,-5 4 21 16,-5 2 16-16,-7 7 7 0,-10 10 11 0,-5 0 7 15,-3-6 5-15,-1 0 15 16,11-10-3-16,-1-1-12 0,8-7 1 0,3-1-7 0,2-4-11 16,5-1-5-16,1-1-9 15,4-1-12-15,3-1-6 0,6 3-13 0,1 2-10 16,7-3-8-16,-2 2-1 0,10 2-12 16,-4 0-4-16,-6-1-12 0,10 4-1 0,-12 0 2 15,-2-2 12-15,-3-1 13 0,-2-1 10 16,-3 7 20-16,-5-3-45 0,0 3-59 0,-3 1 0 15,-7 3 0-15,-5 2 0 0,-5 1 0 16,0-1 0-16,-3-1 0 0,-4-2 0 0,0-5 0 16,4-4 0-16,7-2 0 0,-4-3 0 15,7-1 0-15,-1-2 0 0,3-4 0 16,1 0 0-16,1-6 0 0,3 0 0 16,-1 0 0-16,5-3-607 0,2 1-162 0,2-3-146 15,4-1 82-15,5-1-890 0,-1 1-1157 0</inkml:trace>
  <inkml:trace contextRef="#ctx0" brushRef="#br0" timeOffset="-140404.8">27603 14069 4882 0,'2'-16'16'0,"0"6"39"0,-2 3 31 0,3 1 44 0,-3 6 21 0,0-9 19 15,0 9-7-15,0 0 12 0,0 0 27 16,0 0-4-16,0 0-13 0,-18 21-25 15,11-4-15-15,-9 8-9 0,3 4-20 0,1 0-8 16,-3 0-14-16,-1 2-12 0,4 2-11 16,-4 0-13-16,1-2-7 0,1-2-13 15,-1-4-63-15,4-4-59 0,3-4-51 0,-1-3-58 16,1-4-47-16,3-2-70 0,-2-2-62 16,4-6-41-16,3 0-45 0,0 0-26 0,-11-22-7 15,9 4 43-15,2-2 51 16</inkml:trace>
  <inkml:trace contextRef="#ctx0" brushRef="#br0" timeOffset="-140252.42">27380 14289 2935 0,'4'-27'-88'0,"-2"6"75"0,0 1 64 15,-2 5 70-15,2 3 54 16,0 0 27-16,-2 3 25 0,1 1 18 0,4 1 9 16,1 1 25-16,1 1 60 0,4 4 15 15,-11 1-4-15,32 1-25 0,-9 6-28 0,10 4-28 16,-3 2-28-16,3 1-23 0,-7 2-26 16,5 1-19-16,-4 1-23 0,0 1-58 0,-4 0-134 15,2 0-151-15,-3-1-178 0,-7-2-209 16,-2-3-269-16,-1 4 68 0,-1-2 84 0,-3-1-621 15,2 3-775-15</inkml:trace>
  <inkml:trace contextRef="#ctx0" brushRef="#br0" timeOffset="-136068.06">28107 13906 3664 0,'-2'-16'-24'0,"0"4"38"0,0 2 34 0,4 1 26 0,0 1 5 0,0 1-7 0,1-1 23 15,3-1 3-15,-1 2-7 0,4 0-14 16,-2 2-4-16,0 2-9 0,-7 3-12 0,20-2 3 16,-20 2-7-16,18 2-5 0,-6 2-4 15,-2 4-1-15,-1 0-4 0,-1 3-2 16,0 0 3-16,-3 3-1 0,-3 1 8 16,0 3 7-16,-2-1 14 0,-4 5 11 0,-1-1 2 15,-5 0 2-15,-2 5 2 0,3-3-7 16,0-4 0-16,1-3-2 0,2 1-6 15,0-4-3-15,5 1-2 0,-3-2 2 0,4 0 2 16,0 0-1-16,2 1-9 0,1 1-3 16,5-2-8-16,-3 2-3 0,4 2-5 15,0-5 0-15,2 5-7 0,-1-1-1 16,-2-1 1-16,-1 1 0 0,-2-1 8 0,4 4 16 16,-7-5 24-16,1 5 33 0,-4-5 32 15,-1 4 19-15,-2-1 5 0,-4 3 0 0,0-6-9 0,-1 3-11 16,-1-1-10-16,1-3-13 15,-2-2-13-15,-1-1-11 0,2-3-12 0,1-2-16 16,-1-2-12-16,10-2-60 0,0 0-108 16,-24-7-106-16,17 0-112 0,6-2-136 0,-1-3-155 15,4 1-225-15,4-5 38 0,3-1 84 16,0 2-649-16,5-1-825 0</inkml:trace>
  <inkml:trace contextRef="#ctx0" brushRef="#br0" timeOffset="-135871.35">28654 14185 4018 0,'-2'-7'111'0,"2"7"15"0,0 0 18 0,0 0 31 0,-2-12 17 0,2 12-19 16,2-8-15-16,1 2-18 0,-3 6-17 16,15-8-14-16,-5 3-12 0,1 0-58 0,1 1-86 15,1-1-100-15,2 3-136 0,-1-3-138 16,-3 4-175-16,3-1-57 0,-5 2 60 15,-9 0-382-15,13 5-451 0</inkml:trace>
  <inkml:trace contextRef="#ctx0" brushRef="#br0" timeOffset="-135689.28">28551 14350 2943 0,'-14'7'181'0,"3"-2"32"16,3-2 36-16,0 1 44 0,8-4 70 15,-7 3 26-15,7-3 23 0,0 0-28 0,0 0-39 16,0 0-32-16,0 0-33 0,29-13-30 15,-15 7-27-15,4 0-19 0,0 1-26 0,2-1-27 16,1-1-94-16,-2 0-119 0,4 1-111 16,-2 1-120-16,0-2-131 0,-6 2-165 15,1-1-225-15,-3 2 60 0,-1-1 78 0,-3 4-563 16,-9 1-701-16</inkml:trace>
  <inkml:trace contextRef="#ctx0" brushRef="#br0" timeOffset="-135405.39">29098 14159 3904 0,'-10'-3'271'0,"1"-1"3"0,9 4 23 15,-10-3 21-15,10 3 40 16,0 0 36-16,0 0 12 0,0 0-13 0,0 0-38 15,0 0-31-15,0 0-41 0,40-5-26 16,-13 2-26-16,9-2-105 0,-8 1-126 0,1 2 0 16,-2-1 0-16,-4-1 0 0,-5 3 0 15,2-1 0-15,-5 0 0 0,-1 2 0 16,-2 0 0-16,0 4-194 0,0-3-165 0,-7 3-98 16,2-1-119-16,0 1-181 0,-7-4-72 15,7 8 77-15,-5-4-699 0,2 1-901 0</inkml:trace>
  <inkml:trace contextRef="#ctx0" brushRef="#br0" timeOffset="-134538.81">29927 13971 4111 0,'0'0'56'0,"0"0"11"0,0 0 16 15,0 0 29-15,0 0 43 0,0 0 34 0,0 0 30 16,0 0 17-16,0 0-21 0,0 0-33 16,0 0-17-16,14-5-17 0,-14 5-16 0,7-8-10 15,-7 8-13-15,5-6-10 0,-5 6-13 16,8-9-2-16,-5 5-10 0,1-2-9 0,-4 6-4 16,9-14-7-16,-6 9 1 0,3-3 8 15,-3-1-26-15,-1 0-2 0,2-1-2 0,-2-2 7 16,0 2-11-16,-2-2 5 15,-2 0-1-15,0-2-10 0,-4 1-2 0,-3 1 7 16,-3-2-2-16,-3 2-3 0,-2 4-9 16,-2 0 1-16,-7 3 5 0,1 4 6 0,-6 2-1 15,4 3 7-15,-9 5-2 0,4 3 4 16,2 1 4-16,6 4 15 0,-1 2 11 16,11-2 5-16,2 0 2 0,2 0 13 0,9 0 12 15,1 2 15-15,1 3-6 0,9-3-105 16,5 4 0-16,6-1 0 0,2-5 0 0,4-3 0 15,-2-4 0-15,-2-4 0 0,-1-1 0 16,-3-4 0-16,1 0 0 0,-6-1 0 0,2-1 0 16,-3 0 0-16,1-2 0 15,-3-3 0-15,0 0 0 0,-1 2 0 0,-1 0 0 16,-1 0 0-16,-8 4 0 0,14-2 0 16,-14 2 0-16,0 0 0 0,0 0 0 0,18 6 0 15,-16 5 0-15,2 1 0 0,0 2 0 16,0 3 0-16,0 5 0 0,-1 0 0 0,1 2 0 15,3 7 0-15,-5-6 0 0,5 0 0 16,-5-4 0-16,1 3 0 0,-3-7 0 0,4 3 0 16,-4-7 0-16,0 1 0 0,0-1 0 15,-4-1 0-15,1 3 0 0,-6-1 0 16,0 1 0-16,-6 0 0 0,-8 4 0 16,-4-2 0-16,-5-3 0 0,-4 0 0 0,-1-2 0 15,5-2 0-15,6-2 0 0,7-3 0 16,3-1 0-16,3 0 0 0,4 0 0 0,-2-1 0 15,6 0 0-15,5-3 0 0,-13 4 0 16,13-4 0-16,0 0 0 0,-14 2 0 16,14-2 0-16,0 0 0 0,-13 2 0 0,13-2 0 15,0 0 0-15,-12 0 0 0,12 0 0 16,0 0 0-16,-7 4 0 0,7-4-769 0,0 0-200 16,-6 14-1226-16,4-5-1599 15</inkml:trace>
  <inkml:trace contextRef="#ctx0" brushRef="#br0" timeOffset="-122174.61">15675 15190 2839 0,'9'-6'281'0,"-9"6"-96"0,5-8-22 0,-5 8-1 0,0 0 3 0,8-4-1 16,-8 4 1-16,0 0-11 0,0 0-3 15,0 0-12-15,3-4-14 0,-3 4-8 16,0 0-13-16,0 0-8 0,0 0-12 16,0 0-10-16,0 0-2 0,0 0-7 0,0 0-6 15,0 0 0-15,8-6 3 0,-8 6 13 16,0 0 5-16,0 0 12 0,0 0-3 16,0 0-8-16,0 0-8 0,-19-7-11 0,19 7-8 15,-19-4-3-15,6 2-5 0,-3 0-4 16,0 2-10-16,-6 2 0 0,1 0-2 15,-3 1-4-15,-11 4-4 0,3 2-1 16,-1 3-4-16,5 3 1 0,1 1-4 0,3 4 1 0,3 2 0 16,3 2 6-16,9-2 6 15,3 0 21-15,6-3 27 0,4 5 20 0,5 10 15 16,9-5 5-16,-2-4 0 0,7 1-8 16,2-2-8-16,4-2-3 0,-2-3-10 15,1 1-7-15,-1-8-5 0,-5 1-2 0,-2-5-5 16,-3-3-7-16,-4 3 2 0,0-4 2 15,-1 0 0-15,-3 2-3 0,1-6-8 0,-10 0-4 16,15 4-29-16,-15-4-20 0,11 2 0 16,-11-2 0-16,14 1 0 0,-14-1-40 0,8 0-157 15,-8 0-86-15,0 0-104 0,11 4-117 16,-11-4-136-16,0 0-199 0,0 0 47 0,8 4 83 16,-8-4-583-16,0 0-752 0</inkml:trace>
  <inkml:trace contextRef="#ctx0" brushRef="#br0" timeOffset="-121492.47">16014 15252 3294 0,'0'-11'-48'15,"1"0"39"-15,-1 4 41 0,0 0 34 0,0 7 29 0,0-16 34 0,0 16 34 16,2-8 28-16,-2 8 8 0,0-10-2 15,0 10-6-15,0-7-11 0,0 7-12 0,0 0-5 16,2-11-5-16,-2 11-3 0,0 0 1 16,4-6 4-16,-4 6-9 0,0 0-7 0,0 0 1 15,0 0-24-15,2-7-12 0,-2 7 6 16,0 0-20-16,0 0 0 0,0 0 35 16,0 0 25-16,0 0-1 0,7 31-8 15,-5-14-2-15,1 7-1 0,1 10 0 0,-1 3-5 16,3 1-16-16,-5 0-8 0,1 0-8 15,0-1-25-15,-2 0-81 0,2-7 0 16,0-6 0-16,-2 1 0 0,0-4 0 0,0-5 0 16,2-1 0-16,-2-1 0 0,0-1 0 15,0-3 0-15,1 0 0 0,-1-1 0 0,0-1 0 16,0-2 0-16,0-6 0 16,2 12 0-16,-2-12 0 0,0 9 0 0,0-9 0 0,2 8 0 15,-2-8 0-15,0 0 0 0,0 0 0 16,0 0 0-16,0 0-338 0,0 0-364 0,0 0-260 15,0 0 85-15,0 0 97 16,14-17-761-16,-14 17-986 0</inkml:trace>
  <inkml:trace contextRef="#ctx0" brushRef="#br0" timeOffset="-121125.6">16389 15212 3975 0,'0'-22'-56'0,"0"4"56"0,0 4 43 0,0 1 26 0,0 1 30 0,0 4 23 0,1-1 17 16,-1 1-2-16,0 8-14 0,2-8-10 16,-2 8 26-16,0 0 19 0,0 0 6 0,18 26 17 15,-13-3 10-15,5 6 3 0,-1 6 14 16,-6 6 8-16,2-1-7 0,1 0-6 0,-1 1-10 15,-1-4-10-15,0 2-9 0,1-3-4 16,0-10-12-16,-2 1-12 0,-1-5-10 0,0 0-11 16,2-5-13-16,-2-1-9 0,0-2-39 15,-1-4-64-15,-1-1 0 0,4 1 0 16,-4-1 0-16,0-9 0 0,2 11 0 16,-2-8 0-16,0-3 0 0,0 0 0 0,6 4-92 15,-6-4-279-15,0 0-137 0,0 0-167 0,0 0-221 16,0 0 72-16,0 0 83 0,12-12-648 15,-12 12-842-15</inkml:trace>
  <inkml:trace contextRef="#ctx0" brushRef="#br0" timeOffset="-120842.37">17054 15319 4208 0,'-10'-7'166'0,"4"0"27"0,2 3 30 0,4 4 54 15,-3-7 52-15,3 7 34 0,0 0-1 16,3-11-27-16,7 7-24 0,2-1-27 16,2 0-28-16,6-1-24 0,1 2-22 0,3 0-24 15,-5 1-20-15,1 1-76 0,-4 0-90 16,6 2 0-16,-8 0 0 0,2 2 0 0,-3-2 0 15,3 2-73-15,-3 1-272 16,-1 1-112-16,-3-1-102 0,-2 0-115 0,-5 4-178 16,0 0 70-16,-4 2 88 0,-1 1-583 15,-5 3-737-15</inkml:trace>
  <inkml:trace contextRef="#ctx0" brushRef="#br0" timeOffset="-120608.3">17118 15466 3737 0,'0'0'188'0,"-14"2"43"0,14-2 33 15,0 0 42-15,0 0 42 0,-11 2 43 0,11-2 29 16,0 0-12-16,0 0-24 0,0 0-19 16,0 0-40-16,38-9-32 0,-16 6-21 15,-1-2-34-15,1 1-217 0,-1 0-21 16,-1 0 0-16,-2 4 0 0,0-4 0 0,-5 4 0 16,0-2 0-16,-1 0 0 0,-12 2 0 15,17-1 0-15,-17 1 0 0,13-3 0 0,-13 3 0 16,8 0 0-16,-8 0 0 0,0 0 0 15,0 0 0-15,0 0-52 0,0 0-590 0,-25 12-195 16,15-9-83-16,-1-2 87 0,4 5-836 16,-2-2-1105-16</inkml:trace>
  <inkml:trace contextRef="#ctx0" brushRef="#br0" timeOffset="-119825.48">17810 15241 4377 0,'-3'-12'-134'0,"1"2"59"0,-3 0 59 0,3 1 56 0,0 2 49 0,2 7 51 0,0-10 37 0,0 10 19 16,0 0 8-16,0-8-16 0,0 8 3 0,0 0 61 15,0 0 27-15,4 25 1 0,-4-4 0 16,5 13-10-16,-3 7-16 0,-2 0-18 0,2 2-16 16,-1 1-20-16,-1-4-15 0,4 0-19 15,-2-3-18-15,0-8-104 0,0-1-44 16,-2-3 0-16,0-7 0 0,-2 1 0 0,2-2 0 15,-2-3 0-15,0-3 0 0,2 2 0 16,-4-3 0-16,4-1 0 0,-1-5-277 16,-1 2-249-16,2-6-164 0,0 0-228 15,0 0 79-15,0 0 89 0,-18-15-675 0,16 6-877 16</inkml:trace>
  <inkml:trace contextRef="#ctx0" brushRef="#br0" timeOffset="-119525.43">17741 15243 4143 0,'0'-14'-5'0,"0"3"27"0,5 0 6 0,2 1-8 15,2 1 10-15,3 1 15 0,7-2-5 16,4 1-1-16,4 6 1 0,-1-1-5 0,7 4-7 16,7 4-2-16,-3 2-5 15,-1 2 5-15,0 7-4 0,-8-1 9 0,-6 4 8 16,-4-1 13-16,-9 1 13 0,0 0 17 15,-6 0 12-15,-6 0 16 0,0 3 4 16,-10 7 8-16,-5-2 5 0,0-5-11 0,-4 1-7 16,1-3-11-16,5-5-11 15,0-3-8-15,1 1-6 0,-1-4-10 0,3-1-8 0,1-2-28 16,0 0-66-16,-1 0-91 0,-1-1-126 16,5-1-138-16,-1-1-182 0,0-2-146 0,10 0 58 15,0 0-466-15,0 0-598 16</inkml:trace>
  <inkml:trace contextRef="#ctx0" brushRef="#br0" timeOffset="-118809.41">18646 15240 3232 0,'11'-10'68'0,"-6"3"21"15,3 0 37-15,-3 0 18 0,-1 2 33 16,-1 1 43-16,-3 4 34 0,7-8 20 16,-7 8 4-16,4-8 4 0,-4 8 9 15,0 0-25-15,0 0-21 0,-18-8-20 0,5 8-20 16,-4 0-14-16,-7 4-18 0,-13-1-11 16,-3 2-19-16,-3 0-17 0,4-1-14 0,1 0-7 15,7 2-14-15,6-4-7 0,4 1-6 16,6-2-9-16,1 2-7 0,3-1-8 0,-2-1-5 15,3 1-4-15,10-2-7 0,-14 2-4 16,14-2 2-16,-13 0-8 0,13 0-4 0,-11 2-3 16,11-2-2-16,0 0-1 0,-11 1-2 15,11-1-5-15,0 0 3 0,0 0-8 0,0 0 0 16,0 0-6-16,0 0 0 0,0 0 0 16,-5-7 0-16,5 7 0 0,0 0 0 15,0 0 0-15,0 0 0 0,2-10 0 0,-2 10 0 16,0 0 0-16,0 0 0 0,0 0 0 15,0 0 0-15,0 0 0 0,0-8 0 16,0 8 0-16,0 0 0 0,0 0 0 16,0 0 0-16,0 0 0 0,-7 20 0 0,3-7 0 15,3 3 0-15,-1 6 0 16,-2 2 0-16,4 3 0 0,0 0 0 0,6 6 0 16,-3 0 0-16,7-2 0 0,0-2 0 15,3-3 0-15,2-2 0 0,7-3 0 0,0-3 0 16,1-7 0-16,-2-4 0 0,4 0 0 0,11-2 0 15,-7-2 0-15,-4 0 0 0,-7 1 0 16,2-1 0-16,-6 1 0 0,4-1 0 16,-5 2 0-16,1 2 0 0,-7 0 0 0,0 1 0 15,4 4 0-15,-8-3 0 0,-3 5 0 16,-2-2 0-16,-1 3 0 0,-7 3 0 0,-1 1 0 16,-11 3 0-16,1-1 0 0,-1 0 0 15,-5-2 0-15,6-2 0 0,1-3 0 16,6-3 0-16,3-3 0 0,-1-1 0 15,0-2 0-15,5 3 0 0,-1-6 0 0,0 2 0 16,3-1 0-16,-3-1 0 0,8-2 0 0,-13 3 0 16,13-3 0-16,-12 4 0 0,12-4 0 15,-9 0 0-15,9 0 0 0,0 0-450 16,0 0-355-16,0 0-142 0,0 0 88 16,17-17-886-16,-3 13-1176 0</inkml:trace>
  <inkml:trace contextRef="#ctx0" brushRef="#br0" timeOffset="-118542.09">18780 15712 4875 0,'-6'-12'58'0,"2"5"52"0,4 0 31 0,0 7 30 0,9-13 32 0,-8 6 27 0,5 1 15 0,1 0-9 15,7-4-14-15,-1 3-23 0,8 1-20 0,1 0-17 16,2-2-16-16,1 4-17 0,-2-1-13 16,2 2-17-16,-7 1-14 0,3-2-20 0,1 3-67 15,-6 1-86-15,-2-2-88 0,-1 2-93 16,-2-1-105-16,1 1-103 0,-12 0-118 16,17 3-190-16,-17-3 42 0,0 0 71 0,3 3-515 15,-3-3-652-15</inkml:trace>
  <inkml:trace contextRef="#ctx0" brushRef="#br0" timeOffset="-118275.42">18901 15420 3611 0,'-2'-16'169'16,"-5"7"49"-16,5 0 35 0,0 2 31 0,2 7 21 16,0-9 5-16,0 9-12 0,0 0-20 15,0 0 6-15,0 0-2 0,0 0-18 0,22 21-20 16,-13-3-25-16,5 11-22 15,-3 1-16-15,-2 2-19 0,3 2-14 0,-3-3-17 0,-1 0-11 16,0 0-11-16,-2-4-13 0,-3-6-68 16,-1 2-28-16,2-6 0 0,0 0 0 15,-4 0 0-15,1-5 0 0,-1 2 0 16,2-2 0-16,-2-4 0 0,0 2 0 16,-2-2 0-16,2 3-68 0,-1-2-391 0,1-1-176 15,-2-2-251-15,2-6 15 0,-2 10 90 16,2-10-746-16,0 0-973 0</inkml:trace>
  <inkml:trace contextRef="#ctx0" brushRef="#br0" timeOffset="-117774.27">19527 15308 4425 0,'-4'-8'3'0,"2"-1"42"0,2 9 32 0,-2-8 23 0,2 8 16 0,0 0 15 0,0 0-2 0,0 0 24 16,0 0 47-16,0 0 38 0,4 32 3 15,0 3-4-15,-2 2-3 0,-2 5-16 0,0-1-13 16,0 1-23-16,0 0-15 0,-2-2-18 16,0 0-12-16,0-3-15 0,-2 0-11 15,3-1-11-15,-1-7-14 0,-4-5-10 16,1 9-16-16,-4-8-21 0,4-6-75 0,-3 1-90 16,5-8-96-16,-3 2-99 0,3-3-131 15,0-8-166-15,3-3-202 0,0 0 21 0,0 0 80 16,0 0-597-16,0 0-772 0</inkml:trace>
  <inkml:trace contextRef="#ctx0" brushRef="#br0" timeOffset="-117491.27">19510 15366 3721 0,'-5'-18'24'16,"0"2"49"-16,3 3 24 0,2 1 29 0,4-1 23 15,2 1 24-15,2 0 10 0,3 1-16 16,5 6-17-16,-2-1-13 0,8 5-11 0,-1 1-16 15,1 5-10-15,10 5-8 0,-3 2-8 16,0 4-10-16,-4 2-7 0,-2 3-8 0,-7 4 3 16,-4-4-1-16,-4-1 5 0,-5 3 15 15,-3-3 20-15,-3 1 11 0,-5 2 13 0,-4 4 13 16,-2-3-14-16,-6 0-11 0,3-2-8 16,-6-3-5-16,4-4-13 0,2-3-12 15,0-1-16-15,-2-3-26 0,4-2-73 16,2-2-103-16,-1-2-110 0,3-2-152 15,11 0-192-15,-22-10-218 0,15 5 58 0,3-4 89 16,3 2-514-16,1 7-648 0</inkml:trace>
  <inkml:trace contextRef="#ctx0" brushRef="#br0" timeOffset="-117159.58">20274 15336 3619 0,'-3'-17'168'0,"1"3"10"0,0 3-3 0,2 3-16 16,0 1-10-16,0 7-6 0,0 0 22 16,0 0 55-16,0 0 36 0,0 0-13 0,5 46-14 15,-5-9-2-15,0 3-4 0,0 3-1 16,0 0-13-16,-3-1-17 0,-1-3-18 0,-1 3-17 15,2-5-17-15,-5-2-13 0,-1-2-13 16,4-8-14-16,-4-5-10 0,4 1-13 0,-3-2-19 16,1-4-50-16,0-5-59 15,2 0-61-15,-1-3-72 0,3-3-73 0,3-4-72 16,0 0-57-16,0 0-43 0,-6-17-48 16,10-1-54-16,1-16-71 0,5-7-77 15,3-13 43-15,2-2-435 0,1-1-543 0</inkml:trace>
  <inkml:trace contextRef="#ctx0" brushRef="#br0" timeOffset="-116892.2">20308 15332 2768 0,'2'-25'-32'0,"-2"4"48"0,-2 4 38 0,1 2 41 16,-5 2 32-16,1 2 52 0,-6 2 12 16,2 1 16-16,0 4 12 0,-7 2 22 0,0 6 17 15,-13 8 26-15,-3 5 24 0,-5 8 18 16,2 6 15-16,1 5 11 0,4 2-9 16,1-2-13-16,6 2-16 0,8-9-8 15,1-2-4-15,9-3 1 0,3-3 0 0,4-1-247 16,6-2-56-16,11 4 0 0,6-4 0 15,3-5 0-15,8-5 0 0,4 0 0 16,2-6 0-16,-2 0 0 0,-6-2 0 0,-1-2 0 16,-5 2 0-16,1 0 0 0,-4-2 0 15,-4 2 0-15,-2-2 0 0,-4 2 0 0,-2 0 0 16,-1 0 0-16,-12 0 0 0,19 0 0 16,-19 0 0-16,15 0 0 0,-15 0-320 0,13 0-407 15,-13 0-231-15,0 0 81 0,0 0 101 16,0 0-766-16,11 4-985 0</inkml:trace>
  <inkml:trace contextRef="#ctx0" brushRef="#br0" timeOffset="-116509.33">20988 15648 4260 0,'-18'-6'27'0,"2"4"34"0,5-2 37 0,4 2 38 0,7 2 44 0,0 0 54 16,-16-3 63-16,16 3 17 15,0 0 9-15,0 0-7 0,19-11-13 0,0 6-17 16,8 2-31-16,10-1-22 0,4 1-26 15,4 3-21-15,2 2-17 0,-2 2-17 0,-3-2-15 16,0 5-120-16,-8-2-17 0,-5 1 0 16,-10-1 0-16,-2-1 0 0,-3-3 0 0,-3 0 0 15,-1 1 0-15,-10-2 0 0,13 6 0 16,-13-6 0-16,5 4 0 0,-5-4 0 16,0 0 0-16,0 0 0 0,0 0-215 0,-14 8-406 15,14-8-234-15,-16 7-47 16,7-5 87-16,-3 2-812 0,-1 4-1065 0</inkml:trace>
  <inkml:trace contextRef="#ctx0" brushRef="#br0" timeOffset="-115626.55">21185 15509 4592 0,'8'-17'-137'0,"-5"5"63"0,1 0 55 0,2 2 58 0,-4-1 50 0,0 5 55 0,4 0 37 0,-6 6 19 0,3-11 1 16,-1 7-11-16,-2 4-3 0,0 0 68 0,0 0 35 15,11 24-3-15,-8-2-11 0,-1 4-9 16,0 12-13-16,0 2-22 0,-1 1-15 16,-1-2-23-16,4 0-20 0,0-3-22 15,-2-5-152-15,-2-5 0 0,2 1 0 16,-1-5 0-16,-1-1 0 0,0-3 0 0,0 0 0 16,0-4 0-16,0-3 0 0,0 1 0 15,-1-3 0-15,-1-1 0 0,0 2 0 0,-2-6-212 16,4-4-392-16,0 0-171 0,0 0-127 15,0 0 69-15,0 0-822 0,-14-22-1091 0</inkml:trace>
  <inkml:trace contextRef="#ctx0" brushRef="#br0" timeOffset="-115294.33">21305 15416 4548 0,'-2'-21'-58'0,"1"1"58"0,2 3 41 0,3 3 34 16,3-5 29-16,3 2 25 0,4 0 21 0,7-4 3 15,5 3 5-15,2 2-9 16,7 6-9-16,3 2-9 0,2 6-15 0,-8 2-12 16,-3 3-12-16,7 6-2 0,-4 3-6 15,-1 5-7-15,-6 3 6 0,-8 4 5 0,-2 4 11 16,-9-3 15-16,-3 0 8 0,-8 0 2 16,-4 9 0-16,-6-2-1 0,-10 7-2 15,-4-5 0-15,2 0-4 0,1-10-4 0,-1 0-10 16,-2-7-7-16,2 3-10 0,7-9-2 15,3-1-11-15,2-4-4 0,-3 0-21 0,5-3-48 16,-1-1 0-16,3-2 0 16,11 0 0-16,-25 0 0 0,25 0 0 0,-21-5-114 15,16 1-168-15,-3 0-109 0,6 0-127 16,2 4-141-16,-1-12-207 0,1 12 72 0,11-8 93 16,-2 3-614-16,3 3-772 0</inkml:trace>
  <inkml:trace contextRef="#ctx0" brushRef="#br0" timeOffset="-114326.39">20787 15712 3789 0,'-6'-3'-32'0,"-2"-2"41"0,3 1 63 0,5 4 49 0,-10-5 44 0,10 5 30 16,-9-4 23-16,9 4 15 0,0 0 9 0,-6-8 19 15,6 8-16-15,0 0-26 0,14-10-15 16,0 3-7-16,17-5-9 0,5 2-18 15,4 2-17-15,2-1-17 0,1 1-12 0,-4 1-14 16,-3 0-11-16,-5 3-8 16,-6-1-6-16,-9 4-8 0,2-4-12 0,-5 3-5 15,-1 0-3-15,-12 2 8 0,16-3 1 0,-16 3 0 16,7-6-6-16,-7 6-4 0,0 0-8 16,0 0-3-16,-43-7 4 0,18 6-13 15,-3-1 0-15,-3 2-4 0,1 2-1 0,-1-2-3 16,3 0-8-16,-3 1-20 0,5 1 0 15,7-2 0-15,1 0 0 0,4 2 0 16,0 0 0-16,3-2 0 0,11 0 0 0,-20 1 0 16,20-1 0-16,0 0 0 0,-9 2 0 15,9-2 0-15,0 0 0 0,0 0 0 0,43 3 0 16,-21-6 0-16,5 1 0 0,10 1 0 16,2-3 0-16,1 2 0 0,-8 1 0 0,-3-1 0 15,-8 2 0-15,-1-2 0 16,-4 2 0-16,-5 0 0 0,-11 0 0 0,20-3 0 0,-20 3 0 15,0 0 0-15,0 0 0 16,0 0 0-16,0 0 0 0,-71 0 0 0,31 3 0 16,-4-3 0-16,4 2 0 0,6-2 0 15,10 2 0-15,2-2 0 0,5 1 0 0,0 1 0 16,3-2 0-16,3 2 0 0,11-2 0 16,-16 2 0-16,16-2 0 0,0 0 0 15,0 0 0-15,0 0 0 0,0 0 0 0,0 0 0 16,0 0 0-16,49 6 0 0,-35-5 0 15,0 0 0-15,1 1 0 0,-1 0 0 16,-3 1 0-16,3 2 0 0,-3-2-89 16,-2 5-458-16,1-3-107 0,-1 2-194 0,-1-1-12 15,-1 1 85-15,2 1-728 0,-2-2-948 16</inkml:trace>
  <inkml:trace contextRef="#ctx0" brushRef="#br0" timeOffset="-113756.33">22164 15526 4224 0,'-3'-10'43'0,"1"-1"36"0,-2 1 29 0,4 2 26 0,4-3 25 0,-2-1 30 0,3-1 22 0,5 0 10 0,3-1-1 16,-2-1-14-16,5 6-29 0,-1 0-18 0,-1 1-16 15,1 2-8-15,-2 4-21 16,0 2-7-16,-13 0-4 0,25 12 16 0,-17 1 19 16,-5 3 10-16,-4 3 13 0,-9 12 12 15,-11 8 15-15,-6-1 10 0,-7 1 17 0,-4-6-96 16,2 0-119-16,2-4 0 0,9-8 0 16,4-1 0-16,4-6 0 0,5-2 0 15,5-3 0-15,-1-3 0 0,7 1 0 0,1-3 0 16,0-4 0-16,20 13 0 0,-3-8 0 15,12-3 0-15,13 3 0 0,6-3 0 0,-1 0 0 16,1 0 0-16,2-2 0 16,-7 0 0-16,-1 1 0 0,-9-1 0 0,-7 2 0 15,-7-2 0-15,3 0 0 0,-10 1 0 16,0-1 0-16,-2 0 0 0,-10 0 0 0,16 0 0 16,-16 0 0-16,10 2 0 0,-10-2 0 15,0 0 0-15,0 0 0 0,0 0 0 0,0 0 0 16,-21 17 0-16,8-13-60 0,5 1-1012 15,-1 0 120-15,1-2-1125 0,8-3-1489 0</inkml:trace>
  <inkml:trace contextRef="#ctx0" brushRef="#br0" timeOffset="-112694.59">22971 15666 5261 0,'-10'-3'-240'0,"-1"2"66"0,1-3 50 0,0 2 48 0,10 2 54 0,-13-2 48 0,13 2 45 0,-13-2 31 15,13 2 23-15,0 0 15 0,0 0 21 0,-12-2 25 16,12 2 13-16,0 0-10 0,0 0-16 16,45-10-9-16,-5 1-22 0,13-3-13 0,4 0-13 15,3 1-1-15,-2 1-17 0,-3 1-17 16,-11 4-11-16,-4 0-6 0,-6 3-17 0,-9-1-8 15,-2 3-41-15,-8-1-59 0,1 1-56 16,-5 1-47-16,-4 2-49 0,0 1-65 0,-7-4-59 16,-3 8-63-16,-4-1-75 15,-4 0-99-15,-9 1-115 0,0 4 58 0,-11 2-431 16,-4-2-533-16</inkml:trace>
  <inkml:trace contextRef="#ctx0" brushRef="#br0" timeOffset="-112426.39">23176 15464 2993 0,'8'-31'32'0,"-8"6"47"0,6 4 55 16,-1 3 49-16,1 3 54 0,-4 1 41 16,1 3 26-16,2 1 4 0,-1 2-38 0,-2 0-19 15,-2 8 0-15,0 0 56 0,0 0 8 16,9 26-12-16,-9-1-14 0,2 16-5 16,-2 1-15-16,0 3-17 0,2 1-16 15,-1 0-23-15,1 0-20 0,-2 0-16 16,7-4-144-16,-5-1-33 0,0-2 0 0,-1-1 0 15,1-9 0-15,-2-3 0 0,-2-5 0 16,2-3 0-16,0 2 0 0,-3-4 0 0,1 1 0 16,-5-3 0-16,5-1 0 0,1-1-117 15,-1-2-413-15,-2-3-157 0,2-2-228 0,2-5 61 16,0 0 97-16,0 0-716 0,23-12-921 16</inkml:trace>
  <inkml:trace contextRef="#ctx0" brushRef="#br0" timeOffset="-112211.06">23678 15670 4408 0,'-2'-16'122'16,"2"6"51"-16,0 3 36 0,0 1 41 0,0 6 19 0,0-8 1 15,0 8-11-15,0 0 24 16,0 0-1-16,0 0-18 0,-6 35-25 0,6-14-23 16,0 4-22-16,0 3-20 0,0 10-16 15,0 4-15-15,0-1-19 0,0 0-14 0,0-1-66 16,-2-3-44-16,1 0 0 0,-6-4 0 15,3-4-133-15,1-7-121 0,-3-1-84 0,1-1-111 16,-1-5-112-16,0-2-126 0,-2-5-137 16,3-1 71-16,-1-6-673 0,6-1-876 15</inkml:trace>
  <inkml:trace contextRef="#ctx0" brushRef="#br0" timeOffset="-111954.87">23692 15608 4137 0,'7'-26'-16'0,"-5"3"59"0,1 4 41 15,5 0 54-15,-3 0 29 0,7 4 23 16,0-2 11-16,-1 6-3 0,2 3-13 0,2 4-6 16,3 4-12-16,1 6-2 0,5 9-23 15,1 4-13-15,-4 5-7 0,-1 1-7 16,-7 4-4-16,-4 2 3 0,-5-2 5 0,-6-6 9 16,-6 9 8-16,-1 0 0 15,-7-3-2-15,-2 0-5 0,-3-4-11 0,0-2-8 0,-2-5-11 16,6-2-8-16,4-3-8 15,1-8-10-15,3 2-11 0,-1-3-10 0,10-4-15 16,-15-2-68-16,5-5-103 0,5 0-106 16,-2-5-121-16,6-1-147 0,-1-3-173 0,2-1-183 15,3 0 80-15,1-3-738 0,4 1-967 16</inkml:trace>
  <inkml:trace contextRef="#ctx0" brushRef="#br0" timeOffset="-111577.21">24456 15366 4477 0,'-2'-9'51'0,"-3"2"56"15,1-1 54-15,4 8 40 0,-1-8 35 0,1 8 0 16,-12-4-5-16,12 4 0 0,0 0 0 16,-37 20-8-16,12 0-6 0,2 5-6 0,-2 2-1 15,-2 6-11-15,7-4-13 0,0 5-17 16,5-4-7-16,1 1-13 0,3 1-10 15,6-9-11-15,2-1-92 0,1-3-36 0,7 1 0 16,-1 0 0-16,1 0 0 0,4-4 0 16,3 1 0-16,-1-3 0 0,0-4 0 0,2 0 0 15,-2-1 0-15,-2-2 0 0,-1-2 0 16,0-2 0-16,-8-3 0 0,14 2 0 0,-14-2 0 16,14-7 0-16,-8-1 0 15,-1 2 0-15,-1 0 0 0,-2-3 0 0,0 1 0 16,-1 0 0-16,-1 8 0 0,-1-11 0 15,1 11 0-15,-6-12 0 0,2 8 0 0,-1 0 0 16,5 4 0-16,-14 0-385 0,14 0-112 16,0 0-127-16,-22 6-175 0,22-6-48 0,-9 2 89 15,9-2-698-15,0 0-905 0</inkml:trace>
  <inkml:trace contextRef="#ctx0" brushRef="#br0" timeOffset="-111360.49">24811 15654 4357 0,'-9'-8'92'0,"0"2"7"0,0 0 3 0,9 6-8 16,-5-7-8-16,5 7-8 0,0 0-10 16,0 0-13-16,0 0-9 0,14-10-28 15,-14 10-58-15,16-2-55 0,-5 2-55 0,-11 0-39 16,20 2-34-16,-12 0-50 0,-8-2-67 15,19 4-96-15,-12-2-126 0,0 2 30 0,-4-1-235 16,1 5-257-16</inkml:trace>
  <inkml:trace contextRef="#ctx0" brushRef="#br0" timeOffset="-111077.77">24760 15804 2553 0,'0'0'329'0,"-13"0"8"15,13 0 24-15,0 0 39 0,0 0 55 0,0 0 38 16,0 0-4-16,0 0-21 16,0 0-39-16,0 0-41 0,0 0-40 0,44-12-35 15,-27 8-32-15,2-1-26 0,2 0-32 16,1 0-154-16,-2 2-69 0,-4-1 0 0,0 3 0 15,0-1 0-15,-5 0 0 0,0 2 0 16,-11 0-103-16,18 0-298 0,-18 0-115 16,9 4-139-16,-9-4-243 0,2 5 82 15,-2-5 89-15,-8 13-659 0,1-4-839 0</inkml:trace>
  <inkml:trace contextRef="#ctx0" brushRef="#br0" timeOffset="-110575.33">24823 15631 3710 0,'-8'-6'117'0,"8"6"43"0,-13-5 22 0,13 5 16 0,0 0 27 0,-7-3 53 0,7 3 43 0,0 0-6 16,0 0-15-16,0 0-21 0,16-18-29 16,-2 14-26-16,1 0-22 0,4-1-22 15,1 2-20-15,0-3-17 0,-1 3-15 0,3-1-19 16,-6 3-12-16,4-3-7 0,-7 4-16 15,1-3-30-15,-5 0-56 0,-9 3-55 16,14-4-65-16,-14 4-74 0,13-1-81 0,-13 1-107 16,0 0-130-16,0 0-188 0,0 0-83 15,0 0 75-15,0 0-619 0,0 0-795 0</inkml:trace>
  <inkml:trace contextRef="#ctx0" brushRef="#br0" timeOffset="-108310.33">25761 15340 3828 0,'0'0'-68'0,"0"0"31"0,6-6 34 0,-6 6 47 0,0 0 26 0,1-9 10 0,-1 9 11 0,2-8 3 15,-2 8-6-15,4-9 2 16,-2 2-5-16,-2 7-4 0,3-11-5 0,-1 5 3 16,-2 6 11-16,9-10 4 0,-9 10 4 15,1-7 2-15,-1 7 4 0,2-8-3 0,-2 8-5 16,0 0-8-16,0-7-6 0,0 7-9 15,0 0-8-15,0 0-8 0,-5-9-3 16,5 9-6-16,0 0-5 0,-9-5-2 0,9 5-5 16,0 0-7-16,0 0 0 0,0 0-3 15,0 0-1-15,-30 9 7 0,17-1 8 0,-5 4 8 16,-8 7 14-16,-3 2 9 0,-9 8 10 16,-2 5 10-16,1 2 2 0,-6 2 3 0,4 0-1 15,-4-1 0-15,8 1 5 16,4 0 2-16,5-2-2 0,6-5-6 0,9 0 0 15,4-8-6-15,6-1 3 0,3-1 0 16,5 0-2-16,6 6-5 0,4-1-11 0,4-6-3 16,4-1-9-16,4-3-6 0,0-2-4 15,-3-5-7-15,-1-5 0 0,-2-2-5 16,1-2-4-16,-4 0-30 0,0-4-5 0,-2 2 0 16,-2-4 0-16,-1-1 0 0,-6-1 0 15,0-3 0-15,-5-1 0 0,0-2 0 0,-4 1 0 16,0-1 0-16,-2 0 0 0,0 1 0 15,-2 1 0-15,0 5 0 0,-3 0 0 0,1 2 0 16,-3 3 0-16,11 2 0 16,-25 0 0-16,8 4-43 0,2 1-212 0,2 0-75 15,-1 2-90-15,3 1-100 0,1-2-122 0,-2-2-197 16,9 2 57-16,1-4 83 0,2-2-546 16,0 0-707-16</inkml:trace>
  <inkml:trace contextRef="#ctx0" brushRef="#br0" timeOffset="-107861.73">25930 15406 3655 0,'10'-19'30'0,"-2"5"30"0,1 3 28 0,-2-1 17 0,3 3 10 0,1-2 4 0,1 4-10 0,0 1-5 15,0 4-1-15,2 2 1 0,-14 0 1 0,27 8-1 16,-14-2 2-16,-4 5 11 15,2 6 7-15,-6-1 11 0,-3 2 5 0,-2 3 7 16,-7 11 2-16,-7 0 12 0,-3 1 4 16,-10 3-1-16,6-7 2 0,2-2 4 0,-2-1-16 15,7-7-10-15,3-3-8 0,6-5 3 16,-1 2-6-16,3-1-5 0,3-4-4 0,3 2-4 16,5 1-11-16,1-3-3 0,2 2-11 15,3 3-4-15,-1-3-9 0,2 0-5 16,-2 0-69-16,3 3-8 0,-3-2 0 15,-3 1 0-15,-1 2 0 0,-1-2 0 16,-5 3 0-16,-3-3 0 0,0 5 0 0,-1-3 0 16,-7 3 0-16,-1-1 0 0,-3 1 0 15,-3-2 0-15,-6 5 0 0,0-7 0 0,2-1 0 16,2-1 0-16,0-6 0 0,-1-1 0 16,7-1 0-16,-2 0 0 0,13-3 0 0,-19-3 0 15,19 3 0-15,-16-5 0 0,9 1 0 16,1 1 0-16,6 3 0 0,-3-9-685 0,3 4-225 15,0 5-19-15,5-12 107 0,3 4-826 16,1 4-1085-16</inkml:trace>
  <inkml:trace contextRef="#ctx0" brushRef="#br0" timeOffset="-106844.58">26482 15631 4420 0,'-14'-2'-91'0,"-4"0"44"0,3 0 36 0,15 2 48 0,-23 0 60 0,23 0 58 0,-13 0 35 16,13 0 28-16,0 0 32 0,-10-2 3 16,10 2-13-16,0 0-11 0,0 0-10 15,39-10-22-15,-17 8-18 0,7-2-20 0,11 2-13 16,-2-2-13-16,2 2-14 0,-8 2-17 16,-3 0-10-16,0-1-8 0,-6 1-18 0,0 0-15 15,-5 0-48-15,-2 1-55 0,-3-2-45 16,-1 1-41-16,-12 0-49 0,17 1-47 0,-17-1-63 15,9 4-72-15,-9-4-79 16,0 5-113-16,0-5-186 0,0 0 49 0,-19 7 66 16,12-5-399-16,-5 1-504 0</inkml:trace>
  <inkml:trace contextRef="#ctx0" brushRef="#br0" timeOffset="-106428.27">26557 15468 2731 0,'-5'-9'-59'0,"-2"3"27"0,5-2 32 16,-1 1 35-16,3 7 33 0,-4-12 23 0,0 6 24 15,4-2 16-15,0 8 10 0,-1-12 26 16,1 12 4-16,-2-9 1 0,2 9-10 0,0-8-11 15,0 8 22-15,0 0 41 0,0 0 36 16,0 0 40-16,9 33 16 0,-4-8 10 16,0 10 9-16,1 5-5 0,-5 3-1 0,1-1-12 15,2 3-14-15,-2-4-16 16,0 1-18-16,1-3-12 0,-3-2-6 0,2-6-231 0,2-6-10 16,1-3 0-16,-4-5 0 15,1-2 0-15,0-3 0 0,0 1 0 0,-2-5 0 16,-2 0 0-16,4-1 0 0,-2-7 0 15,4 8 0-15,-4-8 0 0,0 0 0 0,0 0 0 16,0 0 0-16,9 2 0 0,-9-2 0 16,0 0 0-16,0 0 0 0,0 0 0 0,0 0 0 15,0 0-396-15,0 0-641 0,0 0 90 16,4 6 101-16,-4-6-843 0,0 0-1123 0</inkml:trace>
  <inkml:trace contextRef="#ctx0" brushRef="#br0" timeOffset="-105126.78">27056 15555 4532 0,'4'-15'-107'0,"-1"1"60"0,-3 4 63 16,0-1 36-16,0 5 58 0,0 6 33 0,2-12 13 0,-2 12-5 16,0-7-11-16,0 7 39 0,0 0 53 15,0 0 10-15,3 29 2 0,-1-10-1 16,2 7-4-16,-1 8-14 0,7 1-6 0,2 0-10 15,-3 0-20-15,2-1-15 0,3 0-18 16,-1-3-15-16,-1 0-14 0,1-6-12 0,-8-3-10 16,1-6-99-16,-1-2-6 15,-2-2 0-15,1-1 0 0,-2-1 0 0,0-3 0 16,-1 1 0-16,-1-2 0 0,0-6 0 16,-1 15 0-16,1-15 0 0,0 8 0 0,0-8 0 15,-2 6 0-15,2-6 0 0,0 0-223 16,-2 6-292-16,2-6-145 0,0 0-163 0,0 0-37 15,9-19 78-15,-5 11-690 0,1 0-920 16</inkml:trace>
  <inkml:trace contextRef="#ctx0" brushRef="#br0" timeOffset="-104644.55">27447 15565 4223 0,'-4'-17'-42'16,"2"3"65"-16,2 3 60 0,-1 1 60 0,1 4 49 15,0 6 23-15,0-12 19 0,0 12-20 16,0-7-16-16,0 7 6 0,0 0 9 16,0 0 7-16,0 0 0 0,-10 33 3 15,9-16-12-15,-2 2-10 0,1 0-7 0,4 4-10 16,1 3-13-16,2-5-15 0,2 2-13 16,3 6-14-16,0-7-13 0,-1-4-9 0,0 0-91 15,2-6-16-15,-2-2 0 0,0 0 0 16,-4-3 0-16,6-1 0 0,0-2 0 0,-4-2 0 15,-7-2 0-15,20-5 0 0,-9-2 0 16,-1-1 0-16,3-9 0 0,2-6 0 0,0 0 0 16,-1-6 0-16,-5 9 0 0,1 1 0 15,-5 5 0-15,2 3 0 0,-4 0 0 16,3 3 0-16,-2 3 0 0,-4 5 0 16,0 0 0-16,0 0 0 0,-6 25 0 15,0-3 0-15,2-1 0 0,-4 12 0 0,5 0 0 16,-1 4 0-16,4 1 0 0,0 1 0 15,2 0 0-15,2-4 0 0,-3-6 0 0,3-6 0 16,0 0 0-16,-1-5 0 0,-2-2 0 16,1-3 0-16,2-1 0 0,-2-2 0 0,0-1 0 15,0-1 0-15,-2-8 0 16,1 11 0-16,-1-11 0 0,4 3 0 0,-4-3 0 0,0 0 0 16,0 0 0-16,0 0 0 15,0 0-270-15,0 0-447 0,0 0-208 0,12-14 31 16,-12 14 101-16,0 0-769 0,0 0-1004 15</inkml:trace>
  <inkml:trace contextRef="#ctx0" brushRef="#br0" timeOffset="-104345.3">28087 15813 4680 0,'-5'-6'138'0,"1"1"33"0,4 5 45 0,-6-8 62 0,6 8 50 0,0 0 30 0,0-7 9 0,0 7-25 16,0 0-19-16,21-9-16 0,-6 4-32 15,10 2-28-15,4-2-86 0,9 1-161 16,-6 1 0-16,-3-1 0 0,-4 3 0 0,0-3 0 16,-5 2 0-16,0 0 0 0,-6 2 0 15,0-1 0-15,-1-2 0 0,-13 3 0 0,19 0 0 16,-19 0 0-16,13 0 0 0,-13 0 0 15,0 0 0-15,9 4 0 0,-9-4 0 0,0 0 0 16,0 0-484-16,-22 14-334 16,11-8-133-16,-4 2 90 0,-7 2-866 0,-3 6-1159 0</inkml:trace>
  <inkml:trace contextRef="#ctx0" brushRef="#br0" timeOffset="-101362.61">28709 15619 4441 0,'-6'-6'-103'0,"6"6"57"0,-8-6 52 0,8 6 35 0,-4-11 37 0,4 11 34 0,0-13 30 15,6 2 19-15,0 1 18 0,7-2 3 16,0 0-6-16,5-2-9 0,7-1-11 16,-2 5-3-16,-5-1-13 0,4 5-11 0,-1 0-18 15,-5 3-7-15,2 3-13 0,-1 2 4 16,-3 1 4-16,0 1-15 0,0 4-8 15,-5 1 0-15,2 1-8 0,-2 0 0 0,-4 1 4 16,-1 0 3-16,-2 2 5 0,-4-2 5 16,-2 6 0-16,-3-1 2 0,-3 1 1 0,1 2-2 15,-1-3-7-15,0-3-2 16,3-1-11-16,-1 2-5 0,3-3-1 0,-2-3-1 0,4 2 5 16,1 1 2-16,0-3-51 0,2 2-15 15,2 1 0-15,1-1 0 0,4 4 0 16,0-2 0-16,1-1 0 0,-1 5 0 0,2-4 0 15,-2 3 0-15,-2-1 0 0,3 0 0 16,-5 1 0-16,-1-1 0 0,0 0 0 16,-4-2 0-16,0-1 0 0,-3 1 0 15,-1 0 0-15,-5-1 0 0,-1-1 0 0,1 1 0 16,-5-3 0-16,4-2 0 0,-4-2 0 16,1-2 0-16,-1 2 0 0,3-4 0 0,13 0 0 15,-24-4 0-15,12-2 0 0,0 2 0 16,5 0 0-16,-2 0 0 0,3-1-532 0,6 5-241 15,-10-8-167-15,10 4 67 16,0 4-852-16,0 0-1159 0</inkml:trace>
  <inkml:trace contextRef="#ctx0" brushRef="#br0" timeOffset="-100995.16">29240 15730 4629 0,'-2'-10'-83'0,"2"2"65"0,-2 0 50 0,2 8 46 0,-1-9 41 0,1 9 17 0,0 0 17 0,0 0 11 16,0 0 8-16,-27 11 13 0,14 1-8 15,1 4-2-15,-1 1 5 0,2 2 5 0,3-1-8 16,-2 5-6-16,8-1-2 16,2 0-14-16,0 0-5 0,8 1-12 0,-3-3-4 15,7-3-14-15,5 6-13 0,1-8-4 16,-4-4-10-16,6-2-11 0,-3-4-5 0,2-2-6 15,-2-2-5-15,0-1-5 0,2-1-28 16,-6-4-33-16,5-2 0 0,-3-3 0 0,-1-5 0 16,-3 1 0-16,-3-5 0 0,-1-12 0 15,1-2 0-15,-8 4 0 0,0-7 0 16,-4 2 0-16,-2 8 0 0,3 6 0 16,-4 4 0-16,0 3 0 0,-4 7 0 15,-3 3 0-15,-3 3-85 0,0 5-212 0,-6 2-70 16,-3 4-88-16,1 5-87 0,5-3-145 15,6 0-144-15,4-5 58 0,6 1-640 0,2-1-864 16</inkml:trace>
  <inkml:trace contextRef="#ctx0" brushRef="#br0" timeOffset="-100728.34">29719 15795 3832 0,'-13'-7'146'0,"1"2"49"16,6 0 38-16,6 5 57 0,-5-8 63 16,5 8 20-16,-2-5 0 0,2 5-8 15,13-11-17-15,1 8-28 0,6-4-32 0,5 4-36 16,11-4-17-16,1 0-26 0,-1 2-23 16,2-1-21-16,-2 2-137 0,-8 0-28 15,-1 0 0-15,0 0 0 0,-2-1-10 0,-7 1-255 16,6 0-82-16,-7 0-64 0,-2 4-61 15,-3-4-78-15,-5 2-111 0,-7 2-160 0,0 0 79 16,0 0-589-16,0 0-786 0</inkml:trace>
  <inkml:trace contextRef="#ctx0" brushRef="#br0" timeOffset="-100462.64">29892 15499 4001 0,'-1'-11'124'0,"-3"3"26"16,4 3 33-16,0 5 35 0,-3-7 33 0,3 7 6 15,0 0 52-15,0 0 33 0,-4 22 4 16,4-3-7-16,-1 6-15 0,-3 15-14 16,-2 1-22-16,3 2-23 0,-3 11-21 0,0-10-24 15,0 7-200-15,2-8-20 0,1-3 0 16,-1-1 0-16,2-2 0 0,-2-3 0 0,3-7 0 16,-1-5 0-16,0-5 0 15,2-3 0-15,-3 0 0 0,1-2 0 0,2-5 0 0,-2 4 0 16,2-4 0-16,0-7 0 15,0 10 0-15,0-10 0 0,0 0 0 0,0 0-155 16,0 0-625-16,0 0-200 0,12-18 80 16,-10 8 109-16,2 1-768 0,-2 2-1003 0</inkml:trace>
  <inkml:trace contextRef="#ctx0" brushRef="#br0" timeOffset="-98596.42">30595 15494 4144 0,'0'-18'-117'0,"-3"3"36"0,1 3 32 0,-4 1 31 0,4 5 27 16,-4-1 30-16,1 2 28 0,5 5 27 15,0 0 23-15,-49 25 21 0,17 5 17 0,-2 8 19 16,2 6 19-16,3 0 20 0,7 3 14 16,2 3-3-16,7-3 10 0,7-2-7 0,4-2-12 15,2 1-19-15,6-2-10 0,-2-5-16 16,6 0-15-16,1-5-19 0,-4 1-11 16,3-4-14-16,-2-7-11 0,-1-5-10 15,-2-2-7-15,4-3-13 0,-4 1-13 0,1-5-39 16,-1-1-75-16,-1-2-107 0,5-1-108 15,-9-4-97-15,12 1-112 0,-12-1-136 16,20-5-214-16,-11 1 54 0,0-1 101 0,1 1-500 16,2 0-642-16</inkml:trace>
  <inkml:trace contextRef="#ctx0" brushRef="#br0" timeOffset="-98395.67">30676 15908 3657 0,'-7'-6'218'0,"7"6"19"0,0-8 17 16,0 8 16-16,9-11 7 0,-4 5-7 0,4-1-20 15,1 3-28-15,4-1-24 0,-2-1-20 16,8 1-19-16,-4 2-27 0,2-1-63 0,0 2-114 16,0 1-128-16,2-1-130 0,-2 2-170 15,0 0-236-15,-6 2-36 0,4-2 83 16,0 0-454-16,-3 1-585 0</inkml:trace>
  <inkml:trace contextRef="#ctx0" brushRef="#br0" timeOffset="-97996.54">31013 15775 3231 0,'-2'-14'45'16,"2"4"19"-16,4 0 24 0,0-1 15 15,1 3 21-15,4-2 17 0,3 0-3 0,5 1-9 16,1-1-14-16,0 0-8 0,0 7-10 15,1-1-14-15,-4 4-5 0,1 0-12 0,0 4-4 16,-4 1 11-16,-3 3 8 0,-1 0 2 16,-5 1 20-16,-3 3 27 0,-3 1 18 0,-6 3 12 15,-11 9 15-15,2-1 6 16,-2-2-1-16,1-1-13 0,4-4-9 0,6-5-4 16,0-2-3-16,4 1-3 0,-1 0 2 15,6-2-4-15,0 0-4 0,0-1-9 16,6 3-5-16,-2-2-9 0,1 1-9 0,5 0-10 15,-2 0-9-15,1 1-5 0,-4-1-10 16,6 2-2-16,-4-3-5 0,-3 3-65 0,-1 0-4 16,1-1 0-16,-2 1 0 0,-4 1 0 15,-2-2 0-15,1 1 0 0,-6 2 0 0,-1-2 0 16,-4 3 0-16,2-4 0 0,-4-1 0 16,1-2 0-16,-1-2 0 0,2-1 0 0,2-2 0 15,-1-3 0-15,13 0 0 16,-24-3-338-16,15-4-263 0,4 0-193 0,-2-2-114 15,5-1 73-15,2 0-769 0,7-4-1043 16</inkml:trace>
  <inkml:trace contextRef="#ctx0" brushRef="#br0" timeOffset="-97628.27">31655 15562 4232 0,'-4'-12'33'0,"1"2"50"0,-2 3 24 0,1 0 16 0,4 7 17 0,-3-5 36 16,3 5 40-16,0 0 19 15,-29 12 6-15,12 0 3 0,-6 8-13 0,-2 6-6 16,-5 6-9-16,5-7-11 0,-2 10-11 16,7-6-19-16,0 0-11 0,4 3-14 0,2 0-13 15,5-1-13-15,-1 0-15 0,8-7-8 16,0-2-9-16,4-2-9 0,1-5-8 15,6 0-8-15,0 1-54 0,0-4-13 16,1-2 0-16,1-1 0 0,-1-3 0 0,-2 2 0 16,-1-3 0-16,1-2 0 0,-8-3 0 0,9 5 0 15,-9-5 0-15,0 0 0 0,0 0 0 16,0 0 0-16,16-10 0 0,-16 10 0 0,0-7 0 16,0 7 0-16,0 0 0 15,-4-14-92-15,4 14-145 0,-12-6-81 0,5 4-87 16,7 2-113-16,-19-3-175 0,3 6-165 15,5-1 75-15,-3-1-675 0,14-1-907 16</inkml:trace>
  <inkml:trace contextRef="#ctx0" brushRef="#br0" timeOffset="-97330.27">31824 15365 4338 0,'0'-19'97'0,"0"5"40"15,2 5 28-15,1-1 15 0,-1 5 16 16,-2 5 12-16,9-3 26 0,-9 3 2 16,21 14-10-16,-2 8-17 0,-2 8-13 0,0 14-7 15,-5-5-7-15,-7 4-13 0,-1 12-12 16,-6 4-16-16,-3 0-3 0,-9 3-15 0,-1 1-6 16,-4 1-7-16,-6-3-8 0,-4-2-3 15,5-2-8-15,-5-6-11 0,3-2-9 0,-1-4-71 16,0-3 0-16,0-3 0 0,6-12 0 15,2 0 0-15,2-4 0 0,0-6 0 16,5-5-91-16,3-3-242 0,2-3-122 0,-4-1-147 16,6-3-208-16,5-2-47 15,0 0 89-15,0 0-686 0,0 0-903 0</inkml:trace>
  <inkml:trace contextRef="#ctx0" brushRef="#br0" timeOffset="-96196.77">24564 16508 4241 0,'-13'-2'117'0,"13"2"22"0,-18 0 24 0,18 0 22 0,0 0 33 0,0 0 37 0,0 0 23 15,0 0 18-15,0 0-9 0,0 0-24 16,46-15-27-16,-8 10-24 0,0 1-18 0,3 1-23 15,-3-2-15-15,-6 4-21 0,-5-1-31 16,0-2-75-16,-2 2-112 0,-1-2-106 16,-3 2-99-16,-5 0-97 0,0-2-84 0,-7 3-92 15,0-1-120-15,-9 2-88 16,0 0 65-16,0 0-503 0,0 0-672 0</inkml:trace>
  <inkml:trace contextRef="#ctx0" brushRef="#br0" timeOffset="-95963.45">24520 16713 3526 0,'-14'5'150'16,"5"-2"45"-16,4-1 39 0,5-2 35 0,-8 5 44 16,8-5 29-16,0 0 32 0,0 0 14 15,0 0-5-15,0 0-33 0,0 0-26 0,53-9-35 16,-16 3-23-16,1-1-29 0,0 0-31 16,-1 0-14-16,2 0-39 0,-8 4-153 0,-7-2 0 15,-5 3 0-15,-1-1 0 16,-3 1 0-16,-3 0 0 0,-12 2 0 0,18-2 0 15,-18 2-99-15,0 0-210 0,4 6-68 16,-4-6-87-16,0 0-97 0,-22 15-169 16,11-10-112-16,0 4 76 0,3-4-609 0,-1 0-829 15</inkml:trace>
  <inkml:trace contextRef="#ctx0" brushRef="#br0" timeOffset="-91064.35">25448 16358 3717 0,'0'0'-77'0,"-24"1"21"0,24-1 27 0,0 0 44 0,0 0 49 16,-20-1 40-16,20 1 40 0,0 0 17 0,-12 0 2 16,12 0-7-16,0 0-10 0,0 0-11 15,0 0-11-15,0 0-6 0,-14 0-7 16,14 0-7-16,0 0-6 0,0 0-6 0,0 0-3 15,0 0-5-15,0 0 5 0,0 0-2 16,0 0 6-16,0 0 0 0,0 0-10 0,0 0-4 16,0 0-11-16,61-4-3 15,-36 1-10-15,9-4-5 0,0 0-2 0,0 2-6 16,-5-2-5-16,-4 6 0 0,-4-3-9 16,-5 2 3-16,-2 0-3 0,-1-2-9 15,1 4-4-15,-14 0 3 0,19 0 1 0,-19 0-5 16,14 6-2-16,-13 0 1 0,3 2 6 15,-4 3 7-15,-4 5 21 0,1 2 23 0,-8 11-8 16,0 1 13-16,-2 5 15 0,1 0 1 16,0-4-4-16,-2 2 3 0,3 0 4 15,0 0-1-15,0-4-2 0,6-6-3 16,-1-5-1-16,3-3-5 0,-2 0-6 0,-1-3-3 16,6-5 0-16,-3 3 0 0,1-2 0 15,0-2-28-15,-2 1-45 0,4-7 0 16,-2 8 0-16,2-8 0 0,-1 10 0 0,1-10 0 15,-4 4 0-15,4-4 0 0,0 0 0 16,-4 9 0-16,4-9 0 0,0 0-184 0,0 0-164 16,-3 6-106-16,3-6-118 0,0 0-165 15,0 0-128-15,0 0 84 0,0 0-664 0,0 0-896 16</inkml:trace>
  <inkml:trace contextRef="#ctx0" brushRef="#br0" timeOffset="-90647.49">25924 16488 4162 0,'-9'-9'-55'0,"1"1"41"0,2 2 40 0,1 0 51 0,-1 0 46 0,6 6 32 0,-5-6 14 16,5 6-1-16,0 0-10 0,-6-7-9 0,6 7-6 15,0 0-16-15,0 0-13 0,0 0-9 16,17-7-8-16,-6 5-13 0,-11 2-8 16,30 0-8-16,-10 2-7 0,-4-2-5 15,2 3-4-15,-2-1-7 0,-2 4-4 16,0 0 4-16,-3 1-15 0,-1 5-1 0,-2 1 4 16,-2 3 8-16,-5 1 19 0,-1 5 23 15,-1-1 2-15,-3 4 18 0,0 2 13 0,-2 6-1 16,2-6-3-16,0-3-2 0,1 0-8 15,1 0-7-15,0-1-6 0,0-4-10 0,0 3-7 16,2-5-5-16,2-3-8 0,-2 1-3 16,0-1-6-16,0-4-3 0,2 0-7 15,0-1-2-15,0-1-11 0,-1-1-23 0,-1-7-42 16,2 8-72-16,-2-8-74 16,8 6-106-16,-8-6-100 0,0 0-122 0,15-4-160 15,-15 4-165-15,10-5 58 0,-10 5-637 16,0 0-866-16</inkml:trace>
  <inkml:trace contextRef="#ctx0" brushRef="#br0" timeOffset="-89731.43">26540 16685 4049 0,'-19'-2'-77'0,"19"2"28"0,-17-1 34 0,17 1 42 0,-13 0 58 0,13 0 41 0,0 0 31 0,-18-2 13 15,18 2-1-15,0 0-10 0,0 0-11 16,0 0-5-16,0 0-2 0,40-3-6 0,-1 3-10 15,10 0-12-15,2 0-11 0,16 0-15 16,-4 1-8-16,-11 1-6 0,-4 0-5 16,-5-1-9-16,-9-1-8 0,-7 0 6 15,-8 0-13-15,2 0 1 0,-6 0-9 16,-4 0 4-16,-11 0 0 0,22 0 3 0,-22 0-6 16,15-1-4-16,-15 1-4 0,0 0-3 15,8-4-5-15,-8 4-6 0,0 0-54 0,0 0-68 16,0 0-91-16,0 0-103 0,0 0-143 15,-8-10-214-15,8 10-106 0,0 0 72 16,0 0-460-16,1-9-620 0</inkml:trace>
  <inkml:trace contextRef="#ctx0" brushRef="#br0" timeOffset="-87661.07">27550 16418 2983 0,'8'-7'-82'0,"-3"-2"21"0,3 4 21 0,-3 0 27 0,4 0 23 0,-4-2 31 16,3 4 22-16,-3-2 22 0,-5 5 11 15,12-11 7-15,-6 6 5 0,-6 5 10 16,9-9 11-16,-5 5 2 0,-4 4-1 15,10-9-3-15,-10 9-5 0,3-7-4 16,-3 7-10-16,8-5-6 0,-8 5-14 0,4-6 3 16,-4 6-5-16,0 0-9 0,0 0-3 15,7-6-6-15,-7 6-6 0,0 0 0 0,0 0 11 16,0 0 17-16,-24 19 0 0,8-5 7 16,-7 8 4-16,-1 0 12 0,-9 10 2 0,-3 2 3 15,0 3 6-15,2 2 4 0,-1 2 8 16,1 1-30-16,7-3 0 0,3 2 0 15,6-9-11-15,5 3 1 0,4-4-3 0,2-5-2 16,5-2 0-16,2-6-4 0,2 2-2 16,5 0-3-16,-2-1-7 0,6-4-6 0,1-1 0 15,5-2-9-15,2-4-9 16,2-1 1-16,-4-3-8 0,3-1-4 0,-4-1-1 16,0-2-4-16,-1-2-3 0,1-3-4 15,-5-2-3-15,1-3-2 0,-1 1 0 0,-6-3-5 16,3-1 0-16,-5 4-3 0,2-1-5 15,-3 0-1-15,-4 4-7 0,2 6-1 16,-8-13-4-16,0 9 4 0,8 4-3 0,-16-3-7 16,16 3-39-16,-22 0-34 15,22 0-34-15,-25 7-23 0,14-4-30 0,1 1-36 16,3-1-46-16,-1-2-50 0,8-1-58 16,-12 6-53-16,12-6-97 0,0 0-184 0,0 0-50 15,0 0 77-15,0 0-436 0,0 0-573 16</inkml:trace>
  <inkml:trace contextRef="#ctx0" brushRef="#br0" timeOffset="-87248.8">28243 16482 2913 0,'5'-17'-13'0,"-5"4"30"0,2 1 18 0,-4 2 27 0,-3 3 27 0,5 7 27 16,-7-12 8-16,0 10 8 0,7 2-1 0,-25 5 18 16,0 11 14-16,-4 2 9 0,-5 11 11 15,0 2 13-15,-1 1 8 0,3 2-2 16,4 2 4-16,1 0 0 0,5-5-18 0,8-2-6 16,-2-2-5-16,5 1-9 0,4-5-11 15,1 1 6-15,6-8-13 0,0 0-7 0,2-2-12 16,2 2-9-16,3-3-11 0,2-1-12 15,3 0-11-15,1-4-6 0,-4-1-6 16,3-2-9-16,-1-2-8 0,1-3-5 0,-12 0-2 16,0 0-7-16,26-6-9 0,-16 0 3 15,-4-4-9-15,0 1 0 0,-3 1-3 16,-1 0-11-16,2-1-8 0,-4 9-26 16,-4-14-24-16,0 8-22 0,4 6-16 0,-16-9-24 15,4 9-36-15,-3 0-48 0,15 0-63 16,-34 4-73-16,18 1-85 0,-5 3-89 0,8-4-146 15,0 2-134-15,-1 1 69 0,7-2-494 16,1 2-668-16</inkml:trace>
  <inkml:trace contextRef="#ctx0" brushRef="#br0" timeOffset="-86596.69">28623 16790 3609 0,'-7'-8'136'0,"3"3"18"0,4 5 13 0,0-12 1 0,0 12 13 0,9-13 19 0,0 6 12 16,3 0-9-16,3 0-24 0,5-1-20 15,0 1-16-15,3 2-9 0,0 0-15 0,2 1-19 16,-3 1-21-16,0 1-75 15,-1-1-92-15,-5 1-115 0,6 2-113 0,-7 0-130 16,-2 2-169-16,-2 1-98 0,0 1 77 16,-11-4-361-16,5 8-472 0</inkml:trace>
  <inkml:trace contextRef="#ctx0" brushRef="#br0" timeOffset="-86365.36">28636 16905 2707 0,'-18'0'195'0,"5"2"67"0,4-1 4 16,9-1 18-16,0 0 25 0,0 0 38 0,-17 0 13 16,17 0-2-16,0 0-23 0,0 0-25 15,0 0-34-15,0 0-19 0,40-10-32 16,-21 7-18-16,2-1-24 0,2 2-21 0,-2-1-19 16,2 0-30-16,-2 1-66 0,-4 0-75 15,-4 1-67-15,2-1-75 0,-15 2-64 0,20-2-65 16,-11 4-84-16,-9-2-77 0,12-2-141 15,-12 2-186-15,0 0 67 0,0 0-494 0,0 0-677 16</inkml:trace>
  <inkml:trace contextRef="#ctx0" brushRef="#br0" timeOffset="-85614.39">29414 16740 3234 0,'4'-14'-60'0,"-4"1"39"0,0 2 46 0,0 3 43 0,1-1 47 0,-1 2 43 0,0 7 45 0,4-15 33 0,-4 8 21 15,0 7 2-15,2-10-11 0,-2 10-12 0,2-9-25 16,-2 9-18-16,0 0 10 0,0 0 27 16,0 0 16-16,0 0 5 0,0 0-1 0,2 35 5 15,-2-17 1-15,2 1 20 0,-2 10-4 16,0 10-11-16,0-2-14 0,-2 3-165 0,4-3-82 15,2-1 0-15,-4-7 0 0,-2-3 0 16,6-2 0-16,-6 0 0 0,2-6 0 16,0 1 0-16,0-1 0 0,0-5 0 15,-2 0 0-15,2-4 0 0,0 0 0 0,0 2 0 16,0-4 0-16,0-7 0 0,-2 13 0 16,4-7 0-16,-2-6 0 0,-2 8 0 0,2-8 0 15,2 9 0-15,-2-9 0 0,0 0 0 16,0 0 0-16,2 3-212 0,-2-3-661 15,0 0-111-15,0 0 91 0,0 0-885 0,20-17-1209 16</inkml:trace>
  <inkml:trace contextRef="#ctx0" brushRef="#br0" timeOffset="-85349.31">29780 16769 5084 0,'3'-16'-61'0,"-3"5"63"0,4 2 62 15,-2 4 41-15,-2 5 24 0,2-10 0 0,-2 10 11 16,0 0 40-16,0 0 33 0,0 0 5 16,-2 35-8-16,2-14-6 0,0 5-9 0,0 3-8 15,-2 8-13-15,2-5-14 0,2 4-20 16,-4-5-8-16,2-8-14 0,0 0-11 0,0-3-8 16,-2-3-10-16,2 0-12 0,-2-3-6 15,2-3-46-15,0 1-25 0,0-2 0 16,-1-2 0-16,1 1-96 0,-2-1-161 0,0-4-133 15,2-4-140-15,0 0-180 0,0 0-173 16,0 0 67-16,0 0-718 0,0 0-977 0</inkml:trace>
  <inkml:trace contextRef="#ctx0" brushRef="#br0" timeOffset="-84865.46">29376 16370 3788 0,'-18'2'-255'0,"4"1"54"0,-2 2 51 0,-2 3 58 15,-11 8 50-15,-2 4 46 0,-7 9 50 16,-2 9 46-16,-4 4 54 0,4 8 49 15,-7 14 46-15,2 7 31 0,7 1 30 0,4 2 18 16,13-14 1-16,3 2 5 0,5 2-9 16,10 0-15-16,5 1-19 0,5-5-11 0,11 0-17 15,8-5-15-15,10-5-19 0,8-5-23 16,19 7-17-16,-6-17-23 0,6-8-14 16,2 0-17-16,4-10-131 0,-5-5-4 15,7-4 0-15,0-8 0 0,-3-6 0 0,-1-4 0 16,1-4 0-16,-3-8 0 0,-2-5 0 15,11-13 0-15,-5-8 0 0,-10-1 0 16,-6-8 0-16,-13 7 0 0,-4-3 0 0,-7-5 0 16,-1-23 0-16,-12 13 0 0,-9-6 0 15,-5-3 0-15,-7 0 0 0,-20-15 0 0,-7 12 0 16,-17 12 0-16,-7 12 0 0,1 22 0 16,-8 9 0-16,-6 8 0 0,-3 9 0 15,-2 8 0-15,2 9 0 0,6 7-69 0,3 2-365 16,6 5-94-16,1-1-118 15,13 0-221-15,9-2 17 0,2-3 96 0,7-1-621 0,1 3-829 16</inkml:trace>
  <inkml:trace contextRef="#ctx0" brushRef="#br0" timeOffset="-82833.32">15858 17030 3529 0,'0'0'-108'0,"0"0"50"0,14 1 32 0,-14-1 32 0,0 0 30 16,0 0 33-16,0 0 44 0,0 0 20 15,0 0 22-15,0 0 12 0,0 0 6 0,0 0-7 16,0 0-11-16,0 0-18 0,0 0-11 16,0 0-10-16,0 0-14 0,0 0-10 15,0 0-11-15,0 0-4 0,-21-15-11 0,12 12-8 16,-5 1-3-16,-1 0-7 16,-3 4-6-16,-6 0-2 0,-13 6-5 0,5 2-3 0,-4 3-3 15,-5 8 2-15,-2 4 5 0,3 3 4 16,4 3 15-16,4 4 11 0,3 1 12 15,8 3 17-15,10-6 12 0,5 3 8 16,6-6 15-16,6 6 4 0,5-5 14 16,8 1 15-16,8 1-4 0,9-3-14 0,4-4-11 15,4-4-9-15,5-4-15 0,1-5-12 16,-8-5-9-16,-6 0-10 0,-8-4-4 0,-4 0-8 16,-7 0-4-16,-2-1-4 0,-1-2-3 15,-5 1-8-15,-9-2-8 0,18 3-40 0,-18-3 0 16,11 0 0-16,-11 0 0 0,9 2 0 15,-9-2-158-15,0 0-100 0,0 0-85 16,0 0-90-16,0 0-114 0,0 0-173 0,0 0-132 16,-19 10 71-16,19-10-613 15,-15 6-847-15</inkml:trace>
  <inkml:trace contextRef="#ctx0" brushRef="#br0" timeOffset="-81665.97">16337 17098 3657 0,'2'-13'-90'0,"-4"7"36"0,5-4 36 0,-3 2 33 0,0-3 38 0,0-1 42 16,0-2 40-16,2 3 41 0,-2 0 29 0,2 3 14 15,-2 0 1-15,2 0-27 16,-2 8-19-16,5-10-5 0,-5 10 13 0,0 0 66 16,0 0 20-16,3 26 0 0,-1-7-8 15,0 10 3-15,0 8-4 0,2 4-15 16,-3 3-12-16,3-3-2 0,0 0-14 0,-1-5-11 15,0 1-38-15,-1-8-167 16,0-4 0-16,0-7 0 0,0 2 0 0,-2-4 0 16,0-2 0-16,-2-1 0 0,2-1 0 15,-2-2 0-15,2-2 0 0,0-1 0 0,0-3 0 16,0-4 0-16,-2 10 0 0,2-10-307 0,0 0-412 16,0 0-220-16,0 0 22 0,0 0 113 15,13-24-728-15,-6 15-977 0</inkml:trace>
  <inkml:trace contextRef="#ctx0" brushRef="#br0" timeOffset="-81350.21">16499 17203 4372 0,'-2'-14'-99'16,"4"3"42"-16,2-1 29 0,2 4 51 16,-3-1 49-16,5 3 25 0,-3 0 14 0,4 4 6 15,-9 2 7-15,16-2 18 16,-16 2 2-16,23 12 10 0,-12 1 13 0,1 5 20 15,-8 1 22-15,0 5 9 0,-4 1 6 16,-6 11 9-16,1-1 11 0,-2-8 0 0,2 4-5 16,-1-8-7-16,2-1-6 0,1-5-11 15,-1-3-4-15,4-3-41 0,-2 1-170 16,4-1 0-16,0-1 0 0,3 0 0 0,1-3 0 16,5 0 0-16,3 0 0 0,-3-1 0 15,7 0 0-15,-2-3 0 0,5 0 0 0,-1 1 0 16,0-4 0-16,3 0 0 0,2-2 0 15,0 0-66-15,-2-3-676 0,1-2-213 16,-2 1 33-16,-1-1 107 0,-3 0-780 0,2-2-1037 16</inkml:trace>
  <inkml:trace contextRef="#ctx0" brushRef="#br0" timeOffset="-81133.44">17118 17259 4224 0,'0'0'68'0,"-1"-11"50"0,1 11-3 0,-2-7 0 16,2 7 10-16,0 0 12 0,0 0 0 15,5-11-5-15,-5 11-14 0,18-6-8 16,-9 6-11-16,6-4-15 0,1 1-25 0,-2-1-72 16,6 3-108-16,-9-1-91 0,4 0-112 15,-15 2-145-15,25 0-237 0,-15 4 48 16,-3 1 75-16,0 2-286 0,-7 1-353 0</inkml:trace>
  <inkml:trace contextRef="#ctx0" brushRef="#br0" timeOffset="-80949.8">17126 17449 2787 0,'-8'5'283'16,"1"-2"47"-16,7-3 30 0,-12 3 44 0,12-3 25 16,0 0 23-16,-13 4 7 0,13-4-17 15,0 0-40-15,0 0-40 16,0 0-36-16,0 0-32 0,31-15-30 0,-17 13-30 15,2-2-29-15,1-2-47 0,0 2-158 16,3 2 0-16,-4-2-70 0,-2 2-223 0,-3 2-139 16,0 0-155-16,-11 0-209 0,23 4-85 15,-13 2 91-15,-2-1-687 0,-3 4-924 0</inkml:trace>
  <inkml:trace contextRef="#ctx0" brushRef="#br0" timeOffset="-80599.04">18126 17096 4160 0,'-7'-9'45'16,"3"1"17"-16,1 2 15 0,3 6 8 0,-4-8 12 15,4 8 35-15,0 0 98 0,0 0 64 16,0 0 25-16,4 41-1 0,-3-7-4 16,1 7-9-16,2 14-16 0,0 3-18 0,-3 2-21 15,-1-2-23-15,0-1-22 0,0-11-19 16,0-3-18-16,0 0-17 0,-1-8-145 16,-1 3-6-16,2-8 0 0,0-8 0 15,-2-5 0-15,0-1 0 0,0-3 0 0,2-1 0 16,0-3 0-16,-2-3 0 0,2-6 0 15,0 0-296-15,6 4-227 0,-6-4-110 16,9-17-141-16,-3 1-87 0,2-13 68 0,1-6-673 16,2-2-915-16</inkml:trace>
  <inkml:trace contextRef="#ctx0" brushRef="#br0" timeOffset="-80333.42">18182 17145 4226 0,'-9'-20'-33'0,"0"6"64"0,4 1 62 16,1 2 54-16,2 3 36 0,0-2 25 0,4 0 13 15,4 1-5-15,1 3-31 0,5 0-12 16,5 4-16-16,2 2-19 0,6 4-9 16,7 4-10-16,3 6-14 0,-5 5-13 0,0 2-4 15,-5 0-11-15,-3 5-2 0,-6 1-9 16,-5-2 4-16,-2-2 2 0,-7 1 20 16,-4-2 9-16,-7 0 17 0,0 7 9 0,-6-2-2 15,-4-6-8-15,-2 1-11 0,-1-7-7 16,0-1-14-16,5-3-6 0,-2-2-13 0,4-2-44 15,-2-5-100-15,1 1-115 0,1-3-107 16,2-3-126-16,0 1-151 0,1-2-227 0,2 1-30 16,-1 0 87-16,11 3-619 15,-10-6-820-15</inkml:trace>
  <inkml:trace contextRef="#ctx0" brushRef="#br0" timeOffset="-80031.24">18440 17059 3970 0,'3'-11'104'16,"-3"-1"17"-16,2 6-5 0,2 0-11 16,-4 6 5-16,0 0 61 0,0 0 56 0,13 18 39 15,-12 2 4-15,5 14-6 0,1 5-5 16,-6 7-14-16,7 10-9 0,-5-1-13 0,-3-9-14 15,2-1-19-15,2 1-18 0,-2-3-15 16,0 0-15-16,0-3-18 0,-1-5-6 16,2-6-18-16,-3-6-5 0,0-5-11 0,0-1-11 15,0-3-33-15,0 1-40 0,0-3-46 16,0-2-141-16,0-2-137 0,0-3-167 0,0-5-230 16,4 6-181-16,-4-6 69 0,0 0-761 15,0 0-1035-15</inkml:trace>
  <inkml:trace contextRef="#ctx0" brushRef="#br0" timeOffset="-79778.54">18996 17541 4546 0,'-25'-14'259'0,"7"4"49"16,3 1 44-16,6 0 28 0,1 5 16 15,0-5-7-15,7 4-2 0,2-4-43 16,5 1-35-16,12-2-32 0,14-4-33 16,6 3-244-16,4 2 0 0,3 5 0 15,-1 0 0-15,-2 4 0 0,-6 0 0 0,0 4 0 16,-7 0-215-16,-6 5-311 0,-2-1-116 0,-4 0-121 16,-8 1-108-16,0 1 73 0,-7-2-690 15,-2 1-936-15</inkml:trace>
  <inkml:trace contextRef="#ctx0" brushRef="#br0" timeOffset="-79516.28">19159 17242 4179 0,'-2'-32'45'0,"-1"6"69"16,3 4 80-16,-2 5 69 0,0-1 59 16,0 5 27-16,0 1-5 0,2 0-34 15,0 5-31-15,0 7-17 0,0 0 13 16,0 0 2-16,0 0-24 0,6 54-20 0,-3-12-17 15,7 15-14-15,0 2-128 0,-5 4-74 16,5-1 0-16,-3-3 0 0,1 1 0 0,-4-2 0 16,0-3 0-16,-1-12 0 0,-1-1 0 15,-2-1 0-15,0-4 0 0,-2-10 0 0,4-4 0 16,-2-6 0-16,0-3 0 0,0-3 0 16,2-2-47-16,4-4-541 0,-3-3-204 15,-3-2-150-15,23-8 77 0,-7-5-821 16,9-9-1121-16</inkml:trace>
  <inkml:trace contextRef="#ctx0" brushRef="#br0" timeOffset="-79279.07">19638 17195 4996 0,'-8'-16'94'0,"-2"3"64"16,6 5 45-16,1-1 30 0,1 3 17 0,2 6 17 15,0 0 48-15,0 0 31 0,0 0-3 16,-4 35-36-16,4 2-22 0,2 9-30 15,0 0-116-15,-4 12-139 0,-2 2 0 0,3-2 0 16,-3 0 0-16,0-4 0 16,-2 3 0-16,-2-5 0 0,5-7 0 0,-5-3 0 15,6-2 0-15,-8-5 0 0,6-2 0 16,1-9 0-16,-3-5 0 0,4-5 0 0,1-4 0 16,1-3-155-16,0-7-455 0,0 0-140 15,0 0-170-15,12-25 60 0,2-4-805 0,1-13-1102 16</inkml:trace>
  <inkml:trace contextRef="#ctx0" brushRef="#br0" timeOffset="-79017.02">19689 17275 4243 0,'-4'-27'-79'15,"-4"3"69"-15,7 5 81 0,-1 3 46 0,-2 1 52 16,6 1 37-16,0 1 16 0,0 1-8 16,7-3 0-16,3 6-3 0,3 2-23 15,2 3-12-15,3 4-10 0,2 6-15 0,6 6-14 16,-3 3-9-16,2 4-5 0,-4 5-10 15,-4 1-6-15,-5 3-5 0,-5 1-1 0,-4-3-1 16,-5-1 18-16,-3 8 7 0,-7-2 4 16,-2-2 0-16,-2-2-6 0,-2-2-14 0,-3-3-9 15,4-7-12-15,2-1-8 0,2-6-60 16,-3-1-20-16,-1-1-2 0,1-5-189 16,5-1-134-16,-3-5-136 0,1-4-178 0,2-5-289 15,9 1 85-15,-4-3 106 0,2 0-646 16,6 2-835-16</inkml:trace>
  <inkml:trace contextRef="#ctx0" brushRef="#br0" timeOffset="-78732.47">20004 17217 4123 0,'3'-7'90'0,"-1"4"20"0,-2 3 20 16,9-4 42-16,-9 4 53 0,0 0 37 15,20 7 10-15,-13 3 7 0,1 4-12 0,2 13-9 16,-5 6-13-16,-1 4-14 0,-4 3-4 15,-6 3 0-15,-5 7 4 0,-3-2 4 16,0 1 1-16,-6-3 8 0,4-3-117 0,0-10-127 16,5-4 0-16,-1-6 0 15,4-4 0-15,1-3 0 0,3-2 0 0,1-3 0 16,0-1 0-16,3-2 0 0,3-1 0 16,-3-7 0-16,9 7 0 0,-9-7 0 0,18 2 0 15,-6-4 0-15,-12 2 0 0,33-5 0 16,-19 2 0-16,6-1 0 0,-3-1 0 0,2 0 0 15,-2-3 0-15,7 1 0 0,-4 0-517 16,1 0-513-16,0 1 75 0,0 0-980 16,0-1-1355-16</inkml:trace>
  <inkml:trace contextRef="#ctx0" brushRef="#br0" timeOffset="-78500.19">20579 17532 5713 0,'-5'-8'93'0,"-1"1"48"0,1 0 48 16,5 7 48-16,-3-9 45 0,3 9 20 15,2-10-33-15,-2 10-23 0,10-12-20 16,1 3-28-16,0 1-19 0,5 1-63 0,-2 1-116 16,0 0 0-16,3 0 0 15,0 4 0-15,-6 0 0 0,7 0-256 0,-5 4-210 0,1 0-143 16,-1 0-178-16,-1-2-90 15,-7 8 79-15,-1-1-698 0,-2 0-942 0</inkml:trace>
  <inkml:trace contextRef="#ctx0" brushRef="#br0" timeOffset="-78300.25">20539 17702 4200 0,'-17'9'133'0,"4"-2"68"0,3-1 71 16,1-2 65-16,1-2 61 0,8-2 61 0,-10 5 47 15,10-5 11-15,0 0-27 0,0 0-44 16,0 0-214-16,0 0-232 0,37-7 0 15,-20 3 0-15,0 0 0 0,2 0 0 16,0 0 0-16,-3 0 0 0,-3 2 0 16,-2 2 0-16,-11 0 0 0,19 0 0 0,-19 0 0 15,9 0 0-15,-9 0 0 0,2 6-96 16,-2-6-734-16,0 0-165 0,-11 12 97 0,2-5-929 16,-3 2-1254-16</inkml:trace>
  <inkml:trace contextRef="#ctx0" brushRef="#br0" timeOffset="-76368.08">21094 17381 4781 0,'0'-16'-192'0,"2"10"40"0,-1-3 30 0,3-1 43 0,3 0 31 0,6-5 48 15,1 2 34-15,9-5 28 0,2 4 12 0,9-1 2 16,3 2 7-16,0 3 2 0,0 2-7 16,-4 6 3-16,-9 2 1 0,1 2 11 0,-4 6 22 15,4 8 25-15,-9 4 35 16,-5 4 48-16,-11 3 12 0,-9 8 17 15,-5 9 14-15,-11 5 14 0,-6-5 6 0,1-3-1 0,1-1 8 16,0-3-24-16,13-10-5 16,-2-2-92-16,5-9-172 0,5-2 0 0,1-3 0 15,3-2 0-15,0 0 0 0,4-3 0 16,0-6 0-16,15 11 0 0,1-5 0 0,0-2 0 16,7 1 0-16,2-2 0 0,0 1 0 15,4-4 0-15,-2 0 0 0,-1 0 0 16,2-4 0-16,1 3 0 0,8-4 0 0,1-1-111 15,-4-4-818-15,0 1-57 0,-7 3 93 16,-8-4-900-16,1 4-1222 0</inkml:trace>
  <inkml:trace contextRef="#ctx0" brushRef="#br0" timeOffset="-76017.66">21847 17287 4937 0,'-4'-19'-32'0,"1"4"58"0,3 3 33 16,0 1 17-16,5 3 30 0,-3-1 30 15,3-1 17-15,3 2 3 0,-1 4-5 16,5 1-19-16,-12 3-11 0,25 3-13 0,-12 4 4 16,4 7-7-16,-2 8 4 0,-6 5 15 15,-2 6 30-15,-14 4 21 0,-6 9 16 16,-8 1 19-16,-6 1 18 0,3-5 25 16,0-2 9-16,2-10-123 0,7-3-139 0,3-7 0 15,3-3 0-15,4-7 0 0,1 1 0 16,4 0 0-16,4-3 0 0,5-1 0 0,6-3 0 15,8 2 0-15,13-2 0 0,-8-4 0 16,1 3 0-16,2-4 0 0,-3 2 0 16,3-2 0-16,-5-2 0 0,3 2 0 0,-2-2 0 15,-6 2 0-15,-1 0 0 0,-4 0 0 16,-1 0 0-16,-5 0 0 0,-10 0 0 0,19 0 0 16,-19 0-196-16,12 0-418 0,-12 0-116 15,0 0-173-15,0 0 52 0,0 0 84 0,0 0-638 16,0 0-856-16</inkml:trace>
  <inkml:trace contextRef="#ctx0" brushRef="#br0" timeOffset="-72217.91">1095 14064 1706 0,'-7'-5'95'0,"1"3"-37"0,6 2-16 0,-10-6-15 0,10 6-4 16,-9-4-3-16,9 4-6 0,-6-2 4 16,6 2-1-16,0 0-3 0,0 0-2 0,0 0 4 15,17-12 8-15,2 9 6 0,8 3 5 16,17 0 3-16,7-2-3 0,18 4-3 16,9-2-1-16,4 3-3 0,3-2-3 0,-1 1-2 15,4-4 1-15,-2 4-3 0,6-2 1 16,-1-3-4-16,2 0 1 0,16-3-5 15,-20 6 1-15,1-2 1 0,-3-2-5 0,-1 2-1 16,-3 0 3-16,-1-2-2 0,-3-1-3 16,3 0-2-16,-1 0 3 0,-2-1-1 15,0 4 1-15,-2-2-2 0,4 2 1 16,-1 0-2-16,3 2 0 0,3 0 2 0,2 2-5 16,0-2 4-16,3 2-5 0,-3-1 1 15,0 4 0-15,22 3-5 0,-23-4 6 0,1 2-2 16,0-5 0-16,0 3 1 0,3-2 0 15,1-2-1-15,-1-2 1 0,22-3-5 16,-22 2 4-16,19-1 1 0,1-1 0 0,-21 1 0 16,21 0-3-16,-25-2 1 0,6 2 0 15,-3 2-7-15,3-1-2 0,-4 3-3 0,-4-1-3 16,-4 2-1-16,-8 2-1 16,-5-3 1-16,-15 2 1 0,-6 2 1 0,-5-1 2 15,-7 0 2-15,-9-3 1 0,0 2 3 16,-6-2-2-16,2 2 3 0,0-4-2 15,1 2 0-15,7 0 1 0,12-2 2 0,2-2 1 16,3-2 2-16,15 1-6 0,2 1 6 16,4 0-1-16,7-2-4 0,2 2 3 0,0 2 0 15,6-2 2-15,1 2-2 0,1-1-2 16,-1 1 3-16,4-2 3 0,-1 0-3 16,0 2 4-16,4-3-3 0,18 0 2 15,-1-4 0-15,-19 4-1 0,20-5-1 0,-3-2 0 16,-2 0 4-16,0 2-7 0,-20-1 4 0,19-1-1 15,-1-1 1-15,-21 4 2 16,-2-1-1-16,0 0 1 0,0 3-3 0,0-2-1 16,-4 3 2-16,-4 1-1 0,-4-2 1 15,-1 0-1-15,-2 1 0 0,-2 1-1 0,0 0 2 16,-4 0-4-16,4-1 2 0,4 0 5 16,-3-2-3-16,5 2 2 0,2-3-2 0,1 3-2 15,4-2 4-15,7 0-6 0,-1 1 0 16,-1 1 2-16,6-2 13 15,-5 4 7-15,1-4 15 0,1 2 11 0,4-3 22 16,-2 3 6-16,-2-5 2 0,19-1 7 16,-18 2-6-16,28-2-1 0,-2-3-9 0,-2-1 8 0,-2 1-16 15,-3 3 1-15,-17-1 16 16,-6 4 2-16,-4-2 17 0,-9 1 6 0,-7 1 17 16,-15 1 18-16,-5 1 5 0,-5-1 3 15,-7 2-5-15,-9 0-13 0,0 4-14 16,-5-1-9-16,1 1-14 0,-7-2-14 0,-7 4-19 15,0 0-43-15,0 0-75 0,17 6-111 16,-17-6-142-16,-10 13-247 0,-1-5-77 0,-6 3 58 16,-14 3-289-16,-9 8-355 15</inkml:trace>
  <inkml:trace contextRef="#ctx0" brushRef="#br0" timeOffset="-71131.48">1423 14643 1737 0,'0'0'304'0,"9"-7"-89"0,-9 7-37 0,11-6-22 0,-11 6-6 0,5-6 17 0,-5 6 6 16,0 0 5-16,7-6 17 0,-7 6 6 15,0 0 2-15,0 0 3 0,4-5-6 0,-4 5-2 16,0 0 0-16,0 0 0 16,0 0-5-16,0 0-16 0,2-12-16 0,-2 12-18 15,0 0-13-15,-13-8-14 0,3 6-16 16,10 2-13-16,-31 0-6 0,-3 8-11 16,-4 0 8-16,-12 9 20 0,-7 4 15 0,1 5-6 15,0 3 2-15,5 0 3 0,4 0 1 16,8 5 7-16,8 0 9 0,6 1-6 15,12-3-1-15,4 1-3 0,7-5 1 0,10 4-2 16,6-3-11-16,6-2-7 0,18 2-6 16,4-5-8-16,5-4-10 0,1-6-44 0,-8-5-32 15,2-2 0-15,-3-1 0 16,-7-4 0-16,-7 0 0 0,-3-2 0 0,-1-1-24 16,-1 1-103-16,-6-3-59 0,0-1-56 15,-3 1-55-15,-3-3-62 0,2 5-85 16,-6-3-109-16,-4 4-205 0,5-7-47 0,-5 7 86 15,0 0-532-15,0 0-711 0</inkml:trace>
  <inkml:trace contextRef="#ctx0" brushRef="#br0" timeOffset="-70801.86">1721 14899 3822 0,'-9'1'204'0,"9"-1"17"0,0 0 5 0,0 0-10 0,0 0 7 0,0 0 25 15,0 0 2-15,29-16-17 0,-10 10-17 16,6-2-30-16,8 0-19 0,-1 0-16 16,4-1-23-16,-4 1-79 0,-3 0-97 15,-8 4-108-15,2-1-136 0,-6 0-159 0,1-1-224 16,-6 1-94-16,-2 1 68 0,-2 1-472 16,-8 3-638-16</inkml:trace>
  <inkml:trace contextRef="#ctx0" brushRef="#br0" timeOffset="-70581.99">1722 15104 3218 0,'-13'8'194'0,"3"0"46"0,5-3 9 15,-1-4 7-15,6-1 24 0,0 0 37 16,0 0 20-16,0 0 0 0,0 0-11 16,0 0-27-16,55-10-30 0,-20 2-27 0,1 0-16 15,-2-1-21-15,0 1-19 0,-3 2-20 16,-6-1-19-16,-7 3-16 0,0 1-33 15,-5 1-56-15,-1 0-72 0,-12 2-84 0,18-2-66 16,-11 2-66-16,-7 0-61 0,0 0-90 16,0 0-103-16,0 0-189 0,0 0-122 0,0 0 74 15,0 0-540-15,0 0-736 16</inkml:trace>
  <inkml:trace contextRef="#ctx0" brushRef="#br0" timeOffset="-69400.36">2313 14924 3810 0,'-2'-11'75'0,"4"2"5"0,1-2-6 0,6 1 16 0,4-3 37 0,4 1 47 0,9-3 23 16,5 1 1-16,-1 5 3 0,-3 1-15 15,-2 5-14-15,-2 3-9 0,11 6 10 0,-2 4 1 16,-3 4-4-16,-4 5-12 0,-4 1-7 16,-8 6 33-16,-9 0 31 0,-6 1 22 0,-7 7 23 15,-11 9 12-15,-4-2 2 16,-5-1 9-16,0-2-190 0,9-11-93 0,2-3 0 15,5-5 0-15,1-4 0 0,3-3 0 16,4-3 0-16,-1-1 0 0,2-1 0 16,4 1 0-16,0-8 0 0,10 6 0 0,-1-4 0 15,8-2 0-15,0 0 0 0,6-2 0 16,9-4 0-16,3-2 0 0,-1 1 0 0,-2-3 0 16,0 1 0-16,2-3 0 0,-4-1 0 15,1-5-551-15,-1 3-483 0,-6 1 96 0,1-1-990 16,-4 1-1348-16</inkml:trace>
  <inkml:trace contextRef="#ctx0" brushRef="#br0" timeOffset="-69135.67">2992 14788 5320 0,'-7'-22'-55'0,"6"6"66"16,-1 0 62-16,2 4 51 0,0 2 66 15,2-1 68-15,-1 3 24 0,-1-1-5 0,2 2-20 16,-2 7-18-16,10-3-10 0,-10 3-12 15,19 12-16-15,-5 3-21 0,2 11-16 0,2 4-15 16,-2 1-74-16,-2 4-75 0,4 10 0 16,-7-9 0-16,-2 0 0 0,0-2 0 0,0-1 0 15,-2-3 0-15,-3-4 0 0,1-6 0 16,-1-3 0-16,-1-5 0 0,-1 2 0 16,1-3 0-16,1-1-230 0,-2-4-273 15,2-4-207-15,-4-2-226 0,0 0 79 16,28-14 102-16,-13-1-673 0,6-7-880 0</inkml:trace>
  <inkml:trace contextRef="#ctx0" brushRef="#br0" timeOffset="-68952.3">3600 14766 4426 0,'-10'-5'259'0,"-2"2"27"15,12 3 33-15,-9-7 33 0,9 7 31 0,-8-3 13 16,8 3-27-16,0 0-29 0,-2-9-35 15,2 9-36-15,23-7-38 0,-5 2-105 0,4 0-126 16,3 2-169-16,0 1-166 16,2-2-185-16,-6 3-243 0,-3 1-121 0,2 1 77 15,-2 3-752-15,-2 2-1001 0</inkml:trace>
  <inkml:trace contextRef="#ctx0" brushRef="#br0" timeOffset="-68769.21">3661 14993 4685 0,'-16'7'167'0,"7"0"39"15,0-2 65-15,2-2 65 0,7-3 48 16,-9 5 35-16,9-5 39 0,0 0-1 0,0 0-24 16,0 0-58-16,0 0-375 15,0 0 0-15,45-9 0 0,-20 3 0 0,7-3 0 16,3 1 0-16,-5-1 0 0,-3 6 0 16,-8-2 0-16,4-1 0 0,-6 3-81 15,-3-1-657-15,-1 3-241 0,-1-2 74 0,-5 1 95 16,-7 2-781-16,0 0-1032 0</inkml:trace>
  <inkml:trace contextRef="#ctx0" brushRef="#br0" timeOffset="-68302.45">4514 14662 4726 0,'0'-22'122'0,"0"6"56"0,0 3 18 0,0 3 15 0,0 2-12 0,0 8 3 0,0 0 54 15,0 0 47-15,0 0 25 0,8 33-29 0,-3-1-25 16,1 4-26-16,4 6-27 0,1 5-15 15,-2 3-19-15,3-1-152 0,1-3-35 0,-4-9 0 16,4-4 0-16,-8 1 0 16,2-9 0-16,-1-3 0 0,-1-6 0 0,-4 1 0 15,3-4-74-15,-2-3-327 0,2-1-108 16,-4-6-130-16,0-3-159 0,0 0-49 0,0 0 83 16,0 0-651-16,3-27-865 0</inkml:trace>
  <inkml:trace contextRef="#ctx0" brushRef="#br0" timeOffset="-68048.85">4600 14634 3705 0,'-4'-21'3'0,"0"1"30"0,4 3 37 0,0 3 12 16,2 2 29-16,1 3 35 0,4-3 24 15,4 0 11-15,2 7-2 0,6-1-6 0,1 6-3 16,18 3-6-16,0 7-6 16,-2 3-9-16,2 2-13 0,0 8-13 0,-9-6-2 15,-2 7 1-15,-9-2 2 0,-6-2 29 16,-8 1-9-16,-6-2-6 0,-7 10 1 15,-7-1-20-15,-9-1-12 0,-5 2-9 0,-5-2-13 16,5-5-4-16,-1-5-12 0,1-2-10 16,7-3-29-16,4-4-68 0,2-4-93 0,4-4-100 15,-1-2-116-15,1-3-125 0,6-2-141 16,0-3-190-16,5 1 62 0,2-1-608 16,4 0-804-16</inkml:trace>
  <inkml:trace contextRef="#ctx0" brushRef="#br0" timeOffset="-67669.29">5120 14645 3903 0,'8'-9'94'16,"-5"2"36"-16,1 0 38 0,-2 1 31 15,-2 6 29-15,7-9 18 0,-7 9 12 0,3-8-17 16,-3 8-21-16,6-8-26 0,-6 8-13 16,7-4-22-16,-7 4-19 0,0 0-12 15,0 0-10-15,29 12-15 0,-20-6-13 0,-4 3-16 16,2 3-4-16,-7 2 4 0,0 3 2 15,-7 3 15-15,-4 11 6 0,-8-2 4 16,2 0 10-16,0-1 1 0,2-1 9 0,5-7-7 16,4-3-2-16,1-3-2 0,5 1-2 15,4-2-88-15,1 3-20 0,7-2 0 16,8 4 0-16,3 1 0 0,1-2 0 0,1 0 0 16,0 1 0-16,-7-5 0 0,0-1 0 15,-4 2 0-15,0-1 0 0,-5 2 0 16,-1-1 0-16,-5-2 0 0,0 1 0 0,-6-1 0 15,-2 4 0-15,-4 1 0 0,-4-3 0 16,-8 7 0-16,-4-5 0 0,-2-1 0 0,5-4 0 16,0-4 0-16,5-4 0 0,-3-1 0 15,7-2 0-15,2-4 0 0,-1-1 0 16,7-4 0-16,3 1-258 0,4-4-516 16,3-2-199-16,7-3 80 0,3-7 108 0,8-1-748 15,2 4-978-15</inkml:trace>
  <inkml:trace contextRef="#ctx0" brushRef="#br0" timeOffset="-67485.74">5689 14907 4702 0,'0'0'242'0,"2"-10"40"0,-2 10 21 0,0 0 23 16,5-7 4-16,-5 7-23 0,7-7-38 0,4 4-25 16,3-1-24-16,5-2-24 15,4 2-27-15,0-1-60 0,2 2-97 0,-5-2-108 16,1 3-103-16,-1 0-118 0,-2-2-139 0,2 0-168 15,-4 2-230-15,-2 0 73 16,-5 2 89-16,-1-2-564 0,-8 2-716 0</inkml:trace>
  <inkml:trace contextRef="#ctx0" brushRef="#br0" timeOffset="-67269.5">5810 14729 3798 0,'-17'-10'157'0,"5"3"43"15,3 0 40-15,3 2 40 0,1 1 27 16,5 4 2-16,-8-5-7 0,8 5-9 15,0 0 19-15,0 0 6 0,-3 21-19 0,8-3-28 16,1 11-22-16,1 9-26 16,0 2-19-16,-3 1-21 0,3 0-13 0,-4 2-94 15,3-2-76-15,-1 0 0 0,-1-2 0 16,0 0 0-16,-1-6 0 0,0-4 0 0,-1-4 0 16,0-6 0-16,-2-2-99 0,2 0-230 15,-2-5-91-15,2-3-140 0,-1-2-216 0,3-6-85 16,-4-1 82-16,0 0-706 0,0 0-933 15</inkml:trace>
  <inkml:trace contextRef="#ctx0" brushRef="#br0" timeOffset="-66736.29">6114 14664 3861 0,'0'-17'-25'0,"0"3"68"0,0 1 53 0,-1 6 53 0,1 1 36 0,0 6 18 0,-2-10 19 15,2 10 6-15,0 0 51 0,0 0 47 16,0 0 15-16,3 27-3 0,-1-3-5 0,5 15-4 16,4 13-15-16,0 1-18 15,-1 6-19-15,5-6-24 0,-1 1-110 0,0-1-143 16,0-6 0-16,-4-8 0 0,-1-3 0 16,-4 1 0-16,2-6 0 0,-3-4 0 0,-3-5 0 15,-1-5 0-15,0-2 0 0,0-1 0 16,0-2-64-16,-1-1-483 0,-5-5-158 0,6-6-161 15,0 0-2-15,0 0 90 0,0 0-706 16,-5-22-931-16</inkml:trace>
  <inkml:trace contextRef="#ctx0" brushRef="#br0" timeOffset="-66469.46">6204 14725 4323 0,'-6'-18'5'0,"3"0"46"0,3 3 50 0,3 0 29 16,-1 4 26-16,7-1 15 0,-2 2 4 15,4 0 2-15,3 7-19 0,1 1-8 16,4 4-7-16,3 1-1 0,7 9-14 0,0 3-7 16,-3 1-19-16,-2 8-24 0,-7 0 0 15,-2 1 3-15,-8 0 6 0,-5-5 0 16,-2 3 6-16,-9 9-9 0,0 0-3 0,-9-1 4 16,1 0-18-16,-4-5 9 0,-4-1-17 0,4-4-2 15,4-6-11-15,3-3 2 0,3-5-7 16,0-2-15-16,-1-5-49 0,1-1-50 15,11 1-60-15,-25-9-63 0,14-1-80 16,1 0-101-16,1-3-122 0,3 2-161 16,3-3-120-16,1 3 75 0,2-2-548 0,3 1-715 15</inkml:trace>
  <inkml:trace contextRef="#ctx0" brushRef="#br0" timeOffset="-66048.96">6659 14677 3726 0,'-1'-8'142'0,"1"8"50"16,-2-10 28-16,2 10 11 0,0 0 29 0,0 0 44 16,0 0 5-16,-19 20 1 0,7-1-1 15,-1 8-14-15,1 2-17 0,3 4-21 0,2-2-16 16,3 2-20-16,4-4-18 0,4-5-17 16,3 6-18-16,5-2-12 0,3-2-18 0,6-3-93 15,-1-5-45-15,0-6 0 0,-3-3 0 16,2-5 0-16,0-1 0 0,-2-6 0 0,2 0 0 15,4-4 0-15,-4-3 0 0,8-5 0 16,-2-4 0-16,-2-4 0 0,-2 0 0 0,-3-3 0 16,-2 3 0-16,-3 5 0 0,-2 1 0 15,-1 8 0-15,-4 1 0 0,-1 0 0 16,-1 4 0-16,-4 4 0 0,0 0 0 16,4 17 0-16,-4-5 0 0,0 5 0 0,-2 8 0 15,2 3 0-15,0 8 0 0,0 1 0 16,8 0 0-16,-4-4 0 0,3 2 0 15,4-4 0-15,2-2 0 0,-8-7 0 0,2-3 0 16,-1-4 0-16,0-2 0 0,-4-3 0 16,2-2 0-16,-2-1 0 0,2 3 0 0,-3-6 0 15,1 1-396-15,-2-5-417 0,0 0-150 16,0 0 96-16,0 0-885 0,0 0-1184 0</inkml:trace>
  <inkml:trace contextRef="#ctx0" brushRef="#br0" timeOffset="-65852.19">7424 15023 5413 0,'-12'-8'306'0,"5"4"48"0,2 0 38 0,5 4 34 0,-9-11-7 0,9 11-24 16,7-12-31-16,6 5-242 0,4-3-122 0,12 0 0 15,5-2 0-15,0 3 0 0,-2-1 0 16,1 2 0-16,-6 2 0 0,-6 1 0 0,1-1 0 15,-3 4 0-15,-1 0-480 0,-1-2-327 16,-3 2-134-16,-5 2 74 0,-9 0-866 16,9 6-1166-16</inkml:trace>
  <inkml:trace contextRef="#ctx0" brushRef="#br0" timeOffset="-65652.8">7477 15170 5094 0,'-20'10'245'0,"4"-2"72"0,3-1 48 0,1-2 46 16,5-1 53-16,1-3 22 0,6-1 6 15,-9 6-175-15,9-6-317 0,0 0 0 0,0 0 0 16,51-6 0-16,-11 0 0 0,0-1 0 16,-2-1 0-16,2 2 0 0,-3-2 0 15,-3 2 0-15,-9 0 0 0,-5 6 0 16,-4-3 0-16,-5 2 0 0,1 0 0 0,-12 1 0 16,9 0 0-16,-9 0-128 0,0 0-624 15,0 0-221-15,0 0 80 0,-27 13 89 0,10-7-774 16,-14 6-1021-16</inkml:trace>
  <inkml:trace contextRef="#ctx0" brushRef="#br0" timeOffset="-63920">8205 14526 4604 0,'7'-22'21'0,"-2"6"48"0,-1 3 21 0,0 4 17 0,-3 1 10 0,1 2 18 0,-2 6 66 16,0 0 75-16,0 0 28 0,23 30 5 15,-12 0-10-15,1 5-24 0,1 11-19 0,3 1-16 16,-3 2-19-16,-2-1-22 0,5-2-16 15,-5 0-15-15,-1-9-51 0,-1-2-117 16,-1 0 0-16,-3-2 0 0,-1-8 0 0,1-6 0 16,-4-2 0-16,-1-5 0 0,0 0 0 15,2 0-36-15,-2-3-328 0,-2-1-129 0,2-8-160 16,0 6-210-16,0-6 17 0,0 0 78 16,0 0-650-16,0 0-868 0</inkml:trace>
  <inkml:trace contextRef="#ctx0" brushRef="#br0" timeOffset="-63649.31">8655 14599 4016 0,'9'-24'30'0,"0"4"27"0,-4 6 22 0,2 2 12 0,1-1 15 15,4 3 16-15,-1 4 32 16,3 1 14-16,-3 5 20 0,7 7 14 0,-6 5 14 16,-1 6-10-16,2 8 25 0,-8 7 3 15,-5-2 13-15,-7 6 15 0,-9 12 17 0,-2-5 13 16,-4 1 17-16,1-1 9 0,6-13-18 15,1-3-216-15,5-7-84 0,4-4 0 16,1-3 0-16,4-4 0 0,2-1 0 0,5-3 0 16,4-1 0-16,9-1 0 0,-1-4 0 15,9 0 0-15,0-3 0 0,11 2 0 16,-6-2 0-16,-7 0 0 0,10-2 0 0,0-1 0 16,-7 3 0-16,0 0 0 0,-4 1 0 15,1-1 0-15,10-3-730 0,-1-2-272 16,-1-2 88-16,0 2-972 0,-2-2-1309 0</inkml:trace>
  <inkml:trace contextRef="#ctx0" brushRef="#br0" timeOffset="-63436.66">9358 14741 5701 0,'-18'0'210'0,"4"-2"30"0,14 2 24 16,-17-2 6-16,17 2-12 0,0 0-23 0,0-7-18 15,0 7-23-15,24-10-18 0,-1 5-23 16,0-2-25-16,2 4-84 0,0-4-94 16,-1 3-109-16,-1-1-105 0,2 2-132 0,-2 0-142 15,-1-3-173-15,-4 3-140 0,-2 0 76 16,-3 3-703-16,-4-2-926 0</inkml:trace>
  <inkml:trace contextRef="#ctx0" brushRef="#br0" timeOffset="-63186.02">9505 14485 4129 0,'-11'-31'39'0,"4"4"76"0,-2 5 61 0,4 5 53 0,-1 1 68 16,2 6 15-16,-1-1 16 0,0 3-27 15,3 1-28-15,2 7 12 0,0 0 22 16,0 0 3-16,4 28-18 0,3-4-29 16,-2 13-18-16,2 15-28 0,1 0-144 0,-2-1-73 15,0 2 0-15,-1-9 0 0,-3 2 0 16,4 8 0-16,-3-11 0 0,-1-1 0 15,0-3 0-15,0 0 0 0,1-8 0 0,-1-8 0 16,0-4 0-16,-2-2 0 0,1-3 0 16,-1-1 0-16,0-5 0 0,2-2 0 15,0 0 0-15,-2-6-96 0,0 0-614 16,0 0-205-16,13-16 8 0,-8 6 94 0,4-4-802 0,-2 0-1056 16</inkml:trace>
  <inkml:trace contextRef="#ctx0" brushRef="#br0" timeOffset="-62886.85">9783 14444 4806 0,'-4'-22'112'16,"2"5"33"-16,2 3 36 0,-1 3 19 15,-3 2 13-15,4 2-1 0,0 7 3 16,0 0 62-16,0 0 39 0,0 0 13 15,19 25-3-15,-8 6-6 0,2 3-19 16,-2 6-63-16,1 7-238 0,-4-6 0 0,0 7 0 16,-2-6 0-16,-1-1 0 0,-1-3 0 15,0-1 0-15,-3-5 0 0,1-7 0 0,-2 0 0 16,0-5 0-16,0-3 0 0,0 0 0 16,2-3 0-16,-2-4-493 0,2-3-334 0,1-4-129 15,-3-3 99-15,0 0-863 0,0 0-1154 16</inkml:trace>
  <inkml:trace contextRef="#ctx0" brushRef="#br0" timeOffset="-62520.09">10125 14449 5176 0,'-3'-12'171'0,"1"2"40"16,0 5 16-16,2 5 33 0,-5-10 22 16,5 10 0-16,0 0 20 0,0 0 23 15,0 0-8-15,0 0-29 0,-6 37-29 0,8-18-168 16,-2 1-91-16,0 4 0 0,2 1 0 15,2-4 0-15,1 4 0 0,4-3 0 0,-4-3 0 16,2 0 0-16,5-4 0 0,-4-2 0 16,3-1 0-16,0-6 0 0,-1-1 0 15,1-1 0-15,1-4 0 0,-12 0 0 16,24-11 0-16,-10 0 0 0,-1-3 0 0,7-10 0 16,-6-3 0-16,4-1 0 0,-2 3 0 15,-3 6 0-15,-6 5 0 0,0 1 0 0,-3 7 0 16,2 2 0-16,-6 4 0 0,0 0 0 15,0 23 0-15,0-7 0 0,-6 9 0 0,0 8 0 16,-1 2 0-16,2 0 0 0,-3 1 0 16,3 0 0-16,0 0 0 0,3-7 0 0,0-3 0 15,2-3 0-15,0-2 0 0,2-4 0 16,-2 1 0-16,0-5 0 0,0-1 0 16,0-1 0-16,2-3 0 0,2 0 0 0,0-2 0 15,-4-6-903-15,10 2-86 0,-10-2 109 16,0 0-963-16,14-16-1269 0</inkml:trace>
  <inkml:trace contextRef="#ctx0" brushRef="#br0" timeOffset="-62302.2">10938 14601 5617 0,'-24'-14'265'0,"4"7"41"0,7-1 48 0,1 4 29 0,5-2 16 0,2 2-9 0,5 4-24 15,-2-13-255-15,9 7-111 0,13-4 0 16,9-2 0-16,8 1 0 0,1 0 0 0,2-1 0 16,-4 4 0-16,-4 1 0 0,-2 2 0 15,-5 3 0-15,-3 4-651 0,-5 0-229 16,0 3-41-16,-3 2 88 0,-5 3-836 16,-4 3-1104-16</inkml:trace>
  <inkml:trace contextRef="#ctx0" brushRef="#br0" timeOffset="-62136.83">10942 14884 4994 0,'-15'9'172'16,"6"-5"53"-16,-2 0 78 0,4 0 63 16,7-4 58-16,-7 6 33 0,7-6-14 0,0 0-36 15,0 0-43-15,0 0-328 16,25-14-36-16,-11 7 0 0,9 0 0 0,6-4 0 0,5 0 0 16,-1-1 0-16,3 0 0 15,-4-4-187-15,4-1-645 0,-1 1-133 0,-3-1 85 16,1 0-932-16,-3 2-1239 0</inkml:trace>
  <inkml:trace contextRef="#ctx0" brushRef="#br0" timeOffset="-61837.58">11483 14389 5376 0,'-13'-17'94'0,"7"2"49"15,0 1-1-15,6 1 25 0,3 3 24 0,4-1 22 16,4-1 0-16,9 2-10 0,-2 4-21 0,5 4-17 15,0 4-17-15,10 6-13 16,-7 8-14-16,1 8-9 0,-8 6 19 0,-5 9 15 16,-11 4 28-16,-5 1-39 0,-3 10-135 15,-11-2 0-15,1 0 0 0,-4-2 0 0,4-4 0 16,-2-2 0-16,6-12 0 0,0-4 0 16,4-3 0-16,3-9 0 0,2-1 0 15,1-5 0-15,2-1 0 0,3-5 0 16,5 0 0-16,-9-4 0 0,23-2 0 0,-5-3 0 15,11-7 0-15,-2-5 0 0,10-9 0 0,1-1 0 16,4-8 0-16,0-1-27 16,4-5-1034-16,13-10 92 0,-6-5 110 0,-8 16-935 15,2-3-1223-15</inkml:trace>
  <inkml:trace contextRef="#ctx0" brushRef="#br0" timeOffset="-61470.46">12564 13890 5112 0,'2'-14'-75'0,"-2"4"62"0,0 2 44 16,0 8 31-16,0-11 21 0,0 11 24 15,0 0 65-15,0 0 61 0,-42 24 34 16,7 12 16-16,-7 11 18 0,-15 17 18 16,2 6 27-16,-3-2 14 0,4 5-11 0,4-2-95 15,8 0-254-15,12-17 0 0,3-2 0 16,6-4 0-16,8-3 0 0,5-8 0 0,4-8 0 15,4-7 0-15,4 2 0 0,4-6 0 16,3-3 0-16,2-1 0 0,6-6 0 0,-1-1 0 16,2-5 0-16,3-2 0 0,4-4 0 15,7-4 0-15,-5-3 0 0,0-1 0 0,-4-8 0 16,-7 0 0-16,0-4 0 0,-11 3 0 16,0 0 0-16,-7 5 0 0,-1-1 0 0,-7 3 0 15,-3 1 0-15,-5 1 0 0,0 4 0 16,-6 0 0-16,1 7 0 0,1 1 0 0,-7 3 0 15,-9 7 0-15,1 2 0 16,3 1-841-16,-1 3-154 0,5-2 112 0,-1 3-978 16,7 2-1286-16</inkml:trace>
  <inkml:trace contextRef="#ctx0" brushRef="#br0" timeOffset="-58519.06">1808 15034 5182 0,'-4'8'-200'0,"0"4"71"0,0-1 42 0,1 4 24 0,-1 0 39 0,-2 2 40 0,3-3 19 0,1-2 21 0,-3 1 5 15,3-2 7-15,2-3-3 0,0 2 3 16,2-3 6-16,0-2-2 0,3 0 1 0,2-2-4 16,-7-3-6-16,21 0-7 0,-21 0-6 15,31-8-1-15,-16 0-4 0,0-1-3 16,0-5-6-16,1-2-3 0,-5 0-2 16,-2-4-4-16,-3-2-4 0,-2 0 1 15,-4 5 1-15,-1-1 8 0,-4 1 0 0,-1 2-3 16,-3 3-11-16,-2 3 0 0,-3 3-1 15,-1 2 3-15,1 2 10 0,14 2 2 0,-28 6 1 16,13-3 3-16,3 6 4 0,5-4-2 16,-1 5 2-16,5-1-2 0,-1 1 9 15,4 0 7-15,4-1-2 0,3 1-5 0,2-2 10 16,3 1-10-16,3-2 0 16,4 0-2-16,5-4-5 0,-2 0 2 0,1-3-6 15,2-3-18-15,0 2 1 0,-5-5-1 16,1 2 0-16,-3-2-6 0,-3-3 8 0,-6-1-9 15,-1-2-5-15,-4 0 0 0,-4 0-2 16,-4-3-9-16,-4-4 5 0,-5 3 3 16,-3 1-8-16,1 2-1 0,-4 4 0 0,2 0-5 15,-2 6-1-15,2 1 2 0,0 2 1 16,-1 5-5-16,3 1-26 0,-4 2-31 0,2 4-41 16,4 2-63-16,-2-3-84 15,7 3-102-15,-2-3-132 0,8 1-218 0,-1 0-54 16,1-4 93-16,2 1-439 0,2 3-578 0</inkml:trace>
  <inkml:trace contextRef="#ctx0" brushRef="#br0" timeOffset="-57821.34">1160 16194 3329 0,'10'-12'103'0,"-1"4"13"0,-3 1 9 0,-1 1 31 0,1-2 35 0,0 3 39 0,-2-2 21 0,-2 2 6 15,-2 5 7-15,5-15-7 0,-3 7-14 16,-2 2-4-16,2-2-18 0,-2 8-21 16,-2-14-17-16,0 5-23 0,1 1-18 0,-3-1-11 15,-2 1-16-15,0-2-16 16,0 5-13-16,-1-2-11 0,-2 3-15 0,9 4-5 15,-37 7-1-15,4 8-8 0,-8 13-4 16,1 4-2-16,-1 9 0 0,0 6 8 0,7 2 18 16,3 2-2-16,6-1 16 0,6-1-9 15,10-15-3-15,7 0 1 0,4-5 21 16,5 0 9-16,12-1-73 0,6-4-26 0,6-7 0 16,7-5 0-16,5-3 0 0,3-4 0 15,-2-5 0-15,0-2 0 0,-4-3 0 0,-2-4 0 16,-3 1 0-16,-5-2 0 15,-8-1 0-15,-2 3 0 0,-7-2 0 0,-3 1 0 16,-3 1-263-16,-5 0-211 0,0 5-80 16,-2 3-125-16,0 0-236 0,-13-5 101 15,13 5 71-15,0 0-532 0,-41 8-735 0</inkml:trace>
  <inkml:trace contextRef="#ctx0" brushRef="#br0" timeOffset="-57420.18">1436 16519 3867 0,'0'0'129'0,"-4"-8"5"0,4 8-1 0,0 0 13 0,12-20 13 0,-4 11 11 0,8 0 5 0,4 1-2 16,1 0-17-16,-4 4-18 0,0 4-10 15,2 4-15-15,0 4 0 0,-1 4 33 0,-7 2 19 16,-2 6 18-16,-5 6 36 0,-6-1 2 16,-6 12 4-16,-8 10 12 0,-2-6 34 15,-3 2 9-15,6-14-1 0,1-4-48 0,3-5-231 16,4-5 0-16,1-3 0 0,2-2 0 15,2-2 0-15,0-3 0 0,2-5 0 16,8 10 0-16,5-10 0 0,7 2 0 16,2-6 0-16,1 0 0 0,4 0 0 0,-2-1 0 15,0-1 0-15,7-4 0 0,0 1 0 16,-1-3-406-16,-1-2-615 0,-1 2 66 0,-4-3 96 16,-5 5-824-16,-2-1-1120 0</inkml:trace>
  <inkml:trace contextRef="#ctx0" brushRef="#br0" timeOffset="-57136.65">1892 16566 4958 0,'-8'-14'32'16,"4"2"13"-16,4-3 7 0,0 3 10 0,4-1 18 15,2-3 8-15,2 3 3 16,3-1-6-16,4 2-7 0,-1 3-9 0,0 1-5 16,0 6-6-16,-1 2-17 0,5 4-4 15,-2 6-1-15,4 9 35 0,-9 3 69 16,-1 8 29-16,-8-1 25 0,-4 9 17 0,-6-1 9 15,-3 11 4-15,-7-4 10 0,7-6 20 16,-4-2-8-16,1-3-4 0,5-4-132 0,4-6-110 16,1-8 0-16,-1-1 0 15,5-6 0-15,5-1 0 0,2-2 0 0,4-3 0 16,3-2 0-16,-14 0 0 0,29-2 0 16,-11 0 0-16,2 1 0 0,0-3 0 15,3-1 0-15,-1-3 0 0,2 2-400 0,-3-2-360 0,0-3-215 16,0 3 97-16,-4-2 96 15,8-5-713-15,-2 3-942 0</inkml:trace>
  <inkml:trace contextRef="#ctx0" brushRef="#br0" timeOffset="-56904.48">2614 16471 4844 0,'-9'-9'423'0,"3"6"-11"0,4-4-31 16,2 7-32-16,6-16-24 0,3 3-28 16,9-1-30-16,9-1-24 0,0-4-29 0,8 3-32 15,0 2-70-15,-3 3-84 0,-4 1-103 16,-5 1-138-16,-4 4-118 0,-3 3-127 0,-3-1-150 16,2 1-196-16,-7 0-34 0,-8 2 80 15,11 7-600-15,-9-3-812 0</inkml:trace>
  <inkml:trace contextRef="#ctx0" brushRef="#br0" timeOffset="-56704.74">2709 16603 4019 0,'-13'12'236'0,"1"-3"72"0,5-3 55 15,-1 0 43-15,1-3 41 0,7-3 14 16,-10 4 48-16,10-4-15 0,0 0-26 0,0 0-40 16,0 0-376-16,0 0-52 0,0 0 0 15,53-14 0-15,-29 7 0 0,-1 0 0 0,-1-1 0 16,3 2 0-16,-8 3 0 0,0 0 0 15,-1-1 0-15,-5 2 0 0,1 0 0 0,-3 1 0 16,-9 1-147-16,0 0-499 0,15 3-150 16,-15-3-137-16,0 0 94 0,0 0-804 15,0 0-1080-15</inkml:trace>
  <inkml:trace contextRef="#ctx0" brushRef="#br0" timeOffset="-55337.7">3952 16445 4629 0,'-2'-17'-140'0,"4"1"58"0,-4 3 42 0,0-1 51 0,4 2 70 0,-2 4 64 15,0-3 63-15,0 2 50 16,0 1 4-16,0 8-25 0,0-12-30 0,0 12-15 16,0 0 47-16,5 24 49 0,-1 9-6 15,1 6-27-15,0 5-22 0,-1 10-18 16,3 3-1-16,4 1-14 0,-4 0-18 0,0 0-67 16,-1 0-115-16,-1-4 0 0,4-4 0 15,-7-9 0-15,-1-6 0 0,1-4 0 0,-2-10 0 16,2-4 0-16,-2 0 0 0,2-3 0 15,0-2 0-15,0-4 0 0,-1-4 0 0,-1-4-425 16,0 0-234-16,0 0-178 0,4-25-68 16,-2 5 89-16,0-2-731 0,0-16-991 15</inkml:trace>
  <inkml:trace contextRef="#ctx0" brushRef="#br0" timeOffset="-55053.19">4045 16426 4462 0,'-6'-22'-50'0,"5"1"46"0,-1 4 36 0,2 4 46 16,0 1 33-16,3-2 16 0,-1 2-3 16,4 2-6-16,4 0-9 0,3 2-7 0,3 4-3 15,2 2-7-15,2 4-10 16,5-2-10-16,-3 8-5 0,6 4-6 0,-1 5-8 16,-2 2-3-16,-4 1 3 0,-8-1 22 15,-5 2 16-15,-4-1 9 0,-7-1 12 16,-4 12 1-16,-4-2 6 0,-7-2-1 0,-7 2-15 15,1-5-13-15,-2-3-7 0,-3 0-9 16,2-4-2-16,6-3-8 0,4-7-8 0,0-2-51 16,0 0-56-16,3-5-61 0,5 0-85 15,-3-3-100-15,7-3-114 0,-1 1-142 16,4-2-227-16,4 1 24 0,0-3 100 0,3 1-466 16,4-4-592-16</inkml:trace>
  <inkml:trace contextRef="#ctx0" brushRef="#br0" timeOffset="-54365.82">4889 16231 3062 0,'4'-11'144'0,"-2"2"38"0,-2 4 24 16,0 5 15-16,2-10 22 0,-2 10 23 0,0 0 26 15,-2-8-10-15,2 8-2 0,0 0-15 16,-17-6-15-16,3 5-22 15,14 1-21-15,-28 0-14 0,8 0-19 0,-5 3-15 16,-4-1-16-16,-9 2-17 0,3 1-11 16,4-2-7-16,7 1-16 0,-2 0-10 0,1-2-7 15,5 1 2-15,4-1-15 0,2 0-3 16,-1 2-5-16,6-4-5 0,9 0-3 0,-20 1-5 16,20-1-2-16,-17 3-6 0,17-3 2 15,-13 0-12-15,13 0 8 0,0 0-8 16,-18 0 0-16,18 0-2 0,0 0-3 0,-14 0-2 15,14 0-2-15,0 0 1 0,0 0-4 16,-18-3-1-16,18 3-2 0,0 0 2 0,0 0 0 16,-13-3-5-16,13 3 1 0,0 0 0 15,-9-6 1-15,9 6 1 0,0 0-1 0,-8-3-2 16,8 3-1-16,0 0-1 16,0 0-1-16,-12-4-2 0,12 4-3 0,0 0 0 15,0 0-4-15,0 0-5 0,0 0 6 16,-12 15 0-16,9-5 15 0,-1 2 1 15,0 5 2-15,2 0 3 0,-1 6-9 0,3-3-6 16,3 5 0-16,-3-3 0 0,6 1 0 16,6 3 0-16,-1-4 0 0,7 1 0 0,2-1 0 15,3-3 0-15,2-2 0 0,0 1 0 16,-1-1 0-16,1 0 0 0,0 0 0 16,2 4 0-16,-4-4 0 0,-1 3 0 0,1 2 0 15,-4 0 0-15,-2 3 0 0,1-2 0 16,-4-4 0-16,-5-1 0 0,-2-5 0 15,1 5 0-15,-7-3 0 0,1-1 0 0,-2 0 0 16,-2 1 0-16,-5 1 0 0,-4-3 0 16,-7-1 0-16,-7 3 0 0,0-4 0 15,-5-1 0-15,4-5 0 0,1-1 0 0,4-4 0 16,-4-4 0-16,7-3 0 0,0 2 0 16,1-3 0-16,2-4 0 0,5 3 0 0,-2-1 0 15,7 1 0-15,-1 1 0 0,1-2 0 16,3 4 0-16,4 0 0 0,3-1-155 15,4-3-637-15,7 0-184 0,11-3 68 16,4 1 110-16,1 0-754 0,6 1-994 16</inkml:trace>
  <inkml:trace contextRef="#ctx0" brushRef="#br0" timeOffset="-54121.37">5246 16654 4644 0,'-12'-3'205'0,"3"-1"55"0,9 4 24 0,-11-4 16 0,11 4 14 0,-4-6-8 0,4 6-13 0,0 0-15 15,17-13-18-15,-2 5-32 0,9 2-17 16,13-1-23-16,1-1-16 0,0 4-19 16,0 0-58-16,-5 0-95 0,-9 4 0 15,-3-2 0-15,1 2-183 0,-6-2-111 0,0 2-84 16,-1 0-86-16,-3 0-85 0,-12 0-121 15,16-1-174-15,-16 1 81 0,0 0-613 0,0 0-830 16</inkml:trace>
  <inkml:trace contextRef="#ctx0" brushRef="#br0" timeOffset="-53838.6">5343 16385 4169 0,'-7'-13'166'0,"-1"2"49"15,2 4 53-15,2 0 35 0,0 3 27 16,4 4 15-16,-7-7-13 0,7 7-21 15,0 0 23-15,0 0 38 0,-6 34-15 16,6-7-33-16,4 14-18 0,0 0-247 16,3 15-59-16,5-4 0 0,-1 0 0 0,4-1 0 15,-3-3 0-15,3-2 0 0,-3-7 0 16,-1-6 0-16,-2-3 0 0,1-8 0 0,-4-6 0 16,-1-1 0-16,-1-1 0 15,0-4 0-15,0-1 0 0,0-1 0 0,-4 0 0 0,0-8 0 16,2 7 0-16,-2-7 0 0,0 0 0 15,0 0 0-15,0 0 0 0,0 0 0 16,0 0 0-16,-8-25-763 0,6 18-236 16,-2 0 75-16,0 2 110 0,4 5-781 0,-5-7-1037 15</inkml:trace>
  <inkml:trace contextRef="#ctx0" brushRef="#br0" timeOffset="-53022.47">5728 16543 4308 0,'-2'-23'-69'0,"2"7"54"0,0-2 64 0,2 3 38 0,0 5 38 0,-2-1 47 0,2 3 32 0,-2-1 6 15,0 9-2-15,0 0 25 0,0 0 55 0,0 0 23 16,15 49-12-16,-9-6-18 15,2 8-18-15,-1 2-17 0,0 0-16 0,5 1-10 16,-4-2-15-16,1-3-22 0,-2-8-30 16,5-6-153-16,-6-2 0 0,1-7 0 0,-3-4 0 15,1-5 0-15,-2-2 0 16,-1 1 0-16,2-5 0 0,-2-2 0 0,-2-2 0 0,2-2 0 16,-2-5-384-16,0 0-169 15,0 0-138-15,0 0-230 0,0 0 70 0,-6-22 96 16,4 6-618-16,0-1-826 0</inkml:trace>
  <inkml:trace contextRef="#ctx0" brushRef="#br0" timeOffset="-52739.46">5836 16436 3571 0,'0'-25'11'0,"0"2"39"0,0 5 39 16,-1 2 28-16,2 3 15 0,1-1 8 15,7 2 11-15,-2 0 10 0,6 4 5 0,4 0 0 16,5 4-2-16,0 4-9 0,6 4-12 15,8 7-9-15,1 3-9 0,-6 1-3 16,-1 5-3-16,-6 5 8 0,-2 2 4 16,-7 2 8-16,-7 0-1 0,-6-4-2 15,-6 1-10-15,-8 3-8 0,-3 3-12 0,-4-6-8 16,-5 1-11-16,-1-3-8 0,0-5-5 16,0-2-8-16,5-5 0 0,6-7-17 0,-2-3-44 15,5-2-69-15,-2-6-82 0,1-2-92 16,3-4-109-16,3-2-113 0,4-1-154 15,1-1-190-15,1 2 56 0,1 3-558 0,3-7-764 16</inkml:trace>
  <inkml:trace contextRef="#ctx0" brushRef="#br0" timeOffset="-52438.22">6389 16165 3907 0,'-4'-20'95'0,"0"5"63"0,-1 3 60 0,1 3 66 15,1 2 41-15,-1 2-6 0,4 5-15 16,0 0 25-16,0 0 28 0,-10 21 2 0,6 14-5 16,6 10-4-16,1 17-16 0,6 3-1 15,0 0-168-15,4 2-165 0,1 0 0 16,2 0 0-16,2-2 0 0,-3-2 0 0,1-3 0 16,-4-4 0-16,0-7 0 15,-4-9 0-15,-1-6 0 0,3-4 0 0,-4-5 0 0,-4-7 0 16,1-4 0-16,-1-2 0 15,-2 0 0-15,2-2 0 0,0-2 0 0,0-4 0 0,-2-4 0 16,0 9 0-16,0-9 0 16,0 0 0-16,0 0 0 0,0 0 0 0,0 0 0 15,0 0 0-15,0-31 0 0,4 23-488 16,-3-1-549-16,-1-3 102 0,2 3-1014 0,1 1-1369 16</inkml:trace>
  <inkml:trace contextRef="#ctx0" brushRef="#br0" timeOffset="-51820.41">6917 16733 5641 0,'-14'-2'0'0,"14"2"47"0,-14-3 32 0,14 3 37 16,-10-2 51-16,10 2 23 0,0 0 34 0,0 0 22 0,11-19 12 0,9 9-5 15,10-5-19-15,10 1-19 0,12-1-23 16,0-2-18-16,-9 5-19 0,11 3-155 16,-15 2 0-16,-1 2 0 0,-9 0 0 0,-2 2 0 15,-8 1 0-15,-1-2 0 0,0 1 0 16,-5 0 0-16,-1 3 0 0,-12 0 0 0,18-4 0 15,-10 3 0-15,-8 1 0 16,14-2 0-16,-14 2 0 0,9-2 0 0,-9 2-377 16,0 0-244-16,0 0-215 0,0 0-67 15,0 0 83-15,0 0-756 0,0 0-1018 16</inkml:trace>
  <inkml:trace contextRef="#ctx0" brushRef="#br0" timeOffset="-51455.46">7719 16250 4412 0,'0'0'34'0,"0"0"22"0,0 0 22 16,0 0 33-16,-20 14 63 0,20-1 64 15,-2 8 66-15,-1 13 23 0,3 6 8 0,0 4-3 16,3 1-10-16,3 7-18 0,-1 1-28 16,4-3-24-16,-1-7-25 0,-2-1-19 15,2-5-22-15,-3-1-171 0,-1-2-15 16,-1-7 0-16,1-8 0 0,-4-1 0 0,3-1 0 15,-3-5 0-15,-3 0 0 0,1-1 0 0,0 1-262 16,-1-4-261-16,-1-4-150 16,4-4-171-16,0 0-22 0,0 0 95 0,-15-14-675 15,11 2-896-15</inkml:trace>
  <inkml:trace contextRef="#ctx0" brushRef="#br0" timeOffset="-51205.72">7690 16312 3760 0,'-5'-19'10'0,"-1"3"50"0,-1 3 51 15,5 3 46-15,0 2 37 0,2-1 19 16,0 9 0-16,2-12-1 0,4 7 4 16,-6 5-2-16,21-1 13 0,-3 5-17 15,2 6-14-15,10 5-21 0,-3 7-7 0,6 8-24 16,-13-3-11-16,1 2-8 0,-5-2-11 16,-1 4-4-16,-10 0 4 0,2-5-1 0,-10-2 0 15,-1 0-12-15,-3 5-6 0,-3-3-13 16,-2-1-5-16,0 0-9 0,-4-3-9 0,3-7-59 15,2-3-76-15,-1 0-83 0,3-5-85 16,1-4-107-16,4-1-127 0,4-2-135 16,0 0-143-16,-8-22-23 0,12 6 73 0,2-6-526 15,7-10-694-15</inkml:trace>
  <inkml:trace contextRef="#ctx0" brushRef="#br0" timeOffset="-50838.08">8054 16157 3618 0,'4'-21'52'0,"-1"4"25"0,-1 2 35 15,0 3 17-15,0 2 22 0,-1-2 5 16,1 5-10-16,2-2-11 0,1 4-12 0,-5 5 6 16,18 0-3-16,-18 0-7 0,25 12-6 15,-10 2-10-15,4 6-4 0,-2 6-10 0,-2 0-8 16,-2 4-4-16,-1 1 1 0,-4 2-14 16,-3 0 27-16,-5-6 35 0,-5 6 23 15,-3-2 19-15,-4-1 21 0,1-4 13 0,1-5 1 16,3-4-4-16,1-5-11 15,3-1-10-15,-3 1-11 0,4-2-6 0,-2-1-1 16,4 2 0-16,-2 2-87 0,4-2-73 16,-2 1 0-16,6 4 0 0,0-3 0 0,-3 3 0 15,5-1 0-15,-3 2 0 0,3-1 0 16,-2-1 0-16,1 2 0 0,-3-1 0 0,0-2 0 16,-4-1 0-16,-2 3 0 15,-2-1 0-15,-3 5 0 0,-9 1 0 0,0 2 0 0,-2-6 0 16,-4-1 0-16,2-2 0 0,3-5 0 15,4-2 0-15,4-4 0 0,-2-1 0 16,11-2 0-16,-12-7 0 0,6-1-109 16,2-4-661-16,6-3-210 0,2-1 62 15,1-3 105-15,3-1-752 0,4 3-1007 0</inkml:trace>
  <inkml:trace contextRef="#ctx0" brushRef="#br0" timeOffset="-50600.53">8577 16646 4893 0,'-19'-3'330'0,"5"1"33"0,5-2 18 0,9 4 6 0,-13-5 3 0,13 5-24 16,-4-5-30-16,4 5-29 15,17-12-34-15,0 4-108 0,14-4-165 0,5 0 0 16,0 1 0-16,7 3 0 0,-6-2 0 15,-1 1 0-15,2 1 0 0,-4 2-370 0,-5 2-294 16,-4 1-221-16,-6-2-7 0,-2 3 80 16,-5 0-742-16,-1 2-996 0</inkml:trace>
  <inkml:trace contextRef="#ctx0" brushRef="#br0" timeOffset="-50338.28">9004 16211 4164 0,'-12'-27'123'16,"7"9"48"-16,-1 0 55 0,1 3 59 0,1 5 18 16,1-1 1-16,1 3-21 0,0 3-27 15,2 5 3-15,0 0 32 0,0 0-1 0,12 20-19 16,-4 11-19-16,1 9-33 0,3 12-22 16,-3 4-16-16,-1-1-65 0,-3 3-116 15,0-2 0-15,-1-10 0 0,-3 1 0 0,-2-2 0 16,-1-4 0-16,-3-2 0 15,1-3 0-15,-1-4 0 0,-1-4 0 0,-1-5-28 0,5-7-320 16,-2-1-69-16,0-3-82 0,0-7-96 16,0-1-122-16,4-4-105 0,0 0 63 0,0 0-604 15,-9-21-816-15</inkml:trace>
  <inkml:trace contextRef="#ctx0" brushRef="#br0" timeOffset="-50089.22">8958 16217 3875 0,'-5'-27'63'0,"-1"4"25"0,4 8 49 0,0-1 40 15,0 3 33-15,4 1 36 0,2-2 29 16,2 0 14-16,3 3-9 0,5 2-16 0,0 2-22 16,4 5-21-16,2 4-21 0,11 8-22 15,-1 6-14-15,4 3-16 0,-11 4-16 16,1 6-14-16,-5 0-14 0,-2 6-9 16,-5 2-9-16,-5-4-8 0,-5 4-8 0,-2-7-4 15,-6 3-3-15,-4-1-3 0,1-4 0 16,0-6-9-16,-2-5 1 0,2-1-7 0,0-5-7 15,0 0-52-15,-5-4-88 0,3-1-116 16,-1-6-133-16,12 0-184 0,-24-10-264 16,10-2-84-16,3-3 86 0,4-3-725 0,2 3-968 15</inkml:trace>
  <inkml:trace contextRef="#ctx0" brushRef="#br0" timeOffset="-49738.28">9587 16150 4599 0,'-25'-14'166'0,"4"1"20"16,4 3 43-16,2 4 30 0,4 0 16 16,0 0 0-16,2 1-5 0,4 2-9 0,5 3-13 15,-6-5-20-15,6 5-19 0,0 0-20 16,34-2-18-16,-7 4-17 0,11 6-15 0,3 4-13 15,8 7-15-15,-8 7-15 16,2 6-96-16,-15 8 0 0,-5 7 0 0,-12 3 0 0,-5 6 0 16,-8-10 0-16,-2 9 0 15,-7-1 0-15,-1 2 0 0,1-3 0 0,-3-1 0 16,1-2 0-16,2-9 0 0,1-4 0 16,1-4 0-16,2-3 0 0,0-6 0 0,3-7 0 15,1-3 0-15,-1-2 0 0,4-2 0 16,-2-1 0-16,2-6-342 0,0-3-385 0,0 0-211 15,0 0 47-15,0 0 103 0,8-34-744 16,-7 15-977-16</inkml:trace>
  <inkml:trace contextRef="#ctx0" brushRef="#br0" timeOffset="-49555.49">9604 16713 4474 0,'-19'-4'184'0,"2"2"56"0,2 1 54 16,1 1 48-16,14 0 61 15,-18-2 49-15,18 2 20 0,-16-3-2 0,16 3-19 16,0 0-42-16,-6-6-409 0,6 6 0 15,22-8 0-15,2 1 0 0,11-3 0 0,6-1 0 16,1 1 0-16,0 0 0 0,-4 1 0 16,0 3 0-16,-2-2 0 0,-11 2 0 15,-2 4-80-15,-5 1-841 0,-5 1-58 0,-6 0 88 16,-7 0-918-16,0 0-1238 0</inkml:trace>
  <inkml:trace contextRef="#ctx0" brushRef="#br0" timeOffset="-48888.52">5099 17698 5368 0,'-11'4'119'0,"-1"-2"17"0,12-2 36 0,-13 2 50 0,13-2 42 0,0 0 42 0,-12 2 29 16,12-2-1-16,0 0-14 0,0 0-21 15,0 0-6-15,27-14-270 0,-6 9-23 0,17-7 0 16,0 2 0-16,4 3 0 0,0-3 0 16,2 4 0-16,-2 2 0 0,-2 0 0 15,0 1 0-15,-9 1-283 0,-6 2-395 0,-7 2-178 16,-2 1-58-16,-7-1 81 15,-3 5-741-15,-8 2-1015 0</inkml:trace>
  <inkml:trace contextRef="#ctx0" brushRef="#br0" timeOffset="-48655.7">5105 18041 4859 0,'-13'8'322'0,"7"-3"15"0,-6-2 17 0,8 1 35 15,4-4 21-15,-11 3 37 0,11-3 9 16,0 0-15-16,-8 5-265 0,8-5-176 0,0 0 0 15,0 0 0-15,44-8 0 0,-6-1 0 16,9 0 0-16,7-4 0 0,1-1 0 16,1 2 0-16,-4-2 0 0,-18 3 0 15,-6 5 0-15,-3 0 0 0,-10 4 0 16,1-3 0-16,-5 3 0 0,0-2 0 0,-3 4-733 16,-8 0-286-16,0 0 97 0,0 0 94 15,0 0-767-15,0 0-1035 0</inkml:trace>
  <inkml:trace contextRef="#ctx0" brushRef="#br0" timeOffset="-46806.47">6517 17572 4157 0,'4'-9'-121'0,"1"4"32"0,-5-2 36 0,0 7 45 0,2-10 35 0,-2 10 42 0,0-11 22 0,0 11 28 16,-2-8 6-16,2 8 3 0,0 0-10 0,-3-12-11 15,3 12-14-15,0 0-7 0,-16 2 4 16,16-2 10-16,-29 17 11 0,5 2 24 16,1 6 4-16,-9 6 9 0,3 7 6 15,-3 1 17-15,3 4 4 0,3 3 6 16,-1 1 10-16,2-1-10 0,8-3-10 0,3-9-6 0,5-1-7 15,7-5-13-15,0-6-13 16,2-2-7-16,2-1-11 0,4 2-9 0,3-4-5 16,5 0-11-16,7 2-7 0,-1-7-11 15,0-4-5-15,1-1-23 0,-2-3-43 16,-2-2 0-16,-2-2 0 0,-1-2 0 0,1-2 0 16,-6 1 0-16,3-4 0 0,-3-2 0 15,-2-1 0-15,-2 0 0 0,-3-1 0 0,-2 0 0 16,-2 0 0-16,-1-1 0 0,0 3 0 15,-3 0 0-15,1 0 0 0,-3 2 0 16,4-1 0-16,-2 4 0 0,6 4 0 16,-11-3 0-16,11 3-162 0,0 0-132 15,0 0-78-15,-18 2-63 0,18-2-68 0,0 0-104 16,0 0-199-16,0 0 14 0,0 0 79 16,0 0-480-16,0 0-657 0</inkml:trace>
  <inkml:trace contextRef="#ctx0" brushRef="#br0" timeOffset="-46390.11">6778 17645 3582 0,'-4'-12'92'0,"4"0"17"0,2 0 7 0,3 4 14 0,-3-1 9 0,7 3-7 0,-2 0-12 15,2 1-13-15,3 3-8 0,-12 2-14 16,27 2-11-16,-12 3-4 0,1 2-9 0,-2 5-5 15,-1 2-5-15,-1 0-7 0,-3 3-1 16,-3 0 3-16,-4 1 17 0,-4 5 21 16,-4 1 22-16,-3 9 19 0,-5-2 15 0,1-1 20 15,1-2 11-15,1-8-2 16,2-2-9-16,4-5-14 0,-1-1-6 0,3 0-13 0,1-2 14 16,2 1 7-16,0 1 0 0,5-2-10 15,-1 1-14-15,5 1-10 0,-2 0-12 16,5-1-10-16,-2 1-10 0,-1-1-6 0,1 3-11 15,-1-2-6-15,0-1-4 16,-3 0-4-16,1 1-2 0,-4-2-49 0,-3 0 0 16,0 1 0-16,-2-1 0 0,1 1 0 15,-8-3 0-15,2 2 0 0,-1-3 0 0,-2-1 0 16,3-2 0-16,7-4 0 0,-15 3 0 16,15-3 0-16,-16-7-236 0,9 1-228 15,1-1-101-15,1-2-144 0,0 2-207 0,3-1 89 16,2 8-695-16,0-12-966 15</inkml:trace>
  <inkml:trace contextRef="#ctx0" brushRef="#br0" timeOffset="-46152.54">7409 17960 4695 0,'0'0'264'0,"0"0"34"0,-18-8 18 0,18 8 13 0,0 0 6 16,-4-7-19-16,4 7-25 0,14-9-26 0,3 0-27 0,4 1-31 16,13-2-18-16,2 3-38 0,-3-1-43 0,-5 4-51 15,-3 0-56-15,-2-2-80 16,-3 4-100-16,0 1-90 0,-4-1-99 0,-1 0-96 16,0 4-102-16,-2-4-136 0,-1 1-125 15,-1 1 74-15,-11 0-558 0,0 0-767 16</inkml:trace>
  <inkml:trace contextRef="#ctx0" brushRef="#br0" timeOffset="-45818.34">7448 17770 3901 0,'-7'-16'77'0,"2"-2"31"0,1 2 34 0,0 4 20 16,4-1 32-16,0 1 30 0,-2 0 23 15,0 3 9-15,2 1-25 0,0-1-30 16,0 9-25-16,0 0-13 0,0 0 33 0,0 0 7 16,15 20-1-16,-7 0-11 0,4 13-10 15,-3 4 2-15,2 3-12 0,1 6-14 0,-3-7-10 16,-1 0-15-16,2-2-4 0,-1-2-9 16,-2 0-20-16,-3-9-99 0,3-6 0 15,-6-4 0-15,-1-2 0 0,0-3 0 0,2 0 0 16,0-1 0-16,0-3 0 0,0 0 0 15,1 0 0-15,-3-7 0 0,0 10 0 16,0-10 0-16,4 8 0 0,-4-8 0 16,0 0 0-16,4 4 0 0,-4-4-333 0,0 0-257 15,0 0-165-15,0 0-189 0,0 0 94 16,0 0-755-16,0 0-1045 0</inkml:trace>
  <inkml:trace contextRef="#ctx0" brushRef="#br0" timeOffset="-44757.4">8165 17321 4297 0,'0'0'-106'0,"-9"-6"18"0,9 6 19 0,0 0 48 0,-32 21 61 16,12 4 63-16,1 8 45 0,-3 10 33 0,1 3 19 15,3 0 7-15,5 3 5 16,8-6-3-16,1 1-8 0,6-3-11 0,1 2 0 16,5-2-15-16,8 5-6 0,-4-10-20 15,8-6-11-15,-4-1-14 0,2 0-14 16,-1-8-5-16,-2-3-14 0,-4-5-15 0,1-2-30 16,-2-2-47-16,-1 0-70 0,0-3-71 15,-1-1-85-15,0-2-85 0,1 1-82 0,-1-4-92 16,-8 0-151-16,17-2-139 0,-8-3 80 15,1 2-438-15,2-3-603 0</inkml:trace>
  <inkml:trace contextRef="#ctx0" brushRef="#br0" timeOffset="-44573.21">8346 17887 3452 0,'-5'-3'223'15,"5"3"15"-15,-7-7-12 0,7 7 10 0,0 0 24 16,-11-7-2-16,11 7 3 0,0 0-17 15,0 0-29-15,0 0-23 0,18-12-20 0,-5 10-62 16,4-1-111-16,0-1-115 0,2 1-138 16,3-2-108-16,5 0-164 0,-5-2-228 15,8-3 61-15,-5 3 76 0,-2 0-323 0,8-3-420 16</inkml:trace>
  <inkml:trace contextRef="#ctx0" brushRef="#br0" timeOffset="-44157.39">8754 17648 2679 0,'0'-8'24'0,"5"-2"4"16,-2-1-2-16,5 1 10 0,-1-2 15 0,7 2 14 15,-3 0 11-15,0 1-1 0,1 4-5 16,-1 3 2-16,-2-1 0 0,-9 3 3 16,22 8 54-16,-15 1 15 0,-1 6 26 0,-2-1 20 15,-6 7 21-15,0 2 21 0,-8 10 18 16,-1 0 23-16,-1-2 8 0,5 0-4 0,-2-2-14 15,3-7-23-15,2-3-23 16,4-2-20-16,0-5-8 0,2 3-17 0,4-1-12 16,-1-5-17-16,6-3-16 0,3-4-10 15,1 0-28-15,1-4-37 0,2 0-36 16,0-2-24-16,1-4 6 0,0 0-3 0,-6-1 6 16,-1-1 5-16,-7 2 11 0,-3-3 22 15,-2-2 24-15,-6-1 24 0,-5-1 22 0,-8-9 12 16,-8 1 5-16,-2 5 10 0,1-3-123 15,-1 4-13-15,9 3 0 0,4 3 0 0,3 3 0 16,6 2 0-16,-2-4 0 0,6 3 0 16,-1-5 0-16,8 0 0 0,6 1 0 15,1-3 0-15,9 2 0 0,-4 3 0 0,5-3 0 16,2 4 0-16,-4-1 0 16,2 4-473-16,0-2-273 0,3 0-221 0,-2 2 73 15,-1 2 96-15,-1 1-669 0,1 2-915 16</inkml:trace>
  <inkml:trace contextRef="#ctx0" brushRef="#br0" timeOffset="-43890.33">9166 17499 4155 0,'-4'-4'48'0,"4"4"19"0,0 0 9 0,0 0 26 0,9-11 34 0,-9 11 21 0,0 0 5 0,25 7 0 0,-12 1-14 16,3 6-7-16,3 10-16 0,-4 4-11 15,-2 4-10-15,-3 4-10 0,-2 2-12 16,-5-1-3-16,-3 4-6 0,0 3-6 0,0-5-7 16,-5-1-3-16,-1-1-7 0,3 1-5 15,-8-4-11-15,0-5 5 0,0-2-7 16,-1-3-5-16,3-7-31 0,0-2-69 0,-5-1-94 16,7-4-138-16,-3-1-176 0,-20 3-351 15,21-11 86-15,9-1 81 0,0 0-411 16,0 0-547-16</inkml:trace>
  <inkml:trace contextRef="#ctx0" brushRef="#br0" timeOffset="-43621.97">9806 17749 3474 0,'-9'-4'343'0,"9"4"-12"0,-10-4 6 16,10 4 19-16,-8-5 36 0,8 5 24 0,0 0-5 15,0 0-23-15,29-12-44 16,-4 6-26-16,15-4-37 0,-3 6-38 0,8-2-55 16,-2 4-66-16,-2 1-70 0,-9 1-76 15,-7 0-106-15,-1 3-109 0,-3 1-100 0,-5 0-88 16,-1 1-82-16,-6 0-79 0,1-1-152 15,-8 0-42-15,-2-4 71 0,4 9-482 16,-4-9-657-16</inkml:trace>
  <inkml:trace contextRef="#ctx0" brushRef="#br0" timeOffset="-41390.47">10540 17402 3531 0,'0'-17'29'0,"0"5"18"0,-4 0 26 0,4 3 15 0,0 2 20 0,0 7 6 0,-2-9-8 0,2 9-9 0,0 0 84 15,0 0 41-15,-2 29 22 0,0 0 3 16,2 10-3-16,0 7 3 0,-5 9 10 0,5 3-4 15,0-10-11-15,0 1-15 0,2 7-21 16,-2-10-13-16,3-5-18 0,-1-1-18 16,2-6-14-16,0-7-13 0,-3-6-13 15,1-6-12-15,-2-1-13 0,2-2-6 0,-2-1-8 16,0-1-9-16,2-2-24 0,-2 0-32 16,0-8-52-16,0 9-105 0,0-9-110 0,0 0-116 15,0 0-90-15,0 0-84 0,0 0-138 16,0 0-179-16,0 0 82 0,0 0-593 15,0 0-825-15</inkml:trace>
  <inkml:trace contextRef="#ctx0" brushRef="#br0" timeOffset="-41088.48">10746 17604 4051 0,'0'-14'55'0,"2"2"12"0,-1 2 10 0,1 3 7 15,0 1 6-15,-2 6 16 0,12-7 15 16,-12 7 14-16,0 0 14 0,24 13-1 16,-10-1 14-16,-5 5 35 0,3 12 22 0,-4 4 14 15,-5 2 13-15,-3 1 7 0,-5 2 4 16,-1-2-4-16,3-1-3 0,0-6-13 16,1-3-13-16,4-7-25 0,-2 0-15 15,3-2-14-15,4-1-146 0,2-1-24 0,9-3 0 16,-2-2 0-16,7-3 0 0,8 1 0 15,-1-2 0-15,-5-4 0 0,-4 0 0 16,-2-2-183-16,-1 0-253 0,-2 0-94 0,2 0-110 16,-3 3-133-16,-3-2-74 15,-7 3 75-15,-5-4-592 0,9 7-818 0</inkml:trace>
  <inkml:trace contextRef="#ctx0" brushRef="#br0" timeOffset="-37572.48">11334 17890 4076 0,'-15'0'100'0,"15"0"11"0,-25-3 4 0,25 3 31 0,-12 0 43 0,12 0 34 16,0 0 30-16,-16-1 6 0,16 1-8 0,0 0-24 16,0 0-25-16,0 0-22 15,0 0-15-15,0 0-19 0,28-14-16 0,-3 12-15 16,2-2-20-16,13 1-40 0,0 1-59 15,-5 2-65-15,-8 0-65 0,2 0-69 16,-2 0-70-16,-6-3-57 0,0 3-51 0,-6-2-89 16,3-3-151-16,-7 3-121 0,-4-1 65 15,-7 3-389-15,9-5-538 0</inkml:trace>
  <inkml:trace contextRef="#ctx0" brushRef="#br0" timeOffset="-37307.94">11529 17604 2872 0,'-2'-12'88'0,"0"4"24"0,1 1 20 16,1 7 6-16,-7-11 11 0,7 11 6 15,0 0-10-15,0 0 46 0,0 0 37 0,0 0 14 16,-9 35-20-16,5-11-10 0,0 12-7 16,4-1 2-16,-1 4-9 0,2-2 5 0,1 1-8 15,2-4-7-15,2 0-19 0,-5-6-15 16,5-5-16-16,-3-7-15 0,0 1-9 15,-1-2-14-15,0-3-6 0,0 0-9 0,0-5-13 16,0 3-6-16,-2-4-7 16,0-6-48-16,0 11-61 0,0-11-64 0,0 12-68 0,0-12-87 15,-2 8-98-15,2-8-115 16,0 0-161-16,0 0-167 0,0 0 86 0,0 0-509 16,0 0-696-16</inkml:trace>
  <inkml:trace contextRef="#ctx0" brushRef="#br0" timeOffset="-36541.75">12154 17566 3206 0,'0'0'26'0,"0"0"45"16,0 0 24-16,0 0 22 0,0 0 32 15,0 0 31-15,0 0 39 0,0 0 26 16,0 0 18-16,0 0 11 0,0 0-14 0,0 0-18 16,0 0-19-16,0 0-17 0,0 0-20 15,0 0-19-15,0 0-12 0,0 0-14 16,0 0-11-16,0 0-7 0,0 0-10 0,0 0-6 15,0 0-14-15,14-3-11 0,-13-4-8 16,-1-3 1-16,2-2-11 0,-2-2-5 16,0-1-12-16,-2-4-2 0,-1-3-5 0,-6 1-7 15,2 2-2-15,-2 1-10 0,-4 1-3 16,-8-5 3-16,-3 5-5 0,-1 7-4 0,2 6-3 16,-1 1-1-16,-1 3-2 0,-1 5-5 15,-9 5-3-15,7 7-2 0,1 1 0 16,6 5 3-16,4 0-2 0,5 3-1 15,8-2 6-15,3-2-13 0,1-3 6 16,1 3 2-16,10 8 2 0,0-8-3 0,-2-5 11 16,3 1 4-16,3-5-2 0,0 1 7 15,2-5-2-15,1 0 8 0,-2-4 10 0,2-1 14 16,-3-4 9-16,0 0 4 0,0-4-5 16,3-1 1-16,-6 0-2 0,2 1 6 0,-3 0 1 15,0-1-34-15,-4 3-26 0,-7 2 0 16,15-6 0-16,-15 6 0 0,0 0 0 15,17 2 0-15,-11 6 0 0,1-1 0 0,3 5 0 16,-2 6 0-16,-1 1 0 0,-1 2 0 16,2 8 0-16,-2-3 0 0,-3-3 0 0,-3-2 0 15,2-2 0-15,-2 0 0 0,-3-1 0 16,1-1 0-16,-2-1 0 0,-4 3 0 0,-2-1 0 16,-3-5 0-16,0 1 0 15,-4-2 0-15,-8 3 0 0,2-3 0 0,3-5 0 16,2-3 0-16,0 2 0 0,4-2 0 15,2-2 0-15,1 3 0 0,1-4 0 16,10-1 0-16,-15 6 0 0,15-6 0 0,-11 1 0 16,11-1 0-16,-12 4 0 0,12-4 0 15,-10 3 0-15,10-3 0 0,0 0 0 0,-11-2 0 16,11 2-679-16,0 0-268 0,0 0 7 16,0 0 87-16,0 0-770 0,0 0-1062 0</inkml:trace>
  <inkml:trace contextRef="#ctx0" brushRef="#br0" timeOffset="-36092.02">12781 17781 4919 0,'0'0'165'0,"-13"-3"2"0,13 3 9 0,-7-4 5 0,7 4 12 0,0 0 15 0,13-15-13 15,-2 8-14-15,4 0-20 0,0-2-17 16,8 1-16-16,6-2-33 0,-2 0-69 15,-7 6-85-15,3-4-70 0,-2 3-88 16,-1 3-83-16,-6-2-75 0,-1 2-69 0,1 0-102 16,-5 0-149-16,-9 2-6 0,14 4-480 15,-14-4-647-15</inkml:trace>
  <inkml:trace contextRef="#ctx0" brushRef="#br0" timeOffset="-35875.76">12745 18006 3806 0,'-9'2'358'16,"0"2"-1"-16,9-4-6 0,-9 4 12 16,9-4 17-16,0 0 10 0,0 0-5 15,0 0-29-15,0 0-43 0,0 0-28 0,38-17-38 16,-13 12-24-16,5-4-46 0,-5 1-57 16,-2 5-57-16,-4 2-68 0,-2-3-89 0,-4 1-111 15,-1-1-93-15,0 2-89 0,-3 2-77 16,-9 0-70-16,0 0-117 0,0 0-186 0,0 0 85 15,10 7-590-15,-10-7-799 0</inkml:trace>
  <inkml:trace contextRef="#ctx0" brushRef="#br0" timeOffset="-25727.52">13778 17566 3649 0,'0'0'-24'0,"0"0"31"0,0 0 26 0,0 0 33 0,13 0 35 0,-13 0 42 0,0 0 37 0,0 0 31 16,0 0 15-16,0 0 10 0,0 0-2 15,0 0-10-15,0 0-8 0,0 0-14 0,0 0-12 16,0 0-13-16,0 0-14 0,0 0-14 16,0 0-7-16,8-3-13 0,-8 3-10 15,0 0-4-15,0 0-9 0,0 0-3 16,0 0-4-16,0 0 2 0,0 0-3 0,0 0-3 15,0 0-3-15,0 0-4 0,0 0-8 16,0 0-2-16,0 0-10 0,0 0-10 16,0 0-10-16,0 0-2 0,0 0-6 0,-12-15-6 15,12 15-6-15,-11-4-4 0,11 4-7 16,-18-3-17-16,7 1 0 0,-3 0 0 0,1 1 0 16,1-1 0-16,-2 0 0 0,-1 0 0 15,1 1 0-15,-1 1 0 0,1-2 0 16,14 2 0-16,-23-1 0 0,10 1 0 0,13 0 0 15,-21 0 0-15,21 0 0 0,-15-2 0 16,15 2 0-16,0 0 0 0,-15-2 0 0,15 2 0 16,0 0 0-16,-13 0 0 15,13 0 0-15,0 0 0 0,0 0 0 0,-11-3 0 0,11 3 0 16,0 0 0-16,0 0 0 16,0 0 0-16,-14-2 0 0,14 2 0 0,0 0 0 15,0 0 0-15,0 0 0 0,0 0 0 16,-9-4 0-16,9 4 0 0,0 0 0 15,0 0 0-15,0 0 0 0,0 0 0 0,0 0 0 16,0 0 0-16,0 0 0 0,0 0 0 16,0 0 0-16,0 0 0 0,0 0 0 15,0 0 0-15,0 0 0 0,0 0 0 16,0 0 0-16,0 0 0 0,0 0 0 0,0 0 0 16,0 0 0-16,0 0 0 0,0 0 0 15,0 0 0-15,0 0 0 0,-16 0 0 16,16 0 0-16,0 0 0 0,0 0 0 0,0 0 0 15,0 0 0-15,0 0 0 0,0 0 0 16,0 0 0-16,0 0 0 0,0 0 0 0,0 0 0 16,0 0 0-16,0 0 0 0,0 0 0 15,0 0 0-15,0 0 0 0,0 0 0 16,0 0 0-16,0 0 0 0,0 0 0 0,0 0 0 16,0 0 0-16,0 0 0 0,0 0 0 15,0 0 0-15,2 13 0 0,-6-2 0 16,4 1 0-16,-2 2 0 0,2 0 0 15,-2 3-2-15,2-2-2 0,0 1 0 0,2 1 0 16,-2-1-1-16,4-5 0 0,-2 1-2 16,-1 1 3-16,1-5 5 0,1 1 0 0,-3 0-4 15,6-3 7-15,-3 1-2 0,3 0 0 16,3-4-2-16,3 3 0 0,-1-1-4 16,7-2 3-16,-2 2 0 0,2 2-2 0,-1-4 0 15,2 4-2-15,-1 0-2 0,-4-2 2 16,-1 2 3-16,1 0-1 0,-3 1 2 0,3-1-4 15,-5-1 9-15,-1 0-4 16,0 1 3-16,-1 0 5 0,-3 0 9 0,2 1 15 16,-5-1-28-16,-1 2-4 0,0 0 0 0,-1 1 0 15,-9 3 0-15,-2 1 0 16,-1-1 0-16,-10 9 0 0,0-6 0 0,1 1 0 16,5-2 0-16,2-3 0 0,1-2 0 15,3-3 0-15,2-1 0 0,0 0 0 0,6-1 0 16,3-5 0-16,-11 7-205 0,11-7-188 15,-13 0-122-15,13 0-126 0,0 0-221 16,0 0 16-16,-7-10 83 0,7 10-586 0,0 0-804 16</inkml:trace>
  <inkml:trace contextRef="#ctx0" brushRef="#br0" timeOffset="-25425.71">13913 17702 3900 0,'-4'-11'69'0,"4"3"5"0,2 2-8 0,1-4 4 0,4 4 17 0,0-1 17 16,4 1 9-16,1 0-12 0,0 2-7 15,-1 2-10-15,-11 2-7 0,26 4-11 0,-14 4 3 16,1 2 16-16,-2 5 22 0,0 3 19 16,-8 5 5-16,-1 0 24 0,-2 6 35 0,-4 4 27 15,3 2 11-15,-3-6 5 16,-1-6 4-16,3 0-7 0,2-5-12 0,-1-1-14 15,1-3-13-15,0-1-19 0,0-3-14 16,0 0-12-16,1 0-10 0,1-3-83 16,7-1-53-16,-4 0 0 0,8-2 0 0,1 0 0 15,-3-2-60-15,3 0-230 0,-14-2-96 16,24 0-96-16,-8-2-86 0,-2 0-147 0,-5 0-139 16,0 0 85-16,-9 2-614 0,18-4-837 15</inkml:trace>
  <inkml:trace contextRef="#ctx0" brushRef="#br0" timeOffset="-24960.43">13650 17118 3541 0,'-34'-10'-111'0,"-7"2"28"16,-2 8 23-16,-3 8 46 0,-11 7 48 15,-6 11 51-15,-7 18 43 0,3 12 52 16,6 10 35-16,7 8 30 0,11 1 19 16,8 3 18-16,11 5-2 0,16-12 3 0,6 3 1 15,8-2-12-15,18 17-17 0,10-10-24 16,13-5-22-16,10-5-16 0,4-7-19 0,9-9-19 15,9-9-16-15,-2-8-11 0,-8-11-28 16,-2-8-35-16,0-6-29 0,-1-9-30 0,1-4-41 16,0-9-39-16,-2-3-32 0,-1-8-18 15,12-16-4-15,1-4-7 0,-7-5 0 16,-7-8 14-16,0-7 14 0,-12-5 11 0,-1-9 11 16,-6-5 19-16,-10-8 21 15,-6-10 6-15,-8 2 11 0,-15 15 17 0,-8 0 5 16,-19-10 6-16,-14 12-3 0,-15 6 0 15,-16 14 3-15,-15 12-3 0,-10 13 0 0,-12 13-3 16,-3 15-26-16,1 14-72 0,-1 11-122 16,11 9-159-16,5 10-256 0,11 9-125 15,9 1 76-15,7 3-437 0,18-7-595 0</inkml:trace>
  <inkml:trace contextRef="#ctx0" brushRef="#br0" timeOffset="-23711.8">13066 13813 2957 0,'-41'-20'-75'0,"-6"3"13"0,-7 0 6 0,-5 5 7 16,-4 6 6-16,-1 2 11 0,-8 4 25 0,4 8 27 15,0 2 32-15,-24 11 20 0,3 8 17 0,-1 10 14 16,4 5 11-16,0 14 26 0,4 3 3 16,6 8 11-16,6 7 12 0,2 9 3 15,7 4-6-15,13 2-1 0,10 1-10 0,4 4-12 16,16 0-8-16,12-18-11 0,8 1-13 16,11 13-11-16,14-8-7 0,7-6-9 15,11-7-8-15,17-9-7 0,7-7-6 0,5-11-3 16,8-9-4-16,-12-14-12 0,9-9-26 15,1-9-25-15,3-6-24 0,19-14-19 0,-5-5-22 16,-4-9-10-16,-2-6-3 0,-1-9-9 16,-2-9-2-16,-4-8-1 0,-5-8 10 15,-6-8 7-15,-8-8 9 0,-10-11 5 16,-7-7 16-16,-16-9 12 0,-13-2 5 0,-13-4 16 16,-15 2 11-16,-20 7-3 0,-17 5 5 15,-19 13 14-15,-12 14 0 0,-21 15-5 0,-16 18 5 16,-8 18-7-16,-6 21-4 0,-4 12 2 15,3 17 0-15,-3 16-47 0,8 7-83 16,12 11-102-16,1 2-137 0,20 3-242 0,12-3 50 16,11-6 60-16,23-7-137 15,6-2-137-15</inkml:trace>
  <inkml:trace contextRef="#ctx0" brushRef="#br0" timeOffset="-22328.27">22085 16852 1231 0,'0'0'553'0,"-18"-9"-207"0,7 6-93 0,-6-2-63 0,-4-3-19 0,-2 1-23 15,-14-5-2-15,1 2-8 0,0-2 11 0,-5 3 2 16,-9-6-4-16,4 8-3 0,-11 0-12 15,-4 3-10-15,-6 2-12 0,0 8-9 16,-5 3-6-16,-1 7-5 0,-18 11-6 16,1 6 4-16,3 6 2 0,3 6 2 0,8 8 1 15,7 8 3-15,8 12 3 0,10 6-4 16,11 6-2-16,9 6-2 0,14 4-2 0,9 2-5 16,10-12-9-16,10 14-4 0,15-2-8 15,9-6-2-15,15-8-8 0,6-3-5 16,8-10-3-16,8-7-3 0,4-5-5 0,9-9-4 15,8-8 0-15,1-5-5 16,3-12-9-16,-22-9-14 0,8-8-17 0,-2-8-12 16,-5-7-15-16,17-17-5 0,-6-11 4 15,-8-6 3-15,-6-12 7 0,-6-13 4 0,1-7 2 16,-6-7 9-16,-4-11 17 0,-5-12 8 16,-5-7 0-16,-9-10 13 0,-10 1 10 15,-7 1 15-15,-13-2 11 0,-10 6-5 0,-17 10-10 16,-14 11-2-16,-15 13-10 0,-10 15-3 15,-19 16-11-15,-15 21-5 0,-10 15-32 0,8 16-60 16,-24 15-104-16,-2 10-137 16,7 12-232-16,6 2-242 0,16-3 83 0,8-3 73 15,32-9-367-15,7-5-480 0</inkml:trace>
  <inkml:trace contextRef="#ctx0" brushRef="#br0" timeOffset="-20928.06">27348 6416 3270 0,'0'0'191'0,"0"0"-38"0,0 0-7 0,0 0-7 0,11-12-4 0,-11 12-4 0,2-8-22 0,-2 8-9 16,0-7-9-16,0 7-3 0,-2-10-5 0,2 10 0 15,0 0 0-15,-2-13-10 0,2 13-2 16,-3-10-2-16,3 10-3 0,-8-6-7 0,3 2-5 16,5 4-2-16,-18 0 1 0,3 0 11 15,-2 4 8-15,-15 7 10 0,-3 5 10 16,1 1 10-16,-7 7 6 0,2 3 5 16,5 2-9-16,10-3 6 0,6 3-10 15,6 1 8-15,6-5 17 0,6 0 2 0,10 8-2 0,5-2-12 16,7 0-5-16,5 2-11 15,9-4-13-15,-2-2-5 0,-6-6-9 0,3-3-13 16,-3-4-21-16,-2 1-46 0,-3-6-46 16,1-1-35-16,-10-4-34 0,4 2-39 0,-5-6-47 15,-1 0-66-15,1-2-73 0,-3 0-77 16,-1-4-108-16,-2 0-186 0,3-1 22 0,-4 3 78 16,-2-4-429-16,1 0-524 0</inkml:trace>
  <inkml:trace contextRef="#ctx0" brushRef="#br0" timeOffset="-20712.12">27524 6631 3389 0,'-12'-6'339'0,"1"1"24"16,5 2 19-16,1-1-5 0,5 4-6 15,-7-6-16-15,7 6-30 0,-6-4-33 0,6 4-31 16,0 0-27-16,18-7-26 0,-5 6-38 15,5 1-77-15,0-3-85 0,5 3-101 16,-2 3-93-16,1-2-115 0,2 2-120 0,-7-1-128 16,3 1-188-16,-6 2 3 0,-3-1 66 15,0 2-515-15,-8-1-648 0</inkml:trace>
  <inkml:trace contextRef="#ctx0" brushRef="#br0" timeOffset="-20541.2">27440 6836 3592 0,'-16'5'182'0,"8"-1"42"15,-1-3 42-15,9-1 61 0,-12 3 38 16,12-3 22-16,0 0-18 0,0 0-34 0,0 0-36 16,0 0-29-16,0 0-28 0,43-13-27 15,-20 6-67-15,1 6-77 0,11-7-110 0,1 0-114 16,0-1-140-16,0 3-179 0,0-1-214 16,-2-2-128-16,-5 5 87 0,-4-2-670 15,-2 1-850-15</inkml:trace>
  <inkml:trace contextRef="#ctx0" brushRef="#br0" timeOffset="-19978.66">28238 6138 3851 0,'7'-24'3'16,"0"6"62"-16,-4 6 37 0,3-1 30 16,-4 5 34-16,1 1 28 0,-3 1 20 0,4 0 2 15,-2 0-15-15,-2 6-17 0,2-6-27 16,-2 6-21-16,0 0-10 0,0 0 16 0,0 0 18 15,-2 38 13-15,-5 1 4 0,-4 18 17 16,-2 9 2-16,1 23 9 0,-4 10 0 16,3 1-1-16,0-1-11 0,1 5-8 15,1 5-6-15,-1-7-5 0,4 1-117 0,-1-6-57 16,6-16 0-16,-1-4 0 0,-3-1 0 0,6-4 0 16,-1-5 0-16,-2-7 0 15,4-13 0-15,0-4 0 0,0-1 0 0,2-6 0 0,-2-10 0 16,2-1 0-16,1-4 0 15,-3-3 0-15,7 0 0 0,-3 0 0 0,5 2 0 16,-2-4 0-16,3 1 0 0,1-3 0 16,2 1 0-16,5-2 0 0,0 1 0 0,0-4 0 15,9 1 0-15,-2-2 0 0,-2-3 0 16,1-3 0-16,-7 1 0 0,5-2 0 0,-6-2 0 16,2 5 0-16,-7-5 0 0,1 2 0 15,-5 0 0-15,1 0 0 0,-8-2 0 0,15 3 0 16,-15-3 0-16,0 0 0 0,6 3 0 15,-6-3-291-15,0 0-609 0,0 0-39 16,0 0 94-16,-23-14-929 0,15 2-1204 0</inkml:trace>
  <inkml:trace contextRef="#ctx0" brushRef="#br0" timeOffset="-19644.43">28377 5988 4852 0,'-10'-10'-50'0,"1"0"54"0,3 3 38 0,1 1 38 0,-1 0 33 0,6 6 33 0,-3-6 20 16,3 6-7-16,-3-9-14 0,3 9-18 0,14-12-21 16,0 7-4-16,8-2-15 0,3 2-8 15,11-2-8-15,2 4-6 0,-8-1-18 16,-5 1-38-16,0 0-38 0,-6 1-51 16,-4 0-57-16,-1 2-63 0,-3 0-66 15,-11 0-44-15,9 4-76 0,-9-4-133 0,-5 8-184 16,-4 1 78-16,-9 1-428 0,-3-2-525 15</inkml:trace>
  <inkml:trace contextRef="#ctx0" brushRef="#br0" timeOffset="-18460.22">28813 6129 2886 0,'6'-13'102'0,"-1"1"59"0,-2 2 43 0,-1 3 29 0,2-1 33 15,-4 4 34-15,0 4 25 0,3-10 12 0,-3 6-11 16,0 4-19-16,0 0-32 15,0-8-33-15,0 8 21 0,0 0 26 0,0 0 6 16,-1 39-11-16,-3-15-5 0,0 14-9 16,1 3-14-16,0 0-15 0,-1 1-191 0,2 1-50 15,0-1 0-15,1-1 0 16,-1-2 0-16,2-3 0 0,0-5 0 0,-2-7 0 0,0-5 0 16,2 0 0-16,-2-1 0 15,2-5 0-15,-2 1 0 0,2-4 0 0,0-1 0 16,0-1 0-16,-2-2 0 0,2 2 0 0,0-8 0 15,2 7 0-15,-2-7 0 0,0 0 0 16,0 0 0-16,0 0-342 0,0 0-402 16,11-16-217-16,-5 5 94 0,0 2 88 15,0-3-751-15,1-1-974 0</inkml:trace>
  <inkml:trace contextRef="#ctx0" brushRef="#br0" timeOffset="-18177.71">29210 6140 4523 0,'0'-15'104'0,"0"8"47"16,0 0 31-16,0 7 12 0,2-11 0 15,-2 11-19-15,0 0 52 0,0 0 65 0,0 0 20 16,0 42-4-16,0-15-6 0,-2 14-5 16,2 4-7-16,2 1-11 0,-1 1-15 15,-1-1-167-15,2 0-97 0,-2-3 0 0,3-4 0 16,-1 0 0-16,0-10 0 0,-2-6 0 15,2-5 0-15,-2 0 0 0,0-4 0 0,0 0 0 16,0-6 0-16,0 3 0 0,1-3 0 16,-1-1 0-16,0-2 0 0,0-5 0 0,0 0-45 15,0 0-710-15,0 0-205 16,0 0 63-16,0 0 90 0,10-17-801 0,-10 17-1047 16</inkml:trace>
  <inkml:trace contextRef="#ctx0" brushRef="#br0" timeOffset="-16878.93">30353 6409 4172 0,'-3'-5'-52'0,"3"5"63"0,-8-10 50 0,2 5 40 0,6 5 35 15,-8-10 37-15,8 10 25 0,-3-8 6 0,3 8 15 0,-4-6-9 16,4 6-38-16,2-9-14 0,-2 9-18 15,5-12-13-15,3 6-20 0,2 2-6 16,-3-2-9-16,4 2-16 0,0 1-10 0,-2-1-9 16,-9 4-7-16,15-2-1 0,-15 2-7 15,0 0-6-15,15 6-3 0,-11 3 7 0,-4 2 0 16,-2 2 18-16,-3 6 25 0,-3 2 23 16,-6 6 16-16,0 2 13 0,0-3 10 15,1 0-5-15,1-6-2 0,4-3 2 16,3-3-3-16,-1-4 7 0,5 2-120 15,-1-1-24-15,2-1 0 0,2 1 0 0,3 2 0 16,4-2 0-16,5 0 0 0,3 1 0 16,0-1 0-16,4 1 0 0,-2-2 0 0,1 0 0 15,0-3 0-15,-3 2 0 0,1-1 0 16,-3-1 0-16,-2 0 0 0,-1-2 0 0,-5-2 0 16,2 1 0-16,0-1 0 0,-4 1 0 15,-5-4 0-15,9 3-452 0,-9-3-256 0,0 0-205 16,0 0 48-16,0 0 82 15,0 0-737-15,0 0-966 0</inkml:trace>
  <inkml:trace contextRef="#ctx0" brushRef="#br0" timeOffset="-16458.91">30830 6404 4517 0,'-14'-15'142'0,"5"3"37"0,2 1 25 0,0 5 15 0,3-4 45 15,1 6 6-15,3 4-13 0,2-14-19 0,3 6-23 16,7 1-19-16,8-1-20 16,4 6-21-16,2 2-15 0,10 2-16 0,0 10-13 15,1 1-12-15,3 13-8 0,-8 5-11 16,-3 3-2-16,-11 0-3 0,-11 3 16 0,-5 1 11 15,-8 2 22-15,-8-3-80 0,-4 8-44 16,-5-5 0-16,-2-4 0 0,4-9 0 0,4-1 0 16,0-4 0-16,5-7 0 0,3-3 0 15,3-1 0-15,-2-3 0 0,7 0 0 0,1-4 0 16,0-4 0-16,11 10 0 0,1-7 0 16,6 3 0-16,7-4 0 0,-4 0 0 0,8 0 0 15,-2-2 0-15,1 2 0 0,-1-2 0 16,-1 3 0-16,-7-3 0 0,1 1 0 0,-4 1 0 15,0-2 0-15,-3 2 0 16,-1 0 0-16,-5-2 0 0,-7 0 0 0,13 5-469 16,-13-5-562-16,0 0 109 0,-20 10 83 15,-1 0-838-15,-17 1-1112 0</inkml:trace>
  <inkml:trace contextRef="#ctx0" brushRef="#br0" timeOffset="-15345.64">28435 7417 4331 0,'3'-11'-45'0,"3"2"73"0,-1-2 32 0,1 3 26 0,0 0 22 0,5-2 32 0,7-3 20 0,-1 1 11 15,-2 2 3-15,4 1-8 0,-3 1-12 16,-2 6-10-16,2-1-14 0,-3 4-3 0,1 3 0 15,-3 1 20-15,-2 3 17 0,-1 6 22 16,0 1 5-16,-4 5-3 0,-4 0 8 0,-2 4 9 16,-2 0 2-16,0-1-5 0,2 2-3 15,-4-1-10-15,0-3-133 0,5-3-56 0,-1-2 0 16,0-4 0-16,2 0 0 0,0-4 0 16,0 1 0-16,4-1 0 0,3-2 0 0,5-1 0 15,5-3 0-15,4-2 0 0,17-6 0 16,4-1 0-16,11-3 0 0,2 2 0 0,1-6 0 15,-3 4 0-15,3-4 0 0,-15 5-322 16,3-1-322-16,-4-2-131 0,-2 0-116 0,-4 1 88 16,-9 3-815-16,-7-2-1056 0</inkml:trace>
  <inkml:trace contextRef="#ctx0" brushRef="#br0" timeOffset="-14979.56">29505 7145 4710 0,'2'-13'5'16,"0"1"41"-16,-2 7 16 0,0 0 28 0,0 5 6 15,0 0 15-15,0 0 43 0,0 0 43 16,-30 16 21-16,6 7 7 0,-6 9 5 16,-2 2 7-16,1 4-1 0,2 1-5 15,3 1-12-15,5 2-8 0,7-9-14 0,3 2-12 16,8-3-17-16,3-4-15 0,2-5-14 15,5 0-68-15,2 4-71 0,5-6 0 0,3 1 0 16,2-3 0-16,1-6 0 0,-4-2 0 16,0-4 0-16,-1-1 0 0,0-2 0 0,-4-2 0 15,1-1 0-15,-12-1 0 0,19-7 0 16,-14 3 0-16,2-6 0 0,-5-1 0 16,-2-3 0-16,-2-3 0 0,-5 2 0 0,-2-3 0 15,0 3 0-15,-5 1 0 0,-1 3 0 0,1 4 0 16,2 1 0-16,-2 6 0 15,1 1-340-15,-2 5-107 0,-1 0-106 0,3-1-138 16,7 3-170-16,0-3 82 0,4 0-758 16,2-5-982-16</inkml:trace>
  <inkml:trace contextRef="#ctx0" brushRef="#br0" timeOffset="-14296.66">30927 7362 4461 0,'-4'-15'-31'0,"-1"3"21"0,-2 0 36 0,2 2 50 16,-3 0 43-16,-1-2 26 0,-1 3 6 0,-1 1-6 15,-5 1-10-15,0 3-1 16,-6 4-19-16,-1 4 1 0,-11 3 0 0,0 4 0 15,2 6-1-15,-1 1-22 0,-1 7-1 16,5 0-6-16,8 0-13 0,5 0-4 0,4 4-7 16,4-3 1-16,6-3-6 0,6 0-5 15,2 2-5-15,6 4-2 0,1-1-7 16,2-3-4-16,0-1-4 0,-1-5-1 0,-5-4-7 16,0-2-2-16,-1-1-5 0,-4-3 12 15,2-1 0-15,-2-1 34 0,-3 0 23 0,-1-7 32 16,-3 11 6-16,-1-6 2 15,-4 1-9-15,-2-3-11 0,-2 1-9 0,-4-2-11 0,-3-2-9 16,-4-2-15-16,-2 0-31 16,-1-2-59-16,-9-3-79 0,10-2-87 0,4 5-84 15,3-5-94-15,2-1-84 0,5 2-65 16,5-3-83-16,5 4-123 0,2 0 9 0,9-3-625 16,5-2-800-16</inkml:trace>
  <inkml:trace contextRef="#ctx0" brushRef="#br0" timeOffset="-14062.61">30769 7568 3717 0,'26'-7'27'15,"-8"-1"66"-15,-6 1 57 0,2 2 51 16,-3 2 49-16,1-3 34 0,-4 5 15 0,-8 1-8 16,9-7-21-16,-9 7-28 0,7-4-29 15,-7 4-15-15,0 0 13 0,7 16 11 0,-14-2 0 16,-4 15-12-16,-5 0 0 16,-11 8 3-16,-2-2 7 0,-5 0 7 0,2-1-6 15,1-1-221-15,6-5 0 0,6-6 0 0,4 2 0 16,5-5 0-16,4-4 0 0,6-2 0 15,4-1 0-15,6-2 0 0,5-2 0 16,10 2 0-16,2-8 0 0,13 0 0 0,3-4 0 16,3-6 0-16,13-2 0 0,0-6 0 15,4-3-622-15,-2-1-376 0,-3-4 88 0,-3-3 97 16,-8 1-836-16,-3-2-1086 0</inkml:trace>
  <inkml:trace contextRef="#ctx0" brushRef="#br0" timeOffset="-13714.56">31784 6140 4836 0,'0'-15'13'0,"0"4"3"16,4 3-2-16,2 1-4 0,4 4 3 0,3 3 13 15,10 6 14-15,15 20 12 0,1 8 10 16,6 12 1-16,5 28 4 0,-9 10 1 16,-8 6-7-16,-12 5 2 0,-8 4 1 15,-11 5 6-15,-8 5 9 0,-3 1 16 0,-9 5 28 0,-1 1 31 16,-3 0 13-16,-3-4-1 16,4-3 8-16,2 0 23 0,2-1-2 0,4-1-22 15,-1-6-11-15,1-9-18 0,-1-19-14 16,-1-7-11-16,-2-2-14 0,-2-7-12 0,-6-8-28 15,-2-6-50-15,-5-7-80 0,0-9-93 16,-1-9-94-16,-1-8-117 0,1-9-138 0,-9-6-185 16,-13-11-144-16,4-8 84 0,-4-11-698 15,-10-13-899-15</inkml:trace>
  <inkml:trace contextRef="#ctx0" brushRef="#br0" timeOffset="-12546.43">27790 5547 4188 0,'0'-9'37'0,"0"9"-8"0,0 0-4 0,0 0-8 0,0 0 23 0,-24 14 19 0,2 8 23 0,-1 2 19 0,-2 3 4 16,-3 8 2-16,2 2-2 0,-11-2 2 15,3 0-3-15,3 0-1 0,3-4-2 16,6-7-3-16,2-3-8 0,3-6-11 0,5-3-6 15,3-1-7-15,1-3-2 0,2-1-2 16,3-2-6-16,-5-2-2 0,8-3-7 0,0 0-8 16,0 0-6-16,-14-14-12 0,13 3-8 15,-1-5-17-15,0-10-17 0,4-11-10 16,0-4-12-16,-1 0 3 0,1 3 7 0,3 8 2 16,-5 8 6-16,2 4 5 0,0 2-2 15,-2 4 0-15,1-2 0 0,-1 6 3 16,0 1 5-16,2 2 12 0,-2 5 15 0,0 0 4 15,0 0 3-15,0 0 14 0,22 13 4 16,-10 3 2-16,10 4 3 0,0 6-2 16,6 5-3-16,3 0-3 0,-1 2-2 0,1 0-6 15,-2-1 1-15,-6-5-9 0,0-3 3 16,-5 2-2-16,2-4-1 0,-5-5-6 0,-4-2 1 16,-3-4 4-16,-3-3-10 0,4 2-3 15,-6-6 5-15,-1 0-16 0,-2-4-28 0,0 0-9 16,0 0 0-16,4-31-5 0,-6 7-6 15,-2-16 2-15,-1-14 6 0,3-4-2 16,-3-3 4-16,4 3 5 0,-3 5 6 16,0 12 22-16,0 3 24 0,1 10 26 15,-1 7 25-15,0 3 3 0,0 3-7 0,-2 5-9 16,1 6 0-16,-3 4 15 0,8 0 11 16,-21 18 10-16,4 9 19 0,5 4 20 0,-4 15 3 15,2 3-11-15,5 4-7 0,-1 2-7 16,9 1 1-16,-2 6-13 0,3-5 2 0,3 3-18 15,-2-14-2-15,5 8-6 0,-2-11-10 16,-1-7-3-16,1-7-10 0,-2-7-2 0,0-5-11 16,0-3 0-16,-1-4-1 15,-2-2-9-15,1-8-24 0,-8 6-19 0,8-6-10 0,0 0 7 16,-41-35-12-16,6 6-17 16,0-9 7-16,3-2 9 0,2-1-7 0,-1 6 16 15,7 0 11-15,5 10 45 0,5 8 31 16,3 3 16-16,1 2 9 0,5 2-2 0,0 3-6 15,8 0-1-15,3 2-10 0,8 0-5 16,11 0-40-16,22 0-20 0,1 1 0 0,21 2 0 16,2 2 0-16,-1 2 0 0,-3-2 0 15,-16 0-128-15,-2 0-113 0,-10 2-72 0,-8 0-92 16,-13-2-76-16,-4 1-104 0,-8 1-168 16,-6-2-35-16,0 0 76 0,0 0-575 15,-38 16-747-15</inkml:trace>
  <inkml:trace contextRef="#ctx0" brushRef="#br0" timeOffset="-10712.77">2517 10103 4734 0,'0'-19'123'0,"0"7"-83"0,-2 5-38 0,0 5-7 0,2 2 15 0,-14 18 73 0,-2 5-11 0,-9 15-7 16,-2 1 5-16,2 4 6 0,0 1-2 15,3-1-5-15,-1 1-3 0,2-5-10 0,8-6-1 16,-1-6-7-16,6-6-3 16,1-4-6-16,3-4-2 0,-1-2 1 0,0-3 0 15,3-1 1-15,-1 1 2 0,-1-8-2 0,4 0-11 16,0 0-3-16,-17-15-2 0,9-4-4 15,-5-10-14-15,-1-7-15 0,-2-12-13 16,0-4-6-16,3 1 1 0,-1 1 6 0,5 15 4 16,0 4 1-16,3 7 0 0,2 5 0 15,-2 6-5-15,4 2-5 0,0 4 4 16,2 7 2-16,0 0 4 0,0 0 2 0,0 0 3 16,34 26 1-16,-7-4 4 0,7 7 1 15,3 1 9-15,3-1 6 0,-2 1 1 0,2-1-1 16,-3-4 1-16,-9-4-1 15,-2-4-3-15,-5-2 6 0,-7-5-1 0,-1-2 2 16,-4 1 26-16,2-4 21 0,-6 1 36 16,3-3 24-16,-8-3 2 0,0 0-16 0,0 0-12 15,5-19-11-15,-10 4-12 0,-8-11-19 16,-7-5-25-16,-5-6-15 0,-2-3-8 16,-7 5-4-16,0 0-3 0,2 6-3 0,-1 6 1 15,5 8-1-15,-5 3-8 0,1 2 6 16,5 8-5-16,2 4 2 0,2 6 2 0,-5 6-3 15,2 3 0-15,3 0 0 0,1 5 4 16,8-3-3-16,3-2 4 0,4 1 1 0,3-3-2 16,4-1 4-16,2-3 1 0,4 1 4 15,6-2 3-15,4-4 9 0,9-5 10 16,2-1 0-16,11-2 3 0,6-5 2 16,7-6 1-16,3 4-5 0,-1-2-5 0,-9 5-3 15,-4 0-6-15,-7 2-1 0,-11 2-5 16,-1 2 4-16,-1 2-11 0,-4 2 2 15,-4-1-11-15,-1 2-37 0,-3 5-49 0,-1-3-70 16,-2 3-100-16,-2-2-108 0,-3 2-134 16,-1-2-221-16,-3 3 4 0,-3 1 83 0,-4 1-438 15,-12 10-554-15</inkml:trace>
</inkml:ink>
</file>

<file path=ppt/ink/ink17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5-09-21T03:24:22.573"/>
    </inkml:context>
    <inkml:brush xml:id="br0">
      <inkml:brushProperty name="width" value="0.05292" units="cm"/>
      <inkml:brushProperty name="height" value="0.05292" units="cm"/>
      <inkml:brushProperty name="color" value="#FF0000"/>
    </inkml:brush>
  </inkml:definitions>
  <inkml:trace contextRef="#ctx0" brushRef="#br0">10911 6745 785 0,'0'0'245'0,"-15"0"-48"0,15 0-26 0,-9 2-22 0,9-2-12 0,0 0-7 15,-12 2 0-15,12-2 0 0,0 0 8 16,-9 3 15-16,9-3 16 0,0 0 11 16,0 0-3-16,-9 0 8 0,9 0 4 15,0 0-4-15,0 0-6 0,0 0-7 16,-12 2-8-16,12-2-11 0,0 0-7 0,0 0-9 15,0 0-10-15,0 0-7 0,0 0-9 16,0 0 0-16,0 0-5 0,0 0-3 0,0 0-9 16,0 0-9-16,0 0-4 0,0 0-10 15,30 3-6-15,-30-3-6 0,23-1-4 0,-10 1-7 16,1 0-4-16,3 0-5 0,-4-2-3 16,2 2-4-16,-1-2-3 0,3 0-5 15,-3 2 0-15,-2-1-3 0,0-3-1 16,1 2-2-16,-2 2-3 0,3-3 11 0,-3 1 1 15,-5 1 6-15,-6 1 3 0,18-4 4 16,-13 3-6-16,-5 1-1 0,14-4 0 0,-14 4-6 16,9 0 4-16,-9 0-8 0,9-3 1 15,-9 3-1-15,11-2-6 0,-11 2 0 0,11-3-5 16,-11 3-3-16,9-2-1 0,-9 2-2 16,12-4 0-16,-12 4-5 0,11-3-1 15,-11 3 3-15,7-2-5 0,-7 2 5 0,0 0-4 16,12-1 4-16,-12 1-4 0,0 0 4 15,10-4-4-15,-10 4 3 0,0 0-3 16,0 0 5-16,11-2-5 0,-11 2 2 16,0 0 1-16,0 0-3 0,14 0 2 0,-14 0-1 15,0 0 2-15,0 0-6 0,11-2 5 16,-11 2-2-16,0 0-2 0,0 0 4 0,14 0-2 16,-14 0 5-16,0 0-1 0,0 0-2 15,12 2-1-15,-12-2 3 0,0 0-1 0,16 0-4 16,-16 0 3-16,0 0 3 0,13-2-2 15,-13 2-4-15,0 0 1 0,11 0 1 0,-11 0 0 16,0 0-4-16,0 0-2 0,14 0 5 16,-14 0 0-16,0 0 0 0,0 0 0 0,11 2 3 15,-11-2-2-15,0 0-5 16,0 0 1-16,7 2 5 0,-7-2-1 0,0 0-1 16,0 0 0-16,0 0-3 0,7 5 5 15,-7-5-1-15,0 0 0 0,0 5 3 0,0-5-1 16,0 0 3-16,0 0 0 0,-4 13 1 15,4-13-5-15,-4 10 3 0,0-4 2 16,-2 3-3-16,1 0 0 0,-1-1 1 0,1 2-1 16,-2 2 3-16,0 0-4 0,0 0 1 15,-1 2-1-15,-2 3 1 0,4-2-3 0,-3 2 5 16,-1 1-3-16,3-1 6 0,-4 3-8 16,0-3 1-16,2 3 5 0,0-1-1 0,0 0-2 15,-3 6 16-15,1-4 5 0,0-3 6 16,2 1 1-16,0 0 0 0,0 0 5 0,0-2-8 15,-2 2 6-15,4 0 3 16,-1-1 0-16,-2-1 5 0,7-2 3 0,-5-1 7 16,3 0 9-16,-2-4 4 0,5 0 3 15,-3 2 9-15,1-4 12 0,2-2-3 0,1 0 9 16,1-6 3-16,-6 13-2 0,6-13-3 16,-4 8-4-16,4-8-8 0,0 8-6 0,0-8-9 15,-3 7-4-15,3-7-13 0,0 0-49 16,-1 10 0-16,1-10 0 0,0 0 0 15,-4 6 0-15,4-6 0 0,0 0 0 0,0 0 0 16,0 0 0-16,0 0 0 0,-2 8 0 16,2-8 0-16,0 0 0 0,0 0 0 15,0 0-69-15,0 0-219 0,0 0-132 16,0 0-125-16,0 0-145 0,6-22-165 0,-2 13 82 16,0 5-775-16,2-3-991 0</inkml:trace>
  <inkml:trace contextRef="#ctx0" brushRef="#br0" timeOffset="649.47">11133 7052 3982 0,'0'0'-131'0,"-18"0"62"0,18 0 49 0,-13-2 49 0,13 2 41 0,-14 0 31 0,14 0 13 0,-12 0 14 0,12 0-1 16,-14 0 1-16,14 0-1 0,0 0-3 0,-17 0 0 0,17 0-1 15,0 0-1-15,-9 4-3 16,9-4-8-16,0 0 7 0,0 0-3 0,0 0-15 16,0 0-6-16,0 0-13 0,38-5-6 15,-22 1-13-15,6 1-9 0,1-2-5 0,-3 0-4 16,-1 1-8-16,1-1-2 16,-4 2-4-16,2-3-2 0,-7 3-4 0,3 1-4 15,-5-1 4-15,-9 3-5 0,16-2-3 0,-11 0 4 16,-5 2-1-16,10-3 2 0,-10 3 0 15,0 0 0-15,0 0-4 0,0 0 6 16,0 0 6-16,0 0 2 0,0 0 4 16,-47 9 4-16,33-4 7 0,-8 0 7 0,6 2 16 15,-4-1-18-15,1-2 4 0,4-1-2 16,4 2 3-16,-5-1-1 0,7-1 0 0,9-3 15 16,-12 7-5-16,12-7 3 0,-9 4-11 15,9-4-6-15,0 0-4 0,0 0-6 0,0 0-6 16,0 0-6-16,40-9 3 0,-25 6-9 15,2-3 0-15,1 1-3 0,-3 2 1 0,0 0-10 16,3-2 13-16,-7 1-11 0,0 1-2 16,-1-1-1-16,-3 2 3 0,2-1-8 0,-9 3-2 15,13-3-16-15,-13 3-37 16,7-5-50-16,-7 5-78 0,5-4-75 0,-5 4-107 16,0 0-109-16,0 0-123 0,0 0-207 15,2-5 57-15,-2 5 82 0,0 0-549 0,0 0-673 16</inkml:trace>
  <inkml:trace contextRef="#ctx0" brushRef="#br0" timeOffset="1202.03">11054 6805 3258 0,'-21'0'-12'0,"4"-2"47"0,2 2 43 0,0 0 42 0,4-1 32 0,11 1 14 0,-18 0 4 0,18 0 0 0,-11 1-12 16,11-1-7-16,0 0-5 0,0 0-14 0,0 0-11 15,0 0-11-15,0 0-15 16,38-6-10-16,-13 2-7 0,2-1-12 0,9 0-21 15,-2-1-21-15,-5 1-10 0,-4 0-1 16,-5 0-4-16,1 0 1 0,-1 4-1 0,-8-3 1 16,1 2 8-16,-1-1 9 0,-2 1 4 15,-10 2 2-15,15-2 1 0,-15 2 1 16,11-1-3-16,-11 1-3 0,0 0 2 0,12 0 10 16,-12 0 4-16,6 7 3 0,-6-7 6 15,2 8 0-15,-4-1-3 0,2 6-2 0,-5 0-3 16,2 4-2-16,-3 5-4 0,-5 10-7 15,-1 3 1-15,1 3-3 0,0-4 4 0,-1 1-3 16,3-3-5-16,-1 3 2 0,0-5-8 16,1-1 1-16,3-3 1 0,3-6-2 0,-1 1-4 15,-1-6-1-15,2 1-4 16,-1-3 9-16,2-3 13 0,0 2 6 0,1-4 15 16,-1-1 0-16,-2-1 4 0,4-6 9 15,0 11-20-15,0-11 2 0,-2 9-7 0,2-9-9 16,0 0-3-16,0 0-23 0,0 0-52 15,0 0-66-15,0 0-94 0,0 0-134 0,0 0-147 16,0 0-185-16,0 0-99 0,0 0 93 16,15-20-602-16,-7 14-738 0</inkml:trace>
  <inkml:trace contextRef="#ctx0" brushRef="#br0" timeOffset="1784.5">11735 6732 3227 0,'0'0'-74'0,"-8"-9"62"0,8 9 46 0,-4-5 43 0,4 5 33 0,-4-5 25 0,4 5 7 0,0 0 1 16,-3-5-2-16,3 5-11 0,0 0 3 16,0 0-8-16,0 0-3 0,0 0-9 0,-8-4-12 15,8 4-14-15,0 0 9 16,0 0 22-16,-14 24-1 0,7-10 2 0,-6 11 5 16,-3 7 3-16,-7 5-9 0,3 5 10 15,-5 4 22-15,0-3-6 0,-2-1 5 0,4 1 3 16,3-4-7-16,4-8-5 0,1-4-6 15,5-3-12-15,1-5-8 0,4-4-6 0,-5-2-12 16,7-2-6-16,-4-2-9 0,3 0-10 16,4 0-2-16,-3-2-11 0,3-7-7 0,-4 10-2 15,4-10-14-15,0 0-28 0,0 0-46 16,-2 3-51-16,2-3-57 0,0 0-81 16,0 0-107-16,0 0-106 0,0 0-112 15,0 0-138-15,11-20-56 0,-7 12 64 16,0 4-573-16,0-4-716 0</inkml:trace>
  <inkml:trace contextRef="#ctx0" brushRef="#br0" timeOffset="2116.19">11504 6902 3450 0,'-16'-6'44'16,"5"0"52"-16,0 0 43 0,1 2 36 15,5 2 31-15,5 2 26 0,-13-8 14 16,13 8-6-16,-8-5-13 0,8 5-14 16,0 0-11-16,-4-6-29 0,4 6-13 0,0 0-13 15,25-13-15-15,-2 8-19 0,2 0-12 16,9-2-12-16,0 0-13 0,0 2-18 0,-5 0-25 16,-6 1-2-16,-2 1-8 0,-4 1 0 15,-1 1 1-15,-4-1-2 0,-1 1-4 0,-11 1 3 16,18-2 0-16,-18 2-8 0,11-4-3 15,-11 4-1-15,12-2-2 0,-12 2-2 0,0 0-2 16,0 0-20-16,0 0-34 0,0 0-56 16,0 0-75-16,11 8-103 0,-11-8-109 15,0 0-123-15,0 0-177 0,0 8-4 16,0-8 85-16,2 5-484 0,-2-5-566 0</inkml:trace>
  <inkml:trace contextRef="#ctx0" brushRef="#br0" timeOffset="2566.01">12186 6596 2802 0,'-4'-8'-24'0,"2"2"56"0,-1-1 44 0,-1 2 44 0,4 5 25 0,-4-9 22 0,3 5 3 0,1 4-12 15,-8-8-12-15,8 8-17 0,-10 0-8 16,10 0-5-16,-20 10 4 0,0 1-1 15,-3 11 3-15,-6 11-3 0,-1 5 1 16,-1 3-1-16,-1 2-5 0,4 3-6 0,-3 6-7 16,4 1-7-16,5-2-11 0,3 2-6 15,-1-5-5-15,6-1-9 0,0 1-6 0,6-12-5 16,5-4-8-16,-3-3-4 0,6-4-3 16,0-7-10-16,0 3-6 0,4-4-21 15,-1-3-23-15,-1-2-23 0,6-1-40 0,-2-5-46 16,2-1-60-16,1 1-73 0,-2-5-68 15,-7-1-98-15,20-1-124 0,-20 1-66 0,15 0 70 16,-4-3-344-16,-11 3-378 0</inkml:trace>
  <inkml:trace contextRef="#ctx0" brushRef="#br0" timeOffset="3349.89">12099 6968 2332 0,'-5'-5'-5'0,"0"0"41"0,5 5 35 0,-6-8 23 0,5 4 34 0,-5-2 21 0,6 6 11 0,-4-9 2 0,3 3 9 15,1 6-5-15,-2-8-12 0,2 8-8 16,3-13-8-16,-1 9-16 0,2-4-9 0,1 2-5 15,1-2-3-15,1 0-2 16,4 1 4-16,-4 1-1 0,2-2-4 0,1 4-8 0,1-2-4 16,-1 1-11-16,2 3-8 15,-5 2-4-15,-7 0-7 0,21 2-5 0,-10 5-7 16,-3 1-2-16,2 4-3 0,-1 2-6 16,-1 1-2-16,-3 2-7 0,2 5 1 0,-6-3-1 15,3 3-1-15,-4-1 12 0,0-3 10 16,0 1 6-16,-2-2 3 0,0 0 0 0,2-2-1 15,-1-4-4-15,1 0-4 0,0-2-5 16,0-2-2-16,0 0 8 0,0-7 11 0,0 12 23 16,0-12-6-16,0 0 0 0,0 0-18 15,0 0-2-15,0 0-2 0,0 0-14 16,16-31 0-16,-8 13-10 0,5-10-3 16,0-2-2-16,3-1-3 0,1 0-7 0,0 2 0 15,-2 4-6-15,-1 2 0 0,-3 3 0 16,1 5 0-16,-5 5-2 0,-1 1-4 0,-1 1 0 15,1 2-3-15,2 0 0 0,-4 4 5 16,-4 2-10-16,0 0 11 0,0 0-8 16,23 10 2-16,-19 0 2 0,1-1-2 0,-3 7-4 15,2 1 6-15,0 5-6 0,-4-3 3 16,0 4 8-16,0 2 1 0,0 1-2 0,0-2-2 16,-2-2-2-16,-2 2 5 15,4-5-3-15,-2 0 2 0,0-2 1 0,2-3-1 16,-1-3-6-16,1 2 1 0,-2-2 1 0,2-1-4 15,0-5-4-15,0 3-2 0,-2-2-23 16,2-6-29-16,0 10-46 0,0-10-63 16,0 0-93-16,-4 5-112 0,4-5-114 0,0 0-158 15,0 0-81-15,0 0 65 0,0 0-538 16,-12 0-663-16</inkml:trace>
  <inkml:trace contextRef="#ctx0" brushRef="#br0" timeOffset="3817.81">12772 6588 3029 0,'0'-10'-66'0,"2"0"62"0,-1 3 35 0,1-1 27 0,0 0 21 0,0-1 26 0,3 1 21 0,-1 0 9 0,5-2 9 0,-6 2 10 16,5 1 4-16,-5 2-2 16,1 0-14-16,-4 5-8 0,7-2-3 0,-7 2 2 15,0 0 0-15,11 25-9 0,-11-5 4 16,-6 13 2-16,1 4-5 0,-2 3 5 0,-2 13 5 15,-7 1 4-15,-1 4 11 0,-2 2 20 16,-1 1-4-16,-3-1-10 0,-2-4-11 0,3 1-9 16,-3-5-19-16,5-1-12 0,3-5-14 15,-2-5-5-15,5-8-3 0,1-3-10 16,1-2-4-16,7-7-15 0,-1-8-6 0,2 1-14 16,1-5-4-16,-1-2-6 0,1 0-25 15,3-7-30-15,-2 8-47 0,2-8-58 16,0 7-88-16,0-7-119 0,0 0-142 15,0 0-161-15,0 0-127 0,0 0 65 0,0 0-653 16,0 0-815-16</inkml:trace>
  <inkml:trace contextRef="#ctx0" brushRef="#br0" timeOffset="4365.18">12914 7043 3707 0,'-6'-11'14'0,"-3"-1"71"0,5 3 41 0,-1 0 35 0,0 1 21 0,5-1 15 0,-2 1-2 0,4-1-13 0,3-3-15 0,0 4-17 15,7-4-17-15,0 1-14 16,-1 3-11-16,2-2-12 0,0 5-9 0,2-2-9 16,-1 4-9-16,-3 1-6 0,1 4-6 15,-3 2-8-15,1 3-4 0,-5 1 5 0,-3 2 9 16,-4 5 33-16,-2 7 38 0,-8 5 6 15,-4 4 34-15,-3 2 23 0,-6 3 20 0,6-7 18 16,-1 0 10-16,0-5 0 0,5 1-4 16,2-6-109-16,3-3-128 0,4-4 0 0,0-2 0 15,6-1 0-15,0 0 0 0,4-1 0 16,4-1 0-16,5 0 0 0,0-2 0 16,7 0 0-16,-3-2 0 0,7-1 0 15,-1 2 0-15,0-4 0 0,1 3 0 0,-6-3 0 16,3 0 0-16,-3 2 0 0,-3-4 0 0,-1 2 0 15,-14 0 0-15,18 0 0 0,-8 0 0 16,-10 0 0-16,17-3 0 0,-17 3 0 16,11 0 0-16,-11 0 0 0,12 0 0 0,-12 0 0 15,0 0 0-15,0 0-577 0,0 0-280 16,0 0-50-16,0 0 86 0,0 0-889 16,0 0-1145-16</inkml:trace>
  <inkml:trace contextRef="#ctx0" brushRef="#br0" timeOffset="5268.47">10980 7821 4889 0,'-26'4'44'0,"2"-2"34"0,8 2 25 0,0-3 32 0,5-1 30 0,1 1 50 16,10-1 11-16,0 0-14 0,0 0-19 15,0 0-18-15,32-18-19 0,9 7-14 16,16-3-11-16,13-1-17 0,4 1-13 0,24-5-19 15,-18 5-17-15,-6 1-55 0,-3-2-30 16,-9 4-21-16,-20 0-15 0,-5 3-14 0,-13 2-6 16,-6 3 5-16,-13 2 7 0,-5 1 8 15,0 0 6-15,0 0 6 0,-65 10 3 0,10-2 12 16,-4 0 22-16,-4 3 15 16,2-1 19-16,6 1 21 0,-3-3 11 0,19-2 12 15,10 0 4-15,4-2 11 0,8-1-3 16,5-2 4-16,3 2-5 0,7 1-8 0,2-4-6 15,0 0-5-15,23 5-8 0,-4-5-9 16,10 0-6-16,1 3-4 0,14-3-7 0,-2-3-1 16,1 2-33-16,-6-1-46 0,3-1-46 15,-9 0-59-15,-6 0-69 0,-4 2-84 0,-3 0-82 16,0-3-71-16,-3 0-86 0,-2 3-156 16,0-2-6-16,-2 0 72 0,0 2-512 0,-4-1-616 15</inkml:trace>
  <inkml:trace contextRef="#ctx0" brushRef="#br0" timeOffset="7430.83">15165 7887 3581 0,'-35'-4'210'0,"9"2"17"0,1-2 13 0,10 1-1 0,0 1 3 0,5 0-2 16,2-3-25-16,8 5-10 0,16-15-33 15,16 6-11-15,26-3-24 0,10-2-15 0,14 2-16 16,23-1-4-16,4 1-28 0,-5-1-34 16,-22 3-31-16,-2 1-31 0,-11 1-23 0,-6 2-17 15,-22 0-2-15,-5 0 0 0,-11 4-10 16,-9-1 11-16,-8 3 8 0,-8 0 5 15,0 0 6-15,0 0 6 0,-81 0 17 0,16 3 21 16,-5 1 21-16,-6 3 16 0,-4 2 11 16,-4-2 9-16,7 1 16 0,9 0 16 0,5-4 0 15,22 0 1-15,10 0 4 0,6-2-4 16,11 5-7-16,11-5-20 0,3-2-1 0,0 0 5 16,42 6-6-16,2-6-10 15,18 0-9-15,11-4-7 0,3 0-15 0,6-3-20 16,-10 6-15-16,-5-4-4 0,-8 0 9 15,-18 2-1-15,-13-1-1 0,-9 2 0 0,-5-1 16 16,-9 3 20-16,-5 0 27 0,0 0 10 16,0 0 36-16,-52-6 14 0,22 6 7 0,-13 3-1 15,2-3-11-15,1 0-11 0,2 3-8 16,12 0-11-16,2-1-11 0,10 2-11 0,-2-1-16 16,7 0-31-16,1 1-41 0,2-1-53 15,6-3-68-15,0 8-91 0,0-8-125 0,0 0-133 16,14 11-152-16,-11-9-154 15,-3-2 76-15,8 3-738 0,-8-3-919 0</inkml:trace>
  <inkml:trace contextRef="#ctx0" brushRef="#br0" timeOffset="18080.25">15064 11522 2070 0,'-4'13'221'0,"0"0"-66"0,-5 6-31 0,-5 8-9 0,1 1-3 0,-2 2-6 0,0 1 4 16,-1-2 4-16,3-1 6 16,4-5 5-16,2-6-5 0,2 0-6 0,1-4-10 15,4-1-6-15,0 0 7 0,2 0-1 16,0-1 1-16,3-1 1 0,-1-1-1 0,6-3 4 15,-2-1-3-15,1-1 4 0,3-1-1 16,1 1 0-16,3-4 0 0,-2 2-2 0,6-2 2 16,0 1-4-16,12-1-8 0,-5 0-10 15,14 0-7-15,4 4-9 0,5-3-2 16,9 3-11-16,4-1-6 0,4 2-5 16,3-1-2-16,6-1-9 0,3-3 1 15,2 0-7-15,1-3-4 0,3 2 1 0,1-9-7 0,-3 3 2 16,18-8-2-16,-21 3-1 15,-5-2-4-15,-5 2-2 0,-6 1 4 0,-4-1-4 16,-7-1 2-16,-9 5-2 0,-6-2 8 16,0-1 11-16,-2 5 8 0,0-3 17 0,0 1 11 15,1-1 7-15,3-2 1 0,0 3 2 16,2-2 0-16,15-1 1 0,2 2-6 0,0-3-6 16,2 4-9-16,6-1-17 15,3 1-1-15,2 2-3 0,3-4-5 0,1 5-3 0,4-2-3 16,6 4-4-16,-3 1-2 0,3-3-4 15,2 4 2-15,0 1 1 0,-2-4-8 16,4 2 1-16,-3 0 2 0,1 2-12 16,0-3 5-16,-3 2 5 0,-3-1-3 0,0 0-5 15,1-2 7-15,-2 1-3 0,-3 2-2 16,0-4-7-16,-3 1 2 0,-3 1 2 0,1-3 7 16,1 5-5-16,-2-6-1 0,1 1 0 15,-1 2-2-15,-2-3 0 0,-1 0 4 0,0 2 7 16,-3-1-9-16,1 1-5 0,-3 1 2 15,4 0-5-15,-5 1 5 0,-2-2-2 0,-12 3-1 16,0 2 1-16,1-2 0 0,-1 0 1 16,1 2 3-16,6-2 2 0,6 2-8 0,3-1 2 15,2 1 4-15,-1 0-3 16,3 0 6-16,2 0-5 0,-1 1-2 0,3-2-3 16,-1 1 7-16,-2-3-2 0,-1 2 0 15,-2 0-3-15,-4-1-2 0,-12 2-3 0,0-2 16 16,3 2-3-16,-2 0-10 0,-2 0 1 15,4 0 1-15,0 0 3 0,8 0-3 0,1 2 3 16,-9-2-3-16,9 2 0 0,-1-1 3 16,1-1 1-16,2 1-3 0,0 2-2 0,-3-2-2 15,6 1 4-15,-16-2 1 0,9 2-4 16,-11-4 3-16,-2 2 1 0,-2-2-4 0,-5 1 2 16,2 1 3-16,-9-3-3 0,6 2-16 15,-6 1 20-15,8 0 0 0,0 1 4 0,2 3-6 16,2 0 20-16,2-1-23 15,6 4 9-15,3 0-10 0,2 0 5 0,-1 1-2 16,1-2-2-16,-2 1 0 0,0-2 1 16,-7-1-17-16,5 3 19 0,-9-1-15 0,-1 0 14 15,0-2 1-15,0 1-7 0,-3 0 7 16,6 0-7-16,7 5 2 0,2-4 2 0,6 2 6 16,0 3-7-16,3-1 0 0,6 2 4 15,-4-1-1-15,4 0-7 0,8 4 7 0,15 2-2 16,-14-4 2-16,-4 3-7 15,-2-2 10-15,-3 1 1 0,0-1-7 0,-6-3-1 16,-7-1 7-16,-14-3 1 0,0 0 15 16,-6-2 12-16,-1 1 15 0,-11-3 11 0,-6-2 16 15,0 1 20-15,-7 0 18 0,-2 0 7 16,1-2-2-16,-4 0-5 0,-9 0-66 0,16 1-44 16,-16-1 0-16,12 0 0 0,-12 0 0 15,0 0 0-15,11 0 0 0,-11 0 0 0,0 0 0 16,0 0 0-16,9-3 0 0,-9 3 0 15,0 0-278-15,0 0-133 0,0 0-120 16,-20-10-148-16,7 6-171 0,-4 1 78 0,-3 0 84 16,0-2-666-16,-7 1-810 0</inkml:trace>
  <inkml:trace contextRef="#ctx0" brushRef="#br0" timeOffset="19063.53">4247 12270 1551 0,'-50'0'669'0,"-11"-2"-217"0,9 2-119 0,-2 0-79 0,4 0-27 15,3 0-11-15,7 0-12 0,7 0-5 0,8 0 15 16,7 0 7-16,2 0-3 15,7-2-5-15,9 2-14 0,0 0 1 0,0 0-2 16,0 0-6-16,47-2-18 0,22 2-12 16,19 4-39-16,41-8-1 0,16 0-19 0,21 0-3 15,15-2-21-15,59-9-1 0,-2 9 9 16,-3-5-30-16,-58 1-49 0,-2 3-30 0,-5-2-16 16,-6 1 5-16,-5 1 0 0,-12-1 7 15,-7-3 5-15,-15 1 3 0,-16 3-1 16,-31 4 5-16,-5-6 0 0,-15 2 24 0,-13 4 19 15,-8-2 19-15,-10 3 13 16,-4 1 2-16,-6-3 15 0,-3 4 2 0,-1-2 10 16,-3-1-4-16,-10 3-1 0,18-2-5 15,-10 0-8-15,-8 2-8 0,0 0-7 0,19-1 0 16,-19 1-12-16,0 0-6 0,16-3 3 16,-16 3-10-16,0 0-11 0,0 0-22 0,15 0-38 15,-15 0-49-15,0 0-64 0,0 0-73 16,7-1-96-16,-7 1-111 0,0 0-134 15,0 0-167-15,0 0-18 0,-20-17 69 0,11 12-598 16,-3-3-740-16</inkml:trace>
  <inkml:trace contextRef="#ctx0" brushRef="#br0" timeOffset="20312.29">7667 10268 3440 0,'-13'0'-65'0,"13"0"39"0,-16 0 21 0,16 0 17 0,-12 0 12 16,12 0 14-16,0 0 13 0,-13 0-2 16,13 0 11-16,0 0 10 0,-14 0 9 0,14 0-6 15,0 0 6-15,0 0 8 0,0 0 12 16,0 0 3-16,63 8-9 0,3-4-6 16,13-3-11-16,37-1-10 0,10 0-5 0,8-5-9 15,6-1-3-15,0 1-1 0,-2-4-9 16,2 4-10-16,-11-1-19 0,-9 0-7 0,-9-2-19 15,-31 3-16-15,-9 1-15 0,-10 1-7 16,-20 0-9-16,-12 3-4 0,-10-2 11 0,-9 2 11 16,-10 0-4-16,0 0 9 15,0 0 8-15,-67 2 12 0,2-2 16 0,-15 2 10 16,-8-1 19-16,-30 1 19 0,-2-1 18 16,-6 1 10-16,1 0 9 0,1 3 5 0,6 0 1 15,7 0 7-15,29 1 4 0,11-2 0 16,10 1-7-16,20-3-2 0,12 0-8 0,8 0-7 15,14-2-6-15,7 0-7 0,0 0-5 16,37 3-5-16,36-4-7 0,15-1-2 0,34-4-9 16,13 1-2-16,10-1-8 0,0 0-21 15,-3 0-21-15,-4-1-12 0,-12 3-12 0,-14-2-6 16,-30 0-1-16,-9 2-2 16,-12 0-1-16,-22 2-10 0,-8-1 0 0,-10 1-8 0,-10 0-23 15,-5-1-45-15,-6 3-55 16,0 0-43-16,-29-5-46 0,5 1-63 0,-18 1-69 15,-4 3-129-15,-2-3 16 0,1-1-316 16,-3 2-328-16</inkml:trace>
  <inkml:trace contextRef="#ctx0" brushRef="#br0" timeOffset="24944.34">22702 13135 2201 0,'-2'-7'348'0,"2"7"-122"0,-5-7-56 0,-2 4-35 0,4-3 0 16,-7-2-1-16,3 0-11 0,-5 1-7 0,-3-7 3 15,-1 2-10-15,5 1 11 16,-4-3 6-16,-8-5-4 0,10 5 5 0,0 2-7 0,-3 1-3 16,1-3-9-16,-2 4-7 15,-4-1-10-15,0 4-7 0,-2 1-11 0,-6 2-7 16,3 2-6-16,-7 2-1 0,-10 6 0 15,-2 0-2-15,-9 5-3 0,-1 1 4 16,3 5-5-16,2 1 0 0,3 5-4 0,-1 2-2 16,2 1-3-16,0 3-4 0,7 0-1 0,-3 3-3 15,1 0-1-15,3 3-3 0,2 2-6 16,4 1 3-16,0 4-7 0,-1-4-3 16,5 0 1-16,-3 2-5 0,6-2 1 15,0-4 0-15,6 0 1 0,2-2 7 0,-2-1 14 16,2 2 7-16,-2 7 5 0,3-7-1 0,3 6-3 15,0 5-6-15,-2 4-2 16,0 0 7-16,3 0 0 0,-3-2 0 0,1 3-8 16,5-12-2-16,0 1-3 0,0-1-1 15,0 1-5-15,2-1-2 0,-1 0-1 0,-2-2-4 16,5 2-4-16,-3-3-3 0,5 0 10 16,-6 1 3-16,7-6 10 0,1-4-4 0,-3 12-1 15,6-8-7-15,-2-2 7 16,0 11-7-16,3-2-5 0,2 2 1 0,2-3-9 15,1 0-2-15,-1-1 5 0,3 3-3 16,1-2-2-16,-3 2-4 0,2 0 4 0,-1-3 0 16,4 1-4-16,1-2 4 0,-3-2-4 15,7 1 0-15,-5-2 0 0,2 3-3 0,4-2 2 16,-2 0-3-16,-2 0-2 0,3 1 7 16,-2 2-3-16,2-5-3 0,-2 0 0 0,-2 0-1 15,-1 3 1-15,3-5 1 0,2 1 4 16,-5-2 0-16,-1 2-9 0,6-3 7 0,1 0 0 15,-2-1-4-15,2 3-1 0,0-4 2 16,2 1 2-16,2 0-1 0,0 0-2 0,-1-1 0 16,3-3 4-16,-1 4-2 0,2-2 3 15,-3 1 1-15,3-2 1 0,-3-5-7 16,-1 3 8-16,1 1-4 0,-3-3-1 16,-1-2 4-16,5 2-9 0,-2 0 7 0,3 0-3 15,1-1 1-15,1 1 0 0,4-2 2 16,1 1 3-16,4 2 9 0,10 1 0 0,3 0 8 15,3-2 5-15,3 3-1 0,-1-6-2 16,3 3 2-16,-2-4-3 0,0 1 3 0,4-1-12 16,0-1 2-16,-1 0 10 0,-5-1-7 15,3 1-5-15,-13-6-2 0,3 1 0 0,0 0 2 16,-5-2-2-16,5 0 2 0,3-1 0 16,-2-1 2-16,-1-3 3 0,1 0-1 0,3-2 2 15,1 1 5-15,10-3 6 0,0 1 13 16,-1-3 7-16,4 4 5 0,-1 0-3 15,0 0-5-15,-2-1-2 0,5-1-8 16,-5 4-1-16,2-2-4 0,-11 1-2 0,-1-1 2 16,-1 0-5-16,1 1-5 0,-4-1-23 15,-2 0-1-15,-4-2 0 0,4 0 0 0,-4-1 0 16,1 1 0-16,-3-4 0 0,0 4 0 16,-1-1 0-16,5-4 0 0,-2 2 0 0,3-1 0 15,-2 2 0-15,4-4 0 0,-4 1 0 16,9-3 0-16,1 0 0 0,-13 3 0 15,0 0 0-15,1-5 0 0,-6 0 0 16,0 2 0-16,-1-3 0 0,-3 1 0 0,1-3 0 16,-5 2 0-16,3-6 0 0,-4-1 0 15,0 0 0-15,0-4 0 0,-1-2 0 0,3-7 0 16,1-2 0-16,1-1 0 0,0-3 0 16,-3 0 0-16,1-1 0 0,-2-4 0 0,-3 1 0 15,-1-2 0-15,-1-1 0 0,-4-2 0 16,0-1 0-16,-3-3 0 0,-1-4 0 0,-3 0 0 15,-1-8 0-15,-1 1 0 0,2-5 0 16,-4-6 0-16,2-20 0 0,3-3 0 16,-2 19 0-16,-2 3 0 0,-3 4 0 0,-1 3 0 15,-2 9 0-15,-4 6 0 0,1 10 0 16,-3 3 0-16,-2 3 0 0,-1-2 0 16,-4-3 0-16,-1 6 0 0,1 4 0 15,-5 1 0-15,4 0 0 0,-2 2 0 0,1 2 0 16,-3 0 0-16,1 0 0 0,-2 0 0 15,4 0 0-15,-4-2 0 0,2 4 0 0,-2-2 0 16,2 0 0-16,-5-2 0 0,4 4 0 16,-5 0 0-16,-6-8 0 0,6 7 0 0,-9-4 0 15,-1-1 0-15,1 2 0 0,-2-1 0 16,3 0 0-16,-3 3 0 0,2-2 0 0,-2-1 0 16,-3 0 0-16,1-3 0 0,-2 3 0 15,-5-1 0-15,-4 4 0 0,-4-6 0 16,-5 2 0-16,-14-9 0 0,11 10 0 0,-15-6 0 15,-1 2 0-15,-3-2 0 0,16 11 0 16,-21-10 0-16,3 6 0 0,13 7 0 16,-20-8 0-16,-1 8 0 0,-5 2 0 0,-4 5 0 15,14 7 0-15,0 3 0 0,-28 0 0 16,22 7 0-16,-4 3 0 0,-18 3 0 0,25 2 0 16,3-1 0-16,6 1 0 0,7-2 0 15,7 0 0-15,13 0 0 0,8-3 0 0,12-1 0 16,5 1 0-16,7-3 0 0,4 2 0 15,2-4-16-15,2-3-591 0,3-2-178 16,3 2-120-16,2-2 76 0,1 0-888 0,1 7-1151 16</inkml:trace>
</inkml:ink>
</file>

<file path=ppt/ink/ink17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5-09-21T03:46:50.424"/>
    </inkml:context>
    <inkml:brush xml:id="br0">
      <inkml:brushProperty name="width" value="0.05292" units="cm"/>
      <inkml:brushProperty name="height" value="0.05292" units="cm"/>
      <inkml:brushProperty name="color" value="#FF0000"/>
    </inkml:brush>
  </inkml:definitions>
  <inkml:trace contextRef="#ctx0" brushRef="#br0">22462 12663 950 0,'5'13'-171'0,"-3"1"-189"0,-5 0 217 0,-3-2 49 0</inkml:trace>
  <inkml:trace contextRef="#ctx0" brushRef="#br0" timeOffset="732.42">22855 12775 712 0,'1'-6'177'0,"-1"6"-9"0,2-9-15 0,-2 9-9 0,0-6 12 0,0 6 8 16,0 0 4-16,-7-8 8 0,7 8 5 15,-10 0 3-15,10 0 3 0,-21 8 0 0,7-2-10 16,2 6-7-16,-4 5-6 0,-3 2-4 15,6 0-11-15,1-1-10 0,7 1-11 16,-1-4-11-16,6-1-13 0,0 1-9 16,2 0-8-16,6-4-7 0,-3 2-6 0,4-2-10 15,3-3-5-15,-1-3-3 0,3-3-9 16,-3-2-1-16,0 0-3 0,3-2-7 0,-14 2-2 16,17-5 3-16,-10 2-2 0,-6-2-4 15,-1 5-5-15,4-11-9 0,-4 11-1 0,-8-8-17 16,0 3-17-16,1 3-38 0,-2 0-46 15,-3 0-52-15,1 0-49 0,11 2-59 0,-24 4-86 16,15-4-135-16,-1 4-71 0,1-4 35 16,9 0-246-16,-17 3-254 0</inkml:trace>
</inkml:ink>
</file>

<file path=ppt/ink/ink17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dev"/>
          <inkml:channel name="T" type="integer" max="2.14748E9" units="dev"/>
        </inkml:traceFormat>
        <inkml:channelProperties>
          <inkml:channelProperty channel="X" name="resolution" value="1842.91333" units="1/cm"/>
          <inkml:channelProperty channel="Y" name="resolution" value="2949.32495" units="1/cm"/>
          <inkml:channelProperty channel="F" name="resolution" value="0" units="1/dev"/>
          <inkml:channelProperty channel="T" name="resolution" value="1" units="1/dev"/>
        </inkml:channelProperties>
      </inkml:inkSource>
      <inkml:timestamp xml:id="ts0" timeString="2025-09-21T03:47:30.149"/>
    </inkml:context>
    <inkml:brush xml:id="br0">
      <inkml:brushProperty name="width" value="0.05292" units="cm"/>
      <inkml:brushProperty name="height" value="0.05292" units="cm"/>
      <inkml:brushProperty name="color" value="#FF0000"/>
    </inkml:brush>
  </inkml:definitions>
  <inkml:trace contextRef="#ctx0" brushRef="#br0">12428 8727 1226 0,'0'0'224'0,"5"-3"-77"0,-5 3-42 0,0 0-30 0,0-7 2 15,0 7 7-15,0 0 8 16,0 0 6-16,0 0 7 0,0 0 4 0,0 0 3 16,-5-10-12-16,5 10-5 0,0 0-4 15,-7-4-7-15,7 4-7 0,-10-1 0 0,10 1 1 16,-14 0-8-16,14 0-7 0,-18-2-5 16,8 2-6-16,10 0-2 0,-20 0-8 0,8 2-3 15,-1-1 3-15,0-1-10 0,-3 2 0 16,3 0-1-16,-1 1-4 0,1-1-2 0,-1 0 2 15,3-2 4-15,-3 3 7 0,3-1 11 16,-2 0 11-16,1-1-8 0,12-1 2 16,-18 2-1-16,18-2 6 0,-18 2-3 15,18-2-2-15,-11 1-6 0,11-1-4 0,-14 2-5 16,14-2-7-16,0 0 2 0,0 0-5 16,-14 2-2-16,14-2-2 0,0 0 2 15,-12 1-5-15,12-1-5 0,0 0 2 0,0 0-2 16,0 0-1-16,0 0-1 0,-15 0-5 15,15 0 5-15,0 0 0 0,0 0-2 0,0 0-2 16,0 0-6-16,0 0 1 0,0 0 2 16,0 0-8-16,0 0 2 0,-11 2-1 15,11-2 1-15,0 0-2 0,0 0 3 16,0 0-6-16,0 0 3 0,-18 2-3 0,18-2 3 16,-17 0 3-16,4 2 5 0,-3-2 10 0,-2 0 8 15,-7 0 8-15,-6 0 6 0,-10-2 1 0,-9 0 6 16,-13-1 0-16,-4 1-7 15,-2 0 2-15,-1-1-1 0,1 1-1 0,3 2 2 16,-3 2-2-16,2-2-2 0,4 3-1 16,1-1-3-16,12 1-5 0,-13 1 0 0,14 1 0 15,-1-3 0-15,3 1 3 0,-1-1-1 16,0 1 8-16,2-1-2 0,0 1 0 16,1-3-2-16,2 0-5 0,0 2 1 15,2 2-4-15,-2-3-5 0,1 1-1 0,3 3 1 16,-6 0-7-16,2 2-1 0,-11 4 0 0,8-5 0 15,3 3 3-15,-1-2 10 16,4 0 4-16,2-1 10 0,4-1 4 0,5 1 1 16,6-5 0-16,3 2-2 0,2-2 5 15,-1 0-5-15,4-1 2 0,-3 2 1 0,5 0 5 16,-1-2-1-16,14 0-1 0,-22 0-5 16,22 0 0-16,-23-4-7 0,13 4-2 0,10 0-6 15,-22-1-3-15,10 0 0 0,-3-2-6 16,-2 2-4-16,-2-3-2 0,-2 0 1 0,-2 1-4 15,-4 3 1-15,-9-4-5 0,-2 0 3 16,0 0-4-16,6 3-1 0,1 0 1 16,5-3 0-16,-5 2-4 0,4 0 6 15,0 2-1-15,6-2-7 0,-2 0-1 0,3 2 4 16,0-1-1-16,2 1-6 0,2 0 3 16,3-2-4-16,-1 2 6 0,3-2-7 0,11 2 1 15,-19 0-24-15,19 0-21 0,-13 0-34 16,13 0-39-16,0 0-48 0,-14 0-74 15,14 0-84-15,0 0-74 0,-9-3-116 0,9 3-211 16,-7-5 64-16,7 5 67 0,-11-7-390 16,8 2-465-16</inkml:trace>
  <inkml:trace contextRef="#ctx0" brushRef="#br0" timeOffset="499.72">9487 8458 2552 0,'5'-1'-51'16,"-5"1"8"-16,0 0 5 0,0 0-3 0,0 0 8 0,-29 11 2 0,3 6 4 0,-7 0 10 16,-13 9 18-16,1 3 17 0,-7 0 23 15,-2 0 11-15,-5 3 31 0,-2-1 14 0,0-4 0 16,0 2 6-16,7-3-3 0,4-4-4 15,14-5 1-15,6-2-6 0,6-5-7 0,5-3-6 16,6-1-9-16,2 0-5 16,5-4 3-16,0 2-17 0,6-4 12 0,0 0-3 15,0 0 6-15,19 14-6 0,-6-11-7 16,5 3-3-16,2 0-4 0,1 2-1 0,3-2-15 16,-5 3-1-16,1 1-9 0,0-2 6 15,-4 5-7-15,0-1-2 0,-3 0-1 0,1 1-35 16,-5-1-40-16,-2 4-37 0,-3-1-47 15,3 0-64-15,-9-1-86 0,0 1-144 0,-5-3-98 16,2-1 53-16,-2 1-151 16,-1-4-132-16</inkml:trace>
  <inkml:trace contextRef="#ctx0" brushRef="#br0" timeOffset="1833.43">10547 7393 2013 0,'7'-7'132'0,"-6"7"-13"0,-1 0-12 0,-10 21 4 0,-1 12 19 0,-14 13 16 15,-2 4 10-15,-3 3 6 0,1 3-4 0,1 2 5 16,2-3-17-16,5 2-10 16,3 2-12-16,5-5-12 0,9-10-11 0,3-5-8 15,2-1-10-15,5-2-6 0,3-4-9 16,3-3-19-16,-3-5-40 0,1-7-78 0,2-1-85 16,-5-5-95-16,2-5-130 0,3-4-203 15,-1-4 38-15,-1-4 66 0,0-7-182 0,-1-6-156 16</inkml:trace>
  <inkml:trace contextRef="#ctx0" brushRef="#br0" timeOffset="2167.52">10692 7844 2019 0,'6'2'75'0,"-5"2"-4"0,-1-4-12 0,7 8-4 15,-3-5 1-15,-4-3 4 0,3 7 11 16,-3-7 12-16,6 6 9 0,-6-6 4 0,9 3-2 15,-9-3-4-15,20-3-17 0,-8-1-7 16,2-1-3-16,4-6-6 0,0 0-9 0,5-7-1 16,-6 3-5-16,-3-2-11 15,-5-2-5-15,-1 0 1 0,-7 4-8 0,-1 1-4 0,-5 6-2 16,-3-1-3-16,-3 6 0 16,-2 4 3-16,-11 5-2 0,-8 9 6 0,-6 9 2 15,2 3 15-15,9-3 9 0,4 4 2 0,9 1 6 16,1 0-3-16,6-3 10 0,5-4-2 15,6 2-4-15,1 1 3 0,8 2-7 16,-1 0-8-16,6-2-3 0,3 0-5 16,1-5-1-16,0-3-37 0,-3-3-65 0,0-4-59 15,-2-1-69-15,-2-6-95 16,4-1-142-16,-4-4-108 0,3-3 49 0,-1-3-180 0,3-10-169 16</inkml:trace>
  <inkml:trace contextRef="#ctx0" brushRef="#br0" timeOffset="2470.84">11188 7744 2133 0,'9'-18'128'0,"-5"3"12"16,2 4 11-16,-4 2 12 0,-1 3 16 16,-1 1 10-16,0 5-2 0,2-9-14 0,-2 9-18 15,0 0 27-15,0 0 7 0,0 0-11 16,5 26-14-16,-5-8-17 0,0 2-14 16,-3 3-11-16,1 3-12 0,-1 9-13 0,-1-6-8 15,-2 4-7-15,3 0-11 0,-5-2-8 16,2-10-4-16,0-1-9 0,3-6 1 15,1-3-1-15,-4-2-3 0,4-5-9 0,2-4-9 16,0 0-9-16,-10-17-3 0,6-4-5 0,4-18-2 16,0-9-13-16,4-19-8 15,3-7-17-15,4-22-16 0,3-3-15 0,-2 5-5 16,3 24-2-16,-1 6 6 0,3 7 3 16,-2 13-17-16,-2 13-34 0,-1 10-35 0,3 6-20 15,-1 9-29-15,-1 6-32 0,5 6-49 16,-4 5-84-16,9 9-146 0,-6 7-66 0,-3 6 68 15,-7 6-217-15,-7 9-209 0</inkml:trace>
  <inkml:trace contextRef="#ctx0" brushRef="#br0" timeOffset="2650.71">11068 7986 2373 0,'0'0'253'15,"0"0"-29"-15,0 0-19 0,0 0-21 16,0 0-4-16,0 0-1 0,0 0-7 15,0 0-19-15,0 0-18 0,0 0-15 0,9-20-25 16,6 15-57-16,6-2-82 0,15 0-97 16,0-1-111-16,7 0-147 0,11-4-190 0,-11 3 52 15,-3 1-262-15,-3-4-287 0</inkml:trace>
  <inkml:trace contextRef="#ctx0" brushRef="#br0" timeOffset="2865.28">11748 7163 2414 0,'-5'-18'88'0,"-1"5"17"0,1 1 4 0,3 4-9 15,1 3-11-15,1 5 6 0,0 0 49 16,0 0 18-16,1 42-1 0,4-3-10 0,6 17-12 16,0 6-14-16,3 6-15 0,1 0-9 15,3 0-11-15,-6-3-52 0,4-1-49 0,-3-3-64 16,-3-3-50-16,-1-1-49 15,-5-12-44-15,-4-6-55 0,-2-1-61 0,0-11-90 16,-3-5-80-16,-3-1 49 0,-3-10-99 16,-1-3-56-16</inkml:trace>
  <inkml:trace contextRef="#ctx0" brushRef="#br0" timeOffset="3016.09">11658 7825 1753 0,'-3'-22'164'0,"-1"5"33"0,2 4 24 0,0 1 8 15,1 3-2-15,1 2-14 0,0-2-23 16,1 2-18-16,7-2-15 0,1 4-11 0,9-3-19 15,5 1-12-15,13 2-40 0,3 0-87 16,3 0-95-16,6 3-118 0,4 0-174 0,-3-1-167 16,-5-1 54-16,-1 1-225 0,-2 0-227 15</inkml:trace>
  <inkml:trace contextRef="#ctx0" brushRef="#br0" timeOffset="3783.33">19338 7678 1622 0,'-23'-1'290'0,"5"-2"-116"0,-2 3-65 0,8 0-40 0,-2 0-15 0,14 0-14 16,-19-3 5-16,19 3 7 0,0 0 30 15,0 0 29-15,0 0 10 0,33-10 7 0,19-4-4 16,21-1-6-16,42-3-8 0,16-4-15 16,23 2-4-16,65-4-9 0,18-5-16 15,18 0 1-15,27 0-14 0,18 0 0 0,17 3-9 16,24-3 3-16,10 2-26 16,12 4-8-16,2 2-3 0,-2 6-11 0,-12 2 4 0,-7 9-2 15,-26 0-4-15,-26 4 3 0,-32-2 1 16,-75 4 2-16,-15 0-5 0,-21-2 0 0,-22-2 5 15,-41 2 9-15,-14 0-9 0,-22-3-1 16,-6-2-15-16,-5 1-18 0,-14-4-24 16,-2 2-35-16,-7 1-52 0,-5-3-73 15,-2-3-106-15,0-2-221 0,-11 1 47 0,-5-5 48 16,-9-12-84-16,-7 4-34 0</inkml:trace>
  <inkml:trace contextRef="#ctx0" brushRef="#br0" timeOffset="4015">24938 6749 1509 0,'11'0'77'0,"2"1"-3"0,-3 1-1 15,1 2 21-15,0-1 31 0,5 4 32 16,3 4 20-16,2-2 11 0,4 8-2 16,-2 6 2-16,-3 0-13 0,-1 3-16 15,-5 3-17-15,-5 5-12 0,-3 5-11 0,-10-2-7 16,-3 3-9-16,-16 5-13 0,-6-5-27 15,-11-1-34-15,-6-4-49 0,-11-2-59 0,-21 0-64 16,11-8-90-16,-3-6-107 0,-2-2-211 16,-3-5 42-16,1-2 56 0,6-6-106 0,-4 0-60 15</inkml:trace>
  <inkml:trace contextRef="#ctx0" brushRef="#br0" timeOffset="4965.82">21431 6673 1790 0,'0'6'136'0,"-4"2"0"15,4-1 7-15,0-1-8 0,0-6-9 0,2 14 9 16,2-8 6-16,3 2 1 0,3-1-2 16,5-2-8-16,3 2-18 0,4-4-9 0,-1-1-9 15,6-2-11-15,0-3-3 0,-2-3-3 16,3-5-16-16,-1-5 0 0,-5-1-8 15,-4-7-8-15,-7-3-8 0,-6 0-1 0,-3 2-1 16,-4-12-11-16,-1-2-7 0,-7-2-2 16,-5-5-8-16,-6 2 5 0,-2 1-10 0,-3 4-3 15,-9 10 3-15,7 10-2 16,-5 5 0-16,-3 3-3 0,8 9 9 0,1 2-8 16,2 4 8-16,2 1-4 0,3 3 4 15,4-2 0-15,7 2-5 0,1-1 2 0,8-2 4 16,0-5 2-16,19 11-1 0,4-7 2 15,5-3-4-15,16-4-2 0,6-1 6 0,9-5-4 16,2-3-1-16,-2-2 1 0,-2 2 8 16,-15 2 2-16,-2 3 2 0,-7 1 1 0,-9 0-1 15,-5 5 5-15,-3-1 11 0,-5 5 25 16,0 3 19-16,-1 4 16 0,1 3 4 0,-1 5-6 16,-2-1-4-16,-3 3-5 0,5 1-6 15,1 8-5-15,-1 2-5 0,3-2-7 16,-1-2-5-16,1 3-8 0,3-4-1 15,-5-6-4-15,0-5-5 0,-1-1-4 0,-1-3 1 16,0-3-8-16,3 0-5 0,-2-6-9 16,2 1-18-16,1-6-14 0,1-1-5 15,6-6 0-15,-2-2 3 0,5-5 1 0,0 0 5 16,-5 2 0-16,-5 5 0 0,-2-4 2 16,-1 6 5-16,-3 1 3 0,1 0 6 15,-3 0 6-15,4 3 2 0,-6 0 2 0,-3 4-4 16,8-4 3-16,-8 4 15 0,0 0 8 0,16 2 0 15,-16-2-1-15,12 4-1 0,-2 0-1 16,0 0-3-16,1-3 0 0,2 1-3 16,3 0-3-16,3-6-1 0,1-1-2 15,11-7-2-15,-1-3-1 0,1 0-3 0,3-13 0 16,-2-3-1-16,-1-4-4 0,-4 1-1 16,-8 8 2-16,-1 3 1 0,-6 5-2 0,-2 5-1 15,-5 2-3-15,4 3-5 0,-6 3 1 16,-3 5 15-16,0 0 15 0,0 0 5 0,0 0 0 15,-2 24 1-15,2-12-1 0,0 3-2 16,2 2-5-16,2 5 0 0,3-3 1 16,5 8-3-16,5-1-4 0,-1-1-4 15,-5-6 1-15,0-5-4 0,-5-1-3 0,2 1-2 16,-5-4-3-16,-3 2 3 0,-1 3-2 16,-9 3 2-16,-7 7-20 0,-8-3-41 0,-13 6-52 15,-5-1-82-15,-7-2-105 0,0-4-134 16,3 1-168-16,-1-4-136 0,12-5 61 15,3-4-509-15,12-1-640 0</inkml:trace>
  <inkml:trace contextRef="#ctx0" brushRef="#br0" timeOffset="6351.2">17595 9017 2998 0,'-8'-3'-153'0,"-3"-3"26"0,-7 1 17 0,0-1 9 0,-5-1 13 15,-12-2 21-15,-1-1 19 0,-2 2 15 16,-6-1 12-16,-9-3 11 0,-5 0 6 0,-3 1 2 15,-2-1 1-15,-3 1 3 0,-1-1 5 16,-3 2 3-16,-3 1 10 0,-2 1 5 16,-2 2 9-16,-7 0 2 0,-1 4 11 15,-5-1-3-15,-6 3 4 0,-18 4-9 0,-2 1-6 16,1 3 0-16,6 3-5 0,-4-1-1 16,4 1-1-16,-1-1 0 0,1 4-1 0,0 0-5 15,-3-1 4-15,1 4 1 0,2 0-7 16,5 6 2-16,3 2-4 0,4 3-1 0,6 3 1 15,1 2 0-15,8-2-3 0,1 6-2 16,9 2-1-16,15-6 4 0,3 5-5 0,-8 11 0 16,3 4-5-16,-1 0 0 15,10 4 2-15,-4 1 3 0,13-10-4 0,2 0-1 16,1 5-3-16,5-1 1 0,-1 0 4 16,6 4-1-16,1 0-2 0,2-1 1 0,4 1-1 15,0-4 2-15,4 0-4 0,2-4 1 16,1-2-2-16,7-6 1 0,-3-1-2 0,6 1 0 15,2-3 4-15,4 3-3 0,1-3-1 16,4 4 3-16,6 4-1 0,6 3 3 0,4 2-4 16,6 0 2-16,5 1 1 15,15 13-3-15,7 0 3 0,3 0-2 0,7-2 0 16,11-3 3-16,7-4 0 0,8 1-1 16,6-5-1-16,10-3 1 0,9-2-6 0,3-1-1 15,6-6 6-15,6-1 6 0,-3-3 5 16,4 0 6-16,-1-4 4 0,3-4 3 15,3-2 6-15,-7-5 5 0,4-3 1 0,-5-6 6 16,5-3-4-16,-1-6 1 0,1-6 6 16,0 2 1-16,2-11-4 0,0-3-6 0,1-4-1 15,-5-2-1-15,-1-6-6 0,-1-2 5 16,-4-5-3-16,-1-3-6 0,-2-3 0 0,-4-2-6 16,-4-8-2-16,-5-2 0 0,-8-4 1 15,-1 2 3-15,-11-3 12 0,-3-2 9 16,-7-1 4-16,-6 2 9 0,-10-4-3 0,-10-6 5 15,-8-3 8-15,-6-4 3 0,-11-3 3 16,-11 9 4-16,-14-5-1 0,-7-7-9 16,-14-26-6-16,-17-2-9 0,-15-7-4 0,-36-28-2 15,-11 6-10-15,-18 13-6 0,-18 16-3 16,-12 13-7-16,-15 13-4 0,-9 15 1 0,22 28-15 16,-58 2-20-16,44 18-18 0,-3 7-28 15,-8 12-35-15,0 8-30 0,6 6-40 0,5 7-41 16,8 3-51-16,12 1-74 0,17 2-134 15,10 1-101-15,10 2 68 0,14 1-203 16,24-6-198-16</inkml:trace>
  <inkml:trace contextRef="#ctx0" brushRef="#br0" timeOffset="7015.02">14895 8318 2066 0,'-29'5'-9'0,"-1"7"2"0,-15 10 3 0,2 7 8 0,-3 6 16 0,2 2 16 0,6 2 0 15,3-3 4-15,11-1 1 0,8-6 8 16,5-1 8-16,10-4 0 0,2-2-6 0,7 0-2 15,8 4-3-15,2-1-9 0,9-1 2 16,3-3-46-16,10 0-56 0,-3-5-85 0,1-7-117 16,3 0-192-16,0-6-111 0,-9-1-68 15</inkml:trace>
  <inkml:trace contextRef="#ctx0" brushRef="#br0" timeOffset="8297.6">15078 8661 1769 0,'0'0'100'0,"-18"20"-4"16,18-20-8-16,0 0-4 0,-5 4 2 16,5-4 8-16,0 0 10 0,0 0 5 0,0 0 9 15,0 0 1-15,14 7-15 16,-2-6-8-16,1-2-11 0,7-1-3 0,-1-2-14 0,3-1-1 16,-1 0-11-16,10-6 1 15,-4 0-12-15,-4-7 0 0,-3-3-7 0,-4 0-5 16,-7-3-6-16,-5 1-3 0,-4 0-2 15,-4-12 0-15,-3 4-9 0,-5 2 3 0,-1 2-4 0,-2 4-2 16,-3 5-3-16,6 6 2 16,-4 1-3-16,1 5 3 0,-1 0-4 0,5 3-3 15,-1 1-1-15,3 1 0 0,9 1 3 16,-13 0 0-16,13 0 0 0,0 0-2 0,0 0 8 16,0 0-4-16,0 0-4 0,53-5 6 15,-14-1-1-15,0-2-2 0,5 0-2 0,-4-2 2 16,0 1 6-16,-4-1-7 0,-7 7-4 15,-6-1-1-15,-7 3 4 0,0 1-4 16,-3 4-1-16,-1-2 2 0,-3 6 22 16,1 2 9-16,-2 3 16 0,-3 1 6 15,1 0 2-15,-1 0 7 0,-1 1 8 0,5-1 1 0,-4 0-2 16,2-2 1-16,3 6-2 16,2-5 2-16,-1-5 2 0,5 2-10 0,-2-3-2 15,4-2-7-15,0-3-5 0,5-2-5 16,4-3-3-16,11-6-6 0,0-3-9 0,1-3-20 15,2-9-13-15,-3 1-15 0,-7 5-2 16,-6 1 3-16,-6 0 0 0,-4 8 1 0,-3 0-3 16,-5 3 4-16,1 1-3 0,-7 5 5 15,-1 0 5-15,0 0 3 0,0 0 11 0,0 0-2 16,-11 15 3-16,8-9 1 16,-1 0 3-16,1 1 7 0,1-1 3 0,2 0 9 15,5 4 3-15,-1-5-4 0,3 2 4 16,2-3-3-16,7 2-2 0,1-5-2 0,4-1-1 15,0-1-3-15,13-6-7 0,2-1-12 16,2-1-19-16,-2-3-18 0,-1-1-11 0,-4-5-8 16,-4-1-11-16,-5 1-1 0,-5-7 2 15,-6 5 1-15,-3 1 11 0,-5-2 7 0,-3 4 3 16,-3 0 4-16,-5 3 1 0,-3-1-1 16,-3 3 6-16,0 2 5 0,-6 6-1 15,4 1 9-15,-6 1 9 0,3 6 3 16,1-1 2-16,2 2 3 0,1 0-1 15,3 0 5-15,6 2 9 0,5 0 7 0,1 0-1 16,5 0 0-16,7 0 2 0,5 1-3 16,13 4-6-16,6 0 5 0,3 3-3 0,6 4 0 15,3 3 2-15,-6 5 9 0,0-2 13 16,-5 6-3-16,-3-2 6 0,-6 4 10 0,-5-6 5 16,-6 2 14-16,-6 0 16 0,-1-4 15 15,-8-7 12-15,-2-1 10 0,-2 0 5 0,-8 1-3 16,1-1-10-16,-4 1-5 0,-8-1-13 15,-8 0-9-15,0-5-7 0,-5 0-9 0,0-4-6 16,-2-1-5-16,-3-5-7 0,11 2-6 16,4-4-2-16,2 0-17 0,5 2-18 15,2-2-22-15,3 0-30 0,12 0-31 0,-15-3-34 16,15 3-17-16,0 0-13 0,0 0-10 16,0 0-11-16,29-15-13 0,1 4-9 15,8 1-2-15,12-5 7 0,7-4 10 0,4-3 14 16,21-10 16-16,-4-4 14 0,4-1 12 15,-6-6 11-15,-3-3 20 0,-8-6 19 16,-8-2 25-16,-2-8 15 0,-7-5 14 0,-5-3 0 16,-4-10 4-16,-7-3-1 0,-1-13-1 15,-6-5-3-15,-12-4 3 0,-13-1 0 0,-11-1 1 16,-18 6-2-16,-23 3-2 16,-20 12 1-16,-21 16-4 0,-22 15 5 0,-24 16-6 15,-27 18 5-15,-76 15 2 0,-14 21-2 16,-16 24-1-16,-12 19 11 0,-13 21 16 0,-6 22 18 15,3 20 16-15,8 11 20 0,17 10 16 16,39 1 1-16,31 4 4 0,49-8 1 0,52-6-6 16,69-31 14-16,49-5 2 0,56-1-5 15,82 17-7-15,64-13-8 0,56-11-9 0,37-11-1 16,24-14-4-16,11-10-8 0,-3-12-12 16,-11-18 5-16,-20-5-4 0,-30-24-8 15,-40-7-1-15,-79-5-4 0,-24-5-5 16,-28-11-3-16,-30-9-14 0,-33-1-28 0,-21-15-16 15,-19-12-26-15,-29-24-10 0,-25-5-6 16,-26-1-16-16,-46-21-15 0,-24 11-21 0,-17 19-7 16,-17 20 0-16,-14 24-2 0,30 25-13 15,-6 13-33-15,0 12-53 0,12 14-75 0,18 12-190 16,12 11-19-16,19 6 59 0,21 6-70 16,23 1-32-16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p6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1" name="Google Shape;371;p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624377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6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2" name="Google Shape;382;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890194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D4160-A831-13A3-F98D-CA56A014759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31B6E67-4ED4-325D-0B77-1D0CCD67EE6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6B77FD1-E7D9-F2AA-A018-AB7225BF8AD6}"/>
              </a:ext>
            </a:extLst>
          </p:cNvPr>
          <p:cNvSpPr>
            <a:spLocks noGrp="1"/>
          </p:cNvSpPr>
          <p:nvPr>
            <p:ph type="dt" sz="half" idx="10"/>
          </p:nvPr>
        </p:nvSpPr>
        <p:spPr/>
        <p:txBody>
          <a:bodyPr/>
          <a:lstStyle/>
          <a:p>
            <a:fld id="{6444479B-705B-4489-957E-7E8A228BDFA0}" type="datetime1">
              <a:rPr lang="en-US" smtClean="0"/>
              <a:t>9/21/2025</a:t>
            </a:fld>
            <a:endParaRPr lang="en-US"/>
          </a:p>
        </p:txBody>
      </p:sp>
      <p:sp>
        <p:nvSpPr>
          <p:cNvPr id="5" name="Footer Placeholder 4">
            <a:extLst>
              <a:ext uri="{FF2B5EF4-FFF2-40B4-BE49-F238E27FC236}">
                <a16:creationId xmlns:a16="http://schemas.microsoft.com/office/drawing/2014/main" id="{1769E2BB-F51F-9F11-5F3A-BF031C242B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7DFD587-2983-773A-9076-62C9A1F3AFE9}"/>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3244964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AC482-33E5-7551-CF34-F2369A2E843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DEABEC8-EA17-FB07-09A2-10A46F0ADE3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43603B-D0EC-CFDB-075F-BDD89B9EF28E}"/>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E38B8C70-B100-8826-DE08-AC0A48E35C1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01227BE-4D1D-C5FD-0287-BD09A7426D8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3794248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F3874-A132-C147-FE04-0DB820352B5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CFD521F-AB16-E7AC-0DCB-E20BA90DEFF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149675C-F0E8-7F97-5569-8C77F5B85BCE}"/>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EB42B0F8-D415-BFDD-8143-C7DA5AAB819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73FC38F-E0AE-C59C-E3E9-D9F2C88D885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3431536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3B71E-5B23-46C1-4DD2-368D4791FA3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B6A4077-C9D9-CB3F-5CFD-097AFE0F4D2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ECBC54A-BA25-D553-7F35-6C76327D36D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D44E35B-8FB4-FE6E-8E3B-6DB01DFE0C12}"/>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E462D637-B64D-0B71-E121-F43CED78C6C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8D6FA3A-6BBC-A1B2-3A39-22A7E3CA1774}"/>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9754155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236A4-76CA-5958-0469-F71D257A0BB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20B9E4A-A0B1-BF20-5784-B36C68A122A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219D47-D566-E65D-A4FD-823C3FB69DC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C1EA1CA-FC11-D865-83AF-1B3B781D4F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04D2046-96FF-DB0C-7361-F518E49D705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D598822-7764-92E0-8627-39A978AD995C}"/>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id="{6B25CDC5-1E08-B25B-286F-920F24F5CA4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8C3A1DE-638F-2354-ADEF-9E16D1F3DE8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5919613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80F58B-7733-91CB-5F2E-6A293B87AFC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977EE8B-533C-04CD-833A-C76C79B6BA15}"/>
              </a:ext>
            </a:extLst>
          </p:cNvPr>
          <p:cNvSpPr>
            <a:spLocks noGrp="1"/>
          </p:cNvSpPr>
          <p:nvPr>
            <p:ph type="dt" sz="half" idx="10"/>
          </p:nvPr>
        </p:nvSpPr>
        <p:spPr/>
        <p:txBody>
          <a:bodyPr/>
          <a:lstStyle/>
          <a:p>
            <a:endParaRPr lang="en-IN"/>
          </a:p>
        </p:txBody>
      </p:sp>
      <p:sp>
        <p:nvSpPr>
          <p:cNvPr id="4" name="Footer Placeholder 3">
            <a:extLst>
              <a:ext uri="{FF2B5EF4-FFF2-40B4-BE49-F238E27FC236}">
                <a16:creationId xmlns:a16="http://schemas.microsoft.com/office/drawing/2014/main" id="{CF2AD946-AC69-FD3F-54A1-526479CB641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812FB49-9319-798D-955F-9FE6C825895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8910550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C0B8AC8-1E71-6B42-051E-B72C3A400239}"/>
              </a:ext>
            </a:extLst>
          </p:cNvPr>
          <p:cNvSpPr>
            <a:spLocks noGrp="1"/>
          </p:cNvSpPr>
          <p:nvPr>
            <p:ph type="dt" sz="half" idx="10"/>
          </p:nvPr>
        </p:nvSpPr>
        <p:spPr/>
        <p:txBody>
          <a:bodyPr/>
          <a:lstStyle/>
          <a:p>
            <a:endParaRPr lang="en-IN"/>
          </a:p>
        </p:txBody>
      </p:sp>
      <p:sp>
        <p:nvSpPr>
          <p:cNvPr id="3" name="Footer Placeholder 2">
            <a:extLst>
              <a:ext uri="{FF2B5EF4-FFF2-40B4-BE49-F238E27FC236}">
                <a16:creationId xmlns:a16="http://schemas.microsoft.com/office/drawing/2014/main" id="{4E380300-83BF-32AC-2A89-A0C0089CF0F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463DB06-D25D-D5CE-2284-EE2B6ECC41A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4556081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443B1-FC57-3267-74C0-4326D8C8D0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213A9A9-E1FB-BA8F-5375-8273741749D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50D2490-EE11-F1E8-9B44-06429A196C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D3B7F2-4FF2-3217-4C5B-D759EB806E5A}"/>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63AF9F02-97D4-33BD-ED1B-B315A482F79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317AA60-932F-8E34-FE0F-FA513CC60DC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1885960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B12E7-2DF5-6D91-ACFB-CCB38D2E63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F43B560-074A-5557-702B-42D2D1D1C3B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800DB99-CFE1-E46E-78CE-F98E7D4E68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647956-3DB8-0C6A-7351-9C136CB4B67C}"/>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8237CEED-781F-747D-F0AC-C01EBFEB80D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7D4B60E-C28A-E092-05AC-55074FE2FDB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4183413138"/>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86AF0-DB33-5693-1549-ED111B6F0D0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BB113C9-EFE9-4F0E-165C-416A22C07B4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F1243A4-4DA4-D6B1-C02A-DEA93C98C154}"/>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D48C290A-2546-AE04-A07F-78DAE2275F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FE04EAD-C91E-E8BD-8404-85B96E6A67D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6484195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643B330-843E-312A-3BAC-E7CE5DE3FE9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C257D3A-DBBE-26CC-1A4A-FA307D53B5F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FB55140-151A-83A0-414A-32100D821429}"/>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61A1940A-B8DD-D050-44A9-8A940BFF704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FB8467E-AC6D-EFAB-630C-FD153527F66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7027826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C4FBA5D-C013-A12C-8A24-ED9748BA03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27459A4-52AB-D3AF-3EB2-BCFD4A9471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F72DA92-C26C-4C88-803A-F4E4A782CAA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IN"/>
          </a:p>
        </p:txBody>
      </p:sp>
      <p:sp>
        <p:nvSpPr>
          <p:cNvPr id="5" name="Footer Placeholder 4">
            <a:extLst>
              <a:ext uri="{FF2B5EF4-FFF2-40B4-BE49-F238E27FC236}">
                <a16:creationId xmlns:a16="http://schemas.microsoft.com/office/drawing/2014/main" id="{A7798E78-8985-A9C5-3529-44DFFE3C7A0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E15CCB7B-953B-EA87-B8E2-2A9EE466CBB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966668556"/>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6" Type="http://schemas.openxmlformats.org/officeDocument/2006/relationships/image" Target="../media/image15.png"/><Relationship Id="rId21" Type="http://schemas.openxmlformats.org/officeDocument/2006/relationships/customXml" Target="../ink/ink11.xml"/><Relationship Id="rId42" Type="http://schemas.openxmlformats.org/officeDocument/2006/relationships/image" Target="../media/image23.png"/><Relationship Id="rId47" Type="http://schemas.openxmlformats.org/officeDocument/2006/relationships/customXml" Target="../ink/ink24.xml"/><Relationship Id="rId63" Type="http://schemas.openxmlformats.org/officeDocument/2006/relationships/customXml" Target="../ink/ink32.xml"/><Relationship Id="rId68" Type="http://schemas.openxmlformats.org/officeDocument/2006/relationships/image" Target="../media/image36.png"/><Relationship Id="rId7" Type="http://schemas.openxmlformats.org/officeDocument/2006/relationships/customXml" Target="../ink/ink4.xml"/><Relationship Id="rId71" Type="http://schemas.openxmlformats.org/officeDocument/2006/relationships/customXml" Target="../ink/ink36.xml"/><Relationship Id="rId2" Type="http://schemas.openxmlformats.org/officeDocument/2006/relationships/image" Target="../media/image3.png"/><Relationship Id="rId16" Type="http://schemas.openxmlformats.org/officeDocument/2006/relationships/image" Target="../media/image10.png"/><Relationship Id="rId29" Type="http://schemas.openxmlformats.org/officeDocument/2006/relationships/customXml" Target="../ink/ink15.xml"/><Relationship Id="rId11" Type="http://schemas.openxmlformats.org/officeDocument/2006/relationships/customXml" Target="../ink/ink6.xml"/><Relationship Id="rId24" Type="http://schemas.openxmlformats.org/officeDocument/2006/relationships/image" Target="../media/image14.png"/><Relationship Id="rId32" Type="http://schemas.openxmlformats.org/officeDocument/2006/relationships/image" Target="../media/image18.png"/><Relationship Id="rId37" Type="http://schemas.openxmlformats.org/officeDocument/2006/relationships/customXml" Target="../ink/ink19.xml"/><Relationship Id="rId40" Type="http://schemas.openxmlformats.org/officeDocument/2006/relationships/image" Target="../media/image22.png"/><Relationship Id="rId45" Type="http://schemas.openxmlformats.org/officeDocument/2006/relationships/customXml" Target="../ink/ink23.xml"/><Relationship Id="rId53" Type="http://schemas.openxmlformats.org/officeDocument/2006/relationships/customXml" Target="../ink/ink27.xml"/><Relationship Id="rId58" Type="http://schemas.openxmlformats.org/officeDocument/2006/relationships/image" Target="../media/image31.png"/><Relationship Id="rId66" Type="http://schemas.openxmlformats.org/officeDocument/2006/relationships/image" Target="../media/image35.png"/><Relationship Id="rId5" Type="http://schemas.openxmlformats.org/officeDocument/2006/relationships/customXml" Target="../ink/ink3.xml"/><Relationship Id="rId61" Type="http://schemas.openxmlformats.org/officeDocument/2006/relationships/customXml" Target="../ink/ink31.xml"/><Relationship Id="rId19" Type="http://schemas.openxmlformats.org/officeDocument/2006/relationships/customXml" Target="../ink/ink10.xml"/><Relationship Id="rId14" Type="http://schemas.openxmlformats.org/officeDocument/2006/relationships/image" Target="../media/image9.png"/><Relationship Id="rId22" Type="http://schemas.openxmlformats.org/officeDocument/2006/relationships/image" Target="../media/image13.png"/><Relationship Id="rId27" Type="http://schemas.openxmlformats.org/officeDocument/2006/relationships/customXml" Target="../ink/ink14.xml"/><Relationship Id="rId30" Type="http://schemas.openxmlformats.org/officeDocument/2006/relationships/image" Target="../media/image17.png"/><Relationship Id="rId35" Type="http://schemas.openxmlformats.org/officeDocument/2006/relationships/customXml" Target="../ink/ink18.xml"/><Relationship Id="rId43" Type="http://schemas.openxmlformats.org/officeDocument/2006/relationships/customXml" Target="../ink/ink22.xml"/><Relationship Id="rId48" Type="http://schemas.openxmlformats.org/officeDocument/2006/relationships/image" Target="../media/image26.png"/><Relationship Id="rId56" Type="http://schemas.openxmlformats.org/officeDocument/2006/relationships/image" Target="../media/image30.png"/><Relationship Id="rId64" Type="http://schemas.openxmlformats.org/officeDocument/2006/relationships/image" Target="../media/image34.png"/><Relationship Id="rId69" Type="http://schemas.openxmlformats.org/officeDocument/2006/relationships/customXml" Target="../ink/ink35.xml"/><Relationship Id="rId8" Type="http://schemas.openxmlformats.org/officeDocument/2006/relationships/image" Target="../media/image6.png"/><Relationship Id="rId51" Type="http://schemas.openxmlformats.org/officeDocument/2006/relationships/customXml" Target="../ink/ink26.xml"/><Relationship Id="rId72" Type="http://schemas.openxmlformats.org/officeDocument/2006/relationships/image" Target="../media/image38.png"/><Relationship Id="rId3" Type="http://schemas.openxmlformats.org/officeDocument/2006/relationships/customXml" Target="../ink/ink2.xml"/><Relationship Id="rId12" Type="http://schemas.openxmlformats.org/officeDocument/2006/relationships/image" Target="../media/image8.png"/><Relationship Id="rId17" Type="http://schemas.openxmlformats.org/officeDocument/2006/relationships/customXml" Target="../ink/ink9.xml"/><Relationship Id="rId25" Type="http://schemas.openxmlformats.org/officeDocument/2006/relationships/customXml" Target="../ink/ink13.xml"/><Relationship Id="rId33" Type="http://schemas.openxmlformats.org/officeDocument/2006/relationships/customXml" Target="../ink/ink17.xml"/><Relationship Id="rId38" Type="http://schemas.openxmlformats.org/officeDocument/2006/relationships/image" Target="../media/image21.png"/><Relationship Id="rId46" Type="http://schemas.openxmlformats.org/officeDocument/2006/relationships/image" Target="../media/image25.png"/><Relationship Id="rId59" Type="http://schemas.openxmlformats.org/officeDocument/2006/relationships/customXml" Target="../ink/ink30.xml"/><Relationship Id="rId67" Type="http://schemas.openxmlformats.org/officeDocument/2006/relationships/customXml" Target="../ink/ink34.xml"/><Relationship Id="rId20" Type="http://schemas.openxmlformats.org/officeDocument/2006/relationships/image" Target="../media/image12.png"/><Relationship Id="rId41" Type="http://schemas.openxmlformats.org/officeDocument/2006/relationships/customXml" Target="../ink/ink21.xml"/><Relationship Id="rId54" Type="http://schemas.openxmlformats.org/officeDocument/2006/relationships/image" Target="../media/image29.png"/><Relationship Id="rId62" Type="http://schemas.openxmlformats.org/officeDocument/2006/relationships/image" Target="../media/image33.png"/><Relationship Id="rId70" Type="http://schemas.openxmlformats.org/officeDocument/2006/relationships/image" Target="../media/image37.png"/><Relationship Id="rId1" Type="http://schemas.openxmlformats.org/officeDocument/2006/relationships/slideLayout" Target="../slideLayouts/slideLayout7.xml"/><Relationship Id="rId6" Type="http://schemas.openxmlformats.org/officeDocument/2006/relationships/image" Target="../media/image5.png"/><Relationship Id="rId15" Type="http://schemas.openxmlformats.org/officeDocument/2006/relationships/customXml" Target="../ink/ink8.xml"/><Relationship Id="rId23" Type="http://schemas.openxmlformats.org/officeDocument/2006/relationships/customXml" Target="../ink/ink12.xml"/><Relationship Id="rId28" Type="http://schemas.openxmlformats.org/officeDocument/2006/relationships/image" Target="../media/image16.png"/><Relationship Id="rId36" Type="http://schemas.openxmlformats.org/officeDocument/2006/relationships/image" Target="../media/image20.png"/><Relationship Id="rId49" Type="http://schemas.openxmlformats.org/officeDocument/2006/relationships/customXml" Target="../ink/ink25.xml"/><Relationship Id="rId57" Type="http://schemas.openxmlformats.org/officeDocument/2006/relationships/customXml" Target="../ink/ink29.xml"/><Relationship Id="rId10" Type="http://schemas.openxmlformats.org/officeDocument/2006/relationships/image" Target="../media/image7.png"/><Relationship Id="rId31" Type="http://schemas.openxmlformats.org/officeDocument/2006/relationships/customXml" Target="../ink/ink16.xml"/><Relationship Id="rId44" Type="http://schemas.openxmlformats.org/officeDocument/2006/relationships/image" Target="../media/image24.png"/><Relationship Id="rId52" Type="http://schemas.openxmlformats.org/officeDocument/2006/relationships/image" Target="../media/image28.png"/><Relationship Id="rId60" Type="http://schemas.openxmlformats.org/officeDocument/2006/relationships/image" Target="../media/image32.png"/><Relationship Id="rId65" Type="http://schemas.openxmlformats.org/officeDocument/2006/relationships/customXml" Target="../ink/ink33.xml"/><Relationship Id="rId4" Type="http://schemas.openxmlformats.org/officeDocument/2006/relationships/image" Target="../media/image4.png"/><Relationship Id="rId9" Type="http://schemas.openxmlformats.org/officeDocument/2006/relationships/customXml" Target="../ink/ink5.xml"/><Relationship Id="rId13" Type="http://schemas.openxmlformats.org/officeDocument/2006/relationships/customXml" Target="../ink/ink7.xml"/><Relationship Id="rId18" Type="http://schemas.openxmlformats.org/officeDocument/2006/relationships/image" Target="../media/image11.png"/><Relationship Id="rId39" Type="http://schemas.openxmlformats.org/officeDocument/2006/relationships/customXml" Target="../ink/ink20.xml"/><Relationship Id="rId34" Type="http://schemas.openxmlformats.org/officeDocument/2006/relationships/image" Target="../media/image19.png"/><Relationship Id="rId50" Type="http://schemas.openxmlformats.org/officeDocument/2006/relationships/image" Target="../media/image27.png"/><Relationship Id="rId55" Type="http://schemas.openxmlformats.org/officeDocument/2006/relationships/customXml" Target="../ink/ink28.xml"/></Relationships>
</file>

<file path=ppt/slides/_rels/slide4.xml.rels><?xml version="1.0" encoding="UTF-8" standalone="yes"?>
<Relationships xmlns="http://schemas.openxmlformats.org/package/2006/relationships"><Relationship Id="rId3" Type="http://schemas.openxmlformats.org/officeDocument/2006/relationships/customXml" Target="../ink/ink37.xml"/><Relationship Id="rId7" Type="http://schemas.openxmlformats.org/officeDocument/2006/relationships/image" Target="../media/image40.jpg"/><Relationship Id="rId2" Type="http://schemas.openxmlformats.org/officeDocument/2006/relationships/image" Target="../media/image39.png"/><Relationship Id="rId1" Type="http://schemas.openxmlformats.org/officeDocument/2006/relationships/slideLayout" Target="../slideLayouts/slideLayout7.xml"/><Relationship Id="rId6" Type="http://schemas.openxmlformats.org/officeDocument/2006/relationships/image" Target="../media/image31.emf"/><Relationship Id="rId5" Type="http://schemas.openxmlformats.org/officeDocument/2006/relationships/customXml" Target="../ink/ink38.xml"/><Relationship Id="rId4" Type="http://schemas.openxmlformats.org/officeDocument/2006/relationships/image" Target="../media/image30.emf"/></Relationships>
</file>

<file path=ppt/slides/_rels/slide5.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customXml" Target="../ink/ink39.xml"/><Relationship Id="rId2" Type="http://schemas.openxmlformats.org/officeDocument/2006/relationships/image" Target="../media/image42.jpg"/><Relationship Id="rId1" Type="http://schemas.openxmlformats.org/officeDocument/2006/relationships/slideLayout" Target="../slideLayouts/slideLayout6.xml"/><Relationship Id="rId4" Type="http://schemas.openxmlformats.org/officeDocument/2006/relationships/image" Target="../media/image43.png"/></Relationships>
</file>

<file path=ppt/slides/_rels/slide7.xml.rels><?xml version="1.0" encoding="UTF-8" standalone="yes"?>
<Relationships xmlns="http://schemas.openxmlformats.org/package/2006/relationships"><Relationship Id="rId3" Type="http://schemas.openxmlformats.org/officeDocument/2006/relationships/image" Target="../media/image710.png"/><Relationship Id="rId2" Type="http://schemas.openxmlformats.org/officeDocument/2006/relationships/customXml" Target="../ink/ink40.xml"/><Relationship Id="rId1" Type="http://schemas.openxmlformats.org/officeDocument/2006/relationships/slideLayout" Target="../slideLayouts/slideLayout1.xml"/><Relationship Id="rId5" Type="http://schemas.openxmlformats.org/officeDocument/2006/relationships/image" Target="../media/image44.png"/><Relationship Id="rId4" Type="http://schemas.openxmlformats.org/officeDocument/2006/relationships/customXml" Target="../ink/ink41.xml"/></Relationships>
</file>

<file path=ppt/slides/_rels/slide8.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customXml" Target="../ink/ink47.xml"/><Relationship Id="rId3" Type="http://schemas.openxmlformats.org/officeDocument/2006/relationships/customXml" Target="../ink/ink42.xml"/><Relationship Id="rId7" Type="http://schemas.openxmlformats.org/officeDocument/2006/relationships/customXml" Target="../ink/ink44.xml"/><Relationship Id="rId12" Type="http://schemas.openxmlformats.org/officeDocument/2006/relationships/image" Target="../media/image49.png"/><Relationship Id="rId2" Type="http://schemas.openxmlformats.org/officeDocument/2006/relationships/image" Target="../media/image45.jpg"/><Relationship Id="rId1" Type="http://schemas.openxmlformats.org/officeDocument/2006/relationships/slideLayout" Target="../slideLayouts/slideLayout6.xml"/><Relationship Id="rId6" Type="http://schemas.openxmlformats.org/officeDocument/2006/relationships/image" Target="../media/image46.png"/><Relationship Id="rId11" Type="http://schemas.openxmlformats.org/officeDocument/2006/relationships/customXml" Target="../ink/ink46.xml"/><Relationship Id="rId5" Type="http://schemas.openxmlformats.org/officeDocument/2006/relationships/customXml" Target="../ink/ink43.xml"/><Relationship Id="rId10" Type="http://schemas.openxmlformats.org/officeDocument/2006/relationships/image" Target="../media/image48.png"/><Relationship Id="rId4" Type="http://schemas.openxmlformats.org/officeDocument/2006/relationships/image" Target="../media/image90.png"/><Relationship Id="rId9" Type="http://schemas.openxmlformats.org/officeDocument/2006/relationships/customXml" Target="../ink/ink45.xml"/><Relationship Id="rId14" Type="http://schemas.openxmlformats.org/officeDocument/2006/relationships/image" Target="../media/image50.png"/></Relationships>
</file>

<file path=ppt/slides/_rels/slide9.xml.rels><?xml version="1.0" encoding="UTF-8" standalone="yes"?>
<Relationships xmlns="http://schemas.openxmlformats.org/package/2006/relationships"><Relationship Id="rId3" Type="http://schemas.openxmlformats.org/officeDocument/2006/relationships/customXml" Target="../ink/ink48.xml"/><Relationship Id="rId2" Type="http://schemas.openxmlformats.org/officeDocument/2006/relationships/image" Target="../media/image51.jpg"/><Relationship Id="rId1" Type="http://schemas.openxmlformats.org/officeDocument/2006/relationships/slideLayout" Target="../slideLayouts/slideLayout6.xml"/><Relationship Id="rId4" Type="http://schemas.openxmlformats.org/officeDocument/2006/relationships/image" Target="../media/image1110.png"/></Relationships>
</file>

<file path=ppt/slides/_rels/slide10.xml.rels><?xml version="1.0" encoding="UTF-8" standalone="yes"?>
<Relationships xmlns="http://schemas.openxmlformats.org/package/2006/relationships"><Relationship Id="rId8" Type="http://schemas.openxmlformats.org/officeDocument/2006/relationships/customXml" Target="../ink/ink52.xml"/><Relationship Id="rId13" Type="http://schemas.openxmlformats.org/officeDocument/2006/relationships/image" Target="../media/image57.png"/><Relationship Id="rId18" Type="http://schemas.openxmlformats.org/officeDocument/2006/relationships/customXml" Target="../ink/ink57.xml"/><Relationship Id="rId26" Type="http://schemas.openxmlformats.org/officeDocument/2006/relationships/customXml" Target="../ink/ink61.xml"/><Relationship Id="rId3" Type="http://schemas.openxmlformats.org/officeDocument/2006/relationships/image" Target="../media/image52.png"/><Relationship Id="rId21" Type="http://schemas.openxmlformats.org/officeDocument/2006/relationships/image" Target="../media/image61.png"/><Relationship Id="rId7" Type="http://schemas.openxmlformats.org/officeDocument/2006/relationships/image" Target="../media/image54.png"/><Relationship Id="rId12" Type="http://schemas.openxmlformats.org/officeDocument/2006/relationships/customXml" Target="../ink/ink54.xml"/><Relationship Id="rId17" Type="http://schemas.openxmlformats.org/officeDocument/2006/relationships/image" Target="../media/image59.png"/><Relationship Id="rId25" Type="http://schemas.openxmlformats.org/officeDocument/2006/relationships/image" Target="../media/image63.png"/><Relationship Id="rId2" Type="http://schemas.openxmlformats.org/officeDocument/2006/relationships/customXml" Target="../ink/ink49.xml"/><Relationship Id="rId16" Type="http://schemas.openxmlformats.org/officeDocument/2006/relationships/customXml" Target="../ink/ink56.xml"/><Relationship Id="rId20" Type="http://schemas.openxmlformats.org/officeDocument/2006/relationships/customXml" Target="../ink/ink58.xml"/><Relationship Id="rId29" Type="http://schemas.openxmlformats.org/officeDocument/2006/relationships/image" Target="../media/image65.png"/><Relationship Id="rId1" Type="http://schemas.openxmlformats.org/officeDocument/2006/relationships/slideLayout" Target="../slideLayouts/slideLayout4.xml"/><Relationship Id="rId6" Type="http://schemas.openxmlformats.org/officeDocument/2006/relationships/customXml" Target="../ink/ink51.xml"/><Relationship Id="rId11" Type="http://schemas.openxmlformats.org/officeDocument/2006/relationships/image" Target="../media/image56.png"/><Relationship Id="rId24" Type="http://schemas.openxmlformats.org/officeDocument/2006/relationships/customXml" Target="../ink/ink60.xml"/><Relationship Id="rId5" Type="http://schemas.openxmlformats.org/officeDocument/2006/relationships/image" Target="../media/image53.png"/><Relationship Id="rId15" Type="http://schemas.openxmlformats.org/officeDocument/2006/relationships/image" Target="../media/image58.png"/><Relationship Id="rId23" Type="http://schemas.openxmlformats.org/officeDocument/2006/relationships/image" Target="../media/image62.png"/><Relationship Id="rId28" Type="http://schemas.openxmlformats.org/officeDocument/2006/relationships/customXml" Target="../ink/ink62.xml"/><Relationship Id="rId10" Type="http://schemas.openxmlformats.org/officeDocument/2006/relationships/customXml" Target="../ink/ink53.xml"/><Relationship Id="rId19" Type="http://schemas.openxmlformats.org/officeDocument/2006/relationships/image" Target="../media/image60.png"/><Relationship Id="rId4" Type="http://schemas.openxmlformats.org/officeDocument/2006/relationships/customXml" Target="../ink/ink50.xml"/><Relationship Id="rId9" Type="http://schemas.openxmlformats.org/officeDocument/2006/relationships/image" Target="../media/image55.png"/><Relationship Id="rId14" Type="http://schemas.openxmlformats.org/officeDocument/2006/relationships/customXml" Target="../ink/ink55.xml"/><Relationship Id="rId22" Type="http://schemas.openxmlformats.org/officeDocument/2006/relationships/customXml" Target="../ink/ink59.xml"/><Relationship Id="rId27" Type="http://schemas.openxmlformats.org/officeDocument/2006/relationships/image" Target="../media/image64.png"/></Relationships>
</file>

<file path=ppt/slides/_rels/slide11.xml.rels><?xml version="1.0" encoding="UTF-8" standalone="yes"?>
<Relationships xmlns="http://schemas.openxmlformats.org/package/2006/relationships"><Relationship Id="rId8" Type="http://schemas.openxmlformats.org/officeDocument/2006/relationships/customXml" Target="../ink/ink66.xml"/><Relationship Id="rId13" Type="http://schemas.openxmlformats.org/officeDocument/2006/relationships/image" Target="../media/image71.png"/><Relationship Id="rId3" Type="http://schemas.openxmlformats.org/officeDocument/2006/relationships/image" Target="../media/image66.png"/><Relationship Id="rId7" Type="http://schemas.openxmlformats.org/officeDocument/2006/relationships/image" Target="../media/image68.png"/><Relationship Id="rId12" Type="http://schemas.openxmlformats.org/officeDocument/2006/relationships/customXml" Target="../ink/ink68.xml"/><Relationship Id="rId2" Type="http://schemas.openxmlformats.org/officeDocument/2006/relationships/customXml" Target="../ink/ink63.xml"/><Relationship Id="rId1" Type="http://schemas.openxmlformats.org/officeDocument/2006/relationships/slideLayout" Target="../slideLayouts/slideLayout4.xml"/><Relationship Id="rId6" Type="http://schemas.openxmlformats.org/officeDocument/2006/relationships/customXml" Target="../ink/ink65.xml"/><Relationship Id="rId11" Type="http://schemas.openxmlformats.org/officeDocument/2006/relationships/image" Target="../media/image70.png"/><Relationship Id="rId5" Type="http://schemas.openxmlformats.org/officeDocument/2006/relationships/image" Target="../media/image67.png"/><Relationship Id="rId15" Type="http://schemas.openxmlformats.org/officeDocument/2006/relationships/image" Target="../media/image72.png"/><Relationship Id="rId10" Type="http://schemas.openxmlformats.org/officeDocument/2006/relationships/customXml" Target="../ink/ink67.xml"/><Relationship Id="rId4" Type="http://schemas.openxmlformats.org/officeDocument/2006/relationships/customXml" Target="../ink/ink64.xml"/><Relationship Id="rId9" Type="http://schemas.openxmlformats.org/officeDocument/2006/relationships/image" Target="../media/image69.png"/><Relationship Id="rId14" Type="http://schemas.openxmlformats.org/officeDocument/2006/relationships/customXml" Target="../ink/ink69.xml"/></Relationships>
</file>

<file path=ppt/slides/_rels/slide12.xml.rels><?xml version="1.0" encoding="UTF-8" standalone="yes"?>
<Relationships xmlns="http://schemas.openxmlformats.org/package/2006/relationships"><Relationship Id="rId13" Type="http://schemas.openxmlformats.org/officeDocument/2006/relationships/image" Target="../media/image78.png"/><Relationship Id="rId18" Type="http://schemas.openxmlformats.org/officeDocument/2006/relationships/customXml" Target="../ink/ink78.xml"/><Relationship Id="rId26" Type="http://schemas.openxmlformats.org/officeDocument/2006/relationships/customXml" Target="../ink/ink82.xml"/><Relationship Id="rId3" Type="http://schemas.openxmlformats.org/officeDocument/2006/relationships/image" Target="../media/image73.png"/><Relationship Id="rId21" Type="http://schemas.openxmlformats.org/officeDocument/2006/relationships/image" Target="../media/image82.png"/><Relationship Id="rId34" Type="http://schemas.openxmlformats.org/officeDocument/2006/relationships/customXml" Target="../ink/ink86.xml"/><Relationship Id="rId7" Type="http://schemas.openxmlformats.org/officeDocument/2006/relationships/image" Target="../media/image75.png"/><Relationship Id="rId12" Type="http://schemas.openxmlformats.org/officeDocument/2006/relationships/customXml" Target="../ink/ink75.xml"/><Relationship Id="rId17" Type="http://schemas.openxmlformats.org/officeDocument/2006/relationships/image" Target="../media/image80.png"/><Relationship Id="rId25" Type="http://schemas.openxmlformats.org/officeDocument/2006/relationships/image" Target="../media/image84.png"/><Relationship Id="rId33" Type="http://schemas.openxmlformats.org/officeDocument/2006/relationships/image" Target="../media/image88.png"/><Relationship Id="rId2" Type="http://schemas.openxmlformats.org/officeDocument/2006/relationships/customXml" Target="../ink/ink70.xml"/><Relationship Id="rId16" Type="http://schemas.openxmlformats.org/officeDocument/2006/relationships/customXml" Target="../ink/ink77.xml"/><Relationship Id="rId20" Type="http://schemas.openxmlformats.org/officeDocument/2006/relationships/customXml" Target="../ink/ink79.xml"/><Relationship Id="rId29" Type="http://schemas.openxmlformats.org/officeDocument/2006/relationships/image" Target="../media/image86.png"/><Relationship Id="rId1" Type="http://schemas.openxmlformats.org/officeDocument/2006/relationships/slideLayout" Target="../slideLayouts/slideLayout7.xml"/><Relationship Id="rId6" Type="http://schemas.openxmlformats.org/officeDocument/2006/relationships/customXml" Target="../ink/ink72.xml"/><Relationship Id="rId11" Type="http://schemas.openxmlformats.org/officeDocument/2006/relationships/image" Target="../media/image77.png"/><Relationship Id="rId24" Type="http://schemas.openxmlformats.org/officeDocument/2006/relationships/customXml" Target="../ink/ink81.xml"/><Relationship Id="rId32" Type="http://schemas.openxmlformats.org/officeDocument/2006/relationships/customXml" Target="../ink/ink85.xml"/><Relationship Id="rId5" Type="http://schemas.openxmlformats.org/officeDocument/2006/relationships/image" Target="../media/image74.png"/><Relationship Id="rId15" Type="http://schemas.openxmlformats.org/officeDocument/2006/relationships/image" Target="../media/image79.png"/><Relationship Id="rId23" Type="http://schemas.openxmlformats.org/officeDocument/2006/relationships/image" Target="../media/image83.png"/><Relationship Id="rId28" Type="http://schemas.openxmlformats.org/officeDocument/2006/relationships/customXml" Target="../ink/ink83.xml"/><Relationship Id="rId10" Type="http://schemas.openxmlformats.org/officeDocument/2006/relationships/customXml" Target="../ink/ink74.xml"/><Relationship Id="rId19" Type="http://schemas.openxmlformats.org/officeDocument/2006/relationships/image" Target="../media/image81.png"/><Relationship Id="rId31" Type="http://schemas.openxmlformats.org/officeDocument/2006/relationships/image" Target="../media/image87.png"/><Relationship Id="rId4" Type="http://schemas.openxmlformats.org/officeDocument/2006/relationships/customXml" Target="../ink/ink71.xml"/><Relationship Id="rId9" Type="http://schemas.openxmlformats.org/officeDocument/2006/relationships/image" Target="../media/image76.png"/><Relationship Id="rId14" Type="http://schemas.openxmlformats.org/officeDocument/2006/relationships/customXml" Target="../ink/ink76.xml"/><Relationship Id="rId22" Type="http://schemas.openxmlformats.org/officeDocument/2006/relationships/customXml" Target="../ink/ink80.xml"/><Relationship Id="rId27" Type="http://schemas.openxmlformats.org/officeDocument/2006/relationships/image" Target="../media/image85.png"/><Relationship Id="rId30" Type="http://schemas.openxmlformats.org/officeDocument/2006/relationships/customXml" Target="../ink/ink84.xml"/><Relationship Id="rId35" Type="http://schemas.openxmlformats.org/officeDocument/2006/relationships/image" Target="../media/image89.png"/><Relationship Id="rId8" Type="http://schemas.openxmlformats.org/officeDocument/2006/relationships/customXml" Target="../ink/ink73.xml"/></Relationships>
</file>

<file path=ppt/slides/_rels/slide13.xml.rels><?xml version="1.0" encoding="UTF-8" standalone="yes"?>
<Relationships xmlns="http://schemas.openxmlformats.org/package/2006/relationships"><Relationship Id="rId3" Type="http://schemas.openxmlformats.org/officeDocument/2006/relationships/customXml" Target="../ink/ink87.xml"/><Relationship Id="rId2" Type="http://schemas.openxmlformats.org/officeDocument/2006/relationships/image" Target="../media/image90.jpg"/><Relationship Id="rId1" Type="http://schemas.openxmlformats.org/officeDocument/2006/relationships/slideLayout" Target="../slideLayouts/slideLayout6.xml"/><Relationship Id="rId4" Type="http://schemas.openxmlformats.org/officeDocument/2006/relationships/image" Target="../media/image1510.png"/></Relationships>
</file>

<file path=ppt/slides/_rels/slide14.xml.rels><?xml version="1.0" encoding="UTF-8" standalone="yes"?>
<Relationships xmlns="http://schemas.openxmlformats.org/package/2006/relationships"><Relationship Id="rId3" Type="http://schemas.openxmlformats.org/officeDocument/2006/relationships/customXml" Target="../ink/ink88.xml"/><Relationship Id="rId2" Type="http://schemas.openxmlformats.org/officeDocument/2006/relationships/image" Target="../media/image91.jpg"/><Relationship Id="rId1" Type="http://schemas.openxmlformats.org/officeDocument/2006/relationships/slideLayout" Target="../slideLayouts/slideLayout6.xml"/><Relationship Id="rId4" Type="http://schemas.openxmlformats.org/officeDocument/2006/relationships/image" Target="../media/image172.png"/></Relationships>
</file>

<file path=ppt/slides/_rels/slide15.xml.rels><?xml version="1.0" encoding="UTF-8" standalone="yes"?>
<Relationships xmlns="http://schemas.openxmlformats.org/package/2006/relationships"><Relationship Id="rId117" Type="http://schemas.openxmlformats.org/officeDocument/2006/relationships/image" Target="../media/image149.png"/><Relationship Id="rId21" Type="http://schemas.openxmlformats.org/officeDocument/2006/relationships/image" Target="../media/image101.png"/><Relationship Id="rId42" Type="http://schemas.openxmlformats.org/officeDocument/2006/relationships/customXml" Target="../ink/ink109.xml"/><Relationship Id="rId63" Type="http://schemas.openxmlformats.org/officeDocument/2006/relationships/image" Target="../media/image122.png"/><Relationship Id="rId84" Type="http://schemas.openxmlformats.org/officeDocument/2006/relationships/customXml" Target="../ink/ink130.xml"/><Relationship Id="rId138" Type="http://schemas.openxmlformats.org/officeDocument/2006/relationships/customXml" Target="../ink/ink157.xml"/><Relationship Id="rId107" Type="http://schemas.openxmlformats.org/officeDocument/2006/relationships/image" Target="../media/image144.png"/><Relationship Id="rId11" Type="http://schemas.openxmlformats.org/officeDocument/2006/relationships/image" Target="../media/image96.png"/><Relationship Id="rId32" Type="http://schemas.openxmlformats.org/officeDocument/2006/relationships/customXml" Target="../ink/ink104.xml"/><Relationship Id="rId53" Type="http://schemas.openxmlformats.org/officeDocument/2006/relationships/image" Target="../media/image117.png"/><Relationship Id="rId74" Type="http://schemas.openxmlformats.org/officeDocument/2006/relationships/customXml" Target="../ink/ink125.xml"/><Relationship Id="rId128" Type="http://schemas.openxmlformats.org/officeDocument/2006/relationships/customXml" Target="../ink/ink152.xml"/><Relationship Id="rId5" Type="http://schemas.openxmlformats.org/officeDocument/2006/relationships/image" Target="../media/image93.png"/><Relationship Id="rId90" Type="http://schemas.openxmlformats.org/officeDocument/2006/relationships/customXml" Target="../ink/ink133.xml"/><Relationship Id="rId95" Type="http://schemas.openxmlformats.org/officeDocument/2006/relationships/image" Target="../media/image138.png"/><Relationship Id="rId22" Type="http://schemas.openxmlformats.org/officeDocument/2006/relationships/customXml" Target="../ink/ink99.xml"/><Relationship Id="rId27" Type="http://schemas.openxmlformats.org/officeDocument/2006/relationships/image" Target="../media/image104.png"/><Relationship Id="rId43" Type="http://schemas.openxmlformats.org/officeDocument/2006/relationships/image" Target="../media/image112.png"/><Relationship Id="rId48" Type="http://schemas.openxmlformats.org/officeDocument/2006/relationships/customXml" Target="../ink/ink112.xml"/><Relationship Id="rId64" Type="http://schemas.openxmlformats.org/officeDocument/2006/relationships/customXml" Target="../ink/ink120.xml"/><Relationship Id="rId69" Type="http://schemas.openxmlformats.org/officeDocument/2006/relationships/image" Target="../media/image125.png"/><Relationship Id="rId113" Type="http://schemas.openxmlformats.org/officeDocument/2006/relationships/image" Target="../media/image147.png"/><Relationship Id="rId118" Type="http://schemas.openxmlformats.org/officeDocument/2006/relationships/customXml" Target="../ink/ink147.xml"/><Relationship Id="rId134" Type="http://schemas.openxmlformats.org/officeDocument/2006/relationships/customXml" Target="../ink/ink155.xml"/><Relationship Id="rId139" Type="http://schemas.openxmlformats.org/officeDocument/2006/relationships/image" Target="../media/image160.png"/><Relationship Id="rId80" Type="http://schemas.openxmlformats.org/officeDocument/2006/relationships/customXml" Target="../ink/ink128.xml"/><Relationship Id="rId85" Type="http://schemas.openxmlformats.org/officeDocument/2006/relationships/image" Target="../media/image133.png"/><Relationship Id="rId12" Type="http://schemas.openxmlformats.org/officeDocument/2006/relationships/customXml" Target="../ink/ink94.xml"/><Relationship Id="rId17" Type="http://schemas.openxmlformats.org/officeDocument/2006/relationships/image" Target="../media/image99.png"/><Relationship Id="rId33" Type="http://schemas.openxmlformats.org/officeDocument/2006/relationships/image" Target="../media/image107.png"/><Relationship Id="rId38" Type="http://schemas.openxmlformats.org/officeDocument/2006/relationships/customXml" Target="../ink/ink107.xml"/><Relationship Id="rId59" Type="http://schemas.openxmlformats.org/officeDocument/2006/relationships/image" Target="../media/image120.png"/><Relationship Id="rId103" Type="http://schemas.openxmlformats.org/officeDocument/2006/relationships/image" Target="../media/image142.png"/><Relationship Id="rId108" Type="http://schemas.openxmlformats.org/officeDocument/2006/relationships/customXml" Target="../ink/ink142.xml"/><Relationship Id="rId124" Type="http://schemas.openxmlformats.org/officeDocument/2006/relationships/customXml" Target="../ink/ink150.xml"/><Relationship Id="rId129" Type="http://schemas.openxmlformats.org/officeDocument/2006/relationships/image" Target="../media/image155.png"/><Relationship Id="rId54" Type="http://schemas.openxmlformats.org/officeDocument/2006/relationships/customXml" Target="../ink/ink115.xml"/><Relationship Id="rId70" Type="http://schemas.openxmlformats.org/officeDocument/2006/relationships/customXml" Target="../ink/ink123.xml"/><Relationship Id="rId75" Type="http://schemas.openxmlformats.org/officeDocument/2006/relationships/image" Target="../media/image128.png"/><Relationship Id="rId91" Type="http://schemas.openxmlformats.org/officeDocument/2006/relationships/image" Target="../media/image136.png"/><Relationship Id="rId96" Type="http://schemas.openxmlformats.org/officeDocument/2006/relationships/customXml" Target="../ink/ink136.xml"/><Relationship Id="rId140" Type="http://schemas.openxmlformats.org/officeDocument/2006/relationships/customXml" Target="../ink/ink158.xml"/><Relationship Id="rId145" Type="http://schemas.openxmlformats.org/officeDocument/2006/relationships/image" Target="../media/image163.png"/><Relationship Id="rId1" Type="http://schemas.openxmlformats.org/officeDocument/2006/relationships/slideLayout" Target="../slideLayouts/slideLayout7.xml"/><Relationship Id="rId6" Type="http://schemas.openxmlformats.org/officeDocument/2006/relationships/customXml" Target="../ink/ink91.xml"/><Relationship Id="rId23" Type="http://schemas.openxmlformats.org/officeDocument/2006/relationships/image" Target="../media/image102.png"/><Relationship Id="rId28" Type="http://schemas.openxmlformats.org/officeDocument/2006/relationships/customXml" Target="../ink/ink102.xml"/><Relationship Id="rId49" Type="http://schemas.openxmlformats.org/officeDocument/2006/relationships/image" Target="../media/image115.png"/><Relationship Id="rId114" Type="http://schemas.openxmlformats.org/officeDocument/2006/relationships/customXml" Target="../ink/ink145.xml"/><Relationship Id="rId119" Type="http://schemas.openxmlformats.org/officeDocument/2006/relationships/image" Target="../media/image150.png"/><Relationship Id="rId44" Type="http://schemas.openxmlformats.org/officeDocument/2006/relationships/customXml" Target="../ink/ink110.xml"/><Relationship Id="rId60" Type="http://schemas.openxmlformats.org/officeDocument/2006/relationships/customXml" Target="../ink/ink118.xml"/><Relationship Id="rId65" Type="http://schemas.openxmlformats.org/officeDocument/2006/relationships/image" Target="../media/image123.png"/><Relationship Id="rId81" Type="http://schemas.openxmlformats.org/officeDocument/2006/relationships/image" Target="../media/image131.png"/><Relationship Id="rId86" Type="http://schemas.openxmlformats.org/officeDocument/2006/relationships/customXml" Target="../ink/ink131.xml"/><Relationship Id="rId130" Type="http://schemas.openxmlformats.org/officeDocument/2006/relationships/customXml" Target="../ink/ink153.xml"/><Relationship Id="rId135" Type="http://schemas.openxmlformats.org/officeDocument/2006/relationships/image" Target="../media/image158.png"/><Relationship Id="rId13" Type="http://schemas.openxmlformats.org/officeDocument/2006/relationships/image" Target="../media/image97.png"/><Relationship Id="rId18" Type="http://schemas.openxmlformats.org/officeDocument/2006/relationships/customXml" Target="../ink/ink97.xml"/><Relationship Id="rId39" Type="http://schemas.openxmlformats.org/officeDocument/2006/relationships/image" Target="../media/image110.png"/><Relationship Id="rId109" Type="http://schemas.openxmlformats.org/officeDocument/2006/relationships/image" Target="../media/image145.png"/><Relationship Id="rId34" Type="http://schemas.openxmlformats.org/officeDocument/2006/relationships/customXml" Target="../ink/ink105.xml"/><Relationship Id="rId50" Type="http://schemas.openxmlformats.org/officeDocument/2006/relationships/customXml" Target="../ink/ink113.xml"/><Relationship Id="rId55" Type="http://schemas.openxmlformats.org/officeDocument/2006/relationships/image" Target="../media/image118.png"/><Relationship Id="rId76" Type="http://schemas.openxmlformats.org/officeDocument/2006/relationships/customXml" Target="../ink/ink126.xml"/><Relationship Id="rId97" Type="http://schemas.openxmlformats.org/officeDocument/2006/relationships/image" Target="../media/image139.png"/><Relationship Id="rId104" Type="http://schemas.openxmlformats.org/officeDocument/2006/relationships/customXml" Target="../ink/ink140.xml"/><Relationship Id="rId120" Type="http://schemas.openxmlformats.org/officeDocument/2006/relationships/customXml" Target="../ink/ink148.xml"/><Relationship Id="rId125" Type="http://schemas.openxmlformats.org/officeDocument/2006/relationships/image" Target="../media/image153.png"/><Relationship Id="rId141" Type="http://schemas.openxmlformats.org/officeDocument/2006/relationships/image" Target="../media/image161.png"/><Relationship Id="rId7" Type="http://schemas.openxmlformats.org/officeDocument/2006/relationships/image" Target="../media/image94.png"/><Relationship Id="rId71" Type="http://schemas.openxmlformats.org/officeDocument/2006/relationships/image" Target="../media/image126.png"/><Relationship Id="rId92" Type="http://schemas.openxmlformats.org/officeDocument/2006/relationships/customXml" Target="../ink/ink134.xml"/><Relationship Id="rId2" Type="http://schemas.openxmlformats.org/officeDocument/2006/relationships/customXml" Target="../ink/ink89.xml"/><Relationship Id="rId29" Type="http://schemas.openxmlformats.org/officeDocument/2006/relationships/image" Target="../media/image105.png"/><Relationship Id="rId24" Type="http://schemas.openxmlformats.org/officeDocument/2006/relationships/customXml" Target="../ink/ink100.xml"/><Relationship Id="rId40" Type="http://schemas.openxmlformats.org/officeDocument/2006/relationships/customXml" Target="../ink/ink108.xml"/><Relationship Id="rId45" Type="http://schemas.openxmlformats.org/officeDocument/2006/relationships/image" Target="../media/image113.png"/><Relationship Id="rId66" Type="http://schemas.openxmlformats.org/officeDocument/2006/relationships/customXml" Target="../ink/ink121.xml"/><Relationship Id="rId87" Type="http://schemas.openxmlformats.org/officeDocument/2006/relationships/image" Target="../media/image134.png"/><Relationship Id="rId110" Type="http://schemas.openxmlformats.org/officeDocument/2006/relationships/customXml" Target="../ink/ink143.xml"/><Relationship Id="rId115" Type="http://schemas.openxmlformats.org/officeDocument/2006/relationships/image" Target="../media/image148.png"/><Relationship Id="rId131" Type="http://schemas.openxmlformats.org/officeDocument/2006/relationships/image" Target="../media/image156.png"/><Relationship Id="rId136" Type="http://schemas.openxmlformats.org/officeDocument/2006/relationships/customXml" Target="../ink/ink156.xml"/><Relationship Id="rId61" Type="http://schemas.openxmlformats.org/officeDocument/2006/relationships/image" Target="../media/image121.png"/><Relationship Id="rId82" Type="http://schemas.openxmlformats.org/officeDocument/2006/relationships/customXml" Target="../ink/ink129.xml"/><Relationship Id="rId19" Type="http://schemas.openxmlformats.org/officeDocument/2006/relationships/image" Target="../media/image100.png"/><Relationship Id="rId14" Type="http://schemas.openxmlformats.org/officeDocument/2006/relationships/customXml" Target="../ink/ink95.xml"/><Relationship Id="rId30" Type="http://schemas.openxmlformats.org/officeDocument/2006/relationships/customXml" Target="../ink/ink103.xml"/><Relationship Id="rId35" Type="http://schemas.openxmlformats.org/officeDocument/2006/relationships/image" Target="../media/image108.png"/><Relationship Id="rId56" Type="http://schemas.openxmlformats.org/officeDocument/2006/relationships/customXml" Target="../ink/ink116.xml"/><Relationship Id="rId77" Type="http://schemas.openxmlformats.org/officeDocument/2006/relationships/image" Target="../media/image129.png"/><Relationship Id="rId100" Type="http://schemas.openxmlformats.org/officeDocument/2006/relationships/customXml" Target="../ink/ink138.xml"/><Relationship Id="rId105" Type="http://schemas.openxmlformats.org/officeDocument/2006/relationships/image" Target="../media/image143.png"/><Relationship Id="rId126" Type="http://schemas.openxmlformats.org/officeDocument/2006/relationships/customXml" Target="../ink/ink151.xml"/><Relationship Id="rId8" Type="http://schemas.openxmlformats.org/officeDocument/2006/relationships/customXml" Target="../ink/ink92.xml"/><Relationship Id="rId51" Type="http://schemas.openxmlformats.org/officeDocument/2006/relationships/image" Target="../media/image116.png"/><Relationship Id="rId72" Type="http://schemas.openxmlformats.org/officeDocument/2006/relationships/customXml" Target="../ink/ink124.xml"/><Relationship Id="rId93" Type="http://schemas.openxmlformats.org/officeDocument/2006/relationships/image" Target="../media/image137.png"/><Relationship Id="rId98" Type="http://schemas.openxmlformats.org/officeDocument/2006/relationships/customXml" Target="../ink/ink137.xml"/><Relationship Id="rId121" Type="http://schemas.openxmlformats.org/officeDocument/2006/relationships/image" Target="../media/image151.png"/><Relationship Id="rId142" Type="http://schemas.openxmlformats.org/officeDocument/2006/relationships/customXml" Target="../ink/ink159.xml"/><Relationship Id="rId3" Type="http://schemas.openxmlformats.org/officeDocument/2006/relationships/image" Target="../media/image92.png"/><Relationship Id="rId25" Type="http://schemas.openxmlformats.org/officeDocument/2006/relationships/image" Target="../media/image103.png"/><Relationship Id="rId46" Type="http://schemas.openxmlformats.org/officeDocument/2006/relationships/customXml" Target="../ink/ink111.xml"/><Relationship Id="rId67" Type="http://schemas.openxmlformats.org/officeDocument/2006/relationships/image" Target="../media/image124.png"/><Relationship Id="rId116" Type="http://schemas.openxmlformats.org/officeDocument/2006/relationships/customXml" Target="../ink/ink146.xml"/><Relationship Id="rId137" Type="http://schemas.openxmlformats.org/officeDocument/2006/relationships/image" Target="../media/image159.png"/><Relationship Id="rId20" Type="http://schemas.openxmlformats.org/officeDocument/2006/relationships/customXml" Target="../ink/ink98.xml"/><Relationship Id="rId41" Type="http://schemas.openxmlformats.org/officeDocument/2006/relationships/image" Target="../media/image111.png"/><Relationship Id="rId62" Type="http://schemas.openxmlformats.org/officeDocument/2006/relationships/customXml" Target="../ink/ink119.xml"/><Relationship Id="rId83" Type="http://schemas.openxmlformats.org/officeDocument/2006/relationships/image" Target="../media/image132.png"/><Relationship Id="rId88" Type="http://schemas.openxmlformats.org/officeDocument/2006/relationships/customXml" Target="../ink/ink132.xml"/><Relationship Id="rId111" Type="http://schemas.openxmlformats.org/officeDocument/2006/relationships/image" Target="../media/image146.png"/><Relationship Id="rId132" Type="http://schemas.openxmlformats.org/officeDocument/2006/relationships/customXml" Target="../ink/ink154.xml"/><Relationship Id="rId15" Type="http://schemas.openxmlformats.org/officeDocument/2006/relationships/image" Target="../media/image98.png"/><Relationship Id="rId36" Type="http://schemas.openxmlformats.org/officeDocument/2006/relationships/customXml" Target="../ink/ink106.xml"/><Relationship Id="rId57" Type="http://schemas.openxmlformats.org/officeDocument/2006/relationships/image" Target="../media/image119.png"/><Relationship Id="rId106" Type="http://schemas.openxmlformats.org/officeDocument/2006/relationships/customXml" Target="../ink/ink141.xml"/><Relationship Id="rId127" Type="http://schemas.openxmlformats.org/officeDocument/2006/relationships/image" Target="../media/image154.png"/><Relationship Id="rId10" Type="http://schemas.openxmlformats.org/officeDocument/2006/relationships/customXml" Target="../ink/ink93.xml"/><Relationship Id="rId31" Type="http://schemas.openxmlformats.org/officeDocument/2006/relationships/image" Target="../media/image106.png"/><Relationship Id="rId52" Type="http://schemas.openxmlformats.org/officeDocument/2006/relationships/customXml" Target="../ink/ink114.xml"/><Relationship Id="rId73" Type="http://schemas.openxmlformats.org/officeDocument/2006/relationships/image" Target="../media/image127.png"/><Relationship Id="rId78" Type="http://schemas.openxmlformats.org/officeDocument/2006/relationships/customXml" Target="../ink/ink127.xml"/><Relationship Id="rId94" Type="http://schemas.openxmlformats.org/officeDocument/2006/relationships/customXml" Target="../ink/ink135.xml"/><Relationship Id="rId99" Type="http://schemas.openxmlformats.org/officeDocument/2006/relationships/image" Target="../media/image140.png"/><Relationship Id="rId101" Type="http://schemas.openxmlformats.org/officeDocument/2006/relationships/image" Target="../media/image141.png"/><Relationship Id="rId122" Type="http://schemas.openxmlformats.org/officeDocument/2006/relationships/customXml" Target="../ink/ink149.xml"/><Relationship Id="rId143" Type="http://schemas.openxmlformats.org/officeDocument/2006/relationships/image" Target="../media/image162.png"/><Relationship Id="rId4" Type="http://schemas.openxmlformats.org/officeDocument/2006/relationships/customXml" Target="../ink/ink90.xml"/><Relationship Id="rId9" Type="http://schemas.openxmlformats.org/officeDocument/2006/relationships/image" Target="../media/image95.png"/><Relationship Id="rId26" Type="http://schemas.openxmlformats.org/officeDocument/2006/relationships/customXml" Target="../ink/ink101.xml"/><Relationship Id="rId47" Type="http://schemas.openxmlformats.org/officeDocument/2006/relationships/image" Target="../media/image114.png"/><Relationship Id="rId68" Type="http://schemas.openxmlformats.org/officeDocument/2006/relationships/customXml" Target="../ink/ink122.xml"/><Relationship Id="rId89" Type="http://schemas.openxmlformats.org/officeDocument/2006/relationships/image" Target="../media/image135.png"/><Relationship Id="rId112" Type="http://schemas.openxmlformats.org/officeDocument/2006/relationships/customXml" Target="../ink/ink144.xml"/><Relationship Id="rId133" Type="http://schemas.openxmlformats.org/officeDocument/2006/relationships/image" Target="../media/image157.png"/><Relationship Id="rId16" Type="http://schemas.openxmlformats.org/officeDocument/2006/relationships/customXml" Target="../ink/ink96.xml"/><Relationship Id="rId37" Type="http://schemas.openxmlformats.org/officeDocument/2006/relationships/image" Target="../media/image109.png"/><Relationship Id="rId58" Type="http://schemas.openxmlformats.org/officeDocument/2006/relationships/customXml" Target="../ink/ink117.xml"/><Relationship Id="rId79" Type="http://schemas.openxmlformats.org/officeDocument/2006/relationships/image" Target="../media/image130.png"/><Relationship Id="rId102" Type="http://schemas.openxmlformats.org/officeDocument/2006/relationships/customXml" Target="../ink/ink139.xml"/><Relationship Id="rId123" Type="http://schemas.openxmlformats.org/officeDocument/2006/relationships/image" Target="../media/image152.png"/><Relationship Id="rId144" Type="http://schemas.openxmlformats.org/officeDocument/2006/relationships/customXml" Target="../ink/ink160.xml"/></Relationships>
</file>

<file path=ppt/slides/_rels/slide16.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customXml" Target="../ink/ink16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65.jp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customXml" Target="../ink/ink162.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67.wmf"/><Relationship Id="rId2" Type="http://schemas.openxmlformats.org/officeDocument/2006/relationships/oleObject" Target="../embeddings/oleObject1.bin"/><Relationship Id="rId1" Type="http://schemas.openxmlformats.org/officeDocument/2006/relationships/slideLayout" Target="../slideLayouts/slideLayout6.xml"/><Relationship Id="rId5" Type="http://schemas.openxmlformats.org/officeDocument/2006/relationships/image" Target="../media/image168.png"/><Relationship Id="rId4" Type="http://schemas.openxmlformats.org/officeDocument/2006/relationships/customXml" Target="../ink/ink163.xml"/></Relationships>
</file>

<file path=ppt/slides/_rels/slide20.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customXml" Target="../ink/ink164.xml"/><Relationship Id="rId1" Type="http://schemas.openxmlformats.org/officeDocument/2006/relationships/slideLayout" Target="../slideLayouts/slideLayout7.xml"/><Relationship Id="rId5" Type="http://schemas.openxmlformats.org/officeDocument/2006/relationships/image" Target="../media/image170.png"/><Relationship Id="rId4" Type="http://schemas.openxmlformats.org/officeDocument/2006/relationships/customXml" Target="../ink/ink165.xml"/></Relationships>
</file>

<file path=ppt/slides/_rels/slide21.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customXml" Target="../ink/ink166.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customXml" Target="../ink/ink167.xml"/><Relationship Id="rId2" Type="http://schemas.openxmlformats.org/officeDocument/2006/relationships/image" Target="../media/image172.jpg"/><Relationship Id="rId1" Type="http://schemas.openxmlformats.org/officeDocument/2006/relationships/slideLayout" Target="../slideLayouts/slideLayout6.xml"/><Relationship Id="rId6" Type="http://schemas.openxmlformats.org/officeDocument/2006/relationships/image" Target="../media/image174.png"/><Relationship Id="rId5" Type="http://schemas.openxmlformats.org/officeDocument/2006/relationships/customXml" Target="../ink/ink168.xml"/><Relationship Id="rId4" Type="http://schemas.openxmlformats.org/officeDocument/2006/relationships/image" Target="../media/image173.png"/></Relationships>
</file>

<file path=ppt/slides/_rels/slide23.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customXml" Target="../ink/ink169.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customXml" Target="../ink/ink170.xml"/><Relationship Id="rId2" Type="http://schemas.openxmlformats.org/officeDocument/2006/relationships/image" Target="../media/image176.jpg"/><Relationship Id="rId1" Type="http://schemas.openxmlformats.org/officeDocument/2006/relationships/slideLayout" Target="../slideLayouts/slideLayout6.xml"/><Relationship Id="rId6" Type="http://schemas.openxmlformats.org/officeDocument/2006/relationships/image" Target="../media/image178.png"/><Relationship Id="rId5" Type="http://schemas.openxmlformats.org/officeDocument/2006/relationships/customXml" Target="../ink/ink171.xml"/><Relationship Id="rId4" Type="http://schemas.openxmlformats.org/officeDocument/2006/relationships/image" Target="../media/image17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customXml" Target="../ink/ink172.xml"/><Relationship Id="rId2" Type="http://schemas.openxmlformats.org/officeDocument/2006/relationships/image" Target="../media/image179.png"/><Relationship Id="rId1" Type="http://schemas.openxmlformats.org/officeDocument/2006/relationships/slideLayout" Target="../slideLayouts/slideLayout7.xml"/><Relationship Id="rId4" Type="http://schemas.openxmlformats.org/officeDocument/2006/relationships/image" Target="../media/image18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image" Target="../media/image18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84.png"/><Relationship Id="rId2" Type="http://schemas.openxmlformats.org/officeDocument/2006/relationships/image" Target="../media/image183.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85.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86.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88.png"/><Relationship Id="rId2" Type="http://schemas.openxmlformats.org/officeDocument/2006/relationships/image" Target="../media/image187.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89.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90.jp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91.jp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9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59933" y="995318"/>
            <a:ext cx="9872134" cy="1193968"/>
          </a:xfrm>
          <a:solidFill>
            <a:srgbClr val="FFFFFF"/>
          </a:solidFill>
          <a:ln w="38100">
            <a:solidFill>
              <a:srgbClr val="7F7F7F"/>
            </a:solidFill>
            <a:miter lim="800000"/>
          </a:ln>
        </p:spPr>
        <p:txBody>
          <a:bodyPr vert="horz" lIns="91440" tIns="45720" rIns="91440" bIns="45720" rtlCol="0" anchor="ctr">
            <a:normAutofit fontScale="90000"/>
          </a:bodyPr>
          <a:lstStyle/>
          <a:p>
            <a:pPr>
              <a:lnSpc>
                <a:spcPct val="150000"/>
              </a:lnSpc>
            </a:pPr>
            <a:r>
              <a:rPr lang="en-US" sz="3600" kern="1200" dirty="0">
                <a:solidFill>
                  <a:srgbClr val="3F3F3F"/>
                </a:solidFill>
                <a:latin typeface="+mj-lt"/>
                <a:ea typeface="+mj-ea"/>
                <a:cs typeface="+mj-cs"/>
              </a:rPr>
              <a:t>Designing and Analysis of Algorithms</a:t>
            </a:r>
            <a:br>
              <a:rPr lang="en-US" sz="3600" kern="1200" dirty="0">
                <a:solidFill>
                  <a:srgbClr val="3F3F3F"/>
                </a:solidFill>
                <a:latin typeface="+mj-lt"/>
                <a:ea typeface="+mj-ea"/>
                <a:cs typeface="+mj-cs"/>
              </a:rPr>
            </a:br>
            <a:r>
              <a:rPr lang="en-US" sz="3600" kern="1200" dirty="0">
                <a:solidFill>
                  <a:srgbClr val="3F3F3F"/>
                </a:solidFill>
                <a:latin typeface="+mj-lt"/>
                <a:ea typeface="+mj-ea"/>
                <a:cs typeface="+mj-cs"/>
              </a:rPr>
              <a:t>Course Code: ECS 5101/CS514</a:t>
            </a:r>
          </a:p>
        </p:txBody>
      </p:sp>
      <p:sp>
        <p:nvSpPr>
          <p:cNvPr id="3" name="Subtitle 2"/>
          <p:cNvSpPr>
            <a:spLocks noGrp="1"/>
          </p:cNvSpPr>
          <p:nvPr>
            <p:ph type="subTitle" idx="1"/>
          </p:nvPr>
        </p:nvSpPr>
        <p:spPr>
          <a:xfrm>
            <a:off x="1476915" y="2888250"/>
            <a:ext cx="4297351" cy="2959777"/>
          </a:xfrm>
        </p:spPr>
        <p:txBody>
          <a:bodyPr vert="horz" lIns="91440" tIns="45720" rIns="91440" bIns="45720" rtlCol="0" anchor="t">
            <a:normAutofit/>
          </a:bodyPr>
          <a:lstStyle/>
          <a:p>
            <a:pPr indent="-228600" algn="l">
              <a:buFont typeface="Arial" panose="020B0604020202020204" pitchFamily="34" charset="0"/>
              <a:buChar char="•"/>
            </a:pPr>
            <a:r>
              <a:rPr lang="en-US" sz="2000" dirty="0"/>
              <a:t>Dr Rahul Mishra</a:t>
            </a:r>
          </a:p>
          <a:p>
            <a:pPr indent="-228600" algn="l">
              <a:buFont typeface="Arial" panose="020B0604020202020204" pitchFamily="34" charset="0"/>
              <a:buChar char="•"/>
            </a:pPr>
            <a:r>
              <a:rPr lang="en-US" sz="2000" dirty="0"/>
              <a:t>IIT Patna</a:t>
            </a:r>
          </a:p>
        </p:txBody>
      </p:sp>
      <p:sp>
        <p:nvSpPr>
          <p:cNvPr id="5" name="TextBox 4">
            <a:extLst>
              <a:ext uri="{FF2B5EF4-FFF2-40B4-BE49-F238E27FC236}">
                <a16:creationId xmlns:a16="http://schemas.microsoft.com/office/drawing/2014/main" id="{DCA95BC3-E4B0-FB16-BB70-D128FA5BDC2D}"/>
              </a:ext>
            </a:extLst>
          </p:cNvPr>
          <p:cNvSpPr txBox="1"/>
          <p:nvPr/>
        </p:nvSpPr>
        <p:spPr>
          <a:xfrm>
            <a:off x="6417731" y="2888250"/>
            <a:ext cx="4292594" cy="2959778"/>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indent="-228600" defTabSz="914400">
              <a:lnSpc>
                <a:spcPct val="90000"/>
              </a:lnSpc>
              <a:spcAft>
                <a:spcPts val="600"/>
              </a:spcAft>
              <a:buFont typeface="Arial" panose="020B0604020202020204" pitchFamily="34" charset="0"/>
              <a:buChar char="•"/>
            </a:pPr>
            <a:r>
              <a:rPr lang="en-US" sz="2000" b="1" dirty="0"/>
              <a:t>Lecture 10</a:t>
            </a:r>
          </a:p>
        </p:txBody>
      </p:sp>
    </p:spTree>
    <p:extLst>
      <p:ext uri="{BB962C8B-B14F-4D97-AF65-F5344CB8AC3E}">
        <p14:creationId xmlns:p14="http://schemas.microsoft.com/office/powerpoint/2010/main" val="5456099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A404D74-21F8-9A20-EB7A-82CC690EE7F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2</a:t>
            </a:fld>
            <a:endParaRPr lang="en-IN"/>
          </a:p>
        </p:txBody>
      </p:sp>
      <p:pic>
        <p:nvPicPr>
          <p:cNvPr id="4" name="Picture 3">
            <a:extLst>
              <a:ext uri="{FF2B5EF4-FFF2-40B4-BE49-F238E27FC236}">
                <a16:creationId xmlns:a16="http://schemas.microsoft.com/office/drawing/2014/main" id="{9712D0F9-1CE2-2C78-2385-04B9A3211D6B}"/>
              </a:ext>
            </a:extLst>
          </p:cNvPr>
          <p:cNvPicPr>
            <a:picLocks noChangeAspect="1"/>
          </p:cNvPicPr>
          <p:nvPr/>
        </p:nvPicPr>
        <p:blipFill>
          <a:blip r:embed="rId2"/>
          <a:stretch>
            <a:fillRect/>
          </a:stretch>
        </p:blipFill>
        <p:spPr>
          <a:xfrm>
            <a:off x="959625" y="2301923"/>
            <a:ext cx="10272749" cy="2254154"/>
          </a:xfrm>
          <a:prstGeom prst="rect">
            <a:avLst/>
          </a:prstGeom>
        </p:spPr>
      </p:pic>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FF2ACC22-912A-14B3-EDDD-E67CD384738E}"/>
                  </a:ext>
                </a:extLst>
              </p14:cNvPr>
              <p14:cNvContentPartPr/>
              <p14:nvPr/>
            </p14:nvContentPartPr>
            <p14:xfrm>
              <a:off x="2185560" y="1379160"/>
              <a:ext cx="7603200" cy="2812320"/>
            </p14:xfrm>
          </p:contentPart>
        </mc:Choice>
        <mc:Fallback>
          <p:pic>
            <p:nvPicPr>
              <p:cNvPr id="3" name="Ink 2">
                <a:extLst>
                  <a:ext uri="{FF2B5EF4-FFF2-40B4-BE49-F238E27FC236}">
                    <a16:creationId xmlns:a16="http://schemas.microsoft.com/office/drawing/2014/main" id="{FF2ACC22-912A-14B3-EDDD-E67CD384738E}"/>
                  </a:ext>
                </a:extLst>
              </p:cNvPr>
              <p:cNvPicPr/>
              <p:nvPr/>
            </p:nvPicPr>
            <p:blipFill>
              <a:blip r:embed="rId4"/>
              <a:stretch>
                <a:fillRect/>
              </a:stretch>
            </p:blipFill>
            <p:spPr>
              <a:xfrm>
                <a:off x="2176200" y="1369800"/>
                <a:ext cx="7621920" cy="2831040"/>
              </a:xfrm>
              <a:prstGeom prst="rect">
                <a:avLst/>
              </a:prstGeom>
            </p:spPr>
          </p:pic>
        </mc:Fallback>
      </mc:AlternateContent>
    </p:spTree>
    <p:extLst>
      <p:ext uri="{BB962C8B-B14F-4D97-AF65-F5344CB8AC3E}">
        <p14:creationId xmlns:p14="http://schemas.microsoft.com/office/powerpoint/2010/main" val="25630714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A404D74-21F8-9A20-EB7A-82CC690EE7FE}"/>
              </a:ext>
            </a:extLst>
          </p:cNvPr>
          <p:cNvSpPr>
            <a:spLocks noGrp="1"/>
          </p:cNvSpPr>
          <p:nvPr>
            <p:ph type="sldNum" sz="quarter" idx="12"/>
          </p:nvPr>
        </p:nvSpPr>
        <p:spPr>
          <a:xfrm>
            <a:off x="8805333" y="6356350"/>
            <a:ext cx="2743200" cy="365125"/>
          </a:xfrm>
        </p:spPr>
        <p:txBody>
          <a:bodyPr>
            <a:normAutofit/>
          </a:bodyPr>
          <a:lstStyle/>
          <a:p>
            <a:pPr marL="0" lvl="0" indent="0" rtl="0">
              <a:spcBef>
                <a:spcPts val="0"/>
              </a:spcBef>
              <a:spcAft>
                <a:spcPts val="600"/>
              </a:spcAft>
              <a:buNone/>
            </a:pPr>
            <a:fld id="{00000000-1234-1234-1234-123412341234}" type="slidenum">
              <a:rPr lang="en-IN" smtClean="0"/>
              <a:pPr marL="0" lvl="0" indent="0" rtl="0">
                <a:spcBef>
                  <a:spcPts val="0"/>
                </a:spcBef>
                <a:spcAft>
                  <a:spcPts val="600"/>
                </a:spcAft>
                <a:buNone/>
              </a:pPr>
              <a:t>3</a:t>
            </a:fld>
            <a:endParaRPr lang="en-IN"/>
          </a:p>
        </p:txBody>
      </p:sp>
      <p:pic>
        <p:nvPicPr>
          <p:cNvPr id="4" name="Picture 3">
            <a:extLst>
              <a:ext uri="{FF2B5EF4-FFF2-40B4-BE49-F238E27FC236}">
                <a16:creationId xmlns:a16="http://schemas.microsoft.com/office/drawing/2014/main" id="{39066050-43BD-C4FA-7172-EEEAF24D8D79}"/>
              </a:ext>
            </a:extLst>
          </p:cNvPr>
          <p:cNvPicPr>
            <a:picLocks noChangeAspect="1"/>
          </p:cNvPicPr>
          <p:nvPr/>
        </p:nvPicPr>
        <p:blipFill>
          <a:blip r:embed="rId2"/>
          <a:stretch>
            <a:fillRect/>
          </a:stretch>
        </p:blipFill>
        <p:spPr>
          <a:xfrm>
            <a:off x="1209100" y="643467"/>
            <a:ext cx="9773799" cy="5571065"/>
          </a:xfrm>
          <a:prstGeom prst="rect">
            <a:avLst/>
          </a:prstGeom>
          <a:ln>
            <a:noFill/>
          </a:ln>
        </p:spPr>
      </p:pic>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DB437397-701A-870A-5FF9-0C137CD4E8EA}"/>
                  </a:ext>
                </a:extLst>
              </p14:cNvPr>
              <p14:cNvContentPartPr/>
              <p14:nvPr/>
            </p14:nvContentPartPr>
            <p14:xfrm>
              <a:off x="9062404" y="3707168"/>
              <a:ext cx="318240" cy="407520"/>
            </p14:xfrm>
          </p:contentPart>
        </mc:Choice>
        <mc:Fallback>
          <p:pic>
            <p:nvPicPr>
              <p:cNvPr id="3" name="Ink 2">
                <a:extLst>
                  <a:ext uri="{FF2B5EF4-FFF2-40B4-BE49-F238E27FC236}">
                    <a16:creationId xmlns:a16="http://schemas.microsoft.com/office/drawing/2014/main" id="{DB437397-701A-870A-5FF9-0C137CD4E8EA}"/>
                  </a:ext>
                </a:extLst>
              </p:cNvPr>
              <p:cNvPicPr/>
              <p:nvPr/>
            </p:nvPicPr>
            <p:blipFill>
              <a:blip r:embed="rId4"/>
              <a:stretch>
                <a:fillRect/>
              </a:stretch>
            </p:blipFill>
            <p:spPr>
              <a:xfrm>
                <a:off x="9056284" y="3701048"/>
                <a:ext cx="330480" cy="419760"/>
              </a:xfrm>
              <a:prstGeom prst="rect">
                <a:avLst/>
              </a:prstGeom>
            </p:spPr>
          </p:pic>
        </mc:Fallback>
      </mc:AlternateContent>
      <p:grpSp>
        <p:nvGrpSpPr>
          <p:cNvPr id="20" name="Group 19">
            <a:extLst>
              <a:ext uri="{FF2B5EF4-FFF2-40B4-BE49-F238E27FC236}">
                <a16:creationId xmlns:a16="http://schemas.microsoft.com/office/drawing/2014/main" id="{C4695027-379F-DED8-C486-51651B9D46AC}"/>
              </a:ext>
            </a:extLst>
          </p:cNvPr>
          <p:cNvGrpSpPr/>
          <p:nvPr/>
        </p:nvGrpSpPr>
        <p:grpSpPr>
          <a:xfrm>
            <a:off x="7245844" y="3521768"/>
            <a:ext cx="544320" cy="347400"/>
            <a:chOff x="7245844" y="3521768"/>
            <a:chExt cx="544320" cy="347400"/>
          </a:xfrm>
        </p:grpSpPr>
        <mc:AlternateContent xmlns:mc="http://schemas.openxmlformats.org/markup-compatibility/2006">
          <mc:Choice xmlns:p14="http://schemas.microsoft.com/office/powerpoint/2010/main" Requires="p14">
            <p:contentPart p14:bwMode="auto" r:id="rId5">
              <p14:nvContentPartPr>
                <p14:cNvPr id="5" name="Ink 4">
                  <a:extLst>
                    <a:ext uri="{FF2B5EF4-FFF2-40B4-BE49-F238E27FC236}">
                      <a16:creationId xmlns:a16="http://schemas.microsoft.com/office/drawing/2014/main" id="{63DCE491-2419-04FC-39C0-2E9FEFD4EBAE}"/>
                    </a:ext>
                  </a:extLst>
                </p14:cNvPr>
                <p14:cNvContentPartPr/>
                <p14:nvPr/>
              </p14:nvContentPartPr>
              <p14:xfrm>
                <a:off x="7324684" y="3554528"/>
                <a:ext cx="8640" cy="254160"/>
              </p14:xfrm>
            </p:contentPart>
          </mc:Choice>
          <mc:Fallback>
            <p:pic>
              <p:nvPicPr>
                <p:cNvPr id="5" name="Ink 4">
                  <a:extLst>
                    <a:ext uri="{FF2B5EF4-FFF2-40B4-BE49-F238E27FC236}">
                      <a16:creationId xmlns:a16="http://schemas.microsoft.com/office/drawing/2014/main" id="{63DCE491-2419-04FC-39C0-2E9FEFD4EBAE}"/>
                    </a:ext>
                  </a:extLst>
                </p:cNvPr>
                <p:cNvPicPr/>
                <p:nvPr/>
              </p:nvPicPr>
              <p:blipFill>
                <a:blip r:embed="rId6"/>
                <a:stretch>
                  <a:fillRect/>
                </a:stretch>
              </p:blipFill>
              <p:spPr>
                <a:xfrm>
                  <a:off x="7318564" y="3548408"/>
                  <a:ext cx="20880" cy="2664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6" name="Ink 5">
                  <a:extLst>
                    <a:ext uri="{FF2B5EF4-FFF2-40B4-BE49-F238E27FC236}">
                      <a16:creationId xmlns:a16="http://schemas.microsoft.com/office/drawing/2014/main" id="{3E34D79E-8808-090D-EA81-3AB150297F8B}"/>
                    </a:ext>
                  </a:extLst>
                </p14:cNvPr>
                <p14:cNvContentPartPr/>
                <p14:nvPr/>
              </p14:nvContentPartPr>
              <p14:xfrm>
                <a:off x="7245844" y="3769088"/>
                <a:ext cx="112680" cy="100080"/>
              </p14:xfrm>
            </p:contentPart>
          </mc:Choice>
          <mc:Fallback>
            <p:pic>
              <p:nvPicPr>
                <p:cNvPr id="6" name="Ink 5">
                  <a:extLst>
                    <a:ext uri="{FF2B5EF4-FFF2-40B4-BE49-F238E27FC236}">
                      <a16:creationId xmlns:a16="http://schemas.microsoft.com/office/drawing/2014/main" id="{3E34D79E-8808-090D-EA81-3AB150297F8B}"/>
                    </a:ext>
                  </a:extLst>
                </p:cNvPr>
                <p:cNvPicPr/>
                <p:nvPr/>
              </p:nvPicPr>
              <p:blipFill>
                <a:blip r:embed="rId8"/>
                <a:stretch>
                  <a:fillRect/>
                </a:stretch>
              </p:blipFill>
              <p:spPr>
                <a:xfrm>
                  <a:off x="7239724" y="3762968"/>
                  <a:ext cx="124920" cy="11232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7" name="Ink 6">
                  <a:extLst>
                    <a:ext uri="{FF2B5EF4-FFF2-40B4-BE49-F238E27FC236}">
                      <a16:creationId xmlns:a16="http://schemas.microsoft.com/office/drawing/2014/main" id="{40B86F5B-7F6B-CA16-BBED-6A69AD839590}"/>
                    </a:ext>
                  </a:extLst>
                </p14:cNvPr>
                <p14:cNvContentPartPr/>
                <p14:nvPr/>
              </p14:nvContentPartPr>
              <p14:xfrm>
                <a:off x="7376524" y="3723728"/>
                <a:ext cx="64800" cy="122760"/>
              </p14:xfrm>
            </p:contentPart>
          </mc:Choice>
          <mc:Fallback>
            <p:pic>
              <p:nvPicPr>
                <p:cNvPr id="7" name="Ink 6">
                  <a:extLst>
                    <a:ext uri="{FF2B5EF4-FFF2-40B4-BE49-F238E27FC236}">
                      <a16:creationId xmlns:a16="http://schemas.microsoft.com/office/drawing/2014/main" id="{40B86F5B-7F6B-CA16-BBED-6A69AD839590}"/>
                    </a:ext>
                  </a:extLst>
                </p:cNvPr>
                <p:cNvPicPr/>
                <p:nvPr/>
              </p:nvPicPr>
              <p:blipFill>
                <a:blip r:embed="rId10"/>
                <a:stretch>
                  <a:fillRect/>
                </a:stretch>
              </p:blipFill>
              <p:spPr>
                <a:xfrm>
                  <a:off x="7370404" y="3717608"/>
                  <a:ext cx="77040" cy="13500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9" name="Ink 8">
                  <a:extLst>
                    <a:ext uri="{FF2B5EF4-FFF2-40B4-BE49-F238E27FC236}">
                      <a16:creationId xmlns:a16="http://schemas.microsoft.com/office/drawing/2014/main" id="{9239F2E1-B52E-3051-8FB7-6DFAF7579C9F}"/>
                    </a:ext>
                  </a:extLst>
                </p14:cNvPr>
                <p14:cNvContentPartPr/>
                <p14:nvPr/>
              </p14:nvContentPartPr>
              <p14:xfrm>
                <a:off x="7646164" y="3521768"/>
                <a:ext cx="56520" cy="272880"/>
              </p14:xfrm>
            </p:contentPart>
          </mc:Choice>
          <mc:Fallback>
            <p:pic>
              <p:nvPicPr>
                <p:cNvPr id="9" name="Ink 8">
                  <a:extLst>
                    <a:ext uri="{FF2B5EF4-FFF2-40B4-BE49-F238E27FC236}">
                      <a16:creationId xmlns:a16="http://schemas.microsoft.com/office/drawing/2014/main" id="{9239F2E1-B52E-3051-8FB7-6DFAF7579C9F}"/>
                    </a:ext>
                  </a:extLst>
                </p:cNvPr>
                <p:cNvPicPr/>
                <p:nvPr/>
              </p:nvPicPr>
              <p:blipFill>
                <a:blip r:embed="rId12"/>
                <a:stretch>
                  <a:fillRect/>
                </a:stretch>
              </p:blipFill>
              <p:spPr>
                <a:xfrm>
                  <a:off x="7640044" y="3515648"/>
                  <a:ext cx="68760" cy="28512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0" name="Ink 9">
                  <a:extLst>
                    <a:ext uri="{FF2B5EF4-FFF2-40B4-BE49-F238E27FC236}">
                      <a16:creationId xmlns:a16="http://schemas.microsoft.com/office/drawing/2014/main" id="{A1851F3C-C581-E475-ABF8-560D7909AD99}"/>
                    </a:ext>
                  </a:extLst>
                </p14:cNvPr>
                <p14:cNvContentPartPr/>
                <p14:nvPr/>
              </p14:nvContentPartPr>
              <p14:xfrm>
                <a:off x="7590724" y="3748208"/>
                <a:ext cx="101520" cy="69840"/>
              </p14:xfrm>
            </p:contentPart>
          </mc:Choice>
          <mc:Fallback>
            <p:pic>
              <p:nvPicPr>
                <p:cNvPr id="10" name="Ink 9">
                  <a:extLst>
                    <a:ext uri="{FF2B5EF4-FFF2-40B4-BE49-F238E27FC236}">
                      <a16:creationId xmlns:a16="http://schemas.microsoft.com/office/drawing/2014/main" id="{A1851F3C-C581-E475-ABF8-560D7909AD99}"/>
                    </a:ext>
                  </a:extLst>
                </p:cNvPr>
                <p:cNvPicPr/>
                <p:nvPr/>
              </p:nvPicPr>
              <p:blipFill>
                <a:blip r:embed="rId14"/>
                <a:stretch>
                  <a:fillRect/>
                </a:stretch>
              </p:blipFill>
              <p:spPr>
                <a:xfrm>
                  <a:off x="7584604" y="3742088"/>
                  <a:ext cx="113760" cy="8208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1" name="Ink 10">
                  <a:extLst>
                    <a:ext uri="{FF2B5EF4-FFF2-40B4-BE49-F238E27FC236}">
                      <a16:creationId xmlns:a16="http://schemas.microsoft.com/office/drawing/2014/main" id="{A4DC6071-8198-0684-B204-9BF21A1833B6}"/>
                    </a:ext>
                  </a:extLst>
                </p14:cNvPr>
                <p14:cNvContentPartPr/>
                <p14:nvPr/>
              </p14:nvContentPartPr>
              <p14:xfrm>
                <a:off x="7731124" y="3690968"/>
                <a:ext cx="59040" cy="116280"/>
              </p14:xfrm>
            </p:contentPart>
          </mc:Choice>
          <mc:Fallback>
            <p:pic>
              <p:nvPicPr>
                <p:cNvPr id="11" name="Ink 10">
                  <a:extLst>
                    <a:ext uri="{FF2B5EF4-FFF2-40B4-BE49-F238E27FC236}">
                      <a16:creationId xmlns:a16="http://schemas.microsoft.com/office/drawing/2014/main" id="{A4DC6071-8198-0684-B204-9BF21A1833B6}"/>
                    </a:ext>
                  </a:extLst>
                </p:cNvPr>
                <p:cNvPicPr/>
                <p:nvPr/>
              </p:nvPicPr>
              <p:blipFill>
                <a:blip r:embed="rId16"/>
                <a:stretch>
                  <a:fillRect/>
                </a:stretch>
              </p:blipFill>
              <p:spPr>
                <a:xfrm>
                  <a:off x="7725004" y="3684848"/>
                  <a:ext cx="71280" cy="128520"/>
                </a:xfrm>
                <a:prstGeom prst="rect">
                  <a:avLst/>
                </a:prstGeom>
              </p:spPr>
            </p:pic>
          </mc:Fallback>
        </mc:AlternateContent>
      </p:grpSp>
      <p:grpSp>
        <p:nvGrpSpPr>
          <p:cNvPr id="19" name="Group 18">
            <a:extLst>
              <a:ext uri="{FF2B5EF4-FFF2-40B4-BE49-F238E27FC236}">
                <a16:creationId xmlns:a16="http://schemas.microsoft.com/office/drawing/2014/main" id="{7F0D8FE4-97A4-4081-1E18-8B5F94A5BF0A}"/>
              </a:ext>
            </a:extLst>
          </p:cNvPr>
          <p:cNvGrpSpPr/>
          <p:nvPr/>
        </p:nvGrpSpPr>
        <p:grpSpPr>
          <a:xfrm>
            <a:off x="8184724" y="3547688"/>
            <a:ext cx="143280" cy="235800"/>
            <a:chOff x="8184724" y="3547688"/>
            <a:chExt cx="143280" cy="235800"/>
          </a:xfrm>
        </p:grpSpPr>
        <mc:AlternateContent xmlns:mc="http://schemas.openxmlformats.org/markup-compatibility/2006">
          <mc:Choice xmlns:p14="http://schemas.microsoft.com/office/powerpoint/2010/main" Requires="p14">
            <p:contentPart p14:bwMode="auto" r:id="rId17">
              <p14:nvContentPartPr>
                <p14:cNvPr id="12" name="Ink 11">
                  <a:extLst>
                    <a:ext uri="{FF2B5EF4-FFF2-40B4-BE49-F238E27FC236}">
                      <a16:creationId xmlns:a16="http://schemas.microsoft.com/office/drawing/2014/main" id="{2A3BB635-A7D1-FB2B-468F-AAE51E8482FC}"/>
                    </a:ext>
                  </a:extLst>
                </p14:cNvPr>
                <p14:cNvContentPartPr/>
                <p14:nvPr/>
              </p14:nvContentPartPr>
              <p14:xfrm>
                <a:off x="8187244" y="3547688"/>
                <a:ext cx="62640" cy="215640"/>
              </p14:xfrm>
            </p:contentPart>
          </mc:Choice>
          <mc:Fallback>
            <p:pic>
              <p:nvPicPr>
                <p:cNvPr id="12" name="Ink 11">
                  <a:extLst>
                    <a:ext uri="{FF2B5EF4-FFF2-40B4-BE49-F238E27FC236}">
                      <a16:creationId xmlns:a16="http://schemas.microsoft.com/office/drawing/2014/main" id="{2A3BB635-A7D1-FB2B-468F-AAE51E8482FC}"/>
                    </a:ext>
                  </a:extLst>
                </p:cNvPr>
                <p:cNvPicPr/>
                <p:nvPr/>
              </p:nvPicPr>
              <p:blipFill>
                <a:blip r:embed="rId18"/>
                <a:stretch>
                  <a:fillRect/>
                </a:stretch>
              </p:blipFill>
              <p:spPr>
                <a:xfrm>
                  <a:off x="8181124" y="3541568"/>
                  <a:ext cx="74880" cy="22788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3" name="Ink 12">
                  <a:extLst>
                    <a:ext uri="{FF2B5EF4-FFF2-40B4-BE49-F238E27FC236}">
                      <a16:creationId xmlns:a16="http://schemas.microsoft.com/office/drawing/2014/main" id="{5F2221D6-88B5-92E3-D411-A70C608B035F}"/>
                    </a:ext>
                  </a:extLst>
                </p14:cNvPr>
                <p14:cNvContentPartPr/>
                <p14:nvPr/>
              </p14:nvContentPartPr>
              <p14:xfrm>
                <a:off x="8184724" y="3742808"/>
                <a:ext cx="61920" cy="15120"/>
              </p14:xfrm>
            </p:contentPart>
          </mc:Choice>
          <mc:Fallback>
            <p:pic>
              <p:nvPicPr>
                <p:cNvPr id="13" name="Ink 12">
                  <a:extLst>
                    <a:ext uri="{FF2B5EF4-FFF2-40B4-BE49-F238E27FC236}">
                      <a16:creationId xmlns:a16="http://schemas.microsoft.com/office/drawing/2014/main" id="{5F2221D6-88B5-92E3-D411-A70C608B035F}"/>
                    </a:ext>
                  </a:extLst>
                </p:cNvPr>
                <p:cNvPicPr/>
                <p:nvPr/>
              </p:nvPicPr>
              <p:blipFill>
                <a:blip r:embed="rId20"/>
                <a:stretch>
                  <a:fillRect/>
                </a:stretch>
              </p:blipFill>
              <p:spPr>
                <a:xfrm>
                  <a:off x="8178604" y="3736688"/>
                  <a:ext cx="74160" cy="2736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4" name="Ink 13">
                  <a:extLst>
                    <a:ext uri="{FF2B5EF4-FFF2-40B4-BE49-F238E27FC236}">
                      <a16:creationId xmlns:a16="http://schemas.microsoft.com/office/drawing/2014/main" id="{AD8B1A09-5FE7-2E48-FF61-5E281210CB4D}"/>
                    </a:ext>
                  </a:extLst>
                </p14:cNvPr>
                <p14:cNvContentPartPr/>
                <p14:nvPr/>
              </p14:nvContentPartPr>
              <p14:xfrm>
                <a:off x="8269324" y="3678368"/>
                <a:ext cx="58680" cy="105120"/>
              </p14:xfrm>
            </p:contentPart>
          </mc:Choice>
          <mc:Fallback>
            <p:pic>
              <p:nvPicPr>
                <p:cNvPr id="14" name="Ink 13">
                  <a:extLst>
                    <a:ext uri="{FF2B5EF4-FFF2-40B4-BE49-F238E27FC236}">
                      <a16:creationId xmlns:a16="http://schemas.microsoft.com/office/drawing/2014/main" id="{AD8B1A09-5FE7-2E48-FF61-5E281210CB4D}"/>
                    </a:ext>
                  </a:extLst>
                </p:cNvPr>
                <p:cNvPicPr/>
                <p:nvPr/>
              </p:nvPicPr>
              <p:blipFill>
                <a:blip r:embed="rId22"/>
                <a:stretch>
                  <a:fillRect/>
                </a:stretch>
              </p:blipFill>
              <p:spPr>
                <a:xfrm>
                  <a:off x="8263204" y="3672248"/>
                  <a:ext cx="70920" cy="117360"/>
                </a:xfrm>
                <a:prstGeom prst="rect">
                  <a:avLst/>
                </a:prstGeom>
              </p:spPr>
            </p:pic>
          </mc:Fallback>
        </mc:AlternateContent>
      </p:grpSp>
      <p:grpSp>
        <p:nvGrpSpPr>
          <p:cNvPr id="18" name="Group 17">
            <a:extLst>
              <a:ext uri="{FF2B5EF4-FFF2-40B4-BE49-F238E27FC236}">
                <a16:creationId xmlns:a16="http://schemas.microsoft.com/office/drawing/2014/main" id="{962E74B6-BB3F-25DC-CACB-430D912FFF23}"/>
              </a:ext>
            </a:extLst>
          </p:cNvPr>
          <p:cNvGrpSpPr/>
          <p:nvPr/>
        </p:nvGrpSpPr>
        <p:grpSpPr>
          <a:xfrm>
            <a:off x="8752804" y="3447248"/>
            <a:ext cx="213480" cy="268920"/>
            <a:chOff x="8752804" y="3447248"/>
            <a:chExt cx="213480" cy="268920"/>
          </a:xfrm>
        </p:grpSpPr>
        <mc:AlternateContent xmlns:mc="http://schemas.openxmlformats.org/markup-compatibility/2006">
          <mc:Choice xmlns:p14="http://schemas.microsoft.com/office/powerpoint/2010/main" Requires="p14">
            <p:contentPart p14:bwMode="auto" r:id="rId23">
              <p14:nvContentPartPr>
                <p14:cNvPr id="15" name="Ink 14">
                  <a:extLst>
                    <a:ext uri="{FF2B5EF4-FFF2-40B4-BE49-F238E27FC236}">
                      <a16:creationId xmlns:a16="http://schemas.microsoft.com/office/drawing/2014/main" id="{28D1E575-2BB4-942F-3D7A-B1E351A6C698}"/>
                    </a:ext>
                  </a:extLst>
                </p14:cNvPr>
                <p14:cNvContentPartPr/>
                <p14:nvPr/>
              </p14:nvContentPartPr>
              <p14:xfrm>
                <a:off x="8805004" y="3447248"/>
                <a:ext cx="38160" cy="251280"/>
              </p14:xfrm>
            </p:contentPart>
          </mc:Choice>
          <mc:Fallback>
            <p:pic>
              <p:nvPicPr>
                <p:cNvPr id="15" name="Ink 14">
                  <a:extLst>
                    <a:ext uri="{FF2B5EF4-FFF2-40B4-BE49-F238E27FC236}">
                      <a16:creationId xmlns:a16="http://schemas.microsoft.com/office/drawing/2014/main" id="{28D1E575-2BB4-942F-3D7A-B1E351A6C698}"/>
                    </a:ext>
                  </a:extLst>
                </p:cNvPr>
                <p:cNvPicPr/>
                <p:nvPr/>
              </p:nvPicPr>
              <p:blipFill>
                <a:blip r:embed="rId24"/>
                <a:stretch>
                  <a:fillRect/>
                </a:stretch>
              </p:blipFill>
              <p:spPr>
                <a:xfrm>
                  <a:off x="8798884" y="3441128"/>
                  <a:ext cx="50400" cy="26352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6" name="Ink 15">
                  <a:extLst>
                    <a:ext uri="{FF2B5EF4-FFF2-40B4-BE49-F238E27FC236}">
                      <a16:creationId xmlns:a16="http://schemas.microsoft.com/office/drawing/2014/main" id="{E6B9E198-4E72-97D6-9B3D-57D6B31D77C1}"/>
                    </a:ext>
                  </a:extLst>
                </p14:cNvPr>
                <p14:cNvContentPartPr/>
                <p14:nvPr/>
              </p14:nvContentPartPr>
              <p14:xfrm>
                <a:off x="8752804" y="3651368"/>
                <a:ext cx="111960" cy="33840"/>
              </p14:xfrm>
            </p:contentPart>
          </mc:Choice>
          <mc:Fallback>
            <p:pic>
              <p:nvPicPr>
                <p:cNvPr id="16" name="Ink 15">
                  <a:extLst>
                    <a:ext uri="{FF2B5EF4-FFF2-40B4-BE49-F238E27FC236}">
                      <a16:creationId xmlns:a16="http://schemas.microsoft.com/office/drawing/2014/main" id="{E6B9E198-4E72-97D6-9B3D-57D6B31D77C1}"/>
                    </a:ext>
                  </a:extLst>
                </p:cNvPr>
                <p:cNvPicPr/>
                <p:nvPr/>
              </p:nvPicPr>
              <p:blipFill>
                <a:blip r:embed="rId26"/>
                <a:stretch>
                  <a:fillRect/>
                </a:stretch>
              </p:blipFill>
              <p:spPr>
                <a:xfrm>
                  <a:off x="8746684" y="3645248"/>
                  <a:ext cx="124200" cy="4608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7" name="Ink 16">
                  <a:extLst>
                    <a:ext uri="{FF2B5EF4-FFF2-40B4-BE49-F238E27FC236}">
                      <a16:creationId xmlns:a16="http://schemas.microsoft.com/office/drawing/2014/main" id="{3486E536-FF8F-44E6-E9D0-D0D6A5F2BF38}"/>
                    </a:ext>
                  </a:extLst>
                </p14:cNvPr>
                <p14:cNvContentPartPr/>
                <p14:nvPr/>
              </p14:nvContentPartPr>
              <p14:xfrm>
                <a:off x="8880604" y="3595568"/>
                <a:ext cx="85680" cy="120600"/>
              </p14:xfrm>
            </p:contentPart>
          </mc:Choice>
          <mc:Fallback>
            <p:pic>
              <p:nvPicPr>
                <p:cNvPr id="17" name="Ink 16">
                  <a:extLst>
                    <a:ext uri="{FF2B5EF4-FFF2-40B4-BE49-F238E27FC236}">
                      <a16:creationId xmlns:a16="http://schemas.microsoft.com/office/drawing/2014/main" id="{3486E536-FF8F-44E6-E9D0-D0D6A5F2BF38}"/>
                    </a:ext>
                  </a:extLst>
                </p:cNvPr>
                <p:cNvPicPr/>
                <p:nvPr/>
              </p:nvPicPr>
              <p:blipFill>
                <a:blip r:embed="rId28"/>
                <a:stretch>
                  <a:fillRect/>
                </a:stretch>
              </p:blipFill>
              <p:spPr>
                <a:xfrm>
                  <a:off x="8874484" y="3589448"/>
                  <a:ext cx="97920" cy="132840"/>
                </a:xfrm>
                <a:prstGeom prst="rect">
                  <a:avLst/>
                </a:prstGeom>
              </p:spPr>
            </p:pic>
          </mc:Fallback>
        </mc:AlternateContent>
      </p:grpSp>
      <p:grpSp>
        <p:nvGrpSpPr>
          <p:cNvPr id="44" name="Group 43">
            <a:extLst>
              <a:ext uri="{FF2B5EF4-FFF2-40B4-BE49-F238E27FC236}">
                <a16:creationId xmlns:a16="http://schemas.microsoft.com/office/drawing/2014/main" id="{6D45160F-FB80-2377-282D-042C2F4DECC3}"/>
              </a:ext>
            </a:extLst>
          </p:cNvPr>
          <p:cNvGrpSpPr/>
          <p:nvPr/>
        </p:nvGrpSpPr>
        <p:grpSpPr>
          <a:xfrm>
            <a:off x="9133684" y="1780088"/>
            <a:ext cx="2450160" cy="1746000"/>
            <a:chOff x="9133684" y="1780088"/>
            <a:chExt cx="2450160" cy="1746000"/>
          </a:xfrm>
        </p:grpSpPr>
        <mc:AlternateContent xmlns:mc="http://schemas.openxmlformats.org/markup-compatibility/2006">
          <mc:Choice xmlns:p14="http://schemas.microsoft.com/office/powerpoint/2010/main" Requires="p14">
            <p:contentPart p14:bwMode="auto" r:id="rId29">
              <p14:nvContentPartPr>
                <p14:cNvPr id="21" name="Ink 20">
                  <a:extLst>
                    <a:ext uri="{FF2B5EF4-FFF2-40B4-BE49-F238E27FC236}">
                      <a16:creationId xmlns:a16="http://schemas.microsoft.com/office/drawing/2014/main" id="{B47CDBB4-9FC0-C7F0-8EF0-FF26271D9F6E}"/>
                    </a:ext>
                  </a:extLst>
                </p14:cNvPr>
                <p14:cNvContentPartPr/>
                <p14:nvPr/>
              </p14:nvContentPartPr>
              <p14:xfrm>
                <a:off x="9392884" y="2712848"/>
                <a:ext cx="233280" cy="362880"/>
              </p14:xfrm>
            </p:contentPart>
          </mc:Choice>
          <mc:Fallback>
            <p:pic>
              <p:nvPicPr>
                <p:cNvPr id="21" name="Ink 20">
                  <a:extLst>
                    <a:ext uri="{FF2B5EF4-FFF2-40B4-BE49-F238E27FC236}">
                      <a16:creationId xmlns:a16="http://schemas.microsoft.com/office/drawing/2014/main" id="{B47CDBB4-9FC0-C7F0-8EF0-FF26271D9F6E}"/>
                    </a:ext>
                  </a:extLst>
                </p:cNvPr>
                <p:cNvPicPr/>
                <p:nvPr/>
              </p:nvPicPr>
              <p:blipFill>
                <a:blip r:embed="rId30"/>
                <a:stretch>
                  <a:fillRect/>
                </a:stretch>
              </p:blipFill>
              <p:spPr>
                <a:xfrm>
                  <a:off x="9386764" y="2706728"/>
                  <a:ext cx="245520" cy="37512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22" name="Ink 21">
                  <a:extLst>
                    <a:ext uri="{FF2B5EF4-FFF2-40B4-BE49-F238E27FC236}">
                      <a16:creationId xmlns:a16="http://schemas.microsoft.com/office/drawing/2014/main" id="{79ADB076-502E-8D33-6AD1-E00F5B17B050}"/>
                    </a:ext>
                  </a:extLst>
                </p14:cNvPr>
                <p14:cNvContentPartPr/>
                <p14:nvPr/>
              </p14:nvContentPartPr>
              <p14:xfrm>
                <a:off x="9464164" y="2652368"/>
                <a:ext cx="90360" cy="15840"/>
              </p14:xfrm>
            </p:contentPart>
          </mc:Choice>
          <mc:Fallback>
            <p:pic>
              <p:nvPicPr>
                <p:cNvPr id="22" name="Ink 21">
                  <a:extLst>
                    <a:ext uri="{FF2B5EF4-FFF2-40B4-BE49-F238E27FC236}">
                      <a16:creationId xmlns:a16="http://schemas.microsoft.com/office/drawing/2014/main" id="{79ADB076-502E-8D33-6AD1-E00F5B17B050}"/>
                    </a:ext>
                  </a:extLst>
                </p:cNvPr>
                <p:cNvPicPr/>
                <p:nvPr/>
              </p:nvPicPr>
              <p:blipFill>
                <a:blip r:embed="rId32"/>
                <a:stretch>
                  <a:fillRect/>
                </a:stretch>
              </p:blipFill>
              <p:spPr>
                <a:xfrm>
                  <a:off x="9458044" y="2646248"/>
                  <a:ext cx="102600" cy="2808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23" name="Ink 22">
                  <a:extLst>
                    <a:ext uri="{FF2B5EF4-FFF2-40B4-BE49-F238E27FC236}">
                      <a16:creationId xmlns:a16="http://schemas.microsoft.com/office/drawing/2014/main" id="{128D4FD3-464F-BDA0-2E78-C9BA0B8A4622}"/>
                    </a:ext>
                  </a:extLst>
                </p14:cNvPr>
                <p14:cNvContentPartPr/>
                <p14:nvPr/>
              </p14:nvContentPartPr>
              <p14:xfrm>
                <a:off x="11047804" y="2534648"/>
                <a:ext cx="346680" cy="460080"/>
              </p14:xfrm>
            </p:contentPart>
          </mc:Choice>
          <mc:Fallback>
            <p:pic>
              <p:nvPicPr>
                <p:cNvPr id="23" name="Ink 22">
                  <a:extLst>
                    <a:ext uri="{FF2B5EF4-FFF2-40B4-BE49-F238E27FC236}">
                      <a16:creationId xmlns:a16="http://schemas.microsoft.com/office/drawing/2014/main" id="{128D4FD3-464F-BDA0-2E78-C9BA0B8A4622}"/>
                    </a:ext>
                  </a:extLst>
                </p:cNvPr>
                <p:cNvPicPr/>
                <p:nvPr/>
              </p:nvPicPr>
              <p:blipFill>
                <a:blip r:embed="rId34"/>
                <a:stretch>
                  <a:fillRect/>
                </a:stretch>
              </p:blipFill>
              <p:spPr>
                <a:xfrm>
                  <a:off x="11041684" y="2528528"/>
                  <a:ext cx="358920" cy="47232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5" name="Ink 24">
                  <a:extLst>
                    <a:ext uri="{FF2B5EF4-FFF2-40B4-BE49-F238E27FC236}">
                      <a16:creationId xmlns:a16="http://schemas.microsoft.com/office/drawing/2014/main" id="{04755A20-1BE8-94D8-0D8F-22155B4CBDBE}"/>
                    </a:ext>
                  </a:extLst>
                </p14:cNvPr>
                <p14:cNvContentPartPr/>
                <p14:nvPr/>
              </p14:nvContentPartPr>
              <p14:xfrm>
                <a:off x="10298644" y="3152768"/>
                <a:ext cx="112680" cy="257040"/>
              </p14:xfrm>
            </p:contentPart>
          </mc:Choice>
          <mc:Fallback>
            <p:pic>
              <p:nvPicPr>
                <p:cNvPr id="25" name="Ink 24">
                  <a:extLst>
                    <a:ext uri="{FF2B5EF4-FFF2-40B4-BE49-F238E27FC236}">
                      <a16:creationId xmlns:a16="http://schemas.microsoft.com/office/drawing/2014/main" id="{04755A20-1BE8-94D8-0D8F-22155B4CBDBE}"/>
                    </a:ext>
                  </a:extLst>
                </p:cNvPr>
                <p:cNvPicPr/>
                <p:nvPr/>
              </p:nvPicPr>
              <p:blipFill>
                <a:blip r:embed="rId36"/>
                <a:stretch>
                  <a:fillRect/>
                </a:stretch>
              </p:blipFill>
              <p:spPr>
                <a:xfrm>
                  <a:off x="10292524" y="3146648"/>
                  <a:ext cx="124920" cy="26928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6" name="Ink 25">
                  <a:extLst>
                    <a:ext uri="{FF2B5EF4-FFF2-40B4-BE49-F238E27FC236}">
                      <a16:creationId xmlns:a16="http://schemas.microsoft.com/office/drawing/2014/main" id="{AD891B38-AFEE-BE7A-DA78-B3BC464071A3}"/>
                    </a:ext>
                  </a:extLst>
                </p14:cNvPr>
                <p14:cNvContentPartPr/>
                <p14:nvPr/>
              </p14:nvContentPartPr>
              <p14:xfrm>
                <a:off x="10164724" y="2968448"/>
                <a:ext cx="462600" cy="557640"/>
              </p14:xfrm>
            </p:contentPart>
          </mc:Choice>
          <mc:Fallback>
            <p:pic>
              <p:nvPicPr>
                <p:cNvPr id="26" name="Ink 25">
                  <a:extLst>
                    <a:ext uri="{FF2B5EF4-FFF2-40B4-BE49-F238E27FC236}">
                      <a16:creationId xmlns:a16="http://schemas.microsoft.com/office/drawing/2014/main" id="{AD891B38-AFEE-BE7A-DA78-B3BC464071A3}"/>
                    </a:ext>
                  </a:extLst>
                </p:cNvPr>
                <p:cNvPicPr/>
                <p:nvPr/>
              </p:nvPicPr>
              <p:blipFill>
                <a:blip r:embed="rId38"/>
                <a:stretch>
                  <a:fillRect/>
                </a:stretch>
              </p:blipFill>
              <p:spPr>
                <a:xfrm>
                  <a:off x="10158604" y="2962328"/>
                  <a:ext cx="474840" cy="56988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8" name="Ink 27">
                  <a:extLst>
                    <a:ext uri="{FF2B5EF4-FFF2-40B4-BE49-F238E27FC236}">
                      <a16:creationId xmlns:a16="http://schemas.microsoft.com/office/drawing/2014/main" id="{BFEDBEBE-DC2E-7908-E45F-4F2238FE8907}"/>
                    </a:ext>
                  </a:extLst>
                </p14:cNvPr>
                <p14:cNvContentPartPr/>
                <p14:nvPr/>
              </p14:nvContentPartPr>
              <p14:xfrm>
                <a:off x="10220164" y="2375168"/>
                <a:ext cx="169200" cy="765000"/>
              </p14:xfrm>
            </p:contentPart>
          </mc:Choice>
          <mc:Fallback>
            <p:pic>
              <p:nvPicPr>
                <p:cNvPr id="28" name="Ink 27">
                  <a:extLst>
                    <a:ext uri="{FF2B5EF4-FFF2-40B4-BE49-F238E27FC236}">
                      <a16:creationId xmlns:a16="http://schemas.microsoft.com/office/drawing/2014/main" id="{BFEDBEBE-DC2E-7908-E45F-4F2238FE8907}"/>
                    </a:ext>
                  </a:extLst>
                </p:cNvPr>
                <p:cNvPicPr/>
                <p:nvPr/>
              </p:nvPicPr>
              <p:blipFill>
                <a:blip r:embed="rId40"/>
                <a:stretch>
                  <a:fillRect/>
                </a:stretch>
              </p:blipFill>
              <p:spPr>
                <a:xfrm>
                  <a:off x="10214044" y="2369048"/>
                  <a:ext cx="181440" cy="77724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29" name="Ink 28">
                  <a:extLst>
                    <a:ext uri="{FF2B5EF4-FFF2-40B4-BE49-F238E27FC236}">
                      <a16:creationId xmlns:a16="http://schemas.microsoft.com/office/drawing/2014/main" id="{87D61D4E-2C9E-304F-2866-C96657D45725}"/>
                    </a:ext>
                  </a:extLst>
                </p14:cNvPr>
                <p14:cNvContentPartPr/>
                <p14:nvPr/>
              </p14:nvContentPartPr>
              <p14:xfrm>
                <a:off x="10247524" y="2254208"/>
                <a:ext cx="166320" cy="890640"/>
              </p14:xfrm>
            </p:contentPart>
          </mc:Choice>
          <mc:Fallback>
            <p:pic>
              <p:nvPicPr>
                <p:cNvPr id="29" name="Ink 28">
                  <a:extLst>
                    <a:ext uri="{FF2B5EF4-FFF2-40B4-BE49-F238E27FC236}">
                      <a16:creationId xmlns:a16="http://schemas.microsoft.com/office/drawing/2014/main" id="{87D61D4E-2C9E-304F-2866-C96657D45725}"/>
                    </a:ext>
                  </a:extLst>
                </p:cNvPr>
                <p:cNvPicPr/>
                <p:nvPr/>
              </p:nvPicPr>
              <p:blipFill>
                <a:blip r:embed="rId42"/>
                <a:stretch>
                  <a:fillRect/>
                </a:stretch>
              </p:blipFill>
              <p:spPr>
                <a:xfrm>
                  <a:off x="10241404" y="2248088"/>
                  <a:ext cx="178560" cy="90288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31" name="Ink 30">
                  <a:extLst>
                    <a:ext uri="{FF2B5EF4-FFF2-40B4-BE49-F238E27FC236}">
                      <a16:creationId xmlns:a16="http://schemas.microsoft.com/office/drawing/2014/main" id="{FEAFA887-AFCD-0DE8-187A-576499ECEA5A}"/>
                    </a:ext>
                  </a:extLst>
                </p14:cNvPr>
                <p14:cNvContentPartPr/>
                <p14:nvPr/>
              </p14:nvContentPartPr>
              <p14:xfrm>
                <a:off x="9505564" y="2806808"/>
                <a:ext cx="683280" cy="79560"/>
              </p14:xfrm>
            </p:contentPart>
          </mc:Choice>
          <mc:Fallback>
            <p:pic>
              <p:nvPicPr>
                <p:cNvPr id="31" name="Ink 30">
                  <a:extLst>
                    <a:ext uri="{FF2B5EF4-FFF2-40B4-BE49-F238E27FC236}">
                      <a16:creationId xmlns:a16="http://schemas.microsoft.com/office/drawing/2014/main" id="{FEAFA887-AFCD-0DE8-187A-576499ECEA5A}"/>
                    </a:ext>
                  </a:extLst>
                </p:cNvPr>
                <p:cNvPicPr/>
                <p:nvPr/>
              </p:nvPicPr>
              <p:blipFill>
                <a:blip r:embed="rId44"/>
                <a:stretch>
                  <a:fillRect/>
                </a:stretch>
              </p:blipFill>
              <p:spPr>
                <a:xfrm>
                  <a:off x="9499444" y="2800688"/>
                  <a:ext cx="695520" cy="9180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32" name="Ink 31">
                  <a:extLst>
                    <a:ext uri="{FF2B5EF4-FFF2-40B4-BE49-F238E27FC236}">
                      <a16:creationId xmlns:a16="http://schemas.microsoft.com/office/drawing/2014/main" id="{33C1A109-038F-1C8F-FCD3-DAFABC3FF599}"/>
                    </a:ext>
                  </a:extLst>
                </p14:cNvPr>
                <p14:cNvContentPartPr/>
                <p14:nvPr/>
              </p14:nvContentPartPr>
              <p14:xfrm>
                <a:off x="10693204" y="2680448"/>
                <a:ext cx="383400" cy="37800"/>
              </p14:xfrm>
            </p:contentPart>
          </mc:Choice>
          <mc:Fallback>
            <p:pic>
              <p:nvPicPr>
                <p:cNvPr id="32" name="Ink 31">
                  <a:extLst>
                    <a:ext uri="{FF2B5EF4-FFF2-40B4-BE49-F238E27FC236}">
                      <a16:creationId xmlns:a16="http://schemas.microsoft.com/office/drawing/2014/main" id="{33C1A109-038F-1C8F-FCD3-DAFABC3FF599}"/>
                    </a:ext>
                  </a:extLst>
                </p:cNvPr>
                <p:cNvPicPr/>
                <p:nvPr/>
              </p:nvPicPr>
              <p:blipFill>
                <a:blip r:embed="rId46"/>
                <a:stretch>
                  <a:fillRect/>
                </a:stretch>
              </p:blipFill>
              <p:spPr>
                <a:xfrm>
                  <a:off x="10687084" y="2674328"/>
                  <a:ext cx="395640" cy="5004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33" name="Ink 32">
                  <a:extLst>
                    <a:ext uri="{FF2B5EF4-FFF2-40B4-BE49-F238E27FC236}">
                      <a16:creationId xmlns:a16="http://schemas.microsoft.com/office/drawing/2014/main" id="{FABFEB43-3A15-58B5-9E23-2638030A978F}"/>
                    </a:ext>
                  </a:extLst>
                </p14:cNvPr>
                <p14:cNvContentPartPr/>
                <p14:nvPr/>
              </p14:nvContentPartPr>
              <p14:xfrm>
                <a:off x="9361564" y="2719688"/>
                <a:ext cx="148320" cy="367200"/>
              </p14:xfrm>
            </p:contentPart>
          </mc:Choice>
          <mc:Fallback>
            <p:pic>
              <p:nvPicPr>
                <p:cNvPr id="33" name="Ink 32">
                  <a:extLst>
                    <a:ext uri="{FF2B5EF4-FFF2-40B4-BE49-F238E27FC236}">
                      <a16:creationId xmlns:a16="http://schemas.microsoft.com/office/drawing/2014/main" id="{FABFEB43-3A15-58B5-9E23-2638030A978F}"/>
                    </a:ext>
                  </a:extLst>
                </p:cNvPr>
                <p:cNvPicPr/>
                <p:nvPr/>
              </p:nvPicPr>
              <p:blipFill>
                <a:blip r:embed="rId48"/>
                <a:stretch>
                  <a:fillRect/>
                </a:stretch>
              </p:blipFill>
              <p:spPr>
                <a:xfrm>
                  <a:off x="9355444" y="2713568"/>
                  <a:ext cx="160560" cy="37944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34" name="Ink 33">
                  <a:extLst>
                    <a:ext uri="{FF2B5EF4-FFF2-40B4-BE49-F238E27FC236}">
                      <a16:creationId xmlns:a16="http://schemas.microsoft.com/office/drawing/2014/main" id="{099FE600-4007-6BCD-74D6-765CF36B7A59}"/>
                    </a:ext>
                  </a:extLst>
                </p14:cNvPr>
                <p14:cNvContentPartPr/>
                <p14:nvPr/>
              </p14:nvContentPartPr>
              <p14:xfrm>
                <a:off x="9133684" y="2309648"/>
                <a:ext cx="115560" cy="366480"/>
              </p14:xfrm>
            </p:contentPart>
          </mc:Choice>
          <mc:Fallback>
            <p:pic>
              <p:nvPicPr>
                <p:cNvPr id="34" name="Ink 33">
                  <a:extLst>
                    <a:ext uri="{FF2B5EF4-FFF2-40B4-BE49-F238E27FC236}">
                      <a16:creationId xmlns:a16="http://schemas.microsoft.com/office/drawing/2014/main" id="{099FE600-4007-6BCD-74D6-765CF36B7A59}"/>
                    </a:ext>
                  </a:extLst>
                </p:cNvPr>
                <p:cNvPicPr/>
                <p:nvPr/>
              </p:nvPicPr>
              <p:blipFill>
                <a:blip r:embed="rId50"/>
                <a:stretch>
                  <a:fillRect/>
                </a:stretch>
              </p:blipFill>
              <p:spPr>
                <a:xfrm>
                  <a:off x="9127564" y="2303528"/>
                  <a:ext cx="127800" cy="37872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35" name="Ink 34">
                  <a:extLst>
                    <a:ext uri="{FF2B5EF4-FFF2-40B4-BE49-F238E27FC236}">
                      <a16:creationId xmlns:a16="http://schemas.microsoft.com/office/drawing/2014/main" id="{FDA3783D-D6BC-7734-6C8C-244142231BC3}"/>
                    </a:ext>
                  </a:extLst>
                </p14:cNvPr>
                <p14:cNvContentPartPr/>
                <p14:nvPr/>
              </p14:nvContentPartPr>
              <p14:xfrm>
                <a:off x="9173284" y="2583968"/>
                <a:ext cx="146520" cy="127800"/>
              </p14:xfrm>
            </p:contentPart>
          </mc:Choice>
          <mc:Fallback>
            <p:pic>
              <p:nvPicPr>
                <p:cNvPr id="35" name="Ink 34">
                  <a:extLst>
                    <a:ext uri="{FF2B5EF4-FFF2-40B4-BE49-F238E27FC236}">
                      <a16:creationId xmlns:a16="http://schemas.microsoft.com/office/drawing/2014/main" id="{FDA3783D-D6BC-7734-6C8C-244142231BC3}"/>
                    </a:ext>
                  </a:extLst>
                </p:cNvPr>
                <p:cNvPicPr/>
                <p:nvPr/>
              </p:nvPicPr>
              <p:blipFill>
                <a:blip r:embed="rId52"/>
                <a:stretch>
                  <a:fillRect/>
                </a:stretch>
              </p:blipFill>
              <p:spPr>
                <a:xfrm>
                  <a:off x="9167164" y="2577848"/>
                  <a:ext cx="158760" cy="14004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36" name="Ink 35">
                  <a:extLst>
                    <a:ext uri="{FF2B5EF4-FFF2-40B4-BE49-F238E27FC236}">
                      <a16:creationId xmlns:a16="http://schemas.microsoft.com/office/drawing/2014/main" id="{4318F5B8-837D-3A6A-6DBC-DB08F466A818}"/>
                    </a:ext>
                  </a:extLst>
                </p14:cNvPr>
                <p14:cNvContentPartPr/>
                <p14:nvPr/>
              </p14:nvContentPartPr>
              <p14:xfrm>
                <a:off x="9264724" y="2593328"/>
                <a:ext cx="135360" cy="113040"/>
              </p14:xfrm>
            </p:contentPart>
          </mc:Choice>
          <mc:Fallback>
            <p:pic>
              <p:nvPicPr>
                <p:cNvPr id="36" name="Ink 35">
                  <a:extLst>
                    <a:ext uri="{FF2B5EF4-FFF2-40B4-BE49-F238E27FC236}">
                      <a16:creationId xmlns:a16="http://schemas.microsoft.com/office/drawing/2014/main" id="{4318F5B8-837D-3A6A-6DBC-DB08F466A818}"/>
                    </a:ext>
                  </a:extLst>
                </p:cNvPr>
                <p:cNvPicPr/>
                <p:nvPr/>
              </p:nvPicPr>
              <p:blipFill>
                <a:blip r:embed="rId54"/>
                <a:stretch>
                  <a:fillRect/>
                </a:stretch>
              </p:blipFill>
              <p:spPr>
                <a:xfrm>
                  <a:off x="9258604" y="2587208"/>
                  <a:ext cx="147600" cy="12528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37" name="Ink 36">
                  <a:extLst>
                    <a:ext uri="{FF2B5EF4-FFF2-40B4-BE49-F238E27FC236}">
                      <a16:creationId xmlns:a16="http://schemas.microsoft.com/office/drawing/2014/main" id="{0DCB6834-B78A-B978-4458-9B2F35A8D749}"/>
                    </a:ext>
                  </a:extLst>
                </p14:cNvPr>
                <p14:cNvContentPartPr/>
                <p14:nvPr/>
              </p14:nvContentPartPr>
              <p14:xfrm>
                <a:off x="9322684" y="2286608"/>
                <a:ext cx="52560" cy="186480"/>
              </p14:xfrm>
            </p:contentPart>
          </mc:Choice>
          <mc:Fallback>
            <p:pic>
              <p:nvPicPr>
                <p:cNvPr id="37" name="Ink 36">
                  <a:extLst>
                    <a:ext uri="{FF2B5EF4-FFF2-40B4-BE49-F238E27FC236}">
                      <a16:creationId xmlns:a16="http://schemas.microsoft.com/office/drawing/2014/main" id="{0DCB6834-B78A-B978-4458-9B2F35A8D749}"/>
                    </a:ext>
                  </a:extLst>
                </p:cNvPr>
                <p:cNvPicPr/>
                <p:nvPr/>
              </p:nvPicPr>
              <p:blipFill>
                <a:blip r:embed="rId56"/>
                <a:stretch>
                  <a:fillRect/>
                </a:stretch>
              </p:blipFill>
              <p:spPr>
                <a:xfrm>
                  <a:off x="9316564" y="2280488"/>
                  <a:ext cx="64800" cy="198720"/>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38" name="Ink 37">
                  <a:extLst>
                    <a:ext uri="{FF2B5EF4-FFF2-40B4-BE49-F238E27FC236}">
                      <a16:creationId xmlns:a16="http://schemas.microsoft.com/office/drawing/2014/main" id="{3ED6C25C-5A92-D209-A9F4-4A2254D83B85}"/>
                    </a:ext>
                  </a:extLst>
                </p14:cNvPr>
                <p14:cNvContentPartPr/>
                <p14:nvPr/>
              </p14:nvContentPartPr>
              <p14:xfrm>
                <a:off x="9420604" y="2333408"/>
                <a:ext cx="96120" cy="93240"/>
              </p14:xfrm>
            </p:contentPart>
          </mc:Choice>
          <mc:Fallback>
            <p:pic>
              <p:nvPicPr>
                <p:cNvPr id="38" name="Ink 37">
                  <a:extLst>
                    <a:ext uri="{FF2B5EF4-FFF2-40B4-BE49-F238E27FC236}">
                      <a16:creationId xmlns:a16="http://schemas.microsoft.com/office/drawing/2014/main" id="{3ED6C25C-5A92-D209-A9F4-4A2254D83B85}"/>
                    </a:ext>
                  </a:extLst>
                </p:cNvPr>
                <p:cNvPicPr/>
                <p:nvPr/>
              </p:nvPicPr>
              <p:blipFill>
                <a:blip r:embed="rId58"/>
                <a:stretch>
                  <a:fillRect/>
                </a:stretch>
              </p:blipFill>
              <p:spPr>
                <a:xfrm>
                  <a:off x="9414484" y="2327288"/>
                  <a:ext cx="108360" cy="10548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39" name="Ink 38">
                  <a:extLst>
                    <a:ext uri="{FF2B5EF4-FFF2-40B4-BE49-F238E27FC236}">
                      <a16:creationId xmlns:a16="http://schemas.microsoft.com/office/drawing/2014/main" id="{5C588AE1-0577-4C9E-1F40-CE02152C5F21}"/>
                    </a:ext>
                  </a:extLst>
                </p14:cNvPr>
                <p14:cNvContentPartPr/>
                <p14:nvPr/>
              </p14:nvContentPartPr>
              <p14:xfrm>
                <a:off x="9557044" y="2253848"/>
                <a:ext cx="214200" cy="137160"/>
              </p14:xfrm>
            </p:contentPart>
          </mc:Choice>
          <mc:Fallback>
            <p:pic>
              <p:nvPicPr>
                <p:cNvPr id="39" name="Ink 38">
                  <a:extLst>
                    <a:ext uri="{FF2B5EF4-FFF2-40B4-BE49-F238E27FC236}">
                      <a16:creationId xmlns:a16="http://schemas.microsoft.com/office/drawing/2014/main" id="{5C588AE1-0577-4C9E-1F40-CE02152C5F21}"/>
                    </a:ext>
                  </a:extLst>
                </p:cNvPr>
                <p:cNvPicPr/>
                <p:nvPr/>
              </p:nvPicPr>
              <p:blipFill>
                <a:blip r:embed="rId60"/>
                <a:stretch>
                  <a:fillRect/>
                </a:stretch>
              </p:blipFill>
              <p:spPr>
                <a:xfrm>
                  <a:off x="9550924" y="2247728"/>
                  <a:ext cx="226440" cy="14940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40" name="Ink 39">
                  <a:extLst>
                    <a:ext uri="{FF2B5EF4-FFF2-40B4-BE49-F238E27FC236}">
                      <a16:creationId xmlns:a16="http://schemas.microsoft.com/office/drawing/2014/main" id="{02BCC158-896B-A41A-3CF2-34D00FA168FE}"/>
                    </a:ext>
                  </a:extLst>
                </p14:cNvPr>
                <p14:cNvContentPartPr/>
                <p14:nvPr/>
              </p14:nvContentPartPr>
              <p14:xfrm>
                <a:off x="11274604" y="2673248"/>
                <a:ext cx="73080" cy="127800"/>
              </p14:xfrm>
            </p:contentPart>
          </mc:Choice>
          <mc:Fallback>
            <p:pic>
              <p:nvPicPr>
                <p:cNvPr id="40" name="Ink 39">
                  <a:extLst>
                    <a:ext uri="{FF2B5EF4-FFF2-40B4-BE49-F238E27FC236}">
                      <a16:creationId xmlns:a16="http://schemas.microsoft.com/office/drawing/2014/main" id="{02BCC158-896B-A41A-3CF2-34D00FA168FE}"/>
                    </a:ext>
                  </a:extLst>
                </p:cNvPr>
                <p:cNvPicPr/>
                <p:nvPr/>
              </p:nvPicPr>
              <p:blipFill>
                <a:blip r:embed="rId62"/>
                <a:stretch>
                  <a:fillRect/>
                </a:stretch>
              </p:blipFill>
              <p:spPr>
                <a:xfrm>
                  <a:off x="11268484" y="2667128"/>
                  <a:ext cx="85320" cy="140040"/>
                </a:xfrm>
                <a:prstGeom prst="rect">
                  <a:avLst/>
                </a:prstGeom>
              </p:spPr>
            </p:pic>
          </mc:Fallback>
        </mc:AlternateContent>
        <mc:AlternateContent xmlns:mc="http://schemas.openxmlformats.org/markup-compatibility/2006">
          <mc:Choice xmlns:p14="http://schemas.microsoft.com/office/powerpoint/2010/main" Requires="p14">
            <p:contentPart p14:bwMode="auto" r:id="rId63">
              <p14:nvContentPartPr>
                <p14:cNvPr id="41" name="Ink 40">
                  <a:extLst>
                    <a:ext uri="{FF2B5EF4-FFF2-40B4-BE49-F238E27FC236}">
                      <a16:creationId xmlns:a16="http://schemas.microsoft.com/office/drawing/2014/main" id="{5C6926A5-783E-6307-01B3-882B2E38DD38}"/>
                    </a:ext>
                  </a:extLst>
                </p14:cNvPr>
                <p14:cNvContentPartPr/>
                <p14:nvPr/>
              </p14:nvContentPartPr>
              <p14:xfrm>
                <a:off x="11338684" y="1780088"/>
                <a:ext cx="245160" cy="397440"/>
              </p14:xfrm>
            </p:contentPart>
          </mc:Choice>
          <mc:Fallback>
            <p:pic>
              <p:nvPicPr>
                <p:cNvPr id="41" name="Ink 40">
                  <a:extLst>
                    <a:ext uri="{FF2B5EF4-FFF2-40B4-BE49-F238E27FC236}">
                      <a16:creationId xmlns:a16="http://schemas.microsoft.com/office/drawing/2014/main" id="{5C6926A5-783E-6307-01B3-882B2E38DD38}"/>
                    </a:ext>
                  </a:extLst>
                </p:cNvPr>
                <p:cNvPicPr/>
                <p:nvPr/>
              </p:nvPicPr>
              <p:blipFill>
                <a:blip r:embed="rId64"/>
                <a:stretch>
                  <a:fillRect/>
                </a:stretch>
              </p:blipFill>
              <p:spPr>
                <a:xfrm>
                  <a:off x="11332564" y="1773968"/>
                  <a:ext cx="257400" cy="409680"/>
                </a:xfrm>
                <a:prstGeom prst="rect">
                  <a:avLst/>
                </a:prstGeom>
              </p:spPr>
            </p:pic>
          </mc:Fallback>
        </mc:AlternateContent>
        <mc:AlternateContent xmlns:mc="http://schemas.openxmlformats.org/markup-compatibility/2006">
          <mc:Choice xmlns:p14="http://schemas.microsoft.com/office/powerpoint/2010/main" Requires="p14">
            <p:contentPart p14:bwMode="auto" r:id="rId65">
              <p14:nvContentPartPr>
                <p14:cNvPr id="42" name="Ink 41">
                  <a:extLst>
                    <a:ext uri="{FF2B5EF4-FFF2-40B4-BE49-F238E27FC236}">
                      <a16:creationId xmlns:a16="http://schemas.microsoft.com/office/drawing/2014/main" id="{15555BB0-3901-A0E7-B615-F75B0BFA4EB3}"/>
                    </a:ext>
                  </a:extLst>
                </p14:cNvPr>
                <p14:cNvContentPartPr/>
                <p14:nvPr/>
              </p14:nvContentPartPr>
              <p14:xfrm>
                <a:off x="10585564" y="1983848"/>
                <a:ext cx="281880" cy="190080"/>
              </p14:xfrm>
            </p:contentPart>
          </mc:Choice>
          <mc:Fallback>
            <p:pic>
              <p:nvPicPr>
                <p:cNvPr id="42" name="Ink 41">
                  <a:extLst>
                    <a:ext uri="{FF2B5EF4-FFF2-40B4-BE49-F238E27FC236}">
                      <a16:creationId xmlns:a16="http://schemas.microsoft.com/office/drawing/2014/main" id="{15555BB0-3901-A0E7-B615-F75B0BFA4EB3}"/>
                    </a:ext>
                  </a:extLst>
                </p:cNvPr>
                <p:cNvPicPr/>
                <p:nvPr/>
              </p:nvPicPr>
              <p:blipFill>
                <a:blip r:embed="rId66"/>
                <a:stretch>
                  <a:fillRect/>
                </a:stretch>
              </p:blipFill>
              <p:spPr>
                <a:xfrm>
                  <a:off x="10579444" y="1977728"/>
                  <a:ext cx="294120" cy="202320"/>
                </a:xfrm>
                <a:prstGeom prst="rect">
                  <a:avLst/>
                </a:prstGeom>
              </p:spPr>
            </p:pic>
          </mc:Fallback>
        </mc:AlternateContent>
        <mc:AlternateContent xmlns:mc="http://schemas.openxmlformats.org/markup-compatibility/2006">
          <mc:Choice xmlns:p14="http://schemas.microsoft.com/office/powerpoint/2010/main" Requires="p14">
            <p:contentPart p14:bwMode="auto" r:id="rId67">
              <p14:nvContentPartPr>
                <p14:cNvPr id="43" name="Ink 42">
                  <a:extLst>
                    <a:ext uri="{FF2B5EF4-FFF2-40B4-BE49-F238E27FC236}">
                      <a16:creationId xmlns:a16="http://schemas.microsoft.com/office/drawing/2014/main" id="{92C2FFE5-2D48-26F5-0CA1-4FA3E063F0F3}"/>
                    </a:ext>
                  </a:extLst>
                </p14:cNvPr>
                <p14:cNvContentPartPr/>
                <p14:nvPr/>
              </p14:nvContentPartPr>
              <p14:xfrm>
                <a:off x="10536604" y="2203448"/>
                <a:ext cx="433440" cy="69120"/>
              </p14:xfrm>
            </p:contentPart>
          </mc:Choice>
          <mc:Fallback>
            <p:pic>
              <p:nvPicPr>
                <p:cNvPr id="43" name="Ink 42">
                  <a:extLst>
                    <a:ext uri="{FF2B5EF4-FFF2-40B4-BE49-F238E27FC236}">
                      <a16:creationId xmlns:a16="http://schemas.microsoft.com/office/drawing/2014/main" id="{92C2FFE5-2D48-26F5-0CA1-4FA3E063F0F3}"/>
                    </a:ext>
                  </a:extLst>
                </p:cNvPr>
                <p:cNvPicPr/>
                <p:nvPr/>
              </p:nvPicPr>
              <p:blipFill>
                <a:blip r:embed="rId68"/>
                <a:stretch>
                  <a:fillRect/>
                </a:stretch>
              </p:blipFill>
              <p:spPr>
                <a:xfrm>
                  <a:off x="10530484" y="2197328"/>
                  <a:ext cx="445680" cy="8136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69">
            <p14:nvContentPartPr>
              <p14:cNvPr id="45" name="Ink 44">
                <a:extLst>
                  <a:ext uri="{FF2B5EF4-FFF2-40B4-BE49-F238E27FC236}">
                    <a16:creationId xmlns:a16="http://schemas.microsoft.com/office/drawing/2014/main" id="{ADD0C021-BE5C-1117-F61B-F870934D4AAC}"/>
                  </a:ext>
                </a:extLst>
              </p14:cNvPr>
              <p14:cNvContentPartPr/>
              <p14:nvPr/>
            </p14:nvContentPartPr>
            <p14:xfrm>
              <a:off x="3027004" y="4060688"/>
              <a:ext cx="3999960" cy="84240"/>
            </p14:xfrm>
          </p:contentPart>
        </mc:Choice>
        <mc:Fallback>
          <p:pic>
            <p:nvPicPr>
              <p:cNvPr id="45" name="Ink 44">
                <a:extLst>
                  <a:ext uri="{FF2B5EF4-FFF2-40B4-BE49-F238E27FC236}">
                    <a16:creationId xmlns:a16="http://schemas.microsoft.com/office/drawing/2014/main" id="{ADD0C021-BE5C-1117-F61B-F870934D4AAC}"/>
                  </a:ext>
                </a:extLst>
              </p:cNvPr>
              <p:cNvPicPr/>
              <p:nvPr/>
            </p:nvPicPr>
            <p:blipFill>
              <a:blip r:embed="rId70"/>
              <a:stretch>
                <a:fillRect/>
              </a:stretch>
            </p:blipFill>
            <p:spPr>
              <a:xfrm>
                <a:off x="3020884" y="4054568"/>
                <a:ext cx="4012200" cy="96480"/>
              </a:xfrm>
              <a:prstGeom prst="rect">
                <a:avLst/>
              </a:prstGeom>
            </p:spPr>
          </p:pic>
        </mc:Fallback>
      </mc:AlternateContent>
      <mc:AlternateContent xmlns:mc="http://schemas.openxmlformats.org/markup-compatibility/2006">
        <mc:Choice xmlns:p14="http://schemas.microsoft.com/office/powerpoint/2010/main" Requires="p14">
          <p:contentPart p14:bwMode="auto" r:id="rId71">
            <p14:nvContentPartPr>
              <p14:cNvPr id="46" name="Ink 45">
                <a:extLst>
                  <a:ext uri="{FF2B5EF4-FFF2-40B4-BE49-F238E27FC236}">
                    <a16:creationId xmlns:a16="http://schemas.microsoft.com/office/drawing/2014/main" id="{65AFCBCA-B509-052E-E766-27F520C39E62}"/>
                  </a:ext>
                </a:extLst>
              </p14:cNvPr>
              <p14:cNvContentPartPr/>
              <p14:nvPr/>
            </p14:nvContentPartPr>
            <p14:xfrm>
              <a:off x="2764204" y="3773048"/>
              <a:ext cx="158040" cy="162720"/>
            </p14:xfrm>
          </p:contentPart>
        </mc:Choice>
        <mc:Fallback>
          <p:pic>
            <p:nvPicPr>
              <p:cNvPr id="46" name="Ink 45">
                <a:extLst>
                  <a:ext uri="{FF2B5EF4-FFF2-40B4-BE49-F238E27FC236}">
                    <a16:creationId xmlns:a16="http://schemas.microsoft.com/office/drawing/2014/main" id="{65AFCBCA-B509-052E-E766-27F520C39E62}"/>
                  </a:ext>
                </a:extLst>
              </p:cNvPr>
              <p:cNvPicPr/>
              <p:nvPr/>
            </p:nvPicPr>
            <p:blipFill>
              <a:blip r:embed="rId72"/>
              <a:stretch>
                <a:fillRect/>
              </a:stretch>
            </p:blipFill>
            <p:spPr>
              <a:xfrm>
                <a:off x="2758084" y="3766928"/>
                <a:ext cx="170280" cy="174960"/>
              </a:xfrm>
              <a:prstGeom prst="rect">
                <a:avLst/>
              </a:prstGeom>
            </p:spPr>
          </p:pic>
        </mc:Fallback>
      </mc:AlternateContent>
    </p:spTree>
    <p:extLst>
      <p:ext uri="{BB962C8B-B14F-4D97-AF65-F5344CB8AC3E}">
        <p14:creationId xmlns:p14="http://schemas.microsoft.com/office/powerpoint/2010/main" val="3170745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A404D74-21F8-9A20-EB7A-82CC690EE7FE}"/>
              </a:ext>
            </a:extLst>
          </p:cNvPr>
          <p:cNvSpPr>
            <a:spLocks noGrp="1"/>
          </p:cNvSpPr>
          <p:nvPr>
            <p:ph type="sldNum" sz="quarter" idx="12"/>
          </p:nvPr>
        </p:nvSpPr>
        <p:spPr>
          <a:xfrm>
            <a:off x="8805333" y="6356350"/>
            <a:ext cx="2743200" cy="365125"/>
          </a:xfrm>
        </p:spPr>
        <p:txBody>
          <a:bodyPr>
            <a:normAutofit/>
          </a:bodyPr>
          <a:lstStyle/>
          <a:p>
            <a:pPr marL="0" lvl="0" indent="0" rtl="0">
              <a:spcBef>
                <a:spcPts val="0"/>
              </a:spcBef>
              <a:spcAft>
                <a:spcPts val="600"/>
              </a:spcAft>
              <a:buNone/>
            </a:pPr>
            <a:fld id="{00000000-1234-1234-1234-123412341234}" type="slidenum">
              <a:rPr lang="en-IN" smtClean="0"/>
              <a:pPr marL="0" lvl="0" indent="0" rtl="0">
                <a:spcBef>
                  <a:spcPts val="0"/>
                </a:spcBef>
                <a:spcAft>
                  <a:spcPts val="600"/>
                </a:spcAft>
                <a:buNone/>
              </a:pPr>
              <a:t>4</a:t>
            </a:fld>
            <a:endParaRPr lang="en-IN"/>
          </a:p>
        </p:txBody>
      </p:sp>
      <p:pic>
        <p:nvPicPr>
          <p:cNvPr id="4" name="Picture 3">
            <a:extLst>
              <a:ext uri="{FF2B5EF4-FFF2-40B4-BE49-F238E27FC236}">
                <a16:creationId xmlns:a16="http://schemas.microsoft.com/office/drawing/2014/main" id="{84577385-08E0-50F2-4EE2-F3C3F3251B8C}"/>
              </a:ext>
            </a:extLst>
          </p:cNvPr>
          <p:cNvPicPr>
            <a:picLocks noChangeAspect="1"/>
          </p:cNvPicPr>
          <p:nvPr/>
        </p:nvPicPr>
        <p:blipFill>
          <a:blip r:embed="rId2"/>
          <a:stretch>
            <a:fillRect/>
          </a:stretch>
        </p:blipFill>
        <p:spPr>
          <a:xfrm>
            <a:off x="2651907" y="643467"/>
            <a:ext cx="6888185" cy="5571065"/>
          </a:xfrm>
          <a:prstGeom prst="rect">
            <a:avLst/>
          </a:prstGeom>
          <a:ln>
            <a:noFill/>
          </a:ln>
        </p:spPr>
      </p:pic>
      <mc:AlternateContent xmlns:mc="http://schemas.openxmlformats.org/markup-compatibility/2006" xmlns:p14="http://schemas.microsoft.com/office/powerpoint/2010/main">
        <mc:Choice Requires="p14">
          <p:contentPart p14:bwMode="auto" r:id="rId3">
            <p14:nvContentPartPr>
              <p14:cNvPr id="3" name="Ink 2"/>
              <p14:cNvContentPartPr/>
              <p14:nvPr/>
            </p14:nvContentPartPr>
            <p14:xfrm>
              <a:off x="3229920" y="1018080"/>
              <a:ext cx="5717520" cy="4595040"/>
            </p14:xfrm>
          </p:contentPart>
        </mc:Choice>
        <mc:Fallback xmlns="">
          <p:pic>
            <p:nvPicPr>
              <p:cNvPr id="3" name="Ink 2"/>
              <p:cNvPicPr/>
              <p:nvPr/>
            </p:nvPicPr>
            <p:blipFill>
              <a:blip r:embed="rId4"/>
              <a:stretch>
                <a:fillRect/>
              </a:stretch>
            </p:blipFill>
            <p:spPr>
              <a:xfrm>
                <a:off x="3223440" y="1013400"/>
                <a:ext cx="5732640" cy="46112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p14:cNvContentPartPr/>
              <p14:nvPr/>
            </p14:nvContentPartPr>
            <p14:xfrm>
              <a:off x="3317400" y="2151720"/>
              <a:ext cx="6670440" cy="4322520"/>
            </p14:xfrm>
          </p:contentPart>
        </mc:Choice>
        <mc:Fallback xmlns="">
          <p:pic>
            <p:nvPicPr>
              <p:cNvPr id="5" name="Ink 4"/>
              <p:cNvPicPr/>
              <p:nvPr/>
            </p:nvPicPr>
            <p:blipFill>
              <a:blip r:embed="rId6"/>
              <a:stretch>
                <a:fillRect/>
              </a:stretch>
            </p:blipFill>
            <p:spPr>
              <a:xfrm>
                <a:off x="3311280" y="2146320"/>
                <a:ext cx="6685200" cy="4336560"/>
              </a:xfrm>
              <a:prstGeom prst="rect">
                <a:avLst/>
              </a:prstGeom>
            </p:spPr>
          </p:pic>
        </mc:Fallback>
      </mc:AlternateContent>
      <p:pic>
        <p:nvPicPr>
          <p:cNvPr id="6" name="Picture 5" descr="A close-up of a white paper&#10;&#10;Description automatically generated">
            <a:extLst>
              <a:ext uri="{FF2B5EF4-FFF2-40B4-BE49-F238E27FC236}">
                <a16:creationId xmlns:a16="http://schemas.microsoft.com/office/drawing/2014/main" id="{30DE7789-3254-A334-9238-EB21C4D018C1}"/>
              </a:ext>
            </a:extLst>
          </p:cNvPr>
          <p:cNvPicPr>
            <a:picLocks noChangeAspect="1"/>
          </p:cNvPicPr>
          <p:nvPr/>
        </p:nvPicPr>
        <p:blipFill rotWithShape="1">
          <a:blip r:embed="rId7"/>
          <a:srcRect l="6161"/>
          <a:stretch/>
        </p:blipFill>
        <p:spPr>
          <a:xfrm rot="16200000">
            <a:off x="2754445" y="-2377191"/>
            <a:ext cx="6683111" cy="11612382"/>
          </a:xfrm>
          <a:prstGeom prst="rect">
            <a:avLst/>
          </a:prstGeom>
        </p:spPr>
      </p:pic>
    </p:spTree>
    <p:extLst>
      <p:ext uri="{BB962C8B-B14F-4D97-AF65-F5344CB8AC3E}">
        <p14:creationId xmlns:p14="http://schemas.microsoft.com/office/powerpoint/2010/main" val="36681279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5</a:t>
            </a:fld>
            <a:endParaRPr lang="en-IN"/>
          </a:p>
        </p:txBody>
      </p:sp>
      <p:pic>
        <p:nvPicPr>
          <p:cNvPr id="5" name="Picture 4" descr="A white paper with math equations&#10;&#10;Description automatically generated with medium confidence">
            <a:extLst>
              <a:ext uri="{FF2B5EF4-FFF2-40B4-BE49-F238E27FC236}">
                <a16:creationId xmlns:a16="http://schemas.microsoft.com/office/drawing/2014/main" id="{4692A28A-E5F3-D2DC-75C8-B0512E5F1FBB}"/>
              </a:ext>
            </a:extLst>
          </p:cNvPr>
          <p:cNvPicPr>
            <a:picLocks noChangeAspect="1"/>
          </p:cNvPicPr>
          <p:nvPr/>
        </p:nvPicPr>
        <p:blipFill>
          <a:blip r:embed="rId2"/>
          <a:srcRect l="14098"/>
          <a:stretch/>
        </p:blipFill>
        <p:spPr>
          <a:xfrm rot="16200000">
            <a:off x="2903780" y="-2010235"/>
            <a:ext cx="6384439" cy="11078980"/>
          </a:xfrm>
          <a:prstGeom prst="rect">
            <a:avLst/>
          </a:prstGeom>
        </p:spPr>
      </p:pic>
      <p:sp>
        <p:nvSpPr>
          <p:cNvPr id="6" name="Oval 5">
            <a:extLst>
              <a:ext uri="{FF2B5EF4-FFF2-40B4-BE49-F238E27FC236}">
                <a16:creationId xmlns:a16="http://schemas.microsoft.com/office/drawing/2014/main" id="{279F3769-7F09-1DA0-BA35-968CB656F19A}"/>
              </a:ext>
            </a:extLst>
          </p:cNvPr>
          <p:cNvSpPr/>
          <p:nvPr/>
        </p:nvSpPr>
        <p:spPr>
          <a:xfrm rot="19365893">
            <a:off x="1029815" y="3582170"/>
            <a:ext cx="1888760" cy="1018707"/>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Oval 6">
            <a:extLst>
              <a:ext uri="{FF2B5EF4-FFF2-40B4-BE49-F238E27FC236}">
                <a16:creationId xmlns:a16="http://schemas.microsoft.com/office/drawing/2014/main" id="{3D41CF0F-2CBD-2224-0D70-E42E6ECEC857}"/>
              </a:ext>
            </a:extLst>
          </p:cNvPr>
          <p:cNvSpPr/>
          <p:nvPr/>
        </p:nvSpPr>
        <p:spPr>
          <a:xfrm rot="20867366">
            <a:off x="1059150" y="2072926"/>
            <a:ext cx="1888760" cy="1018707"/>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3E83DE53-B49E-275E-63E3-D58DFC46F7BB}"/>
              </a:ext>
            </a:extLst>
          </p:cNvPr>
          <p:cNvSpPr/>
          <p:nvPr/>
        </p:nvSpPr>
        <p:spPr>
          <a:xfrm rot="20867366">
            <a:off x="9376226" y="502349"/>
            <a:ext cx="1773220" cy="1054232"/>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Oval 8">
            <a:extLst>
              <a:ext uri="{FF2B5EF4-FFF2-40B4-BE49-F238E27FC236}">
                <a16:creationId xmlns:a16="http://schemas.microsoft.com/office/drawing/2014/main" id="{6AD5B183-D701-F90D-32AF-BDC3CE4419B5}"/>
              </a:ext>
            </a:extLst>
          </p:cNvPr>
          <p:cNvSpPr/>
          <p:nvPr/>
        </p:nvSpPr>
        <p:spPr>
          <a:xfrm rot="20867366">
            <a:off x="9354567" y="1884736"/>
            <a:ext cx="1773220" cy="1054232"/>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Oval 9">
            <a:extLst>
              <a:ext uri="{FF2B5EF4-FFF2-40B4-BE49-F238E27FC236}">
                <a16:creationId xmlns:a16="http://schemas.microsoft.com/office/drawing/2014/main" id="{3C896087-EC1C-38F2-296A-CAFD092FAB02}"/>
              </a:ext>
            </a:extLst>
          </p:cNvPr>
          <p:cNvSpPr/>
          <p:nvPr/>
        </p:nvSpPr>
        <p:spPr>
          <a:xfrm rot="20867366">
            <a:off x="9740605" y="4023991"/>
            <a:ext cx="1546571" cy="795415"/>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Oval 10">
            <a:extLst>
              <a:ext uri="{FF2B5EF4-FFF2-40B4-BE49-F238E27FC236}">
                <a16:creationId xmlns:a16="http://schemas.microsoft.com/office/drawing/2014/main" id="{2C0FBC72-8BD3-E085-5107-34AFA07D38F8}"/>
              </a:ext>
            </a:extLst>
          </p:cNvPr>
          <p:cNvSpPr/>
          <p:nvPr/>
        </p:nvSpPr>
        <p:spPr>
          <a:xfrm rot="20867366">
            <a:off x="7797491" y="3534545"/>
            <a:ext cx="1066398" cy="639131"/>
          </a:xfrm>
          <a:prstGeom prst="ellipse">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0545854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2FD00A8-AE86-F7D4-0900-A41A79A67651}"/>
              </a:ext>
            </a:extLst>
          </p:cNvPr>
          <p:cNvSpPr/>
          <p:nvPr/>
        </p:nvSpPr>
        <p:spPr bwMode="auto">
          <a:xfrm>
            <a:off x="10088380" y="0"/>
            <a:ext cx="1813810" cy="329784"/>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IN" sz="2400" b="0" i="0" u="none" strike="noStrike" cap="none" normalizeH="0" baseline="0">
              <a:ln>
                <a:noFill/>
              </a:ln>
              <a:solidFill>
                <a:schemeClr val="tx1"/>
              </a:solidFill>
              <a:effectLst/>
              <a:latin typeface="Comic Sans MS" pitchFamily="66" charset="0"/>
            </a:endParaRPr>
          </a:p>
        </p:txBody>
      </p:sp>
      <p:pic>
        <p:nvPicPr>
          <p:cNvPr id="3" name="Picture 2" descr="A white sheet of paper with writing on it&#10;&#10;Description automatically generated">
            <a:extLst>
              <a:ext uri="{FF2B5EF4-FFF2-40B4-BE49-F238E27FC236}">
                <a16:creationId xmlns:a16="http://schemas.microsoft.com/office/drawing/2014/main" id="{58A7A500-A2C9-0C6E-6927-065D6823A75C}"/>
              </a:ext>
            </a:extLst>
          </p:cNvPr>
          <p:cNvPicPr>
            <a:picLocks noChangeAspect="1"/>
          </p:cNvPicPr>
          <p:nvPr/>
        </p:nvPicPr>
        <p:blipFill rotWithShape="1">
          <a:blip r:embed="rId2"/>
          <a:srcRect l="23483" b="2931"/>
          <a:stretch/>
        </p:blipFill>
        <p:spPr>
          <a:xfrm rot="16200000">
            <a:off x="2959048" y="-1897769"/>
            <a:ext cx="5942126" cy="10984795"/>
          </a:xfrm>
          <a:prstGeom prst="rect">
            <a:avLst/>
          </a:prstGeom>
        </p:spPr>
      </p:pic>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C2C36844-BD5D-C373-8633-79B6E816A658}"/>
                  </a:ext>
                </a:extLst>
              </p14:cNvPr>
              <p14:cNvContentPartPr/>
              <p14:nvPr/>
            </p14:nvContentPartPr>
            <p14:xfrm>
              <a:off x="5974560" y="5254920"/>
              <a:ext cx="1595520" cy="985320"/>
            </p14:xfrm>
          </p:contentPart>
        </mc:Choice>
        <mc:Fallback>
          <p:pic>
            <p:nvPicPr>
              <p:cNvPr id="2" name="Ink 1">
                <a:extLst>
                  <a:ext uri="{FF2B5EF4-FFF2-40B4-BE49-F238E27FC236}">
                    <a16:creationId xmlns:a16="http://schemas.microsoft.com/office/drawing/2014/main" id="{C2C36844-BD5D-C373-8633-79B6E816A658}"/>
                  </a:ext>
                </a:extLst>
              </p:cNvPr>
              <p:cNvPicPr/>
              <p:nvPr/>
            </p:nvPicPr>
            <p:blipFill>
              <a:blip r:embed="rId4"/>
              <a:stretch>
                <a:fillRect/>
              </a:stretch>
            </p:blipFill>
            <p:spPr>
              <a:xfrm>
                <a:off x="5965200" y="5245560"/>
                <a:ext cx="1614240" cy="1004040"/>
              </a:xfrm>
              <a:prstGeom prst="rect">
                <a:avLst/>
              </a:prstGeom>
            </p:spPr>
          </p:pic>
        </mc:Fallback>
      </mc:AlternateContent>
    </p:spTree>
    <p:extLst>
      <p:ext uri="{BB962C8B-B14F-4D97-AF65-F5344CB8AC3E}">
        <p14:creationId xmlns:p14="http://schemas.microsoft.com/office/powerpoint/2010/main" val="37827392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AE181743-FDC4-32B6-531B-DE9946A67713}"/>
              </a:ext>
            </a:extLst>
          </p:cNvPr>
          <p:cNvSpPr>
            <a:spLocks noGrp="1"/>
          </p:cNvSpPr>
          <p:nvPr>
            <p:ph type="ctrTitle"/>
          </p:nvPr>
        </p:nvSpPr>
        <p:spPr>
          <a:xfrm>
            <a:off x="914399" y="2130426"/>
            <a:ext cx="10912839" cy="1470025"/>
          </a:xfrm>
        </p:spPr>
        <p:txBody>
          <a:bodyPr>
            <a:normAutofit/>
          </a:bodyPr>
          <a:lstStyle/>
          <a:p>
            <a:r>
              <a:rPr lang="en-GB" altLang="en-US" dirty="0"/>
              <a:t>Dynamic programming algorithm</a:t>
            </a:r>
          </a:p>
        </p:txBody>
      </p:sp>
      <p:sp>
        <p:nvSpPr>
          <p:cNvPr id="2" name="Rectangle 1">
            <a:extLst>
              <a:ext uri="{FF2B5EF4-FFF2-40B4-BE49-F238E27FC236}">
                <a16:creationId xmlns:a16="http://schemas.microsoft.com/office/drawing/2014/main" id="{7B78B297-0EB2-062C-BCCA-B5F9689628FD}"/>
              </a:ext>
            </a:extLst>
          </p:cNvPr>
          <p:cNvSpPr/>
          <p:nvPr/>
        </p:nvSpPr>
        <p:spPr bwMode="auto">
          <a:xfrm>
            <a:off x="10073390" y="0"/>
            <a:ext cx="1813810" cy="43471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IN" sz="2400" b="0" i="0" u="none" strike="noStrike" cap="none" normalizeH="0" baseline="0">
              <a:ln>
                <a:noFill/>
              </a:ln>
              <a:solidFill>
                <a:schemeClr val="tx1"/>
              </a:solidFill>
              <a:effectLst/>
              <a:latin typeface="Comic Sans MS" pitchFamily="66" charset="0"/>
            </a:endParaRPr>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C7659B09-A221-9E12-EA01-84E44021E6BF}"/>
                  </a:ext>
                </a:extLst>
              </p14:cNvPr>
              <p14:cNvContentPartPr/>
              <p14:nvPr/>
            </p14:nvContentPartPr>
            <p14:xfrm>
              <a:off x="1703160" y="226440"/>
              <a:ext cx="10125720" cy="6207120"/>
            </p14:xfrm>
          </p:contentPart>
        </mc:Choice>
        <mc:Fallback xmlns="">
          <p:pic>
            <p:nvPicPr>
              <p:cNvPr id="5" name="Ink 4">
                <a:extLst>
                  <a:ext uri="{FF2B5EF4-FFF2-40B4-BE49-F238E27FC236}">
                    <a16:creationId xmlns:a16="http://schemas.microsoft.com/office/drawing/2014/main" id="{C7659B09-A221-9E12-EA01-84E44021E6BF}"/>
                  </a:ext>
                </a:extLst>
              </p:cNvPr>
              <p:cNvPicPr/>
              <p:nvPr/>
            </p:nvPicPr>
            <p:blipFill>
              <a:blip r:embed="rId3"/>
              <a:stretch>
                <a:fillRect/>
              </a:stretch>
            </p:blipFill>
            <p:spPr>
              <a:xfrm>
                <a:off x="1693800" y="217080"/>
                <a:ext cx="10144440" cy="622584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12B1DF2D-A20D-7D6B-16A4-A44FED10CEC3}"/>
                  </a:ext>
                </a:extLst>
              </p14:cNvPr>
              <p14:cNvContentPartPr/>
              <p14:nvPr/>
            </p14:nvContentPartPr>
            <p14:xfrm>
              <a:off x="873360" y="738720"/>
              <a:ext cx="2603520" cy="5486760"/>
            </p14:xfrm>
          </p:contentPart>
        </mc:Choice>
        <mc:Fallback>
          <p:pic>
            <p:nvPicPr>
              <p:cNvPr id="3" name="Ink 2">
                <a:extLst>
                  <a:ext uri="{FF2B5EF4-FFF2-40B4-BE49-F238E27FC236}">
                    <a16:creationId xmlns:a16="http://schemas.microsoft.com/office/drawing/2014/main" id="{12B1DF2D-A20D-7D6B-16A4-A44FED10CEC3}"/>
                  </a:ext>
                </a:extLst>
              </p:cNvPr>
              <p:cNvPicPr/>
              <p:nvPr/>
            </p:nvPicPr>
            <p:blipFill>
              <a:blip r:embed="rId5"/>
              <a:stretch>
                <a:fillRect/>
              </a:stretch>
            </p:blipFill>
            <p:spPr>
              <a:xfrm>
                <a:off x="864000" y="729360"/>
                <a:ext cx="2622240" cy="5505480"/>
              </a:xfrm>
              <a:prstGeom prst="rect">
                <a:avLst/>
              </a:prstGeom>
            </p:spPr>
          </p:pic>
        </mc:Fallback>
      </mc:AlternateContent>
    </p:spTree>
    <p:extLst>
      <p:ext uri="{BB962C8B-B14F-4D97-AF65-F5344CB8AC3E}">
        <p14:creationId xmlns:p14="http://schemas.microsoft.com/office/powerpoint/2010/main" val="6308439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2FD00A8-AE86-F7D4-0900-A41A79A67651}"/>
              </a:ext>
            </a:extLst>
          </p:cNvPr>
          <p:cNvSpPr/>
          <p:nvPr/>
        </p:nvSpPr>
        <p:spPr bwMode="auto">
          <a:xfrm>
            <a:off x="10088380" y="0"/>
            <a:ext cx="1813810" cy="329784"/>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IN" sz="2400" b="0" i="0" u="none" strike="noStrike" cap="none" normalizeH="0" baseline="0">
              <a:ln>
                <a:noFill/>
              </a:ln>
              <a:solidFill>
                <a:schemeClr val="tx1"/>
              </a:solidFill>
              <a:effectLst/>
              <a:latin typeface="Comic Sans MS" pitchFamily="66" charset="0"/>
            </a:endParaRPr>
          </a:p>
        </p:txBody>
      </p:sp>
      <p:pic>
        <p:nvPicPr>
          <p:cNvPr id="3" name="Picture 2" descr="A close-up of a piece of paper&#10;&#10;Description automatically generated">
            <a:extLst>
              <a:ext uri="{FF2B5EF4-FFF2-40B4-BE49-F238E27FC236}">
                <a16:creationId xmlns:a16="http://schemas.microsoft.com/office/drawing/2014/main" id="{5A0FBB81-C64E-08FE-F6E2-4BFDE1B65B8F}"/>
              </a:ext>
            </a:extLst>
          </p:cNvPr>
          <p:cNvPicPr>
            <a:picLocks noChangeAspect="1"/>
          </p:cNvPicPr>
          <p:nvPr/>
        </p:nvPicPr>
        <p:blipFill rotWithShape="1">
          <a:blip r:embed="rId2"/>
          <a:srcRect t="2204" r="1786" b="1839"/>
          <a:stretch/>
        </p:blipFill>
        <p:spPr>
          <a:xfrm rot="16200000">
            <a:off x="2943682" y="-1729479"/>
            <a:ext cx="6545002" cy="10333740"/>
          </a:xfrm>
          <a:prstGeom prst="rect">
            <a:avLst/>
          </a:prstGeom>
        </p:spPr>
      </p:pic>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A1FCC0A5-E80F-9780-A0A9-88FF48558C94}"/>
                  </a:ext>
                </a:extLst>
              </p14:cNvPr>
              <p14:cNvContentPartPr/>
              <p14:nvPr/>
            </p14:nvContentPartPr>
            <p14:xfrm>
              <a:off x="615600" y="1741680"/>
              <a:ext cx="9984240" cy="4079520"/>
            </p14:xfrm>
          </p:contentPart>
        </mc:Choice>
        <mc:Fallback xmlns="">
          <p:pic>
            <p:nvPicPr>
              <p:cNvPr id="6" name="Ink 5">
                <a:extLst>
                  <a:ext uri="{FF2B5EF4-FFF2-40B4-BE49-F238E27FC236}">
                    <a16:creationId xmlns:a16="http://schemas.microsoft.com/office/drawing/2014/main" id="{A1FCC0A5-E80F-9780-A0A9-88FF48558C94}"/>
                  </a:ext>
                </a:extLst>
              </p:cNvPr>
              <p:cNvPicPr/>
              <p:nvPr/>
            </p:nvPicPr>
            <p:blipFill>
              <a:blip r:embed="rId4"/>
              <a:stretch>
                <a:fillRect/>
              </a:stretch>
            </p:blipFill>
            <p:spPr>
              <a:xfrm>
                <a:off x="606240" y="1732320"/>
                <a:ext cx="10002960" cy="409824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2" name="Ink 1">
                <a:extLst>
                  <a:ext uri="{FF2B5EF4-FFF2-40B4-BE49-F238E27FC236}">
                    <a16:creationId xmlns:a16="http://schemas.microsoft.com/office/drawing/2014/main" id="{7714C904-D5F3-8FA1-3392-F192D83D2154}"/>
                  </a:ext>
                </a:extLst>
              </p14:cNvPr>
              <p14:cNvContentPartPr/>
              <p14:nvPr/>
            </p14:nvContentPartPr>
            <p14:xfrm>
              <a:off x="917764" y="473288"/>
              <a:ext cx="172440" cy="229680"/>
            </p14:xfrm>
          </p:contentPart>
        </mc:Choice>
        <mc:Fallback>
          <p:pic>
            <p:nvPicPr>
              <p:cNvPr id="2" name="Ink 1">
                <a:extLst>
                  <a:ext uri="{FF2B5EF4-FFF2-40B4-BE49-F238E27FC236}">
                    <a16:creationId xmlns:a16="http://schemas.microsoft.com/office/drawing/2014/main" id="{7714C904-D5F3-8FA1-3392-F192D83D2154}"/>
                  </a:ext>
                </a:extLst>
              </p:cNvPr>
              <p:cNvPicPr/>
              <p:nvPr/>
            </p:nvPicPr>
            <p:blipFill>
              <a:blip r:embed="rId6"/>
              <a:stretch>
                <a:fillRect/>
              </a:stretch>
            </p:blipFill>
            <p:spPr>
              <a:xfrm>
                <a:off x="911644" y="467168"/>
                <a:ext cx="184680" cy="241920"/>
              </a:xfrm>
              <a:prstGeom prst="rect">
                <a:avLst/>
              </a:prstGeom>
            </p:spPr>
          </p:pic>
        </mc:Fallback>
      </mc:AlternateContent>
      <p:grpSp>
        <p:nvGrpSpPr>
          <p:cNvPr id="10" name="Group 9">
            <a:extLst>
              <a:ext uri="{FF2B5EF4-FFF2-40B4-BE49-F238E27FC236}">
                <a16:creationId xmlns:a16="http://schemas.microsoft.com/office/drawing/2014/main" id="{3108C8EF-7F63-E4C7-17F6-87A10633A76F}"/>
              </a:ext>
            </a:extLst>
          </p:cNvPr>
          <p:cNvGrpSpPr/>
          <p:nvPr/>
        </p:nvGrpSpPr>
        <p:grpSpPr>
          <a:xfrm>
            <a:off x="4217164" y="5615528"/>
            <a:ext cx="4097520" cy="254880"/>
            <a:chOff x="4217164" y="5615528"/>
            <a:chExt cx="4097520" cy="254880"/>
          </a:xfrm>
        </p:grpSpPr>
        <mc:AlternateContent xmlns:mc="http://schemas.openxmlformats.org/markup-compatibility/2006">
          <mc:Choice xmlns:p14="http://schemas.microsoft.com/office/powerpoint/2010/main" Requires="p14">
            <p:contentPart p14:bwMode="auto" r:id="rId7">
              <p14:nvContentPartPr>
                <p14:cNvPr id="5" name="Ink 4">
                  <a:extLst>
                    <a:ext uri="{FF2B5EF4-FFF2-40B4-BE49-F238E27FC236}">
                      <a16:creationId xmlns:a16="http://schemas.microsoft.com/office/drawing/2014/main" id="{3C29CA4C-335D-16EB-6FEF-FFD17A41D3DA}"/>
                    </a:ext>
                  </a:extLst>
                </p14:cNvPr>
                <p14:cNvContentPartPr/>
                <p14:nvPr/>
              </p14:nvContentPartPr>
              <p14:xfrm>
                <a:off x="4217164" y="5615528"/>
                <a:ext cx="991440" cy="90000"/>
              </p14:xfrm>
            </p:contentPart>
          </mc:Choice>
          <mc:Fallback>
            <p:pic>
              <p:nvPicPr>
                <p:cNvPr id="5" name="Ink 4">
                  <a:extLst>
                    <a:ext uri="{FF2B5EF4-FFF2-40B4-BE49-F238E27FC236}">
                      <a16:creationId xmlns:a16="http://schemas.microsoft.com/office/drawing/2014/main" id="{3C29CA4C-335D-16EB-6FEF-FFD17A41D3DA}"/>
                    </a:ext>
                  </a:extLst>
                </p:cNvPr>
                <p:cNvPicPr/>
                <p:nvPr/>
              </p:nvPicPr>
              <p:blipFill>
                <a:blip r:embed="rId8"/>
                <a:stretch>
                  <a:fillRect/>
                </a:stretch>
              </p:blipFill>
              <p:spPr>
                <a:xfrm>
                  <a:off x="4211044" y="5609408"/>
                  <a:ext cx="1003680" cy="10224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7" name="Ink 6">
                  <a:extLst>
                    <a:ext uri="{FF2B5EF4-FFF2-40B4-BE49-F238E27FC236}">
                      <a16:creationId xmlns:a16="http://schemas.microsoft.com/office/drawing/2014/main" id="{EF36E4A0-E86A-FFFB-F865-9C2C1C412076}"/>
                    </a:ext>
                  </a:extLst>
                </p14:cNvPr>
                <p14:cNvContentPartPr/>
                <p14:nvPr/>
              </p14:nvContentPartPr>
              <p14:xfrm>
                <a:off x="5543044" y="5665928"/>
                <a:ext cx="511560" cy="38880"/>
              </p14:xfrm>
            </p:contentPart>
          </mc:Choice>
          <mc:Fallback>
            <p:pic>
              <p:nvPicPr>
                <p:cNvPr id="7" name="Ink 6">
                  <a:extLst>
                    <a:ext uri="{FF2B5EF4-FFF2-40B4-BE49-F238E27FC236}">
                      <a16:creationId xmlns:a16="http://schemas.microsoft.com/office/drawing/2014/main" id="{EF36E4A0-E86A-FFFB-F865-9C2C1C412076}"/>
                    </a:ext>
                  </a:extLst>
                </p:cNvPr>
                <p:cNvPicPr/>
                <p:nvPr/>
              </p:nvPicPr>
              <p:blipFill>
                <a:blip r:embed="rId10"/>
                <a:stretch>
                  <a:fillRect/>
                </a:stretch>
              </p:blipFill>
              <p:spPr>
                <a:xfrm>
                  <a:off x="5536924" y="5659808"/>
                  <a:ext cx="523800" cy="5112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8" name="Ink 7">
                  <a:extLst>
                    <a:ext uri="{FF2B5EF4-FFF2-40B4-BE49-F238E27FC236}">
                      <a16:creationId xmlns:a16="http://schemas.microsoft.com/office/drawing/2014/main" id="{C333601C-45A6-1EE4-6A60-0CE6C0863CAC}"/>
                    </a:ext>
                  </a:extLst>
                </p14:cNvPr>
                <p14:cNvContentPartPr/>
                <p14:nvPr/>
              </p14:nvContentPartPr>
              <p14:xfrm>
                <a:off x="6426484" y="5758808"/>
                <a:ext cx="1040040" cy="73080"/>
              </p14:xfrm>
            </p:contentPart>
          </mc:Choice>
          <mc:Fallback>
            <p:pic>
              <p:nvPicPr>
                <p:cNvPr id="8" name="Ink 7">
                  <a:extLst>
                    <a:ext uri="{FF2B5EF4-FFF2-40B4-BE49-F238E27FC236}">
                      <a16:creationId xmlns:a16="http://schemas.microsoft.com/office/drawing/2014/main" id="{C333601C-45A6-1EE4-6A60-0CE6C0863CAC}"/>
                    </a:ext>
                  </a:extLst>
                </p:cNvPr>
                <p:cNvPicPr/>
                <p:nvPr/>
              </p:nvPicPr>
              <p:blipFill>
                <a:blip r:embed="rId12"/>
                <a:stretch>
                  <a:fillRect/>
                </a:stretch>
              </p:blipFill>
              <p:spPr>
                <a:xfrm>
                  <a:off x="6420364" y="5752688"/>
                  <a:ext cx="1052280" cy="8532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9" name="Ink 8">
                  <a:extLst>
                    <a:ext uri="{FF2B5EF4-FFF2-40B4-BE49-F238E27FC236}">
                      <a16:creationId xmlns:a16="http://schemas.microsoft.com/office/drawing/2014/main" id="{56095A64-5018-D9E5-D105-A1127BD06ED8}"/>
                    </a:ext>
                  </a:extLst>
                </p14:cNvPr>
                <p14:cNvContentPartPr/>
                <p14:nvPr/>
              </p14:nvContentPartPr>
              <p14:xfrm>
                <a:off x="7778644" y="5809928"/>
                <a:ext cx="536040" cy="60480"/>
              </p14:xfrm>
            </p:contentPart>
          </mc:Choice>
          <mc:Fallback>
            <p:pic>
              <p:nvPicPr>
                <p:cNvPr id="9" name="Ink 8">
                  <a:extLst>
                    <a:ext uri="{FF2B5EF4-FFF2-40B4-BE49-F238E27FC236}">
                      <a16:creationId xmlns:a16="http://schemas.microsoft.com/office/drawing/2014/main" id="{56095A64-5018-D9E5-D105-A1127BD06ED8}"/>
                    </a:ext>
                  </a:extLst>
                </p:cNvPr>
                <p:cNvPicPr/>
                <p:nvPr/>
              </p:nvPicPr>
              <p:blipFill>
                <a:blip r:embed="rId14"/>
                <a:stretch>
                  <a:fillRect/>
                </a:stretch>
              </p:blipFill>
              <p:spPr>
                <a:xfrm>
                  <a:off x="7772524" y="5803808"/>
                  <a:ext cx="548280" cy="72720"/>
                </a:xfrm>
                <a:prstGeom prst="rect">
                  <a:avLst/>
                </a:prstGeom>
              </p:spPr>
            </p:pic>
          </mc:Fallback>
        </mc:AlternateContent>
      </p:grpSp>
    </p:spTree>
    <p:extLst>
      <p:ext uri="{BB962C8B-B14F-4D97-AF65-F5344CB8AC3E}">
        <p14:creationId xmlns:p14="http://schemas.microsoft.com/office/powerpoint/2010/main" val="9122585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2FD00A8-AE86-F7D4-0900-A41A79A67651}"/>
              </a:ext>
            </a:extLst>
          </p:cNvPr>
          <p:cNvSpPr/>
          <p:nvPr/>
        </p:nvSpPr>
        <p:spPr bwMode="auto">
          <a:xfrm>
            <a:off x="10088380" y="0"/>
            <a:ext cx="1813810" cy="329784"/>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IN" sz="2400" b="0" i="0" u="none" strike="noStrike" cap="none" normalizeH="0" baseline="0">
              <a:ln>
                <a:noFill/>
              </a:ln>
              <a:solidFill>
                <a:schemeClr val="tx1"/>
              </a:solidFill>
              <a:effectLst/>
              <a:latin typeface="Comic Sans MS" pitchFamily="66" charset="0"/>
            </a:endParaRPr>
          </a:p>
        </p:txBody>
      </p:sp>
      <p:pic>
        <p:nvPicPr>
          <p:cNvPr id="7" name="Picture 6" descr="A white paper with black text&#10;&#10;Description automatically generated">
            <a:extLst>
              <a:ext uri="{FF2B5EF4-FFF2-40B4-BE49-F238E27FC236}">
                <a16:creationId xmlns:a16="http://schemas.microsoft.com/office/drawing/2014/main" id="{C308EF51-3549-6F68-890F-F81AEC516EE9}"/>
              </a:ext>
            </a:extLst>
          </p:cNvPr>
          <p:cNvPicPr>
            <a:picLocks noChangeAspect="1"/>
          </p:cNvPicPr>
          <p:nvPr/>
        </p:nvPicPr>
        <p:blipFill>
          <a:blip r:embed="rId2"/>
          <a:srcRect t="2169" b="5533"/>
          <a:stretch/>
        </p:blipFill>
        <p:spPr>
          <a:xfrm rot="16200000">
            <a:off x="2939341" y="-1905022"/>
            <a:ext cx="6263351" cy="10732956"/>
          </a:xfrm>
          <a:prstGeom prst="rect">
            <a:avLst/>
          </a:prstGeom>
        </p:spPr>
      </p:pic>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16EF7DB5-666A-3EF7-FB9C-999B223551CC}"/>
                  </a:ext>
                </a:extLst>
              </p14:cNvPr>
              <p14:cNvContentPartPr/>
              <p14:nvPr/>
            </p14:nvContentPartPr>
            <p14:xfrm>
              <a:off x="2917440" y="569880"/>
              <a:ext cx="8327880" cy="4154400"/>
            </p14:xfrm>
          </p:contentPart>
        </mc:Choice>
        <mc:Fallback xmlns="">
          <p:pic>
            <p:nvPicPr>
              <p:cNvPr id="5" name="Ink 4">
                <a:extLst>
                  <a:ext uri="{FF2B5EF4-FFF2-40B4-BE49-F238E27FC236}">
                    <a16:creationId xmlns:a16="http://schemas.microsoft.com/office/drawing/2014/main" id="{16EF7DB5-666A-3EF7-FB9C-999B223551CC}"/>
                  </a:ext>
                </a:extLst>
              </p:cNvPr>
              <p:cNvPicPr/>
              <p:nvPr/>
            </p:nvPicPr>
            <p:blipFill>
              <a:blip r:embed="rId4"/>
              <a:stretch>
                <a:fillRect/>
              </a:stretch>
            </p:blipFill>
            <p:spPr>
              <a:xfrm>
                <a:off x="2908080" y="560520"/>
                <a:ext cx="8346600" cy="4173120"/>
              </a:xfrm>
              <a:prstGeom prst="rect">
                <a:avLst/>
              </a:prstGeom>
            </p:spPr>
          </p:pic>
        </mc:Fallback>
      </mc:AlternateContent>
    </p:spTree>
    <p:extLst>
      <p:ext uri="{BB962C8B-B14F-4D97-AF65-F5344CB8AC3E}">
        <p14:creationId xmlns:p14="http://schemas.microsoft.com/office/powerpoint/2010/main" val="16506213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05257E06-44FF-F2A8-E0DC-FBDFD136993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10</a:t>
            </a:fld>
            <a:endParaRPr lang="en-IN"/>
          </a:p>
        </p:txBody>
      </p:sp>
      <mc:AlternateContent xmlns:mc="http://schemas.openxmlformats.org/markup-compatibility/2006">
        <mc:Choice xmlns:p14="http://schemas.microsoft.com/office/powerpoint/2010/main" Requires="p14">
          <p:contentPart p14:bwMode="auto" r:id="rId2">
            <p14:nvContentPartPr>
              <p14:cNvPr id="6" name="Ink 5">
                <a:extLst>
                  <a:ext uri="{FF2B5EF4-FFF2-40B4-BE49-F238E27FC236}">
                    <a16:creationId xmlns:a16="http://schemas.microsoft.com/office/drawing/2014/main" id="{B4A6A1BC-C618-E9C8-9E87-CCE6B2572590}"/>
                  </a:ext>
                </a:extLst>
              </p14:cNvPr>
              <p14:cNvContentPartPr/>
              <p14:nvPr/>
            </p14:nvContentPartPr>
            <p14:xfrm>
              <a:off x="187560" y="435240"/>
              <a:ext cx="11821320" cy="5712840"/>
            </p14:xfrm>
          </p:contentPart>
        </mc:Choice>
        <mc:Fallback>
          <p:pic>
            <p:nvPicPr>
              <p:cNvPr id="6" name="Ink 5">
                <a:extLst>
                  <a:ext uri="{FF2B5EF4-FFF2-40B4-BE49-F238E27FC236}">
                    <a16:creationId xmlns:a16="http://schemas.microsoft.com/office/drawing/2014/main" id="{B4A6A1BC-C618-E9C8-9E87-CCE6B2572590}"/>
                  </a:ext>
                </a:extLst>
              </p:cNvPr>
              <p:cNvPicPr/>
              <p:nvPr/>
            </p:nvPicPr>
            <p:blipFill>
              <a:blip r:embed="rId3"/>
              <a:stretch>
                <a:fillRect/>
              </a:stretch>
            </p:blipFill>
            <p:spPr>
              <a:xfrm>
                <a:off x="178200" y="425880"/>
                <a:ext cx="11840040" cy="573156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7" name="Ink 6">
                <a:extLst>
                  <a:ext uri="{FF2B5EF4-FFF2-40B4-BE49-F238E27FC236}">
                    <a16:creationId xmlns:a16="http://schemas.microsoft.com/office/drawing/2014/main" id="{2DBEBD67-438F-006B-298C-82B6B8520066}"/>
                  </a:ext>
                </a:extLst>
              </p14:cNvPr>
              <p14:cNvContentPartPr/>
              <p14:nvPr/>
            </p14:nvContentPartPr>
            <p14:xfrm>
              <a:off x="2944924" y="4948088"/>
              <a:ext cx="444960" cy="547200"/>
            </p14:xfrm>
          </p:contentPart>
        </mc:Choice>
        <mc:Fallback>
          <p:pic>
            <p:nvPicPr>
              <p:cNvPr id="7" name="Ink 6">
                <a:extLst>
                  <a:ext uri="{FF2B5EF4-FFF2-40B4-BE49-F238E27FC236}">
                    <a16:creationId xmlns:a16="http://schemas.microsoft.com/office/drawing/2014/main" id="{2DBEBD67-438F-006B-298C-82B6B8520066}"/>
                  </a:ext>
                </a:extLst>
              </p:cNvPr>
              <p:cNvPicPr/>
              <p:nvPr/>
            </p:nvPicPr>
            <p:blipFill>
              <a:blip r:embed="rId5"/>
              <a:stretch>
                <a:fillRect/>
              </a:stretch>
            </p:blipFill>
            <p:spPr>
              <a:xfrm>
                <a:off x="2938804" y="4941968"/>
                <a:ext cx="457200" cy="559440"/>
              </a:xfrm>
              <a:prstGeom prst="rect">
                <a:avLst/>
              </a:prstGeom>
            </p:spPr>
          </p:pic>
        </mc:Fallback>
      </mc:AlternateContent>
      <p:grpSp>
        <p:nvGrpSpPr>
          <p:cNvPr id="14" name="Group 13">
            <a:extLst>
              <a:ext uri="{FF2B5EF4-FFF2-40B4-BE49-F238E27FC236}">
                <a16:creationId xmlns:a16="http://schemas.microsoft.com/office/drawing/2014/main" id="{5786395C-6F51-B2D5-B3FC-EA44CF5AC4C4}"/>
              </a:ext>
            </a:extLst>
          </p:cNvPr>
          <p:cNvGrpSpPr/>
          <p:nvPr/>
        </p:nvGrpSpPr>
        <p:grpSpPr>
          <a:xfrm>
            <a:off x="3642964" y="4746848"/>
            <a:ext cx="524160" cy="313920"/>
            <a:chOff x="3642964" y="4746848"/>
            <a:chExt cx="524160" cy="313920"/>
          </a:xfrm>
        </p:grpSpPr>
        <mc:AlternateContent xmlns:mc="http://schemas.openxmlformats.org/markup-compatibility/2006">
          <mc:Choice xmlns:p14="http://schemas.microsoft.com/office/powerpoint/2010/main" Requires="p14">
            <p:contentPart p14:bwMode="auto" r:id="rId6">
              <p14:nvContentPartPr>
                <p14:cNvPr id="8" name="Ink 7">
                  <a:extLst>
                    <a:ext uri="{FF2B5EF4-FFF2-40B4-BE49-F238E27FC236}">
                      <a16:creationId xmlns:a16="http://schemas.microsoft.com/office/drawing/2014/main" id="{40C1EB25-4A29-4A3B-C848-88A9AC0AC0D8}"/>
                    </a:ext>
                  </a:extLst>
                </p14:cNvPr>
                <p14:cNvContentPartPr/>
                <p14:nvPr/>
              </p14:nvContentPartPr>
              <p14:xfrm>
                <a:off x="3663844" y="4807688"/>
                <a:ext cx="111960" cy="253080"/>
              </p14:xfrm>
            </p:contentPart>
          </mc:Choice>
          <mc:Fallback>
            <p:pic>
              <p:nvPicPr>
                <p:cNvPr id="8" name="Ink 7">
                  <a:extLst>
                    <a:ext uri="{FF2B5EF4-FFF2-40B4-BE49-F238E27FC236}">
                      <a16:creationId xmlns:a16="http://schemas.microsoft.com/office/drawing/2014/main" id="{40C1EB25-4A29-4A3B-C848-88A9AC0AC0D8}"/>
                    </a:ext>
                  </a:extLst>
                </p:cNvPr>
                <p:cNvPicPr/>
                <p:nvPr/>
              </p:nvPicPr>
              <p:blipFill>
                <a:blip r:embed="rId7"/>
                <a:stretch>
                  <a:fillRect/>
                </a:stretch>
              </p:blipFill>
              <p:spPr>
                <a:xfrm>
                  <a:off x="3657724" y="4801568"/>
                  <a:ext cx="124200" cy="26532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9" name="Ink 8">
                  <a:extLst>
                    <a:ext uri="{FF2B5EF4-FFF2-40B4-BE49-F238E27FC236}">
                      <a16:creationId xmlns:a16="http://schemas.microsoft.com/office/drawing/2014/main" id="{46524043-1FCB-E523-0E7D-E7F7B1BD0420}"/>
                    </a:ext>
                  </a:extLst>
                </p14:cNvPr>
                <p14:cNvContentPartPr/>
                <p14:nvPr/>
              </p14:nvContentPartPr>
              <p14:xfrm>
                <a:off x="3642964" y="4973648"/>
                <a:ext cx="78120" cy="22680"/>
              </p14:xfrm>
            </p:contentPart>
          </mc:Choice>
          <mc:Fallback>
            <p:pic>
              <p:nvPicPr>
                <p:cNvPr id="9" name="Ink 8">
                  <a:extLst>
                    <a:ext uri="{FF2B5EF4-FFF2-40B4-BE49-F238E27FC236}">
                      <a16:creationId xmlns:a16="http://schemas.microsoft.com/office/drawing/2014/main" id="{46524043-1FCB-E523-0E7D-E7F7B1BD0420}"/>
                    </a:ext>
                  </a:extLst>
                </p:cNvPr>
                <p:cNvPicPr/>
                <p:nvPr/>
              </p:nvPicPr>
              <p:blipFill>
                <a:blip r:embed="rId9"/>
                <a:stretch>
                  <a:fillRect/>
                </a:stretch>
              </p:blipFill>
              <p:spPr>
                <a:xfrm>
                  <a:off x="3636844" y="4967528"/>
                  <a:ext cx="90360" cy="349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0" name="Ink 9">
                  <a:extLst>
                    <a:ext uri="{FF2B5EF4-FFF2-40B4-BE49-F238E27FC236}">
                      <a16:creationId xmlns:a16="http://schemas.microsoft.com/office/drawing/2014/main" id="{97E6AEC5-D2C4-3810-7FD0-DD46F83736EC}"/>
                    </a:ext>
                  </a:extLst>
                </p14:cNvPr>
                <p14:cNvContentPartPr/>
                <p14:nvPr/>
              </p14:nvContentPartPr>
              <p14:xfrm>
                <a:off x="3746644" y="4891928"/>
                <a:ext cx="78840" cy="118440"/>
              </p14:xfrm>
            </p:contentPart>
          </mc:Choice>
          <mc:Fallback>
            <p:pic>
              <p:nvPicPr>
                <p:cNvPr id="10" name="Ink 9">
                  <a:extLst>
                    <a:ext uri="{FF2B5EF4-FFF2-40B4-BE49-F238E27FC236}">
                      <a16:creationId xmlns:a16="http://schemas.microsoft.com/office/drawing/2014/main" id="{97E6AEC5-D2C4-3810-7FD0-DD46F83736EC}"/>
                    </a:ext>
                  </a:extLst>
                </p:cNvPr>
                <p:cNvPicPr/>
                <p:nvPr/>
              </p:nvPicPr>
              <p:blipFill>
                <a:blip r:embed="rId11"/>
                <a:stretch>
                  <a:fillRect/>
                </a:stretch>
              </p:blipFill>
              <p:spPr>
                <a:xfrm>
                  <a:off x="3740524" y="4885808"/>
                  <a:ext cx="91080" cy="13068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1" name="Ink 10">
                  <a:extLst>
                    <a:ext uri="{FF2B5EF4-FFF2-40B4-BE49-F238E27FC236}">
                      <a16:creationId xmlns:a16="http://schemas.microsoft.com/office/drawing/2014/main" id="{ED27CEF2-9629-122B-FEA2-5A9ABAA4017C}"/>
                    </a:ext>
                  </a:extLst>
                </p14:cNvPr>
                <p14:cNvContentPartPr/>
                <p14:nvPr/>
              </p14:nvContentPartPr>
              <p14:xfrm>
                <a:off x="3996484" y="4746848"/>
                <a:ext cx="93600" cy="271800"/>
              </p14:xfrm>
            </p:contentPart>
          </mc:Choice>
          <mc:Fallback>
            <p:pic>
              <p:nvPicPr>
                <p:cNvPr id="11" name="Ink 10">
                  <a:extLst>
                    <a:ext uri="{FF2B5EF4-FFF2-40B4-BE49-F238E27FC236}">
                      <a16:creationId xmlns:a16="http://schemas.microsoft.com/office/drawing/2014/main" id="{ED27CEF2-9629-122B-FEA2-5A9ABAA4017C}"/>
                    </a:ext>
                  </a:extLst>
                </p:cNvPr>
                <p:cNvPicPr/>
                <p:nvPr/>
              </p:nvPicPr>
              <p:blipFill>
                <a:blip r:embed="rId13"/>
                <a:stretch>
                  <a:fillRect/>
                </a:stretch>
              </p:blipFill>
              <p:spPr>
                <a:xfrm>
                  <a:off x="3990364" y="4740728"/>
                  <a:ext cx="105840" cy="28404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2" name="Ink 11">
                  <a:extLst>
                    <a:ext uri="{FF2B5EF4-FFF2-40B4-BE49-F238E27FC236}">
                      <a16:creationId xmlns:a16="http://schemas.microsoft.com/office/drawing/2014/main" id="{01C66B35-E3D9-061F-E702-C424B0A2410E}"/>
                    </a:ext>
                  </a:extLst>
                </p14:cNvPr>
                <p14:cNvContentPartPr/>
                <p14:nvPr/>
              </p14:nvContentPartPr>
              <p14:xfrm>
                <a:off x="3949684" y="4932968"/>
                <a:ext cx="122400" cy="28800"/>
              </p14:xfrm>
            </p:contentPart>
          </mc:Choice>
          <mc:Fallback>
            <p:pic>
              <p:nvPicPr>
                <p:cNvPr id="12" name="Ink 11">
                  <a:extLst>
                    <a:ext uri="{FF2B5EF4-FFF2-40B4-BE49-F238E27FC236}">
                      <a16:creationId xmlns:a16="http://schemas.microsoft.com/office/drawing/2014/main" id="{01C66B35-E3D9-061F-E702-C424B0A2410E}"/>
                    </a:ext>
                  </a:extLst>
                </p:cNvPr>
                <p:cNvPicPr/>
                <p:nvPr/>
              </p:nvPicPr>
              <p:blipFill>
                <a:blip r:embed="rId15"/>
                <a:stretch>
                  <a:fillRect/>
                </a:stretch>
              </p:blipFill>
              <p:spPr>
                <a:xfrm>
                  <a:off x="3943564" y="4926848"/>
                  <a:ext cx="134640" cy="4104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3" name="Ink 12">
                  <a:extLst>
                    <a:ext uri="{FF2B5EF4-FFF2-40B4-BE49-F238E27FC236}">
                      <a16:creationId xmlns:a16="http://schemas.microsoft.com/office/drawing/2014/main" id="{78070CA3-AD00-1884-061C-FE91DC0938A5}"/>
                    </a:ext>
                  </a:extLst>
                </p14:cNvPr>
                <p14:cNvContentPartPr/>
                <p14:nvPr/>
              </p14:nvContentPartPr>
              <p14:xfrm>
                <a:off x="4107004" y="4869968"/>
                <a:ext cx="60120" cy="147600"/>
              </p14:xfrm>
            </p:contentPart>
          </mc:Choice>
          <mc:Fallback>
            <p:pic>
              <p:nvPicPr>
                <p:cNvPr id="13" name="Ink 12">
                  <a:extLst>
                    <a:ext uri="{FF2B5EF4-FFF2-40B4-BE49-F238E27FC236}">
                      <a16:creationId xmlns:a16="http://schemas.microsoft.com/office/drawing/2014/main" id="{78070CA3-AD00-1884-061C-FE91DC0938A5}"/>
                    </a:ext>
                  </a:extLst>
                </p:cNvPr>
                <p:cNvPicPr/>
                <p:nvPr/>
              </p:nvPicPr>
              <p:blipFill>
                <a:blip r:embed="rId17"/>
                <a:stretch>
                  <a:fillRect/>
                </a:stretch>
              </p:blipFill>
              <p:spPr>
                <a:xfrm>
                  <a:off x="4100884" y="4863848"/>
                  <a:ext cx="72360" cy="1598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8">
            <p14:nvContentPartPr>
              <p14:cNvPr id="15" name="Ink 14">
                <a:extLst>
                  <a:ext uri="{FF2B5EF4-FFF2-40B4-BE49-F238E27FC236}">
                    <a16:creationId xmlns:a16="http://schemas.microsoft.com/office/drawing/2014/main" id="{383C2EE9-271E-F9F4-ECC5-DA945AFCD696}"/>
                  </a:ext>
                </a:extLst>
              </p14:cNvPr>
              <p14:cNvContentPartPr/>
              <p14:nvPr/>
            </p14:nvContentPartPr>
            <p14:xfrm>
              <a:off x="2303764" y="5429768"/>
              <a:ext cx="313560" cy="68040"/>
            </p14:xfrm>
          </p:contentPart>
        </mc:Choice>
        <mc:Fallback>
          <p:pic>
            <p:nvPicPr>
              <p:cNvPr id="15" name="Ink 14">
                <a:extLst>
                  <a:ext uri="{FF2B5EF4-FFF2-40B4-BE49-F238E27FC236}">
                    <a16:creationId xmlns:a16="http://schemas.microsoft.com/office/drawing/2014/main" id="{383C2EE9-271E-F9F4-ECC5-DA945AFCD696}"/>
                  </a:ext>
                </a:extLst>
              </p:cNvPr>
              <p:cNvPicPr/>
              <p:nvPr/>
            </p:nvPicPr>
            <p:blipFill>
              <a:blip r:embed="rId19"/>
              <a:stretch>
                <a:fillRect/>
              </a:stretch>
            </p:blipFill>
            <p:spPr>
              <a:xfrm>
                <a:off x="2297644" y="5423648"/>
                <a:ext cx="325800" cy="8028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6" name="Ink 15">
                <a:extLst>
                  <a:ext uri="{FF2B5EF4-FFF2-40B4-BE49-F238E27FC236}">
                    <a16:creationId xmlns:a16="http://schemas.microsoft.com/office/drawing/2014/main" id="{4529C1F3-3AAE-EE53-3C2A-983D673D8871}"/>
                  </a:ext>
                </a:extLst>
              </p14:cNvPr>
              <p14:cNvContentPartPr/>
              <p14:nvPr/>
            </p14:nvContentPartPr>
            <p14:xfrm>
              <a:off x="4838524" y="2960528"/>
              <a:ext cx="712800" cy="690840"/>
            </p14:xfrm>
          </p:contentPart>
        </mc:Choice>
        <mc:Fallback>
          <p:pic>
            <p:nvPicPr>
              <p:cNvPr id="16" name="Ink 15">
                <a:extLst>
                  <a:ext uri="{FF2B5EF4-FFF2-40B4-BE49-F238E27FC236}">
                    <a16:creationId xmlns:a16="http://schemas.microsoft.com/office/drawing/2014/main" id="{4529C1F3-3AAE-EE53-3C2A-983D673D8871}"/>
                  </a:ext>
                </a:extLst>
              </p:cNvPr>
              <p:cNvPicPr/>
              <p:nvPr/>
            </p:nvPicPr>
            <p:blipFill>
              <a:blip r:embed="rId21"/>
              <a:stretch>
                <a:fillRect/>
              </a:stretch>
            </p:blipFill>
            <p:spPr>
              <a:xfrm>
                <a:off x="4832404" y="2954408"/>
                <a:ext cx="725040" cy="70308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7" name="Ink 16">
                <a:extLst>
                  <a:ext uri="{FF2B5EF4-FFF2-40B4-BE49-F238E27FC236}">
                    <a16:creationId xmlns:a16="http://schemas.microsoft.com/office/drawing/2014/main" id="{2C2C4F0C-7CC0-B161-7CBB-EA06679E155E}"/>
                  </a:ext>
                </a:extLst>
              </p14:cNvPr>
              <p14:cNvContentPartPr/>
              <p14:nvPr/>
            </p14:nvContentPartPr>
            <p14:xfrm>
              <a:off x="4635844" y="4867088"/>
              <a:ext cx="682920" cy="639720"/>
            </p14:xfrm>
          </p:contentPart>
        </mc:Choice>
        <mc:Fallback>
          <p:pic>
            <p:nvPicPr>
              <p:cNvPr id="17" name="Ink 16">
                <a:extLst>
                  <a:ext uri="{FF2B5EF4-FFF2-40B4-BE49-F238E27FC236}">
                    <a16:creationId xmlns:a16="http://schemas.microsoft.com/office/drawing/2014/main" id="{2C2C4F0C-7CC0-B161-7CBB-EA06679E155E}"/>
                  </a:ext>
                </a:extLst>
              </p:cNvPr>
              <p:cNvPicPr/>
              <p:nvPr/>
            </p:nvPicPr>
            <p:blipFill>
              <a:blip r:embed="rId23"/>
              <a:stretch>
                <a:fillRect/>
              </a:stretch>
            </p:blipFill>
            <p:spPr>
              <a:xfrm>
                <a:off x="4629724" y="4860968"/>
                <a:ext cx="695160" cy="65196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8" name="Ink 17">
                <a:extLst>
                  <a:ext uri="{FF2B5EF4-FFF2-40B4-BE49-F238E27FC236}">
                    <a16:creationId xmlns:a16="http://schemas.microsoft.com/office/drawing/2014/main" id="{26DB43EE-6F1E-6898-9AC7-E0258BEFA36B}"/>
                  </a:ext>
                </a:extLst>
              </p14:cNvPr>
              <p14:cNvContentPartPr/>
              <p14:nvPr/>
            </p14:nvContentPartPr>
            <p14:xfrm>
              <a:off x="9823804" y="1224248"/>
              <a:ext cx="376920" cy="411840"/>
            </p14:xfrm>
          </p:contentPart>
        </mc:Choice>
        <mc:Fallback>
          <p:pic>
            <p:nvPicPr>
              <p:cNvPr id="18" name="Ink 17">
                <a:extLst>
                  <a:ext uri="{FF2B5EF4-FFF2-40B4-BE49-F238E27FC236}">
                    <a16:creationId xmlns:a16="http://schemas.microsoft.com/office/drawing/2014/main" id="{26DB43EE-6F1E-6898-9AC7-E0258BEFA36B}"/>
                  </a:ext>
                </a:extLst>
              </p:cNvPr>
              <p:cNvPicPr/>
              <p:nvPr/>
            </p:nvPicPr>
            <p:blipFill>
              <a:blip r:embed="rId25"/>
              <a:stretch>
                <a:fillRect/>
              </a:stretch>
            </p:blipFill>
            <p:spPr>
              <a:xfrm>
                <a:off x="9817684" y="1218128"/>
                <a:ext cx="389160" cy="424080"/>
              </a:xfrm>
              <a:prstGeom prst="rect">
                <a:avLst/>
              </a:prstGeom>
            </p:spPr>
          </p:pic>
        </mc:Fallback>
      </mc:AlternateContent>
      <p:grpSp>
        <p:nvGrpSpPr>
          <p:cNvPr id="21" name="Group 20">
            <a:extLst>
              <a:ext uri="{FF2B5EF4-FFF2-40B4-BE49-F238E27FC236}">
                <a16:creationId xmlns:a16="http://schemas.microsoft.com/office/drawing/2014/main" id="{12A926BC-4E2D-7D15-D1E7-78CF80D9AEAD}"/>
              </a:ext>
            </a:extLst>
          </p:cNvPr>
          <p:cNvGrpSpPr/>
          <p:nvPr/>
        </p:nvGrpSpPr>
        <p:grpSpPr>
          <a:xfrm>
            <a:off x="5124004" y="3390368"/>
            <a:ext cx="250920" cy="1033200"/>
            <a:chOff x="5124004" y="3390368"/>
            <a:chExt cx="250920" cy="1033200"/>
          </a:xfrm>
        </p:grpSpPr>
        <mc:AlternateContent xmlns:mc="http://schemas.openxmlformats.org/markup-compatibility/2006">
          <mc:Choice xmlns:p14="http://schemas.microsoft.com/office/powerpoint/2010/main" Requires="p14">
            <p:contentPart p14:bwMode="auto" r:id="rId26">
              <p14:nvContentPartPr>
                <p14:cNvPr id="19" name="Ink 18">
                  <a:extLst>
                    <a:ext uri="{FF2B5EF4-FFF2-40B4-BE49-F238E27FC236}">
                      <a16:creationId xmlns:a16="http://schemas.microsoft.com/office/drawing/2014/main" id="{7222A9CD-559E-D342-A437-53AB954A3558}"/>
                    </a:ext>
                  </a:extLst>
                </p14:cNvPr>
                <p14:cNvContentPartPr/>
                <p14:nvPr/>
              </p14:nvContentPartPr>
              <p14:xfrm>
                <a:off x="5149204" y="3390368"/>
                <a:ext cx="225720" cy="1033200"/>
              </p14:xfrm>
            </p:contentPart>
          </mc:Choice>
          <mc:Fallback>
            <p:pic>
              <p:nvPicPr>
                <p:cNvPr id="19" name="Ink 18">
                  <a:extLst>
                    <a:ext uri="{FF2B5EF4-FFF2-40B4-BE49-F238E27FC236}">
                      <a16:creationId xmlns:a16="http://schemas.microsoft.com/office/drawing/2014/main" id="{7222A9CD-559E-D342-A437-53AB954A3558}"/>
                    </a:ext>
                  </a:extLst>
                </p:cNvPr>
                <p:cNvPicPr/>
                <p:nvPr/>
              </p:nvPicPr>
              <p:blipFill>
                <a:blip r:embed="rId27"/>
                <a:stretch>
                  <a:fillRect/>
                </a:stretch>
              </p:blipFill>
              <p:spPr>
                <a:xfrm>
                  <a:off x="5143084" y="3384248"/>
                  <a:ext cx="237960" cy="104544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20" name="Ink 19">
                  <a:extLst>
                    <a:ext uri="{FF2B5EF4-FFF2-40B4-BE49-F238E27FC236}">
                      <a16:creationId xmlns:a16="http://schemas.microsoft.com/office/drawing/2014/main" id="{636F6F6D-5FB3-A933-F9BB-FA8A69A067E8}"/>
                    </a:ext>
                  </a:extLst>
                </p14:cNvPr>
                <p14:cNvContentPartPr/>
                <p14:nvPr/>
              </p14:nvContentPartPr>
              <p14:xfrm>
                <a:off x="5124004" y="4284968"/>
                <a:ext cx="155880" cy="131760"/>
              </p14:xfrm>
            </p:contentPart>
          </mc:Choice>
          <mc:Fallback>
            <p:pic>
              <p:nvPicPr>
                <p:cNvPr id="20" name="Ink 19">
                  <a:extLst>
                    <a:ext uri="{FF2B5EF4-FFF2-40B4-BE49-F238E27FC236}">
                      <a16:creationId xmlns:a16="http://schemas.microsoft.com/office/drawing/2014/main" id="{636F6F6D-5FB3-A933-F9BB-FA8A69A067E8}"/>
                    </a:ext>
                  </a:extLst>
                </p:cNvPr>
                <p:cNvPicPr/>
                <p:nvPr/>
              </p:nvPicPr>
              <p:blipFill>
                <a:blip r:embed="rId29"/>
                <a:stretch>
                  <a:fillRect/>
                </a:stretch>
              </p:blipFill>
              <p:spPr>
                <a:xfrm>
                  <a:off x="5117884" y="4278848"/>
                  <a:ext cx="168120" cy="144000"/>
                </a:xfrm>
                <a:prstGeom prst="rect">
                  <a:avLst/>
                </a:prstGeom>
              </p:spPr>
            </p:pic>
          </mc:Fallback>
        </mc:AlternateContent>
      </p:grpSp>
    </p:spTree>
    <p:extLst>
      <p:ext uri="{BB962C8B-B14F-4D97-AF65-F5344CB8AC3E}">
        <p14:creationId xmlns:p14="http://schemas.microsoft.com/office/powerpoint/2010/main" val="34569146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92E31-ECA8-46E3-01E1-40555C06DB86}"/>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BAB9D3C-5B71-5DA3-2810-DDE06902672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11</a:t>
            </a:fld>
            <a:endParaRPr lang="en-IN"/>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35F6970F-E4C4-30D2-1099-449A5E53B2A5}"/>
                  </a:ext>
                </a:extLst>
              </p14:cNvPr>
              <p14:cNvContentPartPr/>
              <p14:nvPr/>
            </p14:nvContentPartPr>
            <p14:xfrm>
              <a:off x="1008360" y="618840"/>
              <a:ext cx="9344880" cy="5305320"/>
            </p14:xfrm>
          </p:contentPart>
        </mc:Choice>
        <mc:Fallback>
          <p:pic>
            <p:nvPicPr>
              <p:cNvPr id="2" name="Ink 1">
                <a:extLst>
                  <a:ext uri="{FF2B5EF4-FFF2-40B4-BE49-F238E27FC236}">
                    <a16:creationId xmlns:a16="http://schemas.microsoft.com/office/drawing/2014/main" id="{35F6970F-E4C4-30D2-1099-449A5E53B2A5}"/>
                  </a:ext>
                </a:extLst>
              </p:cNvPr>
              <p:cNvPicPr/>
              <p:nvPr/>
            </p:nvPicPr>
            <p:blipFill>
              <a:blip r:embed="rId3"/>
              <a:stretch>
                <a:fillRect/>
              </a:stretch>
            </p:blipFill>
            <p:spPr>
              <a:xfrm>
                <a:off x="999000" y="609480"/>
                <a:ext cx="9363600" cy="5324040"/>
              </a:xfrm>
              <a:prstGeom prst="rect">
                <a:avLst/>
              </a:prstGeom>
            </p:spPr>
          </p:pic>
        </mc:Fallback>
      </mc:AlternateContent>
      <p:grpSp>
        <p:nvGrpSpPr>
          <p:cNvPr id="8" name="Group 7">
            <a:extLst>
              <a:ext uri="{FF2B5EF4-FFF2-40B4-BE49-F238E27FC236}">
                <a16:creationId xmlns:a16="http://schemas.microsoft.com/office/drawing/2014/main" id="{1D1FF2C1-E0A6-D345-2D66-A2B88BB643B1}"/>
              </a:ext>
            </a:extLst>
          </p:cNvPr>
          <p:cNvGrpSpPr/>
          <p:nvPr/>
        </p:nvGrpSpPr>
        <p:grpSpPr>
          <a:xfrm>
            <a:off x="6821764" y="431888"/>
            <a:ext cx="2506680" cy="250200"/>
            <a:chOff x="6821764" y="431888"/>
            <a:chExt cx="2506680" cy="250200"/>
          </a:xfrm>
        </p:grpSpPr>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956A81C9-19E0-4CBC-7C27-118C36B1581F}"/>
                    </a:ext>
                  </a:extLst>
                </p14:cNvPr>
                <p14:cNvContentPartPr/>
                <p14:nvPr/>
              </p14:nvContentPartPr>
              <p14:xfrm>
                <a:off x="6821764" y="594608"/>
                <a:ext cx="20880" cy="87480"/>
              </p14:xfrm>
            </p:contentPart>
          </mc:Choice>
          <mc:Fallback>
            <p:pic>
              <p:nvPicPr>
                <p:cNvPr id="3" name="Ink 2">
                  <a:extLst>
                    <a:ext uri="{FF2B5EF4-FFF2-40B4-BE49-F238E27FC236}">
                      <a16:creationId xmlns:a16="http://schemas.microsoft.com/office/drawing/2014/main" id="{956A81C9-19E0-4CBC-7C27-118C36B1581F}"/>
                    </a:ext>
                  </a:extLst>
                </p:cNvPr>
                <p:cNvPicPr/>
                <p:nvPr/>
              </p:nvPicPr>
              <p:blipFill>
                <a:blip r:embed="rId5"/>
                <a:stretch>
                  <a:fillRect/>
                </a:stretch>
              </p:blipFill>
              <p:spPr>
                <a:xfrm>
                  <a:off x="6815644" y="588488"/>
                  <a:ext cx="33120" cy="997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4" name="Ink 3">
                  <a:extLst>
                    <a:ext uri="{FF2B5EF4-FFF2-40B4-BE49-F238E27FC236}">
                      <a16:creationId xmlns:a16="http://schemas.microsoft.com/office/drawing/2014/main" id="{F3A619F6-D769-CDCE-F4F6-AA5CCF6CC066}"/>
                    </a:ext>
                  </a:extLst>
                </p14:cNvPr>
                <p14:cNvContentPartPr/>
                <p14:nvPr/>
              </p14:nvContentPartPr>
              <p14:xfrm>
                <a:off x="6841204" y="431888"/>
                <a:ext cx="1356120" cy="234360"/>
              </p14:xfrm>
            </p:contentPart>
          </mc:Choice>
          <mc:Fallback>
            <p:pic>
              <p:nvPicPr>
                <p:cNvPr id="4" name="Ink 3">
                  <a:extLst>
                    <a:ext uri="{FF2B5EF4-FFF2-40B4-BE49-F238E27FC236}">
                      <a16:creationId xmlns:a16="http://schemas.microsoft.com/office/drawing/2014/main" id="{F3A619F6-D769-CDCE-F4F6-AA5CCF6CC066}"/>
                    </a:ext>
                  </a:extLst>
                </p:cNvPr>
                <p:cNvPicPr/>
                <p:nvPr/>
              </p:nvPicPr>
              <p:blipFill>
                <a:blip r:embed="rId7"/>
                <a:stretch>
                  <a:fillRect/>
                </a:stretch>
              </p:blipFill>
              <p:spPr>
                <a:xfrm>
                  <a:off x="6835084" y="425768"/>
                  <a:ext cx="1368360" cy="2466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7" name="Ink 6">
                  <a:extLst>
                    <a:ext uri="{FF2B5EF4-FFF2-40B4-BE49-F238E27FC236}">
                      <a16:creationId xmlns:a16="http://schemas.microsoft.com/office/drawing/2014/main" id="{5C58D4AC-90FB-4E1A-65CB-E4E10B97A41E}"/>
                    </a:ext>
                  </a:extLst>
                </p14:cNvPr>
                <p14:cNvContentPartPr/>
                <p14:nvPr/>
              </p14:nvContentPartPr>
              <p14:xfrm>
                <a:off x="8595124" y="516848"/>
                <a:ext cx="733320" cy="28440"/>
              </p14:xfrm>
            </p:contentPart>
          </mc:Choice>
          <mc:Fallback>
            <p:pic>
              <p:nvPicPr>
                <p:cNvPr id="7" name="Ink 6">
                  <a:extLst>
                    <a:ext uri="{FF2B5EF4-FFF2-40B4-BE49-F238E27FC236}">
                      <a16:creationId xmlns:a16="http://schemas.microsoft.com/office/drawing/2014/main" id="{5C58D4AC-90FB-4E1A-65CB-E4E10B97A41E}"/>
                    </a:ext>
                  </a:extLst>
                </p:cNvPr>
                <p:cNvPicPr/>
                <p:nvPr/>
              </p:nvPicPr>
              <p:blipFill>
                <a:blip r:embed="rId9"/>
                <a:stretch>
                  <a:fillRect/>
                </a:stretch>
              </p:blipFill>
              <p:spPr>
                <a:xfrm>
                  <a:off x="8589004" y="510728"/>
                  <a:ext cx="745560" cy="40680"/>
                </a:xfrm>
                <a:prstGeom prst="rect">
                  <a:avLst/>
                </a:prstGeom>
              </p:spPr>
            </p:pic>
          </mc:Fallback>
        </mc:AlternateContent>
      </p:grpSp>
      <p:grpSp>
        <p:nvGrpSpPr>
          <p:cNvPr id="12" name="Group 11">
            <a:extLst>
              <a:ext uri="{FF2B5EF4-FFF2-40B4-BE49-F238E27FC236}">
                <a16:creationId xmlns:a16="http://schemas.microsoft.com/office/drawing/2014/main" id="{E34ECF8E-EC73-73A9-F064-5ECEF353711E}"/>
              </a:ext>
            </a:extLst>
          </p:cNvPr>
          <p:cNvGrpSpPr/>
          <p:nvPr/>
        </p:nvGrpSpPr>
        <p:grpSpPr>
          <a:xfrm>
            <a:off x="9258964" y="283568"/>
            <a:ext cx="999360" cy="855720"/>
            <a:chOff x="9258964" y="283568"/>
            <a:chExt cx="999360" cy="855720"/>
          </a:xfrm>
        </p:grpSpPr>
        <mc:AlternateContent xmlns:mc="http://schemas.openxmlformats.org/markup-compatibility/2006">
          <mc:Choice xmlns:p14="http://schemas.microsoft.com/office/powerpoint/2010/main" Requires="p14">
            <p:contentPart p14:bwMode="auto" r:id="rId10">
              <p14:nvContentPartPr>
                <p14:cNvPr id="9" name="Ink 8">
                  <a:extLst>
                    <a:ext uri="{FF2B5EF4-FFF2-40B4-BE49-F238E27FC236}">
                      <a16:creationId xmlns:a16="http://schemas.microsoft.com/office/drawing/2014/main" id="{21D138C3-854D-47C8-BA0B-1F55613F33A2}"/>
                    </a:ext>
                  </a:extLst>
                </p14:cNvPr>
                <p14:cNvContentPartPr/>
                <p14:nvPr/>
              </p14:nvContentPartPr>
              <p14:xfrm>
                <a:off x="9543724" y="493808"/>
                <a:ext cx="672840" cy="201960"/>
              </p14:xfrm>
            </p:contentPart>
          </mc:Choice>
          <mc:Fallback>
            <p:pic>
              <p:nvPicPr>
                <p:cNvPr id="9" name="Ink 8">
                  <a:extLst>
                    <a:ext uri="{FF2B5EF4-FFF2-40B4-BE49-F238E27FC236}">
                      <a16:creationId xmlns:a16="http://schemas.microsoft.com/office/drawing/2014/main" id="{21D138C3-854D-47C8-BA0B-1F55613F33A2}"/>
                    </a:ext>
                  </a:extLst>
                </p:cNvPr>
                <p:cNvPicPr/>
                <p:nvPr/>
              </p:nvPicPr>
              <p:blipFill>
                <a:blip r:embed="rId11"/>
                <a:stretch>
                  <a:fillRect/>
                </a:stretch>
              </p:blipFill>
              <p:spPr>
                <a:xfrm>
                  <a:off x="9537604" y="487688"/>
                  <a:ext cx="685080" cy="2142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0" name="Ink 9">
                  <a:extLst>
                    <a:ext uri="{FF2B5EF4-FFF2-40B4-BE49-F238E27FC236}">
                      <a16:creationId xmlns:a16="http://schemas.microsoft.com/office/drawing/2014/main" id="{F1482524-A945-47DB-5F23-947AE0132482}"/>
                    </a:ext>
                  </a:extLst>
                </p14:cNvPr>
                <p14:cNvContentPartPr/>
                <p14:nvPr/>
              </p14:nvContentPartPr>
              <p14:xfrm>
                <a:off x="9258964" y="283568"/>
                <a:ext cx="999360" cy="782640"/>
              </p14:xfrm>
            </p:contentPart>
          </mc:Choice>
          <mc:Fallback>
            <p:pic>
              <p:nvPicPr>
                <p:cNvPr id="10" name="Ink 9">
                  <a:extLst>
                    <a:ext uri="{FF2B5EF4-FFF2-40B4-BE49-F238E27FC236}">
                      <a16:creationId xmlns:a16="http://schemas.microsoft.com/office/drawing/2014/main" id="{F1482524-A945-47DB-5F23-947AE0132482}"/>
                    </a:ext>
                  </a:extLst>
                </p:cNvPr>
                <p:cNvPicPr/>
                <p:nvPr/>
              </p:nvPicPr>
              <p:blipFill>
                <a:blip r:embed="rId13"/>
                <a:stretch>
                  <a:fillRect/>
                </a:stretch>
              </p:blipFill>
              <p:spPr>
                <a:xfrm>
                  <a:off x="9252844" y="277448"/>
                  <a:ext cx="1011600" cy="79488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1" name="Ink 10">
                  <a:extLst>
                    <a:ext uri="{FF2B5EF4-FFF2-40B4-BE49-F238E27FC236}">
                      <a16:creationId xmlns:a16="http://schemas.microsoft.com/office/drawing/2014/main" id="{762530B3-6661-E6C7-54FD-73829D09CFFB}"/>
                    </a:ext>
                  </a:extLst>
                </p14:cNvPr>
                <p14:cNvContentPartPr/>
                <p14:nvPr/>
              </p14:nvContentPartPr>
              <p14:xfrm>
                <a:off x="9332044" y="1095008"/>
                <a:ext cx="537120" cy="44280"/>
              </p14:xfrm>
            </p:contentPart>
          </mc:Choice>
          <mc:Fallback>
            <p:pic>
              <p:nvPicPr>
                <p:cNvPr id="11" name="Ink 10">
                  <a:extLst>
                    <a:ext uri="{FF2B5EF4-FFF2-40B4-BE49-F238E27FC236}">
                      <a16:creationId xmlns:a16="http://schemas.microsoft.com/office/drawing/2014/main" id="{762530B3-6661-E6C7-54FD-73829D09CFFB}"/>
                    </a:ext>
                  </a:extLst>
                </p:cNvPr>
                <p:cNvPicPr/>
                <p:nvPr/>
              </p:nvPicPr>
              <p:blipFill>
                <a:blip r:embed="rId15"/>
                <a:stretch>
                  <a:fillRect/>
                </a:stretch>
              </p:blipFill>
              <p:spPr>
                <a:xfrm>
                  <a:off x="9325924" y="1088888"/>
                  <a:ext cx="549360" cy="56520"/>
                </a:xfrm>
                <a:prstGeom prst="rect">
                  <a:avLst/>
                </a:prstGeom>
              </p:spPr>
            </p:pic>
          </mc:Fallback>
        </mc:AlternateContent>
      </p:grpSp>
    </p:spTree>
    <p:extLst>
      <p:ext uri="{BB962C8B-B14F-4D97-AF65-F5344CB8AC3E}">
        <p14:creationId xmlns:p14="http://schemas.microsoft.com/office/powerpoint/2010/main" val="23742110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B9A68DE-3066-AB29-C7F2-86C5B5675DB4}"/>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12</a:t>
            </a:fld>
            <a:endParaRPr lang="en-IN"/>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DDF72B86-618F-2694-2BEE-D634FE658813}"/>
                  </a:ext>
                </a:extLst>
              </p14:cNvPr>
              <p14:cNvContentPartPr/>
              <p14:nvPr/>
            </p14:nvContentPartPr>
            <p14:xfrm>
              <a:off x="290880" y="500400"/>
              <a:ext cx="11700000" cy="5963400"/>
            </p14:xfrm>
          </p:contentPart>
        </mc:Choice>
        <mc:Fallback>
          <p:pic>
            <p:nvPicPr>
              <p:cNvPr id="3" name="Ink 2">
                <a:extLst>
                  <a:ext uri="{FF2B5EF4-FFF2-40B4-BE49-F238E27FC236}">
                    <a16:creationId xmlns:a16="http://schemas.microsoft.com/office/drawing/2014/main" id="{DDF72B86-618F-2694-2BEE-D634FE658813}"/>
                  </a:ext>
                </a:extLst>
              </p:cNvPr>
              <p:cNvPicPr/>
              <p:nvPr/>
            </p:nvPicPr>
            <p:blipFill>
              <a:blip r:embed="rId3"/>
              <a:stretch>
                <a:fillRect/>
              </a:stretch>
            </p:blipFill>
            <p:spPr>
              <a:xfrm>
                <a:off x="281520" y="491040"/>
                <a:ext cx="11718720" cy="598212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E096B9D8-29A4-5261-B8C4-9909F9A73B7D}"/>
                  </a:ext>
                </a:extLst>
              </p14:cNvPr>
              <p14:cNvContentPartPr/>
              <p14:nvPr/>
            </p14:nvContentPartPr>
            <p14:xfrm>
              <a:off x="2681404" y="3554528"/>
              <a:ext cx="1127160" cy="460440"/>
            </p14:xfrm>
          </p:contentPart>
        </mc:Choice>
        <mc:Fallback>
          <p:pic>
            <p:nvPicPr>
              <p:cNvPr id="4" name="Ink 3">
                <a:extLst>
                  <a:ext uri="{FF2B5EF4-FFF2-40B4-BE49-F238E27FC236}">
                    <a16:creationId xmlns:a16="http://schemas.microsoft.com/office/drawing/2014/main" id="{E096B9D8-29A4-5261-B8C4-9909F9A73B7D}"/>
                  </a:ext>
                </a:extLst>
              </p:cNvPr>
              <p:cNvPicPr/>
              <p:nvPr/>
            </p:nvPicPr>
            <p:blipFill>
              <a:blip r:embed="rId5"/>
              <a:stretch>
                <a:fillRect/>
              </a:stretch>
            </p:blipFill>
            <p:spPr>
              <a:xfrm>
                <a:off x="2675284" y="3548408"/>
                <a:ext cx="1139400" cy="47268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5" name="Ink 4">
                <a:extLst>
                  <a:ext uri="{FF2B5EF4-FFF2-40B4-BE49-F238E27FC236}">
                    <a16:creationId xmlns:a16="http://schemas.microsoft.com/office/drawing/2014/main" id="{A01F1AD2-C9D4-5860-B2A8-71D72608E6A3}"/>
                  </a:ext>
                </a:extLst>
              </p14:cNvPr>
              <p14:cNvContentPartPr/>
              <p14:nvPr/>
            </p14:nvContentPartPr>
            <p14:xfrm>
              <a:off x="3607324" y="2827688"/>
              <a:ext cx="393480" cy="106920"/>
            </p14:xfrm>
          </p:contentPart>
        </mc:Choice>
        <mc:Fallback>
          <p:pic>
            <p:nvPicPr>
              <p:cNvPr id="5" name="Ink 4">
                <a:extLst>
                  <a:ext uri="{FF2B5EF4-FFF2-40B4-BE49-F238E27FC236}">
                    <a16:creationId xmlns:a16="http://schemas.microsoft.com/office/drawing/2014/main" id="{A01F1AD2-C9D4-5860-B2A8-71D72608E6A3}"/>
                  </a:ext>
                </a:extLst>
              </p:cNvPr>
              <p:cNvPicPr/>
              <p:nvPr/>
            </p:nvPicPr>
            <p:blipFill>
              <a:blip r:embed="rId7"/>
              <a:stretch>
                <a:fillRect/>
              </a:stretch>
            </p:blipFill>
            <p:spPr>
              <a:xfrm>
                <a:off x="3601204" y="2821568"/>
                <a:ext cx="405720" cy="119160"/>
              </a:xfrm>
              <a:prstGeom prst="rect">
                <a:avLst/>
              </a:prstGeom>
            </p:spPr>
          </p:pic>
        </mc:Fallback>
      </mc:AlternateContent>
      <p:grpSp>
        <p:nvGrpSpPr>
          <p:cNvPr id="17" name="Group 16">
            <a:extLst>
              <a:ext uri="{FF2B5EF4-FFF2-40B4-BE49-F238E27FC236}">
                <a16:creationId xmlns:a16="http://schemas.microsoft.com/office/drawing/2014/main" id="{F2943FEF-842C-DD2B-AF0C-60B1A0081C63}"/>
              </a:ext>
            </a:extLst>
          </p:cNvPr>
          <p:cNvGrpSpPr/>
          <p:nvPr/>
        </p:nvGrpSpPr>
        <p:grpSpPr>
          <a:xfrm>
            <a:off x="6680644" y="2731928"/>
            <a:ext cx="2801160" cy="1182240"/>
            <a:chOff x="6680644" y="2731928"/>
            <a:chExt cx="2801160" cy="1182240"/>
          </a:xfrm>
        </p:grpSpPr>
        <mc:AlternateContent xmlns:mc="http://schemas.openxmlformats.org/markup-compatibility/2006">
          <mc:Choice xmlns:p14="http://schemas.microsoft.com/office/powerpoint/2010/main" Requires="p14">
            <p:contentPart p14:bwMode="auto" r:id="rId8">
              <p14:nvContentPartPr>
                <p14:cNvPr id="6" name="Ink 5">
                  <a:extLst>
                    <a:ext uri="{FF2B5EF4-FFF2-40B4-BE49-F238E27FC236}">
                      <a16:creationId xmlns:a16="http://schemas.microsoft.com/office/drawing/2014/main" id="{FEC86AA9-B8C0-5AFB-4641-76D35732D92A}"/>
                    </a:ext>
                  </a:extLst>
                </p14:cNvPr>
                <p14:cNvContentPartPr/>
                <p14:nvPr/>
              </p14:nvContentPartPr>
              <p14:xfrm>
                <a:off x="6680644" y="2731928"/>
                <a:ext cx="1573920" cy="576720"/>
              </p14:xfrm>
            </p:contentPart>
          </mc:Choice>
          <mc:Fallback>
            <p:pic>
              <p:nvPicPr>
                <p:cNvPr id="6" name="Ink 5">
                  <a:extLst>
                    <a:ext uri="{FF2B5EF4-FFF2-40B4-BE49-F238E27FC236}">
                      <a16:creationId xmlns:a16="http://schemas.microsoft.com/office/drawing/2014/main" id="{FEC86AA9-B8C0-5AFB-4641-76D35732D92A}"/>
                    </a:ext>
                  </a:extLst>
                </p:cNvPr>
                <p:cNvPicPr/>
                <p:nvPr/>
              </p:nvPicPr>
              <p:blipFill>
                <a:blip r:embed="rId9"/>
                <a:stretch>
                  <a:fillRect/>
                </a:stretch>
              </p:blipFill>
              <p:spPr>
                <a:xfrm>
                  <a:off x="6674524" y="2725808"/>
                  <a:ext cx="1586160" cy="58896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7" name="Ink 6">
                  <a:extLst>
                    <a:ext uri="{FF2B5EF4-FFF2-40B4-BE49-F238E27FC236}">
                      <a16:creationId xmlns:a16="http://schemas.microsoft.com/office/drawing/2014/main" id="{23897E12-B03E-6660-67E6-E58DD38C11C7}"/>
                    </a:ext>
                  </a:extLst>
                </p14:cNvPr>
                <p14:cNvContentPartPr/>
                <p14:nvPr/>
              </p14:nvContentPartPr>
              <p14:xfrm>
                <a:off x="7554004" y="3798608"/>
                <a:ext cx="516240" cy="23040"/>
              </p14:xfrm>
            </p:contentPart>
          </mc:Choice>
          <mc:Fallback>
            <p:pic>
              <p:nvPicPr>
                <p:cNvPr id="7" name="Ink 6">
                  <a:extLst>
                    <a:ext uri="{FF2B5EF4-FFF2-40B4-BE49-F238E27FC236}">
                      <a16:creationId xmlns:a16="http://schemas.microsoft.com/office/drawing/2014/main" id="{23897E12-B03E-6660-67E6-E58DD38C11C7}"/>
                    </a:ext>
                  </a:extLst>
                </p:cNvPr>
                <p:cNvPicPr/>
                <p:nvPr/>
              </p:nvPicPr>
              <p:blipFill>
                <a:blip r:embed="rId11"/>
                <a:stretch>
                  <a:fillRect/>
                </a:stretch>
              </p:blipFill>
              <p:spPr>
                <a:xfrm>
                  <a:off x="7547884" y="3792488"/>
                  <a:ext cx="528480" cy="3528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8" name="Ink 7">
                  <a:extLst>
                    <a:ext uri="{FF2B5EF4-FFF2-40B4-BE49-F238E27FC236}">
                      <a16:creationId xmlns:a16="http://schemas.microsoft.com/office/drawing/2014/main" id="{A792C40C-00B5-41C4-0125-E24DFE9CD055}"/>
                    </a:ext>
                  </a:extLst>
                </p14:cNvPr>
                <p14:cNvContentPartPr/>
                <p14:nvPr/>
              </p14:nvContentPartPr>
              <p14:xfrm>
                <a:off x="8388844" y="3793568"/>
                <a:ext cx="197640" cy="20160"/>
              </p14:xfrm>
            </p:contentPart>
          </mc:Choice>
          <mc:Fallback>
            <p:pic>
              <p:nvPicPr>
                <p:cNvPr id="8" name="Ink 7">
                  <a:extLst>
                    <a:ext uri="{FF2B5EF4-FFF2-40B4-BE49-F238E27FC236}">
                      <a16:creationId xmlns:a16="http://schemas.microsoft.com/office/drawing/2014/main" id="{A792C40C-00B5-41C4-0125-E24DFE9CD055}"/>
                    </a:ext>
                  </a:extLst>
                </p:cNvPr>
                <p:cNvPicPr/>
                <p:nvPr/>
              </p:nvPicPr>
              <p:blipFill>
                <a:blip r:embed="rId13"/>
                <a:stretch>
                  <a:fillRect/>
                </a:stretch>
              </p:blipFill>
              <p:spPr>
                <a:xfrm>
                  <a:off x="8382724" y="3787448"/>
                  <a:ext cx="209880" cy="324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9" name="Ink 8">
                  <a:extLst>
                    <a:ext uri="{FF2B5EF4-FFF2-40B4-BE49-F238E27FC236}">
                      <a16:creationId xmlns:a16="http://schemas.microsoft.com/office/drawing/2014/main" id="{F68766C4-323A-439E-A18C-3705CA07E867}"/>
                    </a:ext>
                  </a:extLst>
                </p14:cNvPr>
                <p14:cNvContentPartPr/>
                <p14:nvPr/>
              </p14:nvContentPartPr>
              <p14:xfrm>
                <a:off x="9007324" y="3764408"/>
                <a:ext cx="141840" cy="47880"/>
              </p14:xfrm>
            </p:contentPart>
          </mc:Choice>
          <mc:Fallback>
            <p:pic>
              <p:nvPicPr>
                <p:cNvPr id="9" name="Ink 8">
                  <a:extLst>
                    <a:ext uri="{FF2B5EF4-FFF2-40B4-BE49-F238E27FC236}">
                      <a16:creationId xmlns:a16="http://schemas.microsoft.com/office/drawing/2014/main" id="{F68766C4-323A-439E-A18C-3705CA07E867}"/>
                    </a:ext>
                  </a:extLst>
                </p:cNvPr>
                <p:cNvPicPr/>
                <p:nvPr/>
              </p:nvPicPr>
              <p:blipFill>
                <a:blip r:embed="rId15"/>
                <a:stretch>
                  <a:fillRect/>
                </a:stretch>
              </p:blipFill>
              <p:spPr>
                <a:xfrm>
                  <a:off x="9001204" y="3758288"/>
                  <a:ext cx="154080" cy="6012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1" name="Ink 10">
                  <a:extLst>
                    <a:ext uri="{FF2B5EF4-FFF2-40B4-BE49-F238E27FC236}">
                      <a16:creationId xmlns:a16="http://schemas.microsoft.com/office/drawing/2014/main" id="{E91050E2-0EAA-E721-9941-74CE9CCDE32C}"/>
                    </a:ext>
                  </a:extLst>
                </p14:cNvPr>
                <p14:cNvContentPartPr/>
                <p14:nvPr/>
              </p14:nvContentPartPr>
              <p14:xfrm>
                <a:off x="8816524" y="3066728"/>
                <a:ext cx="36720" cy="294480"/>
              </p14:xfrm>
            </p:contentPart>
          </mc:Choice>
          <mc:Fallback>
            <p:pic>
              <p:nvPicPr>
                <p:cNvPr id="11" name="Ink 10">
                  <a:extLst>
                    <a:ext uri="{FF2B5EF4-FFF2-40B4-BE49-F238E27FC236}">
                      <a16:creationId xmlns:a16="http://schemas.microsoft.com/office/drawing/2014/main" id="{E91050E2-0EAA-E721-9941-74CE9CCDE32C}"/>
                    </a:ext>
                  </a:extLst>
                </p:cNvPr>
                <p:cNvPicPr/>
                <p:nvPr/>
              </p:nvPicPr>
              <p:blipFill>
                <a:blip r:embed="rId17"/>
                <a:stretch>
                  <a:fillRect/>
                </a:stretch>
              </p:blipFill>
              <p:spPr>
                <a:xfrm>
                  <a:off x="8810404" y="3060608"/>
                  <a:ext cx="48960" cy="30672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2" name="Ink 11">
                  <a:extLst>
                    <a:ext uri="{FF2B5EF4-FFF2-40B4-BE49-F238E27FC236}">
                      <a16:creationId xmlns:a16="http://schemas.microsoft.com/office/drawing/2014/main" id="{531B8178-9133-13A2-F887-FE67C56DFFF1}"/>
                    </a:ext>
                  </a:extLst>
                </p14:cNvPr>
                <p14:cNvContentPartPr/>
                <p14:nvPr/>
              </p14:nvContentPartPr>
              <p14:xfrm>
                <a:off x="8981764" y="3114608"/>
                <a:ext cx="46440" cy="266760"/>
              </p14:xfrm>
            </p:contentPart>
          </mc:Choice>
          <mc:Fallback>
            <p:pic>
              <p:nvPicPr>
                <p:cNvPr id="12" name="Ink 11">
                  <a:extLst>
                    <a:ext uri="{FF2B5EF4-FFF2-40B4-BE49-F238E27FC236}">
                      <a16:creationId xmlns:a16="http://schemas.microsoft.com/office/drawing/2014/main" id="{531B8178-9133-13A2-F887-FE67C56DFFF1}"/>
                    </a:ext>
                  </a:extLst>
                </p:cNvPr>
                <p:cNvPicPr/>
                <p:nvPr/>
              </p:nvPicPr>
              <p:blipFill>
                <a:blip r:embed="rId19"/>
                <a:stretch>
                  <a:fillRect/>
                </a:stretch>
              </p:blipFill>
              <p:spPr>
                <a:xfrm>
                  <a:off x="8975644" y="3108488"/>
                  <a:ext cx="58680" cy="2790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3" name="Ink 12">
                  <a:extLst>
                    <a:ext uri="{FF2B5EF4-FFF2-40B4-BE49-F238E27FC236}">
                      <a16:creationId xmlns:a16="http://schemas.microsoft.com/office/drawing/2014/main" id="{3119E4A0-596B-4A84-0FD5-99BADAD37A5A}"/>
                    </a:ext>
                  </a:extLst>
                </p14:cNvPr>
                <p14:cNvContentPartPr/>
                <p14:nvPr/>
              </p14:nvContentPartPr>
              <p14:xfrm>
                <a:off x="9025684" y="3293888"/>
                <a:ext cx="102960" cy="47160"/>
              </p14:xfrm>
            </p:contentPart>
          </mc:Choice>
          <mc:Fallback>
            <p:pic>
              <p:nvPicPr>
                <p:cNvPr id="13" name="Ink 12">
                  <a:extLst>
                    <a:ext uri="{FF2B5EF4-FFF2-40B4-BE49-F238E27FC236}">
                      <a16:creationId xmlns:a16="http://schemas.microsoft.com/office/drawing/2014/main" id="{3119E4A0-596B-4A84-0FD5-99BADAD37A5A}"/>
                    </a:ext>
                  </a:extLst>
                </p:cNvPr>
                <p:cNvPicPr/>
                <p:nvPr/>
              </p:nvPicPr>
              <p:blipFill>
                <a:blip r:embed="rId21"/>
                <a:stretch>
                  <a:fillRect/>
                </a:stretch>
              </p:blipFill>
              <p:spPr>
                <a:xfrm>
                  <a:off x="9019564" y="3287768"/>
                  <a:ext cx="115200" cy="5940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4" name="Ink 13">
                  <a:extLst>
                    <a:ext uri="{FF2B5EF4-FFF2-40B4-BE49-F238E27FC236}">
                      <a16:creationId xmlns:a16="http://schemas.microsoft.com/office/drawing/2014/main" id="{1DB2CD44-9BF6-8762-AF68-C4757852E577}"/>
                    </a:ext>
                  </a:extLst>
                </p14:cNvPr>
                <p14:cNvContentPartPr/>
                <p14:nvPr/>
              </p14:nvContentPartPr>
              <p14:xfrm>
                <a:off x="9184084" y="3217208"/>
                <a:ext cx="160920" cy="46800"/>
              </p14:xfrm>
            </p:contentPart>
          </mc:Choice>
          <mc:Fallback>
            <p:pic>
              <p:nvPicPr>
                <p:cNvPr id="14" name="Ink 13">
                  <a:extLst>
                    <a:ext uri="{FF2B5EF4-FFF2-40B4-BE49-F238E27FC236}">
                      <a16:creationId xmlns:a16="http://schemas.microsoft.com/office/drawing/2014/main" id="{1DB2CD44-9BF6-8762-AF68-C4757852E577}"/>
                    </a:ext>
                  </a:extLst>
                </p:cNvPr>
                <p:cNvPicPr/>
                <p:nvPr/>
              </p:nvPicPr>
              <p:blipFill>
                <a:blip r:embed="rId23"/>
                <a:stretch>
                  <a:fillRect/>
                </a:stretch>
              </p:blipFill>
              <p:spPr>
                <a:xfrm>
                  <a:off x="9177964" y="3211088"/>
                  <a:ext cx="173160" cy="5904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5" name="Ink 14">
                  <a:extLst>
                    <a:ext uri="{FF2B5EF4-FFF2-40B4-BE49-F238E27FC236}">
                      <a16:creationId xmlns:a16="http://schemas.microsoft.com/office/drawing/2014/main" id="{79F5F7FB-E05C-7D59-FD92-E6597D07B1F4}"/>
                    </a:ext>
                  </a:extLst>
                </p14:cNvPr>
                <p14:cNvContentPartPr/>
                <p14:nvPr/>
              </p14:nvContentPartPr>
              <p14:xfrm>
                <a:off x="9253564" y="3098768"/>
                <a:ext cx="228240" cy="248400"/>
              </p14:xfrm>
            </p:contentPart>
          </mc:Choice>
          <mc:Fallback>
            <p:pic>
              <p:nvPicPr>
                <p:cNvPr id="15" name="Ink 14">
                  <a:extLst>
                    <a:ext uri="{FF2B5EF4-FFF2-40B4-BE49-F238E27FC236}">
                      <a16:creationId xmlns:a16="http://schemas.microsoft.com/office/drawing/2014/main" id="{79F5F7FB-E05C-7D59-FD92-E6597D07B1F4}"/>
                    </a:ext>
                  </a:extLst>
                </p:cNvPr>
                <p:cNvPicPr/>
                <p:nvPr/>
              </p:nvPicPr>
              <p:blipFill>
                <a:blip r:embed="rId25"/>
                <a:stretch>
                  <a:fillRect/>
                </a:stretch>
              </p:blipFill>
              <p:spPr>
                <a:xfrm>
                  <a:off x="9247444" y="3092648"/>
                  <a:ext cx="240480" cy="26064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6" name="Ink 15">
                  <a:extLst>
                    <a:ext uri="{FF2B5EF4-FFF2-40B4-BE49-F238E27FC236}">
                      <a16:creationId xmlns:a16="http://schemas.microsoft.com/office/drawing/2014/main" id="{D9A8C8DB-DD69-EFE3-4812-04C7EA8E47E0}"/>
                    </a:ext>
                  </a:extLst>
                </p14:cNvPr>
                <p14:cNvContentPartPr/>
                <p14:nvPr/>
              </p14:nvContentPartPr>
              <p14:xfrm>
                <a:off x="8774764" y="3374168"/>
                <a:ext cx="477720" cy="540000"/>
              </p14:xfrm>
            </p:contentPart>
          </mc:Choice>
          <mc:Fallback>
            <p:pic>
              <p:nvPicPr>
                <p:cNvPr id="16" name="Ink 15">
                  <a:extLst>
                    <a:ext uri="{FF2B5EF4-FFF2-40B4-BE49-F238E27FC236}">
                      <a16:creationId xmlns:a16="http://schemas.microsoft.com/office/drawing/2014/main" id="{D9A8C8DB-DD69-EFE3-4812-04C7EA8E47E0}"/>
                    </a:ext>
                  </a:extLst>
                </p:cNvPr>
                <p:cNvPicPr/>
                <p:nvPr/>
              </p:nvPicPr>
              <p:blipFill>
                <a:blip r:embed="rId27"/>
                <a:stretch>
                  <a:fillRect/>
                </a:stretch>
              </p:blipFill>
              <p:spPr>
                <a:xfrm>
                  <a:off x="8768644" y="3368048"/>
                  <a:ext cx="489960" cy="552240"/>
                </a:xfrm>
                <a:prstGeom prst="rect">
                  <a:avLst/>
                </a:prstGeom>
              </p:spPr>
            </p:pic>
          </mc:Fallback>
        </mc:AlternateContent>
      </p:grpSp>
      <p:grpSp>
        <p:nvGrpSpPr>
          <p:cNvPr id="20" name="Group 19">
            <a:extLst>
              <a:ext uri="{FF2B5EF4-FFF2-40B4-BE49-F238E27FC236}">
                <a16:creationId xmlns:a16="http://schemas.microsoft.com/office/drawing/2014/main" id="{077CC7FC-2B00-57DE-0F8E-6FB66990E635}"/>
              </a:ext>
            </a:extLst>
          </p:cNvPr>
          <p:cNvGrpSpPr/>
          <p:nvPr/>
        </p:nvGrpSpPr>
        <p:grpSpPr>
          <a:xfrm>
            <a:off x="6653644" y="3201008"/>
            <a:ext cx="441000" cy="94320"/>
            <a:chOff x="6653644" y="3201008"/>
            <a:chExt cx="441000" cy="94320"/>
          </a:xfrm>
        </p:grpSpPr>
        <mc:AlternateContent xmlns:mc="http://schemas.openxmlformats.org/markup-compatibility/2006">
          <mc:Choice xmlns:p14="http://schemas.microsoft.com/office/powerpoint/2010/main" Requires="p14">
            <p:contentPart p14:bwMode="auto" r:id="rId28">
              <p14:nvContentPartPr>
                <p14:cNvPr id="18" name="Ink 17">
                  <a:extLst>
                    <a:ext uri="{FF2B5EF4-FFF2-40B4-BE49-F238E27FC236}">
                      <a16:creationId xmlns:a16="http://schemas.microsoft.com/office/drawing/2014/main" id="{FACCF6B9-BB31-88A5-E57D-E96147DA79E8}"/>
                    </a:ext>
                  </a:extLst>
                </p14:cNvPr>
                <p14:cNvContentPartPr/>
                <p14:nvPr/>
              </p14:nvContentPartPr>
              <p14:xfrm>
                <a:off x="6653644" y="3201008"/>
                <a:ext cx="304200" cy="19800"/>
              </p14:xfrm>
            </p:contentPart>
          </mc:Choice>
          <mc:Fallback>
            <p:pic>
              <p:nvPicPr>
                <p:cNvPr id="18" name="Ink 17">
                  <a:extLst>
                    <a:ext uri="{FF2B5EF4-FFF2-40B4-BE49-F238E27FC236}">
                      <a16:creationId xmlns:a16="http://schemas.microsoft.com/office/drawing/2014/main" id="{FACCF6B9-BB31-88A5-E57D-E96147DA79E8}"/>
                    </a:ext>
                  </a:extLst>
                </p:cNvPr>
                <p:cNvPicPr/>
                <p:nvPr/>
              </p:nvPicPr>
              <p:blipFill>
                <a:blip r:embed="rId29"/>
                <a:stretch>
                  <a:fillRect/>
                </a:stretch>
              </p:blipFill>
              <p:spPr>
                <a:xfrm>
                  <a:off x="6647524" y="3194888"/>
                  <a:ext cx="316440" cy="3204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9" name="Ink 18">
                  <a:extLst>
                    <a:ext uri="{FF2B5EF4-FFF2-40B4-BE49-F238E27FC236}">
                      <a16:creationId xmlns:a16="http://schemas.microsoft.com/office/drawing/2014/main" id="{2C3325D9-6E22-17A2-CB1C-D073BA3544E5}"/>
                    </a:ext>
                  </a:extLst>
                </p14:cNvPr>
                <p14:cNvContentPartPr/>
                <p14:nvPr/>
              </p14:nvContentPartPr>
              <p14:xfrm>
                <a:off x="6727444" y="3272648"/>
                <a:ext cx="367200" cy="22680"/>
              </p14:xfrm>
            </p:contentPart>
          </mc:Choice>
          <mc:Fallback>
            <p:pic>
              <p:nvPicPr>
                <p:cNvPr id="19" name="Ink 18">
                  <a:extLst>
                    <a:ext uri="{FF2B5EF4-FFF2-40B4-BE49-F238E27FC236}">
                      <a16:creationId xmlns:a16="http://schemas.microsoft.com/office/drawing/2014/main" id="{2C3325D9-6E22-17A2-CB1C-D073BA3544E5}"/>
                    </a:ext>
                  </a:extLst>
                </p:cNvPr>
                <p:cNvPicPr/>
                <p:nvPr/>
              </p:nvPicPr>
              <p:blipFill>
                <a:blip r:embed="rId31"/>
                <a:stretch>
                  <a:fillRect/>
                </a:stretch>
              </p:blipFill>
              <p:spPr>
                <a:xfrm>
                  <a:off x="6721324" y="3266528"/>
                  <a:ext cx="379440" cy="349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32">
            <p14:nvContentPartPr>
              <p14:cNvPr id="21" name="Ink 20">
                <a:extLst>
                  <a:ext uri="{FF2B5EF4-FFF2-40B4-BE49-F238E27FC236}">
                    <a16:creationId xmlns:a16="http://schemas.microsoft.com/office/drawing/2014/main" id="{E899C430-A904-5281-F043-DD5C52EB5BFA}"/>
                  </a:ext>
                </a:extLst>
              </p14:cNvPr>
              <p14:cNvContentPartPr/>
              <p14:nvPr/>
            </p14:nvContentPartPr>
            <p14:xfrm>
              <a:off x="6165124" y="2742728"/>
              <a:ext cx="77400" cy="37440"/>
            </p14:xfrm>
          </p:contentPart>
        </mc:Choice>
        <mc:Fallback>
          <p:pic>
            <p:nvPicPr>
              <p:cNvPr id="21" name="Ink 20">
                <a:extLst>
                  <a:ext uri="{FF2B5EF4-FFF2-40B4-BE49-F238E27FC236}">
                    <a16:creationId xmlns:a16="http://schemas.microsoft.com/office/drawing/2014/main" id="{E899C430-A904-5281-F043-DD5C52EB5BFA}"/>
                  </a:ext>
                </a:extLst>
              </p:cNvPr>
              <p:cNvPicPr/>
              <p:nvPr/>
            </p:nvPicPr>
            <p:blipFill>
              <a:blip r:embed="rId33"/>
              <a:stretch>
                <a:fillRect/>
              </a:stretch>
            </p:blipFill>
            <p:spPr>
              <a:xfrm>
                <a:off x="6159004" y="2736608"/>
                <a:ext cx="89640" cy="4968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2" name="Ink 21">
                <a:extLst>
                  <a:ext uri="{FF2B5EF4-FFF2-40B4-BE49-F238E27FC236}">
                    <a16:creationId xmlns:a16="http://schemas.microsoft.com/office/drawing/2014/main" id="{7832F19F-5CE1-40C5-B673-6DB914A0EC0B}"/>
                  </a:ext>
                </a:extLst>
              </p14:cNvPr>
              <p14:cNvContentPartPr/>
              <p14:nvPr/>
            </p14:nvContentPartPr>
            <p14:xfrm>
              <a:off x="10332844" y="5156168"/>
              <a:ext cx="296280" cy="188640"/>
            </p14:xfrm>
          </p:contentPart>
        </mc:Choice>
        <mc:Fallback>
          <p:pic>
            <p:nvPicPr>
              <p:cNvPr id="22" name="Ink 21">
                <a:extLst>
                  <a:ext uri="{FF2B5EF4-FFF2-40B4-BE49-F238E27FC236}">
                    <a16:creationId xmlns:a16="http://schemas.microsoft.com/office/drawing/2014/main" id="{7832F19F-5CE1-40C5-B673-6DB914A0EC0B}"/>
                  </a:ext>
                </a:extLst>
              </p:cNvPr>
              <p:cNvPicPr/>
              <p:nvPr/>
            </p:nvPicPr>
            <p:blipFill>
              <a:blip r:embed="rId35"/>
              <a:stretch>
                <a:fillRect/>
              </a:stretch>
            </p:blipFill>
            <p:spPr>
              <a:xfrm>
                <a:off x="10326724" y="5150048"/>
                <a:ext cx="308520" cy="200880"/>
              </a:xfrm>
              <a:prstGeom prst="rect">
                <a:avLst/>
              </a:prstGeom>
            </p:spPr>
          </p:pic>
        </mc:Fallback>
      </mc:AlternateContent>
    </p:spTree>
    <p:extLst>
      <p:ext uri="{BB962C8B-B14F-4D97-AF65-F5344CB8AC3E}">
        <p14:creationId xmlns:p14="http://schemas.microsoft.com/office/powerpoint/2010/main" val="5088536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2FD00A8-AE86-F7D4-0900-A41A79A67651}"/>
              </a:ext>
            </a:extLst>
          </p:cNvPr>
          <p:cNvSpPr/>
          <p:nvPr/>
        </p:nvSpPr>
        <p:spPr bwMode="auto">
          <a:xfrm>
            <a:off x="10088380" y="0"/>
            <a:ext cx="1813810" cy="329784"/>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IN" sz="2400" b="0" i="0" u="none" strike="noStrike" cap="none" normalizeH="0" baseline="0">
              <a:ln>
                <a:noFill/>
              </a:ln>
              <a:solidFill>
                <a:schemeClr val="tx1"/>
              </a:solidFill>
              <a:effectLst/>
              <a:latin typeface="Comic Sans MS" pitchFamily="66" charset="0"/>
            </a:endParaRPr>
          </a:p>
        </p:txBody>
      </p:sp>
      <p:pic>
        <p:nvPicPr>
          <p:cNvPr id="3" name="Picture 2" descr="A white paper with mathematical equations&#10;&#10;Description automatically generated">
            <a:extLst>
              <a:ext uri="{FF2B5EF4-FFF2-40B4-BE49-F238E27FC236}">
                <a16:creationId xmlns:a16="http://schemas.microsoft.com/office/drawing/2014/main" id="{61E5AA08-9D6B-0004-B281-8DE2DF96F05E}"/>
              </a:ext>
            </a:extLst>
          </p:cNvPr>
          <p:cNvPicPr>
            <a:picLocks noChangeAspect="1"/>
          </p:cNvPicPr>
          <p:nvPr/>
        </p:nvPicPr>
        <p:blipFill>
          <a:blip r:embed="rId2"/>
          <a:srcRect t="3954" b="5555"/>
          <a:stretch/>
        </p:blipFill>
        <p:spPr>
          <a:xfrm rot="16200000">
            <a:off x="3088426" y="-2014131"/>
            <a:ext cx="6015147" cy="10702978"/>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9E92C5C4-8105-56ED-E3FA-F782C27204C4}"/>
                  </a:ext>
                </a:extLst>
              </p14:cNvPr>
              <p14:cNvContentPartPr/>
              <p14:nvPr/>
            </p14:nvContentPartPr>
            <p14:xfrm>
              <a:off x="10262880" y="2590200"/>
              <a:ext cx="826560" cy="3793320"/>
            </p14:xfrm>
          </p:contentPart>
        </mc:Choice>
        <mc:Fallback xmlns="">
          <p:pic>
            <p:nvPicPr>
              <p:cNvPr id="2" name="Ink 1">
                <a:extLst>
                  <a:ext uri="{FF2B5EF4-FFF2-40B4-BE49-F238E27FC236}">
                    <a16:creationId xmlns:a16="http://schemas.microsoft.com/office/drawing/2014/main" id="{9E92C5C4-8105-56ED-E3FA-F782C27204C4}"/>
                  </a:ext>
                </a:extLst>
              </p:cNvPr>
              <p:cNvPicPr/>
              <p:nvPr/>
            </p:nvPicPr>
            <p:blipFill>
              <a:blip r:embed="rId4"/>
              <a:stretch>
                <a:fillRect/>
              </a:stretch>
            </p:blipFill>
            <p:spPr>
              <a:xfrm>
                <a:off x="10253520" y="2580840"/>
                <a:ext cx="845280" cy="3812040"/>
              </a:xfrm>
              <a:prstGeom prst="rect">
                <a:avLst/>
              </a:prstGeom>
            </p:spPr>
          </p:pic>
        </mc:Fallback>
      </mc:AlternateContent>
    </p:spTree>
    <p:extLst>
      <p:ext uri="{BB962C8B-B14F-4D97-AF65-F5344CB8AC3E}">
        <p14:creationId xmlns:p14="http://schemas.microsoft.com/office/powerpoint/2010/main" val="32619978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2FD00A8-AE86-F7D4-0900-A41A79A67651}"/>
              </a:ext>
            </a:extLst>
          </p:cNvPr>
          <p:cNvSpPr/>
          <p:nvPr/>
        </p:nvSpPr>
        <p:spPr bwMode="auto">
          <a:xfrm>
            <a:off x="10088380" y="0"/>
            <a:ext cx="1813810" cy="329784"/>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IN" sz="2400" b="0" i="0" u="none" strike="noStrike" cap="none" normalizeH="0" baseline="0">
              <a:ln>
                <a:noFill/>
              </a:ln>
              <a:solidFill>
                <a:schemeClr val="tx1"/>
              </a:solidFill>
              <a:effectLst/>
              <a:latin typeface="Comic Sans MS" pitchFamily="66" charset="0"/>
            </a:endParaRPr>
          </a:p>
        </p:txBody>
      </p:sp>
      <p:pic>
        <p:nvPicPr>
          <p:cNvPr id="3" name="Picture 2" descr="A white paper with mathematical equations&#10;&#10;Description automatically generated">
            <a:extLst>
              <a:ext uri="{FF2B5EF4-FFF2-40B4-BE49-F238E27FC236}">
                <a16:creationId xmlns:a16="http://schemas.microsoft.com/office/drawing/2014/main" id="{6B3F5F49-9DC3-0905-0FD9-021534DD2F85}"/>
              </a:ext>
            </a:extLst>
          </p:cNvPr>
          <p:cNvPicPr>
            <a:picLocks noChangeAspect="1"/>
          </p:cNvPicPr>
          <p:nvPr/>
        </p:nvPicPr>
        <p:blipFill>
          <a:blip r:embed="rId2"/>
          <a:srcRect l="20986" b="2277"/>
          <a:stretch/>
        </p:blipFill>
        <p:spPr>
          <a:xfrm rot="16200000">
            <a:off x="3262819" y="-1893133"/>
            <a:ext cx="5666361" cy="10644266"/>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17225367-5FFE-0340-64C3-E9EDEA3BBDA6}"/>
                  </a:ext>
                </a:extLst>
              </p14:cNvPr>
              <p14:cNvContentPartPr/>
              <p14:nvPr/>
            </p14:nvContentPartPr>
            <p14:xfrm>
              <a:off x="5581080" y="2494440"/>
              <a:ext cx="5109840" cy="3628080"/>
            </p14:xfrm>
          </p:contentPart>
        </mc:Choice>
        <mc:Fallback xmlns="">
          <p:pic>
            <p:nvPicPr>
              <p:cNvPr id="2" name="Ink 1">
                <a:extLst>
                  <a:ext uri="{FF2B5EF4-FFF2-40B4-BE49-F238E27FC236}">
                    <a16:creationId xmlns:a16="http://schemas.microsoft.com/office/drawing/2014/main" id="{17225367-5FFE-0340-64C3-E9EDEA3BBDA6}"/>
                  </a:ext>
                </a:extLst>
              </p:cNvPr>
              <p:cNvPicPr/>
              <p:nvPr/>
            </p:nvPicPr>
            <p:blipFill>
              <a:blip r:embed="rId4"/>
              <a:stretch>
                <a:fillRect/>
              </a:stretch>
            </p:blipFill>
            <p:spPr>
              <a:xfrm>
                <a:off x="5571720" y="2485080"/>
                <a:ext cx="5128560" cy="3646800"/>
              </a:xfrm>
              <a:prstGeom prst="rect">
                <a:avLst/>
              </a:prstGeom>
            </p:spPr>
          </p:pic>
        </mc:Fallback>
      </mc:AlternateContent>
    </p:spTree>
    <p:extLst>
      <p:ext uri="{BB962C8B-B14F-4D97-AF65-F5344CB8AC3E}">
        <p14:creationId xmlns:p14="http://schemas.microsoft.com/office/powerpoint/2010/main" val="25559878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15</a:t>
            </a:fld>
            <a:endParaRPr lang="en-IN"/>
          </a:p>
        </p:txBody>
      </p:sp>
      <p:grpSp>
        <p:nvGrpSpPr>
          <p:cNvPr id="47" name="Group 46">
            <a:extLst>
              <a:ext uri="{FF2B5EF4-FFF2-40B4-BE49-F238E27FC236}">
                <a16:creationId xmlns:a16="http://schemas.microsoft.com/office/drawing/2014/main" id="{A592B150-12A4-26DC-6310-2BD835398A1A}"/>
              </a:ext>
            </a:extLst>
          </p:cNvPr>
          <p:cNvGrpSpPr/>
          <p:nvPr/>
        </p:nvGrpSpPr>
        <p:grpSpPr>
          <a:xfrm>
            <a:off x="1202164" y="678848"/>
            <a:ext cx="3468600" cy="999000"/>
            <a:chOff x="1202164" y="678848"/>
            <a:chExt cx="3468600" cy="999000"/>
          </a:xfrm>
        </p:grpSpPr>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4F02DE3C-3538-9D32-A55F-12AA5DC960AB}"/>
                    </a:ext>
                  </a:extLst>
                </p14:cNvPr>
                <p14:cNvContentPartPr/>
                <p14:nvPr/>
              </p14:nvContentPartPr>
              <p14:xfrm>
                <a:off x="1202164" y="1114448"/>
                <a:ext cx="303840" cy="300240"/>
              </p14:xfrm>
            </p:contentPart>
          </mc:Choice>
          <mc:Fallback>
            <p:pic>
              <p:nvPicPr>
                <p:cNvPr id="3" name="Ink 2">
                  <a:extLst>
                    <a:ext uri="{FF2B5EF4-FFF2-40B4-BE49-F238E27FC236}">
                      <a16:creationId xmlns:a16="http://schemas.microsoft.com/office/drawing/2014/main" id="{4F02DE3C-3538-9D32-A55F-12AA5DC960AB}"/>
                    </a:ext>
                  </a:extLst>
                </p:cNvPr>
                <p:cNvPicPr/>
                <p:nvPr/>
              </p:nvPicPr>
              <p:blipFill>
                <a:blip r:embed="rId3"/>
                <a:stretch>
                  <a:fillRect/>
                </a:stretch>
              </p:blipFill>
              <p:spPr>
                <a:xfrm>
                  <a:off x="1196044" y="1108328"/>
                  <a:ext cx="316080" cy="31248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9CEB196E-1899-A60A-7E6D-72505FE7E615}"/>
                    </a:ext>
                  </a:extLst>
                </p14:cNvPr>
                <p14:cNvContentPartPr/>
                <p14:nvPr/>
              </p14:nvContentPartPr>
              <p14:xfrm>
                <a:off x="1630204" y="1227848"/>
                <a:ext cx="162000" cy="159480"/>
              </p14:xfrm>
            </p:contentPart>
          </mc:Choice>
          <mc:Fallback>
            <p:pic>
              <p:nvPicPr>
                <p:cNvPr id="4" name="Ink 3">
                  <a:extLst>
                    <a:ext uri="{FF2B5EF4-FFF2-40B4-BE49-F238E27FC236}">
                      <a16:creationId xmlns:a16="http://schemas.microsoft.com/office/drawing/2014/main" id="{9CEB196E-1899-A60A-7E6D-72505FE7E615}"/>
                    </a:ext>
                  </a:extLst>
                </p:cNvPr>
                <p:cNvPicPr/>
                <p:nvPr/>
              </p:nvPicPr>
              <p:blipFill>
                <a:blip r:embed="rId5"/>
                <a:stretch>
                  <a:fillRect/>
                </a:stretch>
              </p:blipFill>
              <p:spPr>
                <a:xfrm>
                  <a:off x="1624084" y="1221728"/>
                  <a:ext cx="174240" cy="1717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 name="Ink 5">
                  <a:extLst>
                    <a:ext uri="{FF2B5EF4-FFF2-40B4-BE49-F238E27FC236}">
                      <a16:creationId xmlns:a16="http://schemas.microsoft.com/office/drawing/2014/main" id="{C65279F4-6CAE-2D69-5408-0430756FD4D2}"/>
                    </a:ext>
                  </a:extLst>
                </p14:cNvPr>
                <p14:cNvContentPartPr/>
                <p14:nvPr/>
              </p14:nvContentPartPr>
              <p14:xfrm>
                <a:off x="1886884" y="1225688"/>
                <a:ext cx="358560" cy="138960"/>
              </p14:xfrm>
            </p:contentPart>
          </mc:Choice>
          <mc:Fallback>
            <p:pic>
              <p:nvPicPr>
                <p:cNvPr id="6" name="Ink 5">
                  <a:extLst>
                    <a:ext uri="{FF2B5EF4-FFF2-40B4-BE49-F238E27FC236}">
                      <a16:creationId xmlns:a16="http://schemas.microsoft.com/office/drawing/2014/main" id="{C65279F4-6CAE-2D69-5408-0430756FD4D2}"/>
                    </a:ext>
                  </a:extLst>
                </p:cNvPr>
                <p:cNvPicPr/>
                <p:nvPr/>
              </p:nvPicPr>
              <p:blipFill>
                <a:blip r:embed="rId7"/>
                <a:stretch>
                  <a:fillRect/>
                </a:stretch>
              </p:blipFill>
              <p:spPr>
                <a:xfrm>
                  <a:off x="1880764" y="1219568"/>
                  <a:ext cx="370800" cy="1512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7" name="Ink 6">
                  <a:extLst>
                    <a:ext uri="{FF2B5EF4-FFF2-40B4-BE49-F238E27FC236}">
                      <a16:creationId xmlns:a16="http://schemas.microsoft.com/office/drawing/2014/main" id="{139A9E81-1F40-5F45-BFB3-8A2B74DB6CE7}"/>
                    </a:ext>
                  </a:extLst>
                </p14:cNvPr>
                <p14:cNvContentPartPr/>
                <p14:nvPr/>
              </p14:nvContentPartPr>
              <p14:xfrm>
                <a:off x="2340124" y="814208"/>
                <a:ext cx="33120" cy="863640"/>
              </p14:xfrm>
            </p:contentPart>
          </mc:Choice>
          <mc:Fallback>
            <p:pic>
              <p:nvPicPr>
                <p:cNvPr id="7" name="Ink 6">
                  <a:extLst>
                    <a:ext uri="{FF2B5EF4-FFF2-40B4-BE49-F238E27FC236}">
                      <a16:creationId xmlns:a16="http://schemas.microsoft.com/office/drawing/2014/main" id="{139A9E81-1F40-5F45-BFB3-8A2B74DB6CE7}"/>
                    </a:ext>
                  </a:extLst>
                </p:cNvPr>
                <p:cNvPicPr/>
                <p:nvPr/>
              </p:nvPicPr>
              <p:blipFill>
                <a:blip r:embed="rId9"/>
                <a:stretch>
                  <a:fillRect/>
                </a:stretch>
              </p:blipFill>
              <p:spPr>
                <a:xfrm>
                  <a:off x="2334004" y="808088"/>
                  <a:ext cx="45360" cy="87588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8" name="Ink 7">
                  <a:extLst>
                    <a:ext uri="{FF2B5EF4-FFF2-40B4-BE49-F238E27FC236}">
                      <a16:creationId xmlns:a16="http://schemas.microsoft.com/office/drawing/2014/main" id="{BE655AA7-08E4-7C3A-2A0B-EF543D1B79AE}"/>
                    </a:ext>
                  </a:extLst>
                </p14:cNvPr>
                <p14:cNvContentPartPr/>
                <p14:nvPr/>
              </p14:nvContentPartPr>
              <p14:xfrm>
                <a:off x="2382244" y="1162328"/>
                <a:ext cx="92880" cy="128160"/>
              </p14:xfrm>
            </p:contentPart>
          </mc:Choice>
          <mc:Fallback>
            <p:pic>
              <p:nvPicPr>
                <p:cNvPr id="8" name="Ink 7">
                  <a:extLst>
                    <a:ext uri="{FF2B5EF4-FFF2-40B4-BE49-F238E27FC236}">
                      <a16:creationId xmlns:a16="http://schemas.microsoft.com/office/drawing/2014/main" id="{BE655AA7-08E4-7C3A-2A0B-EF543D1B79AE}"/>
                    </a:ext>
                  </a:extLst>
                </p:cNvPr>
                <p:cNvPicPr/>
                <p:nvPr/>
              </p:nvPicPr>
              <p:blipFill>
                <a:blip r:embed="rId11"/>
                <a:stretch>
                  <a:fillRect/>
                </a:stretch>
              </p:blipFill>
              <p:spPr>
                <a:xfrm>
                  <a:off x="2376124" y="1156208"/>
                  <a:ext cx="105120" cy="1404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9" name="Ink 8">
                  <a:extLst>
                    <a:ext uri="{FF2B5EF4-FFF2-40B4-BE49-F238E27FC236}">
                      <a16:creationId xmlns:a16="http://schemas.microsoft.com/office/drawing/2014/main" id="{84B60DBC-AFBF-1CED-1F30-83AFE34333EF}"/>
                    </a:ext>
                  </a:extLst>
                </p14:cNvPr>
                <p14:cNvContentPartPr/>
                <p14:nvPr/>
              </p14:nvContentPartPr>
              <p14:xfrm>
                <a:off x="2523724" y="1094648"/>
                <a:ext cx="212400" cy="231480"/>
              </p14:xfrm>
            </p:contentPart>
          </mc:Choice>
          <mc:Fallback>
            <p:pic>
              <p:nvPicPr>
                <p:cNvPr id="9" name="Ink 8">
                  <a:extLst>
                    <a:ext uri="{FF2B5EF4-FFF2-40B4-BE49-F238E27FC236}">
                      <a16:creationId xmlns:a16="http://schemas.microsoft.com/office/drawing/2014/main" id="{84B60DBC-AFBF-1CED-1F30-83AFE34333EF}"/>
                    </a:ext>
                  </a:extLst>
                </p:cNvPr>
                <p:cNvPicPr/>
                <p:nvPr/>
              </p:nvPicPr>
              <p:blipFill>
                <a:blip r:embed="rId13"/>
                <a:stretch>
                  <a:fillRect/>
                </a:stretch>
              </p:blipFill>
              <p:spPr>
                <a:xfrm>
                  <a:off x="2517604" y="1088528"/>
                  <a:ext cx="224640" cy="24372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0" name="Ink 9">
                  <a:extLst>
                    <a:ext uri="{FF2B5EF4-FFF2-40B4-BE49-F238E27FC236}">
                      <a16:creationId xmlns:a16="http://schemas.microsoft.com/office/drawing/2014/main" id="{C38825D9-F387-48F2-EB87-6B13D7BAB12C}"/>
                    </a:ext>
                  </a:extLst>
                </p14:cNvPr>
                <p14:cNvContentPartPr/>
                <p14:nvPr/>
              </p14:nvContentPartPr>
              <p14:xfrm>
                <a:off x="2820724" y="788288"/>
                <a:ext cx="56520" cy="545040"/>
              </p14:xfrm>
            </p:contentPart>
          </mc:Choice>
          <mc:Fallback>
            <p:pic>
              <p:nvPicPr>
                <p:cNvPr id="10" name="Ink 9">
                  <a:extLst>
                    <a:ext uri="{FF2B5EF4-FFF2-40B4-BE49-F238E27FC236}">
                      <a16:creationId xmlns:a16="http://schemas.microsoft.com/office/drawing/2014/main" id="{C38825D9-F387-48F2-EB87-6B13D7BAB12C}"/>
                    </a:ext>
                  </a:extLst>
                </p:cNvPr>
                <p:cNvPicPr/>
                <p:nvPr/>
              </p:nvPicPr>
              <p:blipFill>
                <a:blip r:embed="rId15"/>
                <a:stretch>
                  <a:fillRect/>
                </a:stretch>
              </p:blipFill>
              <p:spPr>
                <a:xfrm>
                  <a:off x="2814604" y="782168"/>
                  <a:ext cx="68760" cy="55728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1" name="Ink 10">
                  <a:extLst>
                    <a:ext uri="{FF2B5EF4-FFF2-40B4-BE49-F238E27FC236}">
                      <a16:creationId xmlns:a16="http://schemas.microsoft.com/office/drawing/2014/main" id="{14D4B540-74FD-8956-ACB7-2ADBD237EB97}"/>
                    </a:ext>
                  </a:extLst>
                </p14:cNvPr>
                <p14:cNvContentPartPr/>
                <p14:nvPr/>
              </p14:nvContentPartPr>
              <p14:xfrm>
                <a:off x="2820724" y="1165568"/>
                <a:ext cx="74160" cy="51120"/>
              </p14:xfrm>
            </p:contentPart>
          </mc:Choice>
          <mc:Fallback>
            <p:pic>
              <p:nvPicPr>
                <p:cNvPr id="11" name="Ink 10">
                  <a:extLst>
                    <a:ext uri="{FF2B5EF4-FFF2-40B4-BE49-F238E27FC236}">
                      <a16:creationId xmlns:a16="http://schemas.microsoft.com/office/drawing/2014/main" id="{14D4B540-74FD-8956-ACB7-2ADBD237EB97}"/>
                    </a:ext>
                  </a:extLst>
                </p:cNvPr>
                <p:cNvPicPr/>
                <p:nvPr/>
              </p:nvPicPr>
              <p:blipFill>
                <a:blip r:embed="rId17"/>
                <a:stretch>
                  <a:fillRect/>
                </a:stretch>
              </p:blipFill>
              <p:spPr>
                <a:xfrm>
                  <a:off x="2814604" y="1159448"/>
                  <a:ext cx="86400" cy="6336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2" name="Ink 11">
                  <a:extLst>
                    <a:ext uri="{FF2B5EF4-FFF2-40B4-BE49-F238E27FC236}">
                      <a16:creationId xmlns:a16="http://schemas.microsoft.com/office/drawing/2014/main" id="{A21C2A82-E0DF-72BB-522C-5B2951176754}"/>
                    </a:ext>
                  </a:extLst>
                </p14:cNvPr>
                <p14:cNvContentPartPr/>
                <p14:nvPr/>
              </p14:nvContentPartPr>
              <p14:xfrm>
                <a:off x="3016564" y="1117328"/>
                <a:ext cx="219240" cy="95040"/>
              </p14:xfrm>
            </p:contentPart>
          </mc:Choice>
          <mc:Fallback>
            <p:pic>
              <p:nvPicPr>
                <p:cNvPr id="12" name="Ink 11">
                  <a:extLst>
                    <a:ext uri="{FF2B5EF4-FFF2-40B4-BE49-F238E27FC236}">
                      <a16:creationId xmlns:a16="http://schemas.microsoft.com/office/drawing/2014/main" id="{A21C2A82-E0DF-72BB-522C-5B2951176754}"/>
                    </a:ext>
                  </a:extLst>
                </p:cNvPr>
                <p:cNvPicPr/>
                <p:nvPr/>
              </p:nvPicPr>
              <p:blipFill>
                <a:blip r:embed="rId19"/>
                <a:stretch>
                  <a:fillRect/>
                </a:stretch>
              </p:blipFill>
              <p:spPr>
                <a:xfrm>
                  <a:off x="3010444" y="1111208"/>
                  <a:ext cx="231480" cy="10728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3" name="Ink 12">
                  <a:extLst>
                    <a:ext uri="{FF2B5EF4-FFF2-40B4-BE49-F238E27FC236}">
                      <a16:creationId xmlns:a16="http://schemas.microsoft.com/office/drawing/2014/main" id="{FB8B83F5-873C-E823-E107-2460261CAC84}"/>
                    </a:ext>
                  </a:extLst>
                </p14:cNvPr>
                <p14:cNvContentPartPr/>
                <p14:nvPr/>
              </p14:nvContentPartPr>
              <p14:xfrm>
                <a:off x="3313564" y="678848"/>
                <a:ext cx="330840" cy="674280"/>
              </p14:xfrm>
            </p:contentPart>
          </mc:Choice>
          <mc:Fallback>
            <p:pic>
              <p:nvPicPr>
                <p:cNvPr id="13" name="Ink 12">
                  <a:extLst>
                    <a:ext uri="{FF2B5EF4-FFF2-40B4-BE49-F238E27FC236}">
                      <a16:creationId xmlns:a16="http://schemas.microsoft.com/office/drawing/2014/main" id="{FB8B83F5-873C-E823-E107-2460261CAC84}"/>
                    </a:ext>
                  </a:extLst>
                </p:cNvPr>
                <p:cNvPicPr/>
                <p:nvPr/>
              </p:nvPicPr>
              <p:blipFill>
                <a:blip r:embed="rId21"/>
                <a:stretch>
                  <a:fillRect/>
                </a:stretch>
              </p:blipFill>
              <p:spPr>
                <a:xfrm>
                  <a:off x="3307444" y="672728"/>
                  <a:ext cx="343080" cy="68652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4" name="Ink 13">
                  <a:extLst>
                    <a:ext uri="{FF2B5EF4-FFF2-40B4-BE49-F238E27FC236}">
                      <a16:creationId xmlns:a16="http://schemas.microsoft.com/office/drawing/2014/main" id="{B7E2919C-5B51-275E-EB2D-3FA65B7C85F6}"/>
                    </a:ext>
                  </a:extLst>
                </p14:cNvPr>
                <p14:cNvContentPartPr/>
                <p14:nvPr/>
              </p14:nvContentPartPr>
              <p14:xfrm>
                <a:off x="3698404" y="885848"/>
                <a:ext cx="11880" cy="7560"/>
              </p14:xfrm>
            </p:contentPart>
          </mc:Choice>
          <mc:Fallback>
            <p:pic>
              <p:nvPicPr>
                <p:cNvPr id="14" name="Ink 13">
                  <a:extLst>
                    <a:ext uri="{FF2B5EF4-FFF2-40B4-BE49-F238E27FC236}">
                      <a16:creationId xmlns:a16="http://schemas.microsoft.com/office/drawing/2014/main" id="{B7E2919C-5B51-275E-EB2D-3FA65B7C85F6}"/>
                    </a:ext>
                  </a:extLst>
                </p:cNvPr>
                <p:cNvPicPr/>
                <p:nvPr/>
              </p:nvPicPr>
              <p:blipFill>
                <a:blip r:embed="rId23"/>
                <a:stretch>
                  <a:fillRect/>
                </a:stretch>
              </p:blipFill>
              <p:spPr>
                <a:xfrm>
                  <a:off x="3692284" y="879728"/>
                  <a:ext cx="24120" cy="1980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5" name="Ink 14">
                  <a:extLst>
                    <a:ext uri="{FF2B5EF4-FFF2-40B4-BE49-F238E27FC236}">
                      <a16:creationId xmlns:a16="http://schemas.microsoft.com/office/drawing/2014/main" id="{BE0ACE11-8BCB-3FD6-1E11-8DD56A624C2D}"/>
                    </a:ext>
                  </a:extLst>
                </p14:cNvPr>
                <p14:cNvContentPartPr/>
                <p14:nvPr/>
              </p14:nvContentPartPr>
              <p14:xfrm>
                <a:off x="3592564" y="1149008"/>
                <a:ext cx="51840" cy="244440"/>
              </p14:xfrm>
            </p:contentPart>
          </mc:Choice>
          <mc:Fallback>
            <p:pic>
              <p:nvPicPr>
                <p:cNvPr id="15" name="Ink 14">
                  <a:extLst>
                    <a:ext uri="{FF2B5EF4-FFF2-40B4-BE49-F238E27FC236}">
                      <a16:creationId xmlns:a16="http://schemas.microsoft.com/office/drawing/2014/main" id="{BE0ACE11-8BCB-3FD6-1E11-8DD56A624C2D}"/>
                    </a:ext>
                  </a:extLst>
                </p:cNvPr>
                <p:cNvPicPr/>
                <p:nvPr/>
              </p:nvPicPr>
              <p:blipFill>
                <a:blip r:embed="rId25"/>
                <a:stretch>
                  <a:fillRect/>
                </a:stretch>
              </p:blipFill>
              <p:spPr>
                <a:xfrm>
                  <a:off x="3586444" y="1142888"/>
                  <a:ext cx="64080" cy="25668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6" name="Ink 15">
                  <a:extLst>
                    <a:ext uri="{FF2B5EF4-FFF2-40B4-BE49-F238E27FC236}">
                      <a16:creationId xmlns:a16="http://schemas.microsoft.com/office/drawing/2014/main" id="{DC362B8E-4FA6-7F89-CD58-CAEF9A5A8BF0}"/>
                    </a:ext>
                  </a:extLst>
                </p14:cNvPr>
                <p14:cNvContentPartPr/>
                <p14:nvPr/>
              </p14:nvContentPartPr>
              <p14:xfrm>
                <a:off x="3685444" y="987368"/>
                <a:ext cx="13320" cy="46080"/>
              </p14:xfrm>
            </p:contentPart>
          </mc:Choice>
          <mc:Fallback>
            <p:pic>
              <p:nvPicPr>
                <p:cNvPr id="16" name="Ink 15">
                  <a:extLst>
                    <a:ext uri="{FF2B5EF4-FFF2-40B4-BE49-F238E27FC236}">
                      <a16:creationId xmlns:a16="http://schemas.microsoft.com/office/drawing/2014/main" id="{DC362B8E-4FA6-7F89-CD58-CAEF9A5A8BF0}"/>
                    </a:ext>
                  </a:extLst>
                </p:cNvPr>
                <p:cNvPicPr/>
                <p:nvPr/>
              </p:nvPicPr>
              <p:blipFill>
                <a:blip r:embed="rId27"/>
                <a:stretch>
                  <a:fillRect/>
                </a:stretch>
              </p:blipFill>
              <p:spPr>
                <a:xfrm>
                  <a:off x="3679324" y="981248"/>
                  <a:ext cx="25560" cy="5832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7" name="Ink 16">
                  <a:extLst>
                    <a:ext uri="{FF2B5EF4-FFF2-40B4-BE49-F238E27FC236}">
                      <a16:creationId xmlns:a16="http://schemas.microsoft.com/office/drawing/2014/main" id="{6A332FC8-B4F0-66F4-7069-8FDFAEE5F359}"/>
                    </a:ext>
                  </a:extLst>
                </p14:cNvPr>
                <p14:cNvContentPartPr/>
                <p14:nvPr/>
              </p14:nvContentPartPr>
              <p14:xfrm>
                <a:off x="3754204" y="1080968"/>
                <a:ext cx="434880" cy="299520"/>
              </p14:xfrm>
            </p:contentPart>
          </mc:Choice>
          <mc:Fallback>
            <p:pic>
              <p:nvPicPr>
                <p:cNvPr id="17" name="Ink 16">
                  <a:extLst>
                    <a:ext uri="{FF2B5EF4-FFF2-40B4-BE49-F238E27FC236}">
                      <a16:creationId xmlns:a16="http://schemas.microsoft.com/office/drawing/2014/main" id="{6A332FC8-B4F0-66F4-7069-8FDFAEE5F359}"/>
                    </a:ext>
                  </a:extLst>
                </p:cNvPr>
                <p:cNvPicPr/>
                <p:nvPr/>
              </p:nvPicPr>
              <p:blipFill>
                <a:blip r:embed="rId29"/>
                <a:stretch>
                  <a:fillRect/>
                </a:stretch>
              </p:blipFill>
              <p:spPr>
                <a:xfrm>
                  <a:off x="3748084" y="1074848"/>
                  <a:ext cx="447120" cy="31176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8" name="Ink 17">
                  <a:extLst>
                    <a:ext uri="{FF2B5EF4-FFF2-40B4-BE49-F238E27FC236}">
                      <a16:creationId xmlns:a16="http://schemas.microsoft.com/office/drawing/2014/main" id="{AF6C3C21-634C-1295-3940-305881CCE29F}"/>
                    </a:ext>
                  </a:extLst>
                </p14:cNvPr>
                <p14:cNvContentPartPr/>
                <p14:nvPr/>
              </p14:nvContentPartPr>
              <p14:xfrm>
                <a:off x="4357924" y="771728"/>
                <a:ext cx="312840" cy="418320"/>
              </p14:xfrm>
            </p:contentPart>
          </mc:Choice>
          <mc:Fallback>
            <p:pic>
              <p:nvPicPr>
                <p:cNvPr id="18" name="Ink 17">
                  <a:extLst>
                    <a:ext uri="{FF2B5EF4-FFF2-40B4-BE49-F238E27FC236}">
                      <a16:creationId xmlns:a16="http://schemas.microsoft.com/office/drawing/2014/main" id="{AF6C3C21-634C-1295-3940-305881CCE29F}"/>
                    </a:ext>
                  </a:extLst>
                </p:cNvPr>
                <p:cNvPicPr/>
                <p:nvPr/>
              </p:nvPicPr>
              <p:blipFill>
                <a:blip r:embed="rId31"/>
                <a:stretch>
                  <a:fillRect/>
                </a:stretch>
              </p:blipFill>
              <p:spPr>
                <a:xfrm>
                  <a:off x="4351804" y="765608"/>
                  <a:ext cx="325080" cy="430560"/>
                </a:xfrm>
                <a:prstGeom prst="rect">
                  <a:avLst/>
                </a:prstGeom>
              </p:spPr>
            </p:pic>
          </mc:Fallback>
        </mc:AlternateContent>
      </p:grpSp>
      <p:grpSp>
        <p:nvGrpSpPr>
          <p:cNvPr id="46" name="Group 45">
            <a:extLst>
              <a:ext uri="{FF2B5EF4-FFF2-40B4-BE49-F238E27FC236}">
                <a16:creationId xmlns:a16="http://schemas.microsoft.com/office/drawing/2014/main" id="{BE093F77-60D3-FD12-B6E7-C14A3843AA03}"/>
              </a:ext>
            </a:extLst>
          </p:cNvPr>
          <p:cNvGrpSpPr/>
          <p:nvPr/>
        </p:nvGrpSpPr>
        <p:grpSpPr>
          <a:xfrm>
            <a:off x="5047324" y="576968"/>
            <a:ext cx="2110680" cy="1011240"/>
            <a:chOff x="5047324" y="576968"/>
            <a:chExt cx="2110680" cy="1011240"/>
          </a:xfrm>
        </p:grpSpPr>
        <mc:AlternateContent xmlns:mc="http://schemas.openxmlformats.org/markup-compatibility/2006">
          <mc:Choice xmlns:p14="http://schemas.microsoft.com/office/powerpoint/2010/main" Requires="p14">
            <p:contentPart p14:bwMode="auto" r:id="rId32">
              <p14:nvContentPartPr>
                <p14:cNvPr id="19" name="Ink 18">
                  <a:extLst>
                    <a:ext uri="{FF2B5EF4-FFF2-40B4-BE49-F238E27FC236}">
                      <a16:creationId xmlns:a16="http://schemas.microsoft.com/office/drawing/2014/main" id="{A61668B4-C1E8-61B5-64F0-C6E52B3B6673}"/>
                    </a:ext>
                  </a:extLst>
                </p14:cNvPr>
                <p14:cNvContentPartPr/>
                <p14:nvPr/>
              </p14:nvContentPartPr>
              <p14:xfrm>
                <a:off x="5047324" y="1057568"/>
                <a:ext cx="222120" cy="310320"/>
              </p14:xfrm>
            </p:contentPart>
          </mc:Choice>
          <mc:Fallback>
            <p:pic>
              <p:nvPicPr>
                <p:cNvPr id="19" name="Ink 18">
                  <a:extLst>
                    <a:ext uri="{FF2B5EF4-FFF2-40B4-BE49-F238E27FC236}">
                      <a16:creationId xmlns:a16="http://schemas.microsoft.com/office/drawing/2014/main" id="{A61668B4-C1E8-61B5-64F0-C6E52B3B6673}"/>
                    </a:ext>
                  </a:extLst>
                </p:cNvPr>
                <p:cNvPicPr/>
                <p:nvPr/>
              </p:nvPicPr>
              <p:blipFill>
                <a:blip r:embed="rId33"/>
                <a:stretch>
                  <a:fillRect/>
                </a:stretch>
              </p:blipFill>
              <p:spPr>
                <a:xfrm>
                  <a:off x="5041204" y="1051448"/>
                  <a:ext cx="234360" cy="32256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0" name="Ink 19">
                  <a:extLst>
                    <a:ext uri="{FF2B5EF4-FFF2-40B4-BE49-F238E27FC236}">
                      <a16:creationId xmlns:a16="http://schemas.microsoft.com/office/drawing/2014/main" id="{0744FC0C-820F-C238-4C57-D049BD2BA4AA}"/>
                    </a:ext>
                  </a:extLst>
                </p14:cNvPr>
                <p14:cNvContentPartPr/>
                <p14:nvPr/>
              </p14:nvContentPartPr>
              <p14:xfrm>
                <a:off x="5266204" y="1089248"/>
                <a:ext cx="171360" cy="217440"/>
              </p14:xfrm>
            </p:contentPart>
          </mc:Choice>
          <mc:Fallback>
            <p:pic>
              <p:nvPicPr>
                <p:cNvPr id="20" name="Ink 19">
                  <a:extLst>
                    <a:ext uri="{FF2B5EF4-FFF2-40B4-BE49-F238E27FC236}">
                      <a16:creationId xmlns:a16="http://schemas.microsoft.com/office/drawing/2014/main" id="{0744FC0C-820F-C238-4C57-D049BD2BA4AA}"/>
                    </a:ext>
                  </a:extLst>
                </p:cNvPr>
                <p:cNvPicPr/>
                <p:nvPr/>
              </p:nvPicPr>
              <p:blipFill>
                <a:blip r:embed="rId35"/>
                <a:stretch>
                  <a:fillRect/>
                </a:stretch>
              </p:blipFill>
              <p:spPr>
                <a:xfrm>
                  <a:off x="5260084" y="1083128"/>
                  <a:ext cx="183600" cy="22968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21" name="Ink 20">
                  <a:extLst>
                    <a:ext uri="{FF2B5EF4-FFF2-40B4-BE49-F238E27FC236}">
                      <a16:creationId xmlns:a16="http://schemas.microsoft.com/office/drawing/2014/main" id="{5D81FC81-CE9D-1D60-3E97-1FDF60B94B21}"/>
                    </a:ext>
                  </a:extLst>
                </p14:cNvPr>
                <p14:cNvContentPartPr/>
                <p14:nvPr/>
              </p14:nvContentPartPr>
              <p14:xfrm>
                <a:off x="5481124" y="1065128"/>
                <a:ext cx="253800" cy="214920"/>
              </p14:xfrm>
            </p:contentPart>
          </mc:Choice>
          <mc:Fallback>
            <p:pic>
              <p:nvPicPr>
                <p:cNvPr id="21" name="Ink 20">
                  <a:extLst>
                    <a:ext uri="{FF2B5EF4-FFF2-40B4-BE49-F238E27FC236}">
                      <a16:creationId xmlns:a16="http://schemas.microsoft.com/office/drawing/2014/main" id="{5D81FC81-CE9D-1D60-3E97-1FDF60B94B21}"/>
                    </a:ext>
                  </a:extLst>
                </p:cNvPr>
                <p:cNvPicPr/>
                <p:nvPr/>
              </p:nvPicPr>
              <p:blipFill>
                <a:blip r:embed="rId37"/>
                <a:stretch>
                  <a:fillRect/>
                </a:stretch>
              </p:blipFill>
              <p:spPr>
                <a:xfrm>
                  <a:off x="5475004" y="1059008"/>
                  <a:ext cx="266040" cy="22716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22" name="Ink 21">
                  <a:extLst>
                    <a:ext uri="{FF2B5EF4-FFF2-40B4-BE49-F238E27FC236}">
                      <a16:creationId xmlns:a16="http://schemas.microsoft.com/office/drawing/2014/main" id="{90971FE6-5450-0B81-8AEA-CAEFEE68E1CA}"/>
                    </a:ext>
                  </a:extLst>
                </p14:cNvPr>
                <p14:cNvContentPartPr/>
                <p14:nvPr/>
              </p14:nvContentPartPr>
              <p14:xfrm>
                <a:off x="5791084" y="576968"/>
                <a:ext cx="40320" cy="1011240"/>
              </p14:xfrm>
            </p:contentPart>
          </mc:Choice>
          <mc:Fallback>
            <p:pic>
              <p:nvPicPr>
                <p:cNvPr id="22" name="Ink 21">
                  <a:extLst>
                    <a:ext uri="{FF2B5EF4-FFF2-40B4-BE49-F238E27FC236}">
                      <a16:creationId xmlns:a16="http://schemas.microsoft.com/office/drawing/2014/main" id="{90971FE6-5450-0B81-8AEA-CAEFEE68E1CA}"/>
                    </a:ext>
                  </a:extLst>
                </p:cNvPr>
                <p:cNvPicPr/>
                <p:nvPr/>
              </p:nvPicPr>
              <p:blipFill>
                <a:blip r:embed="rId39"/>
                <a:stretch>
                  <a:fillRect/>
                </a:stretch>
              </p:blipFill>
              <p:spPr>
                <a:xfrm>
                  <a:off x="5784964" y="570848"/>
                  <a:ext cx="52560" cy="102348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23" name="Ink 22">
                  <a:extLst>
                    <a:ext uri="{FF2B5EF4-FFF2-40B4-BE49-F238E27FC236}">
                      <a16:creationId xmlns:a16="http://schemas.microsoft.com/office/drawing/2014/main" id="{B9DE0314-A5D5-FD3B-40C0-BF9B0D4CE65E}"/>
                    </a:ext>
                  </a:extLst>
                </p14:cNvPr>
                <p14:cNvContentPartPr/>
                <p14:nvPr/>
              </p14:nvContentPartPr>
              <p14:xfrm>
                <a:off x="5815204" y="1070528"/>
                <a:ext cx="92160" cy="174600"/>
              </p14:xfrm>
            </p:contentPart>
          </mc:Choice>
          <mc:Fallback>
            <p:pic>
              <p:nvPicPr>
                <p:cNvPr id="23" name="Ink 22">
                  <a:extLst>
                    <a:ext uri="{FF2B5EF4-FFF2-40B4-BE49-F238E27FC236}">
                      <a16:creationId xmlns:a16="http://schemas.microsoft.com/office/drawing/2014/main" id="{B9DE0314-A5D5-FD3B-40C0-BF9B0D4CE65E}"/>
                    </a:ext>
                  </a:extLst>
                </p:cNvPr>
                <p:cNvPicPr/>
                <p:nvPr/>
              </p:nvPicPr>
              <p:blipFill>
                <a:blip r:embed="rId41"/>
                <a:stretch>
                  <a:fillRect/>
                </a:stretch>
              </p:blipFill>
              <p:spPr>
                <a:xfrm>
                  <a:off x="5809084" y="1064408"/>
                  <a:ext cx="104400" cy="18684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24" name="Ink 23">
                  <a:extLst>
                    <a:ext uri="{FF2B5EF4-FFF2-40B4-BE49-F238E27FC236}">
                      <a16:creationId xmlns:a16="http://schemas.microsoft.com/office/drawing/2014/main" id="{D3C8BF3B-7CE1-7671-31AF-1756957E4298}"/>
                    </a:ext>
                  </a:extLst>
                </p14:cNvPr>
                <p14:cNvContentPartPr/>
                <p14:nvPr/>
              </p14:nvContentPartPr>
              <p14:xfrm>
                <a:off x="6005284" y="677408"/>
                <a:ext cx="12960" cy="546120"/>
              </p14:xfrm>
            </p:contentPart>
          </mc:Choice>
          <mc:Fallback>
            <p:pic>
              <p:nvPicPr>
                <p:cNvPr id="24" name="Ink 23">
                  <a:extLst>
                    <a:ext uri="{FF2B5EF4-FFF2-40B4-BE49-F238E27FC236}">
                      <a16:creationId xmlns:a16="http://schemas.microsoft.com/office/drawing/2014/main" id="{D3C8BF3B-7CE1-7671-31AF-1756957E4298}"/>
                    </a:ext>
                  </a:extLst>
                </p:cNvPr>
                <p:cNvPicPr/>
                <p:nvPr/>
              </p:nvPicPr>
              <p:blipFill>
                <a:blip r:embed="rId43"/>
                <a:stretch>
                  <a:fillRect/>
                </a:stretch>
              </p:blipFill>
              <p:spPr>
                <a:xfrm>
                  <a:off x="5999164" y="671288"/>
                  <a:ext cx="25200" cy="55836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25" name="Ink 24">
                  <a:extLst>
                    <a:ext uri="{FF2B5EF4-FFF2-40B4-BE49-F238E27FC236}">
                      <a16:creationId xmlns:a16="http://schemas.microsoft.com/office/drawing/2014/main" id="{E9E0E52D-F3BF-1F40-633B-3AB7A159E176}"/>
                    </a:ext>
                  </a:extLst>
                </p14:cNvPr>
                <p14:cNvContentPartPr/>
                <p14:nvPr/>
              </p14:nvContentPartPr>
              <p14:xfrm>
                <a:off x="6054964" y="1064408"/>
                <a:ext cx="165600" cy="226800"/>
              </p14:xfrm>
            </p:contentPart>
          </mc:Choice>
          <mc:Fallback>
            <p:pic>
              <p:nvPicPr>
                <p:cNvPr id="25" name="Ink 24">
                  <a:extLst>
                    <a:ext uri="{FF2B5EF4-FFF2-40B4-BE49-F238E27FC236}">
                      <a16:creationId xmlns:a16="http://schemas.microsoft.com/office/drawing/2014/main" id="{E9E0E52D-F3BF-1F40-633B-3AB7A159E176}"/>
                    </a:ext>
                  </a:extLst>
                </p:cNvPr>
                <p:cNvPicPr/>
                <p:nvPr/>
              </p:nvPicPr>
              <p:blipFill>
                <a:blip r:embed="rId45"/>
                <a:stretch>
                  <a:fillRect/>
                </a:stretch>
              </p:blipFill>
              <p:spPr>
                <a:xfrm>
                  <a:off x="6048844" y="1058288"/>
                  <a:ext cx="177840" cy="23904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26" name="Ink 25">
                  <a:extLst>
                    <a:ext uri="{FF2B5EF4-FFF2-40B4-BE49-F238E27FC236}">
                      <a16:creationId xmlns:a16="http://schemas.microsoft.com/office/drawing/2014/main" id="{7374BB0A-4CAC-52E7-F3CA-E3A83B8D115A}"/>
                    </a:ext>
                  </a:extLst>
                </p14:cNvPr>
                <p14:cNvContentPartPr/>
                <p14:nvPr/>
              </p14:nvContentPartPr>
              <p14:xfrm>
                <a:off x="6300484" y="1102208"/>
                <a:ext cx="59400" cy="157680"/>
              </p14:xfrm>
            </p:contentPart>
          </mc:Choice>
          <mc:Fallback>
            <p:pic>
              <p:nvPicPr>
                <p:cNvPr id="26" name="Ink 25">
                  <a:extLst>
                    <a:ext uri="{FF2B5EF4-FFF2-40B4-BE49-F238E27FC236}">
                      <a16:creationId xmlns:a16="http://schemas.microsoft.com/office/drawing/2014/main" id="{7374BB0A-4CAC-52E7-F3CA-E3A83B8D115A}"/>
                    </a:ext>
                  </a:extLst>
                </p:cNvPr>
                <p:cNvPicPr/>
                <p:nvPr/>
              </p:nvPicPr>
              <p:blipFill>
                <a:blip r:embed="rId47"/>
                <a:stretch>
                  <a:fillRect/>
                </a:stretch>
              </p:blipFill>
              <p:spPr>
                <a:xfrm>
                  <a:off x="6294364" y="1096088"/>
                  <a:ext cx="71640" cy="16992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27" name="Ink 26">
                  <a:extLst>
                    <a:ext uri="{FF2B5EF4-FFF2-40B4-BE49-F238E27FC236}">
                      <a16:creationId xmlns:a16="http://schemas.microsoft.com/office/drawing/2014/main" id="{C6913E8F-6F15-AD10-05DA-478748D64F7A}"/>
                    </a:ext>
                  </a:extLst>
                </p14:cNvPr>
                <p14:cNvContentPartPr/>
                <p14:nvPr/>
              </p14:nvContentPartPr>
              <p14:xfrm>
                <a:off x="6385444" y="975848"/>
                <a:ext cx="179640" cy="274680"/>
              </p14:xfrm>
            </p:contentPart>
          </mc:Choice>
          <mc:Fallback>
            <p:pic>
              <p:nvPicPr>
                <p:cNvPr id="27" name="Ink 26">
                  <a:extLst>
                    <a:ext uri="{FF2B5EF4-FFF2-40B4-BE49-F238E27FC236}">
                      <a16:creationId xmlns:a16="http://schemas.microsoft.com/office/drawing/2014/main" id="{C6913E8F-6F15-AD10-05DA-478748D64F7A}"/>
                    </a:ext>
                  </a:extLst>
                </p:cNvPr>
                <p:cNvPicPr/>
                <p:nvPr/>
              </p:nvPicPr>
              <p:blipFill>
                <a:blip r:embed="rId49"/>
                <a:stretch>
                  <a:fillRect/>
                </a:stretch>
              </p:blipFill>
              <p:spPr>
                <a:xfrm>
                  <a:off x="6379324" y="969728"/>
                  <a:ext cx="191880" cy="28692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28" name="Ink 27">
                  <a:extLst>
                    <a:ext uri="{FF2B5EF4-FFF2-40B4-BE49-F238E27FC236}">
                      <a16:creationId xmlns:a16="http://schemas.microsoft.com/office/drawing/2014/main" id="{4864A85B-62CC-9426-2C3D-82FC0EAA3E87}"/>
                    </a:ext>
                  </a:extLst>
                </p14:cNvPr>
                <p14:cNvContentPartPr/>
                <p14:nvPr/>
              </p14:nvContentPartPr>
              <p14:xfrm>
                <a:off x="6619804" y="853808"/>
                <a:ext cx="14040" cy="43920"/>
              </p14:xfrm>
            </p:contentPart>
          </mc:Choice>
          <mc:Fallback>
            <p:pic>
              <p:nvPicPr>
                <p:cNvPr id="28" name="Ink 27">
                  <a:extLst>
                    <a:ext uri="{FF2B5EF4-FFF2-40B4-BE49-F238E27FC236}">
                      <a16:creationId xmlns:a16="http://schemas.microsoft.com/office/drawing/2014/main" id="{4864A85B-62CC-9426-2C3D-82FC0EAA3E87}"/>
                    </a:ext>
                  </a:extLst>
                </p:cNvPr>
                <p:cNvPicPr/>
                <p:nvPr/>
              </p:nvPicPr>
              <p:blipFill>
                <a:blip r:embed="rId51"/>
                <a:stretch>
                  <a:fillRect/>
                </a:stretch>
              </p:blipFill>
              <p:spPr>
                <a:xfrm>
                  <a:off x="6613684" y="847688"/>
                  <a:ext cx="26280" cy="5616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29" name="Ink 28">
                  <a:extLst>
                    <a:ext uri="{FF2B5EF4-FFF2-40B4-BE49-F238E27FC236}">
                      <a16:creationId xmlns:a16="http://schemas.microsoft.com/office/drawing/2014/main" id="{ABA4317A-82B0-402C-E2D9-98FE6B2BAFA3}"/>
                    </a:ext>
                  </a:extLst>
                </p14:cNvPr>
                <p14:cNvContentPartPr/>
                <p14:nvPr/>
              </p14:nvContentPartPr>
              <p14:xfrm>
                <a:off x="6696124" y="790448"/>
                <a:ext cx="16560" cy="397800"/>
              </p14:xfrm>
            </p:contentPart>
          </mc:Choice>
          <mc:Fallback>
            <p:pic>
              <p:nvPicPr>
                <p:cNvPr id="29" name="Ink 28">
                  <a:extLst>
                    <a:ext uri="{FF2B5EF4-FFF2-40B4-BE49-F238E27FC236}">
                      <a16:creationId xmlns:a16="http://schemas.microsoft.com/office/drawing/2014/main" id="{ABA4317A-82B0-402C-E2D9-98FE6B2BAFA3}"/>
                    </a:ext>
                  </a:extLst>
                </p:cNvPr>
                <p:cNvPicPr/>
                <p:nvPr/>
              </p:nvPicPr>
              <p:blipFill>
                <a:blip r:embed="rId53"/>
                <a:stretch>
                  <a:fillRect/>
                </a:stretch>
              </p:blipFill>
              <p:spPr>
                <a:xfrm>
                  <a:off x="6690004" y="784328"/>
                  <a:ext cx="28800" cy="41004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30" name="Ink 29">
                  <a:extLst>
                    <a:ext uri="{FF2B5EF4-FFF2-40B4-BE49-F238E27FC236}">
                      <a16:creationId xmlns:a16="http://schemas.microsoft.com/office/drawing/2014/main" id="{69F6E14E-A5C2-997E-93A9-AD9896EAA05A}"/>
                    </a:ext>
                  </a:extLst>
                </p14:cNvPr>
                <p14:cNvContentPartPr/>
                <p14:nvPr/>
              </p14:nvContentPartPr>
              <p14:xfrm>
                <a:off x="6612604" y="999608"/>
                <a:ext cx="545400" cy="463320"/>
              </p14:xfrm>
            </p:contentPart>
          </mc:Choice>
          <mc:Fallback>
            <p:pic>
              <p:nvPicPr>
                <p:cNvPr id="30" name="Ink 29">
                  <a:extLst>
                    <a:ext uri="{FF2B5EF4-FFF2-40B4-BE49-F238E27FC236}">
                      <a16:creationId xmlns:a16="http://schemas.microsoft.com/office/drawing/2014/main" id="{69F6E14E-A5C2-997E-93A9-AD9896EAA05A}"/>
                    </a:ext>
                  </a:extLst>
                </p:cNvPr>
                <p:cNvPicPr/>
                <p:nvPr/>
              </p:nvPicPr>
              <p:blipFill>
                <a:blip r:embed="rId55"/>
                <a:stretch>
                  <a:fillRect/>
                </a:stretch>
              </p:blipFill>
              <p:spPr>
                <a:xfrm>
                  <a:off x="6606484" y="993488"/>
                  <a:ext cx="557640" cy="47556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31" name="Ink 30">
                  <a:extLst>
                    <a:ext uri="{FF2B5EF4-FFF2-40B4-BE49-F238E27FC236}">
                      <a16:creationId xmlns:a16="http://schemas.microsoft.com/office/drawing/2014/main" id="{114050F9-DBA1-52E4-D57F-9409857E67C1}"/>
                    </a:ext>
                  </a:extLst>
                </p14:cNvPr>
                <p14:cNvContentPartPr/>
                <p14:nvPr/>
              </p14:nvContentPartPr>
              <p14:xfrm>
                <a:off x="6931924" y="1123088"/>
                <a:ext cx="72360" cy="89640"/>
              </p14:xfrm>
            </p:contentPart>
          </mc:Choice>
          <mc:Fallback>
            <p:pic>
              <p:nvPicPr>
                <p:cNvPr id="31" name="Ink 30">
                  <a:extLst>
                    <a:ext uri="{FF2B5EF4-FFF2-40B4-BE49-F238E27FC236}">
                      <a16:creationId xmlns:a16="http://schemas.microsoft.com/office/drawing/2014/main" id="{114050F9-DBA1-52E4-D57F-9409857E67C1}"/>
                    </a:ext>
                  </a:extLst>
                </p:cNvPr>
                <p:cNvPicPr/>
                <p:nvPr/>
              </p:nvPicPr>
              <p:blipFill>
                <a:blip r:embed="rId57"/>
                <a:stretch>
                  <a:fillRect/>
                </a:stretch>
              </p:blipFill>
              <p:spPr>
                <a:xfrm>
                  <a:off x="6925804" y="1116968"/>
                  <a:ext cx="84600" cy="101880"/>
                </a:xfrm>
                <a:prstGeom prst="rect">
                  <a:avLst/>
                </a:prstGeom>
              </p:spPr>
            </p:pic>
          </mc:Fallback>
        </mc:AlternateContent>
      </p:grpSp>
      <p:grpSp>
        <p:nvGrpSpPr>
          <p:cNvPr id="45" name="Group 44">
            <a:extLst>
              <a:ext uri="{FF2B5EF4-FFF2-40B4-BE49-F238E27FC236}">
                <a16:creationId xmlns:a16="http://schemas.microsoft.com/office/drawing/2014/main" id="{E15BCB52-14AD-FA6D-40C7-47BCE9860967}"/>
              </a:ext>
            </a:extLst>
          </p:cNvPr>
          <p:cNvGrpSpPr/>
          <p:nvPr/>
        </p:nvGrpSpPr>
        <p:grpSpPr>
          <a:xfrm>
            <a:off x="7758124" y="807008"/>
            <a:ext cx="1139400" cy="816840"/>
            <a:chOff x="7758124" y="807008"/>
            <a:chExt cx="1139400" cy="816840"/>
          </a:xfrm>
        </p:grpSpPr>
        <mc:AlternateContent xmlns:mc="http://schemas.openxmlformats.org/markup-compatibility/2006">
          <mc:Choice xmlns:p14="http://schemas.microsoft.com/office/powerpoint/2010/main" Requires="p14">
            <p:contentPart p14:bwMode="auto" r:id="rId58">
              <p14:nvContentPartPr>
                <p14:cNvPr id="32" name="Ink 31">
                  <a:extLst>
                    <a:ext uri="{FF2B5EF4-FFF2-40B4-BE49-F238E27FC236}">
                      <a16:creationId xmlns:a16="http://schemas.microsoft.com/office/drawing/2014/main" id="{29916438-EDE6-5BDB-E70C-8D5028612FC1}"/>
                    </a:ext>
                  </a:extLst>
                </p14:cNvPr>
                <p14:cNvContentPartPr/>
                <p14:nvPr/>
              </p14:nvContentPartPr>
              <p14:xfrm>
                <a:off x="7758124" y="936608"/>
                <a:ext cx="377280" cy="401760"/>
              </p14:xfrm>
            </p:contentPart>
          </mc:Choice>
          <mc:Fallback>
            <p:pic>
              <p:nvPicPr>
                <p:cNvPr id="32" name="Ink 31">
                  <a:extLst>
                    <a:ext uri="{FF2B5EF4-FFF2-40B4-BE49-F238E27FC236}">
                      <a16:creationId xmlns:a16="http://schemas.microsoft.com/office/drawing/2014/main" id="{29916438-EDE6-5BDB-E70C-8D5028612FC1}"/>
                    </a:ext>
                  </a:extLst>
                </p:cNvPr>
                <p:cNvPicPr/>
                <p:nvPr/>
              </p:nvPicPr>
              <p:blipFill>
                <a:blip r:embed="rId59"/>
                <a:stretch>
                  <a:fillRect/>
                </a:stretch>
              </p:blipFill>
              <p:spPr>
                <a:xfrm>
                  <a:off x="7752004" y="930488"/>
                  <a:ext cx="389520" cy="41400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33" name="Ink 32">
                  <a:extLst>
                    <a:ext uri="{FF2B5EF4-FFF2-40B4-BE49-F238E27FC236}">
                      <a16:creationId xmlns:a16="http://schemas.microsoft.com/office/drawing/2014/main" id="{B246AD7F-6B55-10AF-A6F7-69FDC5924F8D}"/>
                    </a:ext>
                  </a:extLst>
                </p14:cNvPr>
                <p14:cNvContentPartPr/>
                <p14:nvPr/>
              </p14:nvContentPartPr>
              <p14:xfrm>
                <a:off x="8138644" y="871088"/>
                <a:ext cx="161640" cy="465120"/>
              </p14:xfrm>
            </p:contentPart>
          </mc:Choice>
          <mc:Fallback>
            <p:pic>
              <p:nvPicPr>
                <p:cNvPr id="33" name="Ink 32">
                  <a:extLst>
                    <a:ext uri="{FF2B5EF4-FFF2-40B4-BE49-F238E27FC236}">
                      <a16:creationId xmlns:a16="http://schemas.microsoft.com/office/drawing/2014/main" id="{B246AD7F-6B55-10AF-A6F7-69FDC5924F8D}"/>
                    </a:ext>
                  </a:extLst>
                </p:cNvPr>
                <p:cNvPicPr/>
                <p:nvPr/>
              </p:nvPicPr>
              <p:blipFill>
                <a:blip r:embed="rId61"/>
                <a:stretch>
                  <a:fillRect/>
                </a:stretch>
              </p:blipFill>
              <p:spPr>
                <a:xfrm>
                  <a:off x="8132524" y="864968"/>
                  <a:ext cx="173880" cy="47736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34" name="Ink 33">
                  <a:extLst>
                    <a:ext uri="{FF2B5EF4-FFF2-40B4-BE49-F238E27FC236}">
                      <a16:creationId xmlns:a16="http://schemas.microsoft.com/office/drawing/2014/main" id="{BF3F9BE9-FCF4-26BB-FF99-FD3ABA5FB1C2}"/>
                    </a:ext>
                  </a:extLst>
                </p14:cNvPr>
                <p14:cNvContentPartPr/>
                <p14:nvPr/>
              </p14:nvContentPartPr>
              <p14:xfrm>
                <a:off x="8456164" y="1089248"/>
                <a:ext cx="289080" cy="116280"/>
              </p14:xfrm>
            </p:contentPart>
          </mc:Choice>
          <mc:Fallback>
            <p:pic>
              <p:nvPicPr>
                <p:cNvPr id="34" name="Ink 33">
                  <a:extLst>
                    <a:ext uri="{FF2B5EF4-FFF2-40B4-BE49-F238E27FC236}">
                      <a16:creationId xmlns:a16="http://schemas.microsoft.com/office/drawing/2014/main" id="{BF3F9BE9-FCF4-26BB-FF99-FD3ABA5FB1C2}"/>
                    </a:ext>
                  </a:extLst>
                </p:cNvPr>
                <p:cNvPicPr/>
                <p:nvPr/>
              </p:nvPicPr>
              <p:blipFill>
                <a:blip r:embed="rId63"/>
                <a:stretch>
                  <a:fillRect/>
                </a:stretch>
              </p:blipFill>
              <p:spPr>
                <a:xfrm>
                  <a:off x="8450044" y="1083128"/>
                  <a:ext cx="301320" cy="12852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35" name="Ink 34">
                  <a:extLst>
                    <a:ext uri="{FF2B5EF4-FFF2-40B4-BE49-F238E27FC236}">
                      <a16:creationId xmlns:a16="http://schemas.microsoft.com/office/drawing/2014/main" id="{BE00124C-0AF9-6509-5402-1F60277DA47B}"/>
                    </a:ext>
                  </a:extLst>
                </p14:cNvPr>
                <p14:cNvContentPartPr/>
                <p14:nvPr/>
              </p14:nvContentPartPr>
              <p14:xfrm>
                <a:off x="8706724" y="807008"/>
                <a:ext cx="190800" cy="816840"/>
              </p14:xfrm>
            </p:contentPart>
          </mc:Choice>
          <mc:Fallback>
            <p:pic>
              <p:nvPicPr>
                <p:cNvPr id="35" name="Ink 34">
                  <a:extLst>
                    <a:ext uri="{FF2B5EF4-FFF2-40B4-BE49-F238E27FC236}">
                      <a16:creationId xmlns:a16="http://schemas.microsoft.com/office/drawing/2014/main" id="{BE00124C-0AF9-6509-5402-1F60277DA47B}"/>
                    </a:ext>
                  </a:extLst>
                </p:cNvPr>
                <p:cNvPicPr/>
                <p:nvPr/>
              </p:nvPicPr>
              <p:blipFill>
                <a:blip r:embed="rId65"/>
                <a:stretch>
                  <a:fillRect/>
                </a:stretch>
              </p:blipFill>
              <p:spPr>
                <a:xfrm>
                  <a:off x="8700604" y="800888"/>
                  <a:ext cx="203040" cy="829080"/>
                </a:xfrm>
                <a:prstGeom prst="rect">
                  <a:avLst/>
                </a:prstGeom>
              </p:spPr>
            </p:pic>
          </mc:Fallback>
        </mc:AlternateContent>
      </p:grpSp>
      <p:grpSp>
        <p:nvGrpSpPr>
          <p:cNvPr id="44" name="Group 43">
            <a:extLst>
              <a:ext uri="{FF2B5EF4-FFF2-40B4-BE49-F238E27FC236}">
                <a16:creationId xmlns:a16="http://schemas.microsoft.com/office/drawing/2014/main" id="{C67696B5-F68E-D97A-0850-17394F3A58F6}"/>
              </a:ext>
            </a:extLst>
          </p:cNvPr>
          <p:cNvGrpSpPr/>
          <p:nvPr/>
        </p:nvGrpSpPr>
        <p:grpSpPr>
          <a:xfrm>
            <a:off x="4041484" y="1857848"/>
            <a:ext cx="795600" cy="596160"/>
            <a:chOff x="4041484" y="1857848"/>
            <a:chExt cx="795600" cy="596160"/>
          </a:xfrm>
        </p:grpSpPr>
        <mc:AlternateContent xmlns:mc="http://schemas.openxmlformats.org/markup-compatibility/2006">
          <mc:Choice xmlns:p14="http://schemas.microsoft.com/office/powerpoint/2010/main" Requires="p14">
            <p:contentPart p14:bwMode="auto" r:id="rId66">
              <p14:nvContentPartPr>
                <p14:cNvPr id="36" name="Ink 35">
                  <a:extLst>
                    <a:ext uri="{FF2B5EF4-FFF2-40B4-BE49-F238E27FC236}">
                      <a16:creationId xmlns:a16="http://schemas.microsoft.com/office/drawing/2014/main" id="{D0F6EB02-622E-C957-F89F-4D59D6F39B57}"/>
                    </a:ext>
                  </a:extLst>
                </p14:cNvPr>
                <p14:cNvContentPartPr/>
                <p14:nvPr/>
              </p14:nvContentPartPr>
              <p14:xfrm>
                <a:off x="4206004" y="1857848"/>
                <a:ext cx="148320" cy="439920"/>
              </p14:xfrm>
            </p:contentPart>
          </mc:Choice>
          <mc:Fallback>
            <p:pic>
              <p:nvPicPr>
                <p:cNvPr id="36" name="Ink 35">
                  <a:extLst>
                    <a:ext uri="{FF2B5EF4-FFF2-40B4-BE49-F238E27FC236}">
                      <a16:creationId xmlns:a16="http://schemas.microsoft.com/office/drawing/2014/main" id="{D0F6EB02-622E-C957-F89F-4D59D6F39B57}"/>
                    </a:ext>
                  </a:extLst>
                </p:cNvPr>
                <p:cNvPicPr/>
                <p:nvPr/>
              </p:nvPicPr>
              <p:blipFill>
                <a:blip r:embed="rId67"/>
                <a:stretch>
                  <a:fillRect/>
                </a:stretch>
              </p:blipFill>
              <p:spPr>
                <a:xfrm>
                  <a:off x="4199884" y="1851728"/>
                  <a:ext cx="160560" cy="45216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37" name="Ink 36">
                  <a:extLst>
                    <a:ext uri="{FF2B5EF4-FFF2-40B4-BE49-F238E27FC236}">
                      <a16:creationId xmlns:a16="http://schemas.microsoft.com/office/drawing/2014/main" id="{7C62A2C9-9038-B413-6D82-0D2024DA03FF}"/>
                    </a:ext>
                  </a:extLst>
                </p14:cNvPr>
                <p14:cNvContentPartPr/>
                <p14:nvPr/>
              </p14:nvContentPartPr>
              <p14:xfrm>
                <a:off x="4041484" y="2126048"/>
                <a:ext cx="461160" cy="174960"/>
              </p14:xfrm>
            </p:contentPart>
          </mc:Choice>
          <mc:Fallback>
            <p:pic>
              <p:nvPicPr>
                <p:cNvPr id="37" name="Ink 36">
                  <a:extLst>
                    <a:ext uri="{FF2B5EF4-FFF2-40B4-BE49-F238E27FC236}">
                      <a16:creationId xmlns:a16="http://schemas.microsoft.com/office/drawing/2014/main" id="{7C62A2C9-9038-B413-6D82-0D2024DA03FF}"/>
                    </a:ext>
                  </a:extLst>
                </p:cNvPr>
                <p:cNvPicPr/>
                <p:nvPr/>
              </p:nvPicPr>
              <p:blipFill>
                <a:blip r:embed="rId69"/>
                <a:stretch>
                  <a:fillRect/>
                </a:stretch>
              </p:blipFill>
              <p:spPr>
                <a:xfrm>
                  <a:off x="4035364" y="2119928"/>
                  <a:ext cx="473400" cy="18720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38" name="Ink 37">
                  <a:extLst>
                    <a:ext uri="{FF2B5EF4-FFF2-40B4-BE49-F238E27FC236}">
                      <a16:creationId xmlns:a16="http://schemas.microsoft.com/office/drawing/2014/main" id="{F4D58246-5115-2C83-2C5D-3C1C2E2E5F7F}"/>
                    </a:ext>
                  </a:extLst>
                </p14:cNvPr>
                <p14:cNvContentPartPr/>
                <p14:nvPr/>
              </p14:nvContentPartPr>
              <p14:xfrm>
                <a:off x="4614604" y="2178608"/>
                <a:ext cx="222480" cy="275400"/>
              </p14:xfrm>
            </p:contentPart>
          </mc:Choice>
          <mc:Fallback>
            <p:pic>
              <p:nvPicPr>
                <p:cNvPr id="38" name="Ink 37">
                  <a:extLst>
                    <a:ext uri="{FF2B5EF4-FFF2-40B4-BE49-F238E27FC236}">
                      <a16:creationId xmlns:a16="http://schemas.microsoft.com/office/drawing/2014/main" id="{F4D58246-5115-2C83-2C5D-3C1C2E2E5F7F}"/>
                    </a:ext>
                  </a:extLst>
                </p:cNvPr>
                <p:cNvPicPr/>
                <p:nvPr/>
              </p:nvPicPr>
              <p:blipFill>
                <a:blip r:embed="rId71"/>
                <a:stretch>
                  <a:fillRect/>
                </a:stretch>
              </p:blipFill>
              <p:spPr>
                <a:xfrm>
                  <a:off x="4608484" y="2172488"/>
                  <a:ext cx="234720" cy="2876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72">
            <p14:nvContentPartPr>
              <p14:cNvPr id="40" name="Ink 39">
                <a:extLst>
                  <a:ext uri="{FF2B5EF4-FFF2-40B4-BE49-F238E27FC236}">
                    <a16:creationId xmlns:a16="http://schemas.microsoft.com/office/drawing/2014/main" id="{FA6D7EA0-99BB-0659-6521-BE175B062875}"/>
                  </a:ext>
                </a:extLst>
              </p14:cNvPr>
              <p14:cNvContentPartPr/>
              <p14:nvPr/>
            </p14:nvContentPartPr>
            <p14:xfrm>
              <a:off x="4057684" y="4455608"/>
              <a:ext cx="119160" cy="426240"/>
            </p14:xfrm>
          </p:contentPart>
        </mc:Choice>
        <mc:Fallback>
          <p:pic>
            <p:nvPicPr>
              <p:cNvPr id="40" name="Ink 39">
                <a:extLst>
                  <a:ext uri="{FF2B5EF4-FFF2-40B4-BE49-F238E27FC236}">
                    <a16:creationId xmlns:a16="http://schemas.microsoft.com/office/drawing/2014/main" id="{FA6D7EA0-99BB-0659-6521-BE175B062875}"/>
                  </a:ext>
                </a:extLst>
              </p:cNvPr>
              <p:cNvPicPr/>
              <p:nvPr/>
            </p:nvPicPr>
            <p:blipFill>
              <a:blip r:embed="rId73"/>
              <a:stretch>
                <a:fillRect/>
              </a:stretch>
            </p:blipFill>
            <p:spPr>
              <a:xfrm>
                <a:off x="4051564" y="4449488"/>
                <a:ext cx="131400" cy="438480"/>
              </a:xfrm>
              <a:prstGeom prst="rect">
                <a:avLst/>
              </a:prstGeom>
            </p:spPr>
          </p:pic>
        </mc:Fallback>
      </mc:AlternateContent>
      <p:grpSp>
        <p:nvGrpSpPr>
          <p:cNvPr id="43" name="Group 42">
            <a:extLst>
              <a:ext uri="{FF2B5EF4-FFF2-40B4-BE49-F238E27FC236}">
                <a16:creationId xmlns:a16="http://schemas.microsoft.com/office/drawing/2014/main" id="{12649E9F-A2E6-AF7D-EBCC-A6BB7A854135}"/>
              </a:ext>
            </a:extLst>
          </p:cNvPr>
          <p:cNvGrpSpPr/>
          <p:nvPr/>
        </p:nvGrpSpPr>
        <p:grpSpPr>
          <a:xfrm>
            <a:off x="4088284" y="2774048"/>
            <a:ext cx="2313000" cy="1131840"/>
            <a:chOff x="4088284" y="2774048"/>
            <a:chExt cx="2313000" cy="1131840"/>
          </a:xfrm>
        </p:grpSpPr>
        <mc:AlternateContent xmlns:mc="http://schemas.openxmlformats.org/markup-compatibility/2006">
          <mc:Choice xmlns:p14="http://schemas.microsoft.com/office/powerpoint/2010/main" Requires="p14">
            <p:contentPart p14:bwMode="auto" r:id="rId74">
              <p14:nvContentPartPr>
                <p14:cNvPr id="39" name="Ink 38">
                  <a:extLst>
                    <a:ext uri="{FF2B5EF4-FFF2-40B4-BE49-F238E27FC236}">
                      <a16:creationId xmlns:a16="http://schemas.microsoft.com/office/drawing/2014/main" id="{7BFFA55C-8BF1-6F4C-EB15-D305B99C5002}"/>
                    </a:ext>
                  </a:extLst>
                </p14:cNvPr>
                <p14:cNvContentPartPr/>
                <p14:nvPr/>
              </p14:nvContentPartPr>
              <p14:xfrm>
                <a:off x="4088284" y="2774048"/>
                <a:ext cx="97920" cy="875880"/>
              </p14:xfrm>
            </p:contentPart>
          </mc:Choice>
          <mc:Fallback>
            <p:pic>
              <p:nvPicPr>
                <p:cNvPr id="39" name="Ink 38">
                  <a:extLst>
                    <a:ext uri="{FF2B5EF4-FFF2-40B4-BE49-F238E27FC236}">
                      <a16:creationId xmlns:a16="http://schemas.microsoft.com/office/drawing/2014/main" id="{7BFFA55C-8BF1-6F4C-EB15-D305B99C5002}"/>
                    </a:ext>
                  </a:extLst>
                </p:cNvPr>
                <p:cNvPicPr/>
                <p:nvPr/>
              </p:nvPicPr>
              <p:blipFill>
                <a:blip r:embed="rId75"/>
                <a:stretch>
                  <a:fillRect/>
                </a:stretch>
              </p:blipFill>
              <p:spPr>
                <a:xfrm>
                  <a:off x="4082164" y="2767928"/>
                  <a:ext cx="110160" cy="88812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41" name="Ink 40">
                  <a:extLst>
                    <a:ext uri="{FF2B5EF4-FFF2-40B4-BE49-F238E27FC236}">
                      <a16:creationId xmlns:a16="http://schemas.microsoft.com/office/drawing/2014/main" id="{6E9E3711-1419-9768-AE8C-AA49157EF744}"/>
                    </a:ext>
                  </a:extLst>
                </p14:cNvPr>
                <p14:cNvContentPartPr/>
                <p14:nvPr/>
              </p14:nvContentPartPr>
              <p14:xfrm>
                <a:off x="4892524" y="3408008"/>
                <a:ext cx="824040" cy="19080"/>
              </p14:xfrm>
            </p:contentPart>
          </mc:Choice>
          <mc:Fallback>
            <p:pic>
              <p:nvPicPr>
                <p:cNvPr id="41" name="Ink 40">
                  <a:extLst>
                    <a:ext uri="{FF2B5EF4-FFF2-40B4-BE49-F238E27FC236}">
                      <a16:creationId xmlns:a16="http://schemas.microsoft.com/office/drawing/2014/main" id="{6E9E3711-1419-9768-AE8C-AA49157EF744}"/>
                    </a:ext>
                  </a:extLst>
                </p:cNvPr>
                <p:cNvPicPr/>
                <p:nvPr/>
              </p:nvPicPr>
              <p:blipFill>
                <a:blip r:embed="rId77"/>
                <a:stretch>
                  <a:fillRect/>
                </a:stretch>
              </p:blipFill>
              <p:spPr>
                <a:xfrm>
                  <a:off x="4886404" y="3401888"/>
                  <a:ext cx="836280" cy="3132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42" name="Ink 41">
                  <a:extLst>
                    <a:ext uri="{FF2B5EF4-FFF2-40B4-BE49-F238E27FC236}">
                      <a16:creationId xmlns:a16="http://schemas.microsoft.com/office/drawing/2014/main" id="{A103C69B-6934-01F3-8B76-4F30D8D08549}"/>
                    </a:ext>
                  </a:extLst>
                </p14:cNvPr>
                <p14:cNvContentPartPr/>
                <p14:nvPr/>
              </p14:nvContentPartPr>
              <p14:xfrm>
                <a:off x="4473484" y="3795368"/>
                <a:ext cx="1927800" cy="110520"/>
              </p14:xfrm>
            </p:contentPart>
          </mc:Choice>
          <mc:Fallback>
            <p:pic>
              <p:nvPicPr>
                <p:cNvPr id="42" name="Ink 41">
                  <a:extLst>
                    <a:ext uri="{FF2B5EF4-FFF2-40B4-BE49-F238E27FC236}">
                      <a16:creationId xmlns:a16="http://schemas.microsoft.com/office/drawing/2014/main" id="{A103C69B-6934-01F3-8B76-4F30D8D08549}"/>
                    </a:ext>
                  </a:extLst>
                </p:cNvPr>
                <p:cNvPicPr/>
                <p:nvPr/>
              </p:nvPicPr>
              <p:blipFill>
                <a:blip r:embed="rId79"/>
                <a:stretch>
                  <a:fillRect/>
                </a:stretch>
              </p:blipFill>
              <p:spPr>
                <a:xfrm>
                  <a:off x="4467364" y="3789248"/>
                  <a:ext cx="1940040" cy="122760"/>
                </a:xfrm>
                <a:prstGeom prst="rect">
                  <a:avLst/>
                </a:prstGeom>
              </p:spPr>
            </p:pic>
          </mc:Fallback>
        </mc:AlternateContent>
      </p:grpSp>
      <p:grpSp>
        <p:nvGrpSpPr>
          <p:cNvPr id="60" name="Group 59">
            <a:extLst>
              <a:ext uri="{FF2B5EF4-FFF2-40B4-BE49-F238E27FC236}">
                <a16:creationId xmlns:a16="http://schemas.microsoft.com/office/drawing/2014/main" id="{D4E94289-BC88-189F-13D5-425623CFC849}"/>
              </a:ext>
            </a:extLst>
          </p:cNvPr>
          <p:cNvGrpSpPr/>
          <p:nvPr/>
        </p:nvGrpSpPr>
        <p:grpSpPr>
          <a:xfrm>
            <a:off x="6936604" y="2441768"/>
            <a:ext cx="2155320" cy="1167480"/>
            <a:chOff x="6936604" y="2441768"/>
            <a:chExt cx="2155320" cy="1167480"/>
          </a:xfrm>
        </p:grpSpPr>
        <mc:AlternateContent xmlns:mc="http://schemas.openxmlformats.org/markup-compatibility/2006">
          <mc:Choice xmlns:p14="http://schemas.microsoft.com/office/powerpoint/2010/main" Requires="p14">
            <p:contentPart p14:bwMode="auto" r:id="rId80">
              <p14:nvContentPartPr>
                <p14:cNvPr id="48" name="Ink 47">
                  <a:extLst>
                    <a:ext uri="{FF2B5EF4-FFF2-40B4-BE49-F238E27FC236}">
                      <a16:creationId xmlns:a16="http://schemas.microsoft.com/office/drawing/2014/main" id="{9BE785FB-2B52-B63E-A02C-EC73BA06AE12}"/>
                    </a:ext>
                  </a:extLst>
                </p14:cNvPr>
                <p14:cNvContentPartPr/>
                <p14:nvPr/>
              </p14:nvContentPartPr>
              <p14:xfrm>
                <a:off x="6936604" y="3235928"/>
                <a:ext cx="368640" cy="355680"/>
              </p14:xfrm>
            </p:contentPart>
          </mc:Choice>
          <mc:Fallback>
            <p:pic>
              <p:nvPicPr>
                <p:cNvPr id="48" name="Ink 47">
                  <a:extLst>
                    <a:ext uri="{FF2B5EF4-FFF2-40B4-BE49-F238E27FC236}">
                      <a16:creationId xmlns:a16="http://schemas.microsoft.com/office/drawing/2014/main" id="{9BE785FB-2B52-B63E-A02C-EC73BA06AE12}"/>
                    </a:ext>
                  </a:extLst>
                </p:cNvPr>
                <p:cNvPicPr/>
                <p:nvPr/>
              </p:nvPicPr>
              <p:blipFill>
                <a:blip r:embed="rId81"/>
                <a:stretch>
                  <a:fillRect/>
                </a:stretch>
              </p:blipFill>
              <p:spPr>
                <a:xfrm>
                  <a:off x="6930484" y="3229808"/>
                  <a:ext cx="380880" cy="36792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49" name="Ink 48">
                  <a:extLst>
                    <a:ext uri="{FF2B5EF4-FFF2-40B4-BE49-F238E27FC236}">
                      <a16:creationId xmlns:a16="http://schemas.microsoft.com/office/drawing/2014/main" id="{6828C2CF-72C1-9BEC-CD4F-0E083B44B06C}"/>
                    </a:ext>
                  </a:extLst>
                </p14:cNvPr>
                <p14:cNvContentPartPr/>
                <p14:nvPr/>
              </p14:nvContentPartPr>
              <p14:xfrm>
                <a:off x="7430164" y="3154928"/>
                <a:ext cx="127800" cy="360360"/>
              </p14:xfrm>
            </p:contentPart>
          </mc:Choice>
          <mc:Fallback>
            <p:pic>
              <p:nvPicPr>
                <p:cNvPr id="49" name="Ink 48">
                  <a:extLst>
                    <a:ext uri="{FF2B5EF4-FFF2-40B4-BE49-F238E27FC236}">
                      <a16:creationId xmlns:a16="http://schemas.microsoft.com/office/drawing/2014/main" id="{6828C2CF-72C1-9BEC-CD4F-0E083B44B06C}"/>
                    </a:ext>
                  </a:extLst>
                </p:cNvPr>
                <p:cNvPicPr/>
                <p:nvPr/>
              </p:nvPicPr>
              <p:blipFill>
                <a:blip r:embed="rId83"/>
                <a:stretch>
                  <a:fillRect/>
                </a:stretch>
              </p:blipFill>
              <p:spPr>
                <a:xfrm>
                  <a:off x="7424044" y="3148808"/>
                  <a:ext cx="140040" cy="37260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50" name="Ink 49">
                  <a:extLst>
                    <a:ext uri="{FF2B5EF4-FFF2-40B4-BE49-F238E27FC236}">
                      <a16:creationId xmlns:a16="http://schemas.microsoft.com/office/drawing/2014/main" id="{DC00566C-F8F3-F919-7980-7F4D17302F90}"/>
                    </a:ext>
                  </a:extLst>
                </p14:cNvPr>
                <p14:cNvContentPartPr/>
                <p14:nvPr/>
              </p14:nvContentPartPr>
              <p14:xfrm>
                <a:off x="7739044" y="3161768"/>
                <a:ext cx="159120" cy="318600"/>
              </p14:xfrm>
            </p:contentPart>
          </mc:Choice>
          <mc:Fallback>
            <p:pic>
              <p:nvPicPr>
                <p:cNvPr id="50" name="Ink 49">
                  <a:extLst>
                    <a:ext uri="{FF2B5EF4-FFF2-40B4-BE49-F238E27FC236}">
                      <a16:creationId xmlns:a16="http://schemas.microsoft.com/office/drawing/2014/main" id="{DC00566C-F8F3-F919-7980-7F4D17302F90}"/>
                    </a:ext>
                  </a:extLst>
                </p:cNvPr>
                <p:cNvPicPr/>
                <p:nvPr/>
              </p:nvPicPr>
              <p:blipFill>
                <a:blip r:embed="rId85"/>
                <a:stretch>
                  <a:fillRect/>
                </a:stretch>
              </p:blipFill>
              <p:spPr>
                <a:xfrm>
                  <a:off x="7732924" y="3155648"/>
                  <a:ext cx="171360" cy="33084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51" name="Ink 50">
                  <a:extLst>
                    <a:ext uri="{FF2B5EF4-FFF2-40B4-BE49-F238E27FC236}">
                      <a16:creationId xmlns:a16="http://schemas.microsoft.com/office/drawing/2014/main" id="{2CB2D17E-E206-4CFA-507E-5A43AF8D37C8}"/>
                    </a:ext>
                  </a:extLst>
                </p14:cNvPr>
                <p14:cNvContentPartPr/>
                <p14:nvPr/>
              </p14:nvContentPartPr>
              <p14:xfrm>
                <a:off x="7947844" y="3126848"/>
                <a:ext cx="117720" cy="189360"/>
              </p14:xfrm>
            </p:contentPart>
          </mc:Choice>
          <mc:Fallback>
            <p:pic>
              <p:nvPicPr>
                <p:cNvPr id="51" name="Ink 50">
                  <a:extLst>
                    <a:ext uri="{FF2B5EF4-FFF2-40B4-BE49-F238E27FC236}">
                      <a16:creationId xmlns:a16="http://schemas.microsoft.com/office/drawing/2014/main" id="{2CB2D17E-E206-4CFA-507E-5A43AF8D37C8}"/>
                    </a:ext>
                  </a:extLst>
                </p:cNvPr>
                <p:cNvPicPr/>
                <p:nvPr/>
              </p:nvPicPr>
              <p:blipFill>
                <a:blip r:embed="rId87"/>
                <a:stretch>
                  <a:fillRect/>
                </a:stretch>
              </p:blipFill>
              <p:spPr>
                <a:xfrm>
                  <a:off x="7941724" y="3120728"/>
                  <a:ext cx="129960" cy="20160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52" name="Ink 51">
                  <a:extLst>
                    <a:ext uri="{FF2B5EF4-FFF2-40B4-BE49-F238E27FC236}">
                      <a16:creationId xmlns:a16="http://schemas.microsoft.com/office/drawing/2014/main" id="{1F1EED02-088F-F0B6-5C7D-6AEA627626DA}"/>
                    </a:ext>
                  </a:extLst>
                </p14:cNvPr>
                <p14:cNvContentPartPr/>
                <p14:nvPr/>
              </p14:nvContentPartPr>
              <p14:xfrm>
                <a:off x="8079244" y="2441768"/>
                <a:ext cx="1012680" cy="1097640"/>
              </p14:xfrm>
            </p:contentPart>
          </mc:Choice>
          <mc:Fallback>
            <p:pic>
              <p:nvPicPr>
                <p:cNvPr id="52" name="Ink 51">
                  <a:extLst>
                    <a:ext uri="{FF2B5EF4-FFF2-40B4-BE49-F238E27FC236}">
                      <a16:creationId xmlns:a16="http://schemas.microsoft.com/office/drawing/2014/main" id="{1F1EED02-088F-F0B6-5C7D-6AEA627626DA}"/>
                    </a:ext>
                  </a:extLst>
                </p:cNvPr>
                <p:cNvPicPr/>
                <p:nvPr/>
              </p:nvPicPr>
              <p:blipFill>
                <a:blip r:embed="rId89"/>
                <a:stretch>
                  <a:fillRect/>
                </a:stretch>
              </p:blipFill>
              <p:spPr>
                <a:xfrm>
                  <a:off x="8073124" y="2435648"/>
                  <a:ext cx="1024920" cy="110988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53" name="Ink 52">
                  <a:extLst>
                    <a:ext uri="{FF2B5EF4-FFF2-40B4-BE49-F238E27FC236}">
                      <a16:creationId xmlns:a16="http://schemas.microsoft.com/office/drawing/2014/main" id="{E83F5319-A787-A21E-309D-63E13260004F}"/>
                    </a:ext>
                  </a:extLst>
                </p14:cNvPr>
                <p14:cNvContentPartPr/>
                <p14:nvPr/>
              </p14:nvContentPartPr>
              <p14:xfrm>
                <a:off x="8914084" y="3157088"/>
                <a:ext cx="105120" cy="16920"/>
              </p14:xfrm>
            </p:contentPart>
          </mc:Choice>
          <mc:Fallback>
            <p:pic>
              <p:nvPicPr>
                <p:cNvPr id="53" name="Ink 52">
                  <a:extLst>
                    <a:ext uri="{FF2B5EF4-FFF2-40B4-BE49-F238E27FC236}">
                      <a16:creationId xmlns:a16="http://schemas.microsoft.com/office/drawing/2014/main" id="{E83F5319-A787-A21E-309D-63E13260004F}"/>
                    </a:ext>
                  </a:extLst>
                </p:cNvPr>
                <p:cNvPicPr/>
                <p:nvPr/>
              </p:nvPicPr>
              <p:blipFill>
                <a:blip r:embed="rId91"/>
                <a:stretch>
                  <a:fillRect/>
                </a:stretch>
              </p:blipFill>
              <p:spPr>
                <a:xfrm>
                  <a:off x="8907964" y="3150968"/>
                  <a:ext cx="117360" cy="2916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54" name="Ink 53">
                  <a:extLst>
                    <a:ext uri="{FF2B5EF4-FFF2-40B4-BE49-F238E27FC236}">
                      <a16:creationId xmlns:a16="http://schemas.microsoft.com/office/drawing/2014/main" id="{49D6526C-6DF0-44D5-DC0F-9B700D67B243}"/>
                    </a:ext>
                  </a:extLst>
                </p14:cNvPr>
                <p14:cNvContentPartPr/>
                <p14:nvPr/>
              </p14:nvContentPartPr>
              <p14:xfrm>
                <a:off x="7336204" y="3484328"/>
                <a:ext cx="1334520" cy="124920"/>
              </p14:xfrm>
            </p:contentPart>
          </mc:Choice>
          <mc:Fallback>
            <p:pic>
              <p:nvPicPr>
                <p:cNvPr id="54" name="Ink 53">
                  <a:extLst>
                    <a:ext uri="{FF2B5EF4-FFF2-40B4-BE49-F238E27FC236}">
                      <a16:creationId xmlns:a16="http://schemas.microsoft.com/office/drawing/2014/main" id="{49D6526C-6DF0-44D5-DC0F-9B700D67B243}"/>
                    </a:ext>
                  </a:extLst>
                </p:cNvPr>
                <p:cNvPicPr/>
                <p:nvPr/>
              </p:nvPicPr>
              <p:blipFill>
                <a:blip r:embed="rId93"/>
                <a:stretch>
                  <a:fillRect/>
                </a:stretch>
              </p:blipFill>
              <p:spPr>
                <a:xfrm>
                  <a:off x="7330084" y="3478208"/>
                  <a:ext cx="1346760" cy="137160"/>
                </a:xfrm>
                <a:prstGeom prst="rect">
                  <a:avLst/>
                </a:prstGeom>
              </p:spPr>
            </p:pic>
          </mc:Fallback>
        </mc:AlternateContent>
      </p:grpSp>
      <p:grpSp>
        <p:nvGrpSpPr>
          <p:cNvPr id="59" name="Group 58">
            <a:extLst>
              <a:ext uri="{FF2B5EF4-FFF2-40B4-BE49-F238E27FC236}">
                <a16:creationId xmlns:a16="http://schemas.microsoft.com/office/drawing/2014/main" id="{F3783280-115E-D36E-AF04-F3925936B917}"/>
              </a:ext>
            </a:extLst>
          </p:cNvPr>
          <p:cNvGrpSpPr/>
          <p:nvPr/>
        </p:nvGrpSpPr>
        <p:grpSpPr>
          <a:xfrm>
            <a:off x="9632644" y="2946848"/>
            <a:ext cx="713880" cy="226080"/>
            <a:chOff x="9632644" y="2946848"/>
            <a:chExt cx="713880" cy="226080"/>
          </a:xfrm>
        </p:grpSpPr>
        <mc:AlternateContent xmlns:mc="http://schemas.openxmlformats.org/markup-compatibility/2006">
          <mc:Choice xmlns:p14="http://schemas.microsoft.com/office/powerpoint/2010/main" Requires="p14">
            <p:contentPart p14:bwMode="auto" r:id="rId94">
              <p14:nvContentPartPr>
                <p14:cNvPr id="55" name="Ink 54">
                  <a:extLst>
                    <a:ext uri="{FF2B5EF4-FFF2-40B4-BE49-F238E27FC236}">
                      <a16:creationId xmlns:a16="http://schemas.microsoft.com/office/drawing/2014/main" id="{24D66E61-133D-B7DE-BB99-E6D63DEE27F7}"/>
                    </a:ext>
                  </a:extLst>
                </p14:cNvPr>
                <p14:cNvContentPartPr/>
                <p14:nvPr/>
              </p14:nvContentPartPr>
              <p14:xfrm>
                <a:off x="9632644" y="2976728"/>
                <a:ext cx="306360" cy="127080"/>
              </p14:xfrm>
            </p:contentPart>
          </mc:Choice>
          <mc:Fallback>
            <p:pic>
              <p:nvPicPr>
                <p:cNvPr id="55" name="Ink 54">
                  <a:extLst>
                    <a:ext uri="{FF2B5EF4-FFF2-40B4-BE49-F238E27FC236}">
                      <a16:creationId xmlns:a16="http://schemas.microsoft.com/office/drawing/2014/main" id="{24D66E61-133D-B7DE-BB99-E6D63DEE27F7}"/>
                    </a:ext>
                  </a:extLst>
                </p:cNvPr>
                <p:cNvPicPr/>
                <p:nvPr/>
              </p:nvPicPr>
              <p:blipFill>
                <a:blip r:embed="rId95"/>
                <a:stretch>
                  <a:fillRect/>
                </a:stretch>
              </p:blipFill>
              <p:spPr>
                <a:xfrm>
                  <a:off x="9626524" y="2970608"/>
                  <a:ext cx="318600" cy="13932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56" name="Ink 55">
                  <a:extLst>
                    <a:ext uri="{FF2B5EF4-FFF2-40B4-BE49-F238E27FC236}">
                      <a16:creationId xmlns:a16="http://schemas.microsoft.com/office/drawing/2014/main" id="{9B046FE8-1FF4-1191-24A1-C47BC9F4F340}"/>
                    </a:ext>
                  </a:extLst>
                </p14:cNvPr>
                <p14:cNvContentPartPr/>
                <p14:nvPr/>
              </p14:nvContentPartPr>
              <p14:xfrm>
                <a:off x="9981124" y="2987168"/>
                <a:ext cx="181440" cy="128160"/>
              </p14:xfrm>
            </p:contentPart>
          </mc:Choice>
          <mc:Fallback>
            <p:pic>
              <p:nvPicPr>
                <p:cNvPr id="56" name="Ink 55">
                  <a:extLst>
                    <a:ext uri="{FF2B5EF4-FFF2-40B4-BE49-F238E27FC236}">
                      <a16:creationId xmlns:a16="http://schemas.microsoft.com/office/drawing/2014/main" id="{9B046FE8-1FF4-1191-24A1-C47BC9F4F340}"/>
                    </a:ext>
                  </a:extLst>
                </p:cNvPr>
                <p:cNvPicPr/>
                <p:nvPr/>
              </p:nvPicPr>
              <p:blipFill>
                <a:blip r:embed="rId97"/>
                <a:stretch>
                  <a:fillRect/>
                </a:stretch>
              </p:blipFill>
              <p:spPr>
                <a:xfrm>
                  <a:off x="9975004" y="2981048"/>
                  <a:ext cx="193680" cy="14040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57" name="Ink 56">
                  <a:extLst>
                    <a:ext uri="{FF2B5EF4-FFF2-40B4-BE49-F238E27FC236}">
                      <a16:creationId xmlns:a16="http://schemas.microsoft.com/office/drawing/2014/main" id="{E53C8B21-9B5A-3C16-4775-81AAFFE91785}"/>
                    </a:ext>
                  </a:extLst>
                </p14:cNvPr>
                <p14:cNvContentPartPr/>
                <p14:nvPr/>
              </p14:nvContentPartPr>
              <p14:xfrm>
                <a:off x="10275244" y="2946848"/>
                <a:ext cx="71280" cy="226080"/>
              </p14:xfrm>
            </p:contentPart>
          </mc:Choice>
          <mc:Fallback>
            <p:pic>
              <p:nvPicPr>
                <p:cNvPr id="57" name="Ink 56">
                  <a:extLst>
                    <a:ext uri="{FF2B5EF4-FFF2-40B4-BE49-F238E27FC236}">
                      <a16:creationId xmlns:a16="http://schemas.microsoft.com/office/drawing/2014/main" id="{E53C8B21-9B5A-3C16-4775-81AAFFE91785}"/>
                    </a:ext>
                  </a:extLst>
                </p:cNvPr>
                <p:cNvPicPr/>
                <p:nvPr/>
              </p:nvPicPr>
              <p:blipFill>
                <a:blip r:embed="rId99"/>
                <a:stretch>
                  <a:fillRect/>
                </a:stretch>
              </p:blipFill>
              <p:spPr>
                <a:xfrm>
                  <a:off x="10269124" y="2940728"/>
                  <a:ext cx="83520" cy="23832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00">
            <p14:nvContentPartPr>
              <p14:cNvPr id="58" name="Ink 57">
                <a:extLst>
                  <a:ext uri="{FF2B5EF4-FFF2-40B4-BE49-F238E27FC236}">
                    <a16:creationId xmlns:a16="http://schemas.microsoft.com/office/drawing/2014/main" id="{BE409B42-E5DB-10B6-4652-8FE8168B1BB6}"/>
                  </a:ext>
                </a:extLst>
              </p14:cNvPr>
              <p14:cNvContentPartPr/>
              <p14:nvPr/>
            </p14:nvContentPartPr>
            <p14:xfrm>
              <a:off x="9648844" y="3474608"/>
              <a:ext cx="352440" cy="124920"/>
            </p14:xfrm>
          </p:contentPart>
        </mc:Choice>
        <mc:Fallback>
          <p:pic>
            <p:nvPicPr>
              <p:cNvPr id="58" name="Ink 57">
                <a:extLst>
                  <a:ext uri="{FF2B5EF4-FFF2-40B4-BE49-F238E27FC236}">
                    <a16:creationId xmlns:a16="http://schemas.microsoft.com/office/drawing/2014/main" id="{BE409B42-E5DB-10B6-4652-8FE8168B1BB6}"/>
                  </a:ext>
                </a:extLst>
              </p:cNvPr>
              <p:cNvPicPr/>
              <p:nvPr/>
            </p:nvPicPr>
            <p:blipFill>
              <a:blip r:embed="rId101"/>
              <a:stretch>
                <a:fillRect/>
              </a:stretch>
            </p:blipFill>
            <p:spPr>
              <a:xfrm>
                <a:off x="9642724" y="3468488"/>
                <a:ext cx="364680" cy="137160"/>
              </a:xfrm>
              <a:prstGeom prst="rect">
                <a:avLst/>
              </a:prstGeom>
            </p:spPr>
          </p:pic>
        </mc:Fallback>
      </mc:AlternateContent>
      <p:grpSp>
        <p:nvGrpSpPr>
          <p:cNvPr id="80" name="Group 79">
            <a:extLst>
              <a:ext uri="{FF2B5EF4-FFF2-40B4-BE49-F238E27FC236}">
                <a16:creationId xmlns:a16="http://schemas.microsoft.com/office/drawing/2014/main" id="{38B174B3-9668-508A-F037-141165D9585B}"/>
              </a:ext>
            </a:extLst>
          </p:cNvPr>
          <p:cNvGrpSpPr/>
          <p:nvPr/>
        </p:nvGrpSpPr>
        <p:grpSpPr>
          <a:xfrm>
            <a:off x="5343244" y="4461008"/>
            <a:ext cx="5145480" cy="1591920"/>
            <a:chOff x="5343244" y="4461008"/>
            <a:chExt cx="5145480" cy="1591920"/>
          </a:xfrm>
        </p:grpSpPr>
        <mc:AlternateContent xmlns:mc="http://schemas.openxmlformats.org/markup-compatibility/2006">
          <mc:Choice xmlns:p14="http://schemas.microsoft.com/office/powerpoint/2010/main" Requires="p14">
            <p:contentPart p14:bwMode="auto" r:id="rId102">
              <p14:nvContentPartPr>
                <p14:cNvPr id="61" name="Ink 60">
                  <a:extLst>
                    <a:ext uri="{FF2B5EF4-FFF2-40B4-BE49-F238E27FC236}">
                      <a16:creationId xmlns:a16="http://schemas.microsoft.com/office/drawing/2014/main" id="{541810D0-3B9A-6BF8-606C-3C4EFDF4EA14}"/>
                    </a:ext>
                  </a:extLst>
                </p14:cNvPr>
                <p14:cNvContentPartPr/>
                <p14:nvPr/>
              </p14:nvContentPartPr>
              <p14:xfrm>
                <a:off x="5580844" y="4618688"/>
                <a:ext cx="577440" cy="337320"/>
              </p14:xfrm>
            </p:contentPart>
          </mc:Choice>
          <mc:Fallback>
            <p:pic>
              <p:nvPicPr>
                <p:cNvPr id="61" name="Ink 60">
                  <a:extLst>
                    <a:ext uri="{FF2B5EF4-FFF2-40B4-BE49-F238E27FC236}">
                      <a16:creationId xmlns:a16="http://schemas.microsoft.com/office/drawing/2014/main" id="{541810D0-3B9A-6BF8-606C-3C4EFDF4EA14}"/>
                    </a:ext>
                  </a:extLst>
                </p:cNvPr>
                <p:cNvPicPr/>
                <p:nvPr/>
              </p:nvPicPr>
              <p:blipFill>
                <a:blip r:embed="rId103"/>
                <a:stretch>
                  <a:fillRect/>
                </a:stretch>
              </p:blipFill>
              <p:spPr>
                <a:xfrm>
                  <a:off x="5574724" y="4612568"/>
                  <a:ext cx="589680" cy="34956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62" name="Ink 61">
                  <a:extLst>
                    <a:ext uri="{FF2B5EF4-FFF2-40B4-BE49-F238E27FC236}">
                      <a16:creationId xmlns:a16="http://schemas.microsoft.com/office/drawing/2014/main" id="{8FDDEEC5-9531-66DD-67E3-5917BA0C7F48}"/>
                    </a:ext>
                  </a:extLst>
                </p14:cNvPr>
                <p14:cNvContentPartPr/>
                <p14:nvPr/>
              </p14:nvContentPartPr>
              <p14:xfrm>
                <a:off x="6303724" y="4461008"/>
                <a:ext cx="553680" cy="402840"/>
              </p14:xfrm>
            </p:contentPart>
          </mc:Choice>
          <mc:Fallback>
            <p:pic>
              <p:nvPicPr>
                <p:cNvPr id="62" name="Ink 61">
                  <a:extLst>
                    <a:ext uri="{FF2B5EF4-FFF2-40B4-BE49-F238E27FC236}">
                      <a16:creationId xmlns:a16="http://schemas.microsoft.com/office/drawing/2014/main" id="{8FDDEEC5-9531-66DD-67E3-5917BA0C7F48}"/>
                    </a:ext>
                  </a:extLst>
                </p:cNvPr>
                <p:cNvPicPr/>
                <p:nvPr/>
              </p:nvPicPr>
              <p:blipFill>
                <a:blip r:embed="rId105"/>
                <a:stretch>
                  <a:fillRect/>
                </a:stretch>
              </p:blipFill>
              <p:spPr>
                <a:xfrm>
                  <a:off x="6297604" y="4454888"/>
                  <a:ext cx="565920" cy="41508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63" name="Ink 62">
                  <a:extLst>
                    <a:ext uri="{FF2B5EF4-FFF2-40B4-BE49-F238E27FC236}">
                      <a16:creationId xmlns:a16="http://schemas.microsoft.com/office/drawing/2014/main" id="{1EC34563-915B-2C6E-FC97-3FD7280C5C08}"/>
                    </a:ext>
                  </a:extLst>
                </p14:cNvPr>
                <p14:cNvContentPartPr/>
                <p14:nvPr/>
              </p14:nvContentPartPr>
              <p14:xfrm>
                <a:off x="7260244" y="4599968"/>
                <a:ext cx="565200" cy="185040"/>
              </p14:xfrm>
            </p:contentPart>
          </mc:Choice>
          <mc:Fallback>
            <p:pic>
              <p:nvPicPr>
                <p:cNvPr id="63" name="Ink 62">
                  <a:extLst>
                    <a:ext uri="{FF2B5EF4-FFF2-40B4-BE49-F238E27FC236}">
                      <a16:creationId xmlns:a16="http://schemas.microsoft.com/office/drawing/2014/main" id="{1EC34563-915B-2C6E-FC97-3FD7280C5C08}"/>
                    </a:ext>
                  </a:extLst>
                </p:cNvPr>
                <p:cNvPicPr/>
                <p:nvPr/>
              </p:nvPicPr>
              <p:blipFill>
                <a:blip r:embed="rId107"/>
                <a:stretch>
                  <a:fillRect/>
                </a:stretch>
              </p:blipFill>
              <p:spPr>
                <a:xfrm>
                  <a:off x="7254124" y="4593848"/>
                  <a:ext cx="577440" cy="19728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65" name="Ink 64">
                  <a:extLst>
                    <a:ext uri="{FF2B5EF4-FFF2-40B4-BE49-F238E27FC236}">
                      <a16:creationId xmlns:a16="http://schemas.microsoft.com/office/drawing/2014/main" id="{54ED2027-4EDD-6506-ABA9-F48D98041A35}"/>
                    </a:ext>
                  </a:extLst>
                </p14:cNvPr>
                <p14:cNvContentPartPr/>
                <p14:nvPr/>
              </p14:nvContentPartPr>
              <p14:xfrm>
                <a:off x="5746804" y="5400968"/>
                <a:ext cx="319680" cy="335520"/>
              </p14:xfrm>
            </p:contentPart>
          </mc:Choice>
          <mc:Fallback>
            <p:pic>
              <p:nvPicPr>
                <p:cNvPr id="65" name="Ink 64">
                  <a:extLst>
                    <a:ext uri="{FF2B5EF4-FFF2-40B4-BE49-F238E27FC236}">
                      <a16:creationId xmlns:a16="http://schemas.microsoft.com/office/drawing/2014/main" id="{54ED2027-4EDD-6506-ABA9-F48D98041A35}"/>
                    </a:ext>
                  </a:extLst>
                </p:cNvPr>
                <p:cNvPicPr/>
                <p:nvPr/>
              </p:nvPicPr>
              <p:blipFill>
                <a:blip r:embed="rId109"/>
                <a:stretch>
                  <a:fillRect/>
                </a:stretch>
              </p:blipFill>
              <p:spPr>
                <a:xfrm>
                  <a:off x="5740684" y="5394848"/>
                  <a:ext cx="331920" cy="34776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66" name="Ink 65">
                  <a:extLst>
                    <a:ext uri="{FF2B5EF4-FFF2-40B4-BE49-F238E27FC236}">
                      <a16:creationId xmlns:a16="http://schemas.microsoft.com/office/drawing/2014/main" id="{CFF89D31-EDDD-A667-66B8-A707236DFB10}"/>
                    </a:ext>
                  </a:extLst>
                </p14:cNvPr>
                <p14:cNvContentPartPr/>
                <p14:nvPr/>
              </p14:nvContentPartPr>
              <p14:xfrm>
                <a:off x="6150004" y="5485568"/>
                <a:ext cx="572760" cy="235440"/>
              </p14:xfrm>
            </p:contentPart>
          </mc:Choice>
          <mc:Fallback>
            <p:pic>
              <p:nvPicPr>
                <p:cNvPr id="66" name="Ink 65">
                  <a:extLst>
                    <a:ext uri="{FF2B5EF4-FFF2-40B4-BE49-F238E27FC236}">
                      <a16:creationId xmlns:a16="http://schemas.microsoft.com/office/drawing/2014/main" id="{CFF89D31-EDDD-A667-66B8-A707236DFB10}"/>
                    </a:ext>
                  </a:extLst>
                </p:cNvPr>
                <p:cNvPicPr/>
                <p:nvPr/>
              </p:nvPicPr>
              <p:blipFill>
                <a:blip r:embed="rId111"/>
                <a:stretch>
                  <a:fillRect/>
                </a:stretch>
              </p:blipFill>
              <p:spPr>
                <a:xfrm>
                  <a:off x="6143884" y="5479448"/>
                  <a:ext cx="585000" cy="24768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67" name="Ink 66">
                  <a:extLst>
                    <a:ext uri="{FF2B5EF4-FFF2-40B4-BE49-F238E27FC236}">
                      <a16:creationId xmlns:a16="http://schemas.microsoft.com/office/drawing/2014/main" id="{9328FFFB-8F5D-BF0A-B30C-A4292368036B}"/>
                    </a:ext>
                  </a:extLst>
                </p14:cNvPr>
                <p14:cNvContentPartPr/>
                <p14:nvPr/>
              </p14:nvContentPartPr>
              <p14:xfrm>
                <a:off x="6641764" y="5246168"/>
                <a:ext cx="423000" cy="797040"/>
              </p14:xfrm>
            </p:contentPart>
          </mc:Choice>
          <mc:Fallback>
            <p:pic>
              <p:nvPicPr>
                <p:cNvPr id="67" name="Ink 66">
                  <a:extLst>
                    <a:ext uri="{FF2B5EF4-FFF2-40B4-BE49-F238E27FC236}">
                      <a16:creationId xmlns:a16="http://schemas.microsoft.com/office/drawing/2014/main" id="{9328FFFB-8F5D-BF0A-B30C-A4292368036B}"/>
                    </a:ext>
                  </a:extLst>
                </p:cNvPr>
                <p:cNvPicPr/>
                <p:nvPr/>
              </p:nvPicPr>
              <p:blipFill>
                <a:blip r:embed="rId113"/>
                <a:stretch>
                  <a:fillRect/>
                </a:stretch>
              </p:blipFill>
              <p:spPr>
                <a:xfrm>
                  <a:off x="6635644" y="5240048"/>
                  <a:ext cx="435240" cy="80928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68" name="Ink 67">
                  <a:extLst>
                    <a:ext uri="{FF2B5EF4-FFF2-40B4-BE49-F238E27FC236}">
                      <a16:creationId xmlns:a16="http://schemas.microsoft.com/office/drawing/2014/main" id="{E88CF18B-065D-5895-0F40-575CE67674B4}"/>
                    </a:ext>
                  </a:extLst>
                </p14:cNvPr>
                <p14:cNvContentPartPr/>
                <p14:nvPr/>
              </p14:nvContentPartPr>
              <p14:xfrm>
                <a:off x="5343244" y="5280368"/>
                <a:ext cx="315360" cy="736200"/>
              </p14:xfrm>
            </p:contentPart>
          </mc:Choice>
          <mc:Fallback>
            <p:pic>
              <p:nvPicPr>
                <p:cNvPr id="68" name="Ink 67">
                  <a:extLst>
                    <a:ext uri="{FF2B5EF4-FFF2-40B4-BE49-F238E27FC236}">
                      <a16:creationId xmlns:a16="http://schemas.microsoft.com/office/drawing/2014/main" id="{E88CF18B-065D-5895-0F40-575CE67674B4}"/>
                    </a:ext>
                  </a:extLst>
                </p:cNvPr>
                <p:cNvPicPr/>
                <p:nvPr/>
              </p:nvPicPr>
              <p:blipFill>
                <a:blip r:embed="rId115"/>
                <a:stretch>
                  <a:fillRect/>
                </a:stretch>
              </p:blipFill>
              <p:spPr>
                <a:xfrm>
                  <a:off x="5337124" y="5274248"/>
                  <a:ext cx="327600" cy="74844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73" name="Ink 72">
                  <a:extLst>
                    <a:ext uri="{FF2B5EF4-FFF2-40B4-BE49-F238E27FC236}">
                      <a16:creationId xmlns:a16="http://schemas.microsoft.com/office/drawing/2014/main" id="{25F6F2DE-3B3B-3016-901C-E617DDC8943A}"/>
                    </a:ext>
                  </a:extLst>
                </p14:cNvPr>
                <p14:cNvContentPartPr/>
                <p14:nvPr/>
              </p14:nvContentPartPr>
              <p14:xfrm>
                <a:off x="5923204" y="5930168"/>
                <a:ext cx="856080" cy="122760"/>
              </p14:xfrm>
            </p:contentPart>
          </mc:Choice>
          <mc:Fallback>
            <p:pic>
              <p:nvPicPr>
                <p:cNvPr id="73" name="Ink 72">
                  <a:extLst>
                    <a:ext uri="{FF2B5EF4-FFF2-40B4-BE49-F238E27FC236}">
                      <a16:creationId xmlns:a16="http://schemas.microsoft.com/office/drawing/2014/main" id="{25F6F2DE-3B3B-3016-901C-E617DDC8943A}"/>
                    </a:ext>
                  </a:extLst>
                </p:cNvPr>
                <p:cNvPicPr/>
                <p:nvPr/>
              </p:nvPicPr>
              <p:blipFill>
                <a:blip r:embed="rId117"/>
                <a:stretch>
                  <a:fillRect/>
                </a:stretch>
              </p:blipFill>
              <p:spPr>
                <a:xfrm>
                  <a:off x="5917084" y="5924048"/>
                  <a:ext cx="868320" cy="13500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70" name="Ink 69">
                  <a:extLst>
                    <a:ext uri="{FF2B5EF4-FFF2-40B4-BE49-F238E27FC236}">
                      <a16:creationId xmlns:a16="http://schemas.microsoft.com/office/drawing/2014/main" id="{BE51E510-5A11-24A0-8D0B-32F3A5FB1FC8}"/>
                    </a:ext>
                  </a:extLst>
                </p14:cNvPr>
                <p14:cNvContentPartPr/>
                <p14:nvPr/>
              </p14:nvContentPartPr>
              <p14:xfrm>
                <a:off x="7473364" y="5463248"/>
                <a:ext cx="419040" cy="80640"/>
              </p14:xfrm>
            </p:contentPart>
          </mc:Choice>
          <mc:Fallback>
            <p:pic>
              <p:nvPicPr>
                <p:cNvPr id="70" name="Ink 69">
                  <a:extLst>
                    <a:ext uri="{FF2B5EF4-FFF2-40B4-BE49-F238E27FC236}">
                      <a16:creationId xmlns:a16="http://schemas.microsoft.com/office/drawing/2014/main" id="{BE51E510-5A11-24A0-8D0B-32F3A5FB1FC8}"/>
                    </a:ext>
                  </a:extLst>
                </p:cNvPr>
                <p:cNvPicPr/>
                <p:nvPr/>
              </p:nvPicPr>
              <p:blipFill>
                <a:blip r:embed="rId119"/>
                <a:stretch>
                  <a:fillRect/>
                </a:stretch>
              </p:blipFill>
              <p:spPr>
                <a:xfrm>
                  <a:off x="7467244" y="5457128"/>
                  <a:ext cx="431280" cy="9288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71" name="Ink 70">
                  <a:extLst>
                    <a:ext uri="{FF2B5EF4-FFF2-40B4-BE49-F238E27FC236}">
                      <a16:creationId xmlns:a16="http://schemas.microsoft.com/office/drawing/2014/main" id="{B73515B3-61B8-FE3D-7BBF-0DC8A1B644C5}"/>
                    </a:ext>
                  </a:extLst>
                </p14:cNvPr>
                <p14:cNvContentPartPr/>
                <p14:nvPr/>
              </p14:nvContentPartPr>
              <p14:xfrm>
                <a:off x="7473364" y="5583848"/>
                <a:ext cx="421920" cy="108000"/>
              </p14:xfrm>
            </p:contentPart>
          </mc:Choice>
          <mc:Fallback>
            <p:pic>
              <p:nvPicPr>
                <p:cNvPr id="71" name="Ink 70">
                  <a:extLst>
                    <a:ext uri="{FF2B5EF4-FFF2-40B4-BE49-F238E27FC236}">
                      <a16:creationId xmlns:a16="http://schemas.microsoft.com/office/drawing/2014/main" id="{B73515B3-61B8-FE3D-7BBF-0DC8A1B644C5}"/>
                    </a:ext>
                  </a:extLst>
                </p:cNvPr>
                <p:cNvPicPr/>
                <p:nvPr/>
              </p:nvPicPr>
              <p:blipFill>
                <a:blip r:embed="rId121"/>
                <a:stretch>
                  <a:fillRect/>
                </a:stretch>
              </p:blipFill>
              <p:spPr>
                <a:xfrm>
                  <a:off x="7467244" y="5577728"/>
                  <a:ext cx="434160" cy="12024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72" name="Ink 71">
                  <a:extLst>
                    <a:ext uri="{FF2B5EF4-FFF2-40B4-BE49-F238E27FC236}">
                      <a16:creationId xmlns:a16="http://schemas.microsoft.com/office/drawing/2014/main" id="{ACCF1733-67BB-DFD2-B917-9EB5FE704BFD}"/>
                    </a:ext>
                  </a:extLst>
                </p14:cNvPr>
                <p14:cNvContentPartPr/>
                <p14:nvPr/>
              </p14:nvContentPartPr>
              <p14:xfrm>
                <a:off x="7738324" y="5273528"/>
                <a:ext cx="315360" cy="584280"/>
              </p14:xfrm>
            </p:contentPart>
          </mc:Choice>
          <mc:Fallback>
            <p:pic>
              <p:nvPicPr>
                <p:cNvPr id="72" name="Ink 71">
                  <a:extLst>
                    <a:ext uri="{FF2B5EF4-FFF2-40B4-BE49-F238E27FC236}">
                      <a16:creationId xmlns:a16="http://schemas.microsoft.com/office/drawing/2014/main" id="{ACCF1733-67BB-DFD2-B917-9EB5FE704BFD}"/>
                    </a:ext>
                  </a:extLst>
                </p:cNvPr>
                <p:cNvPicPr/>
                <p:nvPr/>
              </p:nvPicPr>
              <p:blipFill>
                <a:blip r:embed="rId123"/>
                <a:stretch>
                  <a:fillRect/>
                </a:stretch>
              </p:blipFill>
              <p:spPr>
                <a:xfrm>
                  <a:off x="7732204" y="5267408"/>
                  <a:ext cx="327600" cy="59652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74" name="Ink 73">
                  <a:extLst>
                    <a:ext uri="{FF2B5EF4-FFF2-40B4-BE49-F238E27FC236}">
                      <a16:creationId xmlns:a16="http://schemas.microsoft.com/office/drawing/2014/main" id="{69D905BD-AF46-7B3D-EFB8-8CCC586DFAFB}"/>
                    </a:ext>
                  </a:extLst>
                </p14:cNvPr>
                <p14:cNvContentPartPr/>
                <p14:nvPr/>
              </p14:nvContentPartPr>
              <p14:xfrm>
                <a:off x="8390284" y="5284688"/>
                <a:ext cx="560520" cy="505800"/>
              </p14:xfrm>
            </p:contentPart>
          </mc:Choice>
          <mc:Fallback>
            <p:pic>
              <p:nvPicPr>
                <p:cNvPr id="74" name="Ink 73">
                  <a:extLst>
                    <a:ext uri="{FF2B5EF4-FFF2-40B4-BE49-F238E27FC236}">
                      <a16:creationId xmlns:a16="http://schemas.microsoft.com/office/drawing/2014/main" id="{69D905BD-AF46-7B3D-EFB8-8CCC586DFAFB}"/>
                    </a:ext>
                  </a:extLst>
                </p:cNvPr>
                <p:cNvPicPr/>
                <p:nvPr/>
              </p:nvPicPr>
              <p:blipFill>
                <a:blip r:embed="rId125"/>
                <a:stretch>
                  <a:fillRect/>
                </a:stretch>
              </p:blipFill>
              <p:spPr>
                <a:xfrm>
                  <a:off x="8384164" y="5278568"/>
                  <a:ext cx="572760" cy="51804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75" name="Ink 74">
                  <a:extLst>
                    <a:ext uri="{FF2B5EF4-FFF2-40B4-BE49-F238E27FC236}">
                      <a16:creationId xmlns:a16="http://schemas.microsoft.com/office/drawing/2014/main" id="{332A5CD6-E2FC-DDA7-F28D-3755C671871A}"/>
                    </a:ext>
                  </a:extLst>
                </p14:cNvPr>
                <p14:cNvContentPartPr/>
                <p14:nvPr/>
              </p14:nvContentPartPr>
              <p14:xfrm>
                <a:off x="9150604" y="5009648"/>
                <a:ext cx="329400" cy="697680"/>
              </p14:xfrm>
            </p:contentPart>
          </mc:Choice>
          <mc:Fallback>
            <p:pic>
              <p:nvPicPr>
                <p:cNvPr id="75" name="Ink 74">
                  <a:extLst>
                    <a:ext uri="{FF2B5EF4-FFF2-40B4-BE49-F238E27FC236}">
                      <a16:creationId xmlns:a16="http://schemas.microsoft.com/office/drawing/2014/main" id="{332A5CD6-E2FC-DDA7-F28D-3755C671871A}"/>
                    </a:ext>
                  </a:extLst>
                </p:cNvPr>
                <p:cNvPicPr/>
                <p:nvPr/>
              </p:nvPicPr>
              <p:blipFill>
                <a:blip r:embed="rId127"/>
                <a:stretch>
                  <a:fillRect/>
                </a:stretch>
              </p:blipFill>
              <p:spPr>
                <a:xfrm>
                  <a:off x="9144484" y="5003528"/>
                  <a:ext cx="341640" cy="70992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76" name="Ink 75">
                  <a:extLst>
                    <a:ext uri="{FF2B5EF4-FFF2-40B4-BE49-F238E27FC236}">
                      <a16:creationId xmlns:a16="http://schemas.microsoft.com/office/drawing/2014/main" id="{51325753-FE68-C368-05A4-49BACEF97BA5}"/>
                    </a:ext>
                  </a:extLst>
                </p14:cNvPr>
                <p14:cNvContentPartPr/>
                <p14:nvPr/>
              </p14:nvContentPartPr>
              <p14:xfrm>
                <a:off x="9492604" y="5325008"/>
                <a:ext cx="488160" cy="241200"/>
              </p14:xfrm>
            </p:contentPart>
          </mc:Choice>
          <mc:Fallback>
            <p:pic>
              <p:nvPicPr>
                <p:cNvPr id="76" name="Ink 75">
                  <a:extLst>
                    <a:ext uri="{FF2B5EF4-FFF2-40B4-BE49-F238E27FC236}">
                      <a16:creationId xmlns:a16="http://schemas.microsoft.com/office/drawing/2014/main" id="{51325753-FE68-C368-05A4-49BACEF97BA5}"/>
                    </a:ext>
                  </a:extLst>
                </p:cNvPr>
                <p:cNvPicPr/>
                <p:nvPr/>
              </p:nvPicPr>
              <p:blipFill>
                <a:blip r:embed="rId129"/>
                <a:stretch>
                  <a:fillRect/>
                </a:stretch>
              </p:blipFill>
              <p:spPr>
                <a:xfrm>
                  <a:off x="9486484" y="5318888"/>
                  <a:ext cx="500400" cy="25344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77" name="Ink 76">
                  <a:extLst>
                    <a:ext uri="{FF2B5EF4-FFF2-40B4-BE49-F238E27FC236}">
                      <a16:creationId xmlns:a16="http://schemas.microsoft.com/office/drawing/2014/main" id="{E11CBFAA-A1C3-75A5-7159-61E50CB580BA}"/>
                    </a:ext>
                  </a:extLst>
                </p14:cNvPr>
                <p14:cNvContentPartPr/>
                <p14:nvPr/>
              </p14:nvContentPartPr>
              <p14:xfrm>
                <a:off x="10071124" y="5013968"/>
                <a:ext cx="204840" cy="870480"/>
              </p14:xfrm>
            </p:contentPart>
          </mc:Choice>
          <mc:Fallback>
            <p:pic>
              <p:nvPicPr>
                <p:cNvPr id="77" name="Ink 76">
                  <a:extLst>
                    <a:ext uri="{FF2B5EF4-FFF2-40B4-BE49-F238E27FC236}">
                      <a16:creationId xmlns:a16="http://schemas.microsoft.com/office/drawing/2014/main" id="{E11CBFAA-A1C3-75A5-7159-61E50CB580BA}"/>
                    </a:ext>
                  </a:extLst>
                </p:cNvPr>
                <p:cNvPicPr/>
                <p:nvPr/>
              </p:nvPicPr>
              <p:blipFill>
                <a:blip r:embed="rId131"/>
                <a:stretch>
                  <a:fillRect/>
                </a:stretch>
              </p:blipFill>
              <p:spPr>
                <a:xfrm>
                  <a:off x="10065004" y="5007848"/>
                  <a:ext cx="217080" cy="88272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78" name="Ink 77">
                  <a:extLst>
                    <a:ext uri="{FF2B5EF4-FFF2-40B4-BE49-F238E27FC236}">
                      <a16:creationId xmlns:a16="http://schemas.microsoft.com/office/drawing/2014/main" id="{427A7DF2-72D4-647C-E583-C8C90123679C}"/>
                    </a:ext>
                  </a:extLst>
                </p14:cNvPr>
                <p14:cNvContentPartPr/>
                <p14:nvPr/>
              </p14:nvContentPartPr>
              <p14:xfrm>
                <a:off x="8519164" y="5651528"/>
                <a:ext cx="1969560" cy="329400"/>
              </p14:xfrm>
            </p:contentPart>
          </mc:Choice>
          <mc:Fallback>
            <p:pic>
              <p:nvPicPr>
                <p:cNvPr id="78" name="Ink 77">
                  <a:extLst>
                    <a:ext uri="{FF2B5EF4-FFF2-40B4-BE49-F238E27FC236}">
                      <a16:creationId xmlns:a16="http://schemas.microsoft.com/office/drawing/2014/main" id="{427A7DF2-72D4-647C-E583-C8C90123679C}"/>
                    </a:ext>
                  </a:extLst>
                </p:cNvPr>
                <p:cNvPicPr/>
                <p:nvPr/>
              </p:nvPicPr>
              <p:blipFill>
                <a:blip r:embed="rId133"/>
                <a:stretch>
                  <a:fillRect/>
                </a:stretch>
              </p:blipFill>
              <p:spPr>
                <a:xfrm>
                  <a:off x="8513044" y="5645408"/>
                  <a:ext cx="1981800" cy="341640"/>
                </a:xfrm>
                <a:prstGeom prst="rect">
                  <a:avLst/>
                </a:prstGeom>
              </p:spPr>
            </p:pic>
          </mc:Fallback>
        </mc:AlternateContent>
      </p:grpSp>
      <p:grpSp>
        <p:nvGrpSpPr>
          <p:cNvPr id="87" name="Group 86">
            <a:extLst>
              <a:ext uri="{FF2B5EF4-FFF2-40B4-BE49-F238E27FC236}">
                <a16:creationId xmlns:a16="http://schemas.microsoft.com/office/drawing/2014/main" id="{C41047A4-211E-301B-D1CF-BA98C3594DE9}"/>
              </a:ext>
            </a:extLst>
          </p:cNvPr>
          <p:cNvGrpSpPr/>
          <p:nvPr/>
        </p:nvGrpSpPr>
        <p:grpSpPr>
          <a:xfrm>
            <a:off x="1949164" y="4427888"/>
            <a:ext cx="1791000" cy="1253880"/>
            <a:chOff x="1949164" y="4427888"/>
            <a:chExt cx="1791000" cy="1253880"/>
          </a:xfrm>
        </p:grpSpPr>
        <mc:AlternateContent xmlns:mc="http://schemas.openxmlformats.org/markup-compatibility/2006">
          <mc:Choice xmlns:p14="http://schemas.microsoft.com/office/powerpoint/2010/main" Requires="p14">
            <p:contentPart p14:bwMode="auto" r:id="rId134">
              <p14:nvContentPartPr>
                <p14:cNvPr id="81" name="Ink 80">
                  <a:extLst>
                    <a:ext uri="{FF2B5EF4-FFF2-40B4-BE49-F238E27FC236}">
                      <a16:creationId xmlns:a16="http://schemas.microsoft.com/office/drawing/2014/main" id="{3BDDC8F6-B85C-7577-0743-142978DA6D8E}"/>
                    </a:ext>
                  </a:extLst>
                </p14:cNvPr>
                <p14:cNvContentPartPr/>
                <p14:nvPr/>
              </p14:nvContentPartPr>
              <p14:xfrm>
                <a:off x="1961764" y="4841168"/>
                <a:ext cx="88920" cy="483120"/>
              </p14:xfrm>
            </p:contentPart>
          </mc:Choice>
          <mc:Fallback>
            <p:pic>
              <p:nvPicPr>
                <p:cNvPr id="81" name="Ink 80">
                  <a:extLst>
                    <a:ext uri="{FF2B5EF4-FFF2-40B4-BE49-F238E27FC236}">
                      <a16:creationId xmlns:a16="http://schemas.microsoft.com/office/drawing/2014/main" id="{3BDDC8F6-B85C-7577-0743-142978DA6D8E}"/>
                    </a:ext>
                  </a:extLst>
                </p:cNvPr>
                <p:cNvPicPr/>
                <p:nvPr/>
              </p:nvPicPr>
              <p:blipFill>
                <a:blip r:embed="rId135"/>
                <a:stretch>
                  <a:fillRect/>
                </a:stretch>
              </p:blipFill>
              <p:spPr>
                <a:xfrm>
                  <a:off x="1955644" y="4835048"/>
                  <a:ext cx="101160" cy="49536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82" name="Ink 81">
                  <a:extLst>
                    <a:ext uri="{FF2B5EF4-FFF2-40B4-BE49-F238E27FC236}">
                      <a16:creationId xmlns:a16="http://schemas.microsoft.com/office/drawing/2014/main" id="{49A4C325-D547-8F92-10B7-77EC397E554B}"/>
                    </a:ext>
                  </a:extLst>
                </p14:cNvPr>
                <p14:cNvContentPartPr/>
                <p14:nvPr/>
              </p14:nvContentPartPr>
              <p14:xfrm>
                <a:off x="2051404" y="4836848"/>
                <a:ext cx="201600" cy="295560"/>
              </p14:xfrm>
            </p:contentPart>
          </mc:Choice>
          <mc:Fallback>
            <p:pic>
              <p:nvPicPr>
                <p:cNvPr id="82" name="Ink 81">
                  <a:extLst>
                    <a:ext uri="{FF2B5EF4-FFF2-40B4-BE49-F238E27FC236}">
                      <a16:creationId xmlns:a16="http://schemas.microsoft.com/office/drawing/2014/main" id="{49A4C325-D547-8F92-10B7-77EC397E554B}"/>
                    </a:ext>
                  </a:extLst>
                </p:cNvPr>
                <p:cNvPicPr/>
                <p:nvPr/>
              </p:nvPicPr>
              <p:blipFill>
                <a:blip r:embed="rId137"/>
                <a:stretch>
                  <a:fillRect/>
                </a:stretch>
              </p:blipFill>
              <p:spPr>
                <a:xfrm>
                  <a:off x="2045284" y="4830728"/>
                  <a:ext cx="213840" cy="30780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83" name="Ink 82">
                  <a:extLst>
                    <a:ext uri="{FF2B5EF4-FFF2-40B4-BE49-F238E27FC236}">
                      <a16:creationId xmlns:a16="http://schemas.microsoft.com/office/drawing/2014/main" id="{8B24761C-66BD-72EE-8478-BAD591AD824E}"/>
                    </a:ext>
                  </a:extLst>
                </p14:cNvPr>
                <p14:cNvContentPartPr/>
                <p14:nvPr/>
              </p14:nvContentPartPr>
              <p14:xfrm>
                <a:off x="2078044" y="5097128"/>
                <a:ext cx="86760" cy="18000"/>
              </p14:xfrm>
            </p:contentPart>
          </mc:Choice>
          <mc:Fallback>
            <p:pic>
              <p:nvPicPr>
                <p:cNvPr id="83" name="Ink 82">
                  <a:extLst>
                    <a:ext uri="{FF2B5EF4-FFF2-40B4-BE49-F238E27FC236}">
                      <a16:creationId xmlns:a16="http://schemas.microsoft.com/office/drawing/2014/main" id="{8B24761C-66BD-72EE-8478-BAD591AD824E}"/>
                    </a:ext>
                  </a:extLst>
                </p:cNvPr>
                <p:cNvPicPr/>
                <p:nvPr/>
              </p:nvPicPr>
              <p:blipFill>
                <a:blip r:embed="rId139"/>
                <a:stretch>
                  <a:fillRect/>
                </a:stretch>
              </p:blipFill>
              <p:spPr>
                <a:xfrm>
                  <a:off x="2071924" y="5091008"/>
                  <a:ext cx="99000" cy="3024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84" name="Ink 83">
                  <a:extLst>
                    <a:ext uri="{FF2B5EF4-FFF2-40B4-BE49-F238E27FC236}">
                      <a16:creationId xmlns:a16="http://schemas.microsoft.com/office/drawing/2014/main" id="{D3EE60AD-8FCE-48AA-34D1-019AEEBF5ED6}"/>
                    </a:ext>
                  </a:extLst>
                </p14:cNvPr>
                <p14:cNvContentPartPr/>
                <p14:nvPr/>
              </p14:nvContentPartPr>
              <p14:xfrm>
                <a:off x="2327524" y="5042408"/>
                <a:ext cx="286200" cy="105840"/>
              </p14:xfrm>
            </p:contentPart>
          </mc:Choice>
          <mc:Fallback>
            <p:pic>
              <p:nvPicPr>
                <p:cNvPr id="84" name="Ink 83">
                  <a:extLst>
                    <a:ext uri="{FF2B5EF4-FFF2-40B4-BE49-F238E27FC236}">
                      <a16:creationId xmlns:a16="http://schemas.microsoft.com/office/drawing/2014/main" id="{D3EE60AD-8FCE-48AA-34D1-019AEEBF5ED6}"/>
                    </a:ext>
                  </a:extLst>
                </p:cNvPr>
                <p:cNvPicPr/>
                <p:nvPr/>
              </p:nvPicPr>
              <p:blipFill>
                <a:blip r:embed="rId141"/>
                <a:stretch>
                  <a:fillRect/>
                </a:stretch>
              </p:blipFill>
              <p:spPr>
                <a:xfrm>
                  <a:off x="2321404" y="5036288"/>
                  <a:ext cx="298440" cy="11808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85" name="Ink 84">
                  <a:extLst>
                    <a:ext uri="{FF2B5EF4-FFF2-40B4-BE49-F238E27FC236}">
                      <a16:creationId xmlns:a16="http://schemas.microsoft.com/office/drawing/2014/main" id="{EA965164-F93E-5B5B-79AA-B82A2CD1994B}"/>
                    </a:ext>
                  </a:extLst>
                </p14:cNvPr>
                <p14:cNvContentPartPr/>
                <p14:nvPr/>
              </p14:nvContentPartPr>
              <p14:xfrm>
                <a:off x="2552164" y="4427888"/>
                <a:ext cx="206640" cy="720720"/>
              </p14:xfrm>
            </p:contentPart>
          </mc:Choice>
          <mc:Fallback>
            <p:pic>
              <p:nvPicPr>
                <p:cNvPr id="85" name="Ink 84">
                  <a:extLst>
                    <a:ext uri="{FF2B5EF4-FFF2-40B4-BE49-F238E27FC236}">
                      <a16:creationId xmlns:a16="http://schemas.microsoft.com/office/drawing/2014/main" id="{EA965164-F93E-5B5B-79AA-B82A2CD1994B}"/>
                    </a:ext>
                  </a:extLst>
                </p:cNvPr>
                <p:cNvPicPr/>
                <p:nvPr/>
              </p:nvPicPr>
              <p:blipFill>
                <a:blip r:embed="rId143"/>
                <a:stretch>
                  <a:fillRect/>
                </a:stretch>
              </p:blipFill>
              <p:spPr>
                <a:xfrm>
                  <a:off x="2546044" y="4421768"/>
                  <a:ext cx="218880" cy="73296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86" name="Ink 85">
                  <a:extLst>
                    <a:ext uri="{FF2B5EF4-FFF2-40B4-BE49-F238E27FC236}">
                      <a16:creationId xmlns:a16="http://schemas.microsoft.com/office/drawing/2014/main" id="{EC0919EB-0DA1-4357-1684-B76F70D06A58}"/>
                    </a:ext>
                  </a:extLst>
                </p14:cNvPr>
                <p14:cNvContentPartPr/>
                <p14:nvPr/>
              </p14:nvContentPartPr>
              <p14:xfrm>
                <a:off x="1949164" y="4779608"/>
                <a:ext cx="1791000" cy="902160"/>
              </p14:xfrm>
            </p:contentPart>
          </mc:Choice>
          <mc:Fallback>
            <p:pic>
              <p:nvPicPr>
                <p:cNvPr id="86" name="Ink 85">
                  <a:extLst>
                    <a:ext uri="{FF2B5EF4-FFF2-40B4-BE49-F238E27FC236}">
                      <a16:creationId xmlns:a16="http://schemas.microsoft.com/office/drawing/2014/main" id="{EC0919EB-0DA1-4357-1684-B76F70D06A58}"/>
                    </a:ext>
                  </a:extLst>
                </p:cNvPr>
                <p:cNvPicPr/>
                <p:nvPr/>
              </p:nvPicPr>
              <p:blipFill>
                <a:blip r:embed="rId145"/>
                <a:stretch>
                  <a:fillRect/>
                </a:stretch>
              </p:blipFill>
              <p:spPr>
                <a:xfrm>
                  <a:off x="1943044" y="4773488"/>
                  <a:ext cx="1803240" cy="914400"/>
                </a:xfrm>
                <a:prstGeom prst="rect">
                  <a:avLst/>
                </a:prstGeom>
              </p:spPr>
            </p:pic>
          </mc:Fallback>
        </mc:AlternateContent>
      </p:grpSp>
    </p:spTree>
    <p:extLst>
      <p:ext uri="{BB962C8B-B14F-4D97-AF65-F5344CB8AC3E}">
        <p14:creationId xmlns:p14="http://schemas.microsoft.com/office/powerpoint/2010/main" val="40311094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16</a:t>
            </a:fld>
            <a:endParaRPr lang="en-IN"/>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0FBC59B9-FF7E-023C-38DF-7A5675930635}"/>
                  </a:ext>
                </a:extLst>
              </p14:cNvPr>
              <p14:cNvContentPartPr/>
              <p14:nvPr/>
            </p14:nvContentPartPr>
            <p14:xfrm>
              <a:off x="702360" y="573480"/>
              <a:ext cx="8071920" cy="5937120"/>
            </p14:xfrm>
          </p:contentPart>
        </mc:Choice>
        <mc:Fallback>
          <p:pic>
            <p:nvPicPr>
              <p:cNvPr id="3" name="Ink 2">
                <a:extLst>
                  <a:ext uri="{FF2B5EF4-FFF2-40B4-BE49-F238E27FC236}">
                    <a16:creationId xmlns:a16="http://schemas.microsoft.com/office/drawing/2014/main" id="{0FBC59B9-FF7E-023C-38DF-7A5675930635}"/>
                  </a:ext>
                </a:extLst>
              </p:cNvPr>
              <p:cNvPicPr/>
              <p:nvPr/>
            </p:nvPicPr>
            <p:blipFill>
              <a:blip r:embed="rId3"/>
              <a:stretch>
                <a:fillRect/>
              </a:stretch>
            </p:blipFill>
            <p:spPr>
              <a:xfrm>
                <a:off x="693000" y="564120"/>
                <a:ext cx="8090640" cy="5955840"/>
              </a:xfrm>
              <a:prstGeom prst="rect">
                <a:avLst/>
              </a:prstGeom>
            </p:spPr>
          </p:pic>
        </mc:Fallback>
      </mc:AlternateContent>
    </p:spTree>
    <p:extLst>
      <p:ext uri="{BB962C8B-B14F-4D97-AF65-F5344CB8AC3E}">
        <p14:creationId xmlns:p14="http://schemas.microsoft.com/office/powerpoint/2010/main" val="33333712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2FD00A8-AE86-F7D4-0900-A41A79A67651}"/>
              </a:ext>
            </a:extLst>
          </p:cNvPr>
          <p:cNvSpPr/>
          <p:nvPr/>
        </p:nvSpPr>
        <p:spPr bwMode="auto">
          <a:xfrm>
            <a:off x="10088380" y="0"/>
            <a:ext cx="1813810" cy="329784"/>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IN" sz="2400" b="0" i="0" u="none" strike="noStrike" cap="none" normalizeH="0" baseline="0">
              <a:ln>
                <a:noFill/>
              </a:ln>
              <a:solidFill>
                <a:schemeClr val="tx1"/>
              </a:solidFill>
              <a:effectLst/>
              <a:latin typeface="Comic Sans MS" pitchFamily="66" charset="0"/>
            </a:endParaRPr>
          </a:p>
        </p:txBody>
      </p:sp>
      <p:pic>
        <p:nvPicPr>
          <p:cNvPr id="3" name="Picture 2" descr="A close-up of a piece of paper&#10;&#10;Description automatically generated">
            <a:extLst>
              <a:ext uri="{FF2B5EF4-FFF2-40B4-BE49-F238E27FC236}">
                <a16:creationId xmlns:a16="http://schemas.microsoft.com/office/drawing/2014/main" id="{C08C53C4-7F9F-0554-8278-379F7E76DE06}"/>
              </a:ext>
            </a:extLst>
          </p:cNvPr>
          <p:cNvPicPr>
            <a:picLocks noChangeAspect="1"/>
          </p:cNvPicPr>
          <p:nvPr/>
        </p:nvPicPr>
        <p:blipFill rotWithShape="1">
          <a:blip r:embed="rId2"/>
          <a:srcRect l="19744"/>
          <a:stretch/>
        </p:blipFill>
        <p:spPr>
          <a:xfrm rot="16200000">
            <a:off x="2847311" y="-2054083"/>
            <a:ext cx="6311249" cy="11078980"/>
          </a:xfrm>
          <a:prstGeom prst="rect">
            <a:avLst/>
          </a:prstGeom>
        </p:spPr>
      </p:pic>
    </p:spTree>
    <p:extLst>
      <p:ext uri="{BB962C8B-B14F-4D97-AF65-F5344CB8AC3E}">
        <p14:creationId xmlns:p14="http://schemas.microsoft.com/office/powerpoint/2010/main" val="20384029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18</a:t>
            </a:fld>
            <a:endParaRPr lang="en-IN"/>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08DBBF2A-3663-5C95-A85C-26F5BC0757E5}"/>
                  </a:ext>
                </a:extLst>
              </p14:cNvPr>
              <p14:cNvContentPartPr/>
              <p14:nvPr/>
            </p14:nvContentPartPr>
            <p14:xfrm>
              <a:off x="779040" y="635400"/>
              <a:ext cx="11021760" cy="5312160"/>
            </p14:xfrm>
          </p:contentPart>
        </mc:Choice>
        <mc:Fallback>
          <p:pic>
            <p:nvPicPr>
              <p:cNvPr id="2" name="Ink 1">
                <a:extLst>
                  <a:ext uri="{FF2B5EF4-FFF2-40B4-BE49-F238E27FC236}">
                    <a16:creationId xmlns:a16="http://schemas.microsoft.com/office/drawing/2014/main" id="{08DBBF2A-3663-5C95-A85C-26F5BC0757E5}"/>
                  </a:ext>
                </a:extLst>
              </p:cNvPr>
              <p:cNvPicPr/>
              <p:nvPr/>
            </p:nvPicPr>
            <p:blipFill>
              <a:blip r:embed="rId3"/>
              <a:stretch>
                <a:fillRect/>
              </a:stretch>
            </p:blipFill>
            <p:spPr>
              <a:xfrm>
                <a:off x="769680" y="626040"/>
                <a:ext cx="11040480" cy="5330880"/>
              </a:xfrm>
              <a:prstGeom prst="rect">
                <a:avLst/>
              </a:prstGeom>
            </p:spPr>
          </p:pic>
        </mc:Fallback>
      </mc:AlternateContent>
    </p:spTree>
    <p:extLst>
      <p:ext uri="{BB962C8B-B14F-4D97-AF65-F5344CB8AC3E}">
        <p14:creationId xmlns:p14="http://schemas.microsoft.com/office/powerpoint/2010/main" val="23073086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a:extLst>
              <a:ext uri="{FF2B5EF4-FFF2-40B4-BE49-F238E27FC236}">
                <a16:creationId xmlns:a16="http://schemas.microsoft.com/office/drawing/2014/main" id="{CB430CEB-4A44-F150-FC6E-45A1F73B113D}"/>
              </a:ext>
            </a:extLst>
          </p:cNvPr>
          <p:cNvSpPr>
            <a:spLocks noGrp="1" noChangeArrowheads="1"/>
          </p:cNvSpPr>
          <p:nvPr>
            <p:ph type="title"/>
          </p:nvPr>
        </p:nvSpPr>
        <p:spPr/>
        <p:txBody>
          <a:bodyPr/>
          <a:lstStyle/>
          <a:p>
            <a:pPr eaLnBrk="1" hangingPunct="1"/>
            <a:r>
              <a:rPr lang="tr-TR" altLang="en-US">
                <a:solidFill>
                  <a:srgbClr val="9E189E"/>
                </a:solidFill>
              </a:rPr>
              <a:t>Basic Matrix Multiplication</a:t>
            </a:r>
          </a:p>
        </p:txBody>
      </p:sp>
      <p:graphicFrame>
        <p:nvGraphicFramePr>
          <p:cNvPr id="1026" name="Object 6">
            <a:extLst>
              <a:ext uri="{FF2B5EF4-FFF2-40B4-BE49-F238E27FC236}">
                <a16:creationId xmlns:a16="http://schemas.microsoft.com/office/drawing/2014/main" id="{57C9BFD7-AE27-EFC4-2EAE-90F5F0F91703}"/>
              </a:ext>
            </a:extLst>
          </p:cNvPr>
          <p:cNvGraphicFramePr>
            <a:graphicFrameLocks noChangeAspect="1"/>
          </p:cNvGraphicFramePr>
          <p:nvPr/>
        </p:nvGraphicFramePr>
        <p:xfrm>
          <a:off x="5334000" y="4267200"/>
          <a:ext cx="5029200" cy="1778000"/>
        </p:xfrm>
        <a:graphic>
          <a:graphicData uri="http://schemas.openxmlformats.org/presentationml/2006/ole">
            <mc:AlternateContent xmlns:mc="http://schemas.openxmlformats.org/markup-compatibility/2006">
              <mc:Choice xmlns:v="urn:schemas-microsoft-com:vml" Requires="v">
                <p:oleObj name="Equation" r:id="rId2" imgW="2438280" imgH="888840" progId="Equation.3">
                  <p:embed/>
                </p:oleObj>
              </mc:Choice>
              <mc:Fallback>
                <p:oleObj name="Equation" r:id="rId2" imgW="2438280" imgH="888840" progId="Equation.3">
                  <p:embed/>
                  <p:pic>
                    <p:nvPicPr>
                      <p:cNvPr id="1026" name="Object 6">
                        <a:extLst>
                          <a:ext uri="{FF2B5EF4-FFF2-40B4-BE49-F238E27FC236}">
                            <a16:creationId xmlns:a16="http://schemas.microsoft.com/office/drawing/2014/main" id="{57C9BFD7-AE27-EFC4-2EAE-90F5F0F917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0" y="4267200"/>
                        <a:ext cx="5029200" cy="1778000"/>
                      </a:xfrm>
                      <a:prstGeom prst="rect">
                        <a:avLst/>
                      </a:prstGeom>
                      <a:solidFill>
                        <a:srgbClr val="F3D9F1"/>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8" name="Rectangle 7">
            <a:extLst>
              <a:ext uri="{FF2B5EF4-FFF2-40B4-BE49-F238E27FC236}">
                <a16:creationId xmlns:a16="http://schemas.microsoft.com/office/drawing/2014/main" id="{A6F5F219-97CE-C55C-72B7-EC30CB3259B9}"/>
              </a:ext>
            </a:extLst>
          </p:cNvPr>
          <p:cNvSpPr>
            <a:spLocks noChangeArrowheads="1"/>
          </p:cNvSpPr>
          <p:nvPr/>
        </p:nvSpPr>
        <p:spPr bwMode="auto">
          <a:xfrm>
            <a:off x="2286000" y="1905000"/>
            <a:ext cx="3124200" cy="2185988"/>
          </a:xfrm>
          <a:prstGeom prst="rect">
            <a:avLst/>
          </a:prstGeom>
          <a:noFill/>
          <a:ln w="317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spcBef>
                <a:spcPct val="50000"/>
              </a:spcBef>
            </a:pPr>
            <a:r>
              <a:rPr lang="en-US" altLang="en-US" sz="1800">
                <a:latin typeface="Times New Roman" panose="02020603050405020304" pitchFamily="18" charset="0"/>
              </a:rPr>
              <a:t>void matrix_mult (){</a:t>
            </a:r>
            <a:endParaRPr lang="tr-TR" altLang="en-US" sz="1800">
              <a:latin typeface="Times New Roman" panose="02020603050405020304" pitchFamily="18" charset="0"/>
            </a:endParaRPr>
          </a:p>
          <a:p>
            <a:pPr eaLnBrk="1" hangingPunct="1">
              <a:spcBef>
                <a:spcPct val="50000"/>
              </a:spcBef>
            </a:pPr>
            <a:r>
              <a:rPr lang="tr-TR" altLang="en-US" sz="1800">
                <a:latin typeface="Times New Roman" panose="02020603050405020304" pitchFamily="18" charset="0"/>
              </a:rPr>
              <a:t> </a:t>
            </a:r>
            <a:r>
              <a:rPr lang="en-US" altLang="en-US" sz="1800">
                <a:latin typeface="Times New Roman" panose="02020603050405020304" pitchFamily="18" charset="0"/>
              </a:rPr>
              <a:t> for (i = 1; i &lt;= N; i++) {  </a:t>
            </a:r>
            <a:r>
              <a:rPr lang="tr-TR" altLang="en-US" sz="1800">
                <a:latin typeface="Times New Roman" panose="02020603050405020304" pitchFamily="18" charset="0"/>
              </a:rPr>
              <a:t>                                                                </a:t>
            </a:r>
          </a:p>
          <a:p>
            <a:pPr eaLnBrk="1" hangingPunct="1">
              <a:spcBef>
                <a:spcPct val="50000"/>
              </a:spcBef>
            </a:pPr>
            <a:r>
              <a:rPr lang="tr-TR" altLang="en-US" sz="1800">
                <a:latin typeface="Times New Roman" panose="02020603050405020304" pitchFamily="18" charset="0"/>
              </a:rPr>
              <a:t>        </a:t>
            </a:r>
            <a:r>
              <a:rPr lang="en-US" altLang="en-US" sz="1800">
                <a:latin typeface="Times New Roman" panose="02020603050405020304" pitchFamily="18" charset="0"/>
              </a:rPr>
              <a:t>for (j = 1; j &lt;= N; j++) {            </a:t>
            </a:r>
            <a:r>
              <a:rPr lang="tr-TR" altLang="en-US" sz="1800">
                <a:latin typeface="Times New Roman" panose="02020603050405020304" pitchFamily="18" charset="0"/>
              </a:rPr>
              <a:t>      	</a:t>
            </a:r>
            <a:r>
              <a:rPr lang="en-US" altLang="en-US" sz="1800">
                <a:latin typeface="Times New Roman" panose="02020603050405020304" pitchFamily="18" charset="0"/>
              </a:rPr>
              <a:t>compute C</a:t>
            </a:r>
            <a:r>
              <a:rPr lang="en-US" altLang="en-US" sz="1800" baseline="-25000">
                <a:latin typeface="Times New Roman" panose="02020603050405020304" pitchFamily="18" charset="0"/>
              </a:rPr>
              <a:t>i,j</a:t>
            </a:r>
            <a:r>
              <a:rPr lang="en-US" altLang="en-US" sz="1800">
                <a:latin typeface="Times New Roman" panose="02020603050405020304" pitchFamily="18" charset="0"/>
              </a:rPr>
              <a:t>;</a:t>
            </a:r>
            <a:r>
              <a:rPr lang="tr-TR" altLang="en-US" sz="1800">
                <a:latin typeface="Times New Roman" panose="02020603050405020304" pitchFamily="18" charset="0"/>
              </a:rPr>
              <a:t>           </a:t>
            </a:r>
            <a:r>
              <a:rPr lang="en-US" altLang="en-US" sz="1800">
                <a:latin typeface="Times New Roman" panose="02020603050405020304" pitchFamily="18" charset="0"/>
              </a:rPr>
              <a:t>   </a:t>
            </a:r>
            <a:r>
              <a:rPr lang="tr-TR" altLang="en-US" sz="1800">
                <a:latin typeface="Times New Roman" panose="02020603050405020304" pitchFamily="18" charset="0"/>
              </a:rPr>
              <a:t>               	                             </a:t>
            </a:r>
            <a:r>
              <a:rPr lang="en-US" altLang="en-US" sz="1800">
                <a:latin typeface="Times New Roman" panose="02020603050405020304" pitchFamily="18" charset="0"/>
              </a:rPr>
              <a:t>}</a:t>
            </a:r>
            <a:endParaRPr lang="tr-TR" altLang="en-US" sz="1800">
              <a:latin typeface="Times New Roman" panose="02020603050405020304" pitchFamily="18" charset="0"/>
            </a:endParaRPr>
          </a:p>
          <a:p>
            <a:pPr eaLnBrk="1" hangingPunct="1">
              <a:spcBef>
                <a:spcPct val="50000"/>
              </a:spcBef>
            </a:pPr>
            <a:r>
              <a:rPr lang="tr-TR" altLang="en-US" sz="1800">
                <a:latin typeface="Times New Roman" panose="02020603050405020304" pitchFamily="18" charset="0"/>
              </a:rPr>
              <a:t>  }</a:t>
            </a:r>
            <a:r>
              <a:rPr lang="en-US" altLang="en-US" sz="1800">
                <a:latin typeface="Times New Roman" panose="02020603050405020304" pitchFamily="18" charset="0"/>
              </a:rPr>
              <a:t>}</a:t>
            </a:r>
          </a:p>
        </p:txBody>
      </p:sp>
      <p:sp>
        <p:nvSpPr>
          <p:cNvPr id="1029" name="Text Box 8">
            <a:extLst>
              <a:ext uri="{FF2B5EF4-FFF2-40B4-BE49-F238E27FC236}">
                <a16:creationId xmlns:a16="http://schemas.microsoft.com/office/drawing/2014/main" id="{1045F02A-22B3-DA47-1614-9BD41A7B1717}"/>
              </a:ext>
            </a:extLst>
          </p:cNvPr>
          <p:cNvSpPr txBox="1">
            <a:spLocks noChangeArrowheads="1"/>
          </p:cNvSpPr>
          <p:nvPr/>
        </p:nvSpPr>
        <p:spPr bwMode="auto">
          <a:xfrm>
            <a:off x="5562600" y="2209800"/>
            <a:ext cx="3733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spcBef>
                <a:spcPct val="50000"/>
              </a:spcBef>
            </a:pPr>
            <a:r>
              <a:rPr lang="tr-TR" altLang="en-US"/>
              <a:t>algorithm</a:t>
            </a:r>
          </a:p>
        </p:txBody>
      </p:sp>
      <p:sp>
        <p:nvSpPr>
          <p:cNvPr id="1030" name="Text Box 9">
            <a:extLst>
              <a:ext uri="{FF2B5EF4-FFF2-40B4-BE49-F238E27FC236}">
                <a16:creationId xmlns:a16="http://schemas.microsoft.com/office/drawing/2014/main" id="{B25EB72F-E5E2-7FE2-C6AD-B24B1E805355}"/>
              </a:ext>
            </a:extLst>
          </p:cNvPr>
          <p:cNvSpPr txBox="1">
            <a:spLocks noChangeArrowheads="1"/>
          </p:cNvSpPr>
          <p:nvPr/>
        </p:nvSpPr>
        <p:spPr bwMode="auto">
          <a:xfrm>
            <a:off x="2971800" y="4800600"/>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spcBef>
                <a:spcPct val="50000"/>
              </a:spcBef>
            </a:pPr>
            <a:r>
              <a:rPr lang="tr-TR" altLang="en-US"/>
              <a:t>Time analysis</a:t>
            </a:r>
          </a:p>
        </p:txBody>
      </p:sp>
      <p:sp>
        <p:nvSpPr>
          <p:cNvPr id="2" name="Rectangle 1">
            <a:extLst>
              <a:ext uri="{FF2B5EF4-FFF2-40B4-BE49-F238E27FC236}">
                <a16:creationId xmlns:a16="http://schemas.microsoft.com/office/drawing/2014/main" id="{9981C964-A1CD-C576-6AEA-D49969864182}"/>
              </a:ext>
            </a:extLst>
          </p:cNvPr>
          <p:cNvSpPr/>
          <p:nvPr/>
        </p:nvSpPr>
        <p:spPr bwMode="auto">
          <a:xfrm>
            <a:off x="10073390" y="0"/>
            <a:ext cx="1813810" cy="434715"/>
          </a:xfrm>
          <a:prstGeom prst="rect">
            <a:avLst/>
          </a:prstGeom>
          <a:solidFill>
            <a:schemeClr val="bg1"/>
          </a:solidFill>
          <a:ln w="9525" cap="flat" cmpd="sng" algn="ctr">
            <a:solidFill>
              <a:schemeClr val="bg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IN" sz="2400" b="0" i="0" u="none" strike="noStrike" cap="none" normalizeH="0" baseline="0">
              <a:ln>
                <a:noFill/>
              </a:ln>
              <a:solidFill>
                <a:schemeClr val="tx1"/>
              </a:solidFill>
              <a:effectLst/>
              <a:latin typeface="Comic Sans MS" pitchFamily="66" charset="0"/>
            </a:endParaRPr>
          </a:p>
        </p:txBody>
      </p:sp>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D6B66B9E-FF99-49FB-0293-7112D7C3B677}"/>
                  </a:ext>
                </a:extLst>
              </p14:cNvPr>
              <p14:cNvContentPartPr/>
              <p14:nvPr/>
            </p14:nvContentPartPr>
            <p14:xfrm>
              <a:off x="9284400" y="5056920"/>
              <a:ext cx="1371960" cy="1039680"/>
            </p14:xfrm>
          </p:contentPart>
        </mc:Choice>
        <mc:Fallback>
          <p:pic>
            <p:nvPicPr>
              <p:cNvPr id="3" name="Ink 2">
                <a:extLst>
                  <a:ext uri="{FF2B5EF4-FFF2-40B4-BE49-F238E27FC236}">
                    <a16:creationId xmlns:a16="http://schemas.microsoft.com/office/drawing/2014/main" id="{D6B66B9E-FF99-49FB-0293-7112D7C3B677}"/>
                  </a:ext>
                </a:extLst>
              </p:cNvPr>
              <p:cNvPicPr/>
              <p:nvPr/>
            </p:nvPicPr>
            <p:blipFill>
              <a:blip r:embed="rId5"/>
              <a:stretch>
                <a:fillRect/>
              </a:stretch>
            </p:blipFill>
            <p:spPr>
              <a:xfrm>
                <a:off x="9275040" y="5047560"/>
                <a:ext cx="1390680" cy="1058400"/>
              </a:xfrm>
              <a:prstGeom prst="rect">
                <a:avLst/>
              </a:prstGeom>
            </p:spPr>
          </p:pic>
        </mc:Fallback>
      </mc:AlternateContent>
    </p:spTree>
    <p:extLst>
      <p:ext uri="{BB962C8B-B14F-4D97-AF65-F5344CB8AC3E}">
        <p14:creationId xmlns:p14="http://schemas.microsoft.com/office/powerpoint/2010/main" val="13558566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4AC4573-C8A1-4405-4CC7-4426F52560D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20</a:t>
            </a:fld>
            <a:endParaRPr lang="en-IN"/>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BE15844F-A4D3-0572-CEBD-BC1CC2D5EA41}"/>
                  </a:ext>
                </a:extLst>
              </p14:cNvPr>
              <p14:cNvContentPartPr/>
              <p14:nvPr/>
            </p14:nvContentPartPr>
            <p14:xfrm>
              <a:off x="865440" y="551160"/>
              <a:ext cx="9850320" cy="5173200"/>
            </p14:xfrm>
          </p:contentPart>
        </mc:Choice>
        <mc:Fallback>
          <p:pic>
            <p:nvPicPr>
              <p:cNvPr id="3" name="Ink 2">
                <a:extLst>
                  <a:ext uri="{FF2B5EF4-FFF2-40B4-BE49-F238E27FC236}">
                    <a16:creationId xmlns:a16="http://schemas.microsoft.com/office/drawing/2014/main" id="{BE15844F-A4D3-0572-CEBD-BC1CC2D5EA41}"/>
                  </a:ext>
                </a:extLst>
              </p:cNvPr>
              <p:cNvPicPr/>
              <p:nvPr/>
            </p:nvPicPr>
            <p:blipFill>
              <a:blip r:embed="rId3"/>
              <a:stretch>
                <a:fillRect/>
              </a:stretch>
            </p:blipFill>
            <p:spPr>
              <a:xfrm>
                <a:off x="856080" y="541800"/>
                <a:ext cx="9869040" cy="519192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B9BA70AC-9B9F-8386-93E3-23FB0ED44902}"/>
                  </a:ext>
                </a:extLst>
              </p14:cNvPr>
              <p14:cNvContentPartPr/>
              <p14:nvPr/>
            </p14:nvContentPartPr>
            <p14:xfrm>
              <a:off x="8441640" y="2319120"/>
              <a:ext cx="2217600" cy="992520"/>
            </p14:xfrm>
          </p:contentPart>
        </mc:Choice>
        <mc:Fallback>
          <p:pic>
            <p:nvPicPr>
              <p:cNvPr id="4" name="Ink 3">
                <a:extLst>
                  <a:ext uri="{FF2B5EF4-FFF2-40B4-BE49-F238E27FC236}">
                    <a16:creationId xmlns:a16="http://schemas.microsoft.com/office/drawing/2014/main" id="{B9BA70AC-9B9F-8386-93E3-23FB0ED44902}"/>
                  </a:ext>
                </a:extLst>
              </p:cNvPr>
              <p:cNvPicPr/>
              <p:nvPr/>
            </p:nvPicPr>
            <p:blipFill>
              <a:blip r:embed="rId5"/>
              <a:stretch>
                <a:fillRect/>
              </a:stretch>
            </p:blipFill>
            <p:spPr>
              <a:xfrm>
                <a:off x="8432280" y="2309760"/>
                <a:ext cx="2236320" cy="1011240"/>
              </a:xfrm>
              <a:prstGeom prst="rect">
                <a:avLst/>
              </a:prstGeom>
            </p:spPr>
          </p:pic>
        </mc:Fallback>
      </mc:AlternateContent>
    </p:spTree>
    <p:extLst>
      <p:ext uri="{BB962C8B-B14F-4D97-AF65-F5344CB8AC3E}">
        <p14:creationId xmlns:p14="http://schemas.microsoft.com/office/powerpoint/2010/main" val="33919784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B9D70DD-AB31-035C-87FE-20F3045F6BD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21</a:t>
            </a:fld>
            <a:endParaRPr lang="en-IN"/>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A99BA4AB-4DE6-4071-A7EC-AA2A7D5AEFBA}"/>
                  </a:ext>
                </a:extLst>
              </p14:cNvPr>
              <p14:cNvContentPartPr/>
              <p14:nvPr/>
            </p14:nvContentPartPr>
            <p14:xfrm>
              <a:off x="787320" y="654840"/>
              <a:ext cx="9733680" cy="4910760"/>
            </p14:xfrm>
          </p:contentPart>
        </mc:Choice>
        <mc:Fallback>
          <p:pic>
            <p:nvPicPr>
              <p:cNvPr id="3" name="Ink 2">
                <a:extLst>
                  <a:ext uri="{FF2B5EF4-FFF2-40B4-BE49-F238E27FC236}">
                    <a16:creationId xmlns:a16="http://schemas.microsoft.com/office/drawing/2014/main" id="{A99BA4AB-4DE6-4071-A7EC-AA2A7D5AEFBA}"/>
                  </a:ext>
                </a:extLst>
              </p:cNvPr>
              <p:cNvPicPr/>
              <p:nvPr/>
            </p:nvPicPr>
            <p:blipFill>
              <a:blip r:embed="rId3"/>
              <a:stretch>
                <a:fillRect/>
              </a:stretch>
            </p:blipFill>
            <p:spPr>
              <a:xfrm>
                <a:off x="777960" y="645480"/>
                <a:ext cx="9752400" cy="4929480"/>
              </a:xfrm>
              <a:prstGeom prst="rect">
                <a:avLst/>
              </a:prstGeom>
            </p:spPr>
          </p:pic>
        </mc:Fallback>
      </mc:AlternateContent>
    </p:spTree>
    <p:extLst>
      <p:ext uri="{BB962C8B-B14F-4D97-AF65-F5344CB8AC3E}">
        <p14:creationId xmlns:p14="http://schemas.microsoft.com/office/powerpoint/2010/main" val="34171298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2FD00A8-AE86-F7D4-0900-A41A79A67651}"/>
              </a:ext>
            </a:extLst>
          </p:cNvPr>
          <p:cNvSpPr/>
          <p:nvPr/>
        </p:nvSpPr>
        <p:spPr bwMode="auto">
          <a:xfrm>
            <a:off x="10088380" y="0"/>
            <a:ext cx="1813810" cy="329784"/>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IN" sz="2400" b="0" i="0" u="none" strike="noStrike" cap="none" normalizeH="0" baseline="0">
              <a:ln>
                <a:noFill/>
              </a:ln>
              <a:solidFill>
                <a:schemeClr val="tx1"/>
              </a:solidFill>
              <a:effectLst/>
              <a:latin typeface="Comic Sans MS" pitchFamily="66" charset="0"/>
            </a:endParaRPr>
          </a:p>
        </p:txBody>
      </p:sp>
      <p:pic>
        <p:nvPicPr>
          <p:cNvPr id="6" name="Picture 5" descr="A close-up of a math test&#10;&#10;Description automatically generated">
            <a:extLst>
              <a:ext uri="{FF2B5EF4-FFF2-40B4-BE49-F238E27FC236}">
                <a16:creationId xmlns:a16="http://schemas.microsoft.com/office/drawing/2014/main" id="{E6A1B124-DB4E-00A8-848F-CD33A4B25225}"/>
              </a:ext>
            </a:extLst>
          </p:cNvPr>
          <p:cNvPicPr>
            <a:picLocks noChangeAspect="1"/>
          </p:cNvPicPr>
          <p:nvPr/>
        </p:nvPicPr>
        <p:blipFill rotWithShape="1">
          <a:blip r:embed="rId2"/>
          <a:srcRect l="10373"/>
          <a:stretch/>
        </p:blipFill>
        <p:spPr>
          <a:xfrm rot="16200000">
            <a:off x="2889229" y="-1841169"/>
            <a:ext cx="6317355" cy="10659259"/>
          </a:xfrm>
          <a:prstGeom prst="rect">
            <a:avLst/>
          </a:prstGeom>
        </p:spPr>
      </p:pic>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CB6F116D-0194-E519-6041-6820ADD1043E}"/>
                  </a:ext>
                </a:extLst>
              </p14:cNvPr>
              <p14:cNvContentPartPr/>
              <p14:nvPr/>
            </p14:nvContentPartPr>
            <p14:xfrm>
              <a:off x="764640" y="1228680"/>
              <a:ext cx="11133720" cy="5144400"/>
            </p14:xfrm>
          </p:contentPart>
        </mc:Choice>
        <mc:Fallback>
          <p:pic>
            <p:nvPicPr>
              <p:cNvPr id="2" name="Ink 1">
                <a:extLst>
                  <a:ext uri="{FF2B5EF4-FFF2-40B4-BE49-F238E27FC236}">
                    <a16:creationId xmlns:a16="http://schemas.microsoft.com/office/drawing/2014/main" id="{CB6F116D-0194-E519-6041-6820ADD1043E}"/>
                  </a:ext>
                </a:extLst>
              </p:cNvPr>
              <p:cNvPicPr/>
              <p:nvPr/>
            </p:nvPicPr>
            <p:blipFill>
              <a:blip r:embed="rId4"/>
              <a:stretch>
                <a:fillRect/>
              </a:stretch>
            </p:blipFill>
            <p:spPr>
              <a:xfrm>
                <a:off x="755280" y="1219320"/>
                <a:ext cx="11152440" cy="516312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810AE5EE-B779-7838-F87B-53ACF647812F}"/>
                  </a:ext>
                </a:extLst>
              </p14:cNvPr>
              <p14:cNvContentPartPr/>
              <p14:nvPr/>
            </p14:nvContentPartPr>
            <p14:xfrm>
              <a:off x="2735640" y="1814040"/>
              <a:ext cx="1526400" cy="1367640"/>
            </p14:xfrm>
          </p:contentPart>
        </mc:Choice>
        <mc:Fallback>
          <p:pic>
            <p:nvPicPr>
              <p:cNvPr id="3" name="Ink 2">
                <a:extLst>
                  <a:ext uri="{FF2B5EF4-FFF2-40B4-BE49-F238E27FC236}">
                    <a16:creationId xmlns:a16="http://schemas.microsoft.com/office/drawing/2014/main" id="{810AE5EE-B779-7838-F87B-53ACF647812F}"/>
                  </a:ext>
                </a:extLst>
              </p:cNvPr>
              <p:cNvPicPr/>
              <p:nvPr/>
            </p:nvPicPr>
            <p:blipFill>
              <a:blip r:embed="rId6"/>
              <a:stretch>
                <a:fillRect/>
              </a:stretch>
            </p:blipFill>
            <p:spPr>
              <a:xfrm>
                <a:off x="2726280" y="1804680"/>
                <a:ext cx="1545120" cy="1386360"/>
              </a:xfrm>
              <a:prstGeom prst="rect">
                <a:avLst/>
              </a:prstGeom>
            </p:spPr>
          </p:pic>
        </mc:Fallback>
      </mc:AlternateContent>
    </p:spTree>
    <p:extLst>
      <p:ext uri="{BB962C8B-B14F-4D97-AF65-F5344CB8AC3E}">
        <p14:creationId xmlns:p14="http://schemas.microsoft.com/office/powerpoint/2010/main" val="3044582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2170D1-BC3C-2DCC-CD92-8B358F586C72}"/>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23</a:t>
            </a:fld>
            <a:endParaRPr lang="en-IN"/>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C0CA06E2-2E66-34E5-3DFF-1ADDF3A2AA0A}"/>
                  </a:ext>
                </a:extLst>
              </p14:cNvPr>
              <p14:cNvContentPartPr/>
              <p14:nvPr/>
            </p14:nvContentPartPr>
            <p14:xfrm>
              <a:off x="295560" y="632880"/>
              <a:ext cx="11661120" cy="6009120"/>
            </p14:xfrm>
          </p:contentPart>
        </mc:Choice>
        <mc:Fallback>
          <p:pic>
            <p:nvPicPr>
              <p:cNvPr id="3" name="Ink 2">
                <a:extLst>
                  <a:ext uri="{FF2B5EF4-FFF2-40B4-BE49-F238E27FC236}">
                    <a16:creationId xmlns:a16="http://schemas.microsoft.com/office/drawing/2014/main" id="{C0CA06E2-2E66-34E5-3DFF-1ADDF3A2AA0A}"/>
                  </a:ext>
                </a:extLst>
              </p:cNvPr>
              <p:cNvPicPr/>
              <p:nvPr/>
            </p:nvPicPr>
            <p:blipFill>
              <a:blip r:embed="rId3"/>
              <a:stretch>
                <a:fillRect/>
              </a:stretch>
            </p:blipFill>
            <p:spPr>
              <a:xfrm>
                <a:off x="286200" y="623520"/>
                <a:ext cx="11679840" cy="6027840"/>
              </a:xfrm>
              <a:prstGeom prst="rect">
                <a:avLst/>
              </a:prstGeom>
            </p:spPr>
          </p:pic>
        </mc:Fallback>
      </mc:AlternateContent>
    </p:spTree>
    <p:extLst>
      <p:ext uri="{BB962C8B-B14F-4D97-AF65-F5344CB8AC3E}">
        <p14:creationId xmlns:p14="http://schemas.microsoft.com/office/powerpoint/2010/main" val="14966468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01ED9-6BBC-B834-96DD-7780003ACA1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66B861A-927D-B01C-FF88-378722F4FD92}"/>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24</a:t>
            </a:fld>
            <a:endParaRPr lang="en-IN"/>
          </a:p>
        </p:txBody>
      </p:sp>
    </p:spTree>
    <p:extLst>
      <p:ext uri="{BB962C8B-B14F-4D97-AF65-F5344CB8AC3E}">
        <p14:creationId xmlns:p14="http://schemas.microsoft.com/office/powerpoint/2010/main" val="7847066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2FD00A8-AE86-F7D4-0900-A41A79A67651}"/>
              </a:ext>
            </a:extLst>
          </p:cNvPr>
          <p:cNvSpPr/>
          <p:nvPr/>
        </p:nvSpPr>
        <p:spPr bwMode="auto">
          <a:xfrm>
            <a:off x="10088380" y="0"/>
            <a:ext cx="1813810" cy="329784"/>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IN" sz="2400" b="0" i="0" u="none" strike="noStrike" cap="none" normalizeH="0" baseline="0">
              <a:ln>
                <a:noFill/>
              </a:ln>
              <a:solidFill>
                <a:schemeClr val="tx1"/>
              </a:solidFill>
              <a:effectLst/>
              <a:latin typeface="Comic Sans MS" pitchFamily="66" charset="0"/>
            </a:endParaRPr>
          </a:p>
        </p:txBody>
      </p:sp>
      <p:pic>
        <p:nvPicPr>
          <p:cNvPr id="3" name="Picture 2" descr="A close-up of a paper&#10;&#10;Description automatically generated">
            <a:extLst>
              <a:ext uri="{FF2B5EF4-FFF2-40B4-BE49-F238E27FC236}">
                <a16:creationId xmlns:a16="http://schemas.microsoft.com/office/drawing/2014/main" id="{407298F8-34D7-05B1-7B37-C80E9A74F835}"/>
              </a:ext>
            </a:extLst>
          </p:cNvPr>
          <p:cNvPicPr>
            <a:picLocks noChangeAspect="1"/>
          </p:cNvPicPr>
          <p:nvPr/>
        </p:nvPicPr>
        <p:blipFill rotWithShape="1">
          <a:blip r:embed="rId2"/>
          <a:srcRect l="28231" t="1111" r="3237" b="2934"/>
          <a:stretch/>
        </p:blipFill>
        <p:spPr>
          <a:xfrm rot="16200000">
            <a:off x="3373169" y="-2218929"/>
            <a:ext cx="5501391" cy="11078497"/>
          </a:xfrm>
          <a:prstGeom prst="rect">
            <a:avLst/>
          </a:prstGeom>
        </p:spPr>
      </p:pic>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A538B03E-B460-AEA6-DF06-54C22FA5FA89}"/>
                  </a:ext>
                </a:extLst>
              </p14:cNvPr>
              <p14:cNvContentPartPr/>
              <p14:nvPr/>
            </p14:nvContentPartPr>
            <p14:xfrm>
              <a:off x="1365120" y="2333880"/>
              <a:ext cx="7913160" cy="3556440"/>
            </p14:xfrm>
          </p:contentPart>
        </mc:Choice>
        <mc:Fallback>
          <p:pic>
            <p:nvPicPr>
              <p:cNvPr id="2" name="Ink 1">
                <a:extLst>
                  <a:ext uri="{FF2B5EF4-FFF2-40B4-BE49-F238E27FC236}">
                    <a16:creationId xmlns:a16="http://schemas.microsoft.com/office/drawing/2014/main" id="{A538B03E-B460-AEA6-DF06-54C22FA5FA89}"/>
                  </a:ext>
                </a:extLst>
              </p:cNvPr>
              <p:cNvPicPr/>
              <p:nvPr/>
            </p:nvPicPr>
            <p:blipFill>
              <a:blip r:embed="rId4"/>
              <a:stretch>
                <a:fillRect/>
              </a:stretch>
            </p:blipFill>
            <p:spPr>
              <a:xfrm>
                <a:off x="1355760" y="2324520"/>
                <a:ext cx="7931880" cy="357516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5" name="Ink 4">
                <a:extLst>
                  <a:ext uri="{FF2B5EF4-FFF2-40B4-BE49-F238E27FC236}">
                    <a16:creationId xmlns:a16="http://schemas.microsoft.com/office/drawing/2014/main" id="{67379A26-1D4B-F123-82B0-5C45366AF839}"/>
                  </a:ext>
                </a:extLst>
              </p14:cNvPr>
              <p14:cNvContentPartPr/>
              <p14:nvPr/>
            </p14:nvContentPartPr>
            <p14:xfrm>
              <a:off x="8085600" y="4558680"/>
              <a:ext cx="143640" cy="111960"/>
            </p14:xfrm>
          </p:contentPart>
        </mc:Choice>
        <mc:Fallback>
          <p:pic>
            <p:nvPicPr>
              <p:cNvPr id="5" name="Ink 4">
                <a:extLst>
                  <a:ext uri="{FF2B5EF4-FFF2-40B4-BE49-F238E27FC236}">
                    <a16:creationId xmlns:a16="http://schemas.microsoft.com/office/drawing/2014/main" id="{67379A26-1D4B-F123-82B0-5C45366AF839}"/>
                  </a:ext>
                </a:extLst>
              </p:cNvPr>
              <p:cNvPicPr/>
              <p:nvPr/>
            </p:nvPicPr>
            <p:blipFill>
              <a:blip r:embed="rId6"/>
              <a:stretch>
                <a:fillRect/>
              </a:stretch>
            </p:blipFill>
            <p:spPr>
              <a:xfrm>
                <a:off x="8076240" y="4549320"/>
                <a:ext cx="162360" cy="130680"/>
              </a:xfrm>
              <a:prstGeom prst="rect">
                <a:avLst/>
              </a:prstGeom>
            </p:spPr>
          </p:pic>
        </mc:Fallback>
      </mc:AlternateContent>
    </p:spTree>
    <p:extLst>
      <p:ext uri="{BB962C8B-B14F-4D97-AF65-F5344CB8AC3E}">
        <p14:creationId xmlns:p14="http://schemas.microsoft.com/office/powerpoint/2010/main" val="31127048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A404D74-21F8-9A20-EB7A-82CC690EE7F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26</a:t>
            </a:fld>
            <a:endParaRPr lang="en-IN"/>
          </a:p>
        </p:txBody>
      </p:sp>
      <p:sp>
        <p:nvSpPr>
          <p:cNvPr id="4" name="TextBox 3">
            <a:extLst>
              <a:ext uri="{FF2B5EF4-FFF2-40B4-BE49-F238E27FC236}">
                <a16:creationId xmlns:a16="http://schemas.microsoft.com/office/drawing/2014/main" id="{EF8FE161-9EB1-152C-B10B-BDDE0258329E}"/>
              </a:ext>
            </a:extLst>
          </p:cNvPr>
          <p:cNvSpPr txBox="1"/>
          <p:nvPr/>
        </p:nvSpPr>
        <p:spPr>
          <a:xfrm>
            <a:off x="242341" y="393271"/>
            <a:ext cx="11707318" cy="6614631"/>
          </a:xfrm>
          <a:prstGeom prst="rect">
            <a:avLst/>
          </a:prstGeom>
          <a:noFill/>
        </p:spPr>
        <p:txBody>
          <a:bodyPr wrap="square">
            <a:spAutoFit/>
          </a:bodyPr>
          <a:lstStyle/>
          <a:p>
            <a:pPr algn="just" rtl="0">
              <a:spcBef>
                <a:spcPts val="0"/>
              </a:spcBef>
              <a:spcAft>
                <a:spcPts val="100"/>
              </a:spcAft>
            </a:pPr>
            <a:r>
              <a:rPr lang="en-US" sz="2800" b="1" i="0" u="none" strike="noStrike" dirty="0">
                <a:solidFill>
                  <a:srgbClr val="202124"/>
                </a:solidFill>
                <a:effectLst/>
                <a:latin typeface="Arial" panose="020B0604020202020204" pitchFamily="34" charset="0"/>
              </a:rPr>
              <a:t>Closest pair problem </a:t>
            </a:r>
          </a:p>
          <a:p>
            <a:pPr algn="just" rtl="0">
              <a:spcBef>
                <a:spcPts val="0"/>
              </a:spcBef>
              <a:spcAft>
                <a:spcPts val="100"/>
              </a:spcAft>
            </a:pPr>
            <a:endParaRPr lang="en-US" b="0" dirty="0">
              <a:effectLst/>
            </a:endParaRPr>
          </a:p>
          <a:p>
            <a:pPr marL="342900" indent="-342900" algn="just" rtl="0">
              <a:spcBef>
                <a:spcPts val="0"/>
              </a:spcBef>
              <a:spcAft>
                <a:spcPts val="100"/>
              </a:spcAft>
              <a:buFont typeface="Arial" panose="020B0604020202020204" pitchFamily="34" charset="0"/>
              <a:buChar char="•"/>
            </a:pPr>
            <a:r>
              <a:rPr lang="en-US" sz="2400" b="0" i="0" u="none" strike="noStrike" dirty="0">
                <a:solidFill>
                  <a:srgbClr val="202124"/>
                </a:solidFill>
                <a:effectLst/>
                <a:latin typeface="Times New Roman" panose="02020603050405020304" pitchFamily="18" charset="0"/>
                <a:cs typeface="Times New Roman" panose="02020603050405020304" pitchFamily="18" charset="0"/>
              </a:rPr>
              <a:t>The Closest pair problem is a fundamental computational challenge that revolves around the task of identifying the pair of points with the smallest distance between them within a given collection of N points. </a:t>
            </a:r>
          </a:p>
          <a:p>
            <a:pPr marL="342900" indent="-342900" algn="just" rtl="0">
              <a:spcBef>
                <a:spcPts val="0"/>
              </a:spcBef>
              <a:spcAft>
                <a:spcPts val="100"/>
              </a:spcAft>
              <a:buFont typeface="Arial" panose="020B0604020202020204" pitchFamily="34" charset="0"/>
              <a:buChar char="•"/>
            </a:pPr>
            <a:endParaRPr lang="en-US" sz="2400" dirty="0">
              <a:solidFill>
                <a:srgbClr val="202124"/>
              </a:solidFill>
              <a:latin typeface="Times New Roman" panose="02020603050405020304" pitchFamily="18" charset="0"/>
              <a:cs typeface="Times New Roman" panose="02020603050405020304" pitchFamily="18" charset="0"/>
            </a:endParaRPr>
          </a:p>
          <a:p>
            <a:pPr marL="342900" indent="-342900" algn="just" rtl="0">
              <a:spcBef>
                <a:spcPts val="0"/>
              </a:spcBef>
              <a:spcAft>
                <a:spcPts val="100"/>
              </a:spcAft>
              <a:buFont typeface="Arial" panose="020B0604020202020204" pitchFamily="34" charset="0"/>
              <a:buChar char="•"/>
            </a:pPr>
            <a:r>
              <a:rPr lang="en-US" sz="2400" b="0" i="0" u="none" strike="noStrike" dirty="0">
                <a:solidFill>
                  <a:srgbClr val="202124"/>
                </a:solidFill>
                <a:effectLst/>
                <a:latin typeface="Times New Roman" panose="02020603050405020304" pitchFamily="18" charset="0"/>
                <a:cs typeface="Times New Roman" panose="02020603050405020304" pitchFamily="18" charset="0"/>
              </a:rPr>
              <a:t>This problem finds relevance and application across various domains, from computational geometry to pattern recognition and beyond. The choice of the most suitable algorithm to tackle this problem depends on two crucial factors: the specific value of N, representing the number of points in the set, and the desired outcome, which could involve finding the actual distance, the point coordinates, or both. </a:t>
            </a:r>
          </a:p>
          <a:p>
            <a:pPr marL="342900" indent="-342900" algn="just" rtl="0">
              <a:spcBef>
                <a:spcPts val="0"/>
              </a:spcBef>
              <a:spcAft>
                <a:spcPts val="100"/>
              </a:spcAft>
              <a:buFont typeface="Arial" panose="020B0604020202020204" pitchFamily="34" charset="0"/>
              <a:buChar char="•"/>
            </a:pPr>
            <a:endParaRPr lang="en-US" sz="2400" dirty="0">
              <a:solidFill>
                <a:srgbClr val="202124"/>
              </a:solidFill>
              <a:latin typeface="Times New Roman" panose="02020603050405020304" pitchFamily="18" charset="0"/>
              <a:cs typeface="Times New Roman" panose="02020603050405020304" pitchFamily="18" charset="0"/>
            </a:endParaRPr>
          </a:p>
          <a:p>
            <a:pPr marL="342900" indent="-342900" algn="just" rtl="0">
              <a:spcBef>
                <a:spcPts val="0"/>
              </a:spcBef>
              <a:spcAft>
                <a:spcPts val="100"/>
              </a:spcAft>
              <a:buFont typeface="Arial" panose="020B0604020202020204" pitchFamily="34" charset="0"/>
              <a:buChar char="•"/>
            </a:pPr>
            <a:r>
              <a:rPr lang="en-US" sz="2400" b="0" i="0" u="none" strike="noStrike" dirty="0">
                <a:solidFill>
                  <a:srgbClr val="202124"/>
                </a:solidFill>
                <a:effectLst/>
                <a:latin typeface="Times New Roman" panose="02020603050405020304" pitchFamily="18" charset="0"/>
                <a:cs typeface="Times New Roman" panose="02020603050405020304" pitchFamily="18" charset="0"/>
              </a:rPr>
              <a:t>As we navigate through this problem, we encounter a spectrum of scenarios and computational intricacies, all of which stem from the variable N and the specific requirements of the task at hand. The larger the N, the more complex the problem becomes, and the choice of algorithm becomes critical to achieve efficient solutions. </a:t>
            </a:r>
            <a:endParaRPr lang="en-US" sz="2400" b="0" dirty="0">
              <a:effectLst/>
              <a:latin typeface="Times New Roman" panose="02020603050405020304" pitchFamily="18" charset="0"/>
              <a:cs typeface="Times New Roman" panose="02020603050405020304" pitchFamily="18" charset="0"/>
            </a:endParaRPr>
          </a:p>
          <a:p>
            <a:br>
              <a:rPr lang="en-US" dirty="0"/>
            </a:br>
            <a:endParaRPr lang="en-IN" dirty="0"/>
          </a:p>
        </p:txBody>
      </p:sp>
    </p:spTree>
    <p:extLst>
      <p:ext uri="{BB962C8B-B14F-4D97-AF65-F5344CB8AC3E}">
        <p14:creationId xmlns:p14="http://schemas.microsoft.com/office/powerpoint/2010/main" val="23038212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DCAD5F9-6AF7-7E3E-C0DD-5E66F102C5B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27</a:t>
            </a:fld>
            <a:endParaRPr lang="en-IN"/>
          </a:p>
        </p:txBody>
      </p:sp>
      <p:sp>
        <p:nvSpPr>
          <p:cNvPr id="4" name="TextBox 3">
            <a:extLst>
              <a:ext uri="{FF2B5EF4-FFF2-40B4-BE49-F238E27FC236}">
                <a16:creationId xmlns:a16="http://schemas.microsoft.com/office/drawing/2014/main" id="{FD45CD82-D1A9-7E13-524E-DCF29EB56A7C}"/>
              </a:ext>
            </a:extLst>
          </p:cNvPr>
          <p:cNvSpPr txBox="1"/>
          <p:nvPr/>
        </p:nvSpPr>
        <p:spPr>
          <a:xfrm>
            <a:off x="644576" y="809469"/>
            <a:ext cx="10709223" cy="3416320"/>
          </a:xfrm>
          <a:prstGeom prst="rect">
            <a:avLst/>
          </a:prstGeom>
          <a:noFill/>
        </p:spPr>
        <p:txBody>
          <a:bodyPr wrap="square">
            <a:spAutoFit/>
          </a:bodyPr>
          <a:lstStyle/>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 the realm of brute-force approaches, it is evident that the Closest Pair Problem can be solved in O(N2) time. </a:t>
            </a:r>
          </a:p>
          <a:p>
            <a:pPr marL="342900" indent="-34290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section delves into the intricacies of a divide-and-conquer-based algorithm that has been specifically crafted to address the Closest Pair Problem in a more efficient and effective manner. </a:t>
            </a:r>
          </a:p>
          <a:p>
            <a:pPr marL="342900" indent="-34290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algorithm optimizes the search for the closest pair of points, significantly reducing the time complexity, especially when N is substantial.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244878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ECD5A34-F170-7FA1-2920-1D230E21DCE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28</a:t>
            </a:fld>
            <a:endParaRPr lang="en-IN"/>
          </a:p>
        </p:txBody>
      </p:sp>
      <p:sp>
        <p:nvSpPr>
          <p:cNvPr id="4" name="TextBox 3">
            <a:extLst>
              <a:ext uri="{FF2B5EF4-FFF2-40B4-BE49-F238E27FC236}">
                <a16:creationId xmlns:a16="http://schemas.microsoft.com/office/drawing/2014/main" id="{E092B44A-9F66-755E-369B-88A20C589765}"/>
              </a:ext>
            </a:extLst>
          </p:cNvPr>
          <p:cNvSpPr txBox="1"/>
          <p:nvPr/>
        </p:nvSpPr>
        <p:spPr>
          <a:xfrm>
            <a:off x="509666" y="1394085"/>
            <a:ext cx="11017770" cy="3477875"/>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Divide-and-conquer algorithm for solving closest pair problem:</a:t>
            </a:r>
          </a:p>
          <a:p>
            <a:pPr algn="just"/>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The central concept involves divide-and-conquer based algorithms for solving closest pair problems by dividing the set of points in half and recursively searching for the closest pair of points within each half. </a:t>
            </a:r>
          </a:p>
          <a:p>
            <a:pPr marL="342900" indent="-34290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To comprehend the solution approach more thoroughly, we'll explore it from three different perspectives: the 1-dimensional (1D), 2-dimensional (2D), and d-dimensional (</a:t>
            </a:r>
            <a:r>
              <a:rPr lang="en-US" sz="2400" dirty="0" err="1">
                <a:latin typeface="Times New Roman" panose="02020603050405020304" pitchFamily="18" charset="0"/>
                <a:cs typeface="Times New Roman" panose="02020603050405020304" pitchFamily="18" charset="0"/>
              </a:rPr>
              <a:t>dD</a:t>
            </a:r>
            <a:r>
              <a:rPr lang="en-US" sz="2400" dirty="0">
                <a:latin typeface="Times New Roman" panose="02020603050405020304" pitchFamily="18" charset="0"/>
                <a:cs typeface="Times New Roman" panose="02020603050405020304" pitchFamily="18" charset="0"/>
              </a:rPr>
              <a:t>) closest pair problem.</a:t>
            </a:r>
          </a:p>
        </p:txBody>
      </p:sp>
    </p:spTree>
    <p:extLst>
      <p:ext uri="{BB962C8B-B14F-4D97-AF65-F5344CB8AC3E}">
        <p14:creationId xmlns:p14="http://schemas.microsoft.com/office/powerpoint/2010/main" val="25343431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line with black text and black letters&#10;&#10;Description automatically generated with medium confidence">
            <a:extLst>
              <a:ext uri="{FF2B5EF4-FFF2-40B4-BE49-F238E27FC236}">
                <a16:creationId xmlns:a16="http://schemas.microsoft.com/office/drawing/2014/main" id="{F67536DC-B2FA-1333-14F1-CBB10867D108}"/>
              </a:ext>
            </a:extLst>
          </p:cNvPr>
          <p:cNvPicPr>
            <a:picLocks noChangeAspect="1"/>
          </p:cNvPicPr>
          <p:nvPr/>
        </p:nvPicPr>
        <p:blipFill>
          <a:blip r:embed="rId2"/>
          <a:stretch>
            <a:fillRect/>
          </a:stretch>
        </p:blipFill>
        <p:spPr>
          <a:xfrm>
            <a:off x="643467" y="1411562"/>
            <a:ext cx="10905066" cy="4034874"/>
          </a:xfrm>
          <a:prstGeom prst="rect">
            <a:avLst/>
          </a:prstGeom>
          <a:ln>
            <a:noFill/>
          </a:ln>
        </p:spPr>
      </p:pic>
      <p:sp>
        <p:nvSpPr>
          <p:cNvPr id="2" name="Slide Number Placeholder 1">
            <a:extLst>
              <a:ext uri="{FF2B5EF4-FFF2-40B4-BE49-F238E27FC236}">
                <a16:creationId xmlns:a16="http://schemas.microsoft.com/office/drawing/2014/main" id="{ECABA78B-DD2F-8A0B-5FB2-36E83C237CDD}"/>
              </a:ext>
            </a:extLst>
          </p:cNvPr>
          <p:cNvSpPr>
            <a:spLocks noGrp="1"/>
          </p:cNvSpPr>
          <p:nvPr>
            <p:ph type="sldNum" sz="quarter" idx="12"/>
          </p:nvPr>
        </p:nvSpPr>
        <p:spPr>
          <a:xfrm>
            <a:off x="8805333" y="6356350"/>
            <a:ext cx="2743200" cy="365125"/>
          </a:xfrm>
        </p:spPr>
        <p:txBody>
          <a:bodyPr>
            <a:normAutofit/>
          </a:bodyPr>
          <a:lstStyle/>
          <a:p>
            <a:pPr marL="0" lvl="0" indent="0" rtl="0">
              <a:spcBef>
                <a:spcPts val="0"/>
              </a:spcBef>
              <a:spcAft>
                <a:spcPts val="600"/>
              </a:spcAft>
              <a:buNone/>
            </a:pPr>
            <a:fld id="{00000000-1234-1234-1234-123412341234}" type="slidenum">
              <a:rPr lang="en-IN" smtClean="0"/>
              <a:pPr marL="0" lvl="0" indent="0" rtl="0">
                <a:spcBef>
                  <a:spcPts val="0"/>
                </a:spcBef>
                <a:spcAft>
                  <a:spcPts val="600"/>
                </a:spcAft>
                <a:buNone/>
              </a:pPr>
              <a:t>29</a:t>
            </a:fld>
            <a:endParaRPr lang="en-IN"/>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F79F69F4-C315-6422-C483-6202C5E46771}"/>
                  </a:ext>
                </a:extLst>
              </p14:cNvPr>
              <p14:cNvContentPartPr/>
              <p14:nvPr/>
            </p14:nvContentPartPr>
            <p14:xfrm>
              <a:off x="3137760" y="2217240"/>
              <a:ext cx="6137280" cy="1979280"/>
            </p14:xfrm>
          </p:contentPart>
        </mc:Choice>
        <mc:Fallback>
          <p:pic>
            <p:nvPicPr>
              <p:cNvPr id="3" name="Ink 2">
                <a:extLst>
                  <a:ext uri="{FF2B5EF4-FFF2-40B4-BE49-F238E27FC236}">
                    <a16:creationId xmlns:a16="http://schemas.microsoft.com/office/drawing/2014/main" id="{F79F69F4-C315-6422-C483-6202C5E46771}"/>
                  </a:ext>
                </a:extLst>
              </p:cNvPr>
              <p:cNvPicPr/>
              <p:nvPr/>
            </p:nvPicPr>
            <p:blipFill>
              <a:blip r:embed="rId4"/>
              <a:stretch>
                <a:fillRect/>
              </a:stretch>
            </p:blipFill>
            <p:spPr>
              <a:xfrm>
                <a:off x="3128400" y="2207880"/>
                <a:ext cx="6156000" cy="1998000"/>
              </a:xfrm>
              <a:prstGeom prst="rect">
                <a:avLst/>
              </a:prstGeom>
            </p:spPr>
          </p:pic>
        </mc:Fallback>
      </mc:AlternateContent>
    </p:spTree>
    <p:extLst>
      <p:ext uri="{BB962C8B-B14F-4D97-AF65-F5344CB8AC3E}">
        <p14:creationId xmlns:p14="http://schemas.microsoft.com/office/powerpoint/2010/main" val="151070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30</a:t>
            </a:fld>
            <a:endParaRPr lang="en-IN"/>
          </a:p>
        </p:txBody>
      </p:sp>
    </p:spTree>
    <p:extLst>
      <p:ext uri="{BB962C8B-B14F-4D97-AF65-F5344CB8AC3E}">
        <p14:creationId xmlns:p14="http://schemas.microsoft.com/office/powerpoint/2010/main" val="36843732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462BE26-E876-68C3-DD09-0737FBE357CB}"/>
              </a:ext>
            </a:extLst>
          </p:cNvPr>
          <p:cNvPicPr>
            <a:picLocks noChangeAspect="1"/>
          </p:cNvPicPr>
          <p:nvPr/>
        </p:nvPicPr>
        <p:blipFill>
          <a:blip r:embed="rId2"/>
          <a:stretch>
            <a:fillRect/>
          </a:stretch>
        </p:blipFill>
        <p:spPr>
          <a:xfrm>
            <a:off x="1166559" y="918266"/>
            <a:ext cx="9664846" cy="2343725"/>
          </a:xfrm>
          <a:prstGeom prst="rect">
            <a:avLst/>
          </a:prstGeom>
        </p:spPr>
      </p:pic>
      <p:sp>
        <p:nvSpPr>
          <p:cNvPr id="2" name="Slide Number Placeholder 1">
            <a:extLst>
              <a:ext uri="{FF2B5EF4-FFF2-40B4-BE49-F238E27FC236}">
                <a16:creationId xmlns:a16="http://schemas.microsoft.com/office/drawing/2014/main" id="{7A40E535-15C8-6C07-44FB-3FCFF9F700E3}"/>
              </a:ext>
            </a:extLst>
          </p:cNvPr>
          <p:cNvSpPr>
            <a:spLocks noGrp="1"/>
          </p:cNvSpPr>
          <p:nvPr>
            <p:ph type="sldNum" sz="quarter" idx="12"/>
          </p:nvPr>
        </p:nvSpPr>
        <p:spPr>
          <a:xfrm>
            <a:off x="10707624" y="6382512"/>
            <a:ext cx="685800" cy="320040"/>
          </a:xfrm>
        </p:spPr>
        <p:txBody>
          <a:bodyPr>
            <a:normAutofit/>
          </a:bodyPr>
          <a:lstStyle/>
          <a:p>
            <a:pPr marL="0" lvl="0" indent="0" rtl="0">
              <a:spcBef>
                <a:spcPts val="0"/>
              </a:spcBef>
              <a:spcAft>
                <a:spcPts val="600"/>
              </a:spcAft>
              <a:buNone/>
            </a:pPr>
            <a:fld id="{00000000-1234-1234-1234-123412341234}" type="slidenum">
              <a:rPr lang="en-IN" smtClean="0"/>
              <a:pPr marL="0" lvl="0" indent="0" rtl="0">
                <a:spcBef>
                  <a:spcPts val="0"/>
                </a:spcBef>
                <a:spcAft>
                  <a:spcPts val="600"/>
                </a:spcAft>
                <a:buNone/>
              </a:pPr>
              <a:t>31</a:t>
            </a:fld>
            <a:endParaRPr lang="en-IN"/>
          </a:p>
        </p:txBody>
      </p:sp>
      <p:pic>
        <p:nvPicPr>
          <p:cNvPr id="6" name="Picture 5">
            <a:extLst>
              <a:ext uri="{FF2B5EF4-FFF2-40B4-BE49-F238E27FC236}">
                <a16:creationId xmlns:a16="http://schemas.microsoft.com/office/drawing/2014/main" id="{4ED5855C-89EB-BDB2-7A89-F6FDBB585D41}"/>
              </a:ext>
            </a:extLst>
          </p:cNvPr>
          <p:cNvPicPr>
            <a:picLocks noChangeAspect="1"/>
          </p:cNvPicPr>
          <p:nvPr/>
        </p:nvPicPr>
        <p:blipFill>
          <a:blip r:embed="rId3"/>
          <a:stretch>
            <a:fillRect/>
          </a:stretch>
        </p:blipFill>
        <p:spPr>
          <a:xfrm>
            <a:off x="1112163" y="3071201"/>
            <a:ext cx="10005716" cy="2002556"/>
          </a:xfrm>
          <a:prstGeom prst="rect">
            <a:avLst/>
          </a:prstGeom>
        </p:spPr>
      </p:pic>
    </p:spTree>
    <p:extLst>
      <p:ext uri="{BB962C8B-B14F-4D97-AF65-F5344CB8AC3E}">
        <p14:creationId xmlns:p14="http://schemas.microsoft.com/office/powerpoint/2010/main" val="889851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78BF680-A839-6A6D-1B87-8BAB532C5774}"/>
              </a:ext>
            </a:extLst>
          </p:cNvPr>
          <p:cNvSpPr txBox="1"/>
          <p:nvPr/>
        </p:nvSpPr>
        <p:spPr>
          <a:xfrm>
            <a:off x="1039165" y="1804370"/>
            <a:ext cx="10113364" cy="3249260"/>
          </a:xfrm>
          <a:prstGeom prst="rect">
            <a:avLst/>
          </a:prstGeom>
        </p:spPr>
        <p:txBody>
          <a:bodyPr vert="horz" lIns="91440" tIns="45720" rIns="91440" bIns="45720" rtlCol="0">
            <a:normAutofit lnSpcReduction="10000"/>
          </a:bodyPr>
          <a:lstStyle/>
          <a:p>
            <a:pPr indent="-228600">
              <a:lnSpc>
                <a:spcPct val="90000"/>
              </a:lnSpc>
              <a:spcAft>
                <a:spcPts val="600"/>
              </a:spcAft>
              <a:buFont typeface="Arial" panose="020B0604020202020204" pitchFamily="34" charset="0"/>
              <a:buChar char="•"/>
            </a:pPr>
            <a:r>
              <a:rPr lang="en-US" sz="2800" dirty="0">
                <a:solidFill>
                  <a:schemeClr val="tx2"/>
                </a:solidFill>
                <a:latin typeface="Times New Roman" panose="02020603050405020304" pitchFamily="18" charset="0"/>
                <a:cs typeface="Times New Roman" panose="02020603050405020304" pitchFamily="18" charset="0"/>
              </a:rPr>
              <a:t>The recurrence equation for the 1D closest pair problem can be expressed as follows T(n)=2T(n/2)+O(n). </a:t>
            </a:r>
          </a:p>
          <a:p>
            <a:pPr indent="-228600">
              <a:lnSpc>
                <a:spcPct val="90000"/>
              </a:lnSpc>
              <a:spcAft>
                <a:spcPts val="600"/>
              </a:spcAft>
              <a:buFont typeface="Arial" panose="020B0604020202020204" pitchFamily="34" charset="0"/>
              <a:buChar char="•"/>
            </a:pPr>
            <a:endParaRPr lang="en-US" sz="2800" dirty="0">
              <a:solidFill>
                <a:schemeClr val="tx2"/>
              </a:solidFill>
              <a:latin typeface="Times New Roman" panose="02020603050405020304" pitchFamily="18" charset="0"/>
              <a:cs typeface="Times New Roman" panose="02020603050405020304" pitchFamily="18" charset="0"/>
            </a:endParaRPr>
          </a:p>
          <a:p>
            <a:pPr indent="-228600">
              <a:lnSpc>
                <a:spcPct val="90000"/>
              </a:lnSpc>
              <a:spcAft>
                <a:spcPts val="600"/>
              </a:spcAft>
              <a:buFont typeface="Arial" panose="020B0604020202020204" pitchFamily="34" charset="0"/>
              <a:buChar char="•"/>
            </a:pPr>
            <a:r>
              <a:rPr lang="en-US" sz="2800" dirty="0">
                <a:solidFill>
                  <a:schemeClr val="tx2"/>
                </a:solidFill>
                <a:latin typeface="Times New Roman" panose="02020603050405020304" pitchFamily="18" charset="0"/>
                <a:cs typeface="Times New Roman" panose="02020603050405020304" pitchFamily="18" charset="0"/>
              </a:rPr>
              <a:t>In this relationship, T(n) denotes the time required to solve the 1D closest pair problem for a set of n points. </a:t>
            </a:r>
          </a:p>
          <a:p>
            <a:pPr indent="-228600">
              <a:lnSpc>
                <a:spcPct val="90000"/>
              </a:lnSpc>
              <a:spcAft>
                <a:spcPts val="600"/>
              </a:spcAft>
              <a:buFont typeface="Arial" panose="020B0604020202020204" pitchFamily="34" charset="0"/>
              <a:buChar char="•"/>
            </a:pPr>
            <a:endParaRPr lang="en-US" sz="2800" dirty="0">
              <a:solidFill>
                <a:schemeClr val="tx2"/>
              </a:solidFill>
              <a:latin typeface="Times New Roman" panose="02020603050405020304" pitchFamily="18" charset="0"/>
              <a:cs typeface="Times New Roman" panose="02020603050405020304" pitchFamily="18" charset="0"/>
            </a:endParaRPr>
          </a:p>
          <a:p>
            <a:pPr indent="-228600">
              <a:lnSpc>
                <a:spcPct val="90000"/>
              </a:lnSpc>
              <a:spcAft>
                <a:spcPts val="600"/>
              </a:spcAft>
              <a:buFont typeface="Arial" panose="020B0604020202020204" pitchFamily="34" charset="0"/>
              <a:buChar char="•"/>
            </a:pPr>
            <a:r>
              <a:rPr lang="en-US" sz="2800" dirty="0">
                <a:solidFill>
                  <a:schemeClr val="tx2"/>
                </a:solidFill>
                <a:latin typeface="Times New Roman" panose="02020603050405020304" pitchFamily="18" charset="0"/>
                <a:cs typeface="Times New Roman" panose="02020603050405020304" pitchFamily="18" charset="0"/>
              </a:rPr>
              <a:t>The term 2T(n/2) accounts for the two recursive closest pair computations performed on smaller subproblems.</a:t>
            </a:r>
          </a:p>
        </p:txBody>
      </p:sp>
      <p:sp>
        <p:nvSpPr>
          <p:cNvPr id="2" name="Slide Number Placeholder 1">
            <a:extLst>
              <a:ext uri="{FF2B5EF4-FFF2-40B4-BE49-F238E27FC236}">
                <a16:creationId xmlns:a16="http://schemas.microsoft.com/office/drawing/2014/main" id="{EA8E7B75-036C-490F-EE2D-11720F15CEBE}"/>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lvl="0" indent="0">
              <a:spcBef>
                <a:spcPts val="0"/>
              </a:spcBef>
              <a:spcAft>
                <a:spcPts val="600"/>
              </a:spcAft>
              <a:buNone/>
            </a:pPr>
            <a:fld id="{00000000-1234-1234-1234-123412341234}" type="slidenum">
              <a:rPr lang="en-US" smtClean="0">
                <a:solidFill>
                  <a:schemeClr val="tx1">
                    <a:tint val="75000"/>
                  </a:schemeClr>
                </a:solidFill>
              </a:rPr>
              <a:pPr lvl="0" indent="0">
                <a:spcBef>
                  <a:spcPts val="0"/>
                </a:spcBef>
                <a:spcAft>
                  <a:spcPts val="600"/>
                </a:spcAft>
                <a:buNone/>
              </a:pPr>
              <a:t>32</a:t>
            </a:fld>
            <a:endParaRPr lang="en-US">
              <a:solidFill>
                <a:schemeClr val="tx1">
                  <a:tint val="75000"/>
                </a:schemeClr>
              </a:solidFill>
            </a:endParaRPr>
          </a:p>
        </p:txBody>
      </p:sp>
    </p:spTree>
    <p:extLst>
      <p:ext uri="{BB962C8B-B14F-4D97-AF65-F5344CB8AC3E}">
        <p14:creationId xmlns:p14="http://schemas.microsoft.com/office/powerpoint/2010/main" val="16321046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671553" y="652834"/>
            <a:ext cx="10150171" cy="3258739"/>
          </a:xfrm>
          <a:prstGeom prst="rect">
            <a:avLst/>
          </a:prstGeom>
        </p:spPr>
      </p:pic>
      <p:pic>
        <p:nvPicPr>
          <p:cNvPr id="6" name="Picture 5"/>
          <p:cNvPicPr>
            <a:picLocks noChangeAspect="1"/>
          </p:cNvPicPr>
          <p:nvPr/>
        </p:nvPicPr>
        <p:blipFill>
          <a:blip r:embed="rId3"/>
          <a:stretch>
            <a:fillRect/>
          </a:stretch>
        </p:blipFill>
        <p:spPr>
          <a:xfrm>
            <a:off x="436616" y="3465236"/>
            <a:ext cx="10620043" cy="2132482"/>
          </a:xfrm>
          <a:prstGeom prst="rect">
            <a:avLst/>
          </a:prstGeom>
        </p:spPr>
      </p:pic>
      <p:sp>
        <p:nvSpPr>
          <p:cNvPr id="2" name="Rectangle 1"/>
          <p:cNvSpPr/>
          <p:nvPr/>
        </p:nvSpPr>
        <p:spPr>
          <a:xfrm>
            <a:off x="4166483" y="4484536"/>
            <a:ext cx="1812898" cy="24649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8627320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06950" y="368798"/>
            <a:ext cx="5475799" cy="1028487"/>
          </a:xfrm>
          <a:prstGeom prst="rect">
            <a:avLst/>
          </a:prstGeom>
        </p:spPr>
        <p:txBody>
          <a:bodyPr wrap="square">
            <a:spAutoFit/>
          </a:bodyPr>
          <a:lstStyle/>
          <a:p>
            <a:pPr algn="just">
              <a:spcBef>
                <a:spcPts val="900"/>
              </a:spcBef>
              <a:spcAft>
                <a:spcPts val="100"/>
              </a:spcAft>
            </a:pPr>
            <a:r>
              <a:rPr lang="en-IN" sz="2400" b="1" dirty="0">
                <a:solidFill>
                  <a:srgbClr val="FF0000"/>
                </a:solidFill>
                <a:latin typeface="Helvetica Neue"/>
              </a:rPr>
              <a:t>Binary Search</a:t>
            </a:r>
            <a:endParaRPr lang="en-IN" sz="2400" dirty="0">
              <a:solidFill>
                <a:srgbClr val="FF0000"/>
              </a:solidFill>
            </a:endParaRPr>
          </a:p>
          <a:p>
            <a:br>
              <a:rPr lang="en-IN" dirty="0"/>
            </a:br>
            <a:endParaRPr lang="en-IN" dirty="0"/>
          </a:p>
        </p:txBody>
      </p:sp>
      <p:sp>
        <p:nvSpPr>
          <p:cNvPr id="4" name="Rectangle 3"/>
          <p:cNvSpPr/>
          <p:nvPr/>
        </p:nvSpPr>
        <p:spPr>
          <a:xfrm>
            <a:off x="771276" y="1330959"/>
            <a:ext cx="10050449" cy="4603824"/>
          </a:xfrm>
          <a:prstGeom prst="rect">
            <a:avLst/>
          </a:prstGeom>
        </p:spPr>
        <p:txBody>
          <a:bodyPr wrap="square">
            <a:spAutoFit/>
          </a:bodyPr>
          <a:lstStyle/>
          <a:p>
            <a:pPr algn="just">
              <a:spcBef>
                <a:spcPts val="900"/>
              </a:spcBef>
              <a:spcAft>
                <a:spcPts val="100"/>
              </a:spcAft>
            </a:pPr>
            <a:r>
              <a:rPr lang="en-US" dirty="0">
                <a:solidFill>
                  <a:srgbClr val="202124"/>
                </a:solidFill>
                <a:latin typeface="Times New Roman" panose="02020603050405020304" pitchFamily="18" charset="0"/>
              </a:rPr>
              <a:t>Binary search operates by iteratively dividing the search range in half, progressively narrowing down the possibilities at each step. </a:t>
            </a:r>
          </a:p>
          <a:p>
            <a:pPr algn="just">
              <a:spcBef>
                <a:spcPts val="900"/>
              </a:spcBef>
              <a:spcAft>
                <a:spcPts val="100"/>
              </a:spcAft>
            </a:pPr>
            <a:endParaRPr lang="en-US" dirty="0">
              <a:solidFill>
                <a:srgbClr val="202124"/>
              </a:solidFill>
              <a:latin typeface="Times New Roman" panose="02020603050405020304" pitchFamily="18" charset="0"/>
            </a:endParaRPr>
          </a:p>
          <a:p>
            <a:pPr algn="just">
              <a:spcBef>
                <a:spcPts val="900"/>
              </a:spcBef>
              <a:spcAft>
                <a:spcPts val="100"/>
              </a:spcAft>
            </a:pPr>
            <a:r>
              <a:rPr lang="en-US" dirty="0">
                <a:solidFill>
                  <a:srgbClr val="202124"/>
                </a:solidFill>
                <a:latin typeface="Times New Roman" panose="02020603050405020304" pitchFamily="18" charset="0"/>
              </a:rPr>
              <a:t>We can denote the time taken for a dataset of size 'n' as T(n), where T(n/2) accounts for the time spent searching within one-half of the dataset, and O(1) represents the constant time required for comparisons and calculations. </a:t>
            </a:r>
          </a:p>
          <a:p>
            <a:pPr algn="just">
              <a:spcBef>
                <a:spcPts val="900"/>
              </a:spcBef>
              <a:spcAft>
                <a:spcPts val="100"/>
              </a:spcAft>
            </a:pPr>
            <a:endParaRPr lang="en-US" dirty="0">
              <a:solidFill>
                <a:srgbClr val="202124"/>
              </a:solidFill>
              <a:latin typeface="Times New Roman" panose="02020603050405020304" pitchFamily="18" charset="0"/>
            </a:endParaRPr>
          </a:p>
          <a:p>
            <a:pPr algn="just">
              <a:spcBef>
                <a:spcPts val="900"/>
              </a:spcBef>
              <a:spcAft>
                <a:spcPts val="100"/>
              </a:spcAft>
            </a:pPr>
            <a:r>
              <a:rPr lang="en-US" dirty="0">
                <a:solidFill>
                  <a:srgbClr val="202124"/>
                </a:solidFill>
                <a:latin typeface="Times New Roman" panose="02020603050405020304" pitchFamily="18" charset="0"/>
              </a:rPr>
              <a:t>This can be expressed using the recurrence relation: </a:t>
            </a:r>
          </a:p>
          <a:p>
            <a:pPr algn="just">
              <a:spcBef>
                <a:spcPts val="900"/>
              </a:spcBef>
              <a:spcAft>
                <a:spcPts val="100"/>
              </a:spcAft>
            </a:pPr>
            <a:endParaRPr lang="en-US" dirty="0">
              <a:solidFill>
                <a:srgbClr val="202124"/>
              </a:solidFill>
              <a:latin typeface="Times New Roman" panose="02020603050405020304" pitchFamily="18" charset="0"/>
            </a:endParaRPr>
          </a:p>
          <a:p>
            <a:pPr algn="just">
              <a:spcBef>
                <a:spcPts val="900"/>
              </a:spcBef>
              <a:spcAft>
                <a:spcPts val="100"/>
              </a:spcAft>
            </a:pPr>
            <a:endParaRPr lang="en-US" dirty="0"/>
          </a:p>
          <a:p>
            <a:pPr algn="ctr">
              <a:spcBef>
                <a:spcPts val="900"/>
              </a:spcBef>
              <a:spcAft>
                <a:spcPts val="100"/>
              </a:spcAft>
            </a:pPr>
            <a:r>
              <a:rPr lang="en-US" dirty="0">
                <a:solidFill>
                  <a:srgbClr val="202124"/>
                </a:solidFill>
                <a:latin typeface="Times New Roman" panose="02020603050405020304" pitchFamily="18" charset="0"/>
              </a:rPr>
              <a:t>T(n)=T(n/2)+O(1)</a:t>
            </a:r>
            <a:endParaRPr lang="en-US" dirty="0"/>
          </a:p>
          <a:p>
            <a:br>
              <a:rPr lang="en-US" dirty="0"/>
            </a:br>
            <a:endParaRPr lang="en-IN" dirty="0"/>
          </a:p>
        </p:txBody>
      </p:sp>
    </p:spTree>
    <p:extLst>
      <p:ext uri="{BB962C8B-B14F-4D97-AF65-F5344CB8AC3E}">
        <p14:creationId xmlns:p14="http://schemas.microsoft.com/office/powerpoint/2010/main" val="10547398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35</a:t>
            </a:fld>
            <a:endParaRPr lang="en-IN"/>
          </a:p>
        </p:txBody>
      </p:sp>
    </p:spTree>
    <p:extLst>
      <p:ext uri="{BB962C8B-B14F-4D97-AF65-F5344CB8AC3E}">
        <p14:creationId xmlns:p14="http://schemas.microsoft.com/office/powerpoint/2010/main" val="23928402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790908" y="220964"/>
            <a:ext cx="9159901" cy="6446766"/>
          </a:xfrm>
          <a:prstGeom prst="rect">
            <a:avLst/>
          </a:prstGeom>
        </p:spPr>
      </p:pic>
      <p:sp>
        <p:nvSpPr>
          <p:cNvPr id="3" name="Rectangle 2"/>
          <p:cNvSpPr/>
          <p:nvPr/>
        </p:nvSpPr>
        <p:spPr>
          <a:xfrm>
            <a:off x="128460" y="2671841"/>
            <a:ext cx="2972550" cy="646331"/>
          </a:xfrm>
          <a:prstGeom prst="rect">
            <a:avLst/>
          </a:prstGeom>
        </p:spPr>
        <p:txBody>
          <a:bodyPr wrap="square">
            <a:spAutoFit/>
          </a:bodyPr>
          <a:lstStyle/>
          <a:p>
            <a:r>
              <a:rPr lang="en-IN" sz="3600" b="1" dirty="0">
                <a:solidFill>
                  <a:srgbClr val="000000"/>
                </a:solidFill>
                <a:latin typeface="Helvetica Neue"/>
              </a:rPr>
              <a:t>Recurrences</a:t>
            </a:r>
            <a:endParaRPr lang="en-IN" sz="3600" dirty="0"/>
          </a:p>
        </p:txBody>
      </p:sp>
      <p:sp>
        <p:nvSpPr>
          <p:cNvPr id="4" name="Rectangle 3"/>
          <p:cNvSpPr/>
          <p:nvPr/>
        </p:nvSpPr>
        <p:spPr>
          <a:xfrm>
            <a:off x="7100515" y="5748793"/>
            <a:ext cx="2957885" cy="19083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6359846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4484536" y="148242"/>
            <a:ext cx="7568028" cy="6611610"/>
          </a:xfrm>
          <a:prstGeom prst="rect">
            <a:avLst/>
          </a:prstGeom>
        </p:spPr>
      </p:pic>
      <p:sp>
        <p:nvSpPr>
          <p:cNvPr id="3" name="Rectangle 2"/>
          <p:cNvSpPr/>
          <p:nvPr/>
        </p:nvSpPr>
        <p:spPr>
          <a:xfrm>
            <a:off x="541926" y="2679792"/>
            <a:ext cx="3292889" cy="707886"/>
          </a:xfrm>
          <a:prstGeom prst="rect">
            <a:avLst/>
          </a:prstGeom>
        </p:spPr>
        <p:txBody>
          <a:bodyPr wrap="none">
            <a:spAutoFit/>
          </a:bodyPr>
          <a:lstStyle/>
          <a:p>
            <a:r>
              <a:rPr lang="en-IN" sz="4000" b="1" dirty="0">
                <a:solidFill>
                  <a:srgbClr val="000000"/>
                </a:solidFill>
                <a:latin typeface="Helvetica Neue"/>
              </a:rPr>
              <a:t>Recurrences</a:t>
            </a:r>
            <a:endParaRPr lang="en-IN" sz="4000" dirty="0"/>
          </a:p>
        </p:txBody>
      </p:sp>
      <p:sp>
        <p:nvSpPr>
          <p:cNvPr id="4" name="Rectangle 3"/>
          <p:cNvSpPr/>
          <p:nvPr/>
        </p:nvSpPr>
        <p:spPr>
          <a:xfrm>
            <a:off x="5319423" y="242516"/>
            <a:ext cx="254441" cy="166977"/>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p:cNvSpPr/>
          <p:nvPr/>
        </p:nvSpPr>
        <p:spPr>
          <a:xfrm>
            <a:off x="5319423" y="2120349"/>
            <a:ext cx="254441" cy="166977"/>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p:cNvSpPr/>
          <p:nvPr/>
        </p:nvSpPr>
        <p:spPr>
          <a:xfrm>
            <a:off x="5319423" y="3819279"/>
            <a:ext cx="254441" cy="166977"/>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p:cNvSpPr/>
          <p:nvPr/>
        </p:nvSpPr>
        <p:spPr>
          <a:xfrm>
            <a:off x="5319423" y="5713015"/>
            <a:ext cx="254441" cy="166977"/>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1029754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23874" y="843041"/>
            <a:ext cx="3292889" cy="707886"/>
          </a:xfrm>
          <a:prstGeom prst="rect">
            <a:avLst/>
          </a:prstGeom>
        </p:spPr>
        <p:txBody>
          <a:bodyPr wrap="none">
            <a:spAutoFit/>
          </a:bodyPr>
          <a:lstStyle/>
          <a:p>
            <a:r>
              <a:rPr lang="en-IN" sz="4000" b="1" dirty="0">
                <a:solidFill>
                  <a:srgbClr val="000000"/>
                </a:solidFill>
                <a:latin typeface="Helvetica Neue"/>
              </a:rPr>
              <a:t>Recurrences</a:t>
            </a:r>
            <a:endParaRPr lang="en-IN" sz="4000" dirty="0"/>
          </a:p>
        </p:txBody>
      </p:sp>
      <p:pic>
        <p:nvPicPr>
          <p:cNvPr id="4" name="Picture 3"/>
          <p:cNvPicPr>
            <a:picLocks noChangeAspect="1"/>
          </p:cNvPicPr>
          <p:nvPr/>
        </p:nvPicPr>
        <p:blipFill rotWithShape="1">
          <a:blip r:embed="rId2"/>
          <a:srcRect l="934" b="3802"/>
          <a:stretch/>
        </p:blipFill>
        <p:spPr>
          <a:xfrm>
            <a:off x="5041126" y="189073"/>
            <a:ext cx="6737323" cy="2015821"/>
          </a:xfrm>
          <a:prstGeom prst="rect">
            <a:avLst/>
          </a:prstGeom>
        </p:spPr>
      </p:pic>
      <p:sp>
        <p:nvSpPr>
          <p:cNvPr id="5" name="Rectangle 4"/>
          <p:cNvSpPr/>
          <p:nvPr/>
        </p:nvSpPr>
        <p:spPr>
          <a:xfrm>
            <a:off x="5796500" y="272998"/>
            <a:ext cx="254441" cy="166977"/>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6" name="Picture 2" descr="Tower of Hanoi Algorithm | Geeky Code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1579" y="2288819"/>
            <a:ext cx="5847302" cy="438203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6639339" y="5319422"/>
            <a:ext cx="3069204" cy="3896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Detailed in Stack Chapter</a:t>
            </a:r>
            <a:endParaRPr lang="en-IN" b="1" dirty="0"/>
          </a:p>
        </p:txBody>
      </p:sp>
      <p:sp>
        <p:nvSpPr>
          <p:cNvPr id="7" name="Rectangle 6"/>
          <p:cNvSpPr/>
          <p:nvPr/>
        </p:nvSpPr>
        <p:spPr>
          <a:xfrm>
            <a:off x="8533074" y="1996391"/>
            <a:ext cx="254441" cy="166977"/>
          </a:xfrm>
          <a:prstGeom prst="rect">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1620571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526024" y="636307"/>
            <a:ext cx="3292889" cy="707886"/>
          </a:xfrm>
          <a:prstGeom prst="rect">
            <a:avLst/>
          </a:prstGeom>
        </p:spPr>
        <p:txBody>
          <a:bodyPr wrap="none">
            <a:spAutoFit/>
          </a:bodyPr>
          <a:lstStyle/>
          <a:p>
            <a:r>
              <a:rPr lang="en-IN" sz="4000" b="1" dirty="0">
                <a:solidFill>
                  <a:srgbClr val="000000"/>
                </a:solidFill>
                <a:latin typeface="Helvetica Neue"/>
              </a:rPr>
              <a:t>Recurrences</a:t>
            </a:r>
            <a:endParaRPr lang="en-IN" sz="4000" dirty="0"/>
          </a:p>
        </p:txBody>
      </p:sp>
      <p:sp>
        <p:nvSpPr>
          <p:cNvPr id="5" name="Rectangle 4"/>
          <p:cNvSpPr/>
          <p:nvPr/>
        </p:nvSpPr>
        <p:spPr>
          <a:xfrm>
            <a:off x="7561690" y="4699221"/>
            <a:ext cx="286247" cy="28624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Picture 5"/>
          <p:cNvPicPr>
            <a:picLocks noChangeAspect="1"/>
          </p:cNvPicPr>
          <p:nvPr/>
        </p:nvPicPr>
        <p:blipFill rotWithShape="1">
          <a:blip r:embed="rId2"/>
          <a:srcRect l="2018" t="12520" r="1778" b="6491"/>
          <a:stretch/>
        </p:blipFill>
        <p:spPr>
          <a:xfrm>
            <a:off x="2496710" y="2623930"/>
            <a:ext cx="7744570" cy="2353588"/>
          </a:xfrm>
          <a:prstGeom prst="rect">
            <a:avLst/>
          </a:prstGeom>
        </p:spPr>
      </p:pic>
    </p:spTree>
    <p:extLst>
      <p:ext uri="{BB962C8B-B14F-4D97-AF65-F5344CB8AC3E}">
        <p14:creationId xmlns:p14="http://schemas.microsoft.com/office/powerpoint/2010/main" val="18066696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40</a:t>
            </a:fld>
            <a:endParaRPr lang="en-IN"/>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3083045" y="-2332845"/>
            <a:ext cx="6060548" cy="11308128"/>
          </a:xfrm>
          <a:prstGeom prst="rect">
            <a:avLst/>
          </a:prstGeom>
        </p:spPr>
      </p:pic>
    </p:spTree>
    <p:extLst>
      <p:ext uri="{BB962C8B-B14F-4D97-AF65-F5344CB8AC3E}">
        <p14:creationId xmlns:p14="http://schemas.microsoft.com/office/powerpoint/2010/main" val="21185913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41</a:t>
            </a:fld>
            <a:endParaRPr lang="en-IN"/>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17290" t="2323" r="12093"/>
          <a:stretch/>
        </p:blipFill>
        <p:spPr>
          <a:xfrm rot="16200000">
            <a:off x="4474919" y="-1974829"/>
            <a:ext cx="3840480" cy="10350458"/>
          </a:xfrm>
          <a:prstGeom prst="rect">
            <a:avLst/>
          </a:prstGeom>
        </p:spPr>
      </p:pic>
    </p:spTree>
    <p:extLst>
      <p:ext uri="{BB962C8B-B14F-4D97-AF65-F5344CB8AC3E}">
        <p14:creationId xmlns:p14="http://schemas.microsoft.com/office/powerpoint/2010/main" val="33935122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6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42</a:t>
            </a:fld>
            <a:endParaRPr/>
          </a:p>
        </p:txBody>
      </p:sp>
      <p:sp>
        <p:nvSpPr>
          <p:cNvPr id="374" name="Google Shape;374;p66"/>
          <p:cNvSpPr txBox="1"/>
          <p:nvPr/>
        </p:nvSpPr>
        <p:spPr>
          <a:xfrm>
            <a:off x="657727" y="513349"/>
            <a:ext cx="3241593"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IN" sz="3200" b="1" i="0" u="none" strike="noStrike" cap="none">
                <a:solidFill>
                  <a:srgbClr val="FF0000"/>
                </a:solidFill>
                <a:latin typeface="Times New Roman"/>
                <a:ea typeface="Times New Roman"/>
                <a:cs typeface="Times New Roman"/>
                <a:sym typeface="Times New Roman"/>
              </a:rPr>
              <a:t>Master Theorem </a:t>
            </a:r>
            <a:endParaRPr sz="3200" b="1" i="0" u="none" strike="noStrike" cap="none">
              <a:solidFill>
                <a:srgbClr val="FF0000"/>
              </a:solidFill>
              <a:latin typeface="Times New Roman"/>
              <a:ea typeface="Times New Roman"/>
              <a:cs typeface="Times New Roman"/>
              <a:sym typeface="Times New Roman"/>
            </a:endParaRPr>
          </a:p>
        </p:txBody>
      </p:sp>
      <p:sp>
        <p:nvSpPr>
          <p:cNvPr id="375" name="Google Shape;375;p66"/>
          <p:cNvSpPr/>
          <p:nvPr/>
        </p:nvSpPr>
        <p:spPr>
          <a:xfrm>
            <a:off x="657726" y="1266400"/>
            <a:ext cx="7952873"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IN" sz="2000" b="0" i="0" u="none" strike="noStrike" cap="none">
                <a:solidFill>
                  <a:srgbClr val="000000"/>
                </a:solidFill>
                <a:latin typeface="Times New Roman"/>
                <a:ea typeface="Times New Roman"/>
                <a:cs typeface="Times New Roman"/>
                <a:sym typeface="Times New Roman"/>
              </a:rPr>
              <a:t>The master method is a formula for solving recurrence relations of the form:</a:t>
            </a:r>
            <a:endParaRPr sz="2000" b="0" i="0" u="none" strike="noStrike" cap="none">
              <a:solidFill>
                <a:srgbClr val="000000"/>
              </a:solidFill>
              <a:latin typeface="Times New Roman"/>
              <a:ea typeface="Times New Roman"/>
              <a:cs typeface="Times New Roman"/>
              <a:sym typeface="Times New Roman"/>
            </a:endParaRPr>
          </a:p>
        </p:txBody>
      </p:sp>
      <p:sp>
        <p:nvSpPr>
          <p:cNvPr id="376" name="Google Shape;376;p66"/>
          <p:cNvSpPr/>
          <p:nvPr/>
        </p:nvSpPr>
        <p:spPr>
          <a:xfrm>
            <a:off x="850231" y="1886097"/>
            <a:ext cx="10643938" cy="2318533"/>
          </a:xfrm>
          <a:prstGeom prst="rect">
            <a:avLst/>
          </a:prstGeom>
          <a:noFill/>
          <a:ln w="9525" cap="flat" cmpd="sng">
            <a:solidFill>
              <a:schemeClr val="lt1"/>
            </a:solidFill>
            <a:prstDash val="solid"/>
            <a:round/>
            <a:headEnd type="none" w="sm" len="sm"/>
            <a:tailEnd type="none" w="sm" len="sm"/>
          </a:ln>
        </p:spPr>
        <p:txBody>
          <a:bodyPr spcFirstLastPara="1" wrap="square" lIns="0" tIns="0" rIns="0" bIns="101550" anchor="ctr" anchorCtr="0">
            <a:spAutoFit/>
          </a:bodyPr>
          <a:lstStyle/>
          <a:p>
            <a:pPr marL="0" marR="0" lvl="0" indent="0" algn="l" rtl="0">
              <a:lnSpc>
                <a:spcPct val="100000"/>
              </a:lnSpc>
              <a:spcBef>
                <a:spcPts val="0"/>
              </a:spcBef>
              <a:spcAft>
                <a:spcPts val="0"/>
              </a:spcAft>
              <a:buClr>
                <a:schemeClr val="dk1"/>
              </a:buClr>
              <a:buSzPts val="2400"/>
              <a:buFont typeface="Arial"/>
              <a:buNone/>
            </a:pPr>
            <a:r>
              <a:rPr lang="en-IN" sz="2400" b="1" i="0" u="none" strike="noStrike" cap="none" dirty="0">
                <a:solidFill>
                  <a:schemeClr val="dk1"/>
                </a:solidFill>
                <a:latin typeface="Times New Roman"/>
                <a:ea typeface="Times New Roman"/>
                <a:cs typeface="Times New Roman"/>
                <a:sym typeface="Times New Roman"/>
              </a:rPr>
              <a:t>T(n) = </a:t>
            </a:r>
            <a:r>
              <a:rPr lang="en-IN" sz="2400" b="1" i="0" u="none" strike="noStrike" cap="none" dirty="0" err="1">
                <a:solidFill>
                  <a:schemeClr val="dk1"/>
                </a:solidFill>
                <a:latin typeface="Times New Roman"/>
                <a:ea typeface="Times New Roman"/>
                <a:cs typeface="Times New Roman"/>
                <a:sym typeface="Times New Roman"/>
              </a:rPr>
              <a:t>aT</a:t>
            </a:r>
            <a:r>
              <a:rPr lang="en-IN" sz="2400" b="1" i="0" u="none" strike="noStrike" cap="none" dirty="0">
                <a:solidFill>
                  <a:schemeClr val="dk1"/>
                </a:solidFill>
                <a:latin typeface="Times New Roman"/>
                <a:ea typeface="Times New Roman"/>
                <a:cs typeface="Times New Roman"/>
                <a:sym typeface="Times New Roman"/>
              </a:rPr>
              <a:t>(n/b) + f(n),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2000"/>
              <a:buFont typeface="Arial"/>
              <a:buNone/>
            </a:pPr>
            <a:r>
              <a:rPr lang="en-IN" sz="2000" b="0" i="0" u="none" strike="noStrike" cap="none" dirty="0">
                <a:solidFill>
                  <a:schemeClr val="dk1"/>
                </a:solidFill>
                <a:latin typeface="Times New Roman"/>
                <a:ea typeface="Times New Roman"/>
                <a:cs typeface="Times New Roman"/>
                <a:sym typeface="Times New Roman"/>
              </a:rPr>
              <a:t>where, </a:t>
            </a:r>
            <a:r>
              <a:rPr lang="en-IN" sz="2000" b="1" i="0" u="none" strike="noStrike" cap="none" dirty="0">
                <a:solidFill>
                  <a:schemeClr val="dk1"/>
                </a:solidFill>
                <a:latin typeface="Times New Roman"/>
                <a:ea typeface="Times New Roman"/>
                <a:cs typeface="Times New Roman"/>
                <a:sym typeface="Times New Roman"/>
              </a:rPr>
              <a:t>n </a:t>
            </a:r>
            <a:r>
              <a:rPr lang="en-IN" sz="2000" b="0" i="0" u="none" strike="noStrike" cap="none" dirty="0">
                <a:solidFill>
                  <a:schemeClr val="dk1"/>
                </a:solidFill>
                <a:latin typeface="Times New Roman"/>
                <a:ea typeface="Times New Roman"/>
                <a:cs typeface="Times New Roman"/>
                <a:sym typeface="Times New Roman"/>
              </a:rPr>
              <a:t>= size of input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000"/>
              <a:buFont typeface="Arial"/>
              <a:buNone/>
            </a:pPr>
            <a:r>
              <a:rPr lang="en-IN" sz="2000" b="1" i="0" u="none" strike="noStrike" cap="none" dirty="0">
                <a:solidFill>
                  <a:schemeClr val="dk1"/>
                </a:solidFill>
                <a:latin typeface="Times New Roman"/>
                <a:ea typeface="Times New Roman"/>
                <a:cs typeface="Times New Roman"/>
                <a:sym typeface="Times New Roman"/>
              </a:rPr>
              <a:t>a</a:t>
            </a:r>
            <a:r>
              <a:rPr lang="en-IN" sz="2000" b="0" i="0" u="none" strike="noStrike" cap="none" dirty="0">
                <a:solidFill>
                  <a:schemeClr val="dk1"/>
                </a:solidFill>
                <a:latin typeface="Times New Roman"/>
                <a:ea typeface="Times New Roman"/>
                <a:cs typeface="Times New Roman"/>
                <a:sym typeface="Times New Roman"/>
              </a:rPr>
              <a:t> = number of sub-problems in the recursion </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2000"/>
              <a:buFont typeface="Arial"/>
              <a:buNone/>
            </a:pPr>
            <a:r>
              <a:rPr lang="en-IN" sz="2000" b="1" i="0" u="none" strike="noStrike" cap="none" dirty="0">
                <a:solidFill>
                  <a:schemeClr val="dk1"/>
                </a:solidFill>
                <a:latin typeface="Times New Roman"/>
                <a:ea typeface="Times New Roman"/>
                <a:cs typeface="Times New Roman"/>
                <a:sym typeface="Times New Roman"/>
              </a:rPr>
              <a:t>n/b</a:t>
            </a:r>
            <a:r>
              <a:rPr lang="en-IN" sz="2000" b="0" i="0" u="none" strike="noStrike" cap="none" dirty="0">
                <a:solidFill>
                  <a:schemeClr val="dk1"/>
                </a:solidFill>
                <a:latin typeface="Times New Roman"/>
                <a:ea typeface="Times New Roman"/>
                <a:cs typeface="Times New Roman"/>
                <a:sym typeface="Times New Roman"/>
              </a:rPr>
              <a:t> = size of each sub-problem. </a:t>
            </a:r>
            <a:endParaRPr sz="14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2000"/>
              <a:buFont typeface="Arial"/>
              <a:buNone/>
            </a:pPr>
            <a:r>
              <a:rPr lang="en-IN" sz="2000" b="1" i="1" u="none" strike="noStrike" cap="none" dirty="0">
                <a:solidFill>
                  <a:srgbClr val="FF0000"/>
                </a:solidFill>
                <a:latin typeface="Times New Roman"/>
                <a:ea typeface="Times New Roman"/>
                <a:cs typeface="Times New Roman"/>
                <a:sym typeface="Times New Roman"/>
              </a:rPr>
              <a:t>All sub-problems are assumed to have the same size</a:t>
            </a:r>
            <a:r>
              <a:rPr lang="en-IN" sz="2000" b="1" i="1" u="none" strike="noStrike" cap="none" dirty="0">
                <a:solidFill>
                  <a:schemeClr val="accent1">
                    <a:lumMod val="75000"/>
                  </a:schemeClr>
                </a:solidFill>
                <a:latin typeface="Times New Roman"/>
                <a:ea typeface="Times New Roman"/>
                <a:cs typeface="Times New Roman"/>
                <a:sym typeface="Times New Roman"/>
              </a:rPr>
              <a:t>. </a:t>
            </a:r>
            <a:r>
              <a:rPr lang="en-IN" sz="2000" b="1" i="0" u="none" strike="noStrike" cap="none" dirty="0">
                <a:solidFill>
                  <a:schemeClr val="accent1">
                    <a:lumMod val="75000"/>
                  </a:schemeClr>
                </a:solidFill>
                <a:latin typeface="Times New Roman"/>
                <a:ea typeface="Times New Roman"/>
                <a:cs typeface="Times New Roman"/>
                <a:sym typeface="Times New Roman"/>
              </a:rPr>
              <a:t>f(n) = </a:t>
            </a:r>
            <a:r>
              <a:rPr lang="en-IN" sz="2000" b="0" i="0" u="none" strike="noStrike" cap="none" dirty="0">
                <a:solidFill>
                  <a:schemeClr val="accent1">
                    <a:lumMod val="75000"/>
                  </a:schemeClr>
                </a:solidFill>
                <a:latin typeface="Times New Roman"/>
                <a:ea typeface="Times New Roman"/>
                <a:cs typeface="Times New Roman"/>
                <a:sym typeface="Times New Roman"/>
              </a:rPr>
              <a:t>cost of the work done outside the recursive </a:t>
            </a:r>
            <a:endParaRPr sz="1400" b="0" i="0" u="none" strike="noStrike" cap="none" dirty="0">
              <a:solidFill>
                <a:schemeClr val="accent1">
                  <a:lumMod val="75000"/>
                </a:schemeClr>
              </a:solidFill>
              <a:latin typeface="Arial"/>
              <a:ea typeface="Arial"/>
              <a:cs typeface="Arial"/>
              <a:sym typeface="Arial"/>
            </a:endParaRPr>
          </a:p>
          <a:p>
            <a:pPr marL="0" marR="0" lvl="0" indent="0" algn="just" rtl="0">
              <a:lnSpc>
                <a:spcPct val="100000"/>
              </a:lnSpc>
              <a:spcBef>
                <a:spcPts val="0"/>
              </a:spcBef>
              <a:spcAft>
                <a:spcPts val="0"/>
              </a:spcAft>
              <a:buClr>
                <a:schemeClr val="dk1"/>
              </a:buClr>
              <a:buSzPts val="2000"/>
              <a:buFont typeface="Arial"/>
              <a:buNone/>
            </a:pPr>
            <a:r>
              <a:rPr lang="en-IN" sz="2000" b="0" i="0" u="none" strike="noStrike" cap="none" dirty="0">
                <a:solidFill>
                  <a:schemeClr val="accent1">
                    <a:lumMod val="75000"/>
                  </a:schemeClr>
                </a:solidFill>
                <a:latin typeface="Times New Roman"/>
                <a:ea typeface="Times New Roman"/>
                <a:cs typeface="Times New Roman"/>
                <a:sym typeface="Times New Roman"/>
              </a:rPr>
              <a:t>call, which includes the cost of dividing the problem and the cost of merging the solutions </a:t>
            </a:r>
            <a:endParaRPr sz="1400" b="0" i="0" u="none" strike="noStrike" cap="none" dirty="0">
              <a:solidFill>
                <a:schemeClr val="accent1">
                  <a:lumMod val="75000"/>
                </a:schemeClr>
              </a:solidFill>
              <a:latin typeface="Arial"/>
              <a:ea typeface="Arial"/>
              <a:cs typeface="Arial"/>
              <a:sym typeface="Arial"/>
            </a:endParaRPr>
          </a:p>
        </p:txBody>
      </p:sp>
      <p:sp>
        <p:nvSpPr>
          <p:cNvPr id="377" name="Google Shape;377;p66"/>
          <p:cNvSpPr/>
          <p:nvPr/>
        </p:nvSpPr>
        <p:spPr>
          <a:xfrm>
            <a:off x="818147" y="1832573"/>
            <a:ext cx="2967790" cy="537411"/>
          </a:xfrm>
          <a:prstGeom prst="rect">
            <a:avLst/>
          </a:prstGeom>
          <a:noFill/>
          <a:ln w="381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78" name="Google Shape;378;p66"/>
          <p:cNvSpPr/>
          <p:nvPr/>
        </p:nvSpPr>
        <p:spPr>
          <a:xfrm>
            <a:off x="826168" y="4370702"/>
            <a:ext cx="8606523" cy="410336"/>
          </a:xfrm>
          <a:prstGeom prst="rect">
            <a:avLst/>
          </a:prstGeom>
          <a:noFill/>
          <a:ln w="9525" cap="flat" cmpd="sng">
            <a:solidFill>
              <a:schemeClr val="lt1"/>
            </a:solidFill>
            <a:prstDash val="solid"/>
            <a:round/>
            <a:headEnd type="none" w="sm" len="sm"/>
            <a:tailEnd type="none" w="sm" len="sm"/>
          </a:ln>
        </p:spPr>
        <p:txBody>
          <a:bodyPr spcFirstLastPara="1" wrap="square" lIns="0" tIns="0" rIns="0" bIns="101550" anchor="ctr" anchorCtr="0">
            <a:spAutoFit/>
          </a:bodyPr>
          <a:lstStyle/>
          <a:p>
            <a:pPr marL="0" marR="0" lvl="0" indent="0" algn="l" rtl="0">
              <a:lnSpc>
                <a:spcPct val="100000"/>
              </a:lnSpc>
              <a:spcBef>
                <a:spcPts val="0"/>
              </a:spcBef>
              <a:spcAft>
                <a:spcPts val="0"/>
              </a:spcAft>
              <a:buClr>
                <a:schemeClr val="dk1"/>
              </a:buClr>
              <a:buSzPts val="2000"/>
              <a:buFont typeface="Arial"/>
              <a:buNone/>
            </a:pPr>
            <a:r>
              <a:rPr lang="en-IN" sz="2000" b="0" i="0" u="none" strike="noStrike" cap="none">
                <a:solidFill>
                  <a:schemeClr val="dk1"/>
                </a:solidFill>
                <a:latin typeface="Times New Roman"/>
                <a:ea typeface="Times New Roman"/>
                <a:cs typeface="Times New Roman"/>
                <a:sym typeface="Times New Roman"/>
              </a:rPr>
              <a:t>Here</a:t>
            </a:r>
            <a:r>
              <a:rPr lang="en-IN" sz="2000" b="1" i="0" u="none" strike="noStrike" cap="none">
                <a:solidFill>
                  <a:schemeClr val="dk1"/>
                </a:solidFill>
                <a:latin typeface="Times New Roman"/>
                <a:ea typeface="Times New Roman"/>
                <a:cs typeface="Times New Roman"/>
                <a:sym typeface="Times New Roman"/>
              </a:rPr>
              <a:t>, a ≥ 1 and b &gt; 1 </a:t>
            </a:r>
            <a:r>
              <a:rPr lang="en-IN" sz="2000" b="0" i="0" u="none" strike="noStrike" cap="none">
                <a:solidFill>
                  <a:schemeClr val="dk1"/>
                </a:solidFill>
                <a:latin typeface="Times New Roman"/>
                <a:ea typeface="Times New Roman"/>
                <a:cs typeface="Times New Roman"/>
                <a:sym typeface="Times New Roman"/>
              </a:rPr>
              <a:t>are constants, and f(n) is an asymptotically positive function. </a:t>
            </a:r>
            <a:endParaRPr sz="2000" b="0" i="0" u="none" strike="noStrike" cap="none">
              <a:solidFill>
                <a:schemeClr val="dk1"/>
              </a:solidFill>
              <a:latin typeface="Times New Roman"/>
              <a:ea typeface="Times New Roman"/>
              <a:cs typeface="Times New Roman"/>
              <a:sym typeface="Times New Roman"/>
            </a:endParaRPr>
          </a:p>
        </p:txBody>
      </p:sp>
      <p:sp>
        <p:nvSpPr>
          <p:cNvPr id="379" name="Google Shape;379;p66"/>
          <p:cNvSpPr/>
          <p:nvPr/>
        </p:nvSpPr>
        <p:spPr>
          <a:xfrm flipH="1">
            <a:off x="826168" y="4684517"/>
            <a:ext cx="10379243" cy="307777"/>
          </a:xfrm>
          <a:prstGeom prst="rect">
            <a:avLst/>
          </a:prstGeom>
          <a:noFill/>
          <a:ln>
            <a:noFill/>
          </a:ln>
        </p:spPr>
        <p:txBody>
          <a:bodyPr spcFirstLastPara="1" wrap="square" lIns="12675" tIns="0" rIns="12675" bIns="0" anchor="ctr" anchorCtr="0">
            <a:spAutoFit/>
          </a:bodyPr>
          <a:lstStyle/>
          <a:p>
            <a:pPr marL="0" marR="0" lvl="0" indent="0" algn="l" rtl="0">
              <a:lnSpc>
                <a:spcPct val="100000"/>
              </a:lnSpc>
              <a:spcBef>
                <a:spcPts val="0"/>
              </a:spcBef>
              <a:spcAft>
                <a:spcPts val="0"/>
              </a:spcAft>
              <a:buClr>
                <a:schemeClr val="dk1"/>
              </a:buClr>
              <a:buSzPts val="2000"/>
              <a:buFont typeface="Arial"/>
              <a:buNone/>
            </a:pPr>
            <a:r>
              <a:rPr lang="en-IN" sz="2000" b="0" i="0" u="none" strike="noStrike" cap="none">
                <a:solidFill>
                  <a:schemeClr val="dk1"/>
                </a:solidFill>
                <a:latin typeface="Times New Roman"/>
                <a:ea typeface="Times New Roman"/>
                <a:cs typeface="Times New Roman"/>
                <a:sym typeface="Times New Roman"/>
              </a:rPr>
              <a:t>An asymptotically positive function means that for a sufficiently large value of </a:t>
            </a:r>
            <a:r>
              <a:rPr lang="en-IN" sz="2000" b="1" i="0" u="none" strike="noStrike" cap="none">
                <a:solidFill>
                  <a:schemeClr val="dk1"/>
                </a:solidFill>
                <a:latin typeface="Times New Roman"/>
                <a:ea typeface="Times New Roman"/>
                <a:cs typeface="Times New Roman"/>
                <a:sym typeface="Times New Roman"/>
              </a:rPr>
              <a:t>n</a:t>
            </a:r>
            <a:r>
              <a:rPr lang="en-IN" sz="2000" b="0" i="0" u="none" strike="noStrike" cap="none">
                <a:solidFill>
                  <a:schemeClr val="dk1"/>
                </a:solidFill>
                <a:latin typeface="Times New Roman"/>
                <a:ea typeface="Times New Roman"/>
                <a:cs typeface="Times New Roman"/>
                <a:sym typeface="Times New Roman"/>
              </a:rPr>
              <a:t>, we have </a:t>
            </a:r>
            <a:r>
              <a:rPr lang="en-IN" sz="2000" b="1" i="0" u="none" strike="noStrike" cap="none">
                <a:solidFill>
                  <a:schemeClr val="dk1"/>
                </a:solidFill>
                <a:latin typeface="Times New Roman"/>
                <a:ea typeface="Times New Roman"/>
                <a:cs typeface="Times New Roman"/>
                <a:sym typeface="Times New Roman"/>
              </a:rPr>
              <a:t>f(n) &gt; 0. </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747520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6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43</a:t>
            </a:fld>
            <a:endParaRPr/>
          </a:p>
        </p:txBody>
      </p:sp>
      <p:sp>
        <p:nvSpPr>
          <p:cNvPr id="385" name="Google Shape;385;p67"/>
          <p:cNvSpPr txBox="1"/>
          <p:nvPr/>
        </p:nvSpPr>
        <p:spPr>
          <a:xfrm>
            <a:off x="657727" y="513349"/>
            <a:ext cx="3241593"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IN" sz="3200" b="1" i="0" u="none" strike="noStrike" cap="none">
                <a:solidFill>
                  <a:srgbClr val="FF0000"/>
                </a:solidFill>
                <a:latin typeface="Times New Roman"/>
                <a:ea typeface="Times New Roman"/>
                <a:cs typeface="Times New Roman"/>
                <a:sym typeface="Times New Roman"/>
              </a:rPr>
              <a:t>Master Theorem </a:t>
            </a:r>
            <a:endParaRPr sz="3200" b="1" i="0" u="none" strike="noStrike" cap="none">
              <a:solidFill>
                <a:srgbClr val="FF0000"/>
              </a:solidFill>
              <a:latin typeface="Times New Roman"/>
              <a:ea typeface="Times New Roman"/>
              <a:cs typeface="Times New Roman"/>
              <a:sym typeface="Times New Roman"/>
            </a:endParaRPr>
          </a:p>
        </p:txBody>
      </p:sp>
      <p:pic>
        <p:nvPicPr>
          <p:cNvPr id="386" name="Google Shape;386;p67"/>
          <p:cNvPicPr preferRelativeResize="0"/>
          <p:nvPr/>
        </p:nvPicPr>
        <p:blipFill rotWithShape="1">
          <a:blip r:embed="rId3">
            <a:alphaModFix/>
          </a:blip>
          <a:srcRect/>
          <a:stretch/>
        </p:blipFill>
        <p:spPr>
          <a:xfrm>
            <a:off x="1009714" y="1382465"/>
            <a:ext cx="10219073" cy="4973885"/>
          </a:xfrm>
          <a:prstGeom prst="rect">
            <a:avLst/>
          </a:prstGeom>
          <a:noFill/>
          <a:ln>
            <a:noFill/>
          </a:ln>
        </p:spPr>
      </p:pic>
    </p:spTree>
    <p:extLst>
      <p:ext uri="{BB962C8B-B14F-4D97-AF65-F5344CB8AC3E}">
        <p14:creationId xmlns:p14="http://schemas.microsoft.com/office/powerpoint/2010/main" val="5228529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3284</TotalTime>
  <Words>749</Words>
  <Application>Microsoft Office PowerPoint</Application>
  <PresentationFormat>Widescreen</PresentationFormat>
  <Paragraphs>89</Paragraphs>
  <Slides>43</Slides>
  <Notes>2</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43</vt:i4>
      </vt:variant>
    </vt:vector>
  </HeadingPairs>
  <TitlesOfParts>
    <vt:vector size="52" baseType="lpstr">
      <vt:lpstr>Arial</vt:lpstr>
      <vt:lpstr>Aptos Display</vt:lpstr>
      <vt:lpstr>Aptos</vt:lpstr>
      <vt:lpstr>Times New Roman</vt:lpstr>
      <vt:lpstr>Comic Sans MS</vt:lpstr>
      <vt:lpstr>Calibri</vt:lpstr>
      <vt:lpstr>Helvetica Neue</vt:lpstr>
      <vt:lpstr>Office Theme</vt:lpstr>
      <vt:lpstr>Equation</vt:lpstr>
      <vt:lpstr>Designing and Analysis of Algorithms Course Code: ECS 5101/CS514</vt:lpstr>
      <vt:lpstr>PowerPoint Presentation</vt:lpstr>
      <vt:lpstr>PowerPoint Presentation</vt:lpstr>
      <vt:lpstr>PowerPoint Presentation</vt:lpstr>
      <vt:lpstr>PowerPoint Presentation</vt:lpstr>
      <vt:lpstr>PowerPoint Presentation</vt:lpstr>
      <vt:lpstr>Dynamic programming algorithm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Basic Matrix Multiplication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Rahul Mishra</cp:lastModifiedBy>
  <cp:revision>104</cp:revision>
  <dcterms:created xsi:type="dcterms:W3CDTF">2023-01-02T04:30:03Z</dcterms:created>
  <dcterms:modified xsi:type="dcterms:W3CDTF">2025-09-21T03:51:33Z</dcterms:modified>
</cp:coreProperties>
</file>